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95" r:id="rId4"/>
  </p:sldMasterIdLst>
  <p:notesMasterIdLst>
    <p:notesMasterId r:id="rId106"/>
  </p:notesMasterIdLst>
  <p:handoutMasterIdLst>
    <p:handoutMasterId r:id="rId107"/>
  </p:handoutMasterIdLst>
  <p:sldIdLst>
    <p:sldId id="2026819427" r:id="rId5"/>
    <p:sldId id="2147483613" r:id="rId6"/>
    <p:sldId id="2147308935" r:id="rId7"/>
    <p:sldId id="2147483614" r:id="rId8"/>
    <p:sldId id="2147483615" r:id="rId9"/>
    <p:sldId id="270" r:id="rId10"/>
    <p:sldId id="2076137399" r:id="rId11"/>
    <p:sldId id="2147478684" r:id="rId12"/>
    <p:sldId id="283" r:id="rId13"/>
    <p:sldId id="2147483618" r:id="rId14"/>
    <p:sldId id="2147309288" r:id="rId15"/>
    <p:sldId id="287" r:id="rId16"/>
    <p:sldId id="2147469483" r:id="rId17"/>
    <p:sldId id="303" r:id="rId18"/>
    <p:sldId id="2147469490" r:id="rId19"/>
    <p:sldId id="285" r:id="rId20"/>
    <p:sldId id="265" r:id="rId21"/>
    <p:sldId id="275" r:id="rId22"/>
    <p:sldId id="276" r:id="rId23"/>
    <p:sldId id="2147469491" r:id="rId24"/>
    <p:sldId id="2147483617" r:id="rId25"/>
    <p:sldId id="2147483623" r:id="rId26"/>
    <p:sldId id="2147483620" r:id="rId27"/>
    <p:sldId id="2147469484" r:id="rId28"/>
    <p:sldId id="2147469486" r:id="rId29"/>
    <p:sldId id="271" r:id="rId30"/>
    <p:sldId id="2147483627" r:id="rId31"/>
    <p:sldId id="2147469485" r:id="rId32"/>
    <p:sldId id="2147469478" r:id="rId33"/>
    <p:sldId id="2147469482" r:id="rId34"/>
    <p:sldId id="2147469479" r:id="rId35"/>
    <p:sldId id="2147469480" r:id="rId36"/>
    <p:sldId id="2147469481" r:id="rId37"/>
    <p:sldId id="2147469472" r:id="rId38"/>
    <p:sldId id="2147308918" r:id="rId39"/>
    <p:sldId id="268" r:id="rId40"/>
    <p:sldId id="269" r:id="rId41"/>
    <p:sldId id="299" r:id="rId42"/>
    <p:sldId id="304" r:id="rId43"/>
    <p:sldId id="305" r:id="rId44"/>
    <p:sldId id="306" r:id="rId45"/>
    <p:sldId id="307" r:id="rId46"/>
    <p:sldId id="309" r:id="rId47"/>
    <p:sldId id="310" r:id="rId48"/>
    <p:sldId id="2147483634" r:id="rId49"/>
    <p:sldId id="2147483641" r:id="rId50"/>
    <p:sldId id="2147483644" r:id="rId51"/>
    <p:sldId id="2147483638" r:id="rId52"/>
    <p:sldId id="2147483646" r:id="rId53"/>
    <p:sldId id="2147483647" r:id="rId54"/>
    <p:sldId id="2147483645" r:id="rId55"/>
    <p:sldId id="256" r:id="rId56"/>
    <p:sldId id="2147483639" r:id="rId57"/>
    <p:sldId id="258" r:id="rId58"/>
    <p:sldId id="2147483642" r:id="rId59"/>
    <p:sldId id="2147483628" r:id="rId60"/>
    <p:sldId id="259" r:id="rId61"/>
    <p:sldId id="260" r:id="rId62"/>
    <p:sldId id="261" r:id="rId63"/>
    <p:sldId id="262" r:id="rId64"/>
    <p:sldId id="263" r:id="rId65"/>
    <p:sldId id="264" r:id="rId66"/>
    <p:sldId id="2147483445" r:id="rId67"/>
    <p:sldId id="2147483636" r:id="rId68"/>
    <p:sldId id="266" r:id="rId69"/>
    <p:sldId id="267" r:id="rId70"/>
    <p:sldId id="2147483446" r:id="rId71"/>
    <p:sldId id="2147483448" r:id="rId72"/>
    <p:sldId id="2147483449" r:id="rId73"/>
    <p:sldId id="277" r:id="rId74"/>
    <p:sldId id="278" r:id="rId75"/>
    <p:sldId id="279" r:id="rId76"/>
    <p:sldId id="281" r:id="rId77"/>
    <p:sldId id="282" r:id="rId78"/>
    <p:sldId id="257" r:id="rId79"/>
    <p:sldId id="273" r:id="rId80"/>
    <p:sldId id="274" r:id="rId81"/>
    <p:sldId id="288" r:id="rId82"/>
    <p:sldId id="289" r:id="rId83"/>
    <p:sldId id="290" r:id="rId84"/>
    <p:sldId id="291" r:id="rId85"/>
    <p:sldId id="292" r:id="rId86"/>
    <p:sldId id="2147478685" r:id="rId87"/>
    <p:sldId id="293" r:id="rId88"/>
    <p:sldId id="294" r:id="rId89"/>
    <p:sldId id="295" r:id="rId90"/>
    <p:sldId id="2147478686" r:id="rId91"/>
    <p:sldId id="2147478687" r:id="rId92"/>
    <p:sldId id="2147478688" r:id="rId93"/>
    <p:sldId id="2147478689" r:id="rId94"/>
    <p:sldId id="2147478690" r:id="rId95"/>
    <p:sldId id="2147478692" r:id="rId96"/>
    <p:sldId id="296" r:id="rId97"/>
    <p:sldId id="297" r:id="rId98"/>
    <p:sldId id="298" r:id="rId99"/>
    <p:sldId id="2147478693" r:id="rId100"/>
    <p:sldId id="2147478694" r:id="rId101"/>
    <p:sldId id="300" r:id="rId102"/>
    <p:sldId id="301" r:id="rId103"/>
    <p:sldId id="272" r:id="rId104"/>
    <p:sldId id="302" r:id="rId105"/>
  </p:sldIdLst>
  <p:sldSz cx="12188825" cy="6858000"/>
  <p:notesSz cx="6858000" cy="9144000"/>
  <p:custDataLst>
    <p:tags r:id="rId10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3" clrIdx="1"/>
  <p:cmAuthor id="3" name="Wendy Ouellette" initials="WO" lastIdx="1" clrIdx="2">
    <p:extLst>
      <p:ext uri="{19B8F6BF-5375-455C-9EA6-DF929625EA0E}">
        <p15:presenceInfo xmlns:p15="http://schemas.microsoft.com/office/powerpoint/2012/main" userId="S::wouellette@vmware.com::1423423b-46e9-448d-b172-f148f3fbf4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999B"/>
    <a:srgbClr val="99999B"/>
    <a:srgbClr val="CC092F"/>
    <a:srgbClr val="E2E3E4"/>
    <a:srgbClr val="E68C28"/>
    <a:srgbClr val="FFFFFF"/>
    <a:srgbClr val="53565A"/>
    <a:srgbClr val="37F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9"/>
  </p:normalViewPr>
  <p:slideViewPr>
    <p:cSldViewPr snapToGrid="0">
      <p:cViewPr varScale="1">
        <p:scale>
          <a:sx n="138" d="100"/>
          <a:sy n="138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theme" Target="theme/theme1.xml"/><Relationship Id="rId16" Type="http://schemas.openxmlformats.org/officeDocument/2006/relationships/slide" Target="slides/slide12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tableStyles" Target="tableStyle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tags" Target="tags/tag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notesMaster" Target="notesMasters/notesMaster1.xml"/><Relationship Id="rId114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commentAuthors" Target="commentAuthor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presProps" Target="pres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育昕 楊" userId="904ac828eda71bf5" providerId="LiveId" clId="{8FBECC44-8A21-9D43-A1F5-4BBDDF23BC12}"/>
    <pc:docChg chg="modSld">
      <pc:chgData name="育昕 楊" userId="904ac828eda71bf5" providerId="LiveId" clId="{8FBECC44-8A21-9D43-A1F5-4BBDDF23BC12}" dt="2026-04-02T07:53:19.714" v="6" actId="20577"/>
      <pc:docMkLst>
        <pc:docMk/>
      </pc:docMkLst>
      <pc:sldChg chg="modSp mod">
        <pc:chgData name="育昕 楊" userId="904ac828eda71bf5" providerId="LiveId" clId="{8FBECC44-8A21-9D43-A1F5-4BBDDF23BC12}" dt="2026-04-02T07:53:19.714" v="6" actId="20577"/>
        <pc:sldMkLst>
          <pc:docMk/>
          <pc:sldMk cId="3101100854" sldId="2026819427"/>
        </pc:sldMkLst>
        <pc:spChg chg="mod">
          <ac:chgData name="育昕 楊" userId="904ac828eda71bf5" providerId="LiveId" clId="{8FBECC44-8A21-9D43-A1F5-4BBDDF23BC12}" dt="2026-04-02T07:53:19.714" v="6" actId="20577"/>
          <ac:spMkLst>
            <pc:docMk/>
            <pc:sldMk cId="3101100854" sldId="2026819427"/>
            <ac:spMk id="5" creationId="{A63C1E39-47A3-4DE2-94D6-ACF90DA5B75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04553-04C5-4BB3-AD4E-8B2EF3CDDAF9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A881F-0910-47D3-BD01-4F68834EC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6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3CB6F0DB-E055-41D0-9102-627A646E4242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</a:defRPr>
            </a:lvl1pPr>
          </a:lstStyle>
          <a:p>
            <a:fld id="{9F4FBC3A-A12C-40F9-BB8D-BC30C79013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0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vmware.com/virtualblocks/2019/12/20/design-operation-considerations-using-vsan-fault-domains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vmware.com/en/VMware-Cloud-Foundation/index.html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ore.vmware.com/vmware-validated-solutions" TargetMode="External"/><Relationship Id="rId4" Type="http://schemas.openxmlformats.org/officeDocument/2006/relationships/hyperlink" Target="https://docs.vmware.com/en/VMware-NSX/4.1/nsx_41_quick_start.pdf" TargetMode="Externa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vmware.com/en/VMware-Cloud-Foundation/index.html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ore.vmware.com/vmware-validated-solutions" TargetMode="External"/><Relationship Id="rId4" Type="http://schemas.openxmlformats.org/officeDocument/2006/relationships/hyperlink" Target="https://docs.vmware.com/en/VMware-NSX/4.1/nsx_41_quick_start.pdf" TargetMode="Externa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vmware.com/en/VMware-Cloud-Foundation/index.html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ore.vmware.com/vmware-validated-solutions" TargetMode="External"/><Relationship Id="rId4" Type="http://schemas.openxmlformats.org/officeDocument/2006/relationships/hyperlink" Target="https://docs.vmware.com/en/VMware-NSX/4.1/nsx_41_quick_start.pdf" TargetMode="Externa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vmware.com/en/VMware-Cloud-Foundation/index.html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ore.vmware.com/vmware-validated-solutions" TargetMode="External"/><Relationship Id="rId4" Type="http://schemas.openxmlformats.org/officeDocument/2006/relationships/hyperlink" Target="https://docs.vmware.com/en/VMware-NSX/4.1/nsx_41_quick_start.pdf" TargetMode="Externa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vmware.com/en/VMware-Cloud-Foundation/index.html" TargetMode="External"/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ore.vmware.com/vmware-validated-solutions" TargetMode="External"/><Relationship Id="rId4" Type="http://schemas.openxmlformats.org/officeDocument/2006/relationships/hyperlink" Target="https://docs.vmware.com/en/VMware-NSX/4.1/nsx_41_quick_start.pdf" TargetMode="Externa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vmware.com/en/VMware-Cloud-Foundation/index.html" TargetMode="External"/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ore.vmware.com/vmware-validated-solutions" TargetMode="External"/><Relationship Id="rId4" Type="http://schemas.openxmlformats.org/officeDocument/2006/relationships/hyperlink" Target="https://docs.vmware.com/en/VMware-NSX/4.1/nsx_41_quick_start.pdf" TargetMode="Externa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vmware.com/en/VMware-Cloud-Foundation/index.html" TargetMode="External"/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ore.vmware.com/vmware-validated-solutions" TargetMode="External"/><Relationship Id="rId4" Type="http://schemas.openxmlformats.org/officeDocument/2006/relationships/hyperlink" Target="https://docs.vmware.com/en/VMware-NSX/4.1/nsx_41_quick_start.pdf" TargetMode="Externa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noStrike" baseline="0"/>
              <a:t>Click to add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10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>
          <a:extLst>
            <a:ext uri="{FF2B5EF4-FFF2-40B4-BE49-F238E27FC236}">
              <a16:creationId xmlns:a16="http://schemas.microsoft.com/office/drawing/2014/main" id="{F5901E1A-655E-BDC9-3115-A8D1B661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21:notes">
            <a:extLst>
              <a:ext uri="{FF2B5EF4-FFF2-40B4-BE49-F238E27FC236}">
                <a16:creationId xmlns:a16="http://schemas.microsoft.com/office/drawing/2014/main" id="{E46822AC-5E35-1278-AD34-B3C2A7E05B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7" name="Google Shape;1227;p121:notes">
            <a:extLst>
              <a:ext uri="{FF2B5EF4-FFF2-40B4-BE49-F238E27FC236}">
                <a16:creationId xmlns:a16="http://schemas.microsoft.com/office/drawing/2014/main" id="{37E8E8D9-2D4A-E9B9-15F6-9F2B659D9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597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C146-825E-BF8A-5C6B-A7E77616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EA88E-096B-0193-C7A8-722218ABF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5F192-4889-D1A2-F757-5E30B933A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Workload Domains are useful for:</a:t>
            </a:r>
          </a:p>
          <a:p>
            <a:pPr marL="171450" indent="-171450">
              <a:buFontTx/>
              <a:buChar char="-"/>
            </a:pPr>
            <a:r>
              <a:rPr lang="en-US"/>
              <a:t>Isolating OS / Application types</a:t>
            </a:r>
          </a:p>
          <a:p>
            <a:pPr marL="171450" indent="-171450">
              <a:buFontTx/>
              <a:buChar char="-"/>
            </a:pPr>
            <a:r>
              <a:rPr lang="en-US"/>
              <a:t>Isolating VMware licensed features 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B78AA-C033-9A09-DBD8-6A8DF13B2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327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7CB34-CC84-209E-244E-A5357445E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5DFA4-77EC-43D0-17B0-79346C05E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C7E8E-3779-D367-0314-E6201950F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Workload Domains are useful for:</a:t>
            </a:r>
          </a:p>
          <a:p>
            <a:pPr marL="171450" indent="-171450">
              <a:buFontTx/>
              <a:buChar char="-"/>
            </a:pPr>
            <a:r>
              <a:rPr lang="en-US"/>
              <a:t>Isolating OS / Application types</a:t>
            </a:r>
          </a:p>
          <a:p>
            <a:pPr marL="171450" indent="-171450">
              <a:buFontTx/>
              <a:buChar char="-"/>
            </a:pPr>
            <a:r>
              <a:rPr lang="en-US"/>
              <a:t>Isolating VMware licensed features 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8105F-2B32-C68E-E8C6-7B9DB2D9C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057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ABBBA-5B76-0581-CE87-96817BB4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33FAA-8C67-D3E2-586C-768CA0A3F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64EF9-98E4-2F22-DD1B-66D86BA85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Workload Domains are useful for:</a:t>
            </a:r>
          </a:p>
          <a:p>
            <a:pPr marL="171450" indent="-171450">
              <a:buFontTx/>
              <a:buChar char="-"/>
            </a:pPr>
            <a:r>
              <a:rPr lang="en-US"/>
              <a:t>Isolating OS / Application types</a:t>
            </a:r>
          </a:p>
          <a:p>
            <a:pPr marL="171450" indent="-171450">
              <a:buFontTx/>
              <a:buChar char="-"/>
            </a:pPr>
            <a:r>
              <a:rPr lang="en-US"/>
              <a:t>Isolating VMware licensed features 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ADC90-6C52-E05D-E059-52DB1AA19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556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>
          <a:extLst>
            <a:ext uri="{FF2B5EF4-FFF2-40B4-BE49-F238E27FC236}">
              <a16:creationId xmlns:a16="http://schemas.microsoft.com/office/drawing/2014/main" id="{99FC7A7D-2E17-D4F4-F8FD-6BEE6215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21:notes">
            <a:extLst>
              <a:ext uri="{FF2B5EF4-FFF2-40B4-BE49-F238E27FC236}">
                <a16:creationId xmlns:a16="http://schemas.microsoft.com/office/drawing/2014/main" id="{E9EC0687-31BF-F0EB-76B8-07FBA56C65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7" name="Google Shape;1227;p121:notes">
            <a:extLst>
              <a:ext uri="{FF2B5EF4-FFF2-40B4-BE49-F238E27FC236}">
                <a16:creationId xmlns:a16="http://schemas.microsoft.com/office/drawing/2014/main" id="{B281F92F-3991-18D5-A935-7FDC4B1AA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2564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89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Version:</a:t>
            </a:r>
            <a:r>
              <a:rPr lang="en-US"/>
              <a:t> 1.0</a:t>
            </a:r>
          </a:p>
          <a:p>
            <a:endParaRPr lang="en-US"/>
          </a:p>
          <a:p>
            <a:r>
              <a:rPr lang="en-US" b="1"/>
              <a:t>Original Author: </a:t>
            </a:r>
            <a:r>
              <a:rPr lang="en-US"/>
              <a:t>Gary Blake</a:t>
            </a:r>
          </a:p>
          <a:p>
            <a:endParaRPr lang="en-US"/>
          </a:p>
          <a:p>
            <a:r>
              <a:rPr lang="en-US" b="1"/>
              <a:t>Change Log:</a:t>
            </a:r>
          </a:p>
          <a:p>
            <a:endParaRPr lang="en-US" b="1"/>
          </a:p>
          <a:p>
            <a:r>
              <a:rPr lang="en-US"/>
              <a:t>v1.0 –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Initial creation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7402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>
          <a:extLst>
            <a:ext uri="{FF2B5EF4-FFF2-40B4-BE49-F238E27FC236}">
              <a16:creationId xmlns:a16="http://schemas.microsoft.com/office/drawing/2014/main" id="{5DEB6E48-F2A5-ACEA-FE9E-3DCF3F86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9:notes">
            <a:extLst>
              <a:ext uri="{FF2B5EF4-FFF2-40B4-BE49-F238E27FC236}">
                <a16:creationId xmlns:a16="http://schemas.microsoft.com/office/drawing/2014/main" id="{2E9680BF-6ADA-1383-82AD-41E8FAE21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Version:</a:t>
            </a:r>
            <a:r>
              <a:rPr lang="en-US"/>
              <a:t> 1.1</a:t>
            </a:r>
          </a:p>
          <a:p>
            <a:endParaRPr lang="en-US"/>
          </a:p>
          <a:p>
            <a:r>
              <a:rPr lang="en-US" b="1"/>
              <a:t>Original Author: </a:t>
            </a:r>
            <a:r>
              <a:rPr lang="en-US"/>
              <a:t>Michael Kolos</a:t>
            </a:r>
          </a:p>
          <a:p>
            <a:endParaRPr lang="en-US"/>
          </a:p>
          <a:p>
            <a:r>
              <a:rPr lang="en-US" b="1"/>
              <a:t>Change Log:</a:t>
            </a:r>
          </a:p>
          <a:p>
            <a:endParaRPr lang="en-US" b="1"/>
          </a:p>
          <a:p>
            <a:r>
              <a:rPr lang="en-US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Saved the image again using SVG format to obtain a better quality image within </a:t>
            </a:r>
            <a:r>
              <a:rPr lang="en-GB" err="1"/>
              <a:t>DocWorks</a:t>
            </a:r>
            <a:r>
              <a:rPr lang="en-GB"/>
              <a:t> and also captured just the diagram removing excessive whitespace in HTML output</a:t>
            </a:r>
            <a:endParaRPr lang="en-US"/>
          </a:p>
          <a:p>
            <a:endParaRPr lang="en-US" b="1"/>
          </a:p>
          <a:p>
            <a:r>
              <a:rPr lang="en-US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Initial creation of VCF </a:t>
            </a:r>
            <a:r>
              <a:rPr lang="en-GB"/>
              <a:t>Fleet with Multiple Sites in a Single Region Design Blueprint diagram using standards and guidelines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1" name="Google Shape;1291;p99:notes">
            <a:extLst>
              <a:ext uri="{FF2B5EF4-FFF2-40B4-BE49-F238E27FC236}">
                <a16:creationId xmlns:a16="http://schemas.microsoft.com/office/drawing/2014/main" id="{09AC0EF3-9DFC-3FC7-2BB7-E3C7AA615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0428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E64A-5F41-17F0-6C21-CE146877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C1D30-BED8-2758-E4DA-D0F5CEF08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91BED-3ECA-6106-9B6F-2B94AB851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200" b="1" kern="1200" baseline="0">
                <a:solidFill>
                  <a:schemeClr val="tx1"/>
                </a:solidFill>
                <a:latin typeface="Metropolis" panose="00000500000000000000" pitchFamily="50" charset="0"/>
                <a:ea typeface="+mn-ea"/>
                <a:cs typeface="+mn-cs"/>
              </a:rPr>
              <a:t>Key Message/Talk track:</a:t>
            </a:r>
          </a:p>
          <a:p>
            <a:r>
              <a:rPr lang="en-US" sz="1200" b="0" kern="1200" baseline="0">
                <a:solidFill>
                  <a:schemeClr val="tx1"/>
                </a:solidFill>
                <a:latin typeface="Metropolis" panose="00000500000000000000" pitchFamily="50" charset="0"/>
                <a:ea typeface="+mn-ea"/>
                <a:cs typeface="+mn-cs"/>
              </a:rPr>
              <a:t>“Fault Domains” are a boundary of failure.  </a:t>
            </a:r>
            <a:r>
              <a:rPr lang="en-US" sz="1200" b="1" kern="1200" baseline="0">
                <a:solidFill>
                  <a:schemeClr val="tx1"/>
                </a:solidFill>
                <a:latin typeface="Metropolis" panose="00000500000000000000" pitchFamily="50" charset="0"/>
                <a:ea typeface="+mn-ea"/>
                <a:cs typeface="+mn-cs"/>
              </a:rPr>
              <a:t>vSAN extends this concept of fault domains so that environments can protect against failures such as a rack failure.  </a:t>
            </a:r>
            <a:r>
              <a:rPr lang="en-US" sz="1200" b="0" kern="1200" baseline="0">
                <a:solidFill>
                  <a:schemeClr val="tx1"/>
                </a:solidFill>
                <a:latin typeface="Metropolis" panose="00000500000000000000" pitchFamily="50" charset="0"/>
                <a:ea typeface="+mn-ea"/>
                <a:cs typeface="+mn-cs"/>
              </a:rPr>
              <a:t>It give an administrator the ability to 1.) determine what the logical boundary of failure should be (e.g. server rack), and 2.) define a logical container that represents that boundary in the cluster.  The most common way fault domains are employed are by creating fault domains that represent a rack in a data center.  The vSAN data would be distributed across multiple fault domains so that in the event of a total rack failure, no systems would be compromised.</a:t>
            </a:r>
          </a:p>
          <a:p>
            <a:r>
              <a:rPr lang="en-US" sz="1200" b="0" kern="1200" baseline="0">
                <a:solidFill>
                  <a:schemeClr val="tx1"/>
                </a:solidFill>
                <a:latin typeface="Metropolis" panose="00000500000000000000" pitchFamily="50" charset="0"/>
                <a:ea typeface="+mn-ea"/>
                <a:cs typeface="+mn-cs"/>
              </a:rPr>
              <a:t>----------------------------------</a:t>
            </a:r>
          </a:p>
          <a:p>
            <a:r>
              <a:rPr lang="en-US" sz="1200" b="1" kern="1200" baseline="0">
                <a:solidFill>
                  <a:schemeClr val="tx1"/>
                </a:solidFill>
                <a:latin typeface="Metropolis" panose="00000500000000000000" pitchFamily="50" charset="0"/>
                <a:ea typeface="+mn-ea"/>
                <a:cs typeface="+mn-cs"/>
              </a:rPr>
              <a:t>Overview: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Create </a:t>
            </a:r>
            <a:r>
              <a:rPr lang="en-US" b="1">
                <a:solidFill>
                  <a:schemeClr val="accent4"/>
                </a:solidFill>
              </a:rPr>
              <a:t>explicit</a:t>
            </a:r>
            <a:r>
              <a:rPr lang="en-US"/>
              <a:t> fault domains in </a:t>
            </a:r>
            <a:r>
              <a:rPr lang="en-US" b="1">
                <a:solidFill>
                  <a:schemeClr val="accent4"/>
                </a:solidFill>
              </a:rPr>
              <a:t>cluster configuration </a:t>
            </a:r>
            <a:r>
              <a:rPr lang="en-US"/>
              <a:t>to increase availability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4"/>
                </a:solidFill>
              </a:rPr>
              <a:t>Ensures</a:t>
            </a:r>
            <a:r>
              <a:rPr lang="en-US" b="1">
                <a:solidFill>
                  <a:schemeClr val="accent1"/>
                </a:solidFill>
              </a:rPr>
              <a:t> </a:t>
            </a:r>
            <a:r>
              <a:rPr lang="en-US"/>
              <a:t>object replicas do NOT live in the same fault domain as first copy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Most common use is for </a:t>
            </a:r>
            <a:r>
              <a:rPr lang="en-US" b="1">
                <a:solidFill>
                  <a:schemeClr val="accent4"/>
                </a:solidFill>
              </a:rPr>
              <a:t>rack-level resilience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Automatically manages data placement to adhere to: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Assigned storage policy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Fault domain configuration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kern="1200" baseline="0">
                <a:solidFill>
                  <a:schemeClr val="tx1"/>
                </a:solidFill>
                <a:latin typeface="Metropolis" panose="00000500000000000000" pitchFamily="50" charset="0"/>
                <a:ea typeface="+mn-ea"/>
                <a:cs typeface="+mn-cs"/>
              </a:rPr>
              <a:t>----------------------------------</a:t>
            </a:r>
          </a:p>
          <a:p>
            <a:r>
              <a:rPr lang="en-US" sz="1200" b="1" kern="1200" baseline="0">
                <a:solidFill>
                  <a:schemeClr val="tx1"/>
                </a:solidFill>
                <a:latin typeface="Metropolis" panose="00000500000000000000" pitchFamily="50" charset="0"/>
                <a:ea typeface="+mn-ea"/>
                <a:cs typeface="+mn-cs"/>
              </a:rPr>
              <a:t>Details: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 order to protect against</a:t>
            </a:r>
            <a:r>
              <a:rPr lang="en-US" baseline="0"/>
              <a:t> a rack failure </a:t>
            </a:r>
            <a:r>
              <a:rPr lang="en-US" b="1" baseline="0"/>
              <a:t>the minimum required number of failure domains is 3</a:t>
            </a:r>
            <a:r>
              <a:rPr lang="en-US" baseline="0"/>
              <a:t>, This is similar to protecting against a host failure using FTT=1 where the minimum number of hosts is 3.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/>
              <a:t>Running explicit fault domains does require some thought in design and operational considerations.  Please see the link before deciding upon the use of fault domains.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/>
              <a:t>When using explicit fault domains, a design decision that should be considered would be whether or not fault domains across a single cluster is a better choice than breaking the large cluster into smaller clusters.  There are logistical issues that carving a large group of hosts into smaller clusters clan achieve that fault domains cannot.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/>
              <a:t>Explicit fault domains can be associated with whatever the customer would like to define as the boundary of failure.  When defining a boundary of failure for the use of fault domains, the most common examples are: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aseline="0"/>
              <a:t>Server racks/cabinets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aseline="0"/>
              <a:t>Server rooms/closets (must meet bandwidth/latency requirements)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aseline="0"/>
              <a:t>Buildings (must meet bandwidth/latency requirements)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----------------------------------</a:t>
            </a:r>
          </a:p>
          <a:p>
            <a:r>
              <a:rPr lang="en-US" sz="1200" b="1" kern="1200" baseline="0">
                <a:solidFill>
                  <a:schemeClr val="tx1"/>
                </a:solidFill>
                <a:latin typeface="Metropolis" panose="00000500000000000000" pitchFamily="50" charset="0"/>
                <a:ea typeface="+mn-ea"/>
                <a:cs typeface="+mn-cs"/>
              </a:rPr>
              <a:t>Additional Information: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hlinkClick r:id="rId3"/>
              </a:rPr>
              <a:t>https://blogs.vmware.com/virtualblocks/2019/12/20/design-operation-considerations-using-vsan-fault-domains/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BB892-5DD0-1965-68A4-7B73C4771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68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5E6E2-F2E4-AD20-8DBA-512CD48D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5F2C4-CBB2-06ED-3577-A6C306727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CCA0E-932A-AAB1-9F7C-21D3090AE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4D369-AEAB-5D99-C942-0D0F55FEE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690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4FF63-8A07-E2F9-FB7A-A7AF9A0F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7E246-714D-F891-3A72-3F33E9741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6FDDD-276F-3F7E-040B-9F868E40A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Presenter note – this slide contains animation</a:t>
            </a:r>
          </a:p>
          <a:p>
            <a:endParaRPr lang="en-US" sz="1200" b="1" u="non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Key Message: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Bringing it all together.  Summarize how Networking is used and configured in Cloud Foundation.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Talk Track: </a:t>
            </a:r>
          </a:p>
          <a:p>
            <a:r>
              <a:rPr lang="en-US" sz="1200" b="0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Let’s bring all the concepts we have discussed together to help provide a clearer view of VCF networking concepts.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Cloud Foundation requires a minimum of four (4)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ESXi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 Hosts each with a minimum of two (2)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pNICs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 – 10G minimum,  25G or greater recommended.</a:t>
            </a:r>
          </a:p>
          <a:p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As part of a (default) Cloud Foundation Bring-up, one or more VDS are deployed to optimize network traffic flow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/>
              </a:rPr>
              <a:t>with a selection of different network profiles.</a:t>
            </a:r>
            <a:endParaRPr lang="en-AU" sz="1200" kern="1200">
              <a:solidFill>
                <a:schemeClr val="tx1"/>
              </a:solidFill>
              <a:effectLst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architecture and best practice configurations deployed, are fully documented in the VVS (VMware Validated Solutions) collateral.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see the core vSphere networks [VM Management, (Host) Management,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vMotion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, and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vSAN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] configured as VDS port groups.  IP address assignment for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vMotion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 and IP storage is automated using Network Pools.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&lt;click&gt;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also see the NSX Overlay Transport network, (Host TEP network) which is configured with an IP Pool or with DHCP.   The Overlay Transport Network is used to a carry GENEVE encapsulated traffic (NSX Overlay traffic) between hosts, facilitating the ability to configure network segments dynamically and providing the basis of software defined networking.</a:t>
            </a: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Management components, such as the Management vCenter Server, the NSX Management cluster, and SDDC Manager are configured to the VM Management network during deployment.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ESXi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 Host management IP addresses are statically assigned to the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SDDC Manager contains several in-built automated workflows which can be run post-deployment to help simplify the configuration and consumption of software defined networking.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will discuss Cloud Foundation advanced networking and security concepts later in the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Software Defined Networking </a:t>
            </a:r>
            <a:r>
              <a:rPr lang="en-US" sz="1200" i="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and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Initial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sections of this presentation.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 </a:t>
            </a: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Notes: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Software Defined Networking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: SDN is the concept of decoupling network functions from physical devices in a way that is analogous to decoupling virtual servers from physical servers.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Overlay Network:  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 An Overlay Network is a network layered on top of another network.  NSX provides the ability to programmatically create software defined networks (and provide network/security features and functions) on top of an existing “underlay” physical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For further detail on configuring NSX software defined networking and security please go to the Software Defined Networking and Security section of this deck.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Each workload domain is deployed with four (4) networks.  Workload domains are not configured with a VM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Pro TIP - VMware recommends </a:t>
            </a:r>
            <a:r>
              <a:rPr lang="en-US" sz="1200" kern="1200" err="1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ESXi</a:t>
            </a: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 Hosts configured with a min of 2 x 25G </a:t>
            </a:r>
            <a:r>
              <a:rPr lang="en-US" sz="1200" kern="1200" err="1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pNICs</a:t>
            </a: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.</a:t>
            </a: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--------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References: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 further information on Cloud Foundation networking please refer to the VCF 5.1 Design Guide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https://docs.vmware.com/en/VMware-Cloud-Foundation/index.html</a:t>
            </a:r>
            <a:r>
              <a:rPr lang="en-AU" sz="12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endParaRPr lang="en-US"/>
          </a:p>
          <a:p>
            <a:r>
              <a:rPr lang="en-US"/>
              <a:t>NSX QuickStart Guide – NSX Components Definitions: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https://docs.vmware.com/en/VMware-NSX/4.1/nsx_41_quick_start.pdf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/>
              <a:t>VMware Validated Solutions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https://core.vmware.com/vmware-validated-solutions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AU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u="none" strike="noStrik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286EC-9508-3BDE-5543-86B60D206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3251C6-5E1D-0F49-86F3-4739E2E9B8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832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2951-AC96-AB33-8E56-12210862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8614F-3617-516B-A359-DB765BFA5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168C0-881D-84D1-D20C-A1007E203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2C12C-8D88-A694-7020-04355FAC3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34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1485-F6C1-E830-8D2C-A7921565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558EF-1D4E-2808-4C92-71275DBB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46EBE-A91E-883D-4F68-CA65F1D68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BD58A-E56C-C29F-CE39-BB82BE2D2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883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913CF-2DA1-196C-E471-9490E0DE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57A40-73C2-0DC1-48BF-EDB876AA9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F8C09-ECBC-FF27-08C1-5E3D5CDE9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8C16B-13F4-B638-0552-0E44098FF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466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5E2C-33F8-5FAE-067D-C67F4909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82DFE-4448-A2D8-471F-179A39564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706E9-D5B1-CBDA-935F-157C01542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F8C2D-3F3B-AC9F-1D8C-16E9721C3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579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F6D13-8373-98F4-B1F5-05D12F47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AE250-E5FA-9FED-241B-A3B1F934A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B5956-2445-7E5B-198B-08441AE0B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C3BF6-BAA7-83A3-8871-6ADD68755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4437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Version:</a:t>
            </a:r>
            <a:r>
              <a:rPr lang="en-US"/>
              <a:t> 1.1</a:t>
            </a:r>
          </a:p>
          <a:p>
            <a:endParaRPr lang="en-US"/>
          </a:p>
          <a:p>
            <a:r>
              <a:rPr lang="en-US" b="1"/>
              <a:t>Original Author: </a:t>
            </a:r>
            <a:r>
              <a:rPr lang="en-US"/>
              <a:t>Michael Kolos</a:t>
            </a:r>
          </a:p>
          <a:p>
            <a:endParaRPr lang="en-US"/>
          </a:p>
          <a:p>
            <a:r>
              <a:rPr lang="en-US" b="1"/>
              <a:t>Change Log:</a:t>
            </a:r>
          </a:p>
          <a:p>
            <a:endParaRPr lang="en-US" b="1"/>
          </a:p>
          <a:p>
            <a:r>
              <a:rPr lang="en-US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Saved the image again using SVG format to obtain a better quality image within </a:t>
            </a:r>
            <a:r>
              <a:rPr lang="en-GB" err="1"/>
              <a:t>DocWorks</a:t>
            </a:r>
            <a:r>
              <a:rPr lang="en-GB"/>
              <a:t> and also captured just the diagram removing excessive whitespace in HTML output</a:t>
            </a:r>
            <a:endParaRPr lang="en-US"/>
          </a:p>
          <a:p>
            <a:endParaRPr lang="en-US" b="1"/>
          </a:p>
          <a:p>
            <a:r>
              <a:rPr lang="en-US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Initial creation of VCF </a:t>
            </a:r>
            <a:r>
              <a:rPr lang="en-GB"/>
              <a:t>Fleet with Multiple Sites in a Single Region Design Blueprint diagram using standards and guidelines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1" name="Google Shape;129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AC86A-C453-D275-C6C6-07F1093E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85102-7991-E802-D9CD-A1813AE54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C26E7-E58B-0E9B-E6DF-8E3C8AC6D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E9573-37CE-61D4-D62E-8655563F0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476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79DB7-1C49-4657-8142-993E7FFC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BF75D-836E-9F24-29DE-06385B0BE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13A208-34EA-BE85-3BD1-5CD12F855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F0098-085A-B696-E26E-50EA64655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1068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DB8BD-68D0-6889-2381-394F64B9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58676-A441-5E98-091E-83CD0DD7F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682C4-A404-CDB9-55CF-87771C110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1AC4B-A739-70EF-BB40-14C95BD28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857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2D03E-2BB2-CE13-BA4B-3AA2C94B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0863B54-B223-B642-0263-083572071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ECA8E16-B8F8-313F-8B82-6E452C0E8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F9E925-3A1C-2A52-1EC5-A7BF6E07A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907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E6E7A-E514-B256-78CB-5E2AD1A6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4C419-1899-B230-7638-6B0445EF0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4A817-CD06-62AC-7768-6C206DE8A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Presenter note – this slide contains animation</a:t>
            </a:r>
          </a:p>
          <a:p>
            <a:endParaRPr lang="en-US" sz="1200" b="1" u="non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Key Message: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Bringing it all together.  Summarize how Networking is used and configured in Cloud Foundation.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Talk Track: </a:t>
            </a:r>
          </a:p>
          <a:p>
            <a:r>
              <a:rPr lang="en-US" sz="1200" b="0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Let’s bring all the concepts we have discussed together to help provide a clearer view of VCF networking concepts.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Cloud Foundation requires a minimum of four (4)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ESXi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 Hosts each with a minimum of two (2)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pNICs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 – 10G minimum,  25G or greater recommended.</a:t>
            </a:r>
          </a:p>
          <a:p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As part of a (default) Cloud Foundation Bring-up, one or more VDS are deployed to optimize network traffic flow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/>
              </a:rPr>
              <a:t>with a selection of different network profiles.</a:t>
            </a:r>
            <a:endParaRPr lang="en-AU" sz="1200" kern="1200">
              <a:solidFill>
                <a:schemeClr val="tx1"/>
              </a:solidFill>
              <a:effectLst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architecture and best practice configurations deployed, are fully documented in the VVS (VMware Validated Solutions) collateral.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see the core vSphere networks [VM Management, (Host) Management,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vMotion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, and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vSAN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] configured as VDS port groups.  IP address assignment for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vMotion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 and IP storage is automated using Network Pools.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&lt;click&gt;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also see the NSX Overlay Transport network, (Host TEP network) which is configured with an IP Pool or with DHCP.   The Overlay Transport Network is used to a carry GENEVE encapsulated traffic (NSX Overlay traffic) between hosts, facilitating the ability to configure network segments dynamically and providing the basis of software defined networking.</a:t>
            </a: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Management components, such as the Management vCenter Server, the NSX Management cluster, and SDDC Manager are configured to the VM Management network during deployment.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ESXi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 Host management IP addresses are statically assigned to the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SDDC Manager contains several in-built automated workflows which can be run post-deployment to help simplify the configuration and consumption of software defined networking.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will discuss Cloud Foundation advanced networking and security concepts later in the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Software Defined Networking </a:t>
            </a:r>
            <a:r>
              <a:rPr lang="en-US" sz="1200" i="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and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Initial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sections of this presentation.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 </a:t>
            </a: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Notes: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Software Defined Networking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: SDN is the concept of decoupling network functions from physical devices in a way that is analogous to decoupling virtual servers from physical servers.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Overlay Network:  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 An Overlay Network is a network layered on top of another network.  NSX provides the ability to programmatically create software defined networks (and provide network/security features and functions) on top of an existing “underlay” physical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For further detail on configuring NSX software defined networking and security please go to the Software Defined Networking and Security section of this deck.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Each workload domain is deployed with four (4) networks.  Workload domains are not configured with a VM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Pro TIP - VMware recommends </a:t>
            </a:r>
            <a:r>
              <a:rPr lang="en-US" sz="1200" kern="1200" err="1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ESXi</a:t>
            </a: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 Hosts configured with a min of 2 x 25G </a:t>
            </a:r>
            <a:r>
              <a:rPr lang="en-US" sz="1200" kern="1200" err="1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pNICs</a:t>
            </a: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.</a:t>
            </a: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--------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References: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 further information on Cloud Foundation networking please refer to the VCF 5.1 Design Guide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https://docs.vmware.com/en/VMware-Cloud-Foundation/index.html</a:t>
            </a:r>
            <a:r>
              <a:rPr lang="en-AU" sz="12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endParaRPr lang="en-US"/>
          </a:p>
          <a:p>
            <a:r>
              <a:rPr lang="en-US"/>
              <a:t>NSX QuickStart Guide – NSX Components Definitions: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https://docs.vmware.com/en/VMware-NSX/4.1/nsx_41_quick_start.pdf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/>
              <a:t>VMware Validated Solutions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https://core.vmware.com/vmware-validated-solutions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AU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u="none" strike="noStrik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D4B32-2BB7-BA21-805F-B96251385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3251C6-5E1D-0F49-86F3-4739E2E9B8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5577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5E6E2-F2E4-AD20-8DBA-512CD48D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5F2C4-CBB2-06ED-3577-A6C306727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CCA0E-932A-AAB1-9F7C-21D3090AE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4D369-AEAB-5D99-C942-0D0F55FEE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690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AFE48-1F46-61EC-633B-527829ABF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51CDA-E6D8-5467-6584-A898E9452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DF0D7-6D6F-18EE-9086-3A22797BE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F3138-D839-606A-6E6C-C426BADA2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238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99AB-7D4C-D358-0FB8-547E5241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0F030-A223-FFBE-8782-531461A7F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451C0-9DC5-2274-9930-B70A2F9FF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5D223-37E9-E8AA-3E74-A9C4850C9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78312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AC30B-455A-D962-D831-0A5FEC09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FDF5EC-A791-D9C3-180E-FA0FCABAC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34E48B-B944-830F-5022-FD88F51E2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AD73BA-A29B-8894-BFBF-5FA20409E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635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912B-B65C-27BD-B195-1734DD237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D26F5-D861-A900-E79A-EF9646F03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8F97F-6AA3-6F96-5D78-0D7154D86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Presenter note – this slide contains animation</a:t>
            </a:r>
          </a:p>
          <a:p>
            <a:endParaRPr lang="en-US" sz="1200" b="1" u="non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Key Message: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Bringing it all together.  Summarize how Networking is used and configured in Cloud Foundation.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Talk Track: </a:t>
            </a:r>
          </a:p>
          <a:p>
            <a:r>
              <a:rPr lang="en-US" sz="1200" b="0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Let’s bring all the concepts we have discussed together to help provide a clearer view of VCF networking concepts.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Cloud Foundation requires a minimum of four (4) ESXi Hosts each with a minimum of two (2) pNICs – 10G minimum,  25G or greater recommended.</a:t>
            </a:r>
          </a:p>
          <a:p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As part of a (default) Cloud Foundation Bring-up, one or more VDS are deployed to optimize network traffic flow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/>
              </a:rPr>
              <a:t>with a selection of different network profiles.</a:t>
            </a:r>
            <a:endParaRPr lang="en-AU" sz="1200" kern="1200">
              <a:solidFill>
                <a:schemeClr val="tx1"/>
              </a:solidFill>
              <a:effectLst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architecture and best practice configurations deployed, are fully documented in the VVS (VMware Validated Solutions) collateral.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see the core vSphere networks [VM Management, (Host) Management, vMotion, and vSAN] configured as VDS port groups.  IP address assignment for vMotion and IP storage is automated using Network Pools.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&lt;click&gt;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also see the NSX Overlay Transport network, (Host TEP network) which is configured with an IP Pool or with DHCP.   The Overlay Transport Network is used to a carry GENEVE encapsulated traffic (NSX Overlay traffic) between hosts, facilitating the ability to configure network segments dynamically and providing the basis of software defined networking.</a:t>
            </a: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Management components, such as the Management vCenter Server, the NSX Management cluster, and SDDC Manager are configured to the VM Management network during deployment.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ESXi Host management IP addresses are statically assigned to the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SDDC Manager contains several in-built automated workflows which can be run post-deployment to help simplify the configuration and consumption of software defined networking.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will discuss Cloud Foundation advanced networking and security concepts later in the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Software Defined Networking </a:t>
            </a:r>
            <a:r>
              <a:rPr lang="en-US" sz="1200" i="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and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Initial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sections of this presentation.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 </a:t>
            </a: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Notes: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Software Defined Networking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: SDN is the concept of decoupling network functions from physical devices in a way that is analogous to decoupling virtual servers from physical servers.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Overlay Network:  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 An Overlay Network is a network layered on top of another network.  NSX provides the ability to programmatically create software defined networks (and provide network/security features and functions) on top of an existing “underlay” physical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For further detail on configuring NSX software defined networking and security please go to the Software Defined Networking and Security section of this deck.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Each workload domain is deployed with four (4) networks.  Workload domains are not configured with a VM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Pro TIP - VMware recommends ESXi Hosts configured with a min of 2 x 25G pNICs.</a:t>
            </a: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--------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References: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 further information on Cloud Foundation networking please refer to the VCF 5.1 Design Guide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https://docs.vmware.com/en/VMware-Cloud-Foundation/index.html</a:t>
            </a:r>
            <a:r>
              <a:rPr lang="en-AU" sz="12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endParaRPr lang="en-US"/>
          </a:p>
          <a:p>
            <a:r>
              <a:rPr lang="en-US"/>
              <a:t>NSX QuickStart Guide – NSX Components Definitions: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https://docs.vmware.com/en/VMware-NSX/4.1/nsx_41_quick_start.pdf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/>
              <a:t>VMware Validated Solutions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https://core.vmware.com/vmware-validated-solutions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AU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u="none" strike="noStrik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4080E-4A67-2260-F347-056AD1A0D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3251C6-5E1D-0F49-86F3-4739E2E9B8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5893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7CD41-EA27-F59A-F9BB-79E78B96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F0C0A-1136-2CD6-42C1-9EABBF34C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6C181-DD07-DEAF-19F4-D0B23E808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Presenter note – this slide contains animation</a:t>
            </a:r>
          </a:p>
          <a:p>
            <a:endParaRPr lang="en-US" sz="1200" b="1" u="non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Key Message: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Bringing it all together.  Summarize how Networking is used and configured in Cloud Foundation.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Talk Track: </a:t>
            </a:r>
          </a:p>
          <a:p>
            <a:r>
              <a:rPr lang="en-US" sz="1200" b="0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Let’s bring all the concepts we have discussed together to help provide a clearer view of VCF networking concepts.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Cloud Foundation requires a minimum of four (4) ESXi Hosts each with a minimum of two (2) pNICs – 10G minimum,  25G or greater recommended.</a:t>
            </a:r>
          </a:p>
          <a:p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As part of a (default) Cloud Foundation Bring-up, one or more VDS are deployed to optimize network traffic flow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/>
              </a:rPr>
              <a:t>with a selection of different network profiles.</a:t>
            </a:r>
            <a:endParaRPr lang="en-AU" sz="1200" kern="1200">
              <a:solidFill>
                <a:schemeClr val="tx1"/>
              </a:solidFill>
              <a:effectLst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architecture and best practice configurations deployed, are fully documented in the VVS (VMware Validated Solutions) collateral.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see the core vSphere networks [VM Management, (Host) Management, vMotion, and vSAN] configured as VDS port groups.  IP address assignment for vMotion and IP storage is automated using Network Pools.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&lt;click&gt;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also see the NSX Overlay Transport network, (Host TEP network) which is configured with an IP Pool or with DHCP.   The Overlay Transport Network is used to a carry GENEVE encapsulated traffic (NSX Overlay traffic) between hosts, facilitating the ability to configure network segments dynamically and providing the basis of software defined networking.</a:t>
            </a: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Management components, such as the Management vCenter Server, the NSX Management cluster, and SDDC Manager are configured to the VM Management network during deployment.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ESXi Host management IP addresses are statically assigned to the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SDDC Manager contains several in-built automated workflows which can be run post-deployment to help simplify the configuration and consumption of software defined networking.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will discuss Cloud Foundation advanced networking and security concepts later in the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Software Defined Networking </a:t>
            </a:r>
            <a:r>
              <a:rPr lang="en-US" sz="1200" i="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and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Initial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sections of this presentation.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 </a:t>
            </a: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Notes: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Software Defined Networking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: SDN is the concept of decoupling network functions from physical devices in a way that is analogous to decoupling virtual servers from physical servers.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Overlay Network:  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 An Overlay Network is a network layered on top of another network.  NSX provides the ability to programmatically create software defined networks (and provide network/security features and functions) on top of an existing “underlay” physical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For further detail on configuring NSX software defined networking and security please go to the Software Defined Networking and Security section of this deck.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Each workload domain is deployed with four (4) networks.  Workload domains are not configured with a VM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Pro TIP - VMware recommends ESXi Hosts configured with a min of 2 x 25G pNICs.</a:t>
            </a: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--------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References: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 further information on Cloud Foundation networking please refer to the VCF 5.1 Design Guide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https://docs.vmware.com/en/VMware-Cloud-Foundation/index.html</a:t>
            </a:r>
            <a:r>
              <a:rPr lang="en-AU" sz="12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endParaRPr lang="en-US"/>
          </a:p>
          <a:p>
            <a:r>
              <a:rPr lang="en-US"/>
              <a:t>NSX QuickStart Guide – NSX Components Definitions: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https://docs.vmware.com/en/VMware-NSX/4.1/nsx_41_quick_start.pdf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/>
              <a:t>VMware Validated Solutions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https://core.vmware.com/vmware-validated-solutions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AU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u="none" strike="noStrik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80E84-13E7-AAC8-40F0-F76FC2EB4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3251C6-5E1D-0F49-86F3-4739E2E9B8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9322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2951-AC96-AB33-8E56-12210862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8614F-3617-516B-A359-DB765BFA5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168C0-881D-84D1-D20C-A1007E203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2C12C-8D88-A694-7020-04355FAC3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340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1485-F6C1-E830-8D2C-A7921565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558EF-1D4E-2808-4C92-71275DBB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46EBE-A91E-883D-4F68-CA65F1D68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BD58A-E56C-C29F-CE39-BB82BE2D2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8833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913CF-2DA1-196C-E471-9490E0DE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57A40-73C2-0DC1-48BF-EDB876AA9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F8C09-ECBC-FF27-08C1-5E3D5CDE9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8C16B-13F4-B638-0552-0E44098FF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4666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5E2C-33F8-5FAE-067D-C67F4909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82DFE-4448-A2D8-471F-179A39564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706E9-D5B1-CBDA-935F-157C01542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F8C2D-3F3B-AC9F-1D8C-16E9721C3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5795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F6D13-8373-98F4-B1F5-05D12F47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AE250-E5FA-9FED-241B-A3B1F934A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B5956-2445-7E5B-198B-08441AE0B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C3BF6-BAA7-83A3-8871-6ADD68755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4437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3E9D-FC85-2F26-1D14-F8F5BBDC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08832-7E8B-5EA9-2A11-A8732E59F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40A3D-B633-FF3F-F244-DBEBBBACF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872EE-BA6C-E1B8-0CA3-D62171BDF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6295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C146-825E-BF8A-5C6B-A7E77616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EA88E-096B-0193-C7A8-722218ABF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5F192-4889-D1A2-F757-5E30B933A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Workload Domains are useful for:</a:t>
            </a:r>
          </a:p>
          <a:p>
            <a:pPr marL="171450" indent="-171450">
              <a:buFontTx/>
              <a:buChar char="-"/>
            </a:pPr>
            <a:r>
              <a:rPr lang="en-US"/>
              <a:t>Isolating OS / Application types</a:t>
            </a:r>
          </a:p>
          <a:p>
            <a:pPr marL="171450" indent="-171450">
              <a:buFontTx/>
              <a:buChar char="-"/>
            </a:pPr>
            <a:r>
              <a:rPr lang="en-US"/>
              <a:t>Isolating VMware licensed features 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B78AA-C033-9A09-DBD8-6A8DF13B2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3272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7CB34-CC84-209E-244E-A5357445E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5DFA4-77EC-43D0-17B0-79346C05E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C7E8E-3779-D367-0314-E6201950F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Workload Domains are useful for:</a:t>
            </a:r>
          </a:p>
          <a:p>
            <a:pPr marL="171450" indent="-171450">
              <a:buFontTx/>
              <a:buChar char="-"/>
            </a:pPr>
            <a:r>
              <a:rPr lang="en-US"/>
              <a:t>Isolating OS / Application types</a:t>
            </a:r>
          </a:p>
          <a:p>
            <a:pPr marL="171450" indent="-171450">
              <a:buFontTx/>
              <a:buChar char="-"/>
            </a:pPr>
            <a:r>
              <a:rPr lang="en-US"/>
              <a:t>Isolating VMware licensed features 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8105F-2B32-C68E-E8C6-7B9DB2D9C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3491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7CD1-CBD6-BEE7-6EA9-9893F57F7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73CA1-49CC-6447-5F0C-8DC3AEECB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6E4ED-141A-A3A9-D454-F6B4555D7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4D159-3E86-854E-6609-88BEC41B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2116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9CD3-4AF3-8076-5004-B3140C6D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8F919-04B7-AE92-5C73-7AD2F7576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5C758-9043-6594-2637-93431C437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Presenter note – this slide contains animation</a:t>
            </a:r>
          </a:p>
          <a:p>
            <a:endParaRPr lang="en-US" sz="1200" b="1" u="non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Key Message: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Bringing it all together.  Summarize how Networking is used and configured in Cloud Foundation.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Talk Track: </a:t>
            </a:r>
          </a:p>
          <a:p>
            <a:r>
              <a:rPr lang="en-US" sz="1200" b="0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Let’s bring all the concepts we have discussed together to help provide a clearer view of VCF networking concepts.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Cloud Foundation requires a minimum of four (4) ESXi Hosts each with a minimum of two (2) pNICs – 10G minimum,  25G or greater recommended.</a:t>
            </a:r>
          </a:p>
          <a:p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As part of a (default) Cloud Foundation Bring-up, one or more VDS are deployed to optimize network traffic flow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/>
              </a:rPr>
              <a:t>with a selection of different network profiles.</a:t>
            </a:r>
            <a:endParaRPr lang="en-AU" sz="1200" kern="1200">
              <a:solidFill>
                <a:schemeClr val="tx1"/>
              </a:solidFill>
              <a:effectLst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architecture and best practice configurations deployed, are fully documented in the VVS (VMware Validated Solutions) collateral.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see the core vSphere networks [VM Management, (Host) Management, vMotion, and vSAN] configured as VDS port groups.  IP address assignment for vMotion and IP storage is automated using Network Pools.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&lt;click&gt;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also see the NSX Overlay Transport network, (Host TEP network) which is configured with an IP Pool or with DHCP.   The Overlay Transport Network is used to a carry GENEVE encapsulated traffic (NSX Overlay traffic) between hosts, facilitating the ability to configure network segments dynamically and providing the basis of software defined networking.</a:t>
            </a: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Management components, such as the Management vCenter Server, the NSX Management cluster, and SDDC Manager are configured to the VM Management network during deployment.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ESXi Host management IP addresses are statically assigned to the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SDDC Manager contains several in-built automated workflows which can be run post-deployment to help simplify the configuration and consumption of software defined networking.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will discuss Cloud Foundation advanced networking and security concepts later in the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Software Defined Networking </a:t>
            </a:r>
            <a:r>
              <a:rPr lang="en-US" sz="1200" i="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and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Initial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sections of this presentation.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 </a:t>
            </a: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Notes: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Software Defined Networking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: SDN is the concept of decoupling network functions from physical devices in a way that is analogous to decoupling virtual servers from physical servers.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Overlay Network:  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 An Overlay Network is a network layered on top of another network.  NSX provides the ability to programmatically create software defined networks (and provide network/security features and functions) on top of an existing “underlay” physical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For further detail on configuring NSX software defined networking and security please go to the Software Defined Networking and Security section of this deck.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Each workload domain is deployed with four (4) networks.  Workload domains are not configured with a VM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Pro TIP - VMware recommends ESXi Hosts configured with a min of 2 x 25G pNICs.</a:t>
            </a: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--------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References: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 further information on Cloud Foundation networking please refer to the VCF 5.1 Design Guide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https://docs.vmware.com/en/VMware-Cloud-Foundation/index.html</a:t>
            </a:r>
            <a:r>
              <a:rPr lang="en-AU" sz="12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endParaRPr lang="en-US"/>
          </a:p>
          <a:p>
            <a:r>
              <a:rPr lang="en-US"/>
              <a:t>NSX QuickStart Guide – NSX Components Definitions: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https://docs.vmware.com/en/VMware-NSX/4.1/nsx_41_quick_start.pdf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/>
              <a:t>VMware Validated Solutions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https://core.vmware.com/vmware-validated-solutions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AU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u="none" strike="noStrik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0259-171A-3C31-3050-9A0F401BA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3251C6-5E1D-0F49-86F3-4739E2E9B8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9802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912B-B65C-27BD-B195-1734DD237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D26F5-D861-A900-E79A-EF9646F03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8F97F-6AA3-6F96-5D78-0D7154D86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Presenter note – this slide contains animation</a:t>
            </a:r>
          </a:p>
          <a:p>
            <a:endParaRPr lang="en-US" sz="1200" b="1" u="non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Key Message: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Bringing it all together.  Summarize how Networking is used and configured in Cloud Foundation.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Talk Track: </a:t>
            </a:r>
          </a:p>
          <a:p>
            <a:r>
              <a:rPr lang="en-US" sz="1200" b="0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Let’s bring all the concepts we have discussed together to help provide a clearer view of VCF networking concepts.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Cloud Foundation requires a minimum of four (4) ESXi Hosts each with a minimum of two (2) pNICs – 10G minimum,  25G or greater recommended.</a:t>
            </a:r>
          </a:p>
          <a:p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As part of a (default) Cloud Foundation Bring-up, one or more VDS are deployed to optimize network traffic flow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/>
              </a:rPr>
              <a:t>with a selection of different network profiles.</a:t>
            </a:r>
            <a:endParaRPr lang="en-AU" sz="1200" kern="1200">
              <a:solidFill>
                <a:schemeClr val="tx1"/>
              </a:solidFill>
              <a:effectLst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architecture and best practice configurations deployed, are fully documented in the VVS (VMware Validated Solutions) collateral.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see the core vSphere networks [VM Management, (Host) Management, vMotion, and vSAN] configured as VDS port groups.  IP address assignment for vMotion and IP storage is automated using Network Pools.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&lt;click&gt;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also see the NSX Overlay Transport network, (Host TEP network) which is configured with an IP Pool or with DHCP.   The Overlay Transport Network is used to a carry GENEVE encapsulated traffic (NSX Overlay traffic) between hosts, facilitating the ability to configure network segments dynamically and providing the basis of software defined networking.</a:t>
            </a: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Management components, such as the Management vCenter Server, the NSX Management cluster, and SDDC Manager are configured to the VM Management network during deployment.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ESXi Host management IP addresses are statically assigned to the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SDDC Manager contains several in-built automated workflows which can be run post-deployment to help simplify the configuration and consumption of software defined networking.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will discuss Cloud Foundation advanced networking and security concepts later in the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Software Defined Networking </a:t>
            </a:r>
            <a:r>
              <a:rPr lang="en-US" sz="1200" i="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and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Initial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sections of this presentation.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 </a:t>
            </a: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Notes: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Software Defined Networking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: SDN is the concept of decoupling network functions from physical devices in a way that is analogous to decoupling virtual servers from physical servers.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Overlay Network:  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 An Overlay Network is a network layered on top of another network.  NSX provides the ability to programmatically create software defined networks (and provide network/security features and functions) on top of an existing “underlay” physical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For further detail on configuring NSX software defined networking and security please go to the Software Defined Networking and Security section of this deck.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Each workload domain is deployed with four (4) networks.  Workload domains are not configured with a VM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Pro TIP - VMware recommends ESXi Hosts configured with a min of 2 x 25G pNICs.</a:t>
            </a: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--------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References: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 further information on Cloud Foundation networking please refer to the VCF 5.1 Design Guide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https://docs.vmware.com/en/VMware-Cloud-Foundation/index.html</a:t>
            </a:r>
            <a:r>
              <a:rPr lang="en-AU" sz="12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endParaRPr lang="en-US"/>
          </a:p>
          <a:p>
            <a:r>
              <a:rPr lang="en-US"/>
              <a:t>NSX QuickStart Guide – NSX Components Definitions: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https://docs.vmware.com/en/VMware-NSX/4.1/nsx_41_quick_start.pdf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/>
              <a:t>VMware Validated Solutions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https://core.vmware.com/vmware-validated-solutions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AU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u="none" strike="noStrik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4080E-4A67-2260-F347-056AD1A0D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3251C6-5E1D-0F49-86F3-4739E2E9B8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5893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9F9C1-AD30-36ED-CFF0-EFBEB5AF7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BD76C-F8C0-A463-561F-03C1437C6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BB4E0-5962-5EF4-C801-180BF940E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Presenter note – this slide contains animation</a:t>
            </a:r>
          </a:p>
          <a:p>
            <a:endParaRPr lang="en-US" sz="1200" b="1" u="non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Key Message: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Bringing it all together.  Summarize how Networking is used and configured in Cloud Foundation.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Talk Track: </a:t>
            </a:r>
          </a:p>
          <a:p>
            <a:r>
              <a:rPr lang="en-US" sz="1200" b="0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Let’s bring all the concepts we have discussed together to help provide a clearer view of VCF networking concepts.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Cloud Foundation requires a minimum of four (4) ESXi Hosts each with a minimum of two (2) pNICs – 10G minimum,  25G or greater recommended.</a:t>
            </a:r>
          </a:p>
          <a:p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As part of a (default) Cloud Foundation Bring-up, one or more VDS are deployed to optimize network traffic flow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/>
              </a:rPr>
              <a:t>with a selection of different network profiles.</a:t>
            </a:r>
            <a:endParaRPr lang="en-AU" sz="1200" kern="1200">
              <a:solidFill>
                <a:schemeClr val="tx1"/>
              </a:solidFill>
              <a:effectLst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architecture and best practice configurations deployed, are fully documented in the VVS (VMware Validated Solutions) collateral.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see the core vSphere networks [VM Management, (Host) Management, vMotion, and vSAN] configured as VDS port groups.  IP address assignment for vMotion and IP storage is automated using Network Pools.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&lt;click&gt;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can also see the NSX Overlay Transport network, (Host TEP network) which is configured with an IP Pool or with DHCP.   The Overlay Transport Network is used to a carry GENEVE encapsulated traffic (NSX Overlay traffic) between hosts, facilitating the ability to configure network segments dynamically and providing the basis of software defined networking.</a:t>
            </a: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>
              <a:solidFill>
                <a:srgbClr val="717074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717074"/>
                </a:solidFill>
              </a:rPr>
              <a:t>&lt;click&gt;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Management components, such as the Management vCenter Server, the NSX Management cluster, and SDDC Manager are configured to the VM Management network during deployment.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The ESXi Host management IP addresses are statically assigned to the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SDDC Manager contains several in-built automated workflows which can be run post-deployment to help simplify the configuration and consumption of software defined networking.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We will discuss Cloud Foundation advanced networking and security concepts later in the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Software Defined Networking </a:t>
            </a:r>
            <a:r>
              <a:rPr lang="en-US" sz="1200" i="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and </a:t>
            </a:r>
            <a:r>
              <a:rPr lang="en-US" sz="1200" i="1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Initial Deployment </a:t>
            </a:r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sections of this presentation.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 </a:t>
            </a: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Notes: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Software Defined Networking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: SDN is the concept of decoupling network functions from physical devices in a way that is analogous to decoupling virtual servers from physical servers.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717074"/>
                </a:solidFill>
                <a:latin typeface="Metropolis"/>
              </a:rPr>
              <a:t>Overlay Network:  </a:t>
            </a:r>
            <a:r>
              <a:rPr lang="en-US" sz="1200">
                <a:solidFill>
                  <a:srgbClr val="717074"/>
                </a:solidFill>
                <a:latin typeface="Metropolis"/>
              </a:rPr>
              <a:t> An Overlay Network is a network layered on top of another network.  NSX provides the ability to programmatically create software defined networks (and provide network/security features and functions) on top of an existing “underlay” physical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For further detail on configuring NSX software defined networking and security please go to the Software Defined Networking and Security section of this deck.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Each workload domain is deployed with four (4) networks.  Workload domains are not configured with a VM Management network.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rgbClr val="717074"/>
              </a:solidFill>
              <a:effectLst/>
              <a:latin typeface="Metropoli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rgbClr val="717074"/>
                </a:solidFill>
                <a:effectLst/>
                <a:latin typeface="Metropolis"/>
                <a:ea typeface="+mn-ea"/>
                <a:cs typeface="+mn-cs"/>
              </a:rPr>
              <a:t>Pro TIP - VMware recommends ESXi Hosts configured with a min of 2 x 25G pNICs.</a:t>
            </a:r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 --------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  <a:p>
            <a:r>
              <a:rPr lang="en-US" sz="1200" b="1" u="none" kern="1200">
                <a:solidFill>
                  <a:schemeClr val="tx1"/>
                </a:solidFill>
                <a:effectLst/>
                <a:latin typeface="Metropolis" panose="00000500000000000000" pitchFamily="50" charset="0"/>
                <a:ea typeface="+mn-ea"/>
                <a:cs typeface="+mn-cs"/>
              </a:rPr>
              <a:t>References: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 further information on Cloud Foundation networking please refer to the VCF 5.1 Design Guide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AU" sz="120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https://docs.vmware.com/en/VMware-Cloud-Foundation/index.html</a:t>
            </a:r>
            <a:r>
              <a:rPr lang="en-AU" sz="1200" b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endParaRPr lang="en-US"/>
          </a:p>
          <a:p>
            <a:r>
              <a:rPr lang="en-US"/>
              <a:t>NSX QuickStart Guide – NSX Components Definitions: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https://docs.vmware.com/en/VMware-NSX/4.1/nsx_41_quick_start.pdf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/>
              <a:t>VMware Validated Solutions</a:t>
            </a:r>
          </a:p>
          <a:p>
            <a:r>
              <a:rPr lang="en-US" sz="1800" u="sng" kern="10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https://core.vmware.com/vmware-validated-solutions</a:t>
            </a: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AU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u="none" strike="noStrike" kern="1200">
              <a:solidFill>
                <a:schemeClr val="tx1"/>
              </a:solidFill>
              <a:effectLst/>
              <a:latin typeface="Metropolis" panose="00000500000000000000" pitchFamily="50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15634-2DC4-3228-F795-AF66282CC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3251C6-5E1D-0F49-86F3-4739E2E9B8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7079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2951-AC96-AB33-8E56-12210862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8614F-3617-516B-A359-DB765BFA5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168C0-881D-84D1-D20C-A1007E203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2C12C-8D88-A694-7020-04355FAC3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340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1485-F6C1-E830-8D2C-A7921565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558EF-1D4E-2808-4C92-71275DBB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46EBE-A91E-883D-4F68-CA65F1D68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BD58A-E56C-C29F-CE39-BB82BE2D2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8833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913CF-2DA1-196C-E471-9490E0DE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57A40-73C2-0DC1-48BF-EDB876AA9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F8C09-ECBC-FF27-08C1-5E3D5CDE9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8C16B-13F4-B638-0552-0E44098FF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4666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5E2C-33F8-5FAE-067D-C67F4909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82DFE-4448-A2D8-471F-179A39564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706E9-D5B1-CBDA-935F-157C01542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F8C2D-3F3B-AC9F-1D8C-16E9721C3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5795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F6D13-8373-98F4-B1F5-05D12F47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AE250-E5FA-9FED-241B-A3B1F934A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B5956-2445-7E5B-198B-08441AE0B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840 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C3BF6-BAA7-83A3-8871-6ADD68755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 panose="000005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Metropolis" panose="000005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4437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9C5D994-E647-E15F-5855-615355B1458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42" r="1973" b="1787"/>
          <a:stretch>
            <a:fillRect/>
          </a:stretch>
        </p:blipFill>
        <p:spPr>
          <a:xfrm>
            <a:off x="0" y="658109"/>
            <a:ext cx="12188825" cy="6205839"/>
          </a:xfrm>
          <a:custGeom>
            <a:avLst/>
            <a:gdLst>
              <a:gd name="connsiteX0" fmla="*/ 0 w 12192401"/>
              <a:gd name="connsiteY0" fmla="*/ 0 h 6207660"/>
              <a:gd name="connsiteX1" fmla="*/ 12192401 w 12192401"/>
              <a:gd name="connsiteY1" fmla="*/ 0 h 6207660"/>
              <a:gd name="connsiteX2" fmla="*/ 12192401 w 12192401"/>
              <a:gd name="connsiteY2" fmla="*/ 6207660 h 6207660"/>
              <a:gd name="connsiteX3" fmla="*/ 0 w 12192401"/>
              <a:gd name="connsiteY3" fmla="*/ 6207660 h 62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401" h="620766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14E578-7DFB-C273-472E-4EAD46D26ACD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7000">
                <a:schemeClr val="accent4"/>
              </a:gs>
              <a:gs pos="83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3689AEB-304C-881F-44CE-28E14E31AD6E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click to edit"/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Green Theme</a:t>
            </a:r>
          </a:p>
        </p:txBody>
      </p:sp>
      <p:sp>
        <p:nvSpPr>
          <p:cNvPr id="128" name="Subtitle click to edit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7" name="Click to edit Speaker Name ">
            <a:extLst>
              <a:ext uri="{FF2B5EF4-FFF2-40B4-BE49-F238E27FC236}">
                <a16:creationId xmlns:a16="http://schemas.microsoft.com/office/drawing/2014/main" id="{DEA43E1E-B208-4DC4-9D6A-01669D00D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 (Insert pronouns)</a:t>
            </a:r>
          </a:p>
        </p:txBody>
      </p:sp>
      <p:sp>
        <p:nvSpPr>
          <p:cNvPr id="129" name="Click to edit role">
            <a:extLst>
              <a:ext uri="{FF2B5EF4-FFF2-40B4-BE49-F238E27FC236}">
                <a16:creationId xmlns:a16="http://schemas.microsoft.com/office/drawing/2014/main" id="{2111BB8B-7B37-4FB4-B2CD-984FE1C6C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Role / Division, Broadcom</a:t>
            </a:r>
          </a:p>
        </p:txBody>
      </p:sp>
      <p:sp>
        <p:nvSpPr>
          <p:cNvPr id="18" name="Click to edit role">
            <a:extLst>
              <a:ext uri="{FF2B5EF4-FFF2-40B4-BE49-F238E27FC236}">
                <a16:creationId xmlns:a16="http://schemas.microsoft.com/office/drawing/2014/main" id="{006FF8D0-7AF6-C549-9BFB-E838D6CDC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55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6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7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3" name="Freeform: Shape 3">
            <a:extLst>
              <a:ext uri="{FF2B5EF4-FFF2-40B4-BE49-F238E27FC236}">
                <a16:creationId xmlns:a16="http://schemas.microsoft.com/office/drawing/2014/main" id="{6814E578-7DFB-C273-472E-4EAD46D26ACD}"/>
              </a:ext>
            </a:extLst>
          </p:cNvPr>
          <p:cNvSpPr/>
          <p:nvPr userDrawn="1"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7000">
                <a:schemeClr val="accent4"/>
              </a:gs>
              <a:gs pos="83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4">
            <a:extLst>
              <a:ext uri="{FF2B5EF4-FFF2-40B4-BE49-F238E27FC236}">
                <a16:creationId xmlns:a16="http://schemas.microsoft.com/office/drawing/2014/main" id="{03689AEB-304C-881F-44CE-28E14E31AD6E}"/>
              </a:ext>
            </a:extLst>
          </p:cNvPr>
          <p:cNvSpPr/>
          <p:nvPr userDrawn="1"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6F05D4E-954E-5EA3-A012-EBA68A5DEAED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423008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007DB4E-DF1B-4B7A-6FC4-46981281D8D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42" r="1973" b="1787"/>
          <a:stretch>
            <a:fillRect/>
          </a:stretch>
        </p:blipFill>
        <p:spPr>
          <a:xfrm>
            <a:off x="0" y="658109"/>
            <a:ext cx="12188825" cy="6205839"/>
          </a:xfrm>
          <a:custGeom>
            <a:avLst/>
            <a:gdLst>
              <a:gd name="connsiteX0" fmla="*/ 0 w 12192401"/>
              <a:gd name="connsiteY0" fmla="*/ 0 h 6207660"/>
              <a:gd name="connsiteX1" fmla="*/ 12192401 w 12192401"/>
              <a:gd name="connsiteY1" fmla="*/ 0 h 6207660"/>
              <a:gd name="connsiteX2" fmla="*/ 12192401 w 12192401"/>
              <a:gd name="connsiteY2" fmla="*/ 6207660 h 6207660"/>
              <a:gd name="connsiteX3" fmla="*/ 0 w 12192401"/>
              <a:gd name="connsiteY3" fmla="*/ 6207660 h 62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401" h="620766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93B8B11-A691-8250-9E87-65BB5A241D07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16000">
                <a:schemeClr val="accent2"/>
              </a:gs>
              <a:gs pos="90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3963894-AB1A-DA1F-BF82-7542D160FA67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lick to edit Speaker Name ">
            <a:extLst>
              <a:ext uri="{FF2B5EF4-FFF2-40B4-BE49-F238E27FC236}">
                <a16:creationId xmlns:a16="http://schemas.microsoft.com/office/drawing/2014/main" id="{BE8CF301-A89D-F446-8E25-48C52B357C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 (Insert pronouns)</a:t>
            </a:r>
          </a:p>
        </p:txBody>
      </p:sp>
      <p:sp>
        <p:nvSpPr>
          <p:cNvPr id="14" name="Click to edit role">
            <a:extLst>
              <a:ext uri="{FF2B5EF4-FFF2-40B4-BE49-F238E27FC236}">
                <a16:creationId xmlns:a16="http://schemas.microsoft.com/office/drawing/2014/main" id="{A6793BDF-BE4B-0441-BDFD-DE9B2F59D3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Role / Division, Broadcom</a:t>
            </a:r>
          </a:p>
        </p:txBody>
      </p:sp>
      <p:sp>
        <p:nvSpPr>
          <p:cNvPr id="17" name="Click to edit role">
            <a:extLst>
              <a:ext uri="{FF2B5EF4-FFF2-40B4-BE49-F238E27FC236}">
                <a16:creationId xmlns:a16="http://schemas.microsoft.com/office/drawing/2014/main" id="{DF9375A3-70DB-2E43-AFE1-9357176168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D1A5F4CE-EB72-C266-1B3B-9C54BD2303E1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2137E5D9-482E-8131-7FF0-1050E10599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01D4578-40C7-2585-4FDC-D46680518109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D357427-0517-5C7D-A2F9-9FA354E4992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F2840FE-B7E9-55F1-1465-C3EC98EC0ACE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35EB82F-29DB-B50B-2148-8B6B0BBCAF7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88238D6F-727C-429B-85BB-BB97763DD8B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C614CC9-29E5-4669-6FEA-79EC278FE091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77E21B9D-99B5-B6C1-54E7-0043458780C4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4D857C41-1105-53B4-027A-9AAD9B68FE20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E094421-7705-4F5D-AD3D-5BE22A2FAF7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85723E5-9424-E475-7092-E94E9597350E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C1BCA891-9818-3C98-5E5D-CAAA5BC1C8D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88AEA6DD-162C-57F8-3709-64B3B9BC62B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FC17F96D-EC21-771A-4BFB-097D052B25FC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310231D-256A-7136-6FBC-2E63F32653FC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D14B69E-286C-4E39-05BC-F4A507A000E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86A5B8B-2CA3-DA7C-8F1D-838462A9013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CDAF0B3D-FBD5-4563-20CD-70B391907C0A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C54CD76-F7DE-5D47-2726-1FB2EE8F9EBE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" name="Title click to edit">
            <a:extLst>
              <a:ext uri="{FF2B5EF4-FFF2-40B4-BE49-F238E27FC236}">
                <a16:creationId xmlns:a16="http://schemas.microsoft.com/office/drawing/2014/main" id="{3D2AD2AB-2D36-6FA3-D90D-BBA20ECE20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Blue Theme</a:t>
            </a:r>
          </a:p>
        </p:txBody>
      </p:sp>
      <p:sp>
        <p:nvSpPr>
          <p:cNvPr id="4" name="Subtitle click to edit">
            <a:extLst>
              <a:ext uri="{FF2B5EF4-FFF2-40B4-BE49-F238E27FC236}">
                <a16:creationId xmlns:a16="http://schemas.microsoft.com/office/drawing/2014/main" id="{CC0EBB9D-D839-7841-ED94-78F86A22AB9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35" name="Freeform: Shape 14">
            <a:extLst>
              <a:ext uri="{FF2B5EF4-FFF2-40B4-BE49-F238E27FC236}">
                <a16:creationId xmlns:a16="http://schemas.microsoft.com/office/drawing/2014/main" id="{F3963894-AB1A-DA1F-BF82-7542D160FA67}"/>
              </a:ext>
            </a:extLst>
          </p:cNvPr>
          <p:cNvSpPr/>
          <p:nvPr userDrawn="1"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D1A5F4CE-EB72-C266-1B3B-9C54BD2303E1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2137E5D9-482E-8131-7FF0-1050E10599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401D4578-40C7-2585-4FDC-D46680518109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7D357427-0517-5C7D-A2F9-9FA354E4992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1F2840FE-B7E9-55F1-1465-C3EC98EC0ACE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35EB82F-29DB-B50B-2148-8B6B0BBCAF7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88238D6F-727C-429B-85BB-BB97763DD8B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9C614CC9-29E5-4669-6FEA-79EC278FE091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7E21B9D-99B5-B6C1-54E7-0043458780C4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4D857C41-1105-53B4-027A-9AAD9B68FE20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E094421-7705-4F5D-AD3D-5BE22A2FAF7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485723E5-9424-E475-7092-E94E9597350E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C1BCA891-9818-3C98-5E5D-CAAA5BC1C8D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8AEA6DD-162C-57F8-3709-64B3B9BC62B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FC17F96D-EC21-771A-4BFB-097D052B25FC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D310231D-256A-7136-6FBC-2E63F32653FC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D14B69E-286C-4E39-05BC-F4A507A000E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C86A5B8B-2CA3-DA7C-8F1D-838462A9013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DAF0B3D-FBD5-4563-20CD-70B391907C0A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C54CD76-F7DE-5D47-2726-1FB2EE8F9EBE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AC4568A-0320-BB95-EB37-40F255DCBF74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6646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CC06A3C2-D9D3-F0BE-4283-65EFB0C4036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42" r="1973" b="1787"/>
          <a:stretch>
            <a:fillRect/>
          </a:stretch>
        </p:blipFill>
        <p:spPr>
          <a:xfrm>
            <a:off x="0" y="658109"/>
            <a:ext cx="12188825" cy="6205839"/>
          </a:xfrm>
          <a:custGeom>
            <a:avLst/>
            <a:gdLst>
              <a:gd name="connsiteX0" fmla="*/ 0 w 12192401"/>
              <a:gd name="connsiteY0" fmla="*/ 0 h 6207660"/>
              <a:gd name="connsiteX1" fmla="*/ 12192401 w 12192401"/>
              <a:gd name="connsiteY1" fmla="*/ 0 h 6207660"/>
              <a:gd name="connsiteX2" fmla="*/ 12192401 w 12192401"/>
              <a:gd name="connsiteY2" fmla="*/ 6207660 h 6207660"/>
              <a:gd name="connsiteX3" fmla="*/ 0 w 12192401"/>
              <a:gd name="connsiteY3" fmla="*/ 6207660 h 62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401" h="620766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44BC68A-DC70-D408-944E-73F6554FC359}"/>
              </a:ext>
            </a:extLst>
          </p:cNvPr>
          <p:cNvSpPr/>
          <p:nvPr userDrawn="1"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45000">
                <a:srgbClr val="4764A1"/>
              </a:gs>
              <a:gs pos="16000">
                <a:schemeClr val="accent5"/>
              </a:gs>
              <a:gs pos="90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Click to edit Speaker Name ">
            <a:extLst>
              <a:ext uri="{FF2B5EF4-FFF2-40B4-BE49-F238E27FC236}">
                <a16:creationId xmlns:a16="http://schemas.microsoft.com/office/drawing/2014/main" id="{179DB1F6-DFFE-5E43-994F-B7DBFB112C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 (Insert pronouns)</a:t>
            </a:r>
          </a:p>
        </p:txBody>
      </p:sp>
      <p:sp>
        <p:nvSpPr>
          <p:cNvPr id="15" name="Click to edit role">
            <a:extLst>
              <a:ext uri="{FF2B5EF4-FFF2-40B4-BE49-F238E27FC236}">
                <a16:creationId xmlns:a16="http://schemas.microsoft.com/office/drawing/2014/main" id="{6C710D35-A62F-6545-8876-C6793E801C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Role / Division, Broadcom</a:t>
            </a:r>
          </a:p>
        </p:txBody>
      </p:sp>
      <p:sp>
        <p:nvSpPr>
          <p:cNvPr id="17" name="Click to edit role">
            <a:extLst>
              <a:ext uri="{FF2B5EF4-FFF2-40B4-BE49-F238E27FC236}">
                <a16:creationId xmlns:a16="http://schemas.microsoft.com/office/drawing/2014/main" id="{B7F8A130-4773-4943-B490-D62738C50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4F10736E-6ED5-0C6E-6075-508D9F639A18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D557BC25-A922-05FC-1A76-D49030DB2267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E523BF60-312B-1E34-6880-BC3B5C2FB75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6E52B076-2610-E4C9-CEC0-57CF7104EE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CC2BE44-AF25-347C-4A92-7783845A362B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4953679-859B-D0DA-4ABF-07E9F272DAD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B109C9C-4551-1EB8-2259-0F9209674E9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29155CA-1046-8977-BCEE-14423F67DFAE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217C2BD-2BFB-EBAE-BCB1-6E002578E6C9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6D9CBF5-66C1-BF9F-86E0-C51B10B8BEC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2149A32-E8CE-21A2-AF4D-E3E8EF4CD02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780C4423-7890-B27D-0AD6-86D259CD1CF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E499E6B1-EF26-255F-D439-2060C0C8D8C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5D3E6056-C980-C277-4EB0-3122E1B3783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BCA28A45-3EC9-4897-18A7-3B83D668F03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1542068-8764-5E63-7689-E23588FB9F9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82CE85A8-18B9-28CA-3CA7-AF69CD0E7E65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240059C-90E8-4CCA-BF9E-22A49938C59A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8783A41-2765-E1DC-1DCD-C4E2CF3FF0E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354F7A79-211B-C147-2C67-7F3BF390F35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" name="Title click to edit">
            <a:extLst>
              <a:ext uri="{FF2B5EF4-FFF2-40B4-BE49-F238E27FC236}">
                <a16:creationId xmlns:a16="http://schemas.microsoft.com/office/drawing/2014/main" id="{7692B9CF-CBD9-8BB1-F230-4EB7B6F8F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Purple Theme</a:t>
            </a:r>
          </a:p>
        </p:txBody>
      </p:sp>
      <p:sp>
        <p:nvSpPr>
          <p:cNvPr id="4" name="Subtitle click to edit">
            <a:extLst>
              <a:ext uri="{FF2B5EF4-FFF2-40B4-BE49-F238E27FC236}">
                <a16:creationId xmlns:a16="http://schemas.microsoft.com/office/drawing/2014/main" id="{5D44BD56-856D-6181-240D-ED5454B98CF0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D16AAF9-608F-69E5-7209-741EB708452B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rgbClr val="6C4B91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4F10736E-6ED5-0C6E-6075-508D9F639A18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D557BC25-A922-05FC-1A76-D49030DB2267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E523BF60-312B-1E34-6880-BC3B5C2FB75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52B076-2610-E4C9-CEC0-57CF7104EE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8CC2BE44-AF25-347C-4A92-7783845A362B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34953679-859B-D0DA-4ABF-07E9F272DAD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DB109C9C-4551-1EB8-2259-0F9209674E9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929155CA-1046-8977-BCEE-14423F67DFAE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9217C2BD-2BFB-EBAE-BCB1-6E002578E6C9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6D9CBF5-66C1-BF9F-86E0-C51B10B8BEC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2149A32-E8CE-21A2-AF4D-E3E8EF4CD02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80C4423-7890-B27D-0AD6-86D259CD1CF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E499E6B1-EF26-255F-D439-2060C0C8D8C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5D3E6056-C980-C277-4EB0-3122E1B3783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BCA28A45-3EC9-4897-18A7-3B83D668F03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1542068-8764-5E63-7689-E23588FB9F9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2CE85A8-18B9-28CA-3CA7-AF69CD0E7E65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7240059C-90E8-4CCA-BF9E-22A49938C59A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78783A41-2765-E1DC-1DCD-C4E2CF3FF0E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354F7A79-211B-C147-2C67-7F3BF390F35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9" name="Freeform: Shape 67">
            <a:extLst>
              <a:ext uri="{FF2B5EF4-FFF2-40B4-BE49-F238E27FC236}">
                <a16:creationId xmlns:a16="http://schemas.microsoft.com/office/drawing/2014/main" id="{0D16AAF9-608F-69E5-7209-741EB708452B}"/>
              </a:ext>
            </a:extLst>
          </p:cNvPr>
          <p:cNvSpPr/>
          <p:nvPr userDrawn="1"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rgbClr val="6C4B91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76E0D8-08E5-5C29-F0C2-9A437B893DA8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337495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age number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CD82C-92EF-52E3-6D43-409D112BB96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9600" y="1267608"/>
            <a:ext cx="1939925" cy="1969770"/>
          </a:xfrm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48148D-4A41-A447-0432-B69E69A943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894013" y="1267608"/>
            <a:ext cx="7335837" cy="4337050"/>
          </a:xfrm>
        </p:spPr>
        <p:txBody>
          <a:bodyPr/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/>
            </a:lvl1pPr>
            <a:lvl2pPr marL="804863" indent="-347663">
              <a:buClr>
                <a:schemeClr val="accent2"/>
              </a:buClr>
              <a:defRPr sz="2400"/>
            </a:lvl2pPr>
            <a:lvl3pPr marL="1033463" indent="-346075">
              <a:buClr>
                <a:schemeClr val="accent2"/>
              </a:buClr>
              <a:defRPr sz="2000"/>
            </a:lvl3pPr>
            <a:lvl4pPr marL="1262063" indent="-342900">
              <a:buClr>
                <a:schemeClr val="accent2"/>
              </a:buClr>
              <a:defRPr sz="1800"/>
            </a:lvl4pPr>
            <a:lvl5pPr marL="1490663" indent="-347663">
              <a:buClr>
                <a:schemeClr val="accent2"/>
              </a:buClr>
              <a:defRPr sz="18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1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1</a:t>
            </a:r>
            <a:br>
              <a:rPr lang="en-US"/>
            </a:br>
            <a:r>
              <a:rPr lang="en-US"/>
              <a:t>Green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20A83C12-6BEB-4E4C-9FB0-AA1FB4C661B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880B34-1E61-BED8-9D19-CC47E69A1FF0}"/>
              </a:ext>
            </a:extLst>
          </p:cNvPr>
          <p:cNvSpPr/>
          <p:nvPr userDrawn="1"/>
        </p:nvSpPr>
        <p:spPr>
          <a:xfrm>
            <a:off x="6525510" y="666685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4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20A83C12-6BEB-4E4C-9FB0-AA1FB4C661B1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5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7" y="938794"/>
            <a:ext cx="6587869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2</a:t>
            </a:r>
            <a:br>
              <a:rPr lang="en-US"/>
            </a:br>
            <a:r>
              <a:rPr lang="en-US"/>
              <a:t>Blue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574010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274E202C-D42A-664B-A387-688ED861096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BDEC133-91F8-98FE-DF2D-3917EC311D68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274E202C-D42A-664B-A387-688ED8610969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2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7" y="938794"/>
            <a:ext cx="6555971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3 </a:t>
            </a:r>
            <a:br>
              <a:rPr lang="en-US"/>
            </a:br>
            <a:r>
              <a:rPr lang="en-US"/>
              <a:t>Purple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54211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8424C6A4-7F55-9842-969F-317F913DCB9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43FD454-1DEA-D13A-0DE1-B9CABA1ED1FE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8424C6A4-7F55-9842-969F-317F913DCB90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8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–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ue sky with white clouds&#10;&#10;Description automatically generated">
            <a:extLst>
              <a:ext uri="{FF2B5EF4-FFF2-40B4-BE49-F238E27FC236}">
                <a16:creationId xmlns:a16="http://schemas.microsoft.com/office/drawing/2014/main" id="{D1601FB6-7205-3D56-8322-782554EE92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9974" y="1239062"/>
            <a:ext cx="7508851" cy="56316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B41C97-3B72-BBBF-039B-56D8186F8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" y="-496"/>
            <a:ext cx="12187945" cy="6858495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17634E-D293-9DD1-5893-0DC6BD57B448}"/>
              </a:ext>
            </a:extLst>
          </p:cNvPr>
          <p:cNvSpPr/>
          <p:nvPr/>
        </p:nvSpPr>
        <p:spPr>
          <a:xfrm>
            <a:off x="5801096" y="1239062"/>
            <a:ext cx="6406144" cy="5618939"/>
          </a:xfrm>
          <a:custGeom>
            <a:avLst/>
            <a:gdLst>
              <a:gd name="connsiteX0" fmla="*/ 6312206 w 6406144"/>
              <a:gd name="connsiteY0" fmla="*/ 0 h 5618939"/>
              <a:gd name="connsiteX1" fmla="*/ 6406144 w 6406144"/>
              <a:gd name="connsiteY1" fmla="*/ 0 h 5618939"/>
              <a:gd name="connsiteX2" fmla="*/ 6406144 w 6406144"/>
              <a:gd name="connsiteY2" fmla="*/ 76059 h 5618939"/>
              <a:gd name="connsiteX3" fmla="*/ 6312206 w 6406144"/>
              <a:gd name="connsiteY3" fmla="*/ 76059 h 5618939"/>
              <a:gd name="connsiteX4" fmla="*/ 5192668 w 6406144"/>
              <a:gd name="connsiteY4" fmla="*/ 539757 h 5618939"/>
              <a:gd name="connsiteX5" fmla="*/ 118525 w 6406144"/>
              <a:gd name="connsiteY5" fmla="*/ 5613965 h 5618939"/>
              <a:gd name="connsiteX6" fmla="*/ 113031 w 6406144"/>
              <a:gd name="connsiteY6" fmla="*/ 5618939 h 5618939"/>
              <a:gd name="connsiteX7" fmla="*/ 0 w 6406144"/>
              <a:gd name="connsiteY7" fmla="*/ 5618939 h 5618939"/>
              <a:gd name="connsiteX8" fmla="*/ 64758 w 6406144"/>
              <a:gd name="connsiteY8" fmla="*/ 5560198 h 5618939"/>
              <a:gd name="connsiteX9" fmla="*/ 5138965 w 6406144"/>
              <a:gd name="connsiteY9" fmla="*/ 485927 h 5618939"/>
              <a:gd name="connsiteX10" fmla="*/ 5677265 w 6406144"/>
              <a:gd name="connsiteY10" fmla="*/ 126279 h 5618939"/>
              <a:gd name="connsiteX11" fmla="*/ 6312206 w 6406144"/>
              <a:gd name="connsiteY11" fmla="*/ 0 h 561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06144" h="5618939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22000">
                <a:schemeClr val="accent3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AC6091C-E947-4C0C-85B0-C87C084ACB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</a:t>
            </a:r>
            <a:br>
              <a:rPr lang="en-US"/>
            </a:br>
            <a:r>
              <a:rPr lang="en-US"/>
              <a:t>with photo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A2044BBD-0109-43FF-A52D-8FA2841A4DF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0FE76-7A87-7399-596D-E0FEF058B0CD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BD153-E1CF-732C-38F2-BE38AC4DA9BE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6" name="Graphic 8">
            <a:extLst>
              <a:ext uri="{FF2B5EF4-FFF2-40B4-BE49-F238E27FC236}">
                <a16:creationId xmlns:a16="http://schemas.microsoft.com/office/drawing/2014/main" id="{5FB75E1E-5ECF-39E5-683F-83EA2E7C5F9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A736F19C-96C1-E942-EC49-229F7A3B68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B1A2322-1B68-222D-5C7B-21BC4BC5E9B2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E3142B55-436D-ED55-5414-22B3121F6B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95B898B-465D-B4F2-6571-A666D3CD81E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6885C5F-AB44-9AFC-AF3D-CFDB30C3574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ABC8F96-B643-EE7D-4B62-9CBDC7BFD07B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2B7B857-129B-BC06-1EE1-5C3BC6B5267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DE7871B6-7C77-63CC-29EB-8804C9EC800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5CACC287-3144-5F41-8878-740F834ADF8A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F8C02031-CB2A-138B-7806-B09A9CE926C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78B31A38-6074-8D62-E841-01F7C003A861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77DD52C8-412A-7D6C-40F7-9F926370308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FA0598CE-0EFB-5D16-AD05-A617D8FD011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1B18338C-ED9F-9E96-D92B-177F967C7B38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9AA51AF-6364-0953-6B79-D6A5BB8E5A57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A45DA74-A818-75F8-ADB4-89A89BB2FAA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CCC9E1A-1D2F-F8A5-404B-348175CD2EA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866EE839-CF73-18CC-B4C4-9D7E5AFFDB12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634225E-0119-0295-531B-BE94DFF783F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9" name="page number">
            <a:extLst>
              <a:ext uri="{FF2B5EF4-FFF2-40B4-BE49-F238E27FC236}">
                <a16:creationId xmlns:a16="http://schemas.microsoft.com/office/drawing/2014/main" id="{75CEFF6F-DEAE-124A-A7E8-4A2D776D0794}"/>
              </a:ext>
            </a:extLst>
          </p:cNvPr>
          <p:cNvSpPr txBox="1"/>
          <p:nvPr/>
        </p:nvSpPr>
        <p:spPr bwMode="white"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0" name="Picture 29" descr="A blue sky with white clouds&#10;&#10;Description automatically generated">
            <a:extLst>
              <a:ext uri="{FF2B5EF4-FFF2-40B4-BE49-F238E27FC236}">
                <a16:creationId xmlns:a16="http://schemas.microsoft.com/office/drawing/2014/main" id="{D1601FB6-7205-3D56-8322-782554EE92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9974" y="1239062"/>
            <a:ext cx="7508851" cy="56316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B41C97-3B72-BBBF-039B-56D8186F8F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9" y="-496"/>
            <a:ext cx="12187945" cy="6858495"/>
          </a:xfrm>
          <a:prstGeom prst="rect">
            <a:avLst/>
          </a:prstGeom>
        </p:spPr>
      </p:pic>
      <p:sp>
        <p:nvSpPr>
          <p:cNvPr id="38" name="Freeform: Shape 14">
            <a:extLst>
              <a:ext uri="{FF2B5EF4-FFF2-40B4-BE49-F238E27FC236}">
                <a16:creationId xmlns:a16="http://schemas.microsoft.com/office/drawing/2014/main" id="{C417634E-D293-9DD1-5893-0DC6BD57B448}"/>
              </a:ext>
            </a:extLst>
          </p:cNvPr>
          <p:cNvSpPr/>
          <p:nvPr userDrawn="1"/>
        </p:nvSpPr>
        <p:spPr>
          <a:xfrm>
            <a:off x="5801096" y="1239062"/>
            <a:ext cx="6406144" cy="5618939"/>
          </a:xfrm>
          <a:custGeom>
            <a:avLst/>
            <a:gdLst>
              <a:gd name="connsiteX0" fmla="*/ 6312206 w 6406144"/>
              <a:gd name="connsiteY0" fmla="*/ 0 h 5618939"/>
              <a:gd name="connsiteX1" fmla="*/ 6406144 w 6406144"/>
              <a:gd name="connsiteY1" fmla="*/ 0 h 5618939"/>
              <a:gd name="connsiteX2" fmla="*/ 6406144 w 6406144"/>
              <a:gd name="connsiteY2" fmla="*/ 76059 h 5618939"/>
              <a:gd name="connsiteX3" fmla="*/ 6312206 w 6406144"/>
              <a:gd name="connsiteY3" fmla="*/ 76059 h 5618939"/>
              <a:gd name="connsiteX4" fmla="*/ 5192668 w 6406144"/>
              <a:gd name="connsiteY4" fmla="*/ 539757 h 5618939"/>
              <a:gd name="connsiteX5" fmla="*/ 118525 w 6406144"/>
              <a:gd name="connsiteY5" fmla="*/ 5613965 h 5618939"/>
              <a:gd name="connsiteX6" fmla="*/ 113031 w 6406144"/>
              <a:gd name="connsiteY6" fmla="*/ 5618939 h 5618939"/>
              <a:gd name="connsiteX7" fmla="*/ 0 w 6406144"/>
              <a:gd name="connsiteY7" fmla="*/ 5618939 h 5618939"/>
              <a:gd name="connsiteX8" fmla="*/ 64758 w 6406144"/>
              <a:gd name="connsiteY8" fmla="*/ 5560198 h 5618939"/>
              <a:gd name="connsiteX9" fmla="*/ 5138965 w 6406144"/>
              <a:gd name="connsiteY9" fmla="*/ 485927 h 5618939"/>
              <a:gd name="connsiteX10" fmla="*/ 5677265 w 6406144"/>
              <a:gd name="connsiteY10" fmla="*/ 126279 h 5618939"/>
              <a:gd name="connsiteX11" fmla="*/ 6312206 w 6406144"/>
              <a:gd name="connsiteY11" fmla="*/ 0 h 561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06144" h="5618939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22000">
                <a:schemeClr val="accent3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1" name="Graphic 8">
            <a:extLst>
              <a:ext uri="{FF2B5EF4-FFF2-40B4-BE49-F238E27FC236}">
                <a16:creationId xmlns:a16="http://schemas.microsoft.com/office/drawing/2014/main" id="{5FB75E1E-5ECF-39E5-683F-83EA2E7C5F92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A736F19C-96C1-E942-EC49-229F7A3B68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B1A2322-1B68-222D-5C7B-21BC4BC5E9B2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3142B55-436D-ED55-5414-22B3121F6B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A95B898B-465D-B4F2-6571-A666D3CD81E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A6885C5F-AB44-9AFC-AF3D-CFDB30C3574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ABC8F96-B643-EE7D-4B62-9CBDC7BFD07B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2B7B857-129B-BC06-1EE1-5C3BC6B5267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E7871B6-7C77-63CC-29EB-8804C9EC800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CACC287-3144-5F41-8878-740F834ADF8A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F8C02031-CB2A-138B-7806-B09A9CE926C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78B31A38-6074-8D62-E841-01F7C003A861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3" name="Graphic 8">
              <a:extLst>
                <a:ext uri="{FF2B5EF4-FFF2-40B4-BE49-F238E27FC236}">
                  <a16:creationId xmlns:a16="http://schemas.microsoft.com/office/drawing/2014/main" id="{77DD52C8-412A-7D6C-40F7-9F926370308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FA0598CE-0EFB-5D16-AD05-A617D8FD011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1B18338C-ED9F-9E96-D92B-177F967C7B38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AA51AF-6364-0953-6B79-D6A5BB8E5A57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A45DA74-A818-75F8-ADB4-89A89BB2FAA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7CCC9E1A-1D2F-F8A5-404B-348175CD2EA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66EE839-CF73-18CC-B4C4-9D7E5AFFDB12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0634225E-0119-0295-531B-BE94DFF783F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61" name="page number">
            <a:extLst>
              <a:ext uri="{FF2B5EF4-FFF2-40B4-BE49-F238E27FC236}">
                <a16:creationId xmlns:a16="http://schemas.microsoft.com/office/drawing/2014/main" id="{75CEFF6F-DEAE-124A-A7E8-4A2D776D0794}"/>
              </a:ext>
            </a:extLst>
          </p:cNvPr>
          <p:cNvSpPr txBox="1"/>
          <p:nvPr userDrawn="1"/>
        </p:nvSpPr>
        <p:spPr bwMode="white"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47260-FA76-99A5-7F64-73F3D1395242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01929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1324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green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90CA8A2D-22C2-3546-ACA3-B76C2A2C9541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81F6B6E3-D446-FF48-A968-0E6ED9485D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C621A2F7-988C-ED6D-1AAA-CEAF06253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4A6ACE21-0A03-EC70-5DBC-8E24FC06AD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E83912F-EA49-AA8F-3B48-225EEF2EA8B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CCD1DC55-84B7-B92A-BCFA-DFC508914BD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C7F5544-2C4C-9EB4-BFC3-2118CC2F9BE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F4FBC32-8CCB-A8DE-008D-E983BC49C597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4DB09DF-6B90-E805-64A1-73441DB3E36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CE5B325E-5171-7178-FE92-B40E2F02AF4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01EA8AE-D6A6-69F1-6D6F-08D9ABD7A24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13CAF36-8DCE-BF49-8252-4504197E4A92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53212E81-53F5-5829-40FB-278F96FDFA6C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3338560F-F08F-341E-96FD-FB179B1E809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DC09D6A6-FC34-3B36-E8EC-98961A5FA1BD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9CCE1282-066F-6767-9D2B-FE3B24B48F39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87A55781-F6F4-75D8-D30A-EFE0009E6C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06E5A16E-7654-E118-45E7-5CF8ECB9510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416A2B2-8CB4-B23D-B227-F3FAAF99834D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03A1E132-C6A0-D3F7-1605-AAC4E663D921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3331D7F-C33C-F017-A7E8-936854F6A83C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1EAD065-3541-65E6-D334-D9E34E0883DA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59E5035-F2CA-5C90-AD93-9207A8ED2F62}"/>
              </a:ext>
            </a:extLst>
          </p:cNvPr>
          <p:cNvSpPr/>
          <p:nvPr userDrawn="1"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page number">
            <a:extLst>
              <a:ext uri="{FF2B5EF4-FFF2-40B4-BE49-F238E27FC236}">
                <a16:creationId xmlns:a16="http://schemas.microsoft.com/office/drawing/2014/main" id="{81F6B6E3-D446-FF48-A968-0E6ED9485DE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C621A2F7-988C-ED6D-1AAA-CEAF06253999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4A6ACE21-0A03-EC70-5DBC-8E24FC06AD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EE83912F-EA49-AA8F-3B48-225EEF2EA8B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CD1DC55-84B7-B92A-BCFA-DFC508914BD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C7F5544-2C4C-9EB4-BFC3-2118CC2F9BE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8F4FBC32-8CCB-A8DE-008D-E983BC49C597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4DB09DF-6B90-E805-64A1-73441DB3E36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E5B325E-5171-7178-FE92-B40E2F02AF4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01EA8AE-D6A6-69F1-6D6F-08D9ABD7A24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13CAF36-8DCE-BF49-8252-4504197E4A92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53212E81-53F5-5829-40FB-278F96FDFA6C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3338560F-F08F-341E-96FD-FB179B1E809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DC09D6A6-FC34-3B36-E8EC-98961A5FA1BD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9CCE1282-066F-6767-9D2B-FE3B24B48F39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7A55781-F6F4-75D8-D30A-EFE0009E6C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06E5A16E-7654-E118-45E7-5CF8ECB9510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416A2B2-8CB4-B23D-B227-F3FAAF99834D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3A1E132-C6A0-D3F7-1605-AAC4E663D921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03331D7F-C33C-F017-A7E8-936854F6A83C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D1EAD065-3541-65E6-D334-D9E34E0883DA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9A8E157-0B0B-6FF1-18E9-97BC0A1FEDB9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72992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1">
            <a:extLst>
              <a:ext uri="{FF2B5EF4-FFF2-40B4-BE49-F238E27FC236}">
                <a16:creationId xmlns:a16="http://schemas.microsoft.com/office/drawing/2014/main" id="{A2B10396-5330-52E9-6CAB-81B94A8222ED}"/>
              </a:ext>
            </a:extLst>
          </p:cNvPr>
          <p:cNvSpPr/>
          <p:nvPr userDrawn="1"/>
        </p:nvSpPr>
        <p:spPr>
          <a:xfrm>
            <a:off x="0" y="0"/>
            <a:ext cx="12188825" cy="6033051"/>
          </a:xfrm>
          <a:custGeom>
            <a:avLst/>
            <a:gdLst>
              <a:gd name="connsiteX0" fmla="*/ 0 w 12197292"/>
              <a:gd name="connsiteY0" fmla="*/ 0 h 6041519"/>
              <a:gd name="connsiteX1" fmla="*/ 12197292 w 12197292"/>
              <a:gd name="connsiteY1" fmla="*/ 0 h 6041519"/>
              <a:gd name="connsiteX2" fmla="*/ 12197292 w 12197292"/>
              <a:gd name="connsiteY2" fmla="*/ 1911192 h 6041519"/>
              <a:gd name="connsiteX3" fmla="*/ 11193762 w 12197292"/>
              <a:gd name="connsiteY3" fmla="*/ 1911192 h 6041519"/>
              <a:gd name="connsiteX4" fmla="*/ 10074486 w 12197292"/>
              <a:gd name="connsiteY4" fmla="*/ 2374782 h 6041519"/>
              <a:gd name="connsiteX5" fmla="*/ 6871338 w 12197292"/>
              <a:gd name="connsiteY5" fmla="*/ 5577930 h 6041519"/>
              <a:gd name="connsiteX6" fmla="*/ 5752064 w 12197292"/>
              <a:gd name="connsiteY6" fmla="*/ 6041519 h 6041519"/>
              <a:gd name="connsiteX7" fmla="*/ 0 w 12197292"/>
              <a:gd name="connsiteY7" fmla="*/ 6041519 h 604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292" h="6041519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1B00066-9E85-96DD-B59A-251D959E616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1324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blue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A92ABA6C-6064-9743-BF58-8AB21015448D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BC60254-9AEC-2A49-ABD6-870EE5B97F6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B4758132-41E7-3AF2-6888-E57AAB57C2D4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841EEAAB-23AC-D47F-388D-63F547C46C2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39177EB-25CC-E79E-A327-2BF623A161BE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93DD2BC-5C52-5195-64BD-BFCD915CF82D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90A28C3-198B-4594-AB38-1CE30B5D0214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0E9C1D5-3541-16BA-CEE1-D36FB913E53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77E6E0D3-D668-DC02-6C5C-D264C0A21A06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E12C13F-B40E-0E62-F7DF-0FA5A72F12B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7D0ED2A-A79A-EDD1-6128-A2BB3C97035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18F3992B-F766-6C32-DA41-32FB6C066B84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6DC7707-25A9-7955-BDAC-5DF1F39C7B34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3F4BF48-49F0-33A3-0F4E-FEADBAE31AC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9F293A06-D73B-D05A-23FE-FA9269E430A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E537BBB-F233-E0B1-8E78-2148B6BFDBBE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2831E7-C031-4A62-CFCB-77A23B83A3F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9491B63-148F-0FC2-21A9-ABC99A899BC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0C0482C-FE70-D0EB-BC58-46565B7E646F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A9FFF7A-6D39-6D56-9C49-47587F5E2D5F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C4F1373C-9ED7-35FB-11BE-D84A18B28D6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7237885B-F058-C3AD-B633-20EEB1A8AE2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5" name="page number">
            <a:extLst>
              <a:ext uri="{FF2B5EF4-FFF2-40B4-BE49-F238E27FC236}">
                <a16:creationId xmlns:a16="http://schemas.microsoft.com/office/drawing/2014/main" id="{DBC60254-9AEC-2A49-ABD6-870EE5B97F6C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B4758132-41E7-3AF2-6888-E57AAB57C2D4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841EEAAB-23AC-D47F-388D-63F547C46C2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39177EB-25CC-E79E-A327-2BF623A161BE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B93DD2BC-5C52-5195-64BD-BFCD915CF82D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90A28C3-198B-4594-AB38-1CE30B5D0214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0E9C1D5-3541-16BA-CEE1-D36FB913E53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77E6E0D3-D668-DC02-6C5C-D264C0A21A06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0E12C13F-B40E-0E62-F7DF-0FA5A72F12B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67D0ED2A-A79A-EDD1-6128-A2BB3C97035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18F3992B-F766-6C32-DA41-32FB6C066B84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6DC7707-25A9-7955-BDAC-5DF1F39C7B34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83F4BF48-49F0-33A3-0F4E-FEADBAE31AC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9F293A06-D73B-D05A-23FE-FA9269E430A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2E537BBB-F233-E0B1-8E78-2148B6BFDBBE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42831E7-C031-4A62-CFCB-77A23B83A3F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9491B63-148F-0FC2-21A9-ABC99A899BC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0C0482C-FE70-D0EB-BC58-46565B7E646F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BA9FFF7A-6D39-6D56-9C49-47587F5E2D5F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4F1373C-9ED7-35FB-11BE-D84A18B28D6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7237885B-F058-C3AD-B633-20EEB1A8AE2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067D46B-3BAF-FC5E-6BBB-503B5B6BCA1C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39694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791E300-9585-C59E-EED2-EB5190E58F2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9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6215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purple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953CF3A7-833E-B042-A405-AB46430C4476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03B3F1E-BEE4-0C40-B954-F58A7FCE9AE3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47818FA4-8AE2-A4B0-1EE8-9FE4A6BDD41B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906FE88E-54E3-F8F3-4AD1-B3FBBC7E3C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54A0F722-B555-E2A4-6E62-A0DD337E8B5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CE114C9D-2007-BC9E-F8AA-887AAF26A73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30CB1C40-B903-28F3-C47C-EE2DF741FB9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5F87C1F4-D1C4-5FD0-7410-12E7D3F9CF6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E2B126C2-3690-5E26-6606-DC917F25582A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08446EC-DFFD-44E5-1C5F-06F1ADF8E18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4D0F02A7-67C9-E3C0-51B8-692EC9B9B96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865D6C8-4059-8F52-0699-D70C865CD04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7EA55EE1-6F19-AA1B-CC75-7F97E97AAA9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CEA15FB2-7F2D-EC93-1A40-74348B9A6E0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8DA67385-AEE0-35D7-24E9-3A1C9A997AB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140BF28-9D00-E372-4C58-192831AB25B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9502AFFA-C636-75B6-47E4-75665F32F6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55A0F95-5DB1-12F9-464F-DAACA1FAD4F0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6E8C204-FC1F-FDD2-FE85-ED3286B80D6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65EBA96-8564-79A7-2A73-18756ED609DC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CC651D2-5530-6772-23D5-458FB86B627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3F018CD-2167-521F-44FD-1C199026C8F4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6" name="Freeform: Shape 2">
            <a:extLst>
              <a:ext uri="{FF2B5EF4-FFF2-40B4-BE49-F238E27FC236}">
                <a16:creationId xmlns:a16="http://schemas.microsoft.com/office/drawing/2014/main" id="{5791E300-9585-C59E-EED2-EB5190E58F2C}"/>
              </a:ext>
            </a:extLst>
          </p:cNvPr>
          <p:cNvSpPr/>
          <p:nvPr userDrawn="1"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9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page number">
            <a:extLst>
              <a:ext uri="{FF2B5EF4-FFF2-40B4-BE49-F238E27FC236}">
                <a16:creationId xmlns:a16="http://schemas.microsoft.com/office/drawing/2014/main" id="{D03B3F1E-BEE4-0C40-B954-F58A7FCE9AE3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40" name="Graphic 8">
            <a:extLst>
              <a:ext uri="{FF2B5EF4-FFF2-40B4-BE49-F238E27FC236}">
                <a16:creationId xmlns:a16="http://schemas.microsoft.com/office/drawing/2014/main" id="{47818FA4-8AE2-A4B0-1EE8-9FE4A6BDD41B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906FE88E-54E3-F8F3-4AD1-B3FBBC7E3C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54A0F722-B555-E2A4-6E62-A0DD337E8B5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CE114C9D-2007-BC9E-F8AA-887AAF26A73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30CB1C40-B903-28F3-C47C-EE2DF741FB9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5F87C1F4-D1C4-5FD0-7410-12E7D3F9CF6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E2B126C2-3690-5E26-6606-DC917F25582A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08446EC-DFFD-44E5-1C5F-06F1ADF8E18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D0F02A7-67C9-E3C0-51B8-692EC9B9B96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6865D6C8-4059-8F52-0699-D70C865CD04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EA55EE1-6F19-AA1B-CC75-7F97E97AAA9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CEA15FB2-7F2D-EC93-1A40-74348B9A6E0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8DA67385-AEE0-35D7-24E9-3A1C9A997AB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140BF28-9D00-E372-4C58-192831AB25B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9502AFFA-C636-75B6-47E4-75665F32F6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255A0F95-5DB1-12F9-464F-DAACA1FAD4F0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6E8C204-FC1F-FDD2-FE85-ED3286B80D6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A65EBA96-8564-79A7-2A73-18756ED609DC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CCC651D2-5530-6772-23D5-458FB86B627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3F018CD-2167-521F-44FD-1C199026C8F4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DDD0B23-63DE-6951-34B4-9D6FD0B6A5F1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03344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Looking up view of a tall building with glass windows&#10;&#10;Description automatically generated">
            <a:extLst>
              <a:ext uri="{FF2B5EF4-FFF2-40B4-BE49-F238E27FC236}">
                <a16:creationId xmlns:a16="http://schemas.microsoft.com/office/drawing/2014/main" id="{B3DA20F2-2D53-3AEB-2E52-5879AB1D3B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644796-3BE2-09B0-F95D-F4AB56E62FD2}"/>
              </a:ext>
            </a:extLst>
          </p:cNvPr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59553">
                <a:srgbClr val="FFFFFF">
                  <a:alpha val="0"/>
                </a:srgbClr>
              </a:gs>
              <a:gs pos="35000">
                <a:srgbClr val="FFFFFF"/>
              </a:gs>
              <a:gs pos="78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DAA0A2E-4B76-3DD4-CF2D-B4E2E491F351}"/>
              </a:ext>
            </a:extLst>
          </p:cNvPr>
          <p:cNvSpPr/>
          <p:nvPr/>
        </p:nvSpPr>
        <p:spPr>
          <a:xfrm>
            <a:off x="6477" y="0"/>
            <a:ext cx="10295334" cy="6040452"/>
          </a:xfrm>
          <a:custGeom>
            <a:avLst/>
            <a:gdLst>
              <a:gd name="connsiteX0" fmla="*/ 10186830 w 10295334"/>
              <a:gd name="connsiteY0" fmla="*/ 0 h 6040452"/>
              <a:gd name="connsiteX1" fmla="*/ 10295334 w 10295334"/>
              <a:gd name="connsiteY1" fmla="*/ 0 h 6040452"/>
              <a:gd name="connsiteX2" fmla="*/ 4722761 w 10295334"/>
              <a:gd name="connsiteY2" fmla="*/ 5572574 h 6040452"/>
              <a:gd name="connsiteX3" fmla="*/ 3593131 w 10295334"/>
              <a:gd name="connsiteY3" fmla="*/ 6040452 h 6040452"/>
              <a:gd name="connsiteX4" fmla="*/ 0 w 10295334"/>
              <a:gd name="connsiteY4" fmla="*/ 6040452 h 6040452"/>
              <a:gd name="connsiteX5" fmla="*/ 0 w 10295334"/>
              <a:gd name="connsiteY5" fmla="*/ 5963772 h 6040452"/>
              <a:gd name="connsiteX6" fmla="*/ 3593131 w 10295334"/>
              <a:gd name="connsiteY6" fmla="*/ 5963772 h 6040452"/>
              <a:gd name="connsiteX7" fmla="*/ 4175135 w 10295334"/>
              <a:gd name="connsiteY7" fmla="*/ 5847985 h 6040452"/>
              <a:gd name="connsiteX8" fmla="*/ 4668509 w 10295334"/>
              <a:gd name="connsiteY8" fmla="*/ 5518323 h 604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5334" h="6040452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12000">
                <a:schemeClr val="accent3"/>
              </a:gs>
              <a:gs pos="85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D6F3E-7865-E329-FB61-00E1B7D783BB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BF91FF-526A-910F-03F2-2D4C07A9F111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3E09CBA6-627D-2768-152C-A25B87CF790A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685DA75B-DA1C-13EF-F3C8-ACEE2C668A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E43D9EF-A9B1-97EC-9CAB-0367B664C9D0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B127822-510F-D59E-2401-DACD4D6BA07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F3E9315B-DD78-18E2-9951-D8120BAD9160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E2AF63A1-86BF-B1C3-A3F5-517003C7A96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AC22223-58F9-DB0C-9D61-94D7B8E8C1F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1114E784-D17D-A2C2-757A-7B9912824867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F09BAA7-F77F-FEDC-A8A8-F10B9350FFF7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A1F18F3-D078-404B-FFBA-A4E33B814768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DA5E4E2-82BF-54FB-780E-193386E0F47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1295929-CD29-6FBF-CE14-3BC84AB4A1F6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E1BC8CC5-030B-A124-A179-FC1B1CB9361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263E9E0-CE6D-2469-4DAA-AAD461690F95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4E7CD3B-64B1-7447-7A83-5830224748C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3C5659AD-F571-B436-FA9E-F3EB0D45050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775BD55-89FE-BF4D-F689-E5F5188D1010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0CF7C26-1A1F-1F80-46D4-8309C39F0CA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0E1496F-2BE6-5149-BE29-0376ABD59D6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4C0A74FC-F5C6-E572-32D2-2A39D4551EA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C21BA7-C6D2-446E-8FD2-266107E90C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4754880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page with photo showing a building. Click to replace text.”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62CBDD-60C2-443D-88B5-C59689604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3591052" cy="674624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/>
              <a:t>Source Name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65B8D505-D55C-B546-9B33-22157CD80DE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31" name="Picture 30" descr="Looking up view of a tall building with glass windows&#10;&#10;Description automatically generated">
            <a:extLst>
              <a:ext uri="{FF2B5EF4-FFF2-40B4-BE49-F238E27FC236}">
                <a16:creationId xmlns:a16="http://schemas.microsoft.com/office/drawing/2014/main" id="{B3DA20F2-2D53-3AEB-2E52-5879AB1D3B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9644796-3BE2-09B0-F95D-F4AB56E62FD2}"/>
              </a:ext>
            </a:extLst>
          </p:cNvPr>
          <p:cNvSpPr/>
          <p:nvPr userDrawn="1"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59553">
                <a:srgbClr val="FFFFFF">
                  <a:alpha val="0"/>
                </a:srgbClr>
              </a:gs>
              <a:gs pos="35000">
                <a:srgbClr val="FFFFFF"/>
              </a:gs>
              <a:gs pos="78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4" name="Freeform: Shape 9">
            <a:extLst>
              <a:ext uri="{FF2B5EF4-FFF2-40B4-BE49-F238E27FC236}">
                <a16:creationId xmlns:a16="http://schemas.microsoft.com/office/drawing/2014/main" id="{6DAA0A2E-4B76-3DD4-CF2D-B4E2E491F351}"/>
              </a:ext>
            </a:extLst>
          </p:cNvPr>
          <p:cNvSpPr/>
          <p:nvPr userDrawn="1"/>
        </p:nvSpPr>
        <p:spPr>
          <a:xfrm>
            <a:off x="6477" y="0"/>
            <a:ext cx="10295334" cy="6040452"/>
          </a:xfrm>
          <a:custGeom>
            <a:avLst/>
            <a:gdLst>
              <a:gd name="connsiteX0" fmla="*/ 10186830 w 10295334"/>
              <a:gd name="connsiteY0" fmla="*/ 0 h 6040452"/>
              <a:gd name="connsiteX1" fmla="*/ 10295334 w 10295334"/>
              <a:gd name="connsiteY1" fmla="*/ 0 h 6040452"/>
              <a:gd name="connsiteX2" fmla="*/ 4722761 w 10295334"/>
              <a:gd name="connsiteY2" fmla="*/ 5572574 h 6040452"/>
              <a:gd name="connsiteX3" fmla="*/ 3593131 w 10295334"/>
              <a:gd name="connsiteY3" fmla="*/ 6040452 h 6040452"/>
              <a:gd name="connsiteX4" fmla="*/ 0 w 10295334"/>
              <a:gd name="connsiteY4" fmla="*/ 6040452 h 6040452"/>
              <a:gd name="connsiteX5" fmla="*/ 0 w 10295334"/>
              <a:gd name="connsiteY5" fmla="*/ 5963772 h 6040452"/>
              <a:gd name="connsiteX6" fmla="*/ 3593131 w 10295334"/>
              <a:gd name="connsiteY6" fmla="*/ 5963772 h 6040452"/>
              <a:gd name="connsiteX7" fmla="*/ 4175135 w 10295334"/>
              <a:gd name="connsiteY7" fmla="*/ 5847985 h 6040452"/>
              <a:gd name="connsiteX8" fmla="*/ 4668509 w 10295334"/>
              <a:gd name="connsiteY8" fmla="*/ 5518323 h 604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5334" h="6040452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12000">
                <a:schemeClr val="accent3"/>
              </a:gs>
              <a:gs pos="85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3E09CBA6-627D-2768-152C-A25B87CF790A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685DA75B-DA1C-13EF-F3C8-ACEE2C668A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6E43D9EF-A9B1-97EC-9CAB-0367B664C9D0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5B127822-510F-D59E-2401-DACD4D6BA07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F3E9315B-DD78-18E2-9951-D8120BAD9160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2AF63A1-86BF-B1C3-A3F5-517003C7A96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0AC22223-58F9-DB0C-9D61-94D7B8E8C1F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1114E784-D17D-A2C2-757A-7B9912824867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09BAA7-F77F-FEDC-A8A8-F10B9350FFF7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0A1F18F3-D078-404B-FFBA-A4E33B814768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0DA5E4E2-82BF-54FB-780E-193386E0F47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1295929-CD29-6FBF-CE14-3BC84AB4A1F6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E1BC8CC5-030B-A124-A179-FC1B1CB9361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8263E9E0-CE6D-2469-4DAA-AAD461690F95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4E7CD3B-64B1-7447-7A83-5830224748C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C5659AD-F571-B436-FA9E-F3EB0D45050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775BD55-89FE-BF4D-F689-E5F5188D1010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0CF7C26-1A1F-1F80-46D4-8309C39F0CA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C0E1496F-2BE6-5149-BE29-0376ABD59D6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C0A74FC-F5C6-E572-32D2-2A39D4551EA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7" name="page number">
            <a:extLst>
              <a:ext uri="{FF2B5EF4-FFF2-40B4-BE49-F238E27FC236}">
                <a16:creationId xmlns:a16="http://schemas.microsoft.com/office/drawing/2014/main" id="{65B8D505-D55C-B546-9B33-22157CD80DE2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3A3CDD-4D8E-3CB0-B95C-B4DE8B5B02E4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787000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One Line Title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7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One Line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8211D2-9BBA-4EB9-8867-E2CC72E9E0D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2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8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F420A-ED2C-4AD1-A28B-EB26178557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8013" y="1600200"/>
            <a:ext cx="5313783" cy="4572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 lang="en-US" sz="1200" dirty="0">
                <a:solidFill>
                  <a:schemeClr val="tx1"/>
                </a:solidFill>
              </a:defRPr>
            </a:lvl6pPr>
            <a:lvl7pPr>
              <a:defRPr lang="en-US" sz="1200" dirty="0">
                <a:solidFill>
                  <a:schemeClr val="tx1"/>
                </a:solidFill>
              </a:defRPr>
            </a:lvl7pPr>
            <a:lvl8pPr>
              <a:defRPr lang="en-US" sz="1200" dirty="0">
                <a:solidFill>
                  <a:schemeClr val="tx1"/>
                </a:solidFill>
              </a:defRPr>
            </a:lvl8pPr>
            <a:lvl9pPr>
              <a:defRPr lang="en-US" sz="1200" dirty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D860A49-A98C-4F0E-AB34-4E13B89D5EB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21287" y="1600200"/>
            <a:ext cx="5313783" cy="4572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 lang="en-US" sz="1200" dirty="0">
                <a:solidFill>
                  <a:schemeClr val="tx1"/>
                </a:solidFill>
              </a:defRPr>
            </a:lvl6pPr>
            <a:lvl7pPr>
              <a:defRPr lang="en-US" sz="1200" dirty="0">
                <a:solidFill>
                  <a:schemeClr val="tx1"/>
                </a:solidFill>
              </a:defRPr>
            </a:lvl7pPr>
            <a:lvl8pPr>
              <a:defRPr lang="en-US" sz="1200" dirty="0">
                <a:solidFill>
                  <a:schemeClr val="tx1"/>
                </a:solidFill>
              </a:defRPr>
            </a:lvl8pPr>
            <a:lvl9pPr>
              <a:defRPr lang="en-US" sz="1200" dirty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306FFEC8-099C-484D-841A-7FCB225B189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306FFEC8-099C-484D-841A-7FCB225B189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1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 Colo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ontent Placeholder 17">
            <a:extLst>
              <a:ext uri="{FF2B5EF4-FFF2-40B4-BE49-F238E27FC236}">
                <a16:creationId xmlns:a16="http://schemas.microsoft.com/office/drawing/2014/main" id="{A0456ED3-FDC5-4E29-B939-E35EA08477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solidFill>
            <a:srgbClr val="F4F8FA"/>
          </a:solidFill>
        </p:spPr>
        <p:txBody>
          <a:bodyPr vert="horz" lIns="45720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Layout: Graphic on Left, Text on Right - Click to Edit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27F760-24DE-9A42-B7E9-356D8DC2BDA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DCC3C30A-44C0-E837-19B2-6A2DFD1C7D7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ltGray">
          <a:xfrm>
            <a:off x="0" y="1600201"/>
            <a:ext cx="5893593" cy="4572000"/>
          </a:xfrm>
          <a:noFill/>
        </p:spPr>
        <p:txBody>
          <a:bodyPr vert="horz" lIns="59436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1727F760-24DE-9A42-B7E9-356D8DC2BDAE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5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 Colo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Layout: Text on Left, Graphic on Right - Click to Edit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4FD1F5D3-21E9-5341-B48A-48F1E4CF33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D7F87D5F-EABF-6E97-FCBB-22D4040C1B6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noFill/>
        </p:spPr>
        <p:txBody>
          <a:bodyPr vert="horz" lIns="45720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ntent Placeholder 17">
            <a:extLst>
              <a:ext uri="{FF2B5EF4-FFF2-40B4-BE49-F238E27FC236}">
                <a16:creationId xmlns:a16="http://schemas.microsoft.com/office/drawing/2014/main" id="{CA8AC63D-F94C-D60E-8AB3-9211BDCC455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ltGray">
          <a:xfrm>
            <a:off x="0" y="1600201"/>
            <a:ext cx="5893593" cy="4572000"/>
          </a:xfrm>
          <a:solidFill>
            <a:srgbClr val="F4F8FA"/>
          </a:solidFill>
        </p:spPr>
        <p:txBody>
          <a:bodyPr vert="horz" lIns="59436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4FD1F5D3-21E9-5341-B48A-48F1E4CF33AB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1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A1FE0B-90B1-4BED-9AA5-6DC9F6424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Text Comparison Layout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541C7AA-97CA-4F96-9506-F144DA2CD8E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E550D89-51A7-894E-88FB-394F3178F2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92866" y="1600202"/>
            <a:ext cx="5287234" cy="875370"/>
          </a:xfrm>
          <a:noFill/>
        </p:spPr>
        <p:txBody>
          <a:bodyPr vert="horz" lIns="0" tIns="91440" rIns="457200" bIns="91440" rtlCol="0" anchor="b">
            <a:noAutofit/>
          </a:bodyPr>
          <a:lstStyle>
            <a:lvl1pPr>
              <a:defRPr lang="en-US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header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1B5F83-A93D-544C-8DB4-B164DBF2F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0170DFD5-97D2-3349-AE52-EB22861A688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592865" y="2621020"/>
            <a:ext cx="5315794" cy="354402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61E082F-F30B-BC46-BB99-CA9B65C081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308726" y="1600202"/>
            <a:ext cx="5287234" cy="875370"/>
          </a:xfrm>
          <a:noFill/>
        </p:spPr>
        <p:txBody>
          <a:bodyPr vert="horz" lIns="0" tIns="91440" rIns="457200" bIns="91440" rtlCol="0" anchor="b">
            <a:noAutofit/>
          </a:bodyPr>
          <a:lstStyle>
            <a:lvl1pPr>
              <a:defRPr lang="en-US"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add header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7D4F8B-2025-D14C-A41E-9C0B401DE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9" name="Content Placeholder 17">
            <a:extLst>
              <a:ext uri="{FF2B5EF4-FFF2-40B4-BE49-F238E27FC236}">
                <a16:creationId xmlns:a16="http://schemas.microsoft.com/office/drawing/2014/main" id="{3EE56D9F-2DF2-4F43-A13A-4844DFE465A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6308143" y="2621280"/>
            <a:ext cx="5287234" cy="357512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3E816477-50B7-9248-BE5F-B9062610CEE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1B5F83-A93D-544C-8DB4-B164DBF2F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7D4F8B-2025-D14C-A41E-9C0B401DE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3E816477-50B7-9248-BE5F-B9062610CEEE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F2C94F-DA57-4BDB-8E5C-E4A0C7522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Three-content Layout – Three Horizontal Text Boxes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C59F98B-A991-4DEC-A409-289E778CB84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E0956C27-3D46-7745-A4A9-42842784C1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2866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2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64666E-28C9-844E-91D8-ECA2F1E57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8975597-2DC5-4748-87A2-37C22D522B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7616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3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48BF931-C509-8F46-8576-3656F9F4BA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01859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4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B963A1-3810-7A40-8918-6D6D68B4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7788490C-B63E-8E46-A9C1-9CF865F7FA57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7DA4B3-27AC-8A64-FD5E-59AEAE0D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AF0ECF-E71C-8AC9-36B9-29CB570B16D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92866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43B6B0E-4AB9-6144-29E4-820FC763DE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297616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EE5625D-A2F8-6592-7C13-07EAF5CBBC3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01859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4666E-28C9-844E-91D8-ECA2F1E57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B963A1-3810-7A40-8918-6D6D68B4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7788490C-B63E-8E46-A9C1-9CF865F7FA57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7DA4B3-27AC-8A64-FD5E-59AEAE0D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59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ynamic –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46AD2E-9306-49E7-A98B-7D26E458C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– Highlight Text on Left, Text/Graphic on Right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51435C2-3F7C-4835-8DB0-71E2C00537C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4AC6E-1611-244C-BA28-696924B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FD232-93CB-4B54-A933-93C11B099F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1609531"/>
            <a:ext cx="2894013" cy="4572000"/>
          </a:xfrm>
          <a:solidFill>
            <a:srgbClr val="F4F8FA"/>
          </a:solidFill>
        </p:spPr>
        <p:txBody>
          <a:bodyPr vert="horz" lIns="274320" tIns="457200" rIns="457200" bIns="457200" rtlCol="0">
            <a:noAutofit/>
          </a:bodyPr>
          <a:lstStyle>
            <a:lvl1pPr>
              <a:defRPr lang="en-US" sz="1800" dirty="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lang="en-US" sz="1600" dirty="0" smtClean="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lang="en-US" sz="1400" dirty="0" smtClean="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lang="en-US" sz="1200" dirty="0" smtClean="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lang="en-US" sz="1200" dirty="0">
                <a:solidFill>
                  <a:schemeClr val="accent2"/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7AE2CA-1B34-4F04-BD7F-F624F20E9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51213" y="1609531"/>
            <a:ext cx="8229600" cy="4572000"/>
          </a:xfrm>
        </p:spPr>
        <p:txBody>
          <a:bodyPr vert="horz" lIns="0" tIns="45720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 smtClean="0">
                <a:solidFill>
                  <a:schemeClr val="tx1"/>
                </a:solidFill>
              </a:defRPr>
            </a:lvl5pPr>
            <a:lvl6pPr>
              <a:defRPr lang="en-US" dirty="0" smtClean="0">
                <a:solidFill>
                  <a:schemeClr val="tx1"/>
                </a:solidFill>
              </a:defRPr>
            </a:lvl6pPr>
            <a:lvl7pPr>
              <a:defRPr lang="en-US" dirty="0" smtClean="0">
                <a:solidFill>
                  <a:schemeClr val="tx1"/>
                </a:solidFill>
              </a:defRPr>
            </a:lvl7pPr>
            <a:lvl8pPr>
              <a:defRPr lang="en-US" dirty="0">
                <a:solidFill>
                  <a:schemeClr val="tx1"/>
                </a:solidFill>
              </a:defRPr>
            </a:lvl8pPr>
          </a:lstStyle>
          <a:p>
            <a:pPr lvl="0"/>
            <a:r>
              <a:rPr lang="en-US"/>
              <a:t>Click to add graph, diagram or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270000" lvl="5" indent="-117475"/>
            <a:r>
              <a:rPr lang="en-US"/>
              <a:t>Sixth level</a:t>
            </a:r>
          </a:p>
          <a:p>
            <a:pPr marL="1438275" lvl="6" indent="-117475"/>
            <a:r>
              <a:rPr lang="en-US"/>
              <a:t>Seventh level</a:t>
            </a:r>
          </a:p>
          <a:p>
            <a:pPr marL="1554163" lvl="7" indent="-115888">
              <a:lnSpc>
                <a:spcPct val="90000"/>
              </a:lnSpc>
            </a:pPr>
            <a:r>
              <a:rPr lang="en-US"/>
              <a:t>Ninth level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1A93E906-C928-C345-B032-1F5C677FAEDD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64AC6E-1611-244C-BA28-696924B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1A93E906-C928-C345-B032-1F5C677FAEDD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9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ynamic –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2A934A-AC6B-460C-9C93-B13CF6B62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– Highlight Text on Right, Text/Graphic on Left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6F5131D-84AE-4294-83A1-243FE1C81A8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EA3FFB13-8625-D245-BD64-AAC7CCCB5B6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60DB8-F067-969E-72B5-4E90025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93DEE-AB9E-C81E-DF9C-D1BE09F22E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94812" y="1609531"/>
            <a:ext cx="2894013" cy="4572000"/>
          </a:xfrm>
          <a:solidFill>
            <a:srgbClr val="F4F8FA"/>
          </a:solidFill>
        </p:spPr>
        <p:txBody>
          <a:bodyPr vert="horz" lIns="274320" tIns="457200" rIns="457200" bIns="457200" rtlCol="0">
            <a:noAutofit/>
          </a:bodyPr>
          <a:lstStyle>
            <a:lvl1pPr>
              <a:defRPr lang="en-US" sz="1800" dirty="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lang="en-US" sz="1600" dirty="0" smtClean="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lang="en-US" sz="1400" dirty="0" smtClean="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lang="en-US" sz="1200" dirty="0" smtClean="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lang="en-US" sz="1200" dirty="0">
                <a:solidFill>
                  <a:schemeClr val="accent2"/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DC18C6BC-2416-B51C-F45A-9BCC874B47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0" y="1609531"/>
            <a:ext cx="8229600" cy="4572000"/>
          </a:xfrm>
        </p:spPr>
        <p:txBody>
          <a:bodyPr vert="horz" lIns="594360" tIns="45720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 smtClean="0">
                <a:solidFill>
                  <a:schemeClr val="tx1"/>
                </a:solidFill>
              </a:defRPr>
            </a:lvl5pPr>
            <a:lvl6pPr>
              <a:defRPr lang="en-US" dirty="0" smtClean="0">
                <a:solidFill>
                  <a:schemeClr val="tx1"/>
                </a:solidFill>
              </a:defRPr>
            </a:lvl6pPr>
            <a:lvl7pPr>
              <a:defRPr lang="en-US" dirty="0" smtClean="0">
                <a:solidFill>
                  <a:schemeClr val="tx1"/>
                </a:solidFill>
              </a:defRPr>
            </a:lvl7pPr>
            <a:lvl8pPr>
              <a:defRPr lang="en-US" dirty="0">
                <a:solidFill>
                  <a:schemeClr val="tx1"/>
                </a:solidFill>
              </a:defRPr>
            </a:lvl8pPr>
          </a:lstStyle>
          <a:p>
            <a:pPr lvl="0"/>
            <a:r>
              <a:rPr lang="en-US"/>
              <a:t>Click to add graph, diagram or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270000" lvl="5" indent="-117475"/>
            <a:r>
              <a:rPr lang="en-US"/>
              <a:t>Sixth level</a:t>
            </a:r>
          </a:p>
          <a:p>
            <a:pPr marL="1438275" lvl="6" indent="-117475"/>
            <a:r>
              <a:rPr lang="en-US"/>
              <a:t>Seventh level</a:t>
            </a:r>
          </a:p>
          <a:p>
            <a:pPr marL="1554163" lvl="7" indent="-115888">
              <a:lnSpc>
                <a:spcPct val="90000"/>
              </a:lnSpc>
            </a:pPr>
            <a:r>
              <a:rPr lang="en-US"/>
              <a:t>Ninth level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EA3FFB13-8625-D245-BD64-AAC7CCCB5B6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60DB8-F067-969E-72B5-4E90025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26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with Content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57BCD9-063B-4ED4-B68C-092EC2C34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Diagram with Content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0D276D7-17CD-46AB-99B2-97FD34FEEFF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2C737-3A4D-924A-88B5-FA4D5C8A0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496CC-9DD2-4299-850C-005958FB65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00200"/>
            <a:ext cx="3808412" cy="4572000"/>
          </a:xfrm>
        </p:spPr>
        <p:txBody>
          <a:bodyPr tIns="457200" rIns="594360" bIns="457200"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sz="140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sz="120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5pPr>
            <a:lvl6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6pPr>
            <a:lvl7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7pPr>
            <a:lvl8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8pPr>
            <a:lvl9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0D34A4A0-0C07-994F-9539-A07F4B06F18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C05F02B7-B99F-8424-E971-B7478FAB40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608012" y="1600201"/>
            <a:ext cx="7398303" cy="4572000"/>
          </a:xfrm>
          <a:noFill/>
        </p:spPr>
        <p:txBody>
          <a:bodyPr vert="horz" lIns="594360" tIns="1371600" rIns="457200" bIns="457200" rtlCol="0">
            <a:noAutofit/>
          </a:bodyPr>
          <a:lstStyle>
            <a:lvl1pPr algn="ctr">
              <a:spcBef>
                <a:spcPts val="1200"/>
              </a:spcBef>
              <a:defRPr lang="en-US" sz="1100" dirty="0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NOTE: This is intended for a diagram only.</a:t>
            </a:r>
            <a:br>
              <a:rPr lang="en-US"/>
            </a:br>
            <a:r>
              <a:rPr lang="en-US"/>
              <a:t>Not recommended to add text here, as it’s not formatted for it.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2C737-3A4D-924A-88B5-FA4D5C8A0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0D34A4A0-0C07-994F-9539-A07F4B06F18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7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with Outcome, Bene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15888C-CFB4-4BEC-9B94-46E698DF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Diagram with Outcome/Benefit Content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9D6A872-88BD-4DFC-AFFD-1E9BEEB6533B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6D4D92B-574E-4F63-A5BA-8F7282B54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05EB21-86C3-42EF-BFE7-549D9EA36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99688"/>
            <a:ext cx="3200400" cy="298450"/>
          </a:xfrm>
        </p:spPr>
        <p:txBody>
          <a:bodyPr anchor="b"/>
          <a:lstStyle>
            <a:lvl1pPr>
              <a:defRPr sz="180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Outcome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81D19-2DDB-4D83-983D-3D159A7DE7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8825" y="2063048"/>
            <a:ext cx="3201988" cy="1600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789B473-DDE6-4450-A111-3761F341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6">
            <a:extLst>
              <a:ext uri="{FF2B5EF4-FFF2-40B4-BE49-F238E27FC236}">
                <a16:creationId xmlns:a16="http://schemas.microsoft.com/office/drawing/2014/main" id="{0D0977FA-A4CA-4F1F-8109-D7498D165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0413" y="3972469"/>
            <a:ext cx="3200400" cy="298450"/>
          </a:xfrm>
        </p:spPr>
        <p:txBody>
          <a:bodyPr anchor="b"/>
          <a:lstStyle>
            <a:lvl1pPr>
              <a:defRPr sz="1800">
                <a:solidFill>
                  <a:schemeClr val="accent4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1458BF-96C1-46C6-A67F-AD0FB4B4E5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78825" y="4347904"/>
            <a:ext cx="3201988" cy="1600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2520CB7B-27A1-0749-95BA-681D8A0535D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81258617-CE72-E542-2E67-9B2874ED90B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608012" y="1600201"/>
            <a:ext cx="7398303" cy="4572000"/>
          </a:xfrm>
          <a:noFill/>
        </p:spPr>
        <p:txBody>
          <a:bodyPr vert="horz" lIns="594360" tIns="1371600" rIns="457200" bIns="457200" rtlCol="0">
            <a:noAutofit/>
          </a:bodyPr>
          <a:lstStyle>
            <a:lvl1pPr algn="ctr">
              <a:spcBef>
                <a:spcPts val="1200"/>
              </a:spcBef>
              <a:defRPr lang="en-US" sz="1100" dirty="0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NOTE: This is intended for a diagram only.</a:t>
            </a:r>
            <a:br>
              <a:rPr lang="en-US"/>
            </a:br>
            <a:r>
              <a:rPr lang="en-US"/>
              <a:t>Not recommended to add text here, as it’s not formatted for it.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D4D92B-574E-4F63-A5BA-8F7282B54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89B473-DDE6-4450-A111-3761F341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age number">
            <a:extLst>
              <a:ext uri="{FF2B5EF4-FFF2-40B4-BE49-F238E27FC236}">
                <a16:creationId xmlns:a16="http://schemas.microsoft.com/office/drawing/2014/main" id="{2520CB7B-27A1-0749-95BA-681D8A0535D2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8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 Suc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>
            <a:extLst>
              <a:ext uri="{FF2B5EF4-FFF2-40B4-BE49-F238E27FC236}">
                <a16:creationId xmlns:a16="http://schemas.microsoft.com/office/drawing/2014/main" id="{05E46EAA-9D16-0D47-AF18-92C449033D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809" y="412751"/>
            <a:ext cx="11001004" cy="381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Customer Success – add Company Name here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CEFD99AC-6466-F04E-8E45-7EEEEA01BA6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the highlighted business impact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4F46384-B6E3-0D43-924E-874DEC234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7">
            <a:extLst>
              <a:ext uri="{FF2B5EF4-FFF2-40B4-BE49-F238E27FC236}">
                <a16:creationId xmlns:a16="http://schemas.microsoft.com/office/drawing/2014/main" id="{767C0863-B9D1-344E-A978-CD49E9400F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1645" y="1901093"/>
            <a:ext cx="3201848" cy="1214595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526770-8F35-FB4A-8638-521D0D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17">
            <a:extLst>
              <a:ext uri="{FF2B5EF4-FFF2-40B4-BE49-F238E27FC236}">
                <a16:creationId xmlns:a16="http://schemas.microsoft.com/office/drawing/2014/main" id="{A2B343CF-FF49-7E4F-A7C9-0593553254F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414210" y="1901094"/>
            <a:ext cx="3201848" cy="1225566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C08A52-2522-8C40-B8B1-C98FEBB8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7">
            <a:extLst>
              <a:ext uri="{FF2B5EF4-FFF2-40B4-BE49-F238E27FC236}">
                <a16:creationId xmlns:a16="http://schemas.microsoft.com/office/drawing/2014/main" id="{65BA7F3E-AD8D-A54C-B026-DAA8FC9C054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1645" y="3693430"/>
            <a:ext cx="3201848" cy="1110049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B57CCC6-06B1-7342-99B0-BC7C8FBE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7">
            <a:extLst>
              <a:ext uri="{FF2B5EF4-FFF2-40B4-BE49-F238E27FC236}">
                <a16:creationId xmlns:a16="http://schemas.microsoft.com/office/drawing/2014/main" id="{3265790D-1104-8D4D-A8C6-F7A7E77F664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14210" y="3693430"/>
            <a:ext cx="3201848" cy="1132351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C87E7C-5ED2-214E-8A38-ED05177A6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8739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F0EFE66F-363C-804E-BABD-F54C3E33FD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3093" y="5327336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One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0166C751-50F5-8B4F-9A97-B83901E78B0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3093" y="5593624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Two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0D57825D-E522-644D-8F4A-0B77A7036E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093" y="5859911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Three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EBAAD5C6-0007-A84B-A2C2-FCC2F00B4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00790" y="5327336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One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A8B7A6ED-D85B-2E4C-BCD6-D130232A3F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00790" y="5593624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Two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C507BC1F-4225-8C48-9110-5D75D900FF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00790" y="5859911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Three</a:t>
            </a:r>
          </a:p>
        </p:txBody>
      </p:sp>
      <p:sp>
        <p:nvSpPr>
          <p:cNvPr id="45" name="Picture Placeholder 8">
            <a:extLst>
              <a:ext uri="{FF2B5EF4-FFF2-40B4-BE49-F238E27FC236}">
                <a16:creationId xmlns:a16="http://schemas.microsoft.com/office/drawing/2014/main" id="{231A51E8-5046-A444-8DFA-A0B8E647C4F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07965" y="1600200"/>
            <a:ext cx="1841500" cy="660399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Logo here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1E8E56D-8554-4E46-BBBC-E98827D1EE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9465" y="2347933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59903D24-0D11-174E-9765-B2914D00A8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9465" y="2647290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42" name="Picture Placeholder 5">
            <a:extLst>
              <a:ext uri="{FF2B5EF4-FFF2-40B4-BE49-F238E27FC236}">
                <a16:creationId xmlns:a16="http://schemas.microsoft.com/office/drawing/2014/main" id="{2EDE5296-3D34-0C47-A404-38FF5A22C6D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15815" y="2971800"/>
            <a:ext cx="3194050" cy="1828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C7B1EDB8-ADF5-9C41-B4C4-26AA9C0B9D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15815" y="5022214"/>
            <a:ext cx="3200400" cy="115379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Open Sans" panose="020B0606030504020204" pitchFamily="34" charset="0"/>
              <a:buChar char="​"/>
              <a:defRPr sz="1200">
                <a:solidFill>
                  <a:schemeClr val="tx1"/>
                </a:solidFill>
              </a:defRPr>
            </a:lvl2pPr>
            <a:lvl3pPr marL="0" indent="0" algn="ctr">
              <a:buFont typeface="Open Sans" panose="020B0606030504020204" pitchFamily="34" charset="0"/>
              <a:buNone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page number">
            <a:extLst>
              <a:ext uri="{FF2B5EF4-FFF2-40B4-BE49-F238E27FC236}">
                <a16:creationId xmlns:a16="http://schemas.microsoft.com/office/drawing/2014/main" id="{CB20449E-0760-3743-8E7C-7D6BA7165F7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ABBF0D-1BD1-F9E7-64FF-6B8D87E6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906119E-8D41-BF4A-7D53-2FBB71F653C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013" y="1552575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About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2D6E64-9DD1-43CD-C247-B83E374482F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11663" y="1552575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solution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02A9C0F-4D4C-0EEC-0E20-65368D1177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8013" y="3338514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challenges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DEF5052-BBAD-A22B-0D68-BBBFD70637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427538" y="3338514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impact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FFF9CD2-0893-33FB-480A-506C7095C2F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8013" y="5022850"/>
            <a:ext cx="3200400" cy="227013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products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2B49FE0-BA78-9DF9-AB7D-9F52651E9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27538" y="5022850"/>
            <a:ext cx="3200400" cy="227013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Strategic priorities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F46384-B6E3-0D43-924E-874DEC234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526770-8F35-FB4A-8638-521D0D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12165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C08A52-2522-8C40-B8B1-C98FEBB8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B57CCC6-06B1-7342-99B0-BC7C8FBE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12165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3C87E7C-5ED2-214E-8A38-ED05177A6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8739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age number">
            <a:extLst>
              <a:ext uri="{FF2B5EF4-FFF2-40B4-BE49-F238E27FC236}">
                <a16:creationId xmlns:a16="http://schemas.microsoft.com/office/drawing/2014/main" id="{CB20449E-0760-3743-8E7C-7D6BA7165F7F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ABBF0D-1BD1-F9E7-64FF-6B8D87E6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12165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21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C5A99F-0678-4DC4-A266-1AD031E9C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Three Icon Placeholders with Text Descriptions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BF1472-E940-4CC7-B5D3-349346A425A8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C210DC-5DBB-4F0D-875F-CD8AAAB9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3C9F48F-8CFB-DD45-AE7E-6A5DE26F95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88103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C9B40-9AF4-4EF7-8384-2ACE79EA95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590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ECF9D0-D7A8-43DD-B38D-E1090C0B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4DBEFEC-821B-4F4E-8D5E-E6843BF1A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8612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69CA39A-E967-4A68-A944-35C345A456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122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 here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6F04B0-7860-407F-85B7-42E38FAFE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1A16A22-350B-4B24-A3CD-4D5DE470D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23213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 here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545A424-E307-E14F-A89B-1A531D114F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09012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6122FC91-666D-7A42-9D21-9800CF4E370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C210DC-5DBB-4F0D-875F-CD8AAAB9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ECF9D0-D7A8-43DD-B38D-E1090C0B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46F04B0-7860-407F-85B7-42E38FAFE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page number">
            <a:extLst>
              <a:ext uri="{FF2B5EF4-FFF2-40B4-BE49-F238E27FC236}">
                <a16:creationId xmlns:a16="http://schemas.microsoft.com/office/drawing/2014/main" id="{6122FC91-666D-7A42-9D21-9800CF4E3706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2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ED71B-2619-4816-B753-5E850ED08F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Four Icon Placeholders with Text Descriptions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679D5C-AEFA-4052-96E3-7DF67D7C105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5441A7-EBA5-4ABB-8D29-CE4338F0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2EA9D9-DD59-0A4A-94D5-AC136E79C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3703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3A73281-E5F0-4C3B-BE4E-A12D56CC10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67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5D908EF-1F96-4808-A8DB-F55AB9E8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7F1E977-D1E8-7040-8576-578BD8CB84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00597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0078EAE-661A-4C72-917B-F0225239F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98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670C03F-6336-45E3-A9F4-0CD130D8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6B608689-50E6-784F-8AFD-D13D124BA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2120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66D6B40-9CB0-4B56-A3E1-9A7F945F09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230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019BB56-AE7C-42CA-A8FF-432F4F17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90217BC-3881-DF41-A8F3-900AF04F1B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38248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6F5CA9C-E491-4F70-B6EE-A506410601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62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1D45AB97-9B77-2244-B7BA-E18EA4CD43E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5441A7-EBA5-4ABB-8D29-CE4338F0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D908EF-1F96-4808-A8DB-F55AB9E8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70C03F-6336-45E3-A9F4-0CD130D8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019BB56-AE7C-42CA-A8FF-432F4F17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1D45AB97-9B77-2244-B7BA-E18EA4CD43EA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5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Five Icon Placeholders with Text Descriptions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FDF9D3-5B68-4A75-97BF-2C5113CFA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3C6552-FD35-F64A-AB25-15819DA5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549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0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1C90A-573F-4E4A-9359-5C7B0F546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54AA791-D396-204E-9DF4-50E16614DD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0473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4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79E162-3D8F-4829-A4AD-02A0359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6390E06-1436-004E-875E-AAE40E05D7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12658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509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26B9B36-08E7-4664-970C-13123F24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673B6CF-B10C-8742-A91F-672EAD5163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77080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4282873"/>
            <a:ext cx="1894336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EAB1992-E472-4489-8A4E-A8FE45DE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noFill/>
          <a:ln w="381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F3DA55F-C9CF-8945-A9DE-F606579BFE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80612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6D94DD40-25D8-6A48-98B5-B2B0FB64FD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FDF9D3-5B68-4A75-97BF-2C5113CFA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551C90A-573F-4E4A-9359-5C7B0F546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F79E162-3D8F-4829-A4AD-02A0359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26B9B36-08E7-4664-970C-13123F24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EAB1992-E472-4489-8A4E-A8FE45DE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noFill/>
          <a:ln w="381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6" name="page number">
            <a:extLst>
              <a:ext uri="{FF2B5EF4-FFF2-40B4-BE49-F238E27FC236}">
                <a16:creationId xmlns:a16="http://schemas.microsoft.com/office/drawing/2014/main" id="{6D94DD40-25D8-6A48-98B5-B2B0FB64FDAB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9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Numbere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EE46A-2B6A-D0CE-D67A-E39C4516F8BB}"/>
              </a:ext>
            </a:extLst>
          </p:cNvPr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C9EA80-9EA8-343E-F517-1CAD885879D6}"/>
              </a:ext>
            </a:extLst>
          </p:cNvPr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23D95-E4CC-0B03-48A9-0EC81B2368E5}"/>
              </a:ext>
            </a:extLst>
          </p:cNvPr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7E5D6-04BF-01BC-A221-0F1D603C51D8}"/>
              </a:ext>
            </a:extLst>
          </p:cNvPr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142366-F01F-D56A-11BB-7D669E9AD2B4}"/>
              </a:ext>
            </a:extLst>
          </p:cNvPr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Five Column Text with Number Icons Click to Add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2EA033-41AE-6148-A260-889FF59E41C9}"/>
              </a:ext>
            </a:extLst>
          </p:cNvPr>
          <p:cNvCxnSpPr/>
          <p:nvPr/>
        </p:nvCxnSpPr>
        <p:spPr bwMode="gray">
          <a:xfrm>
            <a:off x="610850" y="2512464"/>
            <a:ext cx="1828800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1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2FF207-1B75-1940-91E1-2692254C727F}"/>
              </a:ext>
            </a:extLst>
          </p:cNvPr>
          <p:cNvCxnSpPr/>
          <p:nvPr/>
        </p:nvCxnSpPr>
        <p:spPr bwMode="gray">
          <a:xfrm>
            <a:off x="2894013" y="2512464"/>
            <a:ext cx="1828800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401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3341DC-DE80-5E4C-A4C9-C984D7074760}"/>
              </a:ext>
            </a:extLst>
          </p:cNvPr>
          <p:cNvCxnSpPr/>
          <p:nvPr/>
        </p:nvCxnSpPr>
        <p:spPr bwMode="gray">
          <a:xfrm>
            <a:off x="5185093" y="2512464"/>
            <a:ext cx="1828800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509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28E238A-DE09-DD4F-A6F3-2F244E7301C3}"/>
              </a:ext>
            </a:extLst>
          </p:cNvPr>
          <p:cNvCxnSpPr/>
          <p:nvPr/>
        </p:nvCxnSpPr>
        <p:spPr bwMode="gray">
          <a:xfrm>
            <a:off x="7470001" y="2512464"/>
            <a:ext cx="1828800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B64954-CA3A-494E-B70D-3405C9F592D8}"/>
              </a:ext>
            </a:extLst>
          </p:cNvPr>
          <p:cNvCxnSpPr/>
          <p:nvPr/>
        </p:nvCxnSpPr>
        <p:spPr bwMode="gray">
          <a:xfrm>
            <a:off x="9752013" y="2512464"/>
            <a:ext cx="1828800" cy="0"/>
          </a:xfrm>
          <a:prstGeom prst="line">
            <a:avLst/>
          </a:prstGeom>
          <a:ln w="25400">
            <a:solidFill>
              <a:srgbClr val="53565A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23" name="page number">
            <a:extLst>
              <a:ext uri="{FF2B5EF4-FFF2-40B4-BE49-F238E27FC236}">
                <a16:creationId xmlns:a16="http://schemas.microsoft.com/office/drawing/2014/main" id="{778B9E91-325F-BB46-BB33-20219DF70C9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F6B89BA-DE17-014A-9ED8-790359A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131007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609A2D8-18F0-8A47-BD8C-DD1AF0B6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414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0E1473-AF0F-7C48-8FAF-3848C1B6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70525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4E1A06A-E5D9-064B-85F4-74B463C7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990158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7824627-50AB-F94E-9519-EADC5841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272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2EE46A-2B6A-D0CE-D67A-E39C4516F8BB}"/>
              </a:ext>
            </a:extLst>
          </p:cNvPr>
          <p:cNvSpPr/>
          <p:nvPr userDrawn="1"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C9EA80-9EA8-343E-F517-1CAD885879D6}"/>
              </a:ext>
            </a:extLst>
          </p:cNvPr>
          <p:cNvSpPr/>
          <p:nvPr userDrawn="1"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23D95-E4CC-0B03-48A9-0EC81B2368E5}"/>
              </a:ext>
            </a:extLst>
          </p:cNvPr>
          <p:cNvSpPr/>
          <p:nvPr userDrawn="1"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37E5D6-04BF-01BC-A221-0F1D603C51D8}"/>
              </a:ext>
            </a:extLst>
          </p:cNvPr>
          <p:cNvSpPr/>
          <p:nvPr userDrawn="1"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142366-F01F-D56A-11BB-7D669E9AD2B4}"/>
              </a:ext>
            </a:extLst>
          </p:cNvPr>
          <p:cNvSpPr/>
          <p:nvPr userDrawn="1"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2EA033-41AE-6148-A260-889FF59E41C9}"/>
              </a:ext>
            </a:extLst>
          </p:cNvPr>
          <p:cNvCxnSpPr/>
          <p:nvPr userDrawn="1"/>
        </p:nvCxnSpPr>
        <p:spPr bwMode="gray">
          <a:xfrm>
            <a:off x="610850" y="2512464"/>
            <a:ext cx="1828800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2FF207-1B75-1940-91E1-2692254C727F}"/>
              </a:ext>
            </a:extLst>
          </p:cNvPr>
          <p:cNvCxnSpPr/>
          <p:nvPr userDrawn="1"/>
        </p:nvCxnSpPr>
        <p:spPr bwMode="gray">
          <a:xfrm>
            <a:off x="2894013" y="2512464"/>
            <a:ext cx="1828800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3341DC-DE80-5E4C-A4C9-C984D7074760}"/>
              </a:ext>
            </a:extLst>
          </p:cNvPr>
          <p:cNvCxnSpPr/>
          <p:nvPr userDrawn="1"/>
        </p:nvCxnSpPr>
        <p:spPr bwMode="gray">
          <a:xfrm>
            <a:off x="5185093" y="2512464"/>
            <a:ext cx="1828800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28E238A-DE09-DD4F-A6F3-2F244E7301C3}"/>
              </a:ext>
            </a:extLst>
          </p:cNvPr>
          <p:cNvCxnSpPr/>
          <p:nvPr userDrawn="1"/>
        </p:nvCxnSpPr>
        <p:spPr bwMode="gray">
          <a:xfrm>
            <a:off x="7470001" y="2512464"/>
            <a:ext cx="1828800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B64954-CA3A-494E-B70D-3405C9F592D8}"/>
              </a:ext>
            </a:extLst>
          </p:cNvPr>
          <p:cNvCxnSpPr/>
          <p:nvPr userDrawn="1"/>
        </p:nvCxnSpPr>
        <p:spPr bwMode="gray">
          <a:xfrm>
            <a:off x="9752013" y="2512464"/>
            <a:ext cx="1828800" cy="0"/>
          </a:xfrm>
          <a:prstGeom prst="line">
            <a:avLst/>
          </a:prstGeom>
          <a:ln w="25400">
            <a:solidFill>
              <a:srgbClr val="53565A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page number">
            <a:extLst>
              <a:ext uri="{FF2B5EF4-FFF2-40B4-BE49-F238E27FC236}">
                <a16:creationId xmlns:a16="http://schemas.microsoft.com/office/drawing/2014/main" id="{778B9E91-325F-BB46-BB33-20219DF70C9B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F6B89BA-DE17-014A-9ED8-790359A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131007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609A2D8-18F0-8A47-BD8C-DD1AF0B6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414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0E1473-AF0F-7C48-8FAF-3848C1B6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0525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E1A06A-E5D9-064B-85F4-74B463C7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7990158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7824627-50AB-F94E-9519-EADC5841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0272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chemeClr val="bg2">
                    <a:lumMod val="2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4582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Chart Layout for Text – Click to Add a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35" name="Text Placeholder 3" descr="Row 1 label">
            <a:extLst>
              <a:ext uri="{FF2B5EF4-FFF2-40B4-BE49-F238E27FC236}">
                <a16:creationId xmlns:a16="http://schemas.microsoft.com/office/drawing/2014/main" id="{7077ED63-7149-B64F-804C-21E2E59DF7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1464" y="1546789"/>
            <a:ext cx="574570" cy="439174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3" descr="Row 1 text box is a long horizontal box the width of the slide acting as a header. ">
            <a:extLst>
              <a:ext uri="{FF2B5EF4-FFF2-40B4-BE49-F238E27FC236}">
                <a16:creationId xmlns:a16="http://schemas.microsoft.com/office/drawing/2014/main" id="{03CB2304-DD0F-674C-91F7-863CDF3757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4040" y="1561701"/>
            <a:ext cx="10630969" cy="429469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3" descr="Row 2 label; this row shows 4 content boxes labeled A through D, each is a different color and holds text.">
            <a:extLst>
              <a:ext uri="{FF2B5EF4-FFF2-40B4-BE49-F238E27FC236}">
                <a16:creationId xmlns:a16="http://schemas.microsoft.com/office/drawing/2014/main" id="{3E62FD32-E978-1A49-AA98-60CD14AE00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750" y="3304775"/>
            <a:ext cx="560283" cy="658026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322B01-8AA4-6B48-98B8-90F64F16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1093076" y="2680138"/>
            <a:ext cx="2459421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 descr="Row 2, box 1: text in plum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2407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5C97932-042E-C845-9300-586CA61AB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3805092" y="2680138"/>
            <a:ext cx="2459421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 descr="Row 2, box 3: text in indigo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6081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EFB321-2C32-7945-A5C9-A9F00AE58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6517108" y="2680138"/>
            <a:ext cx="2459421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 descr="Row 2, box 2: text in ocean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9755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8A42CD-A1AD-9149-80A3-4BFE5D75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9229123" y="2680138"/>
            <a:ext cx="2459421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 descr="Row 2, box 4: text in dark green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3428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/>
              <a:t>Second level</a:t>
            </a:r>
          </a:p>
        </p:txBody>
      </p:sp>
      <p:sp>
        <p:nvSpPr>
          <p:cNvPr id="37" name="Text Placeholder 3" descr="Row 3 label: this row shows six, small content boxes in a horiztonal row">
            <a:extLst>
              <a:ext uri="{FF2B5EF4-FFF2-40B4-BE49-F238E27FC236}">
                <a16:creationId xmlns:a16="http://schemas.microsoft.com/office/drawing/2014/main" id="{EF286E42-C44A-274D-B9C1-D21F1AD1DE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00038" y="5065521"/>
            <a:ext cx="545995" cy="658026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3" descr="Row 3, text box 1">
            <a:extLst>
              <a:ext uri="{FF2B5EF4-FFF2-40B4-BE49-F238E27FC236}">
                <a16:creationId xmlns:a16="http://schemas.microsoft.com/office/drawing/2014/main" id="{828E38C7-4E21-F24B-B372-9632EC441D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5051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 descr="Row 3, text box 2">
            <a:extLst>
              <a:ext uri="{FF2B5EF4-FFF2-40B4-BE49-F238E27FC236}">
                <a16:creationId xmlns:a16="http://schemas.microsoft.com/office/drawing/2014/main" id="{8B2FDC15-7948-0244-83E4-0CDCDBC619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86312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3" descr="Row 3, text box 3">
            <a:extLst>
              <a:ext uri="{FF2B5EF4-FFF2-40B4-BE49-F238E27FC236}">
                <a16:creationId xmlns:a16="http://schemas.microsoft.com/office/drawing/2014/main" id="{E4B34A83-BA8A-6844-8A56-BBD517A5B6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7573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3" descr="Row 3, text box 4">
            <a:extLst>
              <a:ext uri="{FF2B5EF4-FFF2-40B4-BE49-F238E27FC236}">
                <a16:creationId xmlns:a16="http://schemas.microsoft.com/office/drawing/2014/main" id="{532716FA-3DC7-AF41-8C5F-F9D040A439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28834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3" descr="Row 3, text box 5">
            <a:extLst>
              <a:ext uri="{FF2B5EF4-FFF2-40B4-BE49-F238E27FC236}">
                <a16:creationId xmlns:a16="http://schemas.microsoft.com/office/drawing/2014/main" id="{6EA6D41F-30CE-1443-9F1F-896A2907E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00095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" descr="Row 3, text box 6">
            <a:extLst>
              <a:ext uri="{FF2B5EF4-FFF2-40B4-BE49-F238E27FC236}">
                <a16:creationId xmlns:a16="http://schemas.microsoft.com/office/drawing/2014/main" id="{62388AAB-5BA2-4747-B0D0-B11DA91951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71354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age number">
            <a:extLst>
              <a:ext uri="{FF2B5EF4-FFF2-40B4-BE49-F238E27FC236}">
                <a16:creationId xmlns:a16="http://schemas.microsoft.com/office/drawing/2014/main" id="{D09494D0-773E-A04D-BC5F-65AA87B8246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322B01-8AA4-6B48-98B8-90F64F16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1093076" y="2680138"/>
            <a:ext cx="2459421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C97932-042E-C845-9300-586CA61AB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3805092" y="2680138"/>
            <a:ext cx="2459421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EFB321-2C32-7945-A5C9-A9F00AE58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6517108" y="2680138"/>
            <a:ext cx="2459421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8A42CD-A1AD-9149-80A3-4BFE5D75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9229123" y="2680138"/>
            <a:ext cx="2459421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age number">
            <a:extLst>
              <a:ext uri="{FF2B5EF4-FFF2-40B4-BE49-F238E27FC236}">
                <a16:creationId xmlns:a16="http://schemas.microsoft.com/office/drawing/2014/main" id="{D09494D0-773E-A04D-BC5F-65AA87B8246F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2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E796DBB-7792-6B1A-4BD6-1B6B3F4B736A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4086297-1AF3-2A2B-2613-14EDF97D3E23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43FCC5-AD89-BD2E-37A1-C8E7D4E39967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9" name="Text Placeholder 862">
            <a:extLst>
              <a:ext uri="{FF2B5EF4-FFF2-40B4-BE49-F238E27FC236}">
                <a16:creationId xmlns:a16="http://schemas.microsoft.com/office/drawing/2014/main" id="{65A5776C-9EB9-F84B-B0C4-411FA1106F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477" y="2233670"/>
            <a:ext cx="6519403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4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/>
              <a:t>Slide with large text placeholder, green theme.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55FF2E89-7A98-C14C-B802-9BBF588108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55FF2E89-7A98-C14C-B802-9BBF588108E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8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E981AE-FE9F-186D-50E0-7F14F9BF53B6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C6C08E0-382E-E034-0786-953B81FE7655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00D762-9980-0F2F-A4D2-E7F64294A756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9" name="Text Placeholder 862">
            <a:extLst>
              <a:ext uri="{FF2B5EF4-FFF2-40B4-BE49-F238E27FC236}">
                <a16:creationId xmlns:a16="http://schemas.microsoft.com/office/drawing/2014/main" id="{113BEA88-710C-A54D-A13C-5E36B6B878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0171" y="2233670"/>
            <a:ext cx="6525709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/>
              <a:t>Slide with large text placeholder, blue theme.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A15EC20-3B57-4E4E-872C-A34852CBEF1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3A15EC20-3B57-4E4E-872C-A34852CBEF1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6AE21A-751A-3AAB-6E34-CE624563FF91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CFA1240-3D0D-AB66-BC3F-80EED3546482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6000">
                  <a:schemeClr val="accent5"/>
                </a:gs>
                <a:gs pos="7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884ED15-B8BE-771F-D78D-1BE6D9F66CCF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5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10" name="Text Placeholder 862">
            <a:extLst>
              <a:ext uri="{FF2B5EF4-FFF2-40B4-BE49-F238E27FC236}">
                <a16:creationId xmlns:a16="http://schemas.microsoft.com/office/drawing/2014/main" id="{BB1BA4EC-6D18-954E-81DD-4678CFBE6F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477" y="2233670"/>
            <a:ext cx="6519403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5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/>
              <a:t>Slide with large text placeholder, purple theme.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12DD3E6-E621-1B4F-9197-621CC0C346A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312DD3E6-E621-1B4F-9197-621CC0C346AF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9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Leaf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52AB5D8-753F-CA24-2C8A-45BC9791756E}"/>
              </a:ext>
            </a:extLst>
          </p:cNvPr>
          <p:cNvSpPr/>
          <p:nvPr userDrawn="1"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A0A18CC-E157-AD15-E51D-50F3DC99465B}"/>
              </a:ext>
            </a:extLst>
          </p:cNvPr>
          <p:cNvSpPr/>
          <p:nvPr userDrawn="1"/>
        </p:nvSpPr>
        <p:spPr>
          <a:xfrm>
            <a:off x="6457030" y="355921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rgbClr val="61A30E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26C215B-BC62-3CF9-EDF0-6413174A4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 </a:t>
            </a:r>
            <a:br>
              <a:rPr lang="en-US"/>
            </a:br>
            <a:r>
              <a:rPr lang="en-US"/>
              <a:t>Green Theme</a:t>
            </a:r>
          </a:p>
        </p:txBody>
      </p:sp>
      <p:sp>
        <p:nvSpPr>
          <p:cNvPr id="29" name="Subtitle">
            <a:extLst>
              <a:ext uri="{FF2B5EF4-FFF2-40B4-BE49-F238E27FC236}">
                <a16:creationId xmlns:a16="http://schemas.microsoft.com/office/drawing/2014/main" id="{615FECE3-9918-4B48-E68F-739600E4B93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4144FBF0-61D7-2140-A159-ECF2E9CDDA2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0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6694C6-6A30-F4F5-68A3-ABC8048E7AE9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43BE5DC-D92A-9A5C-C8AE-7A979F11542A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45469056-638C-FF40-8AA5-0675077535B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01CFD5C-7C19-8E30-BF20-52E7629C4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</a:t>
            </a:r>
            <a:br>
              <a:rPr lang="en-US"/>
            </a:br>
            <a:r>
              <a:rPr lang="en-US"/>
              <a:t>Blue Theme</a:t>
            </a:r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2765CEAA-0CA6-BE98-B450-1301D576C6A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DC6694C6-6A30-F4F5-68A3-ABC8048E7AE9}"/>
              </a:ext>
            </a:extLst>
          </p:cNvPr>
          <p:cNvSpPr/>
          <p:nvPr userDrawn="1"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45469056-638C-FF40-8AA5-0675077535BA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2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3AA4DDC-2936-0AB6-8344-5481913C661E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AE01D1-6E35-D230-30F3-0D3E2F8A5364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2A1148C9-BE55-F64C-8A6E-A5239BDB408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A9A76-8DB9-793E-B69C-4DDA15EBC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 </a:t>
            </a:r>
            <a:br>
              <a:rPr lang="en-US"/>
            </a:br>
            <a:r>
              <a:rPr lang="en-US"/>
              <a:t>Purple Theme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9F2B30E-136B-200F-6F46-63B36E449AF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9" name="Freeform: Shape 31">
            <a:extLst>
              <a:ext uri="{FF2B5EF4-FFF2-40B4-BE49-F238E27FC236}">
                <a16:creationId xmlns:a16="http://schemas.microsoft.com/office/drawing/2014/main" id="{23AA4DDC-2936-0AB6-8344-5481913C661E}"/>
              </a:ext>
            </a:extLst>
          </p:cNvPr>
          <p:cNvSpPr/>
          <p:nvPr userDrawn="1"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2A1148C9-BE55-F64C-8A6E-A5239BDB4089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9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62">
            <a:extLst>
              <a:ext uri="{FF2B5EF4-FFF2-40B4-BE49-F238E27FC236}">
                <a16:creationId xmlns:a16="http://schemas.microsoft.com/office/drawing/2014/main" id="{C8F55BC8-3E55-49EB-BF20-18EB4F7F5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014" y="2514600"/>
            <a:ext cx="5485844" cy="18287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DD6E7D-B875-48DF-B6A8-450BD6AE171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85687" y="69850"/>
            <a:ext cx="5403138" cy="6788150"/>
          </a:xfrm>
        </p:spPr>
        <p:txBody>
          <a:bodyPr lIns="640080" tIns="0" rIns="640080"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on the icon to insert a picture from your computer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AAC44A2-B8BC-4B45-BE44-C4C65AFCB66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1AAC44A2-B8BC-4B45-BE44-C4C65AFCB660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3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B88A46-F304-51F6-1AAF-726E7309052D}"/>
              </a:ext>
            </a:extLst>
          </p:cNvPr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AFE851-C873-10C5-E165-301FDB834692}"/>
              </a:ext>
            </a:extLst>
          </p:cNvPr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5" name="Text Placeholder 14" descr="Doughnut chart label 3">
            <a:extLst>
              <a:ext uri="{FF2B5EF4-FFF2-40B4-BE49-F238E27FC236}">
                <a16:creationId xmlns:a16="http://schemas.microsoft.com/office/drawing/2014/main" id="{E4BDA96F-134D-4855-8751-F1043ABF3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514599"/>
            <a:ext cx="5027613" cy="1371601"/>
          </a:xfrm>
        </p:spPr>
        <p:txBody>
          <a:bodyPr anchor="ctr"/>
          <a:lstStyle>
            <a:lvl1pPr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Doughnut Chart slide, click to add text here</a:t>
            </a:r>
          </a:p>
        </p:txBody>
      </p:sp>
      <p:sp>
        <p:nvSpPr>
          <p:cNvPr id="13" name="Text Placeholder 12" descr="Doughnut chart label 1">
            <a:extLst>
              <a:ext uri="{FF2B5EF4-FFF2-40B4-BE49-F238E27FC236}">
                <a16:creationId xmlns:a16="http://schemas.microsoft.com/office/drawing/2014/main" id="{8C4F4198-4BE0-4282-8B86-20DED598DC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8330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0" name="Text Placeholder 12" descr="Doughnut chart label 2">
            <a:extLst>
              <a:ext uri="{FF2B5EF4-FFF2-40B4-BE49-F238E27FC236}">
                <a16:creationId xmlns:a16="http://schemas.microsoft.com/office/drawing/2014/main" id="{4B5F4E67-F2E8-4777-B495-668C321DCB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36416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1" name="Text Placeholder 12" descr="Doughnut chart label 4">
            <a:extLst>
              <a:ext uri="{FF2B5EF4-FFF2-40B4-BE49-F238E27FC236}">
                <a16:creationId xmlns:a16="http://schemas.microsoft.com/office/drawing/2014/main" id="{704846F3-64ED-4181-8AEC-68B9734DA9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1103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2" name="Text Placeholder 12" descr="Doughnut chart label 5">
            <a:extLst>
              <a:ext uri="{FF2B5EF4-FFF2-40B4-BE49-F238E27FC236}">
                <a16:creationId xmlns:a16="http://schemas.microsoft.com/office/drawing/2014/main" id="{DD17F439-D919-44B7-889F-96A1DAF172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88109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3" name="Text Placeholder 12" descr="Doughnut chart label 6">
            <a:extLst>
              <a:ext uri="{FF2B5EF4-FFF2-40B4-BE49-F238E27FC236}">
                <a16:creationId xmlns:a16="http://schemas.microsoft.com/office/drawing/2014/main" id="{0DA74846-CC03-44FE-9AE5-4975E808F8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20672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5FED840F-E343-734C-96BA-0EFF5AE5DAD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6F2E5-F037-5AFE-8A2F-9719B88B2F30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DFE5E-1709-A7C5-7E2F-AD1472D0175F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9" name="Graphic 8">
            <a:extLst>
              <a:ext uri="{FF2B5EF4-FFF2-40B4-BE49-F238E27FC236}">
                <a16:creationId xmlns:a16="http://schemas.microsoft.com/office/drawing/2014/main" id="{51D71EBD-582E-1FCD-4FB5-19DB293014E0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D35F1425-35AB-A636-90BD-74567B35A7DA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2" name="Freeform 49">
                <a:extLst>
                  <a:ext uri="{FF2B5EF4-FFF2-40B4-BE49-F238E27FC236}">
                    <a16:creationId xmlns:a16="http://schemas.microsoft.com/office/drawing/2014/main" id="{72251ED7-7751-A756-FB41-95D0A573AE7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50">
                <a:extLst>
                  <a:ext uri="{FF2B5EF4-FFF2-40B4-BE49-F238E27FC236}">
                    <a16:creationId xmlns:a16="http://schemas.microsoft.com/office/drawing/2014/main" id="{4F380DE5-9091-5FB2-3647-07110D57135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51">
                <a:extLst>
                  <a:ext uri="{FF2B5EF4-FFF2-40B4-BE49-F238E27FC236}">
                    <a16:creationId xmlns:a16="http://schemas.microsoft.com/office/drawing/2014/main" id="{63D834CB-F2F1-9CF3-3306-BA788EF4C863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52">
                <a:extLst>
                  <a:ext uri="{FF2B5EF4-FFF2-40B4-BE49-F238E27FC236}">
                    <a16:creationId xmlns:a16="http://schemas.microsoft.com/office/drawing/2014/main" id="{9DF9D2C4-19CD-6D6F-D1D1-11CE96C0E99D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53">
                <a:extLst>
                  <a:ext uri="{FF2B5EF4-FFF2-40B4-BE49-F238E27FC236}">
                    <a16:creationId xmlns:a16="http://schemas.microsoft.com/office/drawing/2014/main" id="{78F9C88E-5836-8A77-4538-E2CB490964F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54">
                <a:extLst>
                  <a:ext uri="{FF2B5EF4-FFF2-40B4-BE49-F238E27FC236}">
                    <a16:creationId xmlns:a16="http://schemas.microsoft.com/office/drawing/2014/main" id="{2234677F-1EF1-C24A-2456-FB35C738163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55">
                <a:extLst>
                  <a:ext uri="{FF2B5EF4-FFF2-40B4-BE49-F238E27FC236}">
                    <a16:creationId xmlns:a16="http://schemas.microsoft.com/office/drawing/2014/main" id="{626F9D8A-D6B5-1888-E8B1-9C3B8C259EF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7096839D-686D-9DA0-39C1-FF38ACD7988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8CEFB5A-654F-87FC-D4AD-C96299F7F5D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58">
                <a:extLst>
                  <a:ext uri="{FF2B5EF4-FFF2-40B4-BE49-F238E27FC236}">
                    <a16:creationId xmlns:a16="http://schemas.microsoft.com/office/drawing/2014/main" id="{CFBE9921-9212-4D37-DEE1-045D1791052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8">
              <a:extLst>
                <a:ext uri="{FF2B5EF4-FFF2-40B4-BE49-F238E27FC236}">
                  <a16:creationId xmlns:a16="http://schemas.microsoft.com/office/drawing/2014/main" id="{1E38B9D4-555F-EEC6-42D8-A5C4F792F610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2" name="Freeform 60">
                <a:extLst>
                  <a:ext uri="{FF2B5EF4-FFF2-40B4-BE49-F238E27FC236}">
                    <a16:creationId xmlns:a16="http://schemas.microsoft.com/office/drawing/2014/main" id="{9D3B5F0D-70BB-140A-76C7-DFCFF0777F32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61">
                <a:extLst>
                  <a:ext uri="{FF2B5EF4-FFF2-40B4-BE49-F238E27FC236}">
                    <a16:creationId xmlns:a16="http://schemas.microsoft.com/office/drawing/2014/main" id="{4C7E6602-CB3B-E010-2E47-5CF99A73449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62">
                <a:extLst>
                  <a:ext uri="{FF2B5EF4-FFF2-40B4-BE49-F238E27FC236}">
                    <a16:creationId xmlns:a16="http://schemas.microsoft.com/office/drawing/2014/main" id="{9D8567F3-62AD-F216-0AF6-E4169127352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63">
                <a:extLst>
                  <a:ext uri="{FF2B5EF4-FFF2-40B4-BE49-F238E27FC236}">
                    <a16:creationId xmlns:a16="http://schemas.microsoft.com/office/drawing/2014/main" id="{2FEEA58D-D9DD-FFD2-C302-3DD4E8DAF5F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64">
                <a:extLst>
                  <a:ext uri="{FF2B5EF4-FFF2-40B4-BE49-F238E27FC236}">
                    <a16:creationId xmlns:a16="http://schemas.microsoft.com/office/drawing/2014/main" id="{3C5437F9-4193-4740-1635-D710F784A6A4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65">
                <a:extLst>
                  <a:ext uri="{FF2B5EF4-FFF2-40B4-BE49-F238E27FC236}">
                    <a16:creationId xmlns:a16="http://schemas.microsoft.com/office/drawing/2014/main" id="{42E15317-316C-8EDA-CD39-0C8616D5890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66">
                <a:extLst>
                  <a:ext uri="{FF2B5EF4-FFF2-40B4-BE49-F238E27FC236}">
                    <a16:creationId xmlns:a16="http://schemas.microsoft.com/office/drawing/2014/main" id="{F53C646D-9387-7EA5-512E-D7BE25FBA13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24AFE851-C873-10C5-E165-301FDB834692}"/>
              </a:ext>
            </a:extLst>
          </p:cNvPr>
          <p:cNvSpPr/>
          <p:nvPr userDrawn="1"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6" name="page number">
            <a:extLst>
              <a:ext uri="{FF2B5EF4-FFF2-40B4-BE49-F238E27FC236}">
                <a16:creationId xmlns:a16="http://schemas.microsoft.com/office/drawing/2014/main" id="{5FED840F-E343-734C-96BA-0EFF5AE5DADC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grpSp>
        <p:nvGrpSpPr>
          <p:cNvPr id="39" name="Graphic 8">
            <a:extLst>
              <a:ext uri="{FF2B5EF4-FFF2-40B4-BE49-F238E27FC236}">
                <a16:creationId xmlns:a16="http://schemas.microsoft.com/office/drawing/2014/main" id="{51D71EBD-582E-1FCD-4FB5-19DB293014E0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D35F1425-35AB-A636-90BD-74567B35A7DA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9" name="Freeform 49">
                <a:extLst>
                  <a:ext uri="{FF2B5EF4-FFF2-40B4-BE49-F238E27FC236}">
                    <a16:creationId xmlns:a16="http://schemas.microsoft.com/office/drawing/2014/main" id="{72251ED7-7751-A756-FB41-95D0A573AE7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4F380DE5-9091-5FB2-3647-07110D57135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1">
                <a:extLst>
                  <a:ext uri="{FF2B5EF4-FFF2-40B4-BE49-F238E27FC236}">
                    <a16:creationId xmlns:a16="http://schemas.microsoft.com/office/drawing/2014/main" id="{63D834CB-F2F1-9CF3-3306-BA788EF4C863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9DF9D2C4-19CD-6D6F-D1D1-11CE96C0E99D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78F9C88E-5836-8A77-4538-E2CB490964F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4">
                <a:extLst>
                  <a:ext uri="{FF2B5EF4-FFF2-40B4-BE49-F238E27FC236}">
                    <a16:creationId xmlns:a16="http://schemas.microsoft.com/office/drawing/2014/main" id="{2234677F-1EF1-C24A-2456-FB35C738163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5">
                <a:extLst>
                  <a:ext uri="{FF2B5EF4-FFF2-40B4-BE49-F238E27FC236}">
                    <a16:creationId xmlns:a16="http://schemas.microsoft.com/office/drawing/2014/main" id="{626F9D8A-D6B5-1888-E8B1-9C3B8C259EF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7096839D-686D-9DA0-39C1-FF38ACD7988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7">
                <a:extLst>
                  <a:ext uri="{FF2B5EF4-FFF2-40B4-BE49-F238E27FC236}">
                    <a16:creationId xmlns:a16="http://schemas.microsoft.com/office/drawing/2014/main" id="{58CEFB5A-654F-87FC-D4AD-C96299F7F5D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8">
                <a:extLst>
                  <a:ext uri="{FF2B5EF4-FFF2-40B4-BE49-F238E27FC236}">
                    <a16:creationId xmlns:a16="http://schemas.microsoft.com/office/drawing/2014/main" id="{CFBE9921-9212-4D37-DEE1-045D1791052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1E38B9D4-555F-EEC6-42D8-A5C4F792F610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2" name="Freeform 60">
                <a:extLst>
                  <a:ext uri="{FF2B5EF4-FFF2-40B4-BE49-F238E27FC236}">
                    <a16:creationId xmlns:a16="http://schemas.microsoft.com/office/drawing/2014/main" id="{9D3B5F0D-70BB-140A-76C7-DFCFF0777F32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61">
                <a:extLst>
                  <a:ext uri="{FF2B5EF4-FFF2-40B4-BE49-F238E27FC236}">
                    <a16:creationId xmlns:a16="http://schemas.microsoft.com/office/drawing/2014/main" id="{4C7E6602-CB3B-E010-2E47-5CF99A73449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62">
                <a:extLst>
                  <a:ext uri="{FF2B5EF4-FFF2-40B4-BE49-F238E27FC236}">
                    <a16:creationId xmlns:a16="http://schemas.microsoft.com/office/drawing/2014/main" id="{9D8567F3-62AD-F216-0AF6-E4169127352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63">
                <a:extLst>
                  <a:ext uri="{FF2B5EF4-FFF2-40B4-BE49-F238E27FC236}">
                    <a16:creationId xmlns:a16="http://schemas.microsoft.com/office/drawing/2014/main" id="{2FEEA58D-D9DD-FFD2-C302-3DD4E8DAF5F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64">
                <a:extLst>
                  <a:ext uri="{FF2B5EF4-FFF2-40B4-BE49-F238E27FC236}">
                    <a16:creationId xmlns:a16="http://schemas.microsoft.com/office/drawing/2014/main" id="{3C5437F9-4193-4740-1635-D710F784A6A4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42E15317-316C-8EDA-CD39-0C8616D5890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66">
                <a:extLst>
                  <a:ext uri="{FF2B5EF4-FFF2-40B4-BE49-F238E27FC236}">
                    <a16:creationId xmlns:a16="http://schemas.microsoft.com/office/drawing/2014/main" id="{F53C646D-9387-7EA5-512E-D7BE25FBA13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277E1DA-8868-BA67-BE68-686EDA512F5C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sp>
        <p:nvSpPr>
          <p:cNvPr id="23" name="Chart Placeholder 22">
            <a:extLst>
              <a:ext uri="{FF2B5EF4-FFF2-40B4-BE49-F238E27FC236}">
                <a16:creationId xmlns:a16="http://schemas.microsoft.com/office/drawing/2014/main" id="{4093E53D-7586-4113-99BD-F45F1343692F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 bwMode="gray">
          <a:xfrm>
            <a:off x="662672" y="722997"/>
            <a:ext cx="4480256" cy="4480256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insert a </a:t>
            </a:r>
            <a:br>
              <a:rPr lang="en-US"/>
            </a:br>
            <a:r>
              <a:rPr lang="en-US"/>
              <a:t>Doughnut chart</a:t>
            </a:r>
          </a:p>
        </p:txBody>
      </p:sp>
    </p:spTree>
    <p:extLst>
      <p:ext uri="{BB962C8B-B14F-4D97-AF65-F5344CB8AC3E}">
        <p14:creationId xmlns:p14="http://schemas.microsoft.com/office/powerpoint/2010/main" val="2996566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>
            <a:extLst>
              <a:ext uri="{FF2B5EF4-FFF2-40B4-BE49-F238E27FC236}">
                <a16:creationId xmlns:a16="http://schemas.microsoft.com/office/drawing/2014/main" id="{BE17F87B-8433-6C45-84D8-13DF5C0ADDB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BE17F87B-8433-6C45-84D8-13DF5C0ADDB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9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6DE6961-EE11-6DE7-194F-886ED937142D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rgbClr val="61A30E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8F365AF-9910-BF20-6CFB-24D4C0928B4D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07DE2-A4BE-3B43-A385-D616B948566C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11" name="Graphic 8">
            <a:extLst>
              <a:ext uri="{FF2B5EF4-FFF2-40B4-BE49-F238E27FC236}">
                <a16:creationId xmlns:a16="http://schemas.microsoft.com/office/drawing/2014/main" id="{6CCAFF07-C864-65F7-E8B7-2C5633311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12" name="Graphic 8">
              <a:extLst>
                <a:ext uri="{FF2B5EF4-FFF2-40B4-BE49-F238E27FC236}">
                  <a16:creationId xmlns:a16="http://schemas.microsoft.com/office/drawing/2014/main" id="{AE286926-0755-5C11-7A0A-71094C615B0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1302BC0-EF33-69DC-5657-3D7BE117EB0F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BEAD69D2-73E4-A144-E3E4-00652D470A7C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D44DE0F-E65D-8F5E-DDB1-448E05AF8B4D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00A7CEA-47C8-F052-0ABC-CC3EB17C99C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263CA39-11CD-CCFC-8658-51B68E806BF2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54151A7-9F9E-00A6-12C4-7BF08E75C919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1677C85A-569D-FF5C-4327-E5F7B4ABB32F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E88D3A2E-3EBA-D825-F133-2DE36CA58E5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3803B19A-69EA-855A-98FD-BD1186959E33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BFA825D-97CB-A8C0-AFB9-8046277D8437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5" name="Graphic 8">
              <a:extLst>
                <a:ext uri="{FF2B5EF4-FFF2-40B4-BE49-F238E27FC236}">
                  <a16:creationId xmlns:a16="http://schemas.microsoft.com/office/drawing/2014/main" id="{3A2519BE-9221-F0E4-149B-1E0F287B15F2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24DA16D-AFE1-058B-85D1-9EA36D66A8E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5335D38-CD27-91AC-1D9C-2ECBE6EA600D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93057BCE-C1E5-5093-0F75-68335E992A19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CA24CC9-729F-DCB8-F923-0F15F8C9188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BAE7E7AF-181B-E7F5-FE78-4DDD4C4C35B5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473C35A-2B1B-B305-B605-0C9EA6533ED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150F0538-4DA7-4B39-5875-633FB664361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C5EE576-7D35-4E9E-7E82-8116BB430A44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1">
            <a:extLst>
              <a:ext uri="{FF2B5EF4-FFF2-40B4-BE49-F238E27FC236}">
                <a16:creationId xmlns:a16="http://schemas.microsoft.com/office/drawing/2014/main" id="{1C5EE576-7D35-4E9E-7E82-8116BB430A44}"/>
              </a:ext>
            </a:extLst>
          </p:cNvPr>
          <p:cNvSpPr/>
          <p:nvPr userDrawn="1"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0D969-A405-CD2A-A392-B917B8B613B7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10003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BDF268-11B0-0052-054F-E2A7324524A8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chemeClr val="accent2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D863588-1EDA-72EC-6D61-3E8A0E7CB273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FB6A110-E961-EB34-6F92-35210D5B70F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12A38-34FF-DD48-95F6-31F5ED4772C8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0951A-A1C2-4343-3CAE-6020736681CC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24270-F144-4E34-E75B-7BF480C1A43F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4" name="Graphic 8">
            <a:extLst>
              <a:ext uri="{FF2B5EF4-FFF2-40B4-BE49-F238E27FC236}">
                <a16:creationId xmlns:a16="http://schemas.microsoft.com/office/drawing/2014/main" id="{51193D83-E1DC-D884-497D-C36876692E8C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6288BEE3-23F3-B6B1-B482-0F9A9F569EA0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0DE5843-3B4A-E700-B0DB-5D9A3AD21F9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DE397DD-E9E8-91B5-8C3B-45ED0D0B04B1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E6BB379-A9C5-4D4D-9C59-B482A1CFFCF1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5BF377CA-F78E-1D05-7E30-F0B6B3DB3F0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C25C045-0720-3CF6-0232-C3865968DD47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92D9964-F2E9-F1D3-0D41-4D1006001336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018C7F5-E13A-499D-ABFD-F4667F22C04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0E76BD13-FD6A-3266-F187-4A6360DA733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254CDF54-5CC7-42D5-FF3B-EA1A9615C9EB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CA008CD7-A5BA-D93B-24CF-53A3613EEB9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0E16E021-24D5-689F-4C32-B7C3B76D27F1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E90104B9-EB0A-6BF7-8DA0-69BE6F5CEC5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4FF2423-AC5E-7429-E3BB-D400CC6C4F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278A855B-3ED8-07E8-9617-3CABB4692131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30E10BD-35C4-2EB3-CD9E-CB79BB947F2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D6F1BE7-A87D-4DD0-910A-5119820395C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59043ED-8660-66C4-91BC-AF45873D847E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479B44E-348E-907C-601F-D41A24CC5E58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2" name="Freeform: Shape 14">
            <a:extLst>
              <a:ext uri="{FF2B5EF4-FFF2-40B4-BE49-F238E27FC236}">
                <a16:creationId xmlns:a16="http://schemas.microsoft.com/office/drawing/2014/main" id="{CD863588-1EDA-72EC-6D61-3E8A0E7CB273}"/>
              </a:ext>
            </a:extLst>
          </p:cNvPr>
          <p:cNvSpPr/>
          <p:nvPr userDrawn="1"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29">
            <a:extLst>
              <a:ext uri="{FF2B5EF4-FFF2-40B4-BE49-F238E27FC236}">
                <a16:creationId xmlns:a16="http://schemas.microsoft.com/office/drawing/2014/main" id="{FFB6A110-E961-EB34-6F92-35210D5B70F6}"/>
              </a:ext>
            </a:extLst>
          </p:cNvPr>
          <p:cNvSpPr/>
          <p:nvPr userDrawn="1"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D12A38-34FF-DD48-95F6-31F5ED4772C8}"/>
              </a:ext>
            </a:extLst>
          </p:cNvPr>
          <p:cNvSpPr txBox="1"/>
          <p:nvPr userDrawn="1"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51193D83-E1DC-D884-497D-C36876692E8C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6288BEE3-23F3-B6B1-B482-0F9A9F569EA0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90DE5843-3B4A-E700-B0DB-5D9A3AD21F9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DE397DD-E9E8-91B5-8C3B-45ED0D0B04B1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6BB379-A9C5-4D4D-9C59-B482A1CFFCF1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5BF377CA-F78E-1D05-7E30-F0B6B3DB3F0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C25C045-0720-3CF6-0232-C3865968DD47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492D9964-F2E9-F1D3-0D41-4D1006001336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018C7F5-E13A-499D-ABFD-F4667F22C04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0E76BD13-FD6A-3266-F187-4A6360DA733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54CDF54-5CC7-42D5-FF3B-EA1A9615C9EB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A008CD7-A5BA-D93B-24CF-53A3613EEB9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0E16E021-24D5-689F-4C32-B7C3B76D27F1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E90104B9-EB0A-6BF7-8DA0-69BE6F5CEC5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14FF2423-AC5E-7429-E3BB-D400CC6C4F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278A855B-3ED8-07E8-9617-3CABB4692131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30E10BD-35C4-2EB3-CD9E-CB79BB947F2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D6F1BE7-A87D-4DD0-910A-5119820395C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A59043ED-8660-66C4-91BC-AF45873D847E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479B44E-348E-907C-601F-D41A24CC5E58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FCD237-E611-CAC8-3736-F49AF3DA231A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85378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D7BA03-D917-7BF7-506D-6901DD40B1DF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chemeClr val="accent5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317424D-DA75-A15F-0C19-096E89461340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B9DBD-7EC8-8749-8D2B-52C66972D46E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B548BE-0CE3-CE23-414D-C93C2FDD312A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Broadcom Proprietary and Confidential. Copyright © 2024 Broadcom.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99895-20CD-709C-3907-26845A30404E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4" name="Graphic 8">
            <a:extLst>
              <a:ext uri="{FF2B5EF4-FFF2-40B4-BE49-F238E27FC236}">
                <a16:creationId xmlns:a16="http://schemas.microsoft.com/office/drawing/2014/main" id="{8112DCCF-A410-8E64-BF5C-1AED8279B1FF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A780A5E4-1B39-5A5D-52AB-EFC20E62EA25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0903C10-9C43-4029-1989-8796170B6B2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9527ED7E-456D-AB30-D2D0-4C61F6B8397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0499A972-1ADB-ED5A-C815-DB3F2191D945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D803CC09-D71F-9E10-DA97-C55AD0BCE24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13B2A944-7BD4-DD11-180F-B80BF28EB678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C8B82B9-ED10-F9AC-D3B8-E0275C3CBDE8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4627E22E-2D4D-FEA9-006A-7DD242E2518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4169526B-DAA6-4992-5CF6-225DE8545F4E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555D210-195A-A18A-E0CE-77874E51EB4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83DDD2B8-EB7C-AACE-B23F-6FA8B1A57F12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33CF0C83-9B67-4AA2-133D-C3006C860F5E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0811D246-0428-1254-CBB5-CB40B6BB8558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0FE8401-7316-2698-D80B-7C0E88A325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241BCF0-F50B-2C01-4E3D-8987EE3AEBC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45D38ED-BA90-5035-9D1B-207CDE6D1DD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95663DE-6FC0-F26D-5DE1-C203DA0E3D8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EE0604B-AD28-DEF4-B2C5-6D7AB5FD3A55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76B44DF-1000-68A6-6AF7-E8182D7C4F2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039270F-3B2C-5A52-9E64-757A7B13656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7">
            <a:extLst>
              <a:ext uri="{FF2B5EF4-FFF2-40B4-BE49-F238E27FC236}">
                <a16:creationId xmlns:a16="http://schemas.microsoft.com/office/drawing/2014/main" id="{6317424D-DA75-A15F-0C19-096E89461340}"/>
              </a:ext>
            </a:extLst>
          </p:cNvPr>
          <p:cNvSpPr/>
          <p:nvPr userDrawn="1"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EB9DBD-7EC8-8749-8D2B-52C66972D46E}"/>
              </a:ext>
            </a:extLst>
          </p:cNvPr>
          <p:cNvSpPr txBox="1"/>
          <p:nvPr userDrawn="1"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35" name="Graphic 8">
            <a:extLst>
              <a:ext uri="{FF2B5EF4-FFF2-40B4-BE49-F238E27FC236}">
                <a16:creationId xmlns:a16="http://schemas.microsoft.com/office/drawing/2014/main" id="{8112DCCF-A410-8E64-BF5C-1AED8279B1FF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6" name="Graphic 8">
              <a:extLst>
                <a:ext uri="{FF2B5EF4-FFF2-40B4-BE49-F238E27FC236}">
                  <a16:creationId xmlns:a16="http://schemas.microsoft.com/office/drawing/2014/main" id="{A780A5E4-1B39-5A5D-52AB-EFC20E62EA25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E0903C10-9C43-4029-1989-8796170B6B2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9527ED7E-456D-AB30-D2D0-4C61F6B8397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0499A972-1ADB-ED5A-C815-DB3F2191D945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D803CC09-D71F-9E10-DA97-C55AD0BCE24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3B2A944-7BD4-DD11-180F-B80BF28EB678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C8B82B9-ED10-F9AC-D3B8-E0275C3CBDE8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4627E22E-2D4D-FEA9-006A-7DD242E2518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4169526B-DAA6-4992-5CF6-225DE8545F4E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4555D210-195A-A18A-E0CE-77874E51EB4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3DDD2B8-EB7C-AACE-B23F-6FA8B1A57F12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7" name="Graphic 8">
              <a:extLst>
                <a:ext uri="{FF2B5EF4-FFF2-40B4-BE49-F238E27FC236}">
                  <a16:creationId xmlns:a16="http://schemas.microsoft.com/office/drawing/2014/main" id="{33CF0C83-9B67-4AA2-133D-C3006C860F5E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0811D246-0428-1254-CBB5-CB40B6BB8558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0FE8401-7316-2698-D80B-7C0E88A325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2241BCF0-F50B-2C01-4E3D-8987EE3AEBC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E45D38ED-BA90-5035-9D1B-207CDE6D1DD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495663DE-6FC0-F26D-5DE1-C203DA0E3D8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EE0604B-AD28-DEF4-B2C5-6D7AB5FD3A55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676B44DF-1000-68A6-6AF7-E8182D7C4F2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5" name="Freeform: Shape 12">
            <a:extLst>
              <a:ext uri="{FF2B5EF4-FFF2-40B4-BE49-F238E27FC236}">
                <a16:creationId xmlns:a16="http://schemas.microsoft.com/office/drawing/2014/main" id="{C039270F-3B2C-5A52-9E64-757A7B136566}"/>
              </a:ext>
            </a:extLst>
          </p:cNvPr>
          <p:cNvSpPr/>
          <p:nvPr userDrawn="1"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C42D0-DC6D-DA1A-9109-B30DDBCA1FD2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21344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330200"/>
            <a:ext cx="10969943" cy="812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86301" y="6669360"/>
            <a:ext cx="5180251" cy="149224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6D8CF-3CDE-4807-BCD2-C9F2B831A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781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50B906-C5A3-4658-B24C-B2B533310D26}"/>
              </a:ext>
            </a:extLst>
          </p:cNvPr>
          <p:cNvSpPr txBox="1"/>
          <p:nvPr userDrawn="1"/>
        </p:nvSpPr>
        <p:spPr>
          <a:xfrm>
            <a:off x="11490941" y="6388101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sz="1799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3FF99D-8522-4698-BE65-7CC8406878E4}"/>
              </a:ext>
            </a:extLst>
          </p:cNvPr>
          <p:cNvSpPr txBox="1"/>
          <p:nvPr userDrawn="1"/>
        </p:nvSpPr>
        <p:spPr>
          <a:xfrm>
            <a:off x="2117557" y="6510280"/>
            <a:ext cx="1965493" cy="1508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12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tx1"/>
                </a:solidFill>
                <a:latin typeface="+mj-lt"/>
              </a:rPr>
              <a:t>©</a:t>
            </a:r>
            <a:r>
              <a:rPr lang="is-IS" sz="800">
                <a:solidFill>
                  <a:schemeClr val="tx1"/>
                </a:solidFill>
                <a:latin typeface="+mj-lt"/>
              </a:rPr>
              <a:t>2020</a:t>
            </a:r>
            <a:r>
              <a:rPr lang="en-US" sz="800">
                <a:solidFill>
                  <a:schemeClr val="tx1"/>
                </a:solidFill>
                <a:latin typeface="+mj-lt"/>
              </a:rPr>
              <a:t> VMware, Inc.</a:t>
            </a:r>
          </a:p>
          <a:p>
            <a:pPr>
              <a:lnSpc>
                <a:spcPct val="90000"/>
              </a:lnSpc>
            </a:pPr>
            <a:endParaRPr lang="en-US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333358-58C9-4949-98D5-BC5D4A31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8211D2-9BBA-4EB9-8867-E2CC72E9E0D1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92867" y="811831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999">
                <a:solidFill>
                  <a:schemeClr val="accent4"/>
                </a:solidFill>
                <a:latin typeface="+mn-lt"/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6657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519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12897" y="457200"/>
            <a:ext cx="11363032" cy="366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sz="quarter" idx="12"/>
          </p:nvPr>
        </p:nvSpPr>
        <p:spPr>
          <a:xfrm>
            <a:off x="412897" y="914401"/>
            <a:ext cx="11363032" cy="332399"/>
          </a:xfrm>
        </p:spPr>
        <p:txBody>
          <a:bodyPr lIns="0" tIns="0" rIns="0" bIns="0"/>
          <a:lstStyle>
            <a:lvl1pPr marL="0" marR="0" indent="0">
              <a:spcBef>
                <a:spcPts val="0"/>
              </a:spcBef>
              <a:spcAft>
                <a:spcPts val="0"/>
              </a:spcAft>
              <a:buNone/>
              <a:defRPr sz="2399" b="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3744794"/>
      </p:ext>
    </p:extLst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081" y="6356351"/>
            <a:ext cx="2133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3386" y="6356351"/>
            <a:ext cx="28948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1494" y="6356351"/>
            <a:ext cx="2133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91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edit title"/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/>
          <a:p>
            <a:r>
              <a:rPr lang="en-US"/>
              <a:t>Click to edit Master default content style</a:t>
            </a:r>
          </a:p>
        </p:txBody>
      </p:sp>
      <p:sp>
        <p:nvSpPr>
          <p:cNvPr id="3" name="Click to edit content box"/>
          <p:cNvSpPr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grpSp>
        <p:nvGrpSpPr>
          <p:cNvPr id="48" name="Graphic 8">
            <a:extLst>
              <a:ext uri="{FF2B5EF4-FFF2-40B4-BE49-F238E27FC236}">
                <a16:creationId xmlns:a16="http://schemas.microsoft.com/office/drawing/2014/main" id="{D82EF380-0C1A-9923-E1BB-4A4A82A5005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9" name="Graphic 8">
              <a:extLst>
                <a:ext uri="{FF2B5EF4-FFF2-40B4-BE49-F238E27FC236}">
                  <a16:creationId xmlns:a16="http://schemas.microsoft.com/office/drawing/2014/main" id="{54FAF84D-171B-0C10-ED68-71DF0155B5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3FA24438-4158-EA0B-DE4E-8015E1E32AD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6BB840E-D68F-76E7-7DA9-BF6B79D252BE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59510B1D-6A5F-3EF5-3680-B51E20570E6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E2502CCC-DB03-C01E-2299-92CA9168461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6A128EB-98F4-7BC5-3A7C-1938363F3CAF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77180F-AD7B-87CD-0633-18DC1BE313BF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11FB90A8-4445-04B0-1766-E758C4EED92E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E758F9E-2750-6183-E9D2-FF433D17AAD5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4B84BC6-1055-8C5E-535B-75A833A8799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CFE27250-866A-DEF8-25F4-955344428C4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0" name="Graphic 8">
              <a:extLst>
                <a:ext uri="{FF2B5EF4-FFF2-40B4-BE49-F238E27FC236}">
                  <a16:creationId xmlns:a16="http://schemas.microsoft.com/office/drawing/2014/main" id="{105759BC-89FC-99DA-EED4-D1E8B30B32A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512BB0ED-CA6C-C9CB-ACAD-1C325B73274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C8889F5C-7017-F0AD-A292-0E3EA56F8524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47F206F2-6C2D-0598-8600-BCAF57BB1FE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A9925AE1-2698-ECBF-CB8C-C2FA61B1948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218BC9EB-B196-3184-73E5-DDF213272F2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B3E0CCF2-026F-7198-71FE-EEC15EFDC57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EF4B9FAC-CA66-86DF-4447-1C97FD11917C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9" name="Graphic 7">
            <a:extLst>
              <a:ext uri="{FF2B5EF4-FFF2-40B4-BE49-F238E27FC236}">
                <a16:creationId xmlns:a16="http://schemas.microsoft.com/office/drawing/2014/main" id="{4347DF9D-10B3-D013-C54B-0CEA1344F18E}"/>
              </a:ext>
            </a:extLst>
          </p:cNvPr>
          <p:cNvSpPr/>
          <p:nvPr/>
        </p:nvSpPr>
        <p:spPr>
          <a:xfrm>
            <a:off x="0" y="0"/>
            <a:ext cx="12188825" cy="74871"/>
          </a:xfrm>
          <a:custGeom>
            <a:avLst/>
            <a:gdLst>
              <a:gd name="connsiteX0" fmla="*/ 0 w 12185715"/>
              <a:gd name="connsiteY0" fmla="*/ 0 h 74871"/>
              <a:gd name="connsiteX1" fmla="*/ 12185716 w 12185715"/>
              <a:gd name="connsiteY1" fmla="*/ 0 h 74871"/>
              <a:gd name="connsiteX2" fmla="*/ 12185716 w 12185715"/>
              <a:gd name="connsiteY2" fmla="*/ 74871 h 74871"/>
              <a:gd name="connsiteX3" fmla="*/ 0 w 12185715"/>
              <a:gd name="connsiteY3" fmla="*/ 74871 h 7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5715" h="74871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97138-A018-1FCE-9C69-099B94E017A6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398740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6" r:id="rId1"/>
    <p:sldLayoutId id="2147484197" r:id="rId2"/>
    <p:sldLayoutId id="2147484198" r:id="rId3"/>
    <p:sldLayoutId id="2147484199" r:id="rId4"/>
    <p:sldLayoutId id="2147484200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  <p:sldLayoutId id="2147484207" r:id="rId12"/>
    <p:sldLayoutId id="2147484208" r:id="rId13"/>
    <p:sldLayoutId id="2147484209" r:id="rId14"/>
    <p:sldLayoutId id="2147484210" r:id="rId15"/>
    <p:sldLayoutId id="2147484211" r:id="rId16"/>
    <p:sldLayoutId id="2147484212" r:id="rId17"/>
    <p:sldLayoutId id="2147484213" r:id="rId18"/>
    <p:sldLayoutId id="2147484214" r:id="rId19"/>
    <p:sldLayoutId id="2147484215" r:id="rId20"/>
    <p:sldLayoutId id="2147484216" r:id="rId21"/>
    <p:sldLayoutId id="2147484217" r:id="rId22"/>
    <p:sldLayoutId id="2147484218" r:id="rId23"/>
    <p:sldLayoutId id="2147484219" r:id="rId24"/>
    <p:sldLayoutId id="2147484220" r:id="rId25"/>
    <p:sldLayoutId id="2147484221" r:id="rId26"/>
    <p:sldLayoutId id="2147484222" r:id="rId27"/>
    <p:sldLayoutId id="2147484223" r:id="rId28"/>
    <p:sldLayoutId id="2147484224" r:id="rId29"/>
    <p:sldLayoutId id="2147484225" r:id="rId30"/>
    <p:sldLayoutId id="2147484226" r:id="rId31"/>
    <p:sldLayoutId id="2147484227" r:id="rId32"/>
    <p:sldLayoutId id="2147484228" r:id="rId33"/>
    <p:sldLayoutId id="2147484229" r:id="rId34"/>
    <p:sldLayoutId id="2147484230" r:id="rId35"/>
    <p:sldLayoutId id="2147484231" r:id="rId36"/>
    <p:sldLayoutId id="2147484232" r:id="rId37"/>
    <p:sldLayoutId id="2147484233" r:id="rId38"/>
    <p:sldLayoutId id="2147484234" r:id="rId39"/>
    <p:sldLayoutId id="2147484235" r:id="rId40"/>
    <p:sldLayoutId id="2147484236" r:id="rId41"/>
    <p:sldLayoutId id="2147484237" r:id="rId42"/>
    <p:sldLayoutId id="2147484238" r:id="rId43"/>
    <p:sldLayoutId id="2147484239" r:id="rId44"/>
    <p:sldLayoutId id="2147484242" r:id="rId45"/>
    <p:sldLayoutId id="2147484243" r:id="rId46"/>
    <p:sldLayoutId id="2147484244" r:id="rId4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453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Camphor Std" panose="020B0504030404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9963" indent="-1666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3811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Camphor Std" panose="020B0504030404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58888" indent="-11112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7953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System Font Regular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5098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2243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System Font Regular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sv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48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title="Title">
            <a:extLst>
              <a:ext uri="{FF2B5EF4-FFF2-40B4-BE49-F238E27FC236}">
                <a16:creationId xmlns:a16="http://schemas.microsoft.com/office/drawing/2014/main" id="{A63C1E39-47A3-4DE2-94D6-ACF90DA5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VSMC Design</a:t>
            </a:r>
          </a:p>
        </p:txBody>
      </p:sp>
      <p:sp>
        <p:nvSpPr>
          <p:cNvPr id="6" name="Subtitle 5" title="Subtitle">
            <a:extLst>
              <a:ext uri="{FF2B5EF4-FFF2-40B4-BE49-F238E27FC236}">
                <a16:creationId xmlns:a16="http://schemas.microsoft.com/office/drawing/2014/main" id="{E9F5EA07-8DDC-4D4D-9AB3-BDA3AABD5294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592948" y="2986547"/>
            <a:ext cx="5116452" cy="150356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1">
                  <a:lumMod val="60000"/>
                  <a:lumOff val="40000"/>
                </a:srgb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 slide options are visible under slide master</a:t>
            </a:r>
          </a:p>
          <a:p>
            <a:pPr lvl="0"/>
            <a:br>
              <a:rPr lang="en-US" sz="1400">
                <a:latin typeface="+mn-lt"/>
              </a:rPr>
            </a:br>
            <a:r>
              <a:rPr lang="en-US" sz="1400">
                <a:latin typeface="+mn-lt"/>
              </a:rPr>
              <a:t>109 Release</a:t>
            </a:r>
            <a:br>
              <a:rPr lang="en-US" sz="1400">
                <a:latin typeface="+mn-lt"/>
              </a:rPr>
            </a:br>
            <a:r>
              <a:rPr lang="en-US" sz="1400">
                <a:latin typeface="+mn-lt"/>
              </a:rPr>
              <a:t>March 4, 2025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077C438-0FCE-6CA4-BBFD-76FB9C54E0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DDC81F-0D6C-B271-6FFC-3A32EFDC42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ctr"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13BD92A-701D-576E-8B7A-DB2450A20A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10110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511E4D30-9A78-5BE7-6FEC-B4D7710302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TW"/>
              <a:t>Naming Rule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9100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1DFB09F0-CCF7-7E49-9C2F-438A883D1AD6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zh-TW"/>
              <a:t>Hardware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027135B-7F29-F742-9488-48869F0B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FQDN Naming Rule For Sample</a:t>
            </a:r>
            <a:endParaRPr kumimoji="1" lang="zh-TW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3788317-9E92-4245-B95A-17CFC042F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142178"/>
              </p:ext>
            </p:extLst>
          </p:nvPr>
        </p:nvGraphicFramePr>
        <p:xfrm>
          <a:off x="8359912" y="3167904"/>
          <a:ext cx="3699769" cy="25958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930308">
                  <a:extLst>
                    <a:ext uri="{9D8B030D-6E8A-4147-A177-3AD203B41FA5}">
                      <a16:colId xmlns:a16="http://schemas.microsoft.com/office/drawing/2014/main" val="1719717944"/>
                    </a:ext>
                  </a:extLst>
                </a:gridCol>
                <a:gridCol w="1769461">
                  <a:extLst>
                    <a:ext uri="{9D8B030D-6E8A-4147-A177-3AD203B41FA5}">
                      <a16:colId xmlns:a16="http://schemas.microsoft.com/office/drawing/2014/main" val="2996662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410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department</a:t>
                      </a:r>
                      <a:endParaRPr lang="en" altLang="zh-TW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v</a:t>
                      </a:r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774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FAB</a:t>
                      </a:r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f12</a:t>
                      </a:r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95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Plane</a:t>
                      </a:r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p1</a:t>
                      </a:r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21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Rack No.</a:t>
                      </a:r>
                      <a:endParaRPr kumimoji="1" lang="zh-TW" alt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 1=c01</a:t>
                      </a:r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14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Rack units</a:t>
                      </a:r>
                      <a:r>
                        <a:rPr lang="zh-TW" altLang="en-US" sz="14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10U=10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9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>
                          <a:solidFill>
                            <a:schemeClr val="tx1"/>
                          </a:solidFill>
                        </a:rPr>
                        <a:t>Hardware Vender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Lenovo=le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843641"/>
                  </a:ext>
                </a:extLst>
              </a:tr>
            </a:tbl>
          </a:graphicData>
        </a:graphic>
      </p:graphicFrame>
      <p:pic>
        <p:nvPicPr>
          <p:cNvPr id="25" name="Graphic 254">
            <a:extLst>
              <a:ext uri="{FF2B5EF4-FFF2-40B4-BE49-F238E27FC236}">
                <a16:creationId xmlns:a16="http://schemas.microsoft.com/office/drawing/2014/main" id="{6AF01365-DC3C-E14E-BF01-B3FE14E8D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76" y="3670494"/>
            <a:ext cx="1545511" cy="411305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41624438-5463-F04F-BCD6-62780C0A033A}"/>
              </a:ext>
            </a:extLst>
          </p:cNvPr>
          <p:cNvSpPr/>
          <p:nvPr/>
        </p:nvSpPr>
        <p:spPr>
          <a:xfrm>
            <a:off x="579809" y="3574153"/>
            <a:ext cx="1714501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pic>
        <p:nvPicPr>
          <p:cNvPr id="30" name="Graphic 254">
            <a:extLst>
              <a:ext uri="{FF2B5EF4-FFF2-40B4-BE49-F238E27FC236}">
                <a16:creationId xmlns:a16="http://schemas.microsoft.com/office/drawing/2014/main" id="{491E54BA-83DB-1041-98E1-ADDEFD414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4109" y="4165330"/>
            <a:ext cx="1545511" cy="411305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23956EB3-D702-4349-9DC6-B99BB9B13EE3}"/>
              </a:ext>
            </a:extLst>
          </p:cNvPr>
          <p:cNvSpPr/>
          <p:nvPr/>
        </p:nvSpPr>
        <p:spPr>
          <a:xfrm>
            <a:off x="2329615" y="3574153"/>
            <a:ext cx="1714501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pic>
        <p:nvPicPr>
          <p:cNvPr id="32" name="Graphic 254">
            <a:extLst>
              <a:ext uri="{FF2B5EF4-FFF2-40B4-BE49-F238E27FC236}">
                <a16:creationId xmlns:a16="http://schemas.microsoft.com/office/drawing/2014/main" id="{89F19E0A-D7E6-5B42-BAAA-717F2237A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3300" y="4641224"/>
            <a:ext cx="1545511" cy="411305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48746935-C88A-2543-9459-E0BA0E64C6FC}"/>
              </a:ext>
            </a:extLst>
          </p:cNvPr>
          <p:cNvSpPr/>
          <p:nvPr/>
        </p:nvSpPr>
        <p:spPr>
          <a:xfrm>
            <a:off x="4079421" y="3574153"/>
            <a:ext cx="1714501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pic>
        <p:nvPicPr>
          <p:cNvPr id="34" name="Graphic 254">
            <a:extLst>
              <a:ext uri="{FF2B5EF4-FFF2-40B4-BE49-F238E27FC236}">
                <a16:creationId xmlns:a16="http://schemas.microsoft.com/office/drawing/2014/main" id="{AECAAA82-5694-C446-831A-A67E351E9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7520" y="5091311"/>
            <a:ext cx="1545511" cy="411305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6C708846-A535-AC44-BE15-73AADCD879B7}"/>
              </a:ext>
            </a:extLst>
          </p:cNvPr>
          <p:cNvSpPr/>
          <p:nvPr/>
        </p:nvSpPr>
        <p:spPr>
          <a:xfrm>
            <a:off x="5829227" y="3574153"/>
            <a:ext cx="1714501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340CF6AF-A3FE-D94F-B488-AE4267C6FFEF}"/>
              </a:ext>
            </a:extLst>
          </p:cNvPr>
          <p:cNvSpPr txBox="1"/>
          <p:nvPr/>
        </p:nvSpPr>
        <p:spPr>
          <a:xfrm>
            <a:off x="1078741" y="4157495"/>
            <a:ext cx="822148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vf12p1140le</a:t>
            </a:r>
            <a:endParaRPr kumimoji="1" lang="zh-TW" altLang="en-US" sz="120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5876E7F6-5815-A249-9B43-BCAF77B8F0F4}"/>
              </a:ext>
            </a:extLst>
          </p:cNvPr>
          <p:cNvSpPr txBox="1"/>
          <p:nvPr/>
        </p:nvSpPr>
        <p:spPr>
          <a:xfrm>
            <a:off x="2770083" y="4619886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vf12p1230le</a:t>
            </a:r>
            <a:endParaRPr kumimoji="1" lang="zh-TW" altLang="en-US" sz="120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C36CBEF-C915-5B63-367B-96DCC8E6F747}"/>
              </a:ext>
            </a:extLst>
          </p:cNvPr>
          <p:cNvSpPr txBox="1"/>
          <p:nvPr/>
        </p:nvSpPr>
        <p:spPr>
          <a:xfrm>
            <a:off x="4681597" y="5096840"/>
            <a:ext cx="995465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vf12p1c0320le</a:t>
            </a:r>
            <a:endParaRPr kumimoji="1" lang="zh-TW" altLang="en-US" sz="120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0D02C6-2985-9E0E-0ECA-CE2530262998}"/>
              </a:ext>
            </a:extLst>
          </p:cNvPr>
          <p:cNvSpPr txBox="1"/>
          <p:nvPr/>
        </p:nvSpPr>
        <p:spPr>
          <a:xfrm>
            <a:off x="6442019" y="5579118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vf12p1410le</a:t>
            </a:r>
            <a:endParaRPr kumimoji="1" lang="zh-TW" altLang="en-US" sz="120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8E16B18-26D1-4731-65B2-FBF7B65A7FAA}"/>
              </a:ext>
            </a:extLst>
          </p:cNvPr>
          <p:cNvSpPr txBox="1"/>
          <p:nvPr/>
        </p:nvSpPr>
        <p:spPr>
          <a:xfrm>
            <a:off x="7671294" y="3612395"/>
            <a:ext cx="280526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40U</a:t>
            </a:r>
            <a:endParaRPr kumimoji="1" lang="zh-TW" altLang="en-US" sz="120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70B26E6-1DD2-C697-BF25-FC58E5590B84}"/>
              </a:ext>
            </a:extLst>
          </p:cNvPr>
          <p:cNvSpPr txBox="1"/>
          <p:nvPr/>
        </p:nvSpPr>
        <p:spPr>
          <a:xfrm>
            <a:off x="7671294" y="4186315"/>
            <a:ext cx="29519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30U</a:t>
            </a:r>
            <a:endParaRPr kumimoji="1" lang="zh-TW" altLang="en-US" sz="120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BA0468E-A033-7EA6-B34B-A425C25609CB}"/>
              </a:ext>
            </a:extLst>
          </p:cNvPr>
          <p:cNvSpPr txBox="1"/>
          <p:nvPr/>
        </p:nvSpPr>
        <p:spPr>
          <a:xfrm>
            <a:off x="7656623" y="4671178"/>
            <a:ext cx="29519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20U</a:t>
            </a:r>
            <a:endParaRPr kumimoji="1" lang="zh-TW" altLang="en-US" sz="120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0D658DF0-F957-BBCE-3725-A435FA4FAF23}"/>
              </a:ext>
            </a:extLst>
          </p:cNvPr>
          <p:cNvSpPr txBox="1"/>
          <p:nvPr/>
        </p:nvSpPr>
        <p:spPr>
          <a:xfrm>
            <a:off x="7670148" y="5133813"/>
            <a:ext cx="29519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10U</a:t>
            </a:r>
            <a:endParaRPr kumimoji="1" lang="zh-TW" altLang="en-US" sz="120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3D41E98-0F0A-7C71-93BA-6FAC62B9EEA8}"/>
              </a:ext>
            </a:extLst>
          </p:cNvPr>
          <p:cNvSpPr txBox="1"/>
          <p:nvPr/>
        </p:nvSpPr>
        <p:spPr>
          <a:xfrm>
            <a:off x="1221349" y="3308331"/>
            <a:ext cx="536931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1</a:t>
            </a:r>
            <a:endParaRPr kumimoji="1" lang="zh-TW" altLang="en-US" sz="120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0601B1C-1D2F-D4CC-4D94-CFC8E3D64599}"/>
              </a:ext>
            </a:extLst>
          </p:cNvPr>
          <p:cNvSpPr txBox="1"/>
          <p:nvPr/>
        </p:nvSpPr>
        <p:spPr>
          <a:xfrm>
            <a:off x="2842611" y="3298431"/>
            <a:ext cx="536931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2</a:t>
            </a:r>
            <a:endParaRPr kumimoji="1" lang="zh-TW" altLang="en-US" sz="120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5A29DB9-1DB3-F97E-D9DD-6D92EA267831}"/>
              </a:ext>
            </a:extLst>
          </p:cNvPr>
          <p:cNvSpPr txBox="1"/>
          <p:nvPr/>
        </p:nvSpPr>
        <p:spPr>
          <a:xfrm>
            <a:off x="4790180" y="3298431"/>
            <a:ext cx="869796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c03 </a:t>
            </a:r>
            <a:endParaRPr kumimoji="1" lang="zh-TW" altLang="en-US" sz="120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2DE87A90-93B9-228C-C0FB-E173250157B3}"/>
              </a:ext>
            </a:extLst>
          </p:cNvPr>
          <p:cNvSpPr txBox="1"/>
          <p:nvPr/>
        </p:nvSpPr>
        <p:spPr>
          <a:xfrm>
            <a:off x="1900889" y="1376949"/>
            <a:ext cx="9478869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en-US" altLang="zh-TW" sz="3600"/>
              <a:t>v</a:t>
            </a:r>
            <a:r>
              <a:rPr kumimoji="1" lang="zh-TW" altLang="en-US" sz="3600"/>
              <a:t>      </a:t>
            </a:r>
            <a:r>
              <a:rPr kumimoji="1" lang="en-US" altLang="zh-TW" sz="3600"/>
              <a:t>   f12</a:t>
            </a:r>
            <a:r>
              <a:rPr kumimoji="1" lang="zh-TW" altLang="en-US" sz="3600"/>
              <a:t>       </a:t>
            </a:r>
            <a:r>
              <a:rPr kumimoji="1" lang="en-US" altLang="zh-TW" sz="3600"/>
              <a:t>p1</a:t>
            </a:r>
            <a:r>
              <a:rPr kumimoji="1" lang="zh-TW" altLang="en-US" sz="3600"/>
              <a:t>   </a:t>
            </a:r>
            <a:r>
              <a:rPr kumimoji="1" lang="en-US" altLang="zh-TW" sz="3600"/>
              <a:t>c03</a:t>
            </a:r>
            <a:r>
              <a:rPr kumimoji="1" lang="zh-TW" altLang="en-US" sz="3600"/>
              <a:t>    </a:t>
            </a:r>
            <a:r>
              <a:rPr kumimoji="1" lang="en-US" altLang="zh-TW" sz="3600"/>
              <a:t>3        le     .</a:t>
            </a:r>
            <a:r>
              <a:rPr kumimoji="1" lang="en-US" altLang="zh-TW" sz="3600" err="1"/>
              <a:t>vsmc.com</a:t>
            </a:r>
            <a:endParaRPr kumimoji="1" lang="zh-TW" altLang="en-US" sz="3600"/>
          </a:p>
        </p:txBody>
      </p:sp>
      <p:sp>
        <p:nvSpPr>
          <p:cNvPr id="63" name="圓角矩形 56">
            <a:extLst>
              <a:ext uri="{FF2B5EF4-FFF2-40B4-BE49-F238E27FC236}">
                <a16:creationId xmlns:a16="http://schemas.microsoft.com/office/drawing/2014/main" id="{507126CD-58C3-63E9-37AF-13B47C85C0F9}"/>
              </a:ext>
            </a:extLst>
          </p:cNvPr>
          <p:cNvSpPr/>
          <p:nvPr/>
        </p:nvSpPr>
        <p:spPr>
          <a:xfrm>
            <a:off x="1353154" y="2169127"/>
            <a:ext cx="1326640" cy="539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department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68FF1EB3-5B21-4546-4FEE-9D854C6B4F4D}"/>
              </a:ext>
            </a:extLst>
          </p:cNvPr>
          <p:cNvCxnSpPr/>
          <p:nvPr/>
        </p:nvCxnSpPr>
        <p:spPr bwMode="gray">
          <a:xfrm>
            <a:off x="1774682" y="2015101"/>
            <a:ext cx="529812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圓角矩形 56">
            <a:extLst>
              <a:ext uri="{FF2B5EF4-FFF2-40B4-BE49-F238E27FC236}">
                <a16:creationId xmlns:a16="http://schemas.microsoft.com/office/drawing/2014/main" id="{61672934-FCD0-FCAE-B3FB-CB8BC83823DF}"/>
              </a:ext>
            </a:extLst>
          </p:cNvPr>
          <p:cNvSpPr/>
          <p:nvPr/>
        </p:nvSpPr>
        <p:spPr>
          <a:xfrm>
            <a:off x="2926211" y="2182860"/>
            <a:ext cx="1396833" cy="539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FAB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8CFBC9EF-9306-A2ED-48F7-3C38A8C3C3AC}"/>
              </a:ext>
            </a:extLst>
          </p:cNvPr>
          <p:cNvCxnSpPr>
            <a:cxnSpLocks/>
          </p:cNvCxnSpPr>
          <p:nvPr/>
        </p:nvCxnSpPr>
        <p:spPr bwMode="gray">
          <a:xfrm>
            <a:off x="2926211" y="2073422"/>
            <a:ext cx="1396833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B720A6CC-A3C0-3E7E-DC72-50F6542209DD}"/>
              </a:ext>
            </a:extLst>
          </p:cNvPr>
          <p:cNvCxnSpPr>
            <a:cxnSpLocks/>
          </p:cNvCxnSpPr>
          <p:nvPr/>
        </p:nvCxnSpPr>
        <p:spPr bwMode="gray">
          <a:xfrm>
            <a:off x="4588414" y="2053881"/>
            <a:ext cx="810983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圓角矩形 56">
            <a:extLst>
              <a:ext uri="{FF2B5EF4-FFF2-40B4-BE49-F238E27FC236}">
                <a16:creationId xmlns:a16="http://schemas.microsoft.com/office/drawing/2014/main" id="{2C1E3FCB-E4E5-855B-45C4-3AB5E6028F32}"/>
              </a:ext>
            </a:extLst>
          </p:cNvPr>
          <p:cNvSpPr/>
          <p:nvPr/>
        </p:nvSpPr>
        <p:spPr>
          <a:xfrm>
            <a:off x="4529601" y="2168358"/>
            <a:ext cx="869796" cy="5539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Plane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C18AC5DA-B108-919D-9C43-7772EBF8589D}"/>
              </a:ext>
            </a:extLst>
          </p:cNvPr>
          <p:cNvCxnSpPr>
            <a:cxnSpLocks/>
          </p:cNvCxnSpPr>
          <p:nvPr/>
        </p:nvCxnSpPr>
        <p:spPr bwMode="gray">
          <a:xfrm>
            <a:off x="5709704" y="2037577"/>
            <a:ext cx="704097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圓角矩形 56">
            <a:extLst>
              <a:ext uri="{FF2B5EF4-FFF2-40B4-BE49-F238E27FC236}">
                <a16:creationId xmlns:a16="http://schemas.microsoft.com/office/drawing/2014/main" id="{8F107840-5AA9-D9B2-F34A-8D4DC5F37DC9}"/>
              </a:ext>
            </a:extLst>
          </p:cNvPr>
          <p:cNvSpPr/>
          <p:nvPr/>
        </p:nvSpPr>
        <p:spPr>
          <a:xfrm>
            <a:off x="5566733" y="2196593"/>
            <a:ext cx="732724" cy="52576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Rack No.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1" name="圓角矩形 56">
            <a:extLst>
              <a:ext uri="{FF2B5EF4-FFF2-40B4-BE49-F238E27FC236}">
                <a16:creationId xmlns:a16="http://schemas.microsoft.com/office/drawing/2014/main" id="{26D17695-34DB-2359-7046-02F43462B916}"/>
              </a:ext>
            </a:extLst>
          </p:cNvPr>
          <p:cNvSpPr/>
          <p:nvPr/>
        </p:nvSpPr>
        <p:spPr>
          <a:xfrm>
            <a:off x="6554495" y="2196593"/>
            <a:ext cx="981740" cy="539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400">
                <a:solidFill>
                  <a:schemeClr val="tx1"/>
                </a:solidFill>
              </a:rPr>
              <a:t>Rack units</a:t>
            </a:r>
            <a:r>
              <a:rPr lang="zh-TW" altLang="en-US" sz="1400">
                <a:solidFill>
                  <a:schemeClr val="tx1"/>
                </a:solidFill>
              </a:rPr>
              <a:t> </a:t>
            </a:r>
            <a:r>
              <a:rPr lang="en-US" altLang="zh-TW" sz="1400">
                <a:solidFill>
                  <a:schemeClr val="tx1"/>
                </a:solidFill>
              </a:rPr>
              <a:t>No</a:t>
            </a:r>
          </a:p>
        </p:txBody>
      </p: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1D0A818C-4C3E-240C-E2C5-83A1FAD1FB17}"/>
              </a:ext>
            </a:extLst>
          </p:cNvPr>
          <p:cNvCxnSpPr>
            <a:cxnSpLocks/>
          </p:cNvCxnSpPr>
          <p:nvPr/>
        </p:nvCxnSpPr>
        <p:spPr bwMode="gray">
          <a:xfrm>
            <a:off x="7753590" y="2073422"/>
            <a:ext cx="710331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3A5E34B3-B2A1-E09B-32F5-50FCE8BCBC06}"/>
              </a:ext>
            </a:extLst>
          </p:cNvPr>
          <p:cNvSpPr txBox="1"/>
          <p:nvPr/>
        </p:nvSpPr>
        <p:spPr>
          <a:xfrm>
            <a:off x="1774682" y="859915"/>
            <a:ext cx="6637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err="1"/>
              <a:t>vf</a:t>
            </a:r>
            <a:r>
              <a:rPr lang="zh-TW" altLang="en-US" sz="2400"/>
              <a:t>12</a:t>
            </a:r>
            <a:r>
              <a:rPr lang="en-US" altLang="zh-TW" sz="2400"/>
              <a:t>p</a:t>
            </a:r>
            <a:r>
              <a:rPr lang="zh-TW" altLang="en-US" sz="2400"/>
              <a:t>133</a:t>
            </a:r>
            <a:r>
              <a:rPr lang="en-US" altLang="zh-TW" sz="2400"/>
              <a:t>le</a:t>
            </a:r>
            <a:r>
              <a:rPr lang="zh-TW" altLang="en-US" sz="2400"/>
              <a:t>.vsmc</a:t>
            </a:r>
            <a:r>
              <a:rPr lang="en-US" altLang="zh-TW" sz="2400"/>
              <a:t>.com</a:t>
            </a:r>
            <a:r>
              <a:rPr lang="zh-TW" altLang="en-US" sz="2400"/>
              <a:t> (MES)</a:t>
            </a:r>
          </a:p>
        </p:txBody>
      </p: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A4849430-5CBB-2B7D-DA71-AC54B5AC0D88}"/>
              </a:ext>
            </a:extLst>
          </p:cNvPr>
          <p:cNvCxnSpPr>
            <a:cxnSpLocks/>
          </p:cNvCxnSpPr>
          <p:nvPr/>
        </p:nvCxnSpPr>
        <p:spPr bwMode="gray">
          <a:xfrm>
            <a:off x="6633033" y="2015101"/>
            <a:ext cx="642548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圓角矩形 56">
            <a:extLst>
              <a:ext uri="{FF2B5EF4-FFF2-40B4-BE49-F238E27FC236}">
                <a16:creationId xmlns:a16="http://schemas.microsoft.com/office/drawing/2014/main" id="{F4578FBA-8ACF-93F8-1E9F-10864A662597}"/>
              </a:ext>
            </a:extLst>
          </p:cNvPr>
          <p:cNvSpPr/>
          <p:nvPr/>
        </p:nvSpPr>
        <p:spPr>
          <a:xfrm>
            <a:off x="7630848" y="2221334"/>
            <a:ext cx="1160186" cy="539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400">
                <a:solidFill>
                  <a:schemeClr val="tx1"/>
                </a:solidFill>
              </a:rPr>
              <a:t>Hardware Vender</a:t>
            </a:r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AE02B887-3C76-12F8-ED98-7AB531F10A7A}"/>
              </a:ext>
            </a:extLst>
          </p:cNvPr>
          <p:cNvCxnSpPr>
            <a:cxnSpLocks/>
          </p:cNvCxnSpPr>
          <p:nvPr/>
        </p:nvCxnSpPr>
        <p:spPr bwMode="gray">
          <a:xfrm>
            <a:off x="9008480" y="2075915"/>
            <a:ext cx="2229855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圓角矩形 56">
            <a:extLst>
              <a:ext uri="{FF2B5EF4-FFF2-40B4-BE49-F238E27FC236}">
                <a16:creationId xmlns:a16="http://schemas.microsoft.com/office/drawing/2014/main" id="{77AD138E-D167-6B0E-ED47-BE1E4F1F5363}"/>
              </a:ext>
            </a:extLst>
          </p:cNvPr>
          <p:cNvSpPr/>
          <p:nvPr/>
        </p:nvSpPr>
        <p:spPr>
          <a:xfrm>
            <a:off x="9307025" y="2189726"/>
            <a:ext cx="1632764" cy="539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VSMC Domain Name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9" name="Rounded Rectangle 9">
            <a:extLst>
              <a:ext uri="{FF2B5EF4-FFF2-40B4-BE49-F238E27FC236}">
                <a16:creationId xmlns:a16="http://schemas.microsoft.com/office/drawing/2014/main" id="{D24E1CFD-FC74-25CD-BD67-40B30C339B67}"/>
              </a:ext>
            </a:extLst>
          </p:cNvPr>
          <p:cNvSpPr/>
          <p:nvPr/>
        </p:nvSpPr>
        <p:spPr>
          <a:xfrm>
            <a:off x="7972702" y="163074"/>
            <a:ext cx="4030298" cy="1120791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600" b="1">
                <a:solidFill>
                  <a:schemeClr val="bg1"/>
                </a:solidFill>
              </a:rPr>
              <a:t>#Hardware Vender Short name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HPE=HP</a:t>
            </a:r>
          </a:p>
          <a:p>
            <a:pPr algn="ctr">
              <a:spcAft>
                <a:spcPts val="600"/>
              </a:spcAft>
            </a:pPr>
            <a:r>
              <a:rPr lang="en-US" sz="1600" b="1">
                <a:solidFill>
                  <a:schemeClr val="bg1"/>
                </a:solidFill>
              </a:rPr>
              <a:t>DELL=DL</a:t>
            </a:r>
            <a:br>
              <a:rPr lang="en-US" sz="1600" b="1">
                <a:solidFill>
                  <a:schemeClr val="bg1"/>
                </a:solidFill>
              </a:rPr>
            </a:br>
            <a:r>
              <a:rPr lang="en-US" sz="1600" b="1">
                <a:solidFill>
                  <a:schemeClr val="bg1"/>
                </a:solidFill>
              </a:rPr>
              <a:t>LENOVO=LE</a:t>
            </a:r>
          </a:p>
        </p:txBody>
      </p:sp>
    </p:spTree>
    <p:extLst>
      <p:ext uri="{BB962C8B-B14F-4D97-AF65-F5344CB8AC3E}">
        <p14:creationId xmlns:p14="http://schemas.microsoft.com/office/powerpoint/2010/main" val="81364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8D83-BAB9-C479-5780-575FD447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46356315-6F60-6CCE-1EF5-FF0313E3504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zh-TW"/>
              <a:t>VCF Component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59ED1E6-D2A3-CDD3-7819-EB255B05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FQDN Naming Rule For Sample</a:t>
            </a:r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94498CB-8BEE-9F00-E1EB-7BDA40E61EFA}"/>
              </a:ext>
            </a:extLst>
          </p:cNvPr>
          <p:cNvSpPr txBox="1"/>
          <p:nvPr/>
        </p:nvSpPr>
        <p:spPr>
          <a:xfrm>
            <a:off x="1348033" y="2105829"/>
            <a:ext cx="9231102" cy="61555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en-US" altLang="zh-TW" sz="4000"/>
              <a:t>v</a:t>
            </a:r>
            <a:r>
              <a:rPr kumimoji="1" lang="zh-TW" altLang="en-US" sz="4000"/>
              <a:t>    </a:t>
            </a:r>
            <a:r>
              <a:rPr kumimoji="1" lang="en-US" altLang="zh-TW" sz="4000"/>
              <a:t>f12</a:t>
            </a:r>
            <a:r>
              <a:rPr kumimoji="1" lang="zh-TW" altLang="en-US" sz="4000"/>
              <a:t>    </a:t>
            </a:r>
            <a:r>
              <a:rPr kumimoji="1" lang="en-US" altLang="zh-TW" sz="4000"/>
              <a:t>p1</a:t>
            </a:r>
            <a:r>
              <a:rPr kumimoji="1" lang="zh-TW" altLang="en-US" sz="4000"/>
              <a:t>    </a:t>
            </a:r>
            <a:r>
              <a:rPr kumimoji="1" lang="en-US" altLang="zh-TW" sz="4000" err="1"/>
              <a:t>tcs</a:t>
            </a:r>
            <a:r>
              <a:rPr kumimoji="1" lang="zh-TW" altLang="en-US" sz="4000"/>
              <a:t>       </a:t>
            </a:r>
            <a:r>
              <a:rPr kumimoji="1" lang="en-US" altLang="zh-TW" sz="4000" err="1"/>
              <a:t>vc</a:t>
            </a:r>
            <a:r>
              <a:rPr kumimoji="1" lang="zh-TW" altLang="en-US" sz="4000"/>
              <a:t>     </a:t>
            </a:r>
            <a:r>
              <a:rPr kumimoji="1" lang="en-US" altLang="zh-TW" sz="4000"/>
              <a:t>01</a:t>
            </a:r>
            <a:r>
              <a:rPr kumimoji="1" lang="zh-TW" altLang="en-US" sz="4000"/>
              <a:t> </a:t>
            </a:r>
            <a:r>
              <a:rPr kumimoji="1" lang="en-US" altLang="zh-TW" sz="4000"/>
              <a:t>.vsmc.com</a:t>
            </a:r>
            <a:endParaRPr kumimoji="1" lang="zh-TW" altLang="en-US" sz="4000"/>
          </a:p>
        </p:txBody>
      </p:sp>
      <p:sp>
        <p:nvSpPr>
          <p:cNvPr id="8" name="圓角矩形 56">
            <a:extLst>
              <a:ext uri="{FF2B5EF4-FFF2-40B4-BE49-F238E27FC236}">
                <a16:creationId xmlns:a16="http://schemas.microsoft.com/office/drawing/2014/main" id="{D3CED3CF-8018-8C53-1962-B593CA1E16A6}"/>
              </a:ext>
            </a:extLst>
          </p:cNvPr>
          <p:cNvSpPr/>
          <p:nvPr/>
        </p:nvSpPr>
        <p:spPr>
          <a:xfrm>
            <a:off x="616280" y="2898927"/>
            <a:ext cx="1301647" cy="46704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department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7DFA897-730A-AB80-6AE1-E57FE1684A38}"/>
              </a:ext>
            </a:extLst>
          </p:cNvPr>
          <p:cNvCxnSpPr/>
          <p:nvPr/>
        </p:nvCxnSpPr>
        <p:spPr bwMode="gray">
          <a:xfrm>
            <a:off x="1230636" y="2726198"/>
            <a:ext cx="529812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圓角矩形 56">
            <a:extLst>
              <a:ext uri="{FF2B5EF4-FFF2-40B4-BE49-F238E27FC236}">
                <a16:creationId xmlns:a16="http://schemas.microsoft.com/office/drawing/2014/main" id="{3B0CB6FB-82FC-21CE-BFD6-6B36FFF3C0BB}"/>
              </a:ext>
            </a:extLst>
          </p:cNvPr>
          <p:cNvSpPr/>
          <p:nvPr/>
        </p:nvSpPr>
        <p:spPr>
          <a:xfrm>
            <a:off x="2139663" y="2887832"/>
            <a:ext cx="1010430" cy="49875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FAB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3CDF424-63CC-6B7E-D9ED-105258DE4387}"/>
              </a:ext>
            </a:extLst>
          </p:cNvPr>
          <p:cNvCxnSpPr>
            <a:cxnSpLocks/>
          </p:cNvCxnSpPr>
          <p:nvPr/>
        </p:nvCxnSpPr>
        <p:spPr bwMode="gray">
          <a:xfrm>
            <a:off x="2155702" y="2776774"/>
            <a:ext cx="849918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C4324F7A-3A15-B524-5FEB-1CC4D56EAC5C}"/>
              </a:ext>
            </a:extLst>
          </p:cNvPr>
          <p:cNvCxnSpPr>
            <a:cxnSpLocks/>
          </p:cNvCxnSpPr>
          <p:nvPr/>
        </p:nvCxnSpPr>
        <p:spPr bwMode="gray">
          <a:xfrm>
            <a:off x="7454602" y="2741325"/>
            <a:ext cx="541891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圓角矩形 56">
            <a:extLst>
              <a:ext uri="{FF2B5EF4-FFF2-40B4-BE49-F238E27FC236}">
                <a16:creationId xmlns:a16="http://schemas.microsoft.com/office/drawing/2014/main" id="{3251D862-216A-5739-6F7A-112F706CCB62}"/>
              </a:ext>
            </a:extLst>
          </p:cNvPr>
          <p:cNvSpPr/>
          <p:nvPr/>
        </p:nvSpPr>
        <p:spPr>
          <a:xfrm>
            <a:off x="7219430" y="2847088"/>
            <a:ext cx="960042" cy="539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Serial number</a:t>
            </a:r>
          </a:p>
        </p:txBody>
      </p:sp>
      <p:sp>
        <p:nvSpPr>
          <p:cNvPr id="14" name="圓角矩形 56">
            <a:extLst>
              <a:ext uri="{FF2B5EF4-FFF2-40B4-BE49-F238E27FC236}">
                <a16:creationId xmlns:a16="http://schemas.microsoft.com/office/drawing/2014/main" id="{6D3E02FC-9491-EC44-7CCB-9F5CA78D254C}"/>
              </a:ext>
            </a:extLst>
          </p:cNvPr>
          <p:cNvSpPr/>
          <p:nvPr/>
        </p:nvSpPr>
        <p:spPr>
          <a:xfrm>
            <a:off x="8728374" y="2878432"/>
            <a:ext cx="1632764" cy="53949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VSMC Domain Name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4770CCA-4DBB-19CD-336C-1A7C3889BE37}"/>
              </a:ext>
            </a:extLst>
          </p:cNvPr>
          <p:cNvCxnSpPr>
            <a:cxnSpLocks/>
          </p:cNvCxnSpPr>
          <p:nvPr/>
        </p:nvCxnSpPr>
        <p:spPr bwMode="gray">
          <a:xfrm>
            <a:off x="3383368" y="2796598"/>
            <a:ext cx="688285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標題 1">
            <a:extLst>
              <a:ext uri="{FF2B5EF4-FFF2-40B4-BE49-F238E27FC236}">
                <a16:creationId xmlns:a16="http://schemas.microsoft.com/office/drawing/2014/main" id="{48B858CB-B4B8-525C-AFB1-7B33D979F5D7}"/>
              </a:ext>
            </a:extLst>
          </p:cNvPr>
          <p:cNvSpPr txBox="1">
            <a:spLocks/>
          </p:cNvSpPr>
          <p:nvPr/>
        </p:nvSpPr>
        <p:spPr>
          <a:xfrm>
            <a:off x="1188607" y="1171179"/>
            <a:ext cx="5339938" cy="38100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u="sng"/>
              <a:t>VCF Management Component</a:t>
            </a:r>
            <a:endParaRPr lang="en-US" u="sng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B5191AD-264E-3C95-02AC-2C6F3E385241}"/>
              </a:ext>
            </a:extLst>
          </p:cNvPr>
          <p:cNvSpPr txBox="1"/>
          <p:nvPr/>
        </p:nvSpPr>
        <p:spPr>
          <a:xfrm>
            <a:off x="1098695" y="1621660"/>
            <a:ext cx="6637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en-US" altLang="zh-TW" sz="2000"/>
              <a:t>vf12p1tcsvc01.vsmc.com.vsmc.net</a:t>
            </a:r>
            <a:endParaRPr kumimoji="1" lang="zh-TW" altLang="en-US" sz="2000"/>
          </a:p>
        </p:txBody>
      </p:sp>
      <p:sp>
        <p:nvSpPr>
          <p:cNvPr id="26" name="圓角矩形 56">
            <a:extLst>
              <a:ext uri="{FF2B5EF4-FFF2-40B4-BE49-F238E27FC236}">
                <a16:creationId xmlns:a16="http://schemas.microsoft.com/office/drawing/2014/main" id="{04779941-E821-D48E-FA96-B92622DE8740}"/>
              </a:ext>
            </a:extLst>
          </p:cNvPr>
          <p:cNvSpPr/>
          <p:nvPr/>
        </p:nvSpPr>
        <p:spPr>
          <a:xfrm>
            <a:off x="3371829" y="2887832"/>
            <a:ext cx="746586" cy="47814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Plane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2615A081-143A-C7D3-7B7A-5AA643DEDF66}"/>
              </a:ext>
            </a:extLst>
          </p:cNvPr>
          <p:cNvCxnSpPr>
            <a:cxnSpLocks/>
          </p:cNvCxnSpPr>
          <p:nvPr/>
        </p:nvCxnSpPr>
        <p:spPr bwMode="gray">
          <a:xfrm>
            <a:off x="4606530" y="2741325"/>
            <a:ext cx="688285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圓角矩形 56">
            <a:extLst>
              <a:ext uri="{FF2B5EF4-FFF2-40B4-BE49-F238E27FC236}">
                <a16:creationId xmlns:a16="http://schemas.microsoft.com/office/drawing/2014/main" id="{FCACE09C-0DA2-45D7-C429-8D52B82724FE}"/>
              </a:ext>
            </a:extLst>
          </p:cNvPr>
          <p:cNvSpPr/>
          <p:nvPr/>
        </p:nvSpPr>
        <p:spPr>
          <a:xfrm>
            <a:off x="5854481" y="2875407"/>
            <a:ext cx="1239783" cy="49057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rules name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3052BC26-4A58-9924-3403-73CA73D1611B}"/>
              </a:ext>
            </a:extLst>
          </p:cNvPr>
          <p:cNvCxnSpPr>
            <a:cxnSpLocks/>
          </p:cNvCxnSpPr>
          <p:nvPr/>
        </p:nvCxnSpPr>
        <p:spPr bwMode="gray">
          <a:xfrm>
            <a:off x="6228091" y="2726198"/>
            <a:ext cx="541891" cy="0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3D606DDB-114B-28E7-AD89-0ED1FE03D4F7}"/>
              </a:ext>
            </a:extLst>
          </p:cNvPr>
          <p:cNvCxnSpPr>
            <a:cxnSpLocks/>
          </p:cNvCxnSpPr>
          <p:nvPr/>
        </p:nvCxnSpPr>
        <p:spPr bwMode="gray">
          <a:xfrm flipV="1">
            <a:off x="8326181" y="2691994"/>
            <a:ext cx="2252954" cy="9354"/>
          </a:xfrm>
          <a:prstGeom prst="line">
            <a:avLst/>
          </a:prstGeom>
          <a:ln w="38100">
            <a:solidFill>
              <a:srgbClr val="7030A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圓角矩形 56">
            <a:extLst>
              <a:ext uri="{FF2B5EF4-FFF2-40B4-BE49-F238E27FC236}">
                <a16:creationId xmlns:a16="http://schemas.microsoft.com/office/drawing/2014/main" id="{2F3B5224-FABC-4C3A-3B1E-70FDE5F33781}"/>
              </a:ext>
            </a:extLst>
          </p:cNvPr>
          <p:cNvSpPr/>
          <p:nvPr/>
        </p:nvSpPr>
        <p:spPr>
          <a:xfrm>
            <a:off x="4340151" y="2880501"/>
            <a:ext cx="1239783" cy="4726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4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application</a:t>
            </a:r>
            <a:endParaRPr kumimoji="1" lang="zh-TW" altLang="en-US" sz="1400">
              <a:solidFill>
                <a:schemeClr val="tx1">
                  <a:lumMod val="95000"/>
                  <a:lumOff val="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39" name="表格 4">
            <a:extLst>
              <a:ext uri="{FF2B5EF4-FFF2-40B4-BE49-F238E27FC236}">
                <a16:creationId xmlns:a16="http://schemas.microsoft.com/office/drawing/2014/main" id="{CE253F0D-F636-1042-4886-D33319F79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344052"/>
              </p:ext>
            </p:extLst>
          </p:nvPr>
        </p:nvGraphicFramePr>
        <p:xfrm>
          <a:off x="8326181" y="3767638"/>
          <a:ext cx="3699769" cy="29210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930308">
                  <a:extLst>
                    <a:ext uri="{9D8B030D-6E8A-4147-A177-3AD203B41FA5}">
                      <a16:colId xmlns:a16="http://schemas.microsoft.com/office/drawing/2014/main" val="1719717944"/>
                    </a:ext>
                  </a:extLst>
                </a:gridCol>
                <a:gridCol w="1769461">
                  <a:extLst>
                    <a:ext uri="{9D8B030D-6E8A-4147-A177-3AD203B41FA5}">
                      <a16:colId xmlns:a16="http://schemas.microsoft.com/office/drawing/2014/main" val="2996662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410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department</a:t>
                      </a:r>
                      <a:endParaRPr lang="en" altLang="zh-TW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v</a:t>
                      </a:r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774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FAB</a:t>
                      </a:r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f12</a:t>
                      </a:r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95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Plane</a:t>
                      </a:r>
                      <a:endParaRPr lang="zh-TW" altLang="en-US" sz="14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p1</a:t>
                      </a:r>
                      <a:endParaRPr lang="zh-TW" altLang="en-US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21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application</a:t>
                      </a:r>
                      <a:endParaRPr kumimoji="1" lang="zh-TW" alt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Prod</a:t>
                      </a:r>
                      <a:r>
                        <a:rPr lang="zh-TW" altLang="en-US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line 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14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rules name</a:t>
                      </a:r>
                      <a:endParaRPr kumimoji="1" lang="zh-TW" altLang="en-US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Component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9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Serial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Append numbers to the component names.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843641"/>
                  </a:ext>
                </a:extLst>
              </a:tr>
            </a:tbl>
          </a:graphicData>
        </a:graphic>
      </p:graphicFrame>
      <p:sp>
        <p:nvSpPr>
          <p:cNvPr id="40" name="Rectangle 1485">
            <a:extLst>
              <a:ext uri="{FF2B5EF4-FFF2-40B4-BE49-F238E27FC236}">
                <a16:creationId xmlns:a16="http://schemas.microsoft.com/office/drawing/2014/main" id="{052CF386-806C-AC8D-95F1-E715FA6EC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745" y="3629757"/>
            <a:ext cx="151002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vf12p1tcs_cluster</a:t>
            </a: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41" name="Rectangle 1331">
            <a:extLst>
              <a:ext uri="{FF2B5EF4-FFF2-40B4-BE49-F238E27FC236}">
                <a16:creationId xmlns:a16="http://schemas.microsoft.com/office/drawing/2014/main" id="{E7CD224C-B869-0264-4341-80434D854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8953" y="3568246"/>
            <a:ext cx="1420073" cy="410949"/>
          </a:xfrm>
          <a:prstGeom prst="rect">
            <a:avLst/>
          </a:prstGeom>
          <a:noFill/>
          <a:ln w="635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42" name="Rectangle 1433">
            <a:extLst>
              <a:ext uri="{FF2B5EF4-FFF2-40B4-BE49-F238E27FC236}">
                <a16:creationId xmlns:a16="http://schemas.microsoft.com/office/drawing/2014/main" id="{91078687-8AB1-7054-8C6D-CE3BFD316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8952" y="4033142"/>
            <a:ext cx="1420073" cy="409361"/>
          </a:xfrm>
          <a:prstGeom prst="rect">
            <a:avLst/>
          </a:prstGeom>
          <a:noFill/>
          <a:ln w="635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43" name="Rectangle 1406">
            <a:extLst>
              <a:ext uri="{FF2B5EF4-FFF2-40B4-BE49-F238E27FC236}">
                <a16:creationId xmlns:a16="http://schemas.microsoft.com/office/drawing/2014/main" id="{064529B2-99EF-17D0-C383-CD62905A0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446" y="5417201"/>
            <a:ext cx="3580529" cy="410949"/>
          </a:xfrm>
          <a:prstGeom prst="rect">
            <a:avLst/>
          </a:prstGeom>
          <a:solidFill>
            <a:schemeClr val="accent6">
              <a:alpha val="15000"/>
            </a:schemeClr>
          </a:solidFill>
          <a:ln w="38100">
            <a:solidFill>
              <a:schemeClr val="accent6"/>
            </a:solidFill>
          </a:ln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vCenter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00">
                <a:solidFill>
                  <a:srgbClr val="3F3F3F"/>
                </a:solidFill>
                <a:ea typeface="Microsoft JhengHei" panose="020B0604030504040204" pitchFamily="34" charset="-120"/>
              </a:rPr>
              <a:t>vf12p1tcsvc01.vsmc.com</a:t>
            </a: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cxnSp>
        <p:nvCxnSpPr>
          <p:cNvPr id="44" name="Straight Connector 423">
            <a:extLst>
              <a:ext uri="{FF2B5EF4-FFF2-40B4-BE49-F238E27FC236}">
                <a16:creationId xmlns:a16="http://schemas.microsoft.com/office/drawing/2014/main" id="{91A02D8F-0354-41E3-01F6-5D625BC9C7AE}"/>
              </a:ext>
            </a:extLst>
          </p:cNvPr>
          <p:cNvCxnSpPr/>
          <p:nvPr/>
        </p:nvCxnSpPr>
        <p:spPr bwMode="gray">
          <a:xfrm flipV="1">
            <a:off x="1886381" y="5344003"/>
            <a:ext cx="3580530" cy="8132"/>
          </a:xfrm>
          <a:prstGeom prst="line">
            <a:avLst/>
          </a:prstGeom>
          <a:ln w="1905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25">
            <a:extLst>
              <a:ext uri="{FF2B5EF4-FFF2-40B4-BE49-F238E27FC236}">
                <a16:creationId xmlns:a16="http://schemas.microsoft.com/office/drawing/2014/main" id="{A1C109F8-C72C-E465-0480-24391259770E}"/>
              </a:ext>
            </a:extLst>
          </p:cNvPr>
          <p:cNvCxnSpPr/>
          <p:nvPr/>
        </p:nvCxnSpPr>
        <p:spPr bwMode="gray">
          <a:xfrm flipV="1">
            <a:off x="1850571" y="5954893"/>
            <a:ext cx="3580530" cy="8132"/>
          </a:xfrm>
          <a:prstGeom prst="line">
            <a:avLst/>
          </a:prstGeom>
          <a:ln w="1905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1330">
            <a:extLst>
              <a:ext uri="{FF2B5EF4-FFF2-40B4-BE49-F238E27FC236}">
                <a16:creationId xmlns:a16="http://schemas.microsoft.com/office/drawing/2014/main" id="{523094C1-8760-783D-9417-00D70104D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335" y="4644391"/>
            <a:ext cx="1746989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Aira Operation Manager</a:t>
            </a:r>
            <a:b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</a:b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vf12p1tcsops01.vsmc.com</a:t>
            </a:r>
          </a:p>
        </p:txBody>
      </p:sp>
      <p:sp>
        <p:nvSpPr>
          <p:cNvPr id="54" name="Rectangle 1330">
            <a:extLst>
              <a:ext uri="{FF2B5EF4-FFF2-40B4-BE49-F238E27FC236}">
                <a16:creationId xmlns:a16="http://schemas.microsoft.com/office/drawing/2014/main" id="{7D00F9B2-AA7D-F521-990E-7F2C48D6C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319" y="4023763"/>
            <a:ext cx="2053464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IN" sz="900">
                <a:solidFill>
                  <a:prstClr val="white"/>
                </a:solidFill>
                <a:ea typeface="Microsoft JhengHei" panose="020B0604030504040204" pitchFamily="34" charset="-120"/>
              </a:rPr>
              <a:t>Log Insight</a:t>
            </a:r>
            <a:br>
              <a:rPr lang="en-IN" sz="900">
                <a:solidFill>
                  <a:prstClr val="white"/>
                </a:solidFill>
                <a:ea typeface="Microsoft JhengHei" panose="020B0604030504040204" pitchFamily="34" charset="-120"/>
              </a:rPr>
            </a:br>
            <a:r>
              <a:rPr lang="en-IN" sz="900">
                <a:solidFill>
                  <a:prstClr val="white"/>
                </a:solidFill>
                <a:ea typeface="Microsoft JhengHei" panose="020B0604030504040204" pitchFamily="34" charset="-120"/>
              </a:rPr>
              <a:t>vf12p1tcslogvip.vsmc.com</a:t>
            </a: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grpSp>
        <p:nvGrpSpPr>
          <p:cNvPr id="55" name="Group 247">
            <a:extLst>
              <a:ext uri="{FF2B5EF4-FFF2-40B4-BE49-F238E27FC236}">
                <a16:creationId xmlns:a16="http://schemas.microsoft.com/office/drawing/2014/main" id="{9F011183-3F53-4BC1-CEC9-39C3CE7633CC}"/>
              </a:ext>
            </a:extLst>
          </p:cNvPr>
          <p:cNvGrpSpPr/>
          <p:nvPr/>
        </p:nvGrpSpPr>
        <p:grpSpPr>
          <a:xfrm>
            <a:off x="1685365" y="4090698"/>
            <a:ext cx="3781545" cy="1141325"/>
            <a:chOff x="2758005" y="3016137"/>
            <a:chExt cx="3781545" cy="1141325"/>
          </a:xfrm>
        </p:grpSpPr>
        <p:sp>
          <p:nvSpPr>
            <p:cNvPr id="56" name="Rectangle 1468">
              <a:extLst>
                <a:ext uri="{FF2B5EF4-FFF2-40B4-BE49-F238E27FC236}">
                  <a16:creationId xmlns:a16="http://schemas.microsoft.com/office/drawing/2014/main" id="{E6B737BB-DD4D-263F-A28F-CC4102CD7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9183" y="3748100"/>
              <a:ext cx="1421660" cy="409362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NSX-T Managers</a:t>
              </a:r>
            </a:p>
          </p:txBody>
        </p:sp>
        <p:sp>
          <p:nvSpPr>
            <p:cNvPr id="57" name="Rectangle 1468">
              <a:extLst>
                <a:ext uri="{FF2B5EF4-FFF2-40B4-BE49-F238E27FC236}">
                  <a16:creationId xmlns:a16="http://schemas.microsoft.com/office/drawing/2014/main" id="{9E759F45-DF85-2881-C60B-1D671D449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8005" y="3615557"/>
              <a:ext cx="1903826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defRPr/>
              </a:pPr>
              <a:r>
                <a:rPr lang="en-IN" sz="900">
                  <a:solidFill>
                    <a:prstClr val="white"/>
                  </a:solidFill>
                  <a:ea typeface="Microsoft JhengHei" panose="020B0604030504040204" pitchFamily="34" charset="-120"/>
                </a:rPr>
                <a:t>Aira automation</a:t>
              </a:r>
              <a:br>
                <a:rPr lang="en-IN" sz="900">
                  <a:solidFill>
                    <a:prstClr val="white"/>
                  </a:solidFill>
                  <a:ea typeface="Microsoft JhengHei" panose="020B0604030504040204" pitchFamily="34" charset="-120"/>
                </a:rPr>
              </a:br>
              <a:r>
                <a:rPr lang="en-IN" sz="900">
                  <a:solidFill>
                    <a:prstClr val="white"/>
                  </a:solidFill>
                  <a:ea typeface="Microsoft JhengHei" panose="020B0604030504040204" pitchFamily="34" charset="-120"/>
                </a:rPr>
                <a:t>vf12p1tcsvravip.vsmc.com</a:t>
              </a:r>
              <a:endPara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60" name="Rectangle 1468">
              <a:extLst>
                <a:ext uri="{FF2B5EF4-FFF2-40B4-BE49-F238E27FC236}">
                  <a16:creationId xmlns:a16="http://schemas.microsoft.com/office/drawing/2014/main" id="{A3301018-B21C-1054-7F42-A5B80D70A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4697" y="3016137"/>
              <a:ext cx="1654853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 </a:t>
              </a:r>
              <a:r>
                <a:rPr lang="en-IN" sz="900">
                  <a:solidFill>
                    <a:prstClr val="white"/>
                  </a:solidFill>
                  <a:ea typeface="Microsoft JhengHei" panose="020B0604030504040204" pitchFamily="34" charset="-120"/>
                </a:rPr>
                <a:t>Managers</a:t>
              </a:r>
              <a:br>
                <a:rPr lang="en-IN" sz="900">
                  <a:solidFill>
                    <a:prstClr val="white"/>
                  </a:solidFill>
                  <a:ea typeface="Microsoft JhengHei" panose="020B0604030504040204" pitchFamily="34" charset="-120"/>
                </a:rPr>
              </a:br>
              <a:r>
                <a:rPr lang="en-IN" sz="900">
                  <a:solidFill>
                    <a:prstClr val="white"/>
                  </a:solidFill>
                  <a:ea typeface="Microsoft JhengHei" panose="020B0604030504040204" pitchFamily="34" charset="-120"/>
                </a:rPr>
                <a:t>vf12p1tcsnsxvip.vsmc.com</a:t>
              </a:r>
              <a:endPara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</p:grpSp>
      <p:sp>
        <p:nvSpPr>
          <p:cNvPr id="61" name="Rectangle 1468">
            <a:extLst>
              <a:ext uri="{FF2B5EF4-FFF2-40B4-BE49-F238E27FC236}">
                <a16:creationId xmlns:a16="http://schemas.microsoft.com/office/drawing/2014/main" id="{28FED3CB-35BF-EAE8-DC17-A496EF1EA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322" y="5407500"/>
            <a:ext cx="2876124" cy="409361"/>
          </a:xfrm>
          <a:prstGeom prst="rect">
            <a:avLst/>
          </a:prstGeom>
          <a:solidFill>
            <a:srgbClr val="0094D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NSX Managers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00">
                <a:solidFill>
                  <a:prstClr val="white"/>
                </a:solidFill>
                <a:ea typeface="Microsoft JhengHei" panose="020B0604030504040204" pitchFamily="34" charset="-120"/>
              </a:rPr>
              <a:t>Vf12p1tcsnsx01.vsmc.com</a:t>
            </a:r>
            <a:endParaRPr kumimoji="0" lang="en-IN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119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F06C95-55CD-014E-7AFE-8FABEFA7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IP Addressing Design Principles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854AF30-5F98-CEEF-B5B2-4BED059095D4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3056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>
          <a:extLst>
            <a:ext uri="{FF2B5EF4-FFF2-40B4-BE49-F238E27FC236}">
              <a16:creationId xmlns:a16="http://schemas.microsoft.com/office/drawing/2014/main" id="{6DDFA178-DE04-D8C4-2ED1-5DD6347B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4E0D4-5B89-1BD5-1C68-AFEFFF518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938213"/>
            <a:ext cx="7337856" cy="1230312"/>
          </a:xfrm>
        </p:spPr>
        <p:txBody>
          <a:bodyPr/>
          <a:lstStyle/>
          <a:p>
            <a:r>
              <a:rPr lang="en-US" altLang="zh-TW"/>
              <a:t>VCF High Level Design </a:t>
            </a:r>
            <a:endParaRPr lang="en-US"/>
          </a:p>
        </p:txBody>
      </p:sp>
      <p:sp>
        <p:nvSpPr>
          <p:cNvPr id="1229" name="Google Shape;1229;p121">
            <a:extLst>
              <a:ext uri="{FF2B5EF4-FFF2-40B4-BE49-F238E27FC236}">
                <a16:creationId xmlns:a16="http://schemas.microsoft.com/office/drawing/2014/main" id="{7C210B21-5931-57BA-65C5-7EAC6690F588}"/>
              </a:ext>
            </a:extLst>
          </p:cNvPr>
          <p:cNvSpPr txBox="1">
            <a:spLocks noGrp="1"/>
          </p:cNvSpPr>
          <p:nvPr>
            <p:ph type="subTitle" idx="10"/>
          </p:nvPr>
        </p:nvSpPr>
        <p:spPr>
          <a:xfrm>
            <a:off x="602966" y="2267712"/>
            <a:ext cx="6408402" cy="700882"/>
          </a:xfr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r>
              <a:rPr lang="en-US"/>
              <a:t>Logical Design</a:t>
            </a:r>
          </a:p>
        </p:txBody>
      </p:sp>
    </p:spTree>
    <p:extLst>
      <p:ext uri="{BB962C8B-B14F-4D97-AF65-F5344CB8AC3E}">
        <p14:creationId xmlns:p14="http://schemas.microsoft.com/office/powerpoint/2010/main" val="428359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898C2-83D8-2DB2-2ECC-35363DD7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AC92D-222A-187B-807B-ACEB2618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Isolating Different Types</a:t>
            </a:r>
            <a:r>
              <a:rPr lang="zh-TW" altLang="en-US" b="1"/>
              <a:t> </a:t>
            </a:r>
            <a:r>
              <a:rPr lang="en-US" altLang="zh-TW" b="1"/>
              <a:t>Standard Mode</a:t>
            </a:r>
            <a:r>
              <a:rPr lang="zh-TW" altLang="en-US" b="1"/>
              <a:t> </a:t>
            </a:r>
            <a:r>
              <a:rPr lang="en-US" altLang="zh-TW" b="1"/>
              <a:t>(MES)</a:t>
            </a:r>
            <a:endParaRPr lang="en-US" altLang="zh-TW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CFD3458-17D2-FF81-9D94-BB418DEE0379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>
                <a:ea typeface="Microsoft JhengHei" panose="020B0604030504040204" pitchFamily="34" charset="-120"/>
              </a:rPr>
              <a:t>Architecture</a:t>
            </a:r>
          </a:p>
        </p:txBody>
      </p:sp>
      <p:sp>
        <p:nvSpPr>
          <p:cNvPr id="6" name="Rectangle 829">
            <a:extLst>
              <a:ext uri="{FF2B5EF4-FFF2-40B4-BE49-F238E27FC236}">
                <a16:creationId xmlns:a16="http://schemas.microsoft.com/office/drawing/2014/main" id="{B96E8132-B93C-7E44-1271-20E2671A8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365" y="1456516"/>
            <a:ext cx="3580530" cy="4726405"/>
          </a:xfrm>
          <a:prstGeom prst="rect">
            <a:avLst/>
          </a:prstGeom>
          <a:solidFill>
            <a:srgbClr val="F2F2F2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D2D8D9-A963-1A16-184D-11ADA6B64C47}"/>
              </a:ext>
            </a:extLst>
          </p:cNvPr>
          <p:cNvSpPr/>
          <p:nvPr/>
        </p:nvSpPr>
        <p:spPr>
          <a:xfrm>
            <a:off x="9389146" y="3863529"/>
            <a:ext cx="2708324" cy="2293191"/>
          </a:xfrm>
          <a:prstGeom prst="rect">
            <a:avLst/>
          </a:prstGeom>
          <a:solidFill>
            <a:schemeClr val="accent5">
              <a:lumMod val="75000"/>
              <a:alpha val="14902"/>
            </a:schemeClr>
          </a:solidFill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9970445-FC30-118C-75DF-E546D5A92BC6}"/>
              </a:ext>
            </a:extLst>
          </p:cNvPr>
          <p:cNvSpPr txBox="1">
            <a:spLocks/>
          </p:cNvSpPr>
          <p:nvPr/>
        </p:nvSpPr>
        <p:spPr>
          <a:xfrm>
            <a:off x="117314" y="1456516"/>
            <a:ext cx="2893259" cy="472640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274320" rIns="91440" bIns="36576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2"/>
              </a:buClr>
              <a:buSzPct val="90000"/>
              <a:buFont typeface="+mj-lt"/>
              <a:buAutoNum type="arabicPeriod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512763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+mj-lt"/>
              <a:buAutoNum type="alphaLcPeriod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741363" indent="-1666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+mj-lt"/>
              <a:buAutoNum type="romanLcPeriod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4163" indent="-284163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2"/>
              </a:buClr>
              <a:buSzPct val="90000"/>
              <a:buFont typeface="+mj-lt"/>
              <a:buAutoNum type="alphaUcPeriod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664" indent="-285664">
              <a:buClr>
                <a:prstClr val="white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prstClr val="white"/>
                </a:solidFill>
                <a:ea typeface="Microsoft JhengHei" panose="020B0604030504040204" pitchFamily="34" charset="-120"/>
              </a:rPr>
              <a:t>vCenter  On the shared datastore of the first Workload Domain (e.g., TCS Cluster)</a:t>
            </a:r>
          </a:p>
          <a:p>
            <a:pPr marL="285664" indent="-285664">
              <a:buClr>
                <a:prstClr val="white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prstClr val="white"/>
                </a:solidFill>
                <a:ea typeface="Microsoft JhengHei" panose="020B0604030504040204" pitchFamily="34" charset="-120"/>
              </a:rPr>
              <a:t>NSX Manager (3 VMs) Also on the first Workload Domain (recommended cluster with at least 4 hosts)</a:t>
            </a:r>
          </a:p>
          <a:p>
            <a:pPr marL="285664" indent="-285664">
              <a:buClr>
                <a:prstClr val="white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prstClr val="white"/>
                </a:solidFill>
                <a:ea typeface="Microsoft JhengHei" panose="020B0604030504040204" pitchFamily="34" charset="-120"/>
              </a:rPr>
              <a:t>The same placement principles apply to other components as well. </a:t>
            </a:r>
            <a:br>
              <a:rPr lang="en-US" altLang="zh-TW" sz="1600">
                <a:solidFill>
                  <a:prstClr val="white"/>
                </a:solidFill>
                <a:ea typeface="Microsoft JhengHei" panose="020B0604030504040204" pitchFamily="34" charset="-120"/>
              </a:rPr>
            </a:br>
            <a:endParaRPr lang="en-US" altLang="zh-TW" sz="1600">
              <a:solidFill>
                <a:prstClr val="white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0" name="Rectangle 1485">
            <a:extLst>
              <a:ext uri="{FF2B5EF4-FFF2-40B4-BE49-F238E27FC236}">
                <a16:creationId xmlns:a16="http://schemas.microsoft.com/office/drawing/2014/main" id="{9E2C6949-4699-869B-504C-1EA759EBB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065" y="1476081"/>
            <a:ext cx="17120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3852">
              <a:defRPr/>
            </a:pPr>
            <a:r>
              <a:rPr lang="en-US" altLang="en-US" sz="1400" b="1">
                <a:solidFill>
                  <a:srgbClr val="717074"/>
                </a:solidFill>
                <a:latin typeface="+mn-lt"/>
                <a:ea typeface="Microsoft JhengHei" panose="020B0604030504040204" pitchFamily="34" charset="-120"/>
              </a:rPr>
              <a:t>VCF MGMT Domain </a:t>
            </a:r>
            <a:endParaRPr kumimoji="0" lang="en-US" altLang="en-US" sz="1600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19" name="Rectangle 1331">
            <a:extLst>
              <a:ext uri="{FF2B5EF4-FFF2-40B4-BE49-F238E27FC236}">
                <a16:creationId xmlns:a16="http://schemas.microsoft.com/office/drawing/2014/main" id="{21DB50CE-D4D1-0726-7350-FD809EDE0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955" y="1415339"/>
            <a:ext cx="1420073" cy="410949"/>
          </a:xfrm>
          <a:prstGeom prst="rect">
            <a:avLst/>
          </a:prstGeom>
          <a:noFill/>
          <a:ln w="635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0" name="Rectangle 1433">
            <a:extLst>
              <a:ext uri="{FF2B5EF4-FFF2-40B4-BE49-F238E27FC236}">
                <a16:creationId xmlns:a16="http://schemas.microsoft.com/office/drawing/2014/main" id="{C2D3C360-E094-423D-21A5-4C79009C3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954" y="1880235"/>
            <a:ext cx="1420073" cy="409361"/>
          </a:xfrm>
          <a:prstGeom prst="rect">
            <a:avLst/>
          </a:prstGeom>
          <a:noFill/>
          <a:ln w="635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ACABCB-54BA-7A86-92F0-784013EA0281}"/>
              </a:ext>
            </a:extLst>
          </p:cNvPr>
          <p:cNvSpPr/>
          <p:nvPr/>
        </p:nvSpPr>
        <p:spPr>
          <a:xfrm>
            <a:off x="6738332" y="3875887"/>
            <a:ext cx="2592599" cy="2293191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5" name="Rectangle 1553">
            <a:extLst>
              <a:ext uri="{FF2B5EF4-FFF2-40B4-BE49-F238E27FC236}">
                <a16:creationId xmlns:a16="http://schemas.microsoft.com/office/drawing/2014/main" id="{FD27ACC2-967C-64E2-79FA-5C5DFBE7D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252" y="4207686"/>
            <a:ext cx="51135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26" name="Rectangle 1554">
            <a:extLst>
              <a:ext uri="{FF2B5EF4-FFF2-40B4-BE49-F238E27FC236}">
                <a16:creationId xmlns:a16="http://schemas.microsoft.com/office/drawing/2014/main" id="{7FA427EA-D435-0E86-9F09-9ED74E24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654" y="4118998"/>
            <a:ext cx="2367317" cy="1942088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7" name="Rectangle 1555">
            <a:extLst>
              <a:ext uri="{FF2B5EF4-FFF2-40B4-BE49-F238E27FC236}">
                <a16:creationId xmlns:a16="http://schemas.microsoft.com/office/drawing/2014/main" id="{56399472-BDEF-6AE5-3D25-2CA424945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547" y="449504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8" name="Rectangle 1558">
            <a:extLst>
              <a:ext uri="{FF2B5EF4-FFF2-40B4-BE49-F238E27FC236}">
                <a16:creationId xmlns:a16="http://schemas.microsoft.com/office/drawing/2014/main" id="{29106FCC-8169-EA22-DE85-B82159C1D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1979" y="4495040"/>
            <a:ext cx="460135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9" name="Rectangle 1561">
            <a:extLst>
              <a:ext uri="{FF2B5EF4-FFF2-40B4-BE49-F238E27FC236}">
                <a16:creationId xmlns:a16="http://schemas.microsoft.com/office/drawing/2014/main" id="{70B6BB79-1A56-2BCD-1DDB-2681D5A93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5114" y="449504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31" name="Rectangle 1490">
            <a:extLst>
              <a:ext uri="{FF2B5EF4-FFF2-40B4-BE49-F238E27FC236}">
                <a16:creationId xmlns:a16="http://schemas.microsoft.com/office/drawing/2014/main" id="{9D48DA9C-5799-48FD-901A-9F61B4AF0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569" y="3918261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32" name="Rectangle 1619">
            <a:extLst>
              <a:ext uri="{FF2B5EF4-FFF2-40B4-BE49-F238E27FC236}">
                <a16:creationId xmlns:a16="http://schemas.microsoft.com/office/drawing/2014/main" id="{A324D6E6-6B62-E166-3075-1DC12CE46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5087" y="4242592"/>
            <a:ext cx="51135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33" name="Rectangle 1620">
            <a:extLst>
              <a:ext uri="{FF2B5EF4-FFF2-40B4-BE49-F238E27FC236}">
                <a16:creationId xmlns:a16="http://schemas.microsoft.com/office/drawing/2014/main" id="{6891A073-5360-CB4D-2E6A-7AC939EA4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4635" y="4113731"/>
            <a:ext cx="1194498" cy="1942088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34" name="Rectangle 1621">
            <a:extLst>
              <a:ext uri="{FF2B5EF4-FFF2-40B4-BE49-F238E27FC236}">
                <a16:creationId xmlns:a16="http://schemas.microsoft.com/office/drawing/2014/main" id="{18117B92-855C-A69D-2FE6-201216B2F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2528" y="4489773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35" name="Rectangle 1622">
            <a:extLst>
              <a:ext uri="{FF2B5EF4-FFF2-40B4-BE49-F238E27FC236}">
                <a16:creationId xmlns:a16="http://schemas.microsoft.com/office/drawing/2014/main" id="{9D750741-E2C1-0C05-35E6-B88FBC043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8356" y="4597667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36" name="Rectangle 1623">
            <a:extLst>
              <a:ext uri="{FF2B5EF4-FFF2-40B4-BE49-F238E27FC236}">
                <a16:creationId xmlns:a16="http://schemas.microsoft.com/office/drawing/2014/main" id="{E1CFD241-9147-875F-FE09-737DF6F0D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676" y="4727774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37" name="Rectangle 1624">
            <a:extLst>
              <a:ext uri="{FF2B5EF4-FFF2-40B4-BE49-F238E27FC236}">
                <a16:creationId xmlns:a16="http://schemas.microsoft.com/office/drawing/2014/main" id="{EDB9C140-3B00-C156-0530-D34D69682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6130" y="4489773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38" name="Rectangle 1625">
            <a:extLst>
              <a:ext uri="{FF2B5EF4-FFF2-40B4-BE49-F238E27FC236}">
                <a16:creationId xmlns:a16="http://schemas.microsoft.com/office/drawing/2014/main" id="{B30B3E69-3EE3-AD26-AD7B-F2402775C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3545" y="4597667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39" name="Rectangle 1626">
            <a:extLst>
              <a:ext uri="{FF2B5EF4-FFF2-40B4-BE49-F238E27FC236}">
                <a16:creationId xmlns:a16="http://schemas.microsoft.com/office/drawing/2014/main" id="{AF9EBC74-F96F-45E0-3E01-676590C9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5278" y="4727774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CD5F81B-2AC1-BBA5-0F13-7866FEF3E480}"/>
              </a:ext>
            </a:extLst>
          </p:cNvPr>
          <p:cNvGrpSpPr/>
          <p:nvPr/>
        </p:nvGrpSpPr>
        <p:grpSpPr>
          <a:xfrm>
            <a:off x="9602528" y="5500187"/>
            <a:ext cx="987291" cy="390472"/>
            <a:chOff x="9474433" y="5983972"/>
            <a:chExt cx="987548" cy="390574"/>
          </a:xfrm>
        </p:grpSpPr>
        <p:sp>
          <p:nvSpPr>
            <p:cNvPr id="41" name="Rectangle 1630">
              <a:extLst>
                <a:ext uri="{FF2B5EF4-FFF2-40B4-BE49-F238E27FC236}">
                  <a16:creationId xmlns:a16="http://schemas.microsoft.com/office/drawing/2014/main" id="{9D13369B-DC76-907E-185C-88E51F1BF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30">
              <a:extLst>
                <a:ext uri="{FF2B5EF4-FFF2-40B4-BE49-F238E27FC236}">
                  <a16:creationId xmlns:a16="http://schemas.microsoft.com/office/drawing/2014/main" id="{6BA96DEB-B283-03DA-2639-548E592B4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D37AB21-E160-E430-0D4D-D9401476605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44" name="Rectangle 1630">
                <a:extLst>
                  <a:ext uri="{FF2B5EF4-FFF2-40B4-BE49-F238E27FC236}">
                    <a16:creationId xmlns:a16="http://schemas.microsoft.com/office/drawing/2014/main" id="{014B5304-BBF7-7F45-0D11-A1714C4A6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5" name="Rectangle 1484">
                <a:extLst>
                  <a:ext uri="{FF2B5EF4-FFF2-40B4-BE49-F238E27FC236}">
                    <a16:creationId xmlns:a16="http://schemas.microsoft.com/office/drawing/2014/main" id="{DCAA29DE-4BFE-57C3-04F3-D61ADDD4A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40614" y="6225314"/>
                <a:ext cx="139467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46" name="Rectangle 1630">
            <a:extLst>
              <a:ext uri="{FF2B5EF4-FFF2-40B4-BE49-F238E27FC236}">
                <a16:creationId xmlns:a16="http://schemas.microsoft.com/office/drawing/2014/main" id="{178183A5-0CD3-CA02-A450-EBB704446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3721" y="5623526"/>
            <a:ext cx="842996" cy="261860"/>
          </a:xfrm>
          <a:prstGeom prst="rect">
            <a:avLst/>
          </a:prstGeom>
          <a:solidFill>
            <a:srgbClr val="003D7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47" name="Rectangle 1630">
            <a:extLst>
              <a:ext uri="{FF2B5EF4-FFF2-40B4-BE49-F238E27FC236}">
                <a16:creationId xmlns:a16="http://schemas.microsoft.com/office/drawing/2014/main" id="{4C694150-1E4E-B67D-D521-48B6F05F2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6049" y="5556180"/>
            <a:ext cx="842996" cy="261860"/>
          </a:xfrm>
          <a:prstGeom prst="rect">
            <a:avLst/>
          </a:prstGeom>
          <a:solidFill>
            <a:srgbClr val="003D7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48" name="Rectangle 1619">
            <a:extLst>
              <a:ext uri="{FF2B5EF4-FFF2-40B4-BE49-F238E27FC236}">
                <a16:creationId xmlns:a16="http://schemas.microsoft.com/office/drawing/2014/main" id="{6DF327FD-F6F5-8D66-4E6A-CF10BCF00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1985" y="4237318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Cluster 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49" name="Rectangle 1620">
            <a:extLst>
              <a:ext uri="{FF2B5EF4-FFF2-40B4-BE49-F238E27FC236}">
                <a16:creationId xmlns:a16="http://schemas.microsoft.com/office/drawing/2014/main" id="{1EA12457-A788-DE3D-DF2C-91285EB0D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1532" y="4108457"/>
            <a:ext cx="1194498" cy="1942088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B5C3C865-2A21-A2DE-6A63-897756329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9426" y="448450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51" name="Rectangle 1622">
            <a:extLst>
              <a:ext uri="{FF2B5EF4-FFF2-40B4-BE49-F238E27FC236}">
                <a16:creationId xmlns:a16="http://schemas.microsoft.com/office/drawing/2014/main" id="{E34F8C2F-5629-0C1A-027F-BC746C2D7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3741" y="4592393"/>
            <a:ext cx="1699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DB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52" name="Rectangle 1623">
            <a:extLst>
              <a:ext uri="{FF2B5EF4-FFF2-40B4-BE49-F238E27FC236}">
                <a16:creationId xmlns:a16="http://schemas.microsoft.com/office/drawing/2014/main" id="{351A27EE-31A4-0510-6865-627A7C476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6146" y="4722501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53" name="Rectangle 1624">
            <a:extLst>
              <a:ext uri="{FF2B5EF4-FFF2-40B4-BE49-F238E27FC236}">
                <a16:creationId xmlns:a16="http://schemas.microsoft.com/office/drawing/2014/main" id="{1F2EA439-6FAC-A5F7-7547-5766E16A2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3028" y="448450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54" name="Rectangle 1625">
            <a:extLst>
              <a:ext uri="{FF2B5EF4-FFF2-40B4-BE49-F238E27FC236}">
                <a16:creationId xmlns:a16="http://schemas.microsoft.com/office/drawing/2014/main" id="{A6571D23-9FBF-3C4A-B162-F3B1E4CC0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7343" y="4592393"/>
            <a:ext cx="1699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DB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55" name="Rectangle 1626">
            <a:extLst>
              <a:ext uri="{FF2B5EF4-FFF2-40B4-BE49-F238E27FC236}">
                <a16:creationId xmlns:a16="http://schemas.microsoft.com/office/drawing/2014/main" id="{7E3CAEBA-CDC9-0FD6-96B3-CE4D944F1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9747" y="4722501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F840EFA-C34D-CFD7-BFF0-3D587B93C578}"/>
              </a:ext>
            </a:extLst>
          </p:cNvPr>
          <p:cNvGrpSpPr/>
          <p:nvPr/>
        </p:nvGrpSpPr>
        <p:grpSpPr>
          <a:xfrm>
            <a:off x="10939426" y="5494914"/>
            <a:ext cx="842996" cy="261860"/>
            <a:chOff x="9474434" y="6169899"/>
            <a:chExt cx="464202" cy="261928"/>
          </a:xfrm>
        </p:grpSpPr>
        <p:sp>
          <p:nvSpPr>
            <p:cNvPr id="57" name="Rectangle 1630">
              <a:extLst>
                <a:ext uri="{FF2B5EF4-FFF2-40B4-BE49-F238E27FC236}">
                  <a16:creationId xmlns:a16="http://schemas.microsoft.com/office/drawing/2014/main" id="{4B01B0C4-0144-E600-C175-C0645E406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4434" y="6169899"/>
              <a:ext cx="464202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58" name="Rectangle 1484">
              <a:extLst>
                <a:ext uri="{FF2B5EF4-FFF2-40B4-BE49-F238E27FC236}">
                  <a16:creationId xmlns:a16="http://schemas.microsoft.com/office/drawing/2014/main" id="{A528451F-DC8F-2BEA-2188-7D338277A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0614" y="6225314"/>
              <a:ext cx="139467" cy="1385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ESXi</a:t>
              </a:r>
              <a:endParaRPr kumimoji="0" lang="en-US" altLang="en-US" sz="179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67" name="Rectangle 1621">
            <a:extLst>
              <a:ext uri="{FF2B5EF4-FFF2-40B4-BE49-F238E27FC236}">
                <a16:creationId xmlns:a16="http://schemas.microsoft.com/office/drawing/2014/main" id="{F77E2667-8A6A-FF5B-7454-6A066D73C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6109" y="4507431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4489F4E-65E2-CDED-4D25-8834EA0C9D80}"/>
              </a:ext>
            </a:extLst>
          </p:cNvPr>
          <p:cNvGrpSpPr/>
          <p:nvPr/>
        </p:nvGrpSpPr>
        <p:grpSpPr>
          <a:xfrm>
            <a:off x="7093364" y="5536854"/>
            <a:ext cx="987291" cy="390472"/>
            <a:chOff x="9474433" y="5983972"/>
            <a:chExt cx="987548" cy="390574"/>
          </a:xfrm>
        </p:grpSpPr>
        <p:sp>
          <p:nvSpPr>
            <p:cNvPr id="69" name="Rectangle 1630">
              <a:extLst>
                <a:ext uri="{FF2B5EF4-FFF2-40B4-BE49-F238E27FC236}">
                  <a16:creationId xmlns:a16="http://schemas.microsoft.com/office/drawing/2014/main" id="{A84EEF00-D33A-C0F1-5F11-97CA87E4A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70" name="Rectangle 1630">
              <a:extLst>
                <a:ext uri="{FF2B5EF4-FFF2-40B4-BE49-F238E27FC236}">
                  <a16:creationId xmlns:a16="http://schemas.microsoft.com/office/drawing/2014/main" id="{041E89D8-7506-8EFC-4A27-8204ACFDA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31F05B9C-74FD-7900-A819-90B3437903A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72" name="Rectangle 1630">
                <a:extLst>
                  <a:ext uri="{FF2B5EF4-FFF2-40B4-BE49-F238E27FC236}">
                    <a16:creationId xmlns:a16="http://schemas.microsoft.com/office/drawing/2014/main" id="{AD0B815F-450B-96F9-CF99-77FAA71D4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73" name="Rectangle 1484">
                <a:extLst>
                  <a:ext uri="{FF2B5EF4-FFF2-40B4-BE49-F238E27FC236}">
                    <a16:creationId xmlns:a16="http://schemas.microsoft.com/office/drawing/2014/main" id="{CBCD35DE-13A4-0786-67E3-A9D40FCAD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40614" y="6225314"/>
                <a:ext cx="139467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532E650-6E44-7387-6C54-3814FF22FAE7}"/>
              </a:ext>
            </a:extLst>
          </p:cNvPr>
          <p:cNvGrpSpPr/>
          <p:nvPr/>
        </p:nvGrpSpPr>
        <p:grpSpPr>
          <a:xfrm>
            <a:off x="8164250" y="5540432"/>
            <a:ext cx="987291" cy="390472"/>
            <a:chOff x="9474433" y="5983972"/>
            <a:chExt cx="987548" cy="390574"/>
          </a:xfrm>
        </p:grpSpPr>
        <p:sp>
          <p:nvSpPr>
            <p:cNvPr id="75" name="Rectangle 1630">
              <a:extLst>
                <a:ext uri="{FF2B5EF4-FFF2-40B4-BE49-F238E27FC236}">
                  <a16:creationId xmlns:a16="http://schemas.microsoft.com/office/drawing/2014/main" id="{52A3D74B-06C4-99BE-727D-7C6520B17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76" name="Rectangle 1630">
              <a:extLst>
                <a:ext uri="{FF2B5EF4-FFF2-40B4-BE49-F238E27FC236}">
                  <a16:creationId xmlns:a16="http://schemas.microsoft.com/office/drawing/2014/main" id="{E15712CB-ED51-51E2-53FA-A7572BF88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58329A9E-45F1-069B-C2AA-F4DE43012229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78" name="Rectangle 1630">
                <a:extLst>
                  <a:ext uri="{FF2B5EF4-FFF2-40B4-BE49-F238E27FC236}">
                    <a16:creationId xmlns:a16="http://schemas.microsoft.com/office/drawing/2014/main" id="{F508205B-299D-DA32-898B-0411D0840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79" name="Rectangle 1484">
                <a:extLst>
                  <a:ext uri="{FF2B5EF4-FFF2-40B4-BE49-F238E27FC236}">
                    <a16:creationId xmlns:a16="http://schemas.microsoft.com/office/drawing/2014/main" id="{369F58A5-11A2-7C55-F5EC-00A1761C9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40614" y="6225314"/>
                <a:ext cx="139467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3C2BC5A-6745-DB5E-6B0C-B5ED471EDD29}"/>
              </a:ext>
            </a:extLst>
          </p:cNvPr>
          <p:cNvGrpSpPr/>
          <p:nvPr/>
        </p:nvGrpSpPr>
        <p:grpSpPr>
          <a:xfrm>
            <a:off x="6731279" y="1456516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D5DAE32-8655-38D7-66A5-30326AEC1BF4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83" name="Rectangle 1490">
              <a:extLst>
                <a:ext uri="{FF2B5EF4-FFF2-40B4-BE49-F238E27FC236}">
                  <a16:creationId xmlns:a16="http://schemas.microsoft.com/office/drawing/2014/main" id="{1FEBDC78-5266-DC7E-7F3A-F69B5D0B2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2909" y="4181820"/>
              <a:ext cx="762300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Cluster 1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0569F8FD-3030-C1AA-37CA-EAC6FF47C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1942594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602212EE-FCDB-3AD9-E992-6D4825575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546767" cy="153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Cluster 2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42665F87-9426-0D7D-A982-C6096240A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1942594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87" name="Rectangle 1621">
              <a:extLst>
                <a:ext uri="{FF2B5EF4-FFF2-40B4-BE49-F238E27FC236}">
                  <a16:creationId xmlns:a16="http://schemas.microsoft.com/office/drawing/2014/main" id="{7592A713-008F-0040-9FCD-BF3AEF144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247" y="4415579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88" name="Rectangle 1622">
              <a:extLst>
                <a:ext uri="{FF2B5EF4-FFF2-40B4-BE49-F238E27FC236}">
                  <a16:creationId xmlns:a16="http://schemas.microsoft.com/office/drawing/2014/main" id="{BCF4DB28-660E-6A30-A4D1-2917435E8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8105" y="452350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89" name="Rectangle 1623">
              <a:extLst>
                <a:ext uri="{FF2B5EF4-FFF2-40B4-BE49-F238E27FC236}">
                  <a16:creationId xmlns:a16="http://schemas.microsoft.com/office/drawing/2014/main" id="{6F25A886-0F52-60FD-991A-47B16D1AC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433" y="465364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90" name="Rectangle 1624">
              <a:extLst>
                <a:ext uri="{FF2B5EF4-FFF2-40B4-BE49-F238E27FC236}">
                  <a16:creationId xmlns:a16="http://schemas.microsoft.com/office/drawing/2014/main" id="{06E3B9BB-E9B2-B067-8854-E3D3AEF36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3105" y="4415579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91" name="Rectangle 1625">
              <a:extLst>
                <a:ext uri="{FF2B5EF4-FFF2-40B4-BE49-F238E27FC236}">
                  <a16:creationId xmlns:a16="http://schemas.microsoft.com/office/drawing/2014/main" id="{05FC8643-8FB4-5B52-41B3-A8FF75E33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549" y="452350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10D6E8E4-AE5F-26F3-CB11-647B6FD88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93" name="Rectangle 1627">
              <a:extLst>
                <a:ext uri="{FF2B5EF4-FFF2-40B4-BE49-F238E27FC236}">
                  <a16:creationId xmlns:a16="http://schemas.microsoft.com/office/drawing/2014/main" id="{A00A9F76-2041-E960-08A8-D92364553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7256" y="4415579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94" name="Rectangle 1628">
              <a:extLst>
                <a:ext uri="{FF2B5EF4-FFF2-40B4-BE49-F238E27FC236}">
                  <a16:creationId xmlns:a16="http://schemas.microsoft.com/office/drawing/2014/main" id="{61A6882D-9E2B-E73F-F7BB-C2B0EF5B2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13" y="452350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080E8958-ADE9-7346-063C-63C2ECB04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BB5340C-F75D-782E-D8CF-16421A29A392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C63ADCF4-481B-AC41-212E-850B466BF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A7323802-FB11-338B-6452-A969BCAB3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399377DE-1DA3-F389-32C4-33F472E049D9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AEA2E01D-1DC2-A6FA-620E-EE64755C50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5C0BD193-90DE-3D02-E19F-45F0065D60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40613" y="6225314"/>
                  <a:ext cx="139468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lt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B56C4CA6-03BC-67F5-C016-63E2F832E779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27A01CCF-B3A5-CCD6-6BD1-9F9A13A91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477F09FD-2D77-004C-6CC6-E8DEDBFA7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8EB41EF3-CD7B-BC39-9FF9-FBAA62DE581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C7DFE2C5-237D-8A74-8D27-BC5522FA7A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EE5134E3-BEBE-23F3-EEA7-E000F26C8E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40613" y="6225314"/>
                  <a:ext cx="139468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lt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3D45A53F-7AFD-34E2-F759-08E0C2E55B07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F05614E0-0086-E91D-0B56-10648BD949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1DCF99E3-10FF-A627-21D3-A097666BE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B14B02F8-411D-7D6D-5E43-11D2B135BC6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F8DFA68F-887C-5600-29AC-F413CAFD06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D0DB15F2-9A4F-12DF-5947-5F0E465D06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40613" y="6225314"/>
                  <a:ext cx="139468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lt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302F516-94FC-1CA0-68F1-B2EABBACB869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6B3321EC-095D-748D-DD32-D7B396667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A0160EE7-C795-AF53-A5AC-3F32DFFF6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7EF40451-B44B-76CC-DF80-D8A4AFBE1B9D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A9FAE614-25EE-9647-62CD-6051FFBC18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CFA82AA8-EC9C-2BCE-1F15-E0E98A8338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40613" y="6225314"/>
                  <a:ext cx="139468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lt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6" name="Rectangle 1627">
              <a:extLst>
                <a:ext uri="{FF2B5EF4-FFF2-40B4-BE49-F238E27FC236}">
                  <a16:creationId xmlns:a16="http://schemas.microsoft.com/office/drawing/2014/main" id="{92227CF8-270F-6B86-1879-933D82492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3186" y="4408208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07" name="Rectangle 1628">
              <a:extLst>
                <a:ext uri="{FF2B5EF4-FFF2-40B4-BE49-F238E27FC236}">
                  <a16:creationId xmlns:a16="http://schemas.microsoft.com/office/drawing/2014/main" id="{FB42A6DC-6505-C289-F7B5-47A708CB6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044" y="451613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887DB1A5-2051-84D2-CDF2-197F88630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50" name="Rectangle 1490">
            <a:extLst>
              <a:ext uri="{FF2B5EF4-FFF2-40B4-BE49-F238E27FC236}">
                <a16:creationId xmlns:a16="http://schemas.microsoft.com/office/drawing/2014/main" id="{5651B3FA-17D6-9D66-C9F6-BEAA391C4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213" y="3922892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Workload Domain 3.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172" name="Rectangle 1493">
            <a:extLst>
              <a:ext uri="{FF2B5EF4-FFF2-40B4-BE49-F238E27FC236}">
                <a16:creationId xmlns:a16="http://schemas.microsoft.com/office/drawing/2014/main" id="{84A3D864-FEC3-7149-3DB4-BA5CADB8C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663" y="4664207"/>
            <a:ext cx="195566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3" name="Rectangle 1493">
            <a:extLst>
              <a:ext uri="{FF2B5EF4-FFF2-40B4-BE49-F238E27FC236}">
                <a16:creationId xmlns:a16="http://schemas.microsoft.com/office/drawing/2014/main" id="{3A2AC8CF-9B18-2286-7365-AAA14F0B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671" y="4645198"/>
            <a:ext cx="195566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4" name="Rectangle 1493">
            <a:extLst>
              <a:ext uri="{FF2B5EF4-FFF2-40B4-BE49-F238E27FC236}">
                <a16:creationId xmlns:a16="http://schemas.microsoft.com/office/drawing/2014/main" id="{1FAEF1BA-05DE-2852-A9ED-51186BB48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288" y="4644470"/>
            <a:ext cx="195566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5" name="Rectangle 1493">
            <a:extLst>
              <a:ext uri="{FF2B5EF4-FFF2-40B4-BE49-F238E27FC236}">
                <a16:creationId xmlns:a16="http://schemas.microsoft.com/office/drawing/2014/main" id="{FB51C61E-3922-8C73-22D2-A00F12C4E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0229" y="4643742"/>
            <a:ext cx="195566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VDI</a:t>
            </a:r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BDE2B228-8D9A-10FD-FAD5-EAAA7D674CCD}"/>
              </a:ext>
            </a:extLst>
          </p:cNvPr>
          <p:cNvCxnSpPr/>
          <p:nvPr/>
        </p:nvCxnSpPr>
        <p:spPr bwMode="gray">
          <a:xfrm flipV="1">
            <a:off x="3046383" y="3191096"/>
            <a:ext cx="3580530" cy="8132"/>
          </a:xfrm>
          <a:prstGeom prst="line">
            <a:avLst/>
          </a:prstGeom>
          <a:ln w="1905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FC07C934-081F-5215-A1EF-9E4A78643F63}"/>
              </a:ext>
            </a:extLst>
          </p:cNvPr>
          <p:cNvCxnSpPr/>
          <p:nvPr/>
        </p:nvCxnSpPr>
        <p:spPr bwMode="gray">
          <a:xfrm flipV="1">
            <a:off x="3010573" y="3801986"/>
            <a:ext cx="3580530" cy="8132"/>
          </a:xfrm>
          <a:prstGeom prst="line">
            <a:avLst/>
          </a:prstGeom>
          <a:ln w="1905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A3F54585-74D7-7C04-214A-34FA245B2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4008" y="1545470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Workload Domain 1.  </a:t>
            </a:r>
            <a:r>
              <a:rPr lang="en-US" altLang="en-US" sz="1000" b="1">
                <a:solidFill>
                  <a:srgbClr val="717074"/>
                </a:solidFill>
                <a:latin typeface="+mn-lt"/>
                <a:ea typeface="Microsoft JhengHei" panose="020B0604030504040204" pitchFamily="34" charset="-120"/>
              </a:rPr>
              <a:t>Multi-Cluster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D3C9E6-3B38-C45A-B76A-1BEED6E58CD9}"/>
              </a:ext>
            </a:extLst>
          </p:cNvPr>
          <p:cNvGrpSpPr/>
          <p:nvPr/>
        </p:nvGrpSpPr>
        <p:grpSpPr>
          <a:xfrm>
            <a:off x="7031594" y="2008611"/>
            <a:ext cx="2142804" cy="464475"/>
            <a:chOff x="7031594" y="2008611"/>
            <a:chExt cx="2142804" cy="464475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A1198B70-761C-888E-A5CA-214395187DCD}"/>
                </a:ext>
              </a:extLst>
            </p:cNvPr>
            <p:cNvGrpSpPr/>
            <p:nvPr/>
          </p:nvGrpSpPr>
          <p:grpSpPr>
            <a:xfrm>
              <a:off x="7031594" y="2010862"/>
              <a:ext cx="458550" cy="452202"/>
              <a:chOff x="7081022" y="2010862"/>
              <a:chExt cx="458550" cy="452202"/>
            </a:xfrm>
          </p:grpSpPr>
          <p:sp>
            <p:nvSpPr>
              <p:cNvPr id="157" name="Rectangle 1621">
                <a:extLst>
                  <a:ext uri="{FF2B5EF4-FFF2-40B4-BE49-F238E27FC236}">
                    <a16:creationId xmlns:a16="http://schemas.microsoft.com/office/drawing/2014/main" id="{366ABDD7-B662-CC9A-001F-44D2A546F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1022" y="2010862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8" name="Rectangle 1622">
                <a:extLst>
                  <a:ext uri="{FF2B5EF4-FFF2-40B4-BE49-F238E27FC236}">
                    <a16:creationId xmlns:a16="http://schemas.microsoft.com/office/drawing/2014/main" id="{185C39DA-4FCC-DF67-86D2-1A65CFBBC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6850" y="2118755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1C57A2E-5C37-7756-8B07-33FD427D54F0}"/>
                </a:ext>
              </a:extLst>
            </p:cNvPr>
            <p:cNvGrpSpPr/>
            <p:nvPr/>
          </p:nvGrpSpPr>
          <p:grpSpPr>
            <a:xfrm>
              <a:off x="7601987" y="2008611"/>
              <a:ext cx="458550" cy="452202"/>
              <a:chOff x="7081022" y="2010862"/>
              <a:chExt cx="458550" cy="452202"/>
            </a:xfrm>
          </p:grpSpPr>
          <p:sp>
            <p:nvSpPr>
              <p:cNvPr id="180" name="Rectangle 1621">
                <a:extLst>
                  <a:ext uri="{FF2B5EF4-FFF2-40B4-BE49-F238E27FC236}">
                    <a16:creationId xmlns:a16="http://schemas.microsoft.com/office/drawing/2014/main" id="{F4BC53EC-7665-205B-7985-A6AD7B8D4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1022" y="2010862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1" name="Rectangle 1622">
                <a:extLst>
                  <a:ext uri="{FF2B5EF4-FFF2-40B4-BE49-F238E27FC236}">
                    <a16:creationId xmlns:a16="http://schemas.microsoft.com/office/drawing/2014/main" id="{0E7742A1-1E78-A94D-906D-8309B78FE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11480" y="2104125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6BD410C-7948-B44C-E073-AED85C94183B}"/>
                </a:ext>
              </a:extLst>
            </p:cNvPr>
            <p:cNvGrpSpPr/>
            <p:nvPr/>
          </p:nvGrpSpPr>
          <p:grpSpPr>
            <a:xfrm>
              <a:off x="8176364" y="2014843"/>
              <a:ext cx="458550" cy="452202"/>
              <a:chOff x="8176364" y="2014843"/>
              <a:chExt cx="458550" cy="452202"/>
            </a:xfrm>
          </p:grpSpPr>
          <p:sp>
            <p:nvSpPr>
              <p:cNvPr id="183" name="Rectangle 1621">
                <a:extLst>
                  <a:ext uri="{FF2B5EF4-FFF2-40B4-BE49-F238E27FC236}">
                    <a16:creationId xmlns:a16="http://schemas.microsoft.com/office/drawing/2014/main" id="{D155A31F-85A9-59FF-4CF6-05191947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6364" y="2014843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4" name="Rectangle 1622">
                <a:extLst>
                  <a:ext uri="{FF2B5EF4-FFF2-40B4-BE49-F238E27FC236}">
                    <a16:creationId xmlns:a16="http://schemas.microsoft.com/office/drawing/2014/main" id="{9BCA549D-B15E-C3F4-729E-D307E8C31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94906" y="2101221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E8489D8-B8DA-9125-27DE-8B117BFA6B06}"/>
                </a:ext>
              </a:extLst>
            </p:cNvPr>
            <p:cNvGrpSpPr/>
            <p:nvPr/>
          </p:nvGrpSpPr>
          <p:grpSpPr>
            <a:xfrm>
              <a:off x="8715848" y="2020884"/>
              <a:ext cx="458550" cy="452202"/>
              <a:chOff x="8715848" y="2020884"/>
              <a:chExt cx="458550" cy="452202"/>
            </a:xfrm>
          </p:grpSpPr>
          <p:sp>
            <p:nvSpPr>
              <p:cNvPr id="186" name="Rectangle 1621">
                <a:extLst>
                  <a:ext uri="{FF2B5EF4-FFF2-40B4-BE49-F238E27FC236}">
                    <a16:creationId xmlns:a16="http://schemas.microsoft.com/office/drawing/2014/main" id="{46F4E549-0AA5-CD5B-1B2F-C1E92FCD5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5848" y="2020884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7" name="Rectangle 1622">
                <a:extLst>
                  <a:ext uri="{FF2B5EF4-FFF2-40B4-BE49-F238E27FC236}">
                    <a16:creationId xmlns:a16="http://schemas.microsoft.com/office/drawing/2014/main" id="{33E183B9-52FF-AFA4-13E7-7EB50D840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6653" y="2099978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8E0C41E-9B57-D2C5-60EA-AF80B63BC50A}"/>
              </a:ext>
            </a:extLst>
          </p:cNvPr>
          <p:cNvGrpSpPr/>
          <p:nvPr/>
        </p:nvGrpSpPr>
        <p:grpSpPr>
          <a:xfrm>
            <a:off x="7969789" y="2668967"/>
            <a:ext cx="677510" cy="409361"/>
            <a:chOff x="7000548" y="5053549"/>
            <a:chExt cx="677510" cy="409361"/>
          </a:xfrm>
        </p:grpSpPr>
        <p:sp>
          <p:nvSpPr>
            <p:cNvPr id="143" name="Rectangle 1511">
              <a:extLst>
                <a:ext uri="{FF2B5EF4-FFF2-40B4-BE49-F238E27FC236}">
                  <a16:creationId xmlns:a16="http://schemas.microsoft.com/office/drawing/2014/main" id="{AC215FE1-168F-E917-EA40-70109C500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548" y="5053549"/>
              <a:ext cx="677510" cy="409361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1798">
                <a:solidFill>
                  <a:srgbClr val="717074"/>
                </a:solidFill>
                <a:ea typeface="Microsoft JhengHei" panose="020B0604030504040204" pitchFamily="34" charset="-120"/>
              </a:endParaRPr>
            </a:p>
          </p:txBody>
        </p:sp>
        <p:sp>
          <p:nvSpPr>
            <p:cNvPr id="144" name="Rectangle 1493">
              <a:extLst>
                <a:ext uri="{FF2B5EF4-FFF2-40B4-BE49-F238E27FC236}">
                  <a16:creationId xmlns:a16="http://schemas.microsoft.com/office/drawing/2014/main" id="{353A24FD-BF97-8F01-5D2B-5CD85F3E3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5489" y="5127492"/>
              <a:ext cx="22762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+mn-lt"/>
                  <a:ea typeface="Microsoft JhengHei" panose="020B0604030504040204" pitchFamily="34" charset="-120"/>
                </a:rPr>
                <a:t>NSX</a:t>
              </a:r>
            </a:p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+mn-lt"/>
                  <a:ea typeface="Microsoft JhengHei" panose="020B0604030504040204" pitchFamily="34" charset="-120"/>
                </a:rPr>
                <a:t>ESG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5A13B8E-1197-33C0-5D59-3DBA6C3B8245}"/>
              </a:ext>
            </a:extLst>
          </p:cNvPr>
          <p:cNvGrpSpPr/>
          <p:nvPr/>
        </p:nvGrpSpPr>
        <p:grpSpPr>
          <a:xfrm>
            <a:off x="7827390" y="2587027"/>
            <a:ext cx="677510" cy="409361"/>
            <a:chOff x="7000548" y="5053549"/>
            <a:chExt cx="677510" cy="409361"/>
          </a:xfrm>
        </p:grpSpPr>
        <p:sp>
          <p:nvSpPr>
            <p:cNvPr id="147" name="Rectangle 1511">
              <a:extLst>
                <a:ext uri="{FF2B5EF4-FFF2-40B4-BE49-F238E27FC236}">
                  <a16:creationId xmlns:a16="http://schemas.microsoft.com/office/drawing/2014/main" id="{7A16D942-F79E-CFA7-C322-7116799A5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548" y="5053549"/>
              <a:ext cx="677510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1798">
                <a:solidFill>
                  <a:srgbClr val="717074"/>
                </a:solidFill>
                <a:ea typeface="Microsoft JhengHei" panose="020B0604030504040204" pitchFamily="34" charset="-120"/>
              </a:endParaRPr>
            </a:p>
          </p:txBody>
        </p:sp>
        <p:sp>
          <p:nvSpPr>
            <p:cNvPr id="148" name="Rectangle 1493">
              <a:extLst>
                <a:ext uri="{FF2B5EF4-FFF2-40B4-BE49-F238E27FC236}">
                  <a16:creationId xmlns:a16="http://schemas.microsoft.com/office/drawing/2014/main" id="{6ACEBAD3-624F-1F2D-7DE6-89391A104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245" y="5127492"/>
              <a:ext cx="27411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+mn-lt"/>
                  <a:ea typeface="Microsoft JhengHei" panose="020B0604030504040204" pitchFamily="34" charset="-120"/>
                </a:rPr>
                <a:t>NSX</a:t>
              </a:r>
            </a:p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+mn-lt"/>
                  <a:ea typeface="Microsoft JhengHei" panose="020B0604030504040204" pitchFamily="34" charset="-120"/>
                </a:rPr>
                <a:t>Edge</a:t>
              </a:r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279BB26-72AC-2867-0F37-B13A7DFCADA8}"/>
              </a:ext>
            </a:extLst>
          </p:cNvPr>
          <p:cNvSpPr/>
          <p:nvPr/>
        </p:nvSpPr>
        <p:spPr>
          <a:xfrm>
            <a:off x="9388288" y="3863417"/>
            <a:ext cx="2707619" cy="2292594"/>
          </a:xfrm>
          <a:prstGeom prst="rect">
            <a:avLst/>
          </a:prstGeom>
          <a:solidFill>
            <a:schemeClr val="accent5">
              <a:lumMod val="75000"/>
              <a:alpha val="14902"/>
            </a:schemeClr>
          </a:solidFill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B79A6F8-45C1-2EC4-8271-52C550424579}"/>
              </a:ext>
            </a:extLst>
          </p:cNvPr>
          <p:cNvSpPr/>
          <p:nvPr/>
        </p:nvSpPr>
        <p:spPr>
          <a:xfrm>
            <a:off x="6738166" y="3875772"/>
            <a:ext cx="2591924" cy="2292594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ea typeface="Microsoft JhengHei" panose="020B0604030504040204" pitchFamily="34" charset="-120"/>
            </a:endParaRP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29A0CF2D-1D16-A59A-5155-D1F304008E0B}"/>
              </a:ext>
            </a:extLst>
          </p:cNvPr>
          <p:cNvGrpSpPr/>
          <p:nvPr/>
        </p:nvGrpSpPr>
        <p:grpSpPr>
          <a:xfrm>
            <a:off x="6662722" y="1545470"/>
            <a:ext cx="6366605" cy="2246560"/>
            <a:chOff x="6655816" y="1534882"/>
            <a:chExt cx="6368263" cy="2247146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B9897CD2-63A1-21F0-F88D-B883F353E811}"/>
                </a:ext>
              </a:extLst>
            </p:cNvPr>
            <p:cNvSpPr/>
            <p:nvPr/>
          </p:nvSpPr>
          <p:spPr>
            <a:xfrm>
              <a:off x="6655816" y="1534882"/>
              <a:ext cx="5306648" cy="2247146"/>
            </a:xfrm>
            <a:prstGeom prst="rect">
              <a:avLst/>
            </a:prstGeom>
            <a:solidFill>
              <a:schemeClr val="accent6">
                <a:alpha val="7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  <a:defRPr/>
              </a:pPr>
              <a:endParaRPr lang="en-US" sz="2399">
                <a:solidFill>
                  <a:prstClr val="white"/>
                </a:solidFill>
                <a:ea typeface="Microsoft JhengHei" panose="020B0604030504040204" pitchFamily="34" charset="-120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AA80A04E-06CC-EF6E-41C7-AD35842D1AF7}"/>
                </a:ext>
              </a:extLst>
            </p:cNvPr>
            <p:cNvSpPr txBox="1"/>
            <p:nvPr/>
          </p:nvSpPr>
          <p:spPr>
            <a:xfrm>
              <a:off x="7941651" y="1563598"/>
              <a:ext cx="5082428" cy="3693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r>
                <a:rPr lang="en-US" sz="2399" b="1" u="sng">
                  <a:solidFill>
                    <a:prstClr val="white"/>
                  </a:solidFill>
                  <a:ea typeface="Microsoft JhengHei" panose="020B0604030504040204" pitchFamily="34" charset="-120"/>
                </a:rPr>
                <a:t> Workload Domain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5C635AF4-3813-62D1-DCEA-3DEA3450890B}"/>
                </a:ext>
              </a:extLst>
            </p:cNvPr>
            <p:cNvSpPr txBox="1"/>
            <p:nvPr/>
          </p:nvSpPr>
          <p:spPr>
            <a:xfrm>
              <a:off x="7147857" y="2377937"/>
              <a:ext cx="1644043" cy="738599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  <a:t>EAP/TCS</a:t>
              </a:r>
              <a:b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</a:br>
              <a: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  <a:t>Cluster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76054E58-4B20-CDDA-E729-B0D2C93EC2B9}"/>
                </a:ext>
              </a:extLst>
            </p:cNvPr>
            <p:cNvSpPr txBox="1"/>
            <p:nvPr/>
          </p:nvSpPr>
          <p:spPr>
            <a:xfrm>
              <a:off x="9941283" y="2436507"/>
              <a:ext cx="1644043" cy="81560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  <a:t>EAP/TCS</a:t>
              </a:r>
            </a:p>
            <a:p>
              <a:pPr algn="ctr">
                <a:spcAft>
                  <a:spcPts val="600"/>
                </a:spcAft>
                <a:defRPr/>
              </a:pPr>
              <a: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  <a:t>Cluster</a:t>
              </a:r>
            </a:p>
          </p:txBody>
        </p:sp>
      </p:grpSp>
      <p:sp>
        <p:nvSpPr>
          <p:cNvPr id="235" name="Rectangle 1330">
            <a:extLst>
              <a:ext uri="{FF2B5EF4-FFF2-40B4-BE49-F238E27FC236}">
                <a16:creationId xmlns:a16="http://schemas.microsoft.com/office/drawing/2014/main" id="{0D64FBBC-0094-30C9-04B8-B6646FE37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947" y="1877703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 vCenter Server</a:t>
            </a:r>
          </a:p>
        </p:txBody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9578BA01-8291-498F-E721-BF252818BFB8}"/>
              </a:ext>
            </a:extLst>
          </p:cNvPr>
          <p:cNvGrpSpPr/>
          <p:nvPr/>
        </p:nvGrpSpPr>
        <p:grpSpPr>
          <a:xfrm>
            <a:off x="5303121" y="2534963"/>
            <a:ext cx="791291" cy="490260"/>
            <a:chOff x="5437182" y="2795960"/>
            <a:chExt cx="791291" cy="490260"/>
          </a:xfrm>
        </p:grpSpPr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C5E87989-7D2C-B794-03F6-0CCD8099186C}"/>
                </a:ext>
              </a:extLst>
            </p:cNvPr>
            <p:cNvGrpSpPr/>
            <p:nvPr/>
          </p:nvGrpSpPr>
          <p:grpSpPr>
            <a:xfrm>
              <a:off x="5550963" y="2876859"/>
              <a:ext cx="677510" cy="409361"/>
              <a:chOff x="7000548" y="5053549"/>
              <a:chExt cx="677510" cy="409361"/>
            </a:xfrm>
          </p:grpSpPr>
          <p:sp>
            <p:nvSpPr>
              <p:cNvPr id="245" name="Rectangle 1511">
                <a:extLst>
                  <a:ext uri="{FF2B5EF4-FFF2-40B4-BE49-F238E27FC236}">
                    <a16:creationId xmlns:a16="http://schemas.microsoft.com/office/drawing/2014/main" id="{61C80CC5-4861-55A9-E364-97EBD2F44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0548" y="5053549"/>
                <a:ext cx="677510" cy="409361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46" name="Rectangle 1493">
                <a:extLst>
                  <a:ext uri="{FF2B5EF4-FFF2-40B4-BE49-F238E27FC236}">
                    <a16:creationId xmlns:a16="http://schemas.microsoft.com/office/drawing/2014/main" id="{D8B98AE9-DE41-91D7-8936-511F543CD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25489" y="5127492"/>
                <a:ext cx="227626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NSX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ESG</a:t>
                </a:r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B2EED5E9-BBDD-DCF4-0796-82B0FAF12538}"/>
                </a:ext>
              </a:extLst>
            </p:cNvPr>
            <p:cNvGrpSpPr/>
            <p:nvPr/>
          </p:nvGrpSpPr>
          <p:grpSpPr>
            <a:xfrm>
              <a:off x="5437182" y="2795960"/>
              <a:ext cx="677510" cy="409361"/>
              <a:chOff x="7000548" y="5053549"/>
              <a:chExt cx="677510" cy="409361"/>
            </a:xfrm>
          </p:grpSpPr>
          <p:sp>
            <p:nvSpPr>
              <p:cNvPr id="243" name="Rectangle 1511">
                <a:extLst>
                  <a:ext uri="{FF2B5EF4-FFF2-40B4-BE49-F238E27FC236}">
                    <a16:creationId xmlns:a16="http://schemas.microsoft.com/office/drawing/2014/main" id="{561EAE0A-353A-AA7E-8A47-40B0092E1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0548" y="5053549"/>
                <a:ext cx="677510" cy="409361"/>
              </a:xfrm>
              <a:prstGeom prst="rect">
                <a:avLst/>
              </a:prstGeom>
              <a:solidFill>
                <a:srgbClr val="0094D3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44" name="Rectangle 1493">
                <a:extLst>
                  <a:ext uri="{FF2B5EF4-FFF2-40B4-BE49-F238E27FC236}">
                    <a16:creationId xmlns:a16="http://schemas.microsoft.com/office/drawing/2014/main" id="{9F2D4FDE-5991-0BD2-80BB-96E246F59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4809" y="5127492"/>
                <a:ext cx="528991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L</a:t>
                </a:r>
                <a:r>
                  <a:rPr lang="en-US" altLang="en-US" sz="850" err="1">
                    <a:solidFill>
                      <a:prstClr val="white"/>
                    </a:solidFill>
                    <a:latin typeface="+mn-lt"/>
                    <a:ea typeface="Microsoft JhengHei" panose="020B0604030504040204" pitchFamily="34" charset="-120"/>
                  </a:rPr>
                  <a:t>og</a:t>
                </a:r>
                <a:r>
                  <a:rPr lang="en-US" altLang="en-US" sz="850">
                    <a:solidFill>
                      <a:prstClr val="white"/>
                    </a:solidFill>
                    <a:latin typeface="+mn-lt"/>
                    <a:ea typeface="Microsoft JhengHei" panose="020B0604030504040204" pitchFamily="34" charset="-120"/>
                  </a:rPr>
                  <a:t> insight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8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247" name="Rectangle 1330">
            <a:extLst>
              <a:ext uri="{FF2B5EF4-FFF2-40B4-BE49-F238E27FC236}">
                <a16:creationId xmlns:a16="http://schemas.microsoft.com/office/drawing/2014/main" id="{396CA1B8-82E2-745A-F3CC-605E89888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711" y="1870856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Aira Operation</a:t>
            </a:r>
          </a:p>
        </p:txBody>
      </p: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AF668FB8-889D-10A1-1DFB-1B63A90003C0}"/>
              </a:ext>
            </a:extLst>
          </p:cNvPr>
          <p:cNvGrpSpPr/>
          <p:nvPr/>
        </p:nvGrpSpPr>
        <p:grpSpPr>
          <a:xfrm>
            <a:off x="3241821" y="2414905"/>
            <a:ext cx="1596384" cy="664211"/>
            <a:chOff x="3154459" y="3493251"/>
            <a:chExt cx="1596384" cy="664211"/>
          </a:xfrm>
        </p:grpSpPr>
        <p:sp>
          <p:nvSpPr>
            <p:cNvPr id="249" name="Rectangle 1468">
              <a:extLst>
                <a:ext uri="{FF2B5EF4-FFF2-40B4-BE49-F238E27FC236}">
                  <a16:creationId xmlns:a16="http://schemas.microsoft.com/office/drawing/2014/main" id="{BF85CB32-4A93-8974-6163-AE374102E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9183" y="3748100"/>
              <a:ext cx="1421660" cy="409362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NSX-T Managers</a:t>
              </a:r>
            </a:p>
          </p:txBody>
        </p:sp>
        <p:sp>
          <p:nvSpPr>
            <p:cNvPr id="250" name="Rectangle 1468">
              <a:extLst>
                <a:ext uri="{FF2B5EF4-FFF2-40B4-BE49-F238E27FC236}">
                  <a16:creationId xmlns:a16="http://schemas.microsoft.com/office/drawing/2014/main" id="{29AAA99B-B6B3-778B-B216-F7AC9DCB0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171" y="3615557"/>
              <a:ext cx="1421660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NSX-T Managers</a:t>
              </a:r>
            </a:p>
          </p:txBody>
        </p:sp>
        <p:sp>
          <p:nvSpPr>
            <p:cNvPr id="251" name="Rectangle 1468">
              <a:extLst>
                <a:ext uri="{FF2B5EF4-FFF2-40B4-BE49-F238E27FC236}">
                  <a16:creationId xmlns:a16="http://schemas.microsoft.com/office/drawing/2014/main" id="{CAF71BF9-B039-5271-C335-0013F7204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4459" y="3493251"/>
              <a:ext cx="1421660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 Managers</a:t>
              </a:r>
            </a:p>
          </p:txBody>
        </p:sp>
      </p:grpSp>
      <p:grpSp>
        <p:nvGrpSpPr>
          <p:cNvPr id="149" name="群組 148">
            <a:extLst>
              <a:ext uri="{FF2B5EF4-FFF2-40B4-BE49-F238E27FC236}">
                <a16:creationId xmlns:a16="http://schemas.microsoft.com/office/drawing/2014/main" id="{B52EBC06-D825-5FB8-EB1E-0604841A432B}"/>
              </a:ext>
            </a:extLst>
          </p:cNvPr>
          <p:cNvGrpSpPr/>
          <p:nvPr/>
        </p:nvGrpSpPr>
        <p:grpSpPr>
          <a:xfrm>
            <a:off x="2933025" y="4597667"/>
            <a:ext cx="3594092" cy="1570700"/>
            <a:chOff x="9541546" y="4015929"/>
            <a:chExt cx="2708324" cy="2293191"/>
          </a:xfrm>
        </p:grpSpPr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44A279E9-D12F-735C-7A03-82B7C04546A4}"/>
                </a:ext>
              </a:extLst>
            </p:cNvPr>
            <p:cNvSpPr/>
            <p:nvPr/>
          </p:nvSpPr>
          <p:spPr>
            <a:xfrm>
              <a:off x="9541546" y="4015929"/>
              <a:ext cx="2708324" cy="2293191"/>
            </a:xfrm>
            <a:prstGeom prst="rect">
              <a:avLst/>
            </a:prstGeom>
            <a:solidFill>
              <a:schemeClr val="accent5">
                <a:lumMod val="75000"/>
                <a:alpha val="14902"/>
              </a:schemeClr>
            </a:solidFill>
            <a:ln w="3810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60" name="Rectangle 1620">
              <a:extLst>
                <a:ext uri="{FF2B5EF4-FFF2-40B4-BE49-F238E27FC236}">
                  <a16:creationId xmlns:a16="http://schemas.microsoft.com/office/drawing/2014/main" id="{8972A0DC-4E21-B156-DE45-3DF4D919A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035" y="4266131"/>
              <a:ext cx="1194498" cy="1942088"/>
            </a:xfrm>
            <a:prstGeom prst="rect">
              <a:avLst/>
            </a:prstGeom>
            <a:noFill/>
            <a:ln w="6350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61" name="Rectangle 1621">
              <a:extLst>
                <a:ext uri="{FF2B5EF4-FFF2-40B4-BE49-F238E27FC236}">
                  <a16:creationId xmlns:a16="http://schemas.microsoft.com/office/drawing/2014/main" id="{F5BD1802-2697-AFCC-7570-76C0678C0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4928" y="4642173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62" name="Rectangle 1622">
              <a:extLst>
                <a:ext uri="{FF2B5EF4-FFF2-40B4-BE49-F238E27FC236}">
                  <a16:creationId xmlns:a16="http://schemas.microsoft.com/office/drawing/2014/main" id="{16927B2F-4583-46EC-C58F-C19B97F88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0756" y="4750067"/>
              <a:ext cx="242054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63" name="Rectangle 1623">
              <a:extLst>
                <a:ext uri="{FF2B5EF4-FFF2-40B4-BE49-F238E27FC236}">
                  <a16:creationId xmlns:a16="http://schemas.microsoft.com/office/drawing/2014/main" id="{7CF00F52-5C37-9E25-55D7-E79B40782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4076" y="4880174"/>
              <a:ext cx="16511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64" name="Rectangle 1624">
              <a:extLst>
                <a:ext uri="{FF2B5EF4-FFF2-40B4-BE49-F238E27FC236}">
                  <a16:creationId xmlns:a16="http://schemas.microsoft.com/office/drawing/2014/main" id="{2ED8CA8F-C42B-8C8E-D511-F9E1B1BED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8530" y="4642173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65" name="Rectangle 1625">
              <a:extLst>
                <a:ext uri="{FF2B5EF4-FFF2-40B4-BE49-F238E27FC236}">
                  <a16:creationId xmlns:a16="http://schemas.microsoft.com/office/drawing/2014/main" id="{6FC8AF5D-B7DF-4C0F-123E-A5E0434E4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5945" y="4750067"/>
              <a:ext cx="242054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66" name="Rectangle 1626">
              <a:extLst>
                <a:ext uri="{FF2B5EF4-FFF2-40B4-BE49-F238E27FC236}">
                  <a16:creationId xmlns:a16="http://schemas.microsoft.com/office/drawing/2014/main" id="{0CEE0DF2-5DCD-0634-E3A1-C87EDF109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7678" y="4880174"/>
              <a:ext cx="16511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grpSp>
          <p:nvGrpSpPr>
            <p:cNvPr id="82" name="Group 39">
              <a:extLst>
                <a:ext uri="{FF2B5EF4-FFF2-40B4-BE49-F238E27FC236}">
                  <a16:creationId xmlns:a16="http://schemas.microsoft.com/office/drawing/2014/main" id="{80931B00-B351-8A82-D738-1C3375F784BA}"/>
                </a:ext>
              </a:extLst>
            </p:cNvPr>
            <p:cNvGrpSpPr/>
            <p:nvPr/>
          </p:nvGrpSpPr>
          <p:grpSpPr>
            <a:xfrm>
              <a:off x="9754928" y="5652587"/>
              <a:ext cx="987291" cy="390472"/>
              <a:chOff x="9474433" y="5983972"/>
              <a:chExt cx="987548" cy="390574"/>
            </a:xfrm>
          </p:grpSpPr>
          <p:sp>
            <p:nvSpPr>
              <p:cNvPr id="96" name="Rectangle 1630">
                <a:extLst>
                  <a:ext uri="{FF2B5EF4-FFF2-40B4-BE49-F238E27FC236}">
                    <a16:creationId xmlns:a16="http://schemas.microsoft.com/office/drawing/2014/main" id="{1E46E2A2-CEAD-9E21-5A83-94E415750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7" name="Rectangle 1630">
                <a:extLst>
                  <a:ext uri="{FF2B5EF4-FFF2-40B4-BE49-F238E27FC236}">
                    <a16:creationId xmlns:a16="http://schemas.microsoft.com/office/drawing/2014/main" id="{6494FA8E-C225-37B0-2294-AA47FFB38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8" name="Group 42">
                <a:extLst>
                  <a:ext uri="{FF2B5EF4-FFF2-40B4-BE49-F238E27FC236}">
                    <a16:creationId xmlns:a16="http://schemas.microsoft.com/office/drawing/2014/main" id="{EE4EB1DA-49B9-A067-073B-E0D3E2F4F95B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9" name="Rectangle 1630">
                  <a:extLst>
                    <a:ext uri="{FF2B5EF4-FFF2-40B4-BE49-F238E27FC236}">
                      <a16:creationId xmlns:a16="http://schemas.microsoft.com/office/drawing/2014/main" id="{38E8B6B8-EB27-7C59-ABBD-3987956934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0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00" name="Rectangle 1484">
                  <a:extLst>
                    <a:ext uri="{FF2B5EF4-FFF2-40B4-BE49-F238E27FC236}">
                      <a16:creationId xmlns:a16="http://schemas.microsoft.com/office/drawing/2014/main" id="{70C3CF9B-DDBE-1564-D3B8-67D9D523D4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40614" y="6225314"/>
                  <a:ext cx="139467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lt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1" name="Rectangle 1630">
              <a:extLst>
                <a:ext uri="{FF2B5EF4-FFF2-40B4-BE49-F238E27FC236}">
                  <a16:creationId xmlns:a16="http://schemas.microsoft.com/office/drawing/2014/main" id="{BC71AB93-A633-32A0-3C50-CC8FAE3CE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6121" y="5775926"/>
              <a:ext cx="842996" cy="261860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29" name="Rectangle 1630">
              <a:extLst>
                <a:ext uri="{FF2B5EF4-FFF2-40B4-BE49-F238E27FC236}">
                  <a16:creationId xmlns:a16="http://schemas.microsoft.com/office/drawing/2014/main" id="{83D07123-BEC9-6BF1-9D73-FD45FEAE1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8449" y="5708580"/>
              <a:ext cx="842996" cy="261860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31" name="Rectangle 1620">
              <a:extLst>
                <a:ext uri="{FF2B5EF4-FFF2-40B4-BE49-F238E27FC236}">
                  <a16:creationId xmlns:a16="http://schemas.microsoft.com/office/drawing/2014/main" id="{E2BE4C15-8F3A-328F-47A4-96B0C1157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32" y="4260857"/>
              <a:ext cx="1194498" cy="1942088"/>
            </a:xfrm>
            <a:prstGeom prst="rect">
              <a:avLst/>
            </a:prstGeom>
            <a:noFill/>
            <a:ln w="6350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32" name="Rectangle 1621">
              <a:extLst>
                <a:ext uri="{FF2B5EF4-FFF2-40B4-BE49-F238E27FC236}">
                  <a16:creationId xmlns:a16="http://schemas.microsoft.com/office/drawing/2014/main" id="{E5B938D3-B5E8-4FDA-59DC-04CB9F8F9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1826" y="4636900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33" name="Rectangle 1622">
              <a:extLst>
                <a:ext uri="{FF2B5EF4-FFF2-40B4-BE49-F238E27FC236}">
                  <a16:creationId xmlns:a16="http://schemas.microsoft.com/office/drawing/2014/main" id="{A9626662-8049-BCF1-B701-406E32BA6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6141" y="4744793"/>
              <a:ext cx="169918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DB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134" name="Rectangle 1623">
              <a:extLst>
                <a:ext uri="{FF2B5EF4-FFF2-40B4-BE49-F238E27FC236}">
                  <a16:creationId xmlns:a16="http://schemas.microsoft.com/office/drawing/2014/main" id="{D9FA7874-F9AD-B888-A44F-A363995ED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8546" y="4874901"/>
              <a:ext cx="16511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135" name="Rectangle 1624">
              <a:extLst>
                <a:ext uri="{FF2B5EF4-FFF2-40B4-BE49-F238E27FC236}">
                  <a16:creationId xmlns:a16="http://schemas.microsoft.com/office/drawing/2014/main" id="{4BE9A45D-C62D-C778-0B4E-8B883022D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5428" y="4636900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36" name="Rectangle 1625">
              <a:extLst>
                <a:ext uri="{FF2B5EF4-FFF2-40B4-BE49-F238E27FC236}">
                  <a16:creationId xmlns:a16="http://schemas.microsoft.com/office/drawing/2014/main" id="{6619E7EB-5C16-63BB-B6F2-0B6702356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59743" y="4744793"/>
              <a:ext cx="169918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DB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137" name="Rectangle 1626">
              <a:extLst>
                <a:ext uri="{FF2B5EF4-FFF2-40B4-BE49-F238E27FC236}">
                  <a16:creationId xmlns:a16="http://schemas.microsoft.com/office/drawing/2014/main" id="{3A700117-198B-35CE-17D8-3A45F52CA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62147" y="4874901"/>
              <a:ext cx="16511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grpSp>
          <p:nvGrpSpPr>
            <p:cNvPr id="138" name="Group 55">
              <a:extLst>
                <a:ext uri="{FF2B5EF4-FFF2-40B4-BE49-F238E27FC236}">
                  <a16:creationId xmlns:a16="http://schemas.microsoft.com/office/drawing/2014/main" id="{23D05AA8-1270-CA7F-E576-4A705542DF69}"/>
                </a:ext>
              </a:extLst>
            </p:cNvPr>
            <p:cNvGrpSpPr/>
            <p:nvPr/>
          </p:nvGrpSpPr>
          <p:grpSpPr>
            <a:xfrm>
              <a:off x="11091826" y="5647314"/>
              <a:ext cx="842996" cy="261860"/>
              <a:chOff x="9474434" y="6169899"/>
              <a:chExt cx="464202" cy="261928"/>
            </a:xfrm>
          </p:grpSpPr>
          <p:sp>
            <p:nvSpPr>
              <p:cNvPr id="139" name="Rectangle 1630">
                <a:extLst>
                  <a:ext uri="{FF2B5EF4-FFF2-40B4-BE49-F238E27FC236}">
                    <a16:creationId xmlns:a16="http://schemas.microsoft.com/office/drawing/2014/main" id="{AE65D4FC-BFD0-CD32-12F7-F90C250DD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40" name="Rectangle 1484">
                <a:extLst>
                  <a:ext uri="{FF2B5EF4-FFF2-40B4-BE49-F238E27FC236}">
                    <a16:creationId xmlns:a16="http://schemas.microsoft.com/office/drawing/2014/main" id="{EDD2BB11-A572-3B6C-62D1-33B613919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40614" y="6225314"/>
                <a:ext cx="139467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  <p:sp>
          <p:nvSpPr>
            <p:cNvPr id="146" name="Rectangle 1490">
              <a:extLst>
                <a:ext uri="{FF2B5EF4-FFF2-40B4-BE49-F238E27FC236}">
                  <a16:creationId xmlns:a16="http://schemas.microsoft.com/office/drawing/2014/main" id="{FF345E34-9ECE-AE03-831F-C31E56C42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613" y="4075292"/>
              <a:ext cx="1964032" cy="224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b="1">
                  <a:solidFill>
                    <a:srgbClr val="717074"/>
                  </a:solidFill>
                  <a:latin typeface="+mn-lt"/>
                  <a:ea typeface="Microsoft JhengHei" panose="020B0604030504040204" pitchFamily="34" charset="-120"/>
                </a:rPr>
                <a:t>Workload Cluster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4" name="Rectangle 230">
            <a:extLst>
              <a:ext uri="{FF2B5EF4-FFF2-40B4-BE49-F238E27FC236}">
                <a16:creationId xmlns:a16="http://schemas.microsoft.com/office/drawing/2014/main" id="{54D32037-7D0F-F668-E5F6-26BF6EE5269B}"/>
              </a:ext>
            </a:extLst>
          </p:cNvPr>
          <p:cNvSpPr/>
          <p:nvPr/>
        </p:nvSpPr>
        <p:spPr>
          <a:xfrm>
            <a:off x="6710308" y="3897758"/>
            <a:ext cx="2549532" cy="2251307"/>
          </a:xfrm>
          <a:prstGeom prst="rect">
            <a:avLst/>
          </a:prstGeom>
          <a:solidFill>
            <a:schemeClr val="accent6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399">
                <a:solidFill>
                  <a:prstClr val="white"/>
                </a:solidFill>
                <a:ea typeface="Microsoft JhengHei" panose="020B0604030504040204" pitchFamily="34" charset="-120"/>
              </a:rPr>
              <a:t>AI Cluster</a:t>
            </a:r>
            <a:endParaRPr lang="en-US" sz="2399">
              <a:solidFill>
                <a:prstClr val="white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3" name="Rectangle 228">
            <a:extLst>
              <a:ext uri="{FF2B5EF4-FFF2-40B4-BE49-F238E27FC236}">
                <a16:creationId xmlns:a16="http://schemas.microsoft.com/office/drawing/2014/main" id="{C6D9EC77-BF36-15D2-6BB9-359B2D1C4441}"/>
              </a:ext>
            </a:extLst>
          </p:cNvPr>
          <p:cNvSpPr/>
          <p:nvPr/>
        </p:nvSpPr>
        <p:spPr>
          <a:xfrm>
            <a:off x="3086171" y="3895070"/>
            <a:ext cx="3463795" cy="2205167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ea typeface="Microsoft JhengHei" panose="020B0604030504040204" pitchFamily="34" charset="-120"/>
              </a:rPr>
              <a:t>IN House Cluster</a:t>
            </a:r>
          </a:p>
        </p:txBody>
      </p:sp>
      <p:sp>
        <p:nvSpPr>
          <p:cNvPr id="15" name="Rectangle 228">
            <a:extLst>
              <a:ext uri="{FF2B5EF4-FFF2-40B4-BE49-F238E27FC236}">
                <a16:creationId xmlns:a16="http://schemas.microsoft.com/office/drawing/2014/main" id="{77D1134D-2643-E657-4F6E-CE4D0BA947DC}"/>
              </a:ext>
            </a:extLst>
          </p:cNvPr>
          <p:cNvSpPr/>
          <p:nvPr/>
        </p:nvSpPr>
        <p:spPr>
          <a:xfrm>
            <a:off x="9412940" y="3895071"/>
            <a:ext cx="2589485" cy="2253995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ea typeface="Microsoft JhengHei" panose="020B0604030504040204" pitchFamily="34" charset="-120"/>
              </a:rPr>
              <a:t>FDC Cluster</a:t>
            </a:r>
          </a:p>
        </p:txBody>
      </p:sp>
      <p:sp>
        <p:nvSpPr>
          <p:cNvPr id="4" name="Rectangle 1330">
            <a:extLst>
              <a:ext uri="{FF2B5EF4-FFF2-40B4-BE49-F238E27FC236}">
                <a16:creationId xmlns:a16="http://schemas.microsoft.com/office/drawing/2014/main" id="{4BAB3C86-8F92-D528-B5FE-F827C50C8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525" y="3270523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Aira LCM</a:t>
            </a:r>
          </a:p>
        </p:txBody>
      </p:sp>
      <p:sp>
        <p:nvSpPr>
          <p:cNvPr id="12" name="Rectangle 1330">
            <a:extLst>
              <a:ext uri="{FF2B5EF4-FFF2-40B4-BE49-F238E27FC236}">
                <a16:creationId xmlns:a16="http://schemas.microsoft.com/office/drawing/2014/main" id="{A4E45F2F-B152-7495-B034-367CE2A73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946" y="3295132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Aira Automation</a:t>
            </a:r>
          </a:p>
        </p:txBody>
      </p:sp>
    </p:spTree>
    <p:extLst>
      <p:ext uri="{BB962C8B-B14F-4D97-AF65-F5344CB8AC3E}">
        <p14:creationId xmlns:p14="http://schemas.microsoft.com/office/powerpoint/2010/main" val="4072839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4CF3-AB7A-EC04-DBD8-9D4C1403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74C295-18B0-983D-9589-B52B4886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Isolating Different Types</a:t>
            </a:r>
            <a:r>
              <a:rPr lang="zh-TW" altLang="en-US" b="1"/>
              <a:t> </a:t>
            </a:r>
            <a:r>
              <a:rPr lang="en-US" altLang="zh-TW" b="1"/>
              <a:t>Standard Mode (OA)</a:t>
            </a:r>
            <a:endParaRPr lang="en-US" altLang="zh-TW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77F0AB0-48F4-4B71-5952-89DA65E37BCB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>
                <a:ea typeface="Microsoft JhengHei" panose="020B0604030504040204" pitchFamily="34" charset="-120"/>
              </a:rPr>
              <a:t>Architecture </a:t>
            </a:r>
          </a:p>
        </p:txBody>
      </p:sp>
      <p:sp>
        <p:nvSpPr>
          <p:cNvPr id="6" name="Rectangle 829">
            <a:extLst>
              <a:ext uri="{FF2B5EF4-FFF2-40B4-BE49-F238E27FC236}">
                <a16:creationId xmlns:a16="http://schemas.microsoft.com/office/drawing/2014/main" id="{2AE94C9B-DAFF-D256-D085-0378D7583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365" y="1456516"/>
            <a:ext cx="3580530" cy="4726405"/>
          </a:xfrm>
          <a:prstGeom prst="rect">
            <a:avLst/>
          </a:prstGeom>
          <a:solidFill>
            <a:srgbClr val="F2F2F2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617A3FB-521D-6CBF-04E5-278511D21155}"/>
              </a:ext>
            </a:extLst>
          </p:cNvPr>
          <p:cNvSpPr txBox="1">
            <a:spLocks/>
          </p:cNvSpPr>
          <p:nvPr/>
        </p:nvSpPr>
        <p:spPr>
          <a:xfrm>
            <a:off x="117314" y="1456516"/>
            <a:ext cx="2893259" cy="472640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274320" rIns="91440" bIns="36576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2"/>
              </a:buClr>
              <a:buSzPct val="90000"/>
              <a:buFont typeface="+mj-lt"/>
              <a:buAutoNum type="arabicPeriod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512763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+mj-lt"/>
              <a:buAutoNum type="alphaLcPeriod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741363" indent="-1666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+mj-lt"/>
              <a:buAutoNum type="romanLcPeriod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4163" indent="-284163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2"/>
              </a:buClr>
              <a:buSzPct val="90000"/>
              <a:buFont typeface="+mj-lt"/>
              <a:buAutoNum type="alphaUcPeriod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664" indent="-285664">
              <a:buClr>
                <a:prstClr val="white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prstClr val="white"/>
                </a:solidFill>
                <a:ea typeface="Microsoft JhengHei" panose="020B0604030504040204" pitchFamily="34" charset="-120"/>
              </a:rPr>
              <a:t>vCenter  On the shared datastore of the first Workload Domain (e.g., TCS Cluster)</a:t>
            </a:r>
          </a:p>
          <a:p>
            <a:pPr marL="285664" indent="-285664">
              <a:buClr>
                <a:prstClr val="white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prstClr val="white"/>
                </a:solidFill>
                <a:ea typeface="Microsoft JhengHei" panose="020B0604030504040204" pitchFamily="34" charset="-120"/>
              </a:rPr>
              <a:t>NSX Manager (3 VMs) Also on the first Workload Domain (recommended cluster with at least 4 hosts)</a:t>
            </a:r>
          </a:p>
          <a:p>
            <a:pPr marL="285664" indent="-285664">
              <a:buClr>
                <a:prstClr val="white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prstClr val="white"/>
                </a:solidFill>
                <a:ea typeface="Microsoft JhengHei" panose="020B0604030504040204" pitchFamily="34" charset="-120"/>
              </a:rPr>
              <a:t>The same placement principles apply to other components as well.</a:t>
            </a:r>
          </a:p>
        </p:txBody>
      </p:sp>
      <p:sp>
        <p:nvSpPr>
          <p:cNvPr id="10" name="Rectangle 1485">
            <a:extLst>
              <a:ext uri="{FF2B5EF4-FFF2-40B4-BE49-F238E27FC236}">
                <a16:creationId xmlns:a16="http://schemas.microsoft.com/office/drawing/2014/main" id="{ECAB263B-689D-A7D6-8A1B-8E6EC5040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065" y="1476081"/>
            <a:ext cx="171200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3852">
              <a:defRPr/>
            </a:pPr>
            <a:r>
              <a:rPr lang="en-US" altLang="en-US" sz="1400" b="1">
                <a:solidFill>
                  <a:srgbClr val="717074"/>
                </a:solidFill>
                <a:ea typeface="Microsoft JhengHei" panose="020B0604030504040204" pitchFamily="34" charset="-120"/>
              </a:rPr>
              <a:t>VCF MGMT Domain </a:t>
            </a:r>
            <a:endParaRPr lang="en-US" altLang="en-US" sz="1600" b="1">
              <a:solidFill>
                <a:srgbClr val="717074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9" name="Rectangle 1331">
            <a:extLst>
              <a:ext uri="{FF2B5EF4-FFF2-40B4-BE49-F238E27FC236}">
                <a16:creationId xmlns:a16="http://schemas.microsoft.com/office/drawing/2014/main" id="{26F0636A-ACF2-4809-90CA-01F178063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955" y="1415339"/>
            <a:ext cx="1420073" cy="410949"/>
          </a:xfrm>
          <a:prstGeom prst="rect">
            <a:avLst/>
          </a:prstGeom>
          <a:noFill/>
          <a:ln w="635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0" name="Rectangle 1433">
            <a:extLst>
              <a:ext uri="{FF2B5EF4-FFF2-40B4-BE49-F238E27FC236}">
                <a16:creationId xmlns:a16="http://schemas.microsoft.com/office/drawing/2014/main" id="{DA6BBE7A-2B21-0F8B-29D4-B394A8C06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8954" y="1880235"/>
            <a:ext cx="1420073" cy="409361"/>
          </a:xfrm>
          <a:prstGeom prst="rect">
            <a:avLst/>
          </a:prstGeom>
          <a:noFill/>
          <a:ln w="635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7CAE9F-29EF-0567-9553-60F789646744}"/>
              </a:ext>
            </a:extLst>
          </p:cNvPr>
          <p:cNvSpPr/>
          <p:nvPr/>
        </p:nvSpPr>
        <p:spPr>
          <a:xfrm>
            <a:off x="6738332" y="3875887"/>
            <a:ext cx="5378293" cy="2293191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6" name="Rectangle 1554">
            <a:extLst>
              <a:ext uri="{FF2B5EF4-FFF2-40B4-BE49-F238E27FC236}">
                <a16:creationId xmlns:a16="http://schemas.microsoft.com/office/drawing/2014/main" id="{87574B0B-57EA-11B7-6A90-C9D42DB89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654" y="4118998"/>
            <a:ext cx="2367317" cy="1942088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7" name="Rectangle 1555">
            <a:extLst>
              <a:ext uri="{FF2B5EF4-FFF2-40B4-BE49-F238E27FC236}">
                <a16:creationId xmlns:a16="http://schemas.microsoft.com/office/drawing/2014/main" id="{D4139B0E-BF19-4B13-C795-35E30D369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547" y="449504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8" name="Rectangle 1558">
            <a:extLst>
              <a:ext uri="{FF2B5EF4-FFF2-40B4-BE49-F238E27FC236}">
                <a16:creationId xmlns:a16="http://schemas.microsoft.com/office/drawing/2014/main" id="{810E48F6-49BA-7EF6-570E-D6C42A776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1979" y="4495040"/>
            <a:ext cx="460135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9" name="Rectangle 1561">
            <a:extLst>
              <a:ext uri="{FF2B5EF4-FFF2-40B4-BE49-F238E27FC236}">
                <a16:creationId xmlns:a16="http://schemas.microsoft.com/office/drawing/2014/main" id="{E1C31292-C185-9C9C-9BBF-B2118682A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5114" y="449504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33" name="Rectangle 1620">
            <a:extLst>
              <a:ext uri="{FF2B5EF4-FFF2-40B4-BE49-F238E27FC236}">
                <a16:creationId xmlns:a16="http://schemas.microsoft.com/office/drawing/2014/main" id="{05B5342C-4669-A3D9-C050-118B5F07E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4635" y="4113731"/>
            <a:ext cx="1194498" cy="1942088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34" name="Rectangle 1621">
            <a:extLst>
              <a:ext uri="{FF2B5EF4-FFF2-40B4-BE49-F238E27FC236}">
                <a16:creationId xmlns:a16="http://schemas.microsoft.com/office/drawing/2014/main" id="{7523C3EB-9894-328A-DF94-8A1B0BE89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2528" y="4489773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35" name="Rectangle 1622">
            <a:extLst>
              <a:ext uri="{FF2B5EF4-FFF2-40B4-BE49-F238E27FC236}">
                <a16:creationId xmlns:a16="http://schemas.microsoft.com/office/drawing/2014/main" id="{213BDBC6-E363-CCA0-168A-9AACB6E79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8356" y="4597667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36" name="Rectangle 1623">
            <a:extLst>
              <a:ext uri="{FF2B5EF4-FFF2-40B4-BE49-F238E27FC236}">
                <a16:creationId xmlns:a16="http://schemas.microsoft.com/office/drawing/2014/main" id="{738F9E12-A723-C328-507F-27B633118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676" y="4727774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37" name="Rectangle 1624">
            <a:extLst>
              <a:ext uri="{FF2B5EF4-FFF2-40B4-BE49-F238E27FC236}">
                <a16:creationId xmlns:a16="http://schemas.microsoft.com/office/drawing/2014/main" id="{DA416CB8-D407-4F3D-8970-CB79310C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6130" y="4489773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38" name="Rectangle 1625">
            <a:extLst>
              <a:ext uri="{FF2B5EF4-FFF2-40B4-BE49-F238E27FC236}">
                <a16:creationId xmlns:a16="http://schemas.microsoft.com/office/drawing/2014/main" id="{BDAE3660-F65D-5CE3-68C6-CB6795F28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3545" y="4597667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39" name="Rectangle 1626">
            <a:extLst>
              <a:ext uri="{FF2B5EF4-FFF2-40B4-BE49-F238E27FC236}">
                <a16:creationId xmlns:a16="http://schemas.microsoft.com/office/drawing/2014/main" id="{24DAE13E-B3E0-F1CD-C203-D59C1C7E7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5278" y="4727774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32019BD-CCF5-9C0D-09CA-162F841F4DBD}"/>
              </a:ext>
            </a:extLst>
          </p:cNvPr>
          <p:cNvGrpSpPr/>
          <p:nvPr/>
        </p:nvGrpSpPr>
        <p:grpSpPr>
          <a:xfrm>
            <a:off x="9602528" y="5500187"/>
            <a:ext cx="987291" cy="390472"/>
            <a:chOff x="9474433" y="5983972"/>
            <a:chExt cx="987548" cy="390574"/>
          </a:xfrm>
        </p:grpSpPr>
        <p:sp>
          <p:nvSpPr>
            <p:cNvPr id="41" name="Rectangle 1630">
              <a:extLst>
                <a:ext uri="{FF2B5EF4-FFF2-40B4-BE49-F238E27FC236}">
                  <a16:creationId xmlns:a16="http://schemas.microsoft.com/office/drawing/2014/main" id="{94817E0B-4616-AAD3-0390-4E77C0D57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30">
              <a:extLst>
                <a:ext uri="{FF2B5EF4-FFF2-40B4-BE49-F238E27FC236}">
                  <a16:creationId xmlns:a16="http://schemas.microsoft.com/office/drawing/2014/main" id="{7E83583A-48DF-577F-9BB8-4AE18C5CF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EEAF6EC-50D6-E1FC-7D6B-F8CF6517E1BE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44" name="Rectangle 1630">
                <a:extLst>
                  <a:ext uri="{FF2B5EF4-FFF2-40B4-BE49-F238E27FC236}">
                    <a16:creationId xmlns:a16="http://schemas.microsoft.com/office/drawing/2014/main" id="{5780AEF0-A3C9-E368-BE73-09BCF0C19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5" name="Rectangle 1484">
                <a:extLst>
                  <a:ext uri="{FF2B5EF4-FFF2-40B4-BE49-F238E27FC236}">
                    <a16:creationId xmlns:a16="http://schemas.microsoft.com/office/drawing/2014/main" id="{F0F6F307-E4F7-63F7-0D1E-639C98032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40614" y="6225314"/>
                <a:ext cx="139467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46" name="Rectangle 1630">
            <a:extLst>
              <a:ext uri="{FF2B5EF4-FFF2-40B4-BE49-F238E27FC236}">
                <a16:creationId xmlns:a16="http://schemas.microsoft.com/office/drawing/2014/main" id="{649F7F1E-E4EF-06A2-EC4E-AEB8254F6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3721" y="5623526"/>
            <a:ext cx="842996" cy="261860"/>
          </a:xfrm>
          <a:prstGeom prst="rect">
            <a:avLst/>
          </a:prstGeom>
          <a:solidFill>
            <a:srgbClr val="003D7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47" name="Rectangle 1630">
            <a:extLst>
              <a:ext uri="{FF2B5EF4-FFF2-40B4-BE49-F238E27FC236}">
                <a16:creationId xmlns:a16="http://schemas.microsoft.com/office/drawing/2014/main" id="{D92354D1-F496-87AA-687E-D2EB71508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6049" y="5556180"/>
            <a:ext cx="842996" cy="261860"/>
          </a:xfrm>
          <a:prstGeom prst="rect">
            <a:avLst/>
          </a:prstGeom>
          <a:solidFill>
            <a:srgbClr val="003D7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49" name="Rectangle 1620">
            <a:extLst>
              <a:ext uri="{FF2B5EF4-FFF2-40B4-BE49-F238E27FC236}">
                <a16:creationId xmlns:a16="http://schemas.microsoft.com/office/drawing/2014/main" id="{E9DBC0D7-73CC-E574-4A98-3A4119F8B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1532" y="4108457"/>
            <a:ext cx="1194498" cy="1942088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D606B62A-F7DD-EA1A-C90C-894E0B359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9426" y="448450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51" name="Rectangle 1622">
            <a:extLst>
              <a:ext uri="{FF2B5EF4-FFF2-40B4-BE49-F238E27FC236}">
                <a16:creationId xmlns:a16="http://schemas.microsoft.com/office/drawing/2014/main" id="{4384A784-4EDF-1202-F444-63D671455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3741" y="4592393"/>
            <a:ext cx="1699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DB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52" name="Rectangle 1623">
            <a:extLst>
              <a:ext uri="{FF2B5EF4-FFF2-40B4-BE49-F238E27FC236}">
                <a16:creationId xmlns:a16="http://schemas.microsoft.com/office/drawing/2014/main" id="{CB730A00-8C6C-ED25-1113-68F20BA23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6146" y="4722501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53" name="Rectangle 1624">
            <a:extLst>
              <a:ext uri="{FF2B5EF4-FFF2-40B4-BE49-F238E27FC236}">
                <a16:creationId xmlns:a16="http://schemas.microsoft.com/office/drawing/2014/main" id="{100D1964-4CAA-19B5-014C-6B4092EF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3028" y="448450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54" name="Rectangle 1625">
            <a:extLst>
              <a:ext uri="{FF2B5EF4-FFF2-40B4-BE49-F238E27FC236}">
                <a16:creationId xmlns:a16="http://schemas.microsoft.com/office/drawing/2014/main" id="{64B6A6E2-1AB9-A699-D649-FC99C1746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7343" y="4592393"/>
            <a:ext cx="1699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DB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sp>
        <p:nvSpPr>
          <p:cNvPr id="55" name="Rectangle 1626">
            <a:extLst>
              <a:ext uri="{FF2B5EF4-FFF2-40B4-BE49-F238E27FC236}">
                <a16:creationId xmlns:a16="http://schemas.microsoft.com/office/drawing/2014/main" id="{4885FB04-A0E2-0269-17A7-4953CBE17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9747" y="4722501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73B3982-0B9A-A2F7-4E97-C46A2907DFD5}"/>
              </a:ext>
            </a:extLst>
          </p:cNvPr>
          <p:cNvGrpSpPr/>
          <p:nvPr/>
        </p:nvGrpSpPr>
        <p:grpSpPr>
          <a:xfrm>
            <a:off x="10939426" y="5494914"/>
            <a:ext cx="842996" cy="261860"/>
            <a:chOff x="9474434" y="6169899"/>
            <a:chExt cx="464202" cy="261928"/>
          </a:xfrm>
        </p:grpSpPr>
        <p:sp>
          <p:nvSpPr>
            <p:cNvPr id="57" name="Rectangle 1630">
              <a:extLst>
                <a:ext uri="{FF2B5EF4-FFF2-40B4-BE49-F238E27FC236}">
                  <a16:creationId xmlns:a16="http://schemas.microsoft.com/office/drawing/2014/main" id="{2A5ABDDA-DD39-84E8-3B44-A2475DE2E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4434" y="6169899"/>
              <a:ext cx="464202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58" name="Rectangle 1484">
              <a:extLst>
                <a:ext uri="{FF2B5EF4-FFF2-40B4-BE49-F238E27FC236}">
                  <a16:creationId xmlns:a16="http://schemas.microsoft.com/office/drawing/2014/main" id="{974EDCEC-B96A-58DC-804D-48EF3CAA0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0614" y="6225314"/>
              <a:ext cx="139467" cy="1385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ESXi</a:t>
              </a:r>
              <a:endParaRPr kumimoji="0" lang="en-US" altLang="en-US" sz="179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67" name="Rectangle 1621">
            <a:extLst>
              <a:ext uri="{FF2B5EF4-FFF2-40B4-BE49-F238E27FC236}">
                <a16:creationId xmlns:a16="http://schemas.microsoft.com/office/drawing/2014/main" id="{AC268FEC-E238-8F20-A15D-657557ED8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6109" y="4507431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8C84AD9-D916-B672-44E6-CD1D6AB32192}"/>
              </a:ext>
            </a:extLst>
          </p:cNvPr>
          <p:cNvGrpSpPr/>
          <p:nvPr/>
        </p:nvGrpSpPr>
        <p:grpSpPr>
          <a:xfrm>
            <a:off x="7093364" y="5536854"/>
            <a:ext cx="987291" cy="390472"/>
            <a:chOff x="9474433" y="5983972"/>
            <a:chExt cx="987548" cy="390574"/>
          </a:xfrm>
        </p:grpSpPr>
        <p:sp>
          <p:nvSpPr>
            <p:cNvPr id="69" name="Rectangle 1630">
              <a:extLst>
                <a:ext uri="{FF2B5EF4-FFF2-40B4-BE49-F238E27FC236}">
                  <a16:creationId xmlns:a16="http://schemas.microsoft.com/office/drawing/2014/main" id="{07885937-8646-0A80-D315-AC1F1B6B9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70" name="Rectangle 1630">
              <a:extLst>
                <a:ext uri="{FF2B5EF4-FFF2-40B4-BE49-F238E27FC236}">
                  <a16:creationId xmlns:a16="http://schemas.microsoft.com/office/drawing/2014/main" id="{F0356B34-0C28-78B3-BEE0-0EDF562FA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00E32A1-63B7-2490-0413-B5F36E134463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72" name="Rectangle 1630">
                <a:extLst>
                  <a:ext uri="{FF2B5EF4-FFF2-40B4-BE49-F238E27FC236}">
                    <a16:creationId xmlns:a16="http://schemas.microsoft.com/office/drawing/2014/main" id="{2D6FC8D4-0920-D59B-CDE9-D1CCB33CF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73" name="Rectangle 1484">
                <a:extLst>
                  <a:ext uri="{FF2B5EF4-FFF2-40B4-BE49-F238E27FC236}">
                    <a16:creationId xmlns:a16="http://schemas.microsoft.com/office/drawing/2014/main" id="{5479DC8C-3A65-3E06-3E7C-E389AE8AC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40614" y="6225314"/>
                <a:ext cx="139467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A696E44-FB1B-9009-A3A6-413495E12818}"/>
              </a:ext>
            </a:extLst>
          </p:cNvPr>
          <p:cNvGrpSpPr/>
          <p:nvPr/>
        </p:nvGrpSpPr>
        <p:grpSpPr>
          <a:xfrm>
            <a:off x="8164250" y="5540432"/>
            <a:ext cx="987291" cy="390472"/>
            <a:chOff x="9474433" y="5983972"/>
            <a:chExt cx="987548" cy="390574"/>
          </a:xfrm>
        </p:grpSpPr>
        <p:sp>
          <p:nvSpPr>
            <p:cNvPr id="75" name="Rectangle 1630">
              <a:extLst>
                <a:ext uri="{FF2B5EF4-FFF2-40B4-BE49-F238E27FC236}">
                  <a16:creationId xmlns:a16="http://schemas.microsoft.com/office/drawing/2014/main" id="{C291B4E1-668D-3591-10F2-BD3BC191B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76" name="Rectangle 1630">
              <a:extLst>
                <a:ext uri="{FF2B5EF4-FFF2-40B4-BE49-F238E27FC236}">
                  <a16:creationId xmlns:a16="http://schemas.microsoft.com/office/drawing/2014/main" id="{4384B07D-AEFA-2580-AC61-60EFF0A2E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5E6E8605-42F6-D649-A4FF-07DBDDE4A481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78" name="Rectangle 1630">
                <a:extLst>
                  <a:ext uri="{FF2B5EF4-FFF2-40B4-BE49-F238E27FC236}">
                    <a16:creationId xmlns:a16="http://schemas.microsoft.com/office/drawing/2014/main" id="{5C9A931E-D4B4-14E8-7B48-0584DC0FB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79" name="Rectangle 1484">
                <a:extLst>
                  <a:ext uri="{FF2B5EF4-FFF2-40B4-BE49-F238E27FC236}">
                    <a16:creationId xmlns:a16="http://schemas.microsoft.com/office/drawing/2014/main" id="{B1A60921-1B16-B4E6-D2C9-6F2DB9E4C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40614" y="6225314"/>
                <a:ext cx="139467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D702509-A36A-B610-6E62-09142DAC9BEE}"/>
              </a:ext>
            </a:extLst>
          </p:cNvPr>
          <p:cNvGrpSpPr/>
          <p:nvPr/>
        </p:nvGrpSpPr>
        <p:grpSpPr>
          <a:xfrm>
            <a:off x="6731279" y="1456516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ADA5F1A-768C-742B-9938-AF81C3D4D5D4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83" name="Rectangle 1490">
              <a:extLst>
                <a:ext uri="{FF2B5EF4-FFF2-40B4-BE49-F238E27FC236}">
                  <a16:creationId xmlns:a16="http://schemas.microsoft.com/office/drawing/2014/main" id="{2DA663F5-9104-954D-0E61-36289B621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2909" y="4181820"/>
              <a:ext cx="762300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Cluster 1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A89BF385-53B0-B448-5852-45BDDAAF6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1942594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25D0359F-F5C0-4601-87FA-4FD9E371A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546767" cy="153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Cluster 2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DAE36DAD-45A7-61A1-6A84-00A550040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1942594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87" name="Rectangle 1621">
              <a:extLst>
                <a:ext uri="{FF2B5EF4-FFF2-40B4-BE49-F238E27FC236}">
                  <a16:creationId xmlns:a16="http://schemas.microsoft.com/office/drawing/2014/main" id="{9CDB8133-D255-E197-1F81-1A85BE99E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247" y="4415579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88" name="Rectangle 1622">
              <a:extLst>
                <a:ext uri="{FF2B5EF4-FFF2-40B4-BE49-F238E27FC236}">
                  <a16:creationId xmlns:a16="http://schemas.microsoft.com/office/drawing/2014/main" id="{79FD4AF0-7024-314B-0A8D-9EA016C3B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8105" y="452350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89" name="Rectangle 1623">
              <a:extLst>
                <a:ext uri="{FF2B5EF4-FFF2-40B4-BE49-F238E27FC236}">
                  <a16:creationId xmlns:a16="http://schemas.microsoft.com/office/drawing/2014/main" id="{E065BA08-EB93-9A4B-844E-E18A81285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433" y="465364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90" name="Rectangle 1624">
              <a:extLst>
                <a:ext uri="{FF2B5EF4-FFF2-40B4-BE49-F238E27FC236}">
                  <a16:creationId xmlns:a16="http://schemas.microsoft.com/office/drawing/2014/main" id="{AA367E19-75BB-355F-19F8-D8D06F27B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3105" y="4415579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91" name="Rectangle 1625">
              <a:extLst>
                <a:ext uri="{FF2B5EF4-FFF2-40B4-BE49-F238E27FC236}">
                  <a16:creationId xmlns:a16="http://schemas.microsoft.com/office/drawing/2014/main" id="{92F1B391-2C15-A29C-2D7D-42200D31B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549" y="452350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71EBB45F-2770-63F7-E76F-8412EF40C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93" name="Rectangle 1627">
              <a:extLst>
                <a:ext uri="{FF2B5EF4-FFF2-40B4-BE49-F238E27FC236}">
                  <a16:creationId xmlns:a16="http://schemas.microsoft.com/office/drawing/2014/main" id="{5F04DF87-D9F1-C3A1-DDEF-D05B7D78E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7256" y="4415579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94" name="Rectangle 1628">
              <a:extLst>
                <a:ext uri="{FF2B5EF4-FFF2-40B4-BE49-F238E27FC236}">
                  <a16:creationId xmlns:a16="http://schemas.microsoft.com/office/drawing/2014/main" id="{C9461A71-42F3-3E86-AF39-3E89D9C75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13" y="452350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E41F2840-44C7-ACA6-419C-73770335D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5F66ABA-5404-C4DC-789F-EBA697A6BD46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046A5E8B-42E2-1A9F-90E5-40478B5BD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0F96520A-B7C9-DF5E-CAFD-B3AFCC5D8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235E7E23-7E2D-CE33-EFC3-A129EEECBAE6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F4E89D7E-0A1E-F3B7-F700-29A82D460D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3BBDAF1A-A29C-491B-90B2-D496A9D5CD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40613" y="6225314"/>
                  <a:ext cx="139468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lt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0057D31F-C363-E7BD-456A-2C6842797077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8B3FA0F8-FE4C-47AE-42B7-AA4688A82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E287616C-4633-8B13-8C84-3AA712B18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E9AF7243-FBF7-3F96-3048-CEC6C172BC6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77E79061-F9FD-C15A-D4DC-4BB6BF6C7A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532B2CCF-0C7B-DBB8-6B13-E5B2E70847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40613" y="6225314"/>
                  <a:ext cx="139468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lt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0BF46A1-EEA2-7310-2FBA-3DFE8C494F1F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5A0831F0-0BD3-556D-8C34-7CF2141E5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C9688619-ED64-CDB9-2DD5-77113A225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5C7F2CEB-C4E7-D394-6AE6-562806FE146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F50C15FE-7AB7-78EC-7369-56C73D2695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874042DA-D39F-FED3-0F0F-FEAEB322A5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40613" y="6225314"/>
                  <a:ext cx="139468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lt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8D00079-0C48-7AC9-CB00-3F6F8C887623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A644DF1D-874B-E56F-2D2E-92FE9A249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390511AC-67AE-81DC-F556-0BD8496C9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4D0F10C7-17A7-87D2-6DF6-986D7BFC3B3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82D123AD-71BE-7D7C-492D-44EEC53B32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8839295D-784A-7025-90A2-82BC232745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40613" y="6225314"/>
                  <a:ext cx="139468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lt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6" name="Rectangle 1627">
              <a:extLst>
                <a:ext uri="{FF2B5EF4-FFF2-40B4-BE49-F238E27FC236}">
                  <a16:creationId xmlns:a16="http://schemas.microsoft.com/office/drawing/2014/main" id="{F376CDD8-B59B-B560-07A9-5569BA9C4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3186" y="4408208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07" name="Rectangle 1628">
              <a:extLst>
                <a:ext uri="{FF2B5EF4-FFF2-40B4-BE49-F238E27FC236}">
                  <a16:creationId xmlns:a16="http://schemas.microsoft.com/office/drawing/2014/main" id="{8273DFAB-A8DF-7E91-BF82-43D6E6B83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044" y="451613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3EC43F9B-4114-23A5-6134-64AACCA28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72" name="Rectangle 1493">
            <a:extLst>
              <a:ext uri="{FF2B5EF4-FFF2-40B4-BE49-F238E27FC236}">
                <a16:creationId xmlns:a16="http://schemas.microsoft.com/office/drawing/2014/main" id="{3AC2E12D-D135-967B-84C8-0C0D8C8D7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663" y="4664207"/>
            <a:ext cx="195566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3" name="Rectangle 1493">
            <a:extLst>
              <a:ext uri="{FF2B5EF4-FFF2-40B4-BE49-F238E27FC236}">
                <a16:creationId xmlns:a16="http://schemas.microsoft.com/office/drawing/2014/main" id="{5F79EF9F-7C4F-EA3A-CD88-E0C626ACC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671" y="4645198"/>
            <a:ext cx="195566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4" name="Rectangle 1493">
            <a:extLst>
              <a:ext uri="{FF2B5EF4-FFF2-40B4-BE49-F238E27FC236}">
                <a16:creationId xmlns:a16="http://schemas.microsoft.com/office/drawing/2014/main" id="{4301157B-001C-AEC3-8D23-2CA868A7E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288" y="4644470"/>
            <a:ext cx="195566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5" name="Rectangle 1493">
            <a:extLst>
              <a:ext uri="{FF2B5EF4-FFF2-40B4-BE49-F238E27FC236}">
                <a16:creationId xmlns:a16="http://schemas.microsoft.com/office/drawing/2014/main" id="{6062062E-B42F-5426-9287-923659ACE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0229" y="4643742"/>
            <a:ext cx="195566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VDI</a:t>
            </a:r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1B5FCA12-EECB-D0E0-C92C-2CB0F7377815}"/>
              </a:ext>
            </a:extLst>
          </p:cNvPr>
          <p:cNvCxnSpPr/>
          <p:nvPr/>
        </p:nvCxnSpPr>
        <p:spPr bwMode="gray">
          <a:xfrm flipV="1">
            <a:off x="3046383" y="3191096"/>
            <a:ext cx="3580530" cy="8132"/>
          </a:xfrm>
          <a:prstGeom prst="line">
            <a:avLst/>
          </a:prstGeom>
          <a:ln w="1905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5B0F3639-63AF-ACD6-7D5D-34F26F942558}"/>
              </a:ext>
            </a:extLst>
          </p:cNvPr>
          <p:cNvCxnSpPr/>
          <p:nvPr/>
        </p:nvCxnSpPr>
        <p:spPr bwMode="gray">
          <a:xfrm flipV="1">
            <a:off x="3010573" y="3801986"/>
            <a:ext cx="3580530" cy="8132"/>
          </a:xfrm>
          <a:prstGeom prst="line">
            <a:avLst/>
          </a:prstGeom>
          <a:ln w="1905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38DD452E-7F3E-C861-D2B3-A704718D7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4008" y="1545470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rPr>
              <a:t>Workload Domain 1.  </a:t>
            </a:r>
            <a:r>
              <a:rPr lang="en-US" altLang="en-US" sz="1000" b="1">
                <a:solidFill>
                  <a:srgbClr val="717074"/>
                </a:solidFill>
                <a:latin typeface="+mn-lt"/>
                <a:ea typeface="Microsoft JhengHei" panose="020B0604030504040204" pitchFamily="34" charset="-120"/>
              </a:rPr>
              <a:t>Multi-Cluster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+mn-lt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7776A-5776-F1DD-37A3-A02CC900495B}"/>
              </a:ext>
            </a:extLst>
          </p:cNvPr>
          <p:cNvGrpSpPr/>
          <p:nvPr/>
        </p:nvGrpSpPr>
        <p:grpSpPr>
          <a:xfrm>
            <a:off x="7031594" y="2008611"/>
            <a:ext cx="2142804" cy="464475"/>
            <a:chOff x="7031594" y="2008611"/>
            <a:chExt cx="2142804" cy="464475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666B35AB-BBEA-7BAC-6F64-302B6BB20389}"/>
                </a:ext>
              </a:extLst>
            </p:cNvPr>
            <p:cNvGrpSpPr/>
            <p:nvPr/>
          </p:nvGrpSpPr>
          <p:grpSpPr>
            <a:xfrm>
              <a:off x="7031594" y="2010862"/>
              <a:ext cx="458550" cy="452202"/>
              <a:chOff x="7081022" y="2010862"/>
              <a:chExt cx="458550" cy="452202"/>
            </a:xfrm>
          </p:grpSpPr>
          <p:sp>
            <p:nvSpPr>
              <p:cNvPr id="157" name="Rectangle 1621">
                <a:extLst>
                  <a:ext uri="{FF2B5EF4-FFF2-40B4-BE49-F238E27FC236}">
                    <a16:creationId xmlns:a16="http://schemas.microsoft.com/office/drawing/2014/main" id="{395E1856-1553-26EF-170F-5BE5107B8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1022" y="2010862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8" name="Rectangle 1622">
                <a:extLst>
                  <a:ext uri="{FF2B5EF4-FFF2-40B4-BE49-F238E27FC236}">
                    <a16:creationId xmlns:a16="http://schemas.microsoft.com/office/drawing/2014/main" id="{2148328D-CCCB-EF0B-83D6-937991504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6850" y="2118755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08E4E815-6FCA-43ED-D8FE-C74BC9A1D262}"/>
                </a:ext>
              </a:extLst>
            </p:cNvPr>
            <p:cNvGrpSpPr/>
            <p:nvPr/>
          </p:nvGrpSpPr>
          <p:grpSpPr>
            <a:xfrm>
              <a:off x="7601987" y="2008611"/>
              <a:ext cx="458550" cy="452202"/>
              <a:chOff x="7081022" y="2010862"/>
              <a:chExt cx="458550" cy="452202"/>
            </a:xfrm>
          </p:grpSpPr>
          <p:sp>
            <p:nvSpPr>
              <p:cNvPr id="180" name="Rectangle 1621">
                <a:extLst>
                  <a:ext uri="{FF2B5EF4-FFF2-40B4-BE49-F238E27FC236}">
                    <a16:creationId xmlns:a16="http://schemas.microsoft.com/office/drawing/2014/main" id="{57EE3F43-1CA6-AE07-FD36-A48660115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1022" y="2010862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1" name="Rectangle 1622">
                <a:extLst>
                  <a:ext uri="{FF2B5EF4-FFF2-40B4-BE49-F238E27FC236}">
                    <a16:creationId xmlns:a16="http://schemas.microsoft.com/office/drawing/2014/main" id="{B9D57C0D-EB86-B7A8-8956-161046738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11480" y="2104125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FDDA7E1-3B54-FA2C-3FF5-138CD2C4C1A2}"/>
                </a:ext>
              </a:extLst>
            </p:cNvPr>
            <p:cNvGrpSpPr/>
            <p:nvPr/>
          </p:nvGrpSpPr>
          <p:grpSpPr>
            <a:xfrm>
              <a:off x="8176364" y="2014843"/>
              <a:ext cx="458550" cy="452202"/>
              <a:chOff x="8176364" y="2014843"/>
              <a:chExt cx="458550" cy="452202"/>
            </a:xfrm>
          </p:grpSpPr>
          <p:sp>
            <p:nvSpPr>
              <p:cNvPr id="183" name="Rectangle 1621">
                <a:extLst>
                  <a:ext uri="{FF2B5EF4-FFF2-40B4-BE49-F238E27FC236}">
                    <a16:creationId xmlns:a16="http://schemas.microsoft.com/office/drawing/2014/main" id="{CDBCB2BD-9684-C6CB-C872-8146A36CF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6364" y="2014843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4" name="Rectangle 1622">
                <a:extLst>
                  <a:ext uri="{FF2B5EF4-FFF2-40B4-BE49-F238E27FC236}">
                    <a16:creationId xmlns:a16="http://schemas.microsoft.com/office/drawing/2014/main" id="{760A3692-F854-C922-28B5-910763441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94906" y="2101221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156D81-B185-C235-0E53-3E119238E8FC}"/>
                </a:ext>
              </a:extLst>
            </p:cNvPr>
            <p:cNvGrpSpPr/>
            <p:nvPr/>
          </p:nvGrpSpPr>
          <p:grpSpPr>
            <a:xfrm>
              <a:off x="8715848" y="2020884"/>
              <a:ext cx="458550" cy="452202"/>
              <a:chOff x="8715848" y="2020884"/>
              <a:chExt cx="458550" cy="452202"/>
            </a:xfrm>
          </p:grpSpPr>
          <p:sp>
            <p:nvSpPr>
              <p:cNvPr id="186" name="Rectangle 1621">
                <a:extLst>
                  <a:ext uri="{FF2B5EF4-FFF2-40B4-BE49-F238E27FC236}">
                    <a16:creationId xmlns:a16="http://schemas.microsoft.com/office/drawing/2014/main" id="{D08E6E0F-5329-559A-CAE9-421F14674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5848" y="2020884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7" name="Rectangle 1622">
                <a:extLst>
                  <a:ext uri="{FF2B5EF4-FFF2-40B4-BE49-F238E27FC236}">
                    <a16:creationId xmlns:a16="http://schemas.microsoft.com/office/drawing/2014/main" id="{D69756BB-B829-4C59-07AB-244C294EB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6653" y="2099978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+mn-lt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D2C14B0-5070-3374-35E5-BF61E740B541}"/>
              </a:ext>
            </a:extLst>
          </p:cNvPr>
          <p:cNvGrpSpPr/>
          <p:nvPr/>
        </p:nvGrpSpPr>
        <p:grpSpPr>
          <a:xfrm>
            <a:off x="7969789" y="2668967"/>
            <a:ext cx="677510" cy="409361"/>
            <a:chOff x="7000548" y="5053549"/>
            <a:chExt cx="677510" cy="409361"/>
          </a:xfrm>
        </p:grpSpPr>
        <p:sp>
          <p:nvSpPr>
            <p:cNvPr id="143" name="Rectangle 1511">
              <a:extLst>
                <a:ext uri="{FF2B5EF4-FFF2-40B4-BE49-F238E27FC236}">
                  <a16:creationId xmlns:a16="http://schemas.microsoft.com/office/drawing/2014/main" id="{C982A607-FFD5-83AA-1A3C-42F3F1649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548" y="5053549"/>
              <a:ext cx="677510" cy="409361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1798">
                <a:solidFill>
                  <a:srgbClr val="717074"/>
                </a:solidFill>
                <a:ea typeface="Microsoft JhengHei" panose="020B0604030504040204" pitchFamily="34" charset="-120"/>
              </a:endParaRPr>
            </a:p>
          </p:txBody>
        </p:sp>
        <p:sp>
          <p:nvSpPr>
            <p:cNvPr id="144" name="Rectangle 1493">
              <a:extLst>
                <a:ext uri="{FF2B5EF4-FFF2-40B4-BE49-F238E27FC236}">
                  <a16:creationId xmlns:a16="http://schemas.microsoft.com/office/drawing/2014/main" id="{FC51A61D-178F-FBC6-B49E-027407251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5489" y="5127492"/>
              <a:ext cx="22762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+mn-lt"/>
                  <a:ea typeface="Microsoft JhengHei" panose="020B0604030504040204" pitchFamily="34" charset="-120"/>
                </a:rPr>
                <a:t>NSX</a:t>
              </a:r>
            </a:p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+mn-lt"/>
                  <a:ea typeface="Microsoft JhengHei" panose="020B0604030504040204" pitchFamily="34" charset="-120"/>
                </a:rPr>
                <a:t>ESG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47A53E6-2EF4-D7EC-4C67-8F7EDE2D5478}"/>
              </a:ext>
            </a:extLst>
          </p:cNvPr>
          <p:cNvGrpSpPr/>
          <p:nvPr/>
        </p:nvGrpSpPr>
        <p:grpSpPr>
          <a:xfrm>
            <a:off x="7827390" y="2587027"/>
            <a:ext cx="677510" cy="409361"/>
            <a:chOff x="7000548" y="5053549"/>
            <a:chExt cx="677510" cy="409361"/>
          </a:xfrm>
        </p:grpSpPr>
        <p:sp>
          <p:nvSpPr>
            <p:cNvPr id="147" name="Rectangle 1511">
              <a:extLst>
                <a:ext uri="{FF2B5EF4-FFF2-40B4-BE49-F238E27FC236}">
                  <a16:creationId xmlns:a16="http://schemas.microsoft.com/office/drawing/2014/main" id="{AE927B1F-6F4F-1E77-2283-F8BF44642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548" y="5053549"/>
              <a:ext cx="677510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1798">
                <a:solidFill>
                  <a:srgbClr val="717074"/>
                </a:solidFill>
                <a:ea typeface="Microsoft JhengHei" panose="020B0604030504040204" pitchFamily="34" charset="-120"/>
              </a:endParaRPr>
            </a:p>
          </p:txBody>
        </p:sp>
        <p:sp>
          <p:nvSpPr>
            <p:cNvPr id="148" name="Rectangle 1493">
              <a:extLst>
                <a:ext uri="{FF2B5EF4-FFF2-40B4-BE49-F238E27FC236}">
                  <a16:creationId xmlns:a16="http://schemas.microsoft.com/office/drawing/2014/main" id="{A2C55373-E38B-99CD-4EED-9C2C2643E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2245" y="5127492"/>
              <a:ext cx="27411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+mn-lt"/>
                  <a:ea typeface="Microsoft JhengHei" panose="020B0604030504040204" pitchFamily="34" charset="-120"/>
                </a:rPr>
                <a:t>NSX</a:t>
              </a:r>
            </a:p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+mn-lt"/>
                  <a:ea typeface="Microsoft JhengHei" panose="020B0604030504040204" pitchFamily="34" charset="-120"/>
                </a:rPr>
                <a:t>Edge</a:t>
              </a: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D604571-20F6-D1DA-B3A0-36AE901858FF}"/>
              </a:ext>
            </a:extLst>
          </p:cNvPr>
          <p:cNvGrpSpPr/>
          <p:nvPr/>
        </p:nvGrpSpPr>
        <p:grpSpPr>
          <a:xfrm>
            <a:off x="6662722" y="1545470"/>
            <a:ext cx="6366605" cy="2246560"/>
            <a:chOff x="6655816" y="1534882"/>
            <a:chExt cx="6368263" cy="2247146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817D3D7C-FCA1-EF35-4B51-FFF7743B5512}"/>
                </a:ext>
              </a:extLst>
            </p:cNvPr>
            <p:cNvSpPr/>
            <p:nvPr/>
          </p:nvSpPr>
          <p:spPr>
            <a:xfrm>
              <a:off x="6655816" y="1534882"/>
              <a:ext cx="5306648" cy="2247146"/>
            </a:xfrm>
            <a:prstGeom prst="rect">
              <a:avLst/>
            </a:prstGeom>
            <a:solidFill>
              <a:schemeClr val="accent6">
                <a:alpha val="7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  <a:defRPr/>
              </a:pPr>
              <a:endParaRPr lang="en-US" sz="2399">
                <a:solidFill>
                  <a:prstClr val="white"/>
                </a:solidFill>
                <a:ea typeface="Microsoft JhengHei" panose="020B0604030504040204" pitchFamily="34" charset="-120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0F469BD-1B17-608E-B923-D4D2290B5126}"/>
                </a:ext>
              </a:extLst>
            </p:cNvPr>
            <p:cNvSpPr txBox="1"/>
            <p:nvPr/>
          </p:nvSpPr>
          <p:spPr>
            <a:xfrm>
              <a:off x="7941651" y="1563598"/>
              <a:ext cx="5082428" cy="3693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r>
                <a:rPr lang="en-US" sz="2399" b="1" u="sng">
                  <a:solidFill>
                    <a:prstClr val="white"/>
                  </a:solidFill>
                  <a:ea typeface="Microsoft JhengHei" panose="020B0604030504040204" pitchFamily="34" charset="-120"/>
                </a:rPr>
                <a:t> Workload Domain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C4E9F499-3CBD-6E16-D8BF-870F10691F61}"/>
                </a:ext>
              </a:extLst>
            </p:cNvPr>
            <p:cNvSpPr txBox="1"/>
            <p:nvPr/>
          </p:nvSpPr>
          <p:spPr>
            <a:xfrm>
              <a:off x="7147857" y="2377937"/>
              <a:ext cx="1644043" cy="7386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  <a:t>RD </a:t>
              </a:r>
              <a:b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</a:br>
              <a: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  <a:t>Cluster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61871AF4-07A9-5F7C-66AA-76E6A51B5B7C}"/>
                </a:ext>
              </a:extLst>
            </p:cNvPr>
            <p:cNvSpPr txBox="1"/>
            <p:nvPr/>
          </p:nvSpPr>
          <p:spPr>
            <a:xfrm>
              <a:off x="9941283" y="2436507"/>
              <a:ext cx="1644043" cy="8155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 b="1" err="1">
                  <a:solidFill>
                    <a:prstClr val="white"/>
                  </a:solidFill>
                  <a:ea typeface="Microsoft JhengHei" panose="020B0604030504040204" pitchFamily="34" charset="-120"/>
                </a:rPr>
                <a:t>Lnx</a:t>
              </a:r>
              <a:endParaRPr lang="en-US" sz="2399" b="1">
                <a:solidFill>
                  <a:prstClr val="white"/>
                </a:solidFill>
                <a:ea typeface="Microsoft JhengHei" panose="020B0604030504040204" pitchFamily="34" charset="-120"/>
              </a:endParaRPr>
            </a:p>
            <a:p>
              <a:pPr algn="ctr">
                <a:spcAft>
                  <a:spcPts val="600"/>
                </a:spcAft>
                <a:defRPr/>
              </a:pPr>
              <a: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  <a:t>Cluster</a:t>
              </a:r>
            </a:p>
          </p:txBody>
        </p:sp>
      </p:grpSp>
      <p:sp>
        <p:nvSpPr>
          <p:cNvPr id="235" name="Rectangle 1330">
            <a:extLst>
              <a:ext uri="{FF2B5EF4-FFF2-40B4-BE49-F238E27FC236}">
                <a16:creationId xmlns:a16="http://schemas.microsoft.com/office/drawing/2014/main" id="{E9482C8B-A56C-AEFD-0C8B-4BA03A42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947" y="1877703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vCenter Server</a:t>
            </a:r>
          </a:p>
        </p:txBody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7CB023E4-5EBE-1BC2-207D-EC9B28E48DAD}"/>
              </a:ext>
            </a:extLst>
          </p:cNvPr>
          <p:cNvGrpSpPr/>
          <p:nvPr/>
        </p:nvGrpSpPr>
        <p:grpSpPr>
          <a:xfrm>
            <a:off x="5303121" y="2534963"/>
            <a:ext cx="791291" cy="490260"/>
            <a:chOff x="5437182" y="2795960"/>
            <a:chExt cx="791291" cy="490260"/>
          </a:xfrm>
        </p:grpSpPr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EA5AA51E-B9AF-1ED3-7FBD-7200F0069060}"/>
                </a:ext>
              </a:extLst>
            </p:cNvPr>
            <p:cNvGrpSpPr/>
            <p:nvPr/>
          </p:nvGrpSpPr>
          <p:grpSpPr>
            <a:xfrm>
              <a:off x="5550963" y="2876859"/>
              <a:ext cx="677510" cy="409361"/>
              <a:chOff x="7000548" y="5053549"/>
              <a:chExt cx="677510" cy="409361"/>
            </a:xfrm>
          </p:grpSpPr>
          <p:sp>
            <p:nvSpPr>
              <p:cNvPr id="245" name="Rectangle 1511">
                <a:extLst>
                  <a:ext uri="{FF2B5EF4-FFF2-40B4-BE49-F238E27FC236}">
                    <a16:creationId xmlns:a16="http://schemas.microsoft.com/office/drawing/2014/main" id="{D858CFE6-0772-F5ED-323B-D34429F9A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0548" y="5053549"/>
                <a:ext cx="677510" cy="409361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46" name="Rectangle 1493">
                <a:extLst>
                  <a:ext uri="{FF2B5EF4-FFF2-40B4-BE49-F238E27FC236}">
                    <a16:creationId xmlns:a16="http://schemas.microsoft.com/office/drawing/2014/main" id="{993DEABD-6A59-D1BB-3004-C7E613CDB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25489" y="5127492"/>
                <a:ext cx="227626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NSX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ESG</a:t>
                </a:r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6BDA7C06-7722-1724-4264-1321D7A72518}"/>
                </a:ext>
              </a:extLst>
            </p:cNvPr>
            <p:cNvGrpSpPr/>
            <p:nvPr/>
          </p:nvGrpSpPr>
          <p:grpSpPr>
            <a:xfrm>
              <a:off x="5437182" y="2795960"/>
              <a:ext cx="677510" cy="409361"/>
              <a:chOff x="7000548" y="5053549"/>
              <a:chExt cx="677510" cy="409361"/>
            </a:xfrm>
          </p:grpSpPr>
          <p:sp>
            <p:nvSpPr>
              <p:cNvPr id="243" name="Rectangle 1511">
                <a:extLst>
                  <a:ext uri="{FF2B5EF4-FFF2-40B4-BE49-F238E27FC236}">
                    <a16:creationId xmlns:a16="http://schemas.microsoft.com/office/drawing/2014/main" id="{0A7602C0-6E56-E085-F408-B559A09358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0548" y="5053549"/>
                <a:ext cx="677510" cy="409361"/>
              </a:xfrm>
              <a:prstGeom prst="rect">
                <a:avLst/>
              </a:prstGeom>
              <a:solidFill>
                <a:srgbClr val="0094D3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44" name="Rectangle 1493">
                <a:extLst>
                  <a:ext uri="{FF2B5EF4-FFF2-40B4-BE49-F238E27FC236}">
                    <a16:creationId xmlns:a16="http://schemas.microsoft.com/office/drawing/2014/main" id="{5974267B-8AE4-CA09-17BA-482C30327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4806" y="5127492"/>
                <a:ext cx="528992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>
                  <a:defRPr/>
                </a:pPr>
                <a:r>
                  <a:rPr lang="en-US" altLang="en-US" sz="850">
                    <a:solidFill>
                      <a:prstClr val="white"/>
                    </a:solidFill>
                    <a:ea typeface="Microsoft JhengHei" panose="020B0604030504040204" pitchFamily="34" charset="-120"/>
                  </a:rPr>
                  <a:t>Log insight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8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0891C757-883A-BE83-85DD-5EBBC5718184}"/>
              </a:ext>
            </a:extLst>
          </p:cNvPr>
          <p:cNvGrpSpPr/>
          <p:nvPr/>
        </p:nvGrpSpPr>
        <p:grpSpPr>
          <a:xfrm>
            <a:off x="3241821" y="2414905"/>
            <a:ext cx="1596384" cy="664211"/>
            <a:chOff x="3154459" y="3493251"/>
            <a:chExt cx="1596384" cy="664211"/>
          </a:xfrm>
        </p:grpSpPr>
        <p:sp>
          <p:nvSpPr>
            <p:cNvPr id="249" name="Rectangle 1468">
              <a:extLst>
                <a:ext uri="{FF2B5EF4-FFF2-40B4-BE49-F238E27FC236}">
                  <a16:creationId xmlns:a16="http://schemas.microsoft.com/office/drawing/2014/main" id="{DEA0811B-1E89-0EFC-2491-16ED936C8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9183" y="3748100"/>
              <a:ext cx="1421660" cy="409362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NSX-T Managers</a:t>
              </a:r>
            </a:p>
          </p:txBody>
        </p:sp>
        <p:sp>
          <p:nvSpPr>
            <p:cNvPr id="250" name="Rectangle 1468">
              <a:extLst>
                <a:ext uri="{FF2B5EF4-FFF2-40B4-BE49-F238E27FC236}">
                  <a16:creationId xmlns:a16="http://schemas.microsoft.com/office/drawing/2014/main" id="{8229BEFA-BC53-5555-5DAC-A1DD75B6E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171" y="3615557"/>
              <a:ext cx="1421660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NSX-T Managers</a:t>
              </a:r>
            </a:p>
          </p:txBody>
        </p:sp>
        <p:sp>
          <p:nvSpPr>
            <p:cNvPr id="251" name="Rectangle 1468">
              <a:extLst>
                <a:ext uri="{FF2B5EF4-FFF2-40B4-BE49-F238E27FC236}">
                  <a16:creationId xmlns:a16="http://schemas.microsoft.com/office/drawing/2014/main" id="{7680917D-F475-944A-0B98-2713937AB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4459" y="3493251"/>
              <a:ext cx="1421660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 Managers</a:t>
              </a:r>
            </a:p>
          </p:txBody>
        </p:sp>
      </p:grp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B6018605-C0BE-2712-CA9D-0EFAD60EF998}"/>
              </a:ext>
            </a:extLst>
          </p:cNvPr>
          <p:cNvSpPr/>
          <p:nvPr/>
        </p:nvSpPr>
        <p:spPr>
          <a:xfrm>
            <a:off x="10440388" y="873262"/>
            <a:ext cx="1650670" cy="72493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600" b="1">
                <a:solidFill>
                  <a:schemeClr val="bg1"/>
                </a:solidFill>
              </a:rPr>
              <a:t>Design Consideration</a:t>
            </a:r>
          </a:p>
        </p:txBody>
      </p:sp>
      <p:grpSp>
        <p:nvGrpSpPr>
          <p:cNvPr id="149" name="群組 148">
            <a:extLst>
              <a:ext uri="{FF2B5EF4-FFF2-40B4-BE49-F238E27FC236}">
                <a16:creationId xmlns:a16="http://schemas.microsoft.com/office/drawing/2014/main" id="{3AE02D7A-4FB8-06DF-43F3-1E0A321EFC7E}"/>
              </a:ext>
            </a:extLst>
          </p:cNvPr>
          <p:cNvGrpSpPr/>
          <p:nvPr/>
        </p:nvGrpSpPr>
        <p:grpSpPr>
          <a:xfrm>
            <a:off x="2933025" y="3925608"/>
            <a:ext cx="3594092" cy="2242759"/>
            <a:chOff x="9541546" y="4015929"/>
            <a:chExt cx="2708324" cy="2293191"/>
          </a:xfrm>
        </p:grpSpPr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6E3A6BE0-8D80-85A0-1F09-3E89B6B8069D}"/>
                </a:ext>
              </a:extLst>
            </p:cNvPr>
            <p:cNvSpPr/>
            <p:nvPr/>
          </p:nvSpPr>
          <p:spPr>
            <a:xfrm>
              <a:off x="9541546" y="4015929"/>
              <a:ext cx="2708324" cy="2293191"/>
            </a:xfrm>
            <a:prstGeom prst="rect">
              <a:avLst/>
            </a:prstGeom>
            <a:solidFill>
              <a:schemeClr val="accent5">
                <a:lumMod val="75000"/>
                <a:alpha val="14902"/>
              </a:schemeClr>
            </a:solidFill>
            <a:ln w="3810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59" name="Rectangle 1619">
              <a:extLst>
                <a:ext uri="{FF2B5EF4-FFF2-40B4-BE49-F238E27FC236}">
                  <a16:creationId xmlns:a16="http://schemas.microsoft.com/office/drawing/2014/main" id="{B9169BD9-8AE7-1E78-E2ED-AF4697081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7487" y="4394992"/>
              <a:ext cx="511358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Cluster 1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61" name="Rectangle 1621">
              <a:extLst>
                <a:ext uri="{FF2B5EF4-FFF2-40B4-BE49-F238E27FC236}">
                  <a16:creationId xmlns:a16="http://schemas.microsoft.com/office/drawing/2014/main" id="{288390CB-45C6-D45C-7B74-4A702CF54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4928" y="4642173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62" name="Rectangle 1622">
              <a:extLst>
                <a:ext uri="{FF2B5EF4-FFF2-40B4-BE49-F238E27FC236}">
                  <a16:creationId xmlns:a16="http://schemas.microsoft.com/office/drawing/2014/main" id="{937161A0-3CF5-0F0C-2643-A7CF65CCE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0756" y="4750067"/>
              <a:ext cx="242054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63" name="Rectangle 1623">
              <a:extLst>
                <a:ext uri="{FF2B5EF4-FFF2-40B4-BE49-F238E27FC236}">
                  <a16:creationId xmlns:a16="http://schemas.microsoft.com/office/drawing/2014/main" id="{FA8F60A6-F395-C784-7EAD-8493FA979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4076" y="4880174"/>
              <a:ext cx="16511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64" name="Rectangle 1624">
              <a:extLst>
                <a:ext uri="{FF2B5EF4-FFF2-40B4-BE49-F238E27FC236}">
                  <a16:creationId xmlns:a16="http://schemas.microsoft.com/office/drawing/2014/main" id="{0F9500DD-853B-2F7F-7F6F-8FA5D6A69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8530" y="4642173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65" name="Rectangle 1625">
              <a:extLst>
                <a:ext uri="{FF2B5EF4-FFF2-40B4-BE49-F238E27FC236}">
                  <a16:creationId xmlns:a16="http://schemas.microsoft.com/office/drawing/2014/main" id="{0146F001-4B3E-B0BE-906C-32866CF77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5945" y="4750067"/>
              <a:ext cx="242054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66" name="Rectangle 1626">
              <a:extLst>
                <a:ext uri="{FF2B5EF4-FFF2-40B4-BE49-F238E27FC236}">
                  <a16:creationId xmlns:a16="http://schemas.microsoft.com/office/drawing/2014/main" id="{55C577A8-28A3-EA34-5383-6DCF58B9F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7678" y="4880174"/>
              <a:ext cx="16511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grpSp>
          <p:nvGrpSpPr>
            <p:cNvPr id="82" name="Group 39">
              <a:extLst>
                <a:ext uri="{FF2B5EF4-FFF2-40B4-BE49-F238E27FC236}">
                  <a16:creationId xmlns:a16="http://schemas.microsoft.com/office/drawing/2014/main" id="{C6235C70-91BD-0070-914B-B1103F5C8F83}"/>
                </a:ext>
              </a:extLst>
            </p:cNvPr>
            <p:cNvGrpSpPr/>
            <p:nvPr/>
          </p:nvGrpSpPr>
          <p:grpSpPr>
            <a:xfrm>
              <a:off x="9754928" y="5652587"/>
              <a:ext cx="987291" cy="390472"/>
              <a:chOff x="9474433" y="5983972"/>
              <a:chExt cx="987548" cy="390574"/>
            </a:xfrm>
          </p:grpSpPr>
          <p:sp>
            <p:nvSpPr>
              <p:cNvPr id="96" name="Rectangle 1630">
                <a:extLst>
                  <a:ext uri="{FF2B5EF4-FFF2-40B4-BE49-F238E27FC236}">
                    <a16:creationId xmlns:a16="http://schemas.microsoft.com/office/drawing/2014/main" id="{9BB82EA3-81C0-98FB-1F06-2C2C152251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7" name="Rectangle 1630">
                <a:extLst>
                  <a:ext uri="{FF2B5EF4-FFF2-40B4-BE49-F238E27FC236}">
                    <a16:creationId xmlns:a16="http://schemas.microsoft.com/office/drawing/2014/main" id="{C8309409-675F-46CC-535C-E714C8C549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8" name="Group 42">
                <a:extLst>
                  <a:ext uri="{FF2B5EF4-FFF2-40B4-BE49-F238E27FC236}">
                    <a16:creationId xmlns:a16="http://schemas.microsoft.com/office/drawing/2014/main" id="{73C5CA87-96A4-D5A2-B9AC-4CA1C526688B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9" name="Rectangle 1630">
                  <a:extLst>
                    <a:ext uri="{FF2B5EF4-FFF2-40B4-BE49-F238E27FC236}">
                      <a16:creationId xmlns:a16="http://schemas.microsoft.com/office/drawing/2014/main" id="{AE24970A-3311-514C-55EB-A25F0CDDCC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0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00" name="Rectangle 1484">
                  <a:extLst>
                    <a:ext uri="{FF2B5EF4-FFF2-40B4-BE49-F238E27FC236}">
                      <a16:creationId xmlns:a16="http://schemas.microsoft.com/office/drawing/2014/main" id="{C6983DDC-0240-3DFF-2C05-A6E787C3E7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40614" y="6225314"/>
                  <a:ext cx="139467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lt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1" name="Rectangle 1630">
              <a:extLst>
                <a:ext uri="{FF2B5EF4-FFF2-40B4-BE49-F238E27FC236}">
                  <a16:creationId xmlns:a16="http://schemas.microsoft.com/office/drawing/2014/main" id="{E2613AE9-A161-97F3-CCB3-37D6401DE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6121" y="5775926"/>
              <a:ext cx="842996" cy="261860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29" name="Rectangle 1630">
              <a:extLst>
                <a:ext uri="{FF2B5EF4-FFF2-40B4-BE49-F238E27FC236}">
                  <a16:creationId xmlns:a16="http://schemas.microsoft.com/office/drawing/2014/main" id="{22627A12-E23A-74AC-A42C-2CC7DE6CC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8449" y="5708580"/>
              <a:ext cx="842996" cy="261860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31" name="Rectangle 1620">
              <a:extLst>
                <a:ext uri="{FF2B5EF4-FFF2-40B4-BE49-F238E27FC236}">
                  <a16:creationId xmlns:a16="http://schemas.microsoft.com/office/drawing/2014/main" id="{45BD0F7D-344A-BAE6-946F-28CAC5FA2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32" y="4260857"/>
              <a:ext cx="1194498" cy="1942088"/>
            </a:xfrm>
            <a:prstGeom prst="rect">
              <a:avLst/>
            </a:prstGeom>
            <a:noFill/>
            <a:ln w="6350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32" name="Rectangle 1621">
              <a:extLst>
                <a:ext uri="{FF2B5EF4-FFF2-40B4-BE49-F238E27FC236}">
                  <a16:creationId xmlns:a16="http://schemas.microsoft.com/office/drawing/2014/main" id="{6C4BEBBF-62FB-936D-E5E5-91B1C90CA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1826" y="4636900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33" name="Rectangle 1622">
              <a:extLst>
                <a:ext uri="{FF2B5EF4-FFF2-40B4-BE49-F238E27FC236}">
                  <a16:creationId xmlns:a16="http://schemas.microsoft.com/office/drawing/2014/main" id="{9A5385C9-C0BC-1062-E1CC-584D02892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6141" y="4744793"/>
              <a:ext cx="169918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DB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134" name="Rectangle 1623">
              <a:extLst>
                <a:ext uri="{FF2B5EF4-FFF2-40B4-BE49-F238E27FC236}">
                  <a16:creationId xmlns:a16="http://schemas.microsoft.com/office/drawing/2014/main" id="{56D5EF5C-1065-B8FB-BF5C-58E846181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8546" y="4874901"/>
              <a:ext cx="16511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135" name="Rectangle 1624">
              <a:extLst>
                <a:ext uri="{FF2B5EF4-FFF2-40B4-BE49-F238E27FC236}">
                  <a16:creationId xmlns:a16="http://schemas.microsoft.com/office/drawing/2014/main" id="{9CE9C382-04DB-4316-4B5D-14320087C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5428" y="4636900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ea typeface="Microsoft JhengHei" panose="020B0604030504040204" pitchFamily="34" charset="-120"/>
              </a:endParaRPr>
            </a:p>
          </p:txBody>
        </p:sp>
        <p:sp>
          <p:nvSpPr>
            <p:cNvPr id="136" name="Rectangle 1625">
              <a:extLst>
                <a:ext uri="{FF2B5EF4-FFF2-40B4-BE49-F238E27FC236}">
                  <a16:creationId xmlns:a16="http://schemas.microsoft.com/office/drawing/2014/main" id="{513790A3-95B8-FBD2-8694-DF05BABE8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59743" y="4744793"/>
              <a:ext cx="169918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DB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sp>
          <p:nvSpPr>
            <p:cNvPr id="137" name="Rectangle 1626">
              <a:extLst>
                <a:ext uri="{FF2B5EF4-FFF2-40B4-BE49-F238E27FC236}">
                  <a16:creationId xmlns:a16="http://schemas.microsoft.com/office/drawing/2014/main" id="{5DE471D4-46FE-0DF0-38FB-3093150DF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62147" y="4874901"/>
              <a:ext cx="16511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  <p:grpSp>
          <p:nvGrpSpPr>
            <p:cNvPr id="138" name="Group 55">
              <a:extLst>
                <a:ext uri="{FF2B5EF4-FFF2-40B4-BE49-F238E27FC236}">
                  <a16:creationId xmlns:a16="http://schemas.microsoft.com/office/drawing/2014/main" id="{FFE4F84D-6C82-AEC4-D9F7-CD286D3728BC}"/>
                </a:ext>
              </a:extLst>
            </p:cNvPr>
            <p:cNvGrpSpPr/>
            <p:nvPr/>
          </p:nvGrpSpPr>
          <p:grpSpPr>
            <a:xfrm>
              <a:off x="11091826" y="5647314"/>
              <a:ext cx="842996" cy="261860"/>
              <a:chOff x="9474434" y="6169899"/>
              <a:chExt cx="464202" cy="261928"/>
            </a:xfrm>
          </p:grpSpPr>
          <p:sp>
            <p:nvSpPr>
              <p:cNvPr id="139" name="Rectangle 1630">
                <a:extLst>
                  <a:ext uri="{FF2B5EF4-FFF2-40B4-BE49-F238E27FC236}">
                    <a16:creationId xmlns:a16="http://schemas.microsoft.com/office/drawing/2014/main" id="{0D82B28E-4655-FE8F-5C05-941CDAA5D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40" name="Rectangle 1484">
                <a:extLst>
                  <a:ext uri="{FF2B5EF4-FFF2-40B4-BE49-F238E27FC236}">
                    <a16:creationId xmlns:a16="http://schemas.microsoft.com/office/drawing/2014/main" id="{D8B8F177-D473-1473-4233-B264EA6B1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40614" y="6225314"/>
                <a:ext cx="139467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  <p:sp>
          <p:nvSpPr>
            <p:cNvPr id="146" name="Rectangle 1490">
              <a:extLst>
                <a:ext uri="{FF2B5EF4-FFF2-40B4-BE49-F238E27FC236}">
                  <a16:creationId xmlns:a16="http://schemas.microsoft.com/office/drawing/2014/main" id="{BC3B5BC8-C612-F8C4-B890-98784F10E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613" y="4075292"/>
              <a:ext cx="1964032" cy="224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b="1">
                  <a:solidFill>
                    <a:srgbClr val="717074"/>
                  </a:solidFill>
                  <a:latin typeface="+mn-lt"/>
                  <a:ea typeface="Microsoft JhengHei" panose="020B0604030504040204" pitchFamily="34" charset="-120"/>
                </a:rPr>
                <a:t>cluster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+mn-lt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4" name="Rectangle 230">
            <a:extLst>
              <a:ext uri="{FF2B5EF4-FFF2-40B4-BE49-F238E27FC236}">
                <a16:creationId xmlns:a16="http://schemas.microsoft.com/office/drawing/2014/main" id="{914753BF-9038-C357-2AFE-2D9148B2E0E0}"/>
              </a:ext>
            </a:extLst>
          </p:cNvPr>
          <p:cNvSpPr/>
          <p:nvPr/>
        </p:nvSpPr>
        <p:spPr>
          <a:xfrm>
            <a:off x="6702424" y="3873362"/>
            <a:ext cx="5378293" cy="2251307"/>
          </a:xfrm>
          <a:prstGeom prst="rect">
            <a:avLst/>
          </a:prstGeom>
          <a:solidFill>
            <a:schemeClr val="accent6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399">
                <a:solidFill>
                  <a:prstClr val="white"/>
                </a:solidFill>
                <a:ea typeface="Microsoft JhengHei" panose="020B0604030504040204" pitchFamily="34" charset="-120"/>
              </a:rPr>
              <a:t>My VM </a:t>
            </a:r>
            <a:br>
              <a:rPr lang="en-US" altLang="zh-TW" sz="2399">
                <a:solidFill>
                  <a:prstClr val="white"/>
                </a:solidFill>
                <a:ea typeface="Microsoft JhengHei" panose="020B0604030504040204" pitchFamily="34" charset="-120"/>
              </a:rPr>
            </a:br>
            <a:r>
              <a:rPr lang="en-US" altLang="zh-TW" sz="2399">
                <a:solidFill>
                  <a:prstClr val="white"/>
                </a:solidFill>
                <a:ea typeface="Microsoft JhengHei" panose="020B0604030504040204" pitchFamily="34" charset="-120"/>
              </a:rPr>
              <a:t>Cluster</a:t>
            </a:r>
          </a:p>
        </p:txBody>
      </p:sp>
      <p:sp>
        <p:nvSpPr>
          <p:cNvPr id="13" name="Rectangle 228">
            <a:extLst>
              <a:ext uri="{FF2B5EF4-FFF2-40B4-BE49-F238E27FC236}">
                <a16:creationId xmlns:a16="http://schemas.microsoft.com/office/drawing/2014/main" id="{F59D6CDC-1C9C-AA9A-35E6-DAECC2225FB3}"/>
              </a:ext>
            </a:extLst>
          </p:cNvPr>
          <p:cNvSpPr/>
          <p:nvPr/>
        </p:nvSpPr>
        <p:spPr>
          <a:xfrm>
            <a:off x="4813998" y="3954726"/>
            <a:ext cx="1599021" cy="2091444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ea typeface="Microsoft JhengHei" panose="020B0604030504040204" pitchFamily="34" charset="-120"/>
              </a:rPr>
              <a:t>OA VM Cluster</a:t>
            </a:r>
          </a:p>
        </p:txBody>
      </p:sp>
      <p:sp>
        <p:nvSpPr>
          <p:cNvPr id="16" name="Rectangle 228">
            <a:extLst>
              <a:ext uri="{FF2B5EF4-FFF2-40B4-BE49-F238E27FC236}">
                <a16:creationId xmlns:a16="http://schemas.microsoft.com/office/drawing/2014/main" id="{8625EBC2-2378-A67D-7350-B6CBE882DE63}"/>
              </a:ext>
            </a:extLst>
          </p:cNvPr>
          <p:cNvSpPr/>
          <p:nvPr/>
        </p:nvSpPr>
        <p:spPr>
          <a:xfrm>
            <a:off x="3061251" y="3953933"/>
            <a:ext cx="1723047" cy="2162604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ea typeface="Microsoft JhengHei" panose="020B0604030504040204" pitchFamily="34" charset="-120"/>
              </a:rPr>
              <a:t>Net Cluster </a:t>
            </a:r>
          </a:p>
        </p:txBody>
      </p:sp>
      <p:sp>
        <p:nvSpPr>
          <p:cNvPr id="8" name="Rectangle 1330">
            <a:extLst>
              <a:ext uri="{FF2B5EF4-FFF2-40B4-BE49-F238E27FC236}">
                <a16:creationId xmlns:a16="http://schemas.microsoft.com/office/drawing/2014/main" id="{B6E7C147-53DB-72A3-CAB0-F656A69B7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525" y="3270523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Aira LCM</a:t>
            </a:r>
          </a:p>
        </p:txBody>
      </p:sp>
      <p:sp>
        <p:nvSpPr>
          <p:cNvPr id="12" name="Rectangle 1330">
            <a:extLst>
              <a:ext uri="{FF2B5EF4-FFF2-40B4-BE49-F238E27FC236}">
                <a16:creationId xmlns:a16="http://schemas.microsoft.com/office/drawing/2014/main" id="{018C2897-BB2D-62D9-7862-3F4060D09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946" y="3295132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Aira Automation</a:t>
            </a:r>
          </a:p>
        </p:txBody>
      </p:sp>
      <p:sp>
        <p:nvSpPr>
          <p:cNvPr id="15" name="Rectangle 1330">
            <a:extLst>
              <a:ext uri="{FF2B5EF4-FFF2-40B4-BE49-F238E27FC236}">
                <a16:creationId xmlns:a16="http://schemas.microsoft.com/office/drawing/2014/main" id="{D37963A1-BFF6-A671-E399-D2522E0C2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711" y="1870856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Aira Operation</a:t>
            </a:r>
          </a:p>
        </p:txBody>
      </p:sp>
    </p:spTree>
    <p:extLst>
      <p:ext uri="{BB962C8B-B14F-4D97-AF65-F5344CB8AC3E}">
        <p14:creationId xmlns:p14="http://schemas.microsoft.com/office/powerpoint/2010/main" val="118742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E722-208F-CFD0-AF0F-56061FB5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9AFCA-8CA0-17BE-6C26-CE3A449B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Isolating Different Types</a:t>
            </a:r>
            <a:r>
              <a:rPr lang="zh-TW" altLang="en-US" b="1"/>
              <a:t> </a:t>
            </a:r>
            <a:r>
              <a:rPr lang="en-US" altLang="zh-TW" b="1"/>
              <a:t>Standard Mode (DMZ)</a:t>
            </a:r>
            <a:endParaRPr lang="en-US" altLang="zh-TW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B9CDDD6-EB81-E6C0-597E-80078350BAB6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>
                <a:ea typeface="Microsoft JhengHei" panose="020B0604030504040204" pitchFamily="34" charset="-120"/>
              </a:rPr>
              <a:t>Architecture Design</a:t>
            </a:r>
          </a:p>
        </p:txBody>
      </p:sp>
      <p:sp>
        <p:nvSpPr>
          <p:cNvPr id="6" name="Rectangle 829">
            <a:extLst>
              <a:ext uri="{FF2B5EF4-FFF2-40B4-BE49-F238E27FC236}">
                <a16:creationId xmlns:a16="http://schemas.microsoft.com/office/drawing/2014/main" id="{292A55F9-D5BF-A127-DD5C-777D8A6B7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9422" y="1391201"/>
            <a:ext cx="3580530" cy="4726405"/>
          </a:xfrm>
          <a:prstGeom prst="rect">
            <a:avLst/>
          </a:prstGeom>
          <a:solidFill>
            <a:srgbClr val="F2F2F2"/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4F0A0DF-7B82-F59B-C4EB-D5FEDE23C2AC}"/>
              </a:ext>
            </a:extLst>
          </p:cNvPr>
          <p:cNvSpPr txBox="1">
            <a:spLocks/>
          </p:cNvSpPr>
          <p:nvPr/>
        </p:nvSpPr>
        <p:spPr>
          <a:xfrm>
            <a:off x="2207371" y="1391201"/>
            <a:ext cx="2893259" cy="472640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274320" rIns="91440" bIns="36576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1841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744538" indent="-16986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69963" indent="-1666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1381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Camphor Std" panose="020B0504030404020204" pitchFamily="34" charset="0"/>
              <a:buChar char="–"/>
              <a:tabLst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2"/>
              </a:buClr>
              <a:buSzPct val="90000"/>
              <a:buFont typeface="+mj-lt"/>
              <a:buAutoNum type="arabicPeriod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512763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SzPct val="90000"/>
              <a:buFont typeface="+mj-lt"/>
              <a:buAutoNum type="alphaLcPeriod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741363" indent="-1666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90000"/>
              <a:buFont typeface="+mj-lt"/>
              <a:buAutoNum type="romanLcPeriod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4163" indent="-284163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2"/>
              </a:buClr>
              <a:buSzPct val="90000"/>
              <a:buFont typeface="+mj-lt"/>
              <a:buAutoNum type="alphaUcPeriod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664" indent="-285664">
              <a:buClr>
                <a:prstClr val="white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prstClr val="white"/>
                </a:solidFill>
                <a:ea typeface="Microsoft JhengHei" panose="020B0604030504040204" pitchFamily="34" charset="-120"/>
              </a:rPr>
              <a:t>vCenter  On the shared datastore of the first Workload Domain (e.g., TCS Cluster)</a:t>
            </a:r>
          </a:p>
          <a:p>
            <a:pPr marL="285664" indent="-285664">
              <a:buClr>
                <a:prstClr val="white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prstClr val="white"/>
                </a:solidFill>
                <a:ea typeface="Microsoft JhengHei" panose="020B0604030504040204" pitchFamily="34" charset="-120"/>
              </a:rPr>
              <a:t>NSX Manager (3 VMs) Also on the first Workload Domain (recommended cluster with at least 4 hosts)</a:t>
            </a:r>
          </a:p>
          <a:p>
            <a:pPr marL="285664" indent="-285664">
              <a:buClr>
                <a:prstClr val="white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zh-TW" sz="1600">
                <a:solidFill>
                  <a:prstClr val="white"/>
                </a:solidFill>
                <a:ea typeface="Microsoft JhengHei" panose="020B0604030504040204" pitchFamily="34" charset="-120"/>
              </a:rPr>
              <a:t>The same placement principles apply to other components as well.</a:t>
            </a:r>
          </a:p>
        </p:txBody>
      </p:sp>
      <p:sp>
        <p:nvSpPr>
          <p:cNvPr id="10" name="Rectangle 1485">
            <a:extLst>
              <a:ext uri="{FF2B5EF4-FFF2-40B4-BE49-F238E27FC236}">
                <a16:creationId xmlns:a16="http://schemas.microsoft.com/office/drawing/2014/main" id="{E5B3446A-D55F-EF34-16DB-E19E23789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122" y="1410766"/>
            <a:ext cx="155331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3852">
              <a:defRPr/>
            </a:pPr>
            <a:r>
              <a:rPr lang="en-US" altLang="en-US" sz="1400" b="1">
                <a:solidFill>
                  <a:srgbClr val="717074"/>
                </a:solidFill>
                <a:ea typeface="Microsoft JhengHei" panose="020B0604030504040204" pitchFamily="34" charset="-120"/>
              </a:rPr>
              <a:t>VCF DMZ Domain </a:t>
            </a:r>
            <a:endParaRPr lang="en-US" altLang="en-US" sz="1600" b="1">
              <a:solidFill>
                <a:srgbClr val="717074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9" name="Rectangle 1331">
            <a:extLst>
              <a:ext uri="{FF2B5EF4-FFF2-40B4-BE49-F238E27FC236}">
                <a16:creationId xmlns:a16="http://schemas.microsoft.com/office/drawing/2014/main" id="{4DFEE8A9-8C53-7CD4-B939-2B1B4DE11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012" y="1350024"/>
            <a:ext cx="1420073" cy="410949"/>
          </a:xfrm>
          <a:prstGeom prst="rect">
            <a:avLst/>
          </a:prstGeom>
          <a:noFill/>
          <a:ln w="635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sp>
        <p:nvSpPr>
          <p:cNvPr id="20" name="Rectangle 1433">
            <a:extLst>
              <a:ext uri="{FF2B5EF4-FFF2-40B4-BE49-F238E27FC236}">
                <a16:creationId xmlns:a16="http://schemas.microsoft.com/office/drawing/2014/main" id="{73637DCF-238F-9832-36DC-69B064D1C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011" y="1814920"/>
            <a:ext cx="1420073" cy="409361"/>
          </a:xfrm>
          <a:prstGeom prst="rect">
            <a:avLst/>
          </a:prstGeom>
          <a:noFill/>
          <a:ln w="635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ea typeface="Microsoft JhengHei" panose="020B0604030504040204" pitchFamily="34" charset="-120"/>
            </a:endParaRPr>
          </a:p>
        </p:txBody>
      </p: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67A65507-0F8E-D5CA-4185-91DF2B96277E}"/>
              </a:ext>
            </a:extLst>
          </p:cNvPr>
          <p:cNvCxnSpPr/>
          <p:nvPr/>
        </p:nvCxnSpPr>
        <p:spPr bwMode="gray">
          <a:xfrm flipV="1">
            <a:off x="5136440" y="3125781"/>
            <a:ext cx="3580530" cy="8132"/>
          </a:xfrm>
          <a:prstGeom prst="line">
            <a:avLst/>
          </a:prstGeom>
          <a:ln w="1905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1330">
            <a:extLst>
              <a:ext uri="{FF2B5EF4-FFF2-40B4-BE49-F238E27FC236}">
                <a16:creationId xmlns:a16="http://schemas.microsoft.com/office/drawing/2014/main" id="{024A4BCD-0D87-9CC2-A589-5B59AFA38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004" y="1812388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00">
                <a:solidFill>
                  <a:prstClr val="white"/>
                </a:solidFill>
                <a:ea typeface="Microsoft JhengHei" panose="020B0604030504040204" pitchFamily="34" charset="-120"/>
              </a:rPr>
              <a:t>OA </a:t>
            </a:r>
            <a:br>
              <a:rPr lang="en-IN" sz="900">
                <a:solidFill>
                  <a:prstClr val="white"/>
                </a:solidFill>
                <a:ea typeface="Microsoft JhengHei" panose="020B0604030504040204" pitchFamily="34" charset="-120"/>
              </a:rPr>
            </a:b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vCenter Server</a:t>
            </a:r>
          </a:p>
        </p:txBody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40CE6E77-339F-EE8C-D7DF-FA4E6E179711}"/>
              </a:ext>
            </a:extLst>
          </p:cNvPr>
          <p:cNvGrpSpPr/>
          <p:nvPr/>
        </p:nvGrpSpPr>
        <p:grpSpPr>
          <a:xfrm>
            <a:off x="7393178" y="2469648"/>
            <a:ext cx="791291" cy="490260"/>
            <a:chOff x="5437182" y="2795960"/>
            <a:chExt cx="791291" cy="490260"/>
          </a:xfrm>
        </p:grpSpPr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BE744E9D-6B51-D037-0CE2-0DE7020E110B}"/>
                </a:ext>
              </a:extLst>
            </p:cNvPr>
            <p:cNvGrpSpPr/>
            <p:nvPr/>
          </p:nvGrpSpPr>
          <p:grpSpPr>
            <a:xfrm>
              <a:off x="5550963" y="2876859"/>
              <a:ext cx="677510" cy="409361"/>
              <a:chOff x="7000548" y="5053549"/>
              <a:chExt cx="677510" cy="409361"/>
            </a:xfrm>
          </p:grpSpPr>
          <p:sp>
            <p:nvSpPr>
              <p:cNvPr id="245" name="Rectangle 1511">
                <a:extLst>
                  <a:ext uri="{FF2B5EF4-FFF2-40B4-BE49-F238E27FC236}">
                    <a16:creationId xmlns:a16="http://schemas.microsoft.com/office/drawing/2014/main" id="{CBBF0AC9-0146-23B8-14C8-0A7F499E2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0548" y="5053549"/>
                <a:ext cx="677510" cy="409361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46" name="Rectangle 1493">
                <a:extLst>
                  <a:ext uri="{FF2B5EF4-FFF2-40B4-BE49-F238E27FC236}">
                    <a16:creationId xmlns:a16="http://schemas.microsoft.com/office/drawing/2014/main" id="{27BDC309-9C4F-7579-CF21-1A7E69AEE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25489" y="5127492"/>
                <a:ext cx="227626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NSX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5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Microsoft JhengHei" panose="020B0604030504040204" pitchFamily="34" charset="-120"/>
                  </a:rPr>
                  <a:t>ESG</a:t>
                </a:r>
              </a:p>
            </p:txBody>
          </p:sp>
        </p:grp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AC0AAE8E-298B-D4B4-9515-504D58B0C42B}"/>
                </a:ext>
              </a:extLst>
            </p:cNvPr>
            <p:cNvGrpSpPr/>
            <p:nvPr/>
          </p:nvGrpSpPr>
          <p:grpSpPr>
            <a:xfrm>
              <a:off x="5437182" y="2795960"/>
              <a:ext cx="677510" cy="409361"/>
              <a:chOff x="7000548" y="5053549"/>
              <a:chExt cx="677510" cy="409361"/>
            </a:xfrm>
          </p:grpSpPr>
          <p:sp>
            <p:nvSpPr>
              <p:cNvPr id="243" name="Rectangle 1511">
                <a:extLst>
                  <a:ext uri="{FF2B5EF4-FFF2-40B4-BE49-F238E27FC236}">
                    <a16:creationId xmlns:a16="http://schemas.microsoft.com/office/drawing/2014/main" id="{B528D575-2E2F-EA31-FD8A-30F3EEC48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00548" y="5053549"/>
                <a:ext cx="677510" cy="409361"/>
              </a:xfrm>
              <a:prstGeom prst="rect">
                <a:avLst/>
              </a:prstGeom>
              <a:solidFill>
                <a:srgbClr val="0094D3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44" name="Rectangle 1493">
                <a:extLst>
                  <a:ext uri="{FF2B5EF4-FFF2-40B4-BE49-F238E27FC236}">
                    <a16:creationId xmlns:a16="http://schemas.microsoft.com/office/drawing/2014/main" id="{1CA01FCA-47F1-BE0A-F4FD-B2856FD94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4806" y="5127492"/>
                <a:ext cx="528992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 algn="ctr">
                  <a:defRPr/>
                </a:pPr>
                <a:r>
                  <a:rPr lang="en-US" altLang="en-US" sz="850">
                    <a:solidFill>
                      <a:prstClr val="white"/>
                    </a:solidFill>
                    <a:ea typeface="Microsoft JhengHei" panose="020B0604030504040204" pitchFamily="34" charset="-120"/>
                  </a:rPr>
                  <a:t>Log insight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8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ED03DF8C-E673-4EFB-25CA-C619D10D182F}"/>
              </a:ext>
            </a:extLst>
          </p:cNvPr>
          <p:cNvGrpSpPr/>
          <p:nvPr/>
        </p:nvGrpSpPr>
        <p:grpSpPr>
          <a:xfrm>
            <a:off x="5331878" y="2349590"/>
            <a:ext cx="1596384" cy="664211"/>
            <a:chOff x="3154459" y="3493251"/>
            <a:chExt cx="1596384" cy="664211"/>
          </a:xfrm>
        </p:grpSpPr>
        <p:sp>
          <p:nvSpPr>
            <p:cNvPr id="249" name="Rectangle 1468">
              <a:extLst>
                <a:ext uri="{FF2B5EF4-FFF2-40B4-BE49-F238E27FC236}">
                  <a16:creationId xmlns:a16="http://schemas.microsoft.com/office/drawing/2014/main" id="{9D1AE31E-3B0B-736C-D6F6-EF71FF6B7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9183" y="3748100"/>
              <a:ext cx="1421660" cy="409362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NSX-T Managers</a:t>
              </a:r>
            </a:p>
          </p:txBody>
        </p:sp>
        <p:sp>
          <p:nvSpPr>
            <p:cNvPr id="250" name="Rectangle 1468">
              <a:extLst>
                <a:ext uri="{FF2B5EF4-FFF2-40B4-BE49-F238E27FC236}">
                  <a16:creationId xmlns:a16="http://schemas.microsoft.com/office/drawing/2014/main" id="{E7763BEB-8FFF-8C53-9241-9E4D7C3ED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171" y="3615557"/>
              <a:ext cx="1421660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NSX-T Managers</a:t>
              </a:r>
            </a:p>
          </p:txBody>
        </p:sp>
        <p:sp>
          <p:nvSpPr>
            <p:cNvPr id="251" name="Rectangle 1468">
              <a:extLst>
                <a:ext uri="{FF2B5EF4-FFF2-40B4-BE49-F238E27FC236}">
                  <a16:creationId xmlns:a16="http://schemas.microsoft.com/office/drawing/2014/main" id="{7B9DAC77-934C-8895-B72B-9231EA6F8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4459" y="3493251"/>
              <a:ext cx="1421660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Microsoft JhengHei" panose="020B0604030504040204" pitchFamily="34" charset="-120"/>
                </a:rPr>
                <a:t>NSX Managers</a:t>
              </a:r>
            </a:p>
          </p:txBody>
        </p:sp>
      </p:grpSp>
      <p:sp>
        <p:nvSpPr>
          <p:cNvPr id="8" name="Rectangle 1330">
            <a:extLst>
              <a:ext uri="{FF2B5EF4-FFF2-40B4-BE49-F238E27FC236}">
                <a16:creationId xmlns:a16="http://schemas.microsoft.com/office/drawing/2014/main" id="{4819FA8A-76EF-EA7B-0A97-D9F3EDA3E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582" y="3205208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Aira LCM</a:t>
            </a:r>
          </a:p>
        </p:txBody>
      </p:sp>
      <p:sp>
        <p:nvSpPr>
          <p:cNvPr id="12" name="Rectangle 1330">
            <a:extLst>
              <a:ext uri="{FF2B5EF4-FFF2-40B4-BE49-F238E27FC236}">
                <a16:creationId xmlns:a16="http://schemas.microsoft.com/office/drawing/2014/main" id="{82849329-DC45-D721-EE37-82379EA23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003" y="3229817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Aira Automation</a:t>
            </a:r>
          </a:p>
        </p:txBody>
      </p:sp>
      <p:sp>
        <p:nvSpPr>
          <p:cNvPr id="15" name="Rectangle 1330">
            <a:extLst>
              <a:ext uri="{FF2B5EF4-FFF2-40B4-BE49-F238E27FC236}">
                <a16:creationId xmlns:a16="http://schemas.microsoft.com/office/drawing/2014/main" id="{9BBD5AFE-B007-A69B-A984-1A98AEDB1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768" y="1805541"/>
            <a:ext cx="1420073" cy="41094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Microsoft JhengHei" panose="020B0604030504040204" pitchFamily="34" charset="-120"/>
              </a:rPr>
              <a:t>Aira Operation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EB361A36-3628-35BC-1CD9-6040065BF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602" y="3684286"/>
            <a:ext cx="2796744" cy="225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0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>
          <a:extLst>
            <a:ext uri="{FF2B5EF4-FFF2-40B4-BE49-F238E27FC236}">
              <a16:creationId xmlns:a16="http://schemas.microsoft.com/office/drawing/2014/main" id="{F2E1BE6C-EE92-8053-A11A-967470CA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2D08-42A1-46DC-E120-A89F437F6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938213"/>
            <a:ext cx="7337856" cy="1230312"/>
          </a:xfrm>
        </p:spPr>
        <p:txBody>
          <a:bodyPr/>
          <a:lstStyle/>
          <a:p>
            <a:r>
              <a:rPr lang="en-US" altLang="zh-TW"/>
              <a:t>VCF Management Component Architecture Design </a:t>
            </a:r>
            <a:endParaRPr lang="en-US"/>
          </a:p>
        </p:txBody>
      </p:sp>
      <p:sp>
        <p:nvSpPr>
          <p:cNvPr id="1229" name="Google Shape;1229;p121">
            <a:extLst>
              <a:ext uri="{FF2B5EF4-FFF2-40B4-BE49-F238E27FC236}">
                <a16:creationId xmlns:a16="http://schemas.microsoft.com/office/drawing/2014/main" id="{A172B320-C3B3-8478-D980-65105C5B1B57}"/>
              </a:ext>
            </a:extLst>
          </p:cNvPr>
          <p:cNvSpPr txBox="1">
            <a:spLocks noGrp="1"/>
          </p:cNvSpPr>
          <p:nvPr>
            <p:ph type="subTitle" idx="10"/>
          </p:nvPr>
        </p:nvSpPr>
        <p:spPr>
          <a:xfrm>
            <a:off x="602966" y="2267712"/>
            <a:ext cx="6408402" cy="700882"/>
          </a:xfr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r>
              <a:rPr lang="en-US"/>
              <a:t>Logical Design</a:t>
            </a:r>
          </a:p>
        </p:txBody>
      </p:sp>
    </p:spTree>
    <p:extLst>
      <p:ext uri="{BB962C8B-B14F-4D97-AF65-F5344CB8AC3E}">
        <p14:creationId xmlns:p14="http://schemas.microsoft.com/office/powerpoint/2010/main" val="348338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>
                <a:latin typeface="Microsoft JhengHei" charset="-120"/>
                <a:ea typeface="Microsoft JhengHei" charset="-120"/>
                <a:cs typeface="Microsoft JhengHei" charset="-120"/>
              </a:rPr>
              <a:t>NSX-T 4.2 Recommended Resources</a:t>
            </a:r>
            <a:r>
              <a:rPr lang="en-US" altLang="zh-CN">
                <a:latin typeface="Microsoft JhengHei" charset="-120"/>
                <a:ea typeface="Microsoft JhengHei" charset="-120"/>
                <a:cs typeface="Microsoft JhengHei" charset="-120"/>
              </a:rPr>
              <a:t>- Manager</a:t>
            </a:r>
            <a:endParaRPr lang="en-US"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3198379" y="4571702"/>
            <a:ext cx="914162" cy="91416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endParaRPr kumimoji="1" lang="zh-TW" altLang="en-US" sz="1799"/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B99A8EE1-A5B3-C948-948A-8B255A6CA5BC}"/>
              </a:ext>
            </a:extLst>
          </p:cNvPr>
          <p:cNvGraphicFramePr>
            <a:graphicFrameLocks noGrp="1"/>
          </p:cNvGraphicFramePr>
          <p:nvPr/>
        </p:nvGraphicFramePr>
        <p:xfrm>
          <a:off x="500785" y="1073576"/>
          <a:ext cx="10972668" cy="70599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671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5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5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19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TW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VM</a:t>
                      </a:r>
                      <a:endParaRPr lang="en-US" sz="1600"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856" marR="121856" marT="45708" marB="45708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altLang="zh-TW" sz="1600" err="1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vCPU</a:t>
                      </a:r>
                      <a:endParaRPr lang="en-US" sz="1600"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856" marR="121856" marT="45708" marB="45708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altLang="zh-TW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Memory</a:t>
                      </a:r>
                      <a:r>
                        <a:rPr lang="zh-TW" altLang="en-US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(G)</a:t>
                      </a:r>
                      <a:endParaRPr lang="en-US" sz="1600"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856" marR="121856" marT="45708" marB="45708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altLang="zh-TW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Storage</a:t>
                      </a:r>
                      <a:r>
                        <a:rPr lang="zh-TW" altLang="en-US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(G)</a:t>
                      </a:r>
                      <a:endParaRPr lang="en-US" sz="1600"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856" marR="121856" marT="45708" marB="45708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altLang="zh-TW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Quantity</a:t>
                      </a:r>
                      <a:endParaRPr lang="en-US" sz="1600"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121856" marR="121856" marT="45708" marB="45708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altLang="zh-TW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NSX Manager</a:t>
                      </a:r>
                      <a:r>
                        <a:rPr lang="zh-TW" altLang="en-US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(Medium or Large)</a:t>
                      </a:r>
                      <a:endParaRPr lang="en-US" sz="1600">
                        <a:latin typeface="Arial" panose="020B0604020202020204" pitchFamily="34" charset="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/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/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/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/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42265A-D42C-4A4F-A98D-D60AE2D5BB89}"/>
              </a:ext>
            </a:extLst>
          </p:cNvPr>
          <p:cNvSpPr txBox="1">
            <a:spLocks/>
          </p:cNvSpPr>
          <p:nvPr/>
        </p:nvSpPr>
        <p:spPr>
          <a:xfrm>
            <a:off x="664516" y="2171319"/>
            <a:ext cx="5137823" cy="14711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500" indent="-228500" algn="l" defTabSz="9140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700" indent="-228500" algn="l" defTabSz="9140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200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9700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200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6700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201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3701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2201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1"/>
              <a:t>NSX Manager VM Size</a:t>
            </a:r>
            <a:endParaRPr lang="en-US" altLang="zh-TW" sz="1800"/>
          </a:p>
          <a:p>
            <a:r>
              <a:rPr lang="en-US" altLang="zh-TW" sz="1800" b="1"/>
              <a:t>Extra Small</a:t>
            </a:r>
            <a:r>
              <a:rPr lang="en-US" altLang="zh-TW" sz="1800"/>
              <a:t>: Only for Cloud Service Manager</a:t>
            </a:r>
          </a:p>
          <a:p>
            <a:r>
              <a:rPr lang="en-US" altLang="zh-TW" sz="1800" b="1"/>
              <a:t>Small</a:t>
            </a:r>
            <a:r>
              <a:rPr lang="en-US" altLang="zh-TW" sz="1800"/>
              <a:t>: For PoC (Proof of Concept) only</a:t>
            </a:r>
          </a:p>
          <a:p>
            <a:r>
              <a:rPr lang="en-US" altLang="zh-TW" sz="1800" b="1"/>
              <a:t>Medium</a:t>
            </a:r>
            <a:r>
              <a:rPr lang="en-US" altLang="zh-TW" sz="1800"/>
              <a:t>: Supports up to 64 hosts</a:t>
            </a:r>
          </a:p>
          <a:p>
            <a:r>
              <a:rPr lang="en-US" altLang="zh-TW" sz="1800" b="1"/>
              <a:t>Large</a:t>
            </a:r>
            <a:r>
              <a:rPr lang="en-US" altLang="zh-TW" sz="1800"/>
              <a:t>: For environments with more than 64 hosts</a:t>
            </a:r>
          </a:p>
          <a:p>
            <a:pPr marL="714161" lvl="1" indent="-311057" defTabSz="914126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Helvetica" pitchFamily="2" charset="0"/>
              <a:buChar char="⁃"/>
              <a:defRPr/>
            </a:pPr>
            <a:endParaRPr lang="en-US" altLang="zh-TW" sz="1600" kern="0">
              <a:solidFill>
                <a:srgbClr val="717074">
                  <a:lumMod val="75000"/>
                </a:srgbClr>
              </a:solidFill>
              <a:latin typeface="Arial"/>
              <a:ea typeface="微軟正黑體" panose="020B0604030504040204" pitchFamily="34" charset="-12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8387DF7-59FF-F54F-A85D-D69B5B1A5B25}"/>
              </a:ext>
            </a:extLst>
          </p:cNvPr>
          <p:cNvSpPr txBox="1">
            <a:spLocks/>
          </p:cNvSpPr>
          <p:nvPr/>
        </p:nvSpPr>
        <p:spPr>
          <a:xfrm>
            <a:off x="6386488" y="2171319"/>
            <a:ext cx="5137823" cy="3135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500" indent="-228500" algn="l" defTabSz="9140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700" indent="-228500" algn="l" defTabSz="9140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200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9700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200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6700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201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3701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2201" indent="-182800" algn="l" defTabSz="9140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/>
              <a:t>NSX Manager must always be deployed as three nodes, following a </a:t>
            </a:r>
            <a:r>
              <a:rPr lang="en-US" altLang="zh-TW" sz="1800" b="1"/>
              <a:t>2+1 redundancy model</a:t>
            </a:r>
            <a:r>
              <a:rPr lang="en-US" altLang="zh-TW" sz="1800"/>
              <a:t>.</a:t>
            </a:r>
          </a:p>
          <a:p>
            <a:r>
              <a:rPr lang="en-US" altLang="zh-TW" sz="1800"/>
              <a:t>An </a:t>
            </a:r>
            <a:r>
              <a:rPr lang="en-US" altLang="zh-TW" sz="1800" b="1"/>
              <a:t>anti-affinity rule</a:t>
            </a:r>
            <a:r>
              <a:rPr lang="en-US" altLang="zh-TW" sz="1800"/>
              <a:t> should be configured to ensure that the three NSX Manager VMs are not placed on the same host.</a:t>
            </a:r>
          </a:p>
          <a:p>
            <a:r>
              <a:rPr lang="en-US" altLang="zh-TW" sz="1800" b="1"/>
              <a:t>Resource reservations</a:t>
            </a:r>
            <a:r>
              <a:rPr lang="en-US" altLang="zh-TW" sz="1800"/>
              <a:t> should be made specifically for NSX Manager.</a:t>
            </a:r>
          </a:p>
          <a:p>
            <a:r>
              <a:rPr lang="en-US" altLang="zh-TW" sz="1800"/>
              <a:t>Whether or not a </a:t>
            </a:r>
            <a:r>
              <a:rPr lang="en-US" altLang="zh-TW" sz="1800" b="1"/>
              <a:t>dedicated Management Cluster</a:t>
            </a:r>
            <a:r>
              <a:rPr lang="en-US" altLang="zh-TW" sz="1800"/>
              <a:t> is used, NSX Manager should be deployed on a </a:t>
            </a:r>
            <a:r>
              <a:rPr lang="en-US" altLang="zh-TW" sz="1800" b="1"/>
              <a:t>vSphere Cluster with at least four hosts</a:t>
            </a:r>
            <a:r>
              <a:rPr lang="en-US" altLang="zh-TW" sz="1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5493579"/>
      </p:ext>
    </p:extLst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001D8CB-64B3-7E91-F8F7-4C2AB07B546E}"/>
              </a:ext>
            </a:extLst>
          </p:cNvPr>
          <p:cNvSpPr/>
          <p:nvPr/>
        </p:nvSpPr>
        <p:spPr>
          <a:xfrm>
            <a:off x="3788265" y="1357536"/>
            <a:ext cx="4184857" cy="4273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998A69-ADEF-2835-AD78-2D7BD213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VCF Operations for Networks Model v1.0</a:t>
            </a:r>
          </a:p>
        </p:txBody>
      </p:sp>
      <p:sp>
        <p:nvSpPr>
          <p:cNvPr id="6" name="Google Shape;1376;p64">
            <a:extLst>
              <a:ext uri="{FF2B5EF4-FFF2-40B4-BE49-F238E27FC236}">
                <a16:creationId xmlns:a16="http://schemas.microsoft.com/office/drawing/2014/main" id="{365937B4-B39B-72DB-21D8-5223260903D6}"/>
              </a:ext>
            </a:extLst>
          </p:cNvPr>
          <p:cNvSpPr/>
          <p:nvPr/>
        </p:nvSpPr>
        <p:spPr>
          <a:xfrm>
            <a:off x="3867910" y="1480764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1377;p64">
            <a:extLst>
              <a:ext uri="{FF2B5EF4-FFF2-40B4-BE49-F238E27FC236}">
                <a16:creationId xmlns:a16="http://schemas.microsoft.com/office/drawing/2014/main" id="{B0C66FD9-D0C4-F236-47FC-12442056C663}"/>
              </a:ext>
            </a:extLst>
          </p:cNvPr>
          <p:cNvSpPr/>
          <p:nvPr/>
        </p:nvSpPr>
        <p:spPr>
          <a:xfrm>
            <a:off x="3999706" y="177165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8" name="Google Shape;1378;p64">
            <a:extLst>
              <a:ext uri="{FF2B5EF4-FFF2-40B4-BE49-F238E27FC236}">
                <a16:creationId xmlns:a16="http://schemas.microsoft.com/office/drawing/2014/main" id="{EBAD661B-00D3-14C5-ACAD-B532FCAFD5AA}"/>
              </a:ext>
            </a:extLst>
          </p:cNvPr>
          <p:cNvSpPr/>
          <p:nvPr/>
        </p:nvSpPr>
        <p:spPr>
          <a:xfrm>
            <a:off x="5289677" y="177118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1380;p64">
            <a:extLst>
              <a:ext uri="{FF2B5EF4-FFF2-40B4-BE49-F238E27FC236}">
                <a16:creationId xmlns:a16="http://schemas.microsoft.com/office/drawing/2014/main" id="{B061F56D-AFD3-15BC-A97B-0578A7A83624}"/>
              </a:ext>
            </a:extLst>
          </p:cNvPr>
          <p:cNvSpPr/>
          <p:nvPr/>
        </p:nvSpPr>
        <p:spPr>
          <a:xfrm>
            <a:off x="6579649" y="1771182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0" name="Google Shape;1381;p64">
            <a:extLst>
              <a:ext uri="{FF2B5EF4-FFF2-40B4-BE49-F238E27FC236}">
                <a16:creationId xmlns:a16="http://schemas.microsoft.com/office/drawing/2014/main" id="{0C401A38-5032-FBFF-9D76-F815EDDB3D89}"/>
              </a:ext>
            </a:extLst>
          </p:cNvPr>
          <p:cNvSpPr/>
          <p:nvPr/>
        </p:nvSpPr>
        <p:spPr>
          <a:xfrm>
            <a:off x="4415066" y="2657807"/>
            <a:ext cx="2930998" cy="8784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1" name="Google Shape;1382;p64">
            <a:extLst>
              <a:ext uri="{FF2B5EF4-FFF2-40B4-BE49-F238E27FC236}">
                <a16:creationId xmlns:a16="http://schemas.microsoft.com/office/drawing/2014/main" id="{9BE9DBFA-FE1E-1213-5FF0-51A89264172B}"/>
              </a:ext>
            </a:extLst>
          </p:cNvPr>
          <p:cNvCxnSpPr>
            <a:stCxn id="10" idx="0"/>
            <a:endCxn id="6" idx="2"/>
          </p:cNvCxnSpPr>
          <p:nvPr/>
        </p:nvCxnSpPr>
        <p:spPr>
          <a:xfrm rot="10800000">
            <a:off x="5879065" y="2256707"/>
            <a:ext cx="15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1383;p64">
            <a:extLst>
              <a:ext uri="{FF2B5EF4-FFF2-40B4-BE49-F238E27FC236}">
                <a16:creationId xmlns:a16="http://schemas.microsoft.com/office/drawing/2014/main" id="{C1F7D23B-E4AA-DEDB-CE2B-BF66838FBFDE}"/>
              </a:ext>
            </a:extLst>
          </p:cNvPr>
          <p:cNvCxnSpPr>
            <a:stCxn id="15" idx="0"/>
            <a:endCxn id="10" idx="2"/>
          </p:cNvCxnSpPr>
          <p:nvPr/>
        </p:nvCxnSpPr>
        <p:spPr>
          <a:xfrm rot="10800000" flipH="1">
            <a:off x="5874326" y="3536146"/>
            <a:ext cx="6300" cy="398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Google Shape;1385;p64">
            <a:extLst>
              <a:ext uri="{FF2B5EF4-FFF2-40B4-BE49-F238E27FC236}">
                <a16:creationId xmlns:a16="http://schemas.microsoft.com/office/drawing/2014/main" id="{0E6E9F6B-AF63-C1A9-2DD6-DCF29CE86AF8}"/>
              </a:ext>
            </a:extLst>
          </p:cNvPr>
          <p:cNvSpPr/>
          <p:nvPr/>
        </p:nvSpPr>
        <p:spPr>
          <a:xfrm>
            <a:off x="6006558" y="3026788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" name="Google Shape;1386;p64">
            <a:extLst>
              <a:ext uri="{FF2B5EF4-FFF2-40B4-BE49-F238E27FC236}">
                <a16:creationId xmlns:a16="http://schemas.microsoft.com/office/drawing/2014/main" id="{29A67DB6-7B9B-261E-999F-0A81968B5FCD}"/>
              </a:ext>
            </a:extLst>
          </p:cNvPr>
          <p:cNvSpPr/>
          <p:nvPr/>
        </p:nvSpPr>
        <p:spPr>
          <a:xfrm>
            <a:off x="4571142" y="3026313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5" name="Google Shape;1384;p64">
            <a:extLst>
              <a:ext uri="{FF2B5EF4-FFF2-40B4-BE49-F238E27FC236}">
                <a16:creationId xmlns:a16="http://schemas.microsoft.com/office/drawing/2014/main" id="{85B9FA8E-450C-46A1-659C-1A5AD1C0B3D0}"/>
              </a:ext>
            </a:extLst>
          </p:cNvPr>
          <p:cNvSpPr/>
          <p:nvPr/>
        </p:nvSpPr>
        <p:spPr>
          <a:xfrm>
            <a:off x="4147887" y="3934846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6" name="Google Shape;1387;p64">
            <a:extLst>
              <a:ext uri="{FF2B5EF4-FFF2-40B4-BE49-F238E27FC236}">
                <a16:creationId xmlns:a16="http://schemas.microsoft.com/office/drawing/2014/main" id="{3CBD8F2B-9CE8-020A-9618-772CECD145A9}"/>
              </a:ext>
            </a:extLst>
          </p:cNvPr>
          <p:cNvSpPr/>
          <p:nvPr/>
        </p:nvSpPr>
        <p:spPr>
          <a:xfrm>
            <a:off x="4256347" y="4222542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7" name="Google Shape;1388;p64">
            <a:extLst>
              <a:ext uri="{FF2B5EF4-FFF2-40B4-BE49-F238E27FC236}">
                <a16:creationId xmlns:a16="http://schemas.microsoft.com/office/drawing/2014/main" id="{707BC246-C303-10E8-2C96-ADE7309001AC}"/>
              </a:ext>
            </a:extLst>
          </p:cNvPr>
          <p:cNvSpPr/>
          <p:nvPr/>
        </p:nvSpPr>
        <p:spPr>
          <a:xfrm>
            <a:off x="4348668" y="452375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389;p64">
            <a:extLst>
              <a:ext uri="{FF2B5EF4-FFF2-40B4-BE49-F238E27FC236}">
                <a16:creationId xmlns:a16="http://schemas.microsoft.com/office/drawing/2014/main" id="{9803B2E8-6B3D-0F5F-83EA-9402A4D755FC}"/>
              </a:ext>
            </a:extLst>
          </p:cNvPr>
          <p:cNvSpPr/>
          <p:nvPr/>
        </p:nvSpPr>
        <p:spPr>
          <a:xfrm>
            <a:off x="4343921" y="478878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390;p64">
            <a:extLst>
              <a:ext uri="{FF2B5EF4-FFF2-40B4-BE49-F238E27FC236}">
                <a16:creationId xmlns:a16="http://schemas.microsoft.com/office/drawing/2014/main" id="{AE146265-F133-1F26-D36D-BD684539C077}"/>
              </a:ext>
            </a:extLst>
          </p:cNvPr>
          <p:cNvSpPr/>
          <p:nvPr/>
        </p:nvSpPr>
        <p:spPr>
          <a:xfrm>
            <a:off x="5935640" y="4223633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0" name="Google Shape;1391;p64">
            <a:extLst>
              <a:ext uri="{FF2B5EF4-FFF2-40B4-BE49-F238E27FC236}">
                <a16:creationId xmlns:a16="http://schemas.microsoft.com/office/drawing/2014/main" id="{1EB01026-3192-8FA5-7387-4F8483E588E5}"/>
              </a:ext>
            </a:extLst>
          </p:cNvPr>
          <p:cNvSpPr/>
          <p:nvPr/>
        </p:nvSpPr>
        <p:spPr>
          <a:xfrm>
            <a:off x="6027961" y="452484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" name="Google Shape;1392;p64">
            <a:extLst>
              <a:ext uri="{FF2B5EF4-FFF2-40B4-BE49-F238E27FC236}">
                <a16:creationId xmlns:a16="http://schemas.microsoft.com/office/drawing/2014/main" id="{E030C410-F43D-2E22-9B9A-C79D4F2ABE18}"/>
              </a:ext>
            </a:extLst>
          </p:cNvPr>
          <p:cNvSpPr/>
          <p:nvPr/>
        </p:nvSpPr>
        <p:spPr>
          <a:xfrm>
            <a:off x="6023214" y="478987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2" name="Google Shape;1393;p64">
            <a:extLst>
              <a:ext uri="{FF2B5EF4-FFF2-40B4-BE49-F238E27FC236}">
                <a16:creationId xmlns:a16="http://schemas.microsoft.com/office/drawing/2014/main" id="{CAF8FE22-ACCF-B7FD-8D79-CE8FE9B0824D}"/>
              </a:ext>
            </a:extLst>
          </p:cNvPr>
          <p:cNvSpPr/>
          <p:nvPr/>
        </p:nvSpPr>
        <p:spPr>
          <a:xfrm>
            <a:off x="4343921" y="505381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1394;p64">
            <a:extLst>
              <a:ext uri="{FF2B5EF4-FFF2-40B4-BE49-F238E27FC236}">
                <a16:creationId xmlns:a16="http://schemas.microsoft.com/office/drawing/2014/main" id="{9201A105-4631-37B3-8159-54902A0C0CD1}"/>
              </a:ext>
            </a:extLst>
          </p:cNvPr>
          <p:cNvCxnSpPr>
            <a:stCxn id="14" idx="3"/>
            <a:endCxn id="13" idx="1"/>
          </p:cNvCxnSpPr>
          <p:nvPr/>
        </p:nvCxnSpPr>
        <p:spPr>
          <a:xfrm>
            <a:off x="5752317" y="3206322"/>
            <a:ext cx="254100" cy="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2649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90AE1E-2307-A3AE-9D87-DE23347D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lang="en" altLang="zh-TW"/>
              <a:t>Architecture Design of VCF Components 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E6F6C82-496F-09C7-EC40-AEE948A69F26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kumimoji="1" lang="en-US" altLang="zh-TW"/>
              <a:t>VCF HA DR High Level Design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6117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>
          <a:extLst>
            <a:ext uri="{FF2B5EF4-FFF2-40B4-BE49-F238E27FC236}">
              <a16:creationId xmlns:a16="http://schemas.microsoft.com/office/drawing/2014/main" id="{81D79764-3B33-CAC0-44AB-9BE6D038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4;p99">
            <a:extLst>
              <a:ext uri="{FF2B5EF4-FFF2-40B4-BE49-F238E27FC236}">
                <a16:creationId xmlns:a16="http://schemas.microsoft.com/office/drawing/2014/main" id="{A233632D-A4C0-1180-888C-1929B8B0C7A7}"/>
              </a:ext>
            </a:extLst>
          </p:cNvPr>
          <p:cNvSpPr/>
          <p:nvPr/>
        </p:nvSpPr>
        <p:spPr>
          <a:xfrm>
            <a:off x="534065" y="914982"/>
            <a:ext cx="11046748" cy="5611941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endParaRPr sz="1866">
              <a:latin typeface="Metropolis" pitchFamily="2" charset="77"/>
            </a:endParaRPr>
          </a:p>
        </p:txBody>
      </p:sp>
      <p:sp>
        <p:nvSpPr>
          <p:cNvPr id="1293" name="Google Shape;1293;p99">
            <a:extLst>
              <a:ext uri="{FF2B5EF4-FFF2-40B4-BE49-F238E27FC236}">
                <a16:creationId xmlns:a16="http://schemas.microsoft.com/office/drawing/2014/main" id="{E221F742-3710-7103-042C-1C0FF1941783}"/>
              </a:ext>
            </a:extLst>
          </p:cNvPr>
          <p:cNvSpPr/>
          <p:nvPr/>
        </p:nvSpPr>
        <p:spPr>
          <a:xfrm>
            <a:off x="6271462" y="960278"/>
            <a:ext cx="5210295" cy="54849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DC 2</a:t>
            </a:r>
            <a:r>
              <a:rPr lang="zh-TW" altLang="en-US" sz="1333">
                <a:solidFill>
                  <a:schemeClr val="dk2"/>
                </a:solidFill>
                <a:latin typeface="Metropolis" pitchFamily="2" charset="77"/>
              </a:rPr>
              <a:t> </a:t>
            </a:r>
            <a:r>
              <a:rPr lang="en-US" altLang="zh-TW" sz="1333">
                <a:solidFill>
                  <a:schemeClr val="dk2"/>
                </a:solidFill>
                <a:latin typeface="Metropolis" pitchFamily="2" charset="77"/>
              </a:rPr>
              <a:t>(1</a:t>
            </a:r>
            <a:r>
              <a:rPr lang="zh-TW" altLang="en-US" sz="1333">
                <a:solidFill>
                  <a:schemeClr val="dk2"/>
                </a:solidFill>
                <a:latin typeface="Metropolis" pitchFamily="2" charset="77"/>
              </a:rPr>
              <a:t> </a:t>
            </a:r>
            <a:r>
              <a:rPr lang="en-US" altLang="zh-TW" sz="1333">
                <a:solidFill>
                  <a:schemeClr val="dk2"/>
                </a:solidFill>
                <a:latin typeface="Metropolis" pitchFamily="2" charset="77"/>
              </a:rPr>
              <a:t>host)</a:t>
            </a:r>
            <a:endParaRPr sz="1866">
              <a:latin typeface="Metropolis" pitchFamily="2" charset="77"/>
            </a:endParaRPr>
          </a:p>
        </p:txBody>
      </p:sp>
      <p:sp>
        <p:nvSpPr>
          <p:cNvPr id="1294" name="Google Shape;1294;p99">
            <a:extLst>
              <a:ext uri="{FF2B5EF4-FFF2-40B4-BE49-F238E27FC236}">
                <a16:creationId xmlns:a16="http://schemas.microsoft.com/office/drawing/2014/main" id="{3601566C-C208-EF3B-7856-0584813C0F7E}"/>
              </a:ext>
            </a:extLst>
          </p:cNvPr>
          <p:cNvSpPr/>
          <p:nvPr/>
        </p:nvSpPr>
        <p:spPr>
          <a:xfrm>
            <a:off x="579809" y="960278"/>
            <a:ext cx="5210295" cy="54849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DC 1</a:t>
            </a:r>
            <a:r>
              <a:rPr lang="zh-TW" altLang="en-US" sz="1333">
                <a:solidFill>
                  <a:schemeClr val="dk2"/>
                </a:solidFill>
                <a:latin typeface="Metropolis" pitchFamily="2" charset="77"/>
              </a:rPr>
              <a:t> </a:t>
            </a:r>
            <a:r>
              <a:rPr lang="en-US" altLang="zh-TW" sz="1333">
                <a:solidFill>
                  <a:schemeClr val="dk2"/>
                </a:solidFill>
                <a:latin typeface="Metropolis" pitchFamily="2" charset="77"/>
              </a:rPr>
              <a:t>(2</a:t>
            </a:r>
            <a:r>
              <a:rPr lang="zh-TW" altLang="en-US" sz="1333">
                <a:solidFill>
                  <a:schemeClr val="dk2"/>
                </a:solidFill>
                <a:latin typeface="Metropolis" pitchFamily="2" charset="77"/>
              </a:rPr>
              <a:t> </a:t>
            </a:r>
            <a:r>
              <a:rPr lang="en-US" altLang="zh-TW" sz="1333">
                <a:solidFill>
                  <a:schemeClr val="dk2"/>
                </a:solidFill>
                <a:latin typeface="Metropolis" pitchFamily="2" charset="77"/>
              </a:rPr>
              <a:t>host)</a:t>
            </a:r>
            <a:endParaRPr sz="1866">
              <a:latin typeface="Metropolis" pitchFamily="2" charset="77"/>
            </a:endParaRPr>
          </a:p>
        </p:txBody>
      </p:sp>
      <p:sp>
        <p:nvSpPr>
          <p:cNvPr id="1295" name="Google Shape;1295;p99">
            <a:extLst>
              <a:ext uri="{FF2B5EF4-FFF2-40B4-BE49-F238E27FC236}">
                <a16:creationId xmlns:a16="http://schemas.microsoft.com/office/drawing/2014/main" id="{CBC75BC2-0F77-36F3-3375-6F748E8E3569}"/>
              </a:ext>
            </a:extLst>
          </p:cNvPr>
          <p:cNvSpPr/>
          <p:nvPr/>
        </p:nvSpPr>
        <p:spPr>
          <a:xfrm>
            <a:off x="924319" y="1271398"/>
            <a:ext cx="10370659" cy="2159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296" name="Google Shape;1296;p99">
            <a:extLst>
              <a:ext uri="{FF2B5EF4-FFF2-40B4-BE49-F238E27FC236}">
                <a16:creationId xmlns:a16="http://schemas.microsoft.com/office/drawing/2014/main" id="{2163CEF0-DD16-BCEF-432A-52678AA84D7D}"/>
              </a:ext>
            </a:extLst>
          </p:cNvPr>
          <p:cNvSpPr/>
          <p:nvPr/>
        </p:nvSpPr>
        <p:spPr>
          <a:xfrm>
            <a:off x="924319" y="1568431"/>
            <a:ext cx="10370659" cy="2159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297" name="Google Shape;1297;p99">
            <a:extLst>
              <a:ext uri="{FF2B5EF4-FFF2-40B4-BE49-F238E27FC236}">
                <a16:creationId xmlns:a16="http://schemas.microsoft.com/office/drawing/2014/main" id="{A1CB7F34-C377-BDEA-AABC-F786CFD1B0F4}"/>
              </a:ext>
            </a:extLst>
          </p:cNvPr>
          <p:cNvSpPr/>
          <p:nvPr/>
        </p:nvSpPr>
        <p:spPr>
          <a:xfrm>
            <a:off x="991852" y="1904087"/>
            <a:ext cx="10301139" cy="1842260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altLang="zh-TW" sz="1333">
                <a:solidFill>
                  <a:schemeClr val="dk1"/>
                </a:solidFill>
                <a:latin typeface="Metropolis" pitchFamily="2" charset="77"/>
              </a:rPr>
              <a:t>VCF MGMT Stretched Cluster</a:t>
            </a:r>
            <a:r>
              <a:rPr lang="en-US" altLang="zh-TW" sz="1333">
                <a:solidFill>
                  <a:schemeClr val="dk1"/>
                </a:solidFill>
                <a:latin typeface="Metropolis" pitchFamily="2" charset="77"/>
              </a:rPr>
              <a:t> (MES Subnet)</a:t>
            </a:r>
            <a:endParaRPr lang="en" altLang="zh-TW" sz="1866">
              <a:latin typeface="Metropolis" pitchFamily="2" charset="77"/>
            </a:endParaRPr>
          </a:p>
        </p:txBody>
      </p:sp>
      <p:grpSp>
        <p:nvGrpSpPr>
          <p:cNvPr id="1300" name="Google Shape;1300;p99">
            <a:extLst>
              <a:ext uri="{FF2B5EF4-FFF2-40B4-BE49-F238E27FC236}">
                <a16:creationId xmlns:a16="http://schemas.microsoft.com/office/drawing/2014/main" id="{04863B25-9DBF-E628-AD31-54FDA4C2FC5A}"/>
              </a:ext>
            </a:extLst>
          </p:cNvPr>
          <p:cNvGrpSpPr/>
          <p:nvPr/>
        </p:nvGrpSpPr>
        <p:grpSpPr>
          <a:xfrm>
            <a:off x="5526496" y="4331925"/>
            <a:ext cx="1093611" cy="394385"/>
            <a:chOff x="1830239" y="3231368"/>
            <a:chExt cx="820422" cy="295866"/>
          </a:xfrm>
        </p:grpSpPr>
        <p:sp>
          <p:nvSpPr>
            <p:cNvPr id="1301" name="Google Shape;1301;p99">
              <a:extLst>
                <a:ext uri="{FF2B5EF4-FFF2-40B4-BE49-F238E27FC236}">
                  <a16:creationId xmlns:a16="http://schemas.microsoft.com/office/drawing/2014/main" id="{00272576-335F-B9FE-86B4-534A5003A250}"/>
                </a:ext>
              </a:extLst>
            </p:cNvPr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02" name="Google Shape;1302;p99">
              <a:extLst>
                <a:ext uri="{FF2B5EF4-FFF2-40B4-BE49-F238E27FC236}">
                  <a16:creationId xmlns:a16="http://schemas.microsoft.com/office/drawing/2014/main" id="{55CED029-2735-BBB2-6116-1C064FEB7337}"/>
                </a:ext>
              </a:extLst>
            </p:cNvPr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03" name="Google Shape;1303;p99">
              <a:extLst>
                <a:ext uri="{FF2B5EF4-FFF2-40B4-BE49-F238E27FC236}">
                  <a16:creationId xmlns:a16="http://schemas.microsoft.com/office/drawing/2014/main" id="{5A53CE09-047F-07A5-4C02-5B7D7F7AA725}"/>
                </a:ext>
              </a:extLst>
            </p:cNvPr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VM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05" name="Google Shape;1305;p99">
            <a:extLst>
              <a:ext uri="{FF2B5EF4-FFF2-40B4-BE49-F238E27FC236}">
                <a16:creationId xmlns:a16="http://schemas.microsoft.com/office/drawing/2014/main" id="{2C831E2C-816F-FF96-A79D-939AC715F97C}"/>
              </a:ext>
            </a:extLst>
          </p:cNvPr>
          <p:cNvSpPr/>
          <p:nvPr/>
        </p:nvSpPr>
        <p:spPr>
          <a:xfrm>
            <a:off x="1440748" y="2845264"/>
            <a:ext cx="1097237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vCenter</a:t>
            </a:r>
            <a:endParaRPr sz="1866">
              <a:latin typeface="Metropolis" pitchFamily="2" charset="77"/>
            </a:endParaRPr>
          </a:p>
        </p:txBody>
      </p:sp>
      <p:sp>
        <p:nvSpPr>
          <p:cNvPr id="1306" name="Google Shape;1306;p99">
            <a:extLst>
              <a:ext uri="{FF2B5EF4-FFF2-40B4-BE49-F238E27FC236}">
                <a16:creationId xmlns:a16="http://schemas.microsoft.com/office/drawing/2014/main" id="{BBA2D542-3FB0-07A6-14C9-200D27A4C949}"/>
              </a:ext>
            </a:extLst>
          </p:cNvPr>
          <p:cNvSpPr/>
          <p:nvPr/>
        </p:nvSpPr>
        <p:spPr>
          <a:xfrm>
            <a:off x="1356646" y="4078621"/>
            <a:ext cx="1244666" cy="63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307" name="Google Shape;1307;p99">
            <a:extLst>
              <a:ext uri="{FF2B5EF4-FFF2-40B4-BE49-F238E27FC236}">
                <a16:creationId xmlns:a16="http://schemas.microsoft.com/office/drawing/2014/main" id="{E2795E6C-16C8-D3CE-C5AF-0FD471C68928}"/>
              </a:ext>
            </a:extLst>
          </p:cNvPr>
          <p:cNvSpPr/>
          <p:nvPr/>
        </p:nvSpPr>
        <p:spPr>
          <a:xfrm>
            <a:off x="1440747" y="4348771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VM</a:t>
            </a:r>
            <a:endParaRPr sz="1866">
              <a:latin typeface="Metropolis" pitchFamily="2" charset="77"/>
            </a:endParaRPr>
          </a:p>
        </p:txBody>
      </p:sp>
      <p:sp>
        <p:nvSpPr>
          <p:cNvPr id="1308" name="Google Shape;1308;p99">
            <a:extLst>
              <a:ext uri="{FF2B5EF4-FFF2-40B4-BE49-F238E27FC236}">
                <a16:creationId xmlns:a16="http://schemas.microsoft.com/office/drawing/2014/main" id="{776B0966-E91A-3629-92E6-B6A71FB1E592}"/>
              </a:ext>
            </a:extLst>
          </p:cNvPr>
          <p:cNvSpPr/>
          <p:nvPr/>
        </p:nvSpPr>
        <p:spPr>
          <a:xfrm>
            <a:off x="9654973" y="4088722"/>
            <a:ext cx="1244666" cy="63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309" name="Google Shape;1309;p99">
            <a:extLst>
              <a:ext uri="{FF2B5EF4-FFF2-40B4-BE49-F238E27FC236}">
                <a16:creationId xmlns:a16="http://schemas.microsoft.com/office/drawing/2014/main" id="{85123675-F56F-B069-0B54-4E174E1C5654}"/>
              </a:ext>
            </a:extLst>
          </p:cNvPr>
          <p:cNvSpPr/>
          <p:nvPr/>
        </p:nvSpPr>
        <p:spPr>
          <a:xfrm>
            <a:off x="9789797" y="4294409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VM</a:t>
            </a:r>
            <a:endParaRPr sz="1866">
              <a:latin typeface="Metropolis" pitchFamily="2" charset="77"/>
            </a:endParaRPr>
          </a:p>
        </p:txBody>
      </p:sp>
      <p:sp>
        <p:nvSpPr>
          <p:cNvPr id="1312" name="Google Shape;1312;p99">
            <a:extLst>
              <a:ext uri="{FF2B5EF4-FFF2-40B4-BE49-F238E27FC236}">
                <a16:creationId xmlns:a16="http://schemas.microsoft.com/office/drawing/2014/main" id="{88E5C9B8-1F04-3836-312B-F503E145462D}"/>
              </a:ext>
            </a:extLst>
          </p:cNvPr>
          <p:cNvSpPr/>
          <p:nvPr/>
        </p:nvSpPr>
        <p:spPr>
          <a:xfrm>
            <a:off x="1068730" y="5608165"/>
            <a:ext cx="10051364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Networking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13" name="Google Shape;1313;p99">
            <a:extLst>
              <a:ext uri="{FF2B5EF4-FFF2-40B4-BE49-F238E27FC236}">
                <a16:creationId xmlns:a16="http://schemas.microsoft.com/office/drawing/2014/main" id="{57F17AB8-E629-4A90-F407-4C65E99CCB78}"/>
              </a:ext>
            </a:extLst>
          </p:cNvPr>
          <p:cNvGrpSpPr/>
          <p:nvPr/>
        </p:nvGrpSpPr>
        <p:grpSpPr>
          <a:xfrm>
            <a:off x="1442561" y="3306812"/>
            <a:ext cx="1158751" cy="417876"/>
            <a:chOff x="1830239" y="3231368"/>
            <a:chExt cx="820422" cy="295866"/>
          </a:xfrm>
        </p:grpSpPr>
        <p:sp>
          <p:nvSpPr>
            <p:cNvPr id="1314" name="Google Shape;1314;p99">
              <a:extLst>
                <a:ext uri="{FF2B5EF4-FFF2-40B4-BE49-F238E27FC236}">
                  <a16:creationId xmlns:a16="http://schemas.microsoft.com/office/drawing/2014/main" id="{DCED25BC-0733-BBBE-C049-A67FF8295BA7}"/>
                </a:ext>
              </a:extLst>
            </p:cNvPr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15" name="Google Shape;1315;p99">
              <a:extLst>
                <a:ext uri="{FF2B5EF4-FFF2-40B4-BE49-F238E27FC236}">
                  <a16:creationId xmlns:a16="http://schemas.microsoft.com/office/drawing/2014/main" id="{522CD66E-C446-3DA3-C425-F9CD06C5CFFA}"/>
                </a:ext>
              </a:extLst>
            </p:cNvPr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16" name="Google Shape;1316;p99">
              <a:extLst>
                <a:ext uri="{FF2B5EF4-FFF2-40B4-BE49-F238E27FC236}">
                  <a16:creationId xmlns:a16="http://schemas.microsoft.com/office/drawing/2014/main" id="{91C26A88-2FA0-DFF2-F20B-6F51B75F3F55}"/>
                </a:ext>
              </a:extLst>
            </p:cNvPr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Mgmt NSX Manager Cluster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323" name="Google Shape;1323;p99">
            <a:extLst>
              <a:ext uri="{FF2B5EF4-FFF2-40B4-BE49-F238E27FC236}">
                <a16:creationId xmlns:a16="http://schemas.microsoft.com/office/drawing/2014/main" id="{81047C8E-4956-1110-8D2D-A6A7C33EC109}"/>
              </a:ext>
            </a:extLst>
          </p:cNvPr>
          <p:cNvGrpSpPr/>
          <p:nvPr/>
        </p:nvGrpSpPr>
        <p:grpSpPr>
          <a:xfrm>
            <a:off x="3939097" y="2893823"/>
            <a:ext cx="1110320" cy="368933"/>
            <a:chOff x="1853267" y="2446308"/>
            <a:chExt cx="858863" cy="304549"/>
          </a:xfrm>
        </p:grpSpPr>
        <p:sp>
          <p:nvSpPr>
            <p:cNvPr id="1324" name="Google Shape;1324;p99">
              <a:extLst>
                <a:ext uri="{FF2B5EF4-FFF2-40B4-BE49-F238E27FC236}">
                  <a16:creationId xmlns:a16="http://schemas.microsoft.com/office/drawing/2014/main" id="{82A82108-5664-EC8C-6DF8-C0534CDA662E}"/>
                </a:ext>
              </a:extLst>
            </p:cNvPr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6" name="Google Shape;1326;p99">
              <a:extLst>
                <a:ext uri="{FF2B5EF4-FFF2-40B4-BE49-F238E27FC236}">
                  <a16:creationId xmlns:a16="http://schemas.microsoft.com/office/drawing/2014/main" id="{6D4D03AB-134F-72F9-9641-540D80840BB8}"/>
                </a:ext>
              </a:extLst>
            </p:cNvPr>
            <p:cNvSpPr/>
            <p:nvPr/>
          </p:nvSpPr>
          <p:spPr>
            <a:xfrm>
              <a:off x="1853267" y="2446308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Operations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327" name="Google Shape;1327;p99">
            <a:extLst>
              <a:ext uri="{FF2B5EF4-FFF2-40B4-BE49-F238E27FC236}">
                <a16:creationId xmlns:a16="http://schemas.microsoft.com/office/drawing/2014/main" id="{480792AB-F592-C5BE-481D-1175FBB77948}"/>
              </a:ext>
            </a:extLst>
          </p:cNvPr>
          <p:cNvGrpSpPr/>
          <p:nvPr/>
        </p:nvGrpSpPr>
        <p:grpSpPr>
          <a:xfrm>
            <a:off x="3892917" y="3331704"/>
            <a:ext cx="1156499" cy="417491"/>
            <a:chOff x="1817546" y="2406224"/>
            <a:chExt cx="894584" cy="344633"/>
          </a:xfrm>
        </p:grpSpPr>
        <p:sp>
          <p:nvSpPr>
            <p:cNvPr id="1328" name="Google Shape;1328;p99">
              <a:extLst>
                <a:ext uri="{FF2B5EF4-FFF2-40B4-BE49-F238E27FC236}">
                  <a16:creationId xmlns:a16="http://schemas.microsoft.com/office/drawing/2014/main" id="{BD786498-1B9C-D3FC-D232-793674EDD28F}"/>
                </a:ext>
              </a:extLst>
            </p:cNvPr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9" name="Google Shape;1329;p99">
              <a:extLst>
                <a:ext uri="{FF2B5EF4-FFF2-40B4-BE49-F238E27FC236}">
                  <a16:creationId xmlns:a16="http://schemas.microsoft.com/office/drawing/2014/main" id="{0305A871-9EF4-0FB3-A27B-22EC256002D8}"/>
                </a:ext>
              </a:extLst>
            </p:cNvPr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30" name="Google Shape;1330;p99">
              <a:extLst>
                <a:ext uri="{FF2B5EF4-FFF2-40B4-BE49-F238E27FC236}">
                  <a16:creationId xmlns:a16="http://schemas.microsoft.com/office/drawing/2014/main" id="{61729932-C1CD-CAFE-04D1-78EF6B4E70A9}"/>
                </a:ext>
              </a:extLst>
            </p:cNvPr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Automation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36" name="Google Shape;1336;p99">
            <a:extLst>
              <a:ext uri="{FF2B5EF4-FFF2-40B4-BE49-F238E27FC236}">
                <a16:creationId xmlns:a16="http://schemas.microsoft.com/office/drawing/2014/main" id="{208861B2-A0DD-B48F-3E2C-E655CC1718E5}"/>
              </a:ext>
            </a:extLst>
          </p:cNvPr>
          <p:cNvSpPr/>
          <p:nvPr/>
        </p:nvSpPr>
        <p:spPr>
          <a:xfrm>
            <a:off x="6690365" y="6010368"/>
            <a:ext cx="4429729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337" name="Google Shape;1337;p99">
            <a:extLst>
              <a:ext uri="{FF2B5EF4-FFF2-40B4-BE49-F238E27FC236}">
                <a16:creationId xmlns:a16="http://schemas.microsoft.com/office/drawing/2014/main" id="{1BC46920-4969-6BF5-FE90-01DF9D1FFE31}"/>
              </a:ext>
            </a:extLst>
          </p:cNvPr>
          <p:cNvSpPr/>
          <p:nvPr/>
        </p:nvSpPr>
        <p:spPr>
          <a:xfrm>
            <a:off x="1068730" y="6010368"/>
            <a:ext cx="4353502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82059-DAC8-92B4-4FB9-27827A2F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VCF Multiple Sites in a Single Region</a:t>
            </a:r>
            <a:r>
              <a:rPr lang="zh-TW" altLang="en-US"/>
              <a:t> </a:t>
            </a:r>
            <a:endParaRPr lang="en-US"/>
          </a:p>
        </p:txBody>
      </p:sp>
      <p:sp>
        <p:nvSpPr>
          <p:cNvPr id="1339" name="Google Shape;1339;p99">
            <a:extLst>
              <a:ext uri="{FF2B5EF4-FFF2-40B4-BE49-F238E27FC236}">
                <a16:creationId xmlns:a16="http://schemas.microsoft.com/office/drawing/2014/main" id="{926BC5A1-2DA8-6A50-A833-6B1E7077C9E9}"/>
              </a:ext>
            </a:extLst>
          </p:cNvPr>
          <p:cNvSpPr/>
          <p:nvPr/>
        </p:nvSpPr>
        <p:spPr>
          <a:xfrm>
            <a:off x="991852" y="5079938"/>
            <a:ext cx="10077862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</a:t>
            </a:r>
          </a:p>
        </p:txBody>
      </p:sp>
      <p:sp>
        <p:nvSpPr>
          <p:cNvPr id="5" name="Google Shape;1305;p99">
            <a:extLst>
              <a:ext uri="{FF2B5EF4-FFF2-40B4-BE49-F238E27FC236}">
                <a16:creationId xmlns:a16="http://schemas.microsoft.com/office/drawing/2014/main" id="{DB306BB1-0DC2-5086-2873-766B1D981906}"/>
              </a:ext>
            </a:extLst>
          </p:cNvPr>
          <p:cNvSpPr/>
          <p:nvPr/>
        </p:nvSpPr>
        <p:spPr>
          <a:xfrm>
            <a:off x="2662763" y="3100972"/>
            <a:ext cx="1097237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Sftp Server</a:t>
            </a:r>
            <a:endParaRPr sz="1866">
              <a:latin typeface="Metropolis" pitchFamily="2" charset="77"/>
            </a:endParaRPr>
          </a:p>
        </p:txBody>
      </p:sp>
      <p:sp>
        <p:nvSpPr>
          <p:cNvPr id="7" name="左-右雙向箭號 6">
            <a:extLst>
              <a:ext uri="{FF2B5EF4-FFF2-40B4-BE49-F238E27FC236}">
                <a16:creationId xmlns:a16="http://schemas.microsoft.com/office/drawing/2014/main" id="{8698BD84-6E09-C09B-FEBF-33278C911C47}"/>
              </a:ext>
            </a:extLst>
          </p:cNvPr>
          <p:cNvSpPr/>
          <p:nvPr/>
        </p:nvSpPr>
        <p:spPr bwMode="gray">
          <a:xfrm>
            <a:off x="5266957" y="2872402"/>
            <a:ext cx="1451858" cy="509366"/>
          </a:xfrm>
          <a:prstGeom prst="leftRightArrow">
            <a:avLst/>
          </a:prstGeom>
          <a:solidFill>
            <a:schemeClr val="accent2">
              <a:alpha val="0"/>
            </a:schemeClr>
          </a:solidFill>
          <a:ln w="12700">
            <a:solidFill>
              <a:schemeClr val="accent3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1050">
                <a:solidFill>
                  <a:schemeClr val="tx1"/>
                </a:solidFill>
                <a:latin typeface="Metropolis" pitchFamily="2" charset="77"/>
              </a:rPr>
              <a:t>vSphere HA</a:t>
            </a:r>
          </a:p>
        </p:txBody>
      </p:sp>
      <p:sp>
        <p:nvSpPr>
          <p:cNvPr id="8" name="Google Shape;1297;p99">
            <a:extLst>
              <a:ext uri="{FF2B5EF4-FFF2-40B4-BE49-F238E27FC236}">
                <a16:creationId xmlns:a16="http://schemas.microsoft.com/office/drawing/2014/main" id="{F3B6E438-65B8-C465-0E6F-9E302C67C8E0}"/>
              </a:ext>
            </a:extLst>
          </p:cNvPr>
          <p:cNvSpPr/>
          <p:nvPr/>
        </p:nvSpPr>
        <p:spPr>
          <a:xfrm>
            <a:off x="987259" y="3838938"/>
            <a:ext cx="10274642" cy="1051806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altLang="zh-TW" sz="1333">
                <a:solidFill>
                  <a:schemeClr val="dk1"/>
                </a:solidFill>
                <a:latin typeface="Metropolis" pitchFamily="2" charset="77"/>
              </a:rPr>
              <a:t>VCF ALL Cluster</a:t>
            </a:r>
            <a:endParaRPr lang="en" altLang="zh-TW" sz="1866">
              <a:latin typeface="Metropolis" pitchFamily="2" charset="77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A66B96CE-52D0-BE9E-FC58-10A3A6B17123}"/>
              </a:ext>
            </a:extLst>
          </p:cNvPr>
          <p:cNvSpPr/>
          <p:nvPr/>
        </p:nvSpPr>
        <p:spPr bwMode="gray">
          <a:xfrm>
            <a:off x="7879112" y="153080"/>
            <a:ext cx="3551722" cy="690247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" altLang="zh-TW"/>
              <a:t>All VCF components are shared. </a:t>
            </a:r>
            <a:endParaRPr kumimoji="1" lang="zh-TW" alt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27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797CE1-C4CA-923F-EB11-793960BF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VCF</a:t>
            </a:r>
            <a:r>
              <a:rPr kumimoji="1" lang="en" altLang="zh-TW"/>
              <a:t> </a:t>
            </a:r>
            <a:r>
              <a:rPr kumimoji="1" lang="en-US" altLang="zh-TW"/>
              <a:t>HA</a:t>
            </a:r>
            <a:r>
              <a:rPr kumimoji="1" lang="en" altLang="zh-TW"/>
              <a:t> </a:t>
            </a:r>
            <a:r>
              <a:rPr kumimoji="1" lang="en-US" altLang="zh-TW"/>
              <a:t>and</a:t>
            </a:r>
            <a:r>
              <a:rPr kumimoji="1" lang="en" altLang="zh-TW"/>
              <a:t> </a:t>
            </a:r>
            <a:r>
              <a:rPr kumimoji="1" lang="en-US" altLang="zh-TW"/>
              <a:t>DR</a:t>
            </a:r>
            <a:r>
              <a:rPr kumimoji="1" lang="en" altLang="zh-TW"/>
              <a:t> </a:t>
            </a:r>
            <a:r>
              <a:rPr kumimoji="1" lang="en-US" altLang="zh-TW"/>
              <a:t>Design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0CC2C0-D9CC-EFD7-8D9C-A13FA92D5CF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780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4A18A-7E46-8EF6-2F21-EA25FAEE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3F00C202-3640-E123-53CD-B55D78B00933}"/>
              </a:ext>
            </a:extLst>
          </p:cNvPr>
          <p:cNvGraphicFramePr>
            <a:graphicFrameLocks noGrp="1"/>
          </p:cNvGraphicFramePr>
          <p:nvPr/>
        </p:nvGraphicFramePr>
        <p:xfrm>
          <a:off x="5010957" y="106071"/>
          <a:ext cx="7151010" cy="5083965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928908">
                  <a:extLst>
                    <a:ext uri="{9D8B030D-6E8A-4147-A177-3AD203B41FA5}">
                      <a16:colId xmlns:a16="http://schemas.microsoft.com/office/drawing/2014/main" val="419393122"/>
                    </a:ext>
                  </a:extLst>
                </a:gridCol>
                <a:gridCol w="3222102">
                  <a:extLst>
                    <a:ext uri="{9D8B030D-6E8A-4147-A177-3AD203B41FA5}">
                      <a16:colId xmlns:a16="http://schemas.microsoft.com/office/drawing/2014/main" val="1756690596"/>
                    </a:ext>
                  </a:extLst>
                </a:gridCol>
              </a:tblGrid>
              <a:tr h="3656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item</a:t>
                      </a:r>
                      <a:endParaRPr lang="zh-TW" altLang="en-US" sz="1800"/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cluster</a:t>
                      </a:r>
                      <a:endParaRPr lang="zh-TW" altLang="en-US" sz="180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913368893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"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Datastore </a:t>
                      </a:r>
                      <a:endParaRPr lang="zh-TW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62" marR="6856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FC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47128228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"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vSphere HA </a:t>
                      </a:r>
                      <a:endParaRPr lang="zh-TW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62" marR="6856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81579069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lvl="1"/>
                      <a:r>
                        <a:rPr lang="en-US" altLang="zh-TW" sz="1800"/>
                        <a:t>Admission Control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914046129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Host failures cluster tolerates</a:t>
                      </a:r>
                      <a:endParaRPr lang="zh-TW" altLang="zh-TW" sz="1800" b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1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765390397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Host Monitor</a:t>
                      </a:r>
                      <a:endParaRPr lang="zh-TW" altLang="zh-TW" sz="18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B050"/>
                          </a:solidFill>
                          <a:sym typeface="Wingdings 2" panose="05020102010507070707" pitchFamily="18" charset="2"/>
                        </a:rPr>
                        <a:t>Enable</a:t>
                      </a:r>
                      <a:endParaRPr lang="zh-TW" altLang="en-US" sz="1800">
                        <a:solidFill>
                          <a:srgbClr val="00B050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3522236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lvl="2"/>
                      <a:r>
                        <a:rPr lang="en-US" altLang="zh-TW" sz="1800"/>
                        <a:t>Host failure Response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1707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Restart VM</a:t>
                      </a:r>
                      <a:endParaRPr lang="en-US" altLang="zh-TW" sz="1800">
                        <a:sym typeface="Wingdings 2" panose="05020102010507070707" pitchFamily="18" charset="2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75324161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Response for Host isolation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Power off and restart </a:t>
                      </a:r>
                      <a:r>
                        <a:rPr lang="en-US" altLang="zh-TW" sz="1800" err="1"/>
                        <a:t>vm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42380448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Datastore with PDL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Power off and restart </a:t>
                      </a:r>
                      <a:r>
                        <a:rPr lang="en-US" altLang="zh-TW" sz="1800" err="1"/>
                        <a:t>vm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51698236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Datastore with APD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Power off and restart VMs - Aggressive restart policy</a:t>
                      </a:r>
                      <a:endParaRPr lang="zh-TW" altLang="en-US" sz="1800" kern="1200" noProof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81322422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vSphere DRS Enable</a:t>
                      </a:r>
                      <a:endParaRPr lang="zh-TW" altLang="en-US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17074"/>
                          </a:solidFill>
                          <a:effectLst/>
                          <a:uLnTx/>
                          <a:uFillTx/>
                          <a:latin typeface="Arial"/>
                          <a:ea typeface="微軟正黑體" panose="020B0604030504040204" pitchFamily="34" charset="-120"/>
                          <a:cs typeface="+mn-cs"/>
                        </a:rPr>
                        <a:t>Yes</a:t>
                      </a:r>
                      <a:endParaRPr kumimoji="0" lang="zh-TW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17074"/>
                        </a:solidFill>
                        <a:effectLst/>
                        <a:uLnTx/>
                        <a:uFillTx/>
                        <a:latin typeface="Arial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74180239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DRS Automation level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微軟正黑體" panose="020B0604030504040204" pitchFamily="34" charset="-120"/>
                          <a:cs typeface="+mn-cs"/>
                        </a:rPr>
                        <a:t>Manual</a:t>
                      </a:r>
                      <a:endParaRPr kumimoji="0" lang="zh-TW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164556628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/>
                        <a:t>VMware EVC </a:t>
                      </a:r>
                      <a:endParaRPr lang="zh-TW" altLang="en-US" sz="1800" b="1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rgbClr val="0070C0"/>
                          </a:solidFill>
                        </a:rPr>
                        <a:t>Enabled</a:t>
                      </a:r>
                      <a:endParaRPr lang="zh-TW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95842591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909EF93-FAB2-AF3C-39C6-7A99AF4CA59A}"/>
              </a:ext>
            </a:extLst>
          </p:cNvPr>
          <p:cNvSpPr/>
          <p:nvPr/>
        </p:nvSpPr>
        <p:spPr bwMode="auto">
          <a:xfrm>
            <a:off x="587071" y="1492979"/>
            <a:ext cx="4189909" cy="36987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ct val="0"/>
              </a:spcAft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C8FD6A-5CB4-FD5C-5E01-10733228DD24}"/>
              </a:ext>
            </a:extLst>
          </p:cNvPr>
          <p:cNvSpPr txBox="1"/>
          <p:nvPr/>
        </p:nvSpPr>
        <p:spPr>
          <a:xfrm>
            <a:off x="719625" y="1363154"/>
            <a:ext cx="2600518" cy="30310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TW" sz="1999" b="1" err="1">
                <a:solidFill>
                  <a:srgbClr val="3366FF"/>
                </a:solidFill>
              </a:rPr>
              <a:t>DesignOverview</a:t>
            </a:r>
            <a:endParaRPr lang="en-US" altLang="zh-TW" sz="1999" b="1">
              <a:solidFill>
                <a:srgbClr val="3366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FE7BA-F80C-3AE6-730A-3B2183C53975}"/>
              </a:ext>
            </a:extLst>
          </p:cNvPr>
          <p:cNvSpPr txBox="1"/>
          <p:nvPr/>
        </p:nvSpPr>
        <p:spPr>
          <a:xfrm>
            <a:off x="821049" y="1929845"/>
            <a:ext cx="3772731" cy="201503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28531" indent="-22853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1799"/>
              <a:t>Set the number of host failures allowed in vSphere HA to 1.</a:t>
            </a:r>
          </a:p>
          <a:p>
            <a:pPr marL="228531" indent="-22853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1799"/>
              <a:t>To ensure compatibility with future additions of </a:t>
            </a:r>
            <a:r>
              <a:rPr lang="en-US" altLang="zh-TW" sz="1799" err="1"/>
              <a:t>ESXi</a:t>
            </a:r>
            <a:r>
              <a:rPr lang="en-US" altLang="zh-TW" sz="1799"/>
              <a:t> hosts using newer CPU generations, enable VMware EVC (Enhanced </a:t>
            </a:r>
            <a:r>
              <a:rPr lang="en-US" altLang="zh-TW" sz="1799" err="1"/>
              <a:t>vMotion</a:t>
            </a:r>
            <a:r>
              <a:rPr lang="en-US" altLang="zh-TW" sz="1799"/>
              <a:t> Compatibility) in advance.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531542-38F7-6769-4B61-08D261F711CD}"/>
              </a:ext>
            </a:extLst>
          </p:cNvPr>
          <p:cNvSpPr txBox="1"/>
          <p:nvPr/>
        </p:nvSpPr>
        <p:spPr>
          <a:xfrm>
            <a:off x="3824835" y="6028654"/>
            <a:ext cx="8193735" cy="72327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400" b="1"/>
              <a:t>“If this cluster is expected to include </a:t>
            </a:r>
            <a:r>
              <a:rPr lang="en-US" altLang="zh-TW" sz="1400" b="1" err="1"/>
              <a:t>ESXi</a:t>
            </a:r>
            <a:r>
              <a:rPr lang="en-US" altLang="zh-TW" sz="1400" b="1"/>
              <a:t> hosts with older CPU generations in the future, the EVC compatibility level should be adjusted accordingly to match the older CPU model.”</a:t>
            </a:r>
            <a:endParaRPr lang="en-US" altLang="zh-TW" sz="1400"/>
          </a:p>
          <a:p>
            <a:pPr>
              <a:spcAft>
                <a:spcPts val="600"/>
              </a:spcAft>
            </a:pPr>
            <a:endParaRPr lang="en-US" sz="1400" b="1" i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E93289-52E6-8CE0-3D42-F1E86DC3A19F}"/>
              </a:ext>
            </a:extLst>
          </p:cNvPr>
          <p:cNvSpPr txBox="1">
            <a:spLocks/>
          </p:cNvSpPr>
          <p:nvPr/>
        </p:nvSpPr>
        <p:spPr>
          <a:xfrm>
            <a:off x="587072" y="292591"/>
            <a:ext cx="4866671" cy="568087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/>
              <a:t>MGMT(FC) </a:t>
            </a:r>
          </a:p>
          <a:p>
            <a:r>
              <a:rPr lang="en-US" altLang="zh-TW" sz="2400" b="1"/>
              <a:t>Cluster Configuration Design</a:t>
            </a:r>
          </a:p>
          <a:p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144187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EF64F-900A-D7A0-296D-0A6C4EC25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9181C761-DC61-DF86-35A4-74CC1BCCBAB2}"/>
              </a:ext>
            </a:extLst>
          </p:cNvPr>
          <p:cNvGraphicFramePr>
            <a:graphicFrameLocks noGrp="1"/>
          </p:cNvGraphicFramePr>
          <p:nvPr/>
        </p:nvGraphicFramePr>
        <p:xfrm>
          <a:off x="5010957" y="106071"/>
          <a:ext cx="7151010" cy="5083965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928908">
                  <a:extLst>
                    <a:ext uri="{9D8B030D-6E8A-4147-A177-3AD203B41FA5}">
                      <a16:colId xmlns:a16="http://schemas.microsoft.com/office/drawing/2014/main" val="419393122"/>
                    </a:ext>
                  </a:extLst>
                </a:gridCol>
                <a:gridCol w="3222102">
                  <a:extLst>
                    <a:ext uri="{9D8B030D-6E8A-4147-A177-3AD203B41FA5}">
                      <a16:colId xmlns:a16="http://schemas.microsoft.com/office/drawing/2014/main" val="1756690596"/>
                    </a:ext>
                  </a:extLst>
                </a:gridCol>
              </a:tblGrid>
              <a:tr h="3656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item</a:t>
                      </a:r>
                      <a:endParaRPr lang="zh-TW" altLang="en-US" sz="1800"/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cluster</a:t>
                      </a:r>
                      <a:endParaRPr lang="zh-TW" altLang="en-US" sz="180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913368893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"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Datastore </a:t>
                      </a:r>
                      <a:endParaRPr lang="zh-TW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62" marR="6856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FC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47128228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"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vSphere HA </a:t>
                      </a:r>
                      <a:endParaRPr lang="zh-TW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62" marR="6856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81579069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lvl="1"/>
                      <a:r>
                        <a:rPr lang="en-US" altLang="zh-TW" sz="1800"/>
                        <a:t>Admission Control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914046129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Host failures cluster tolerates</a:t>
                      </a:r>
                      <a:endParaRPr lang="zh-TW" altLang="zh-TW" sz="1800" b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1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765390397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Host Monitor</a:t>
                      </a:r>
                      <a:endParaRPr lang="zh-TW" altLang="zh-TW" sz="18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B050"/>
                          </a:solidFill>
                          <a:sym typeface="Wingdings 2" panose="05020102010507070707" pitchFamily="18" charset="2"/>
                        </a:rPr>
                        <a:t>Enable</a:t>
                      </a:r>
                      <a:endParaRPr lang="zh-TW" altLang="en-US" sz="1800">
                        <a:solidFill>
                          <a:srgbClr val="00B050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3522236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lvl="2"/>
                      <a:r>
                        <a:rPr lang="en-US" altLang="zh-TW" sz="1800"/>
                        <a:t>Host failure Response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1707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Restart VM</a:t>
                      </a:r>
                      <a:endParaRPr lang="en-US" altLang="zh-TW" sz="1800">
                        <a:sym typeface="Wingdings 2" panose="05020102010507070707" pitchFamily="18" charset="2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75324161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Response for Host isolation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Power off and restart </a:t>
                      </a:r>
                      <a:r>
                        <a:rPr lang="en-US" altLang="zh-TW" sz="1800" err="1"/>
                        <a:t>vm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42380448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Datastore with PDL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Power off and restart </a:t>
                      </a:r>
                      <a:r>
                        <a:rPr lang="en-US" altLang="zh-TW" sz="1800" err="1"/>
                        <a:t>vm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51698236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Datastore with APD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Power off and restart VMs - Aggressive restart policy</a:t>
                      </a:r>
                      <a:endParaRPr lang="zh-TW" altLang="en-US" sz="1800" kern="1200" noProof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81322422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vSphere DRS Enable</a:t>
                      </a:r>
                      <a:endParaRPr lang="zh-TW" altLang="en-US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17074"/>
                          </a:solidFill>
                          <a:effectLst/>
                          <a:uLnTx/>
                          <a:uFillTx/>
                          <a:latin typeface="Arial"/>
                          <a:ea typeface="微軟正黑體" panose="020B0604030504040204" pitchFamily="34" charset="-120"/>
                          <a:cs typeface="+mn-cs"/>
                        </a:rPr>
                        <a:t>Yes</a:t>
                      </a:r>
                      <a:endParaRPr kumimoji="0" lang="zh-TW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17074"/>
                        </a:solidFill>
                        <a:effectLst/>
                        <a:uLnTx/>
                        <a:uFillTx/>
                        <a:latin typeface="Arial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74180239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DRS Automation level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微軟正黑體" panose="020B0604030504040204" pitchFamily="34" charset="-120"/>
                          <a:cs typeface="+mn-cs"/>
                        </a:rPr>
                        <a:t>Manual</a:t>
                      </a:r>
                      <a:endParaRPr kumimoji="0" lang="zh-TW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164556628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/>
                        <a:t>VMware EVC </a:t>
                      </a:r>
                      <a:endParaRPr lang="zh-TW" altLang="en-US" sz="1800" b="1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rgbClr val="0070C0"/>
                          </a:solidFill>
                        </a:rPr>
                        <a:t>Enabled</a:t>
                      </a:r>
                      <a:endParaRPr lang="zh-TW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95842591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54502E2-B860-B7CA-3F89-33D88D5E6C00}"/>
              </a:ext>
            </a:extLst>
          </p:cNvPr>
          <p:cNvSpPr/>
          <p:nvPr/>
        </p:nvSpPr>
        <p:spPr bwMode="auto">
          <a:xfrm>
            <a:off x="587071" y="1492979"/>
            <a:ext cx="4189909" cy="36987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ct val="0"/>
              </a:spcAft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C1D15-54DC-AE34-6B59-DE3BC4101D51}"/>
              </a:ext>
            </a:extLst>
          </p:cNvPr>
          <p:cNvSpPr txBox="1"/>
          <p:nvPr/>
        </p:nvSpPr>
        <p:spPr>
          <a:xfrm>
            <a:off x="719625" y="1363154"/>
            <a:ext cx="2600518" cy="30310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TW" sz="1999" b="1" err="1">
                <a:solidFill>
                  <a:srgbClr val="3366FF"/>
                </a:solidFill>
              </a:rPr>
              <a:t>DesignOverview</a:t>
            </a:r>
            <a:endParaRPr lang="en-US" altLang="zh-TW" sz="1999" b="1">
              <a:solidFill>
                <a:srgbClr val="3366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85A05F-BD1F-21F8-8020-DEE33FD0729D}"/>
              </a:ext>
            </a:extLst>
          </p:cNvPr>
          <p:cNvSpPr txBox="1"/>
          <p:nvPr/>
        </p:nvSpPr>
        <p:spPr>
          <a:xfrm>
            <a:off x="821049" y="1929845"/>
            <a:ext cx="3772731" cy="32764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28531" indent="-22853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1799"/>
              <a:t>When using </a:t>
            </a:r>
            <a:r>
              <a:rPr lang="en-US" altLang="zh-TW" sz="1799" err="1"/>
              <a:t>vSAN</a:t>
            </a:r>
            <a:r>
              <a:rPr lang="en-US" altLang="zh-TW" sz="1799"/>
              <a:t> (FTT=2, RAID-1) in a production environment with eight hosts,</a:t>
            </a:r>
          </a:p>
          <a:p>
            <a:pPr marL="228531" indent="-22853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1799"/>
              <a:t>the </a:t>
            </a:r>
            <a:r>
              <a:rPr lang="en-US" altLang="zh-TW" sz="1799" err="1"/>
              <a:t>vSAN</a:t>
            </a:r>
            <a:r>
              <a:rPr lang="en-US" altLang="zh-TW" sz="1799"/>
              <a:t> storage policy is applied with vSphere HA configured to tolerate two host failures.</a:t>
            </a:r>
          </a:p>
          <a:p>
            <a:pPr marL="228531" indent="-22853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1799"/>
              <a:t>If new </a:t>
            </a:r>
            <a:r>
              <a:rPr lang="en-US" altLang="zh-TW" sz="1799" err="1"/>
              <a:t>ESXi</a:t>
            </a:r>
            <a:r>
              <a:rPr lang="en-US" altLang="zh-TW" sz="1799"/>
              <a:t> servers with a newer CPU generation are added to this vSphere cluster in the future,</a:t>
            </a:r>
          </a:p>
          <a:p>
            <a:pPr marL="228531" indent="-22853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1799"/>
              <a:t>VMware EVC must be enabled in advance.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9452929-5FA5-9ABB-3EFD-8A3C5A2DBA3A}"/>
              </a:ext>
            </a:extLst>
          </p:cNvPr>
          <p:cNvSpPr txBox="1"/>
          <p:nvPr/>
        </p:nvSpPr>
        <p:spPr>
          <a:xfrm>
            <a:off x="3824835" y="6028654"/>
            <a:ext cx="8193735" cy="72327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400" b="1"/>
              <a:t>“If this cluster is expected to include </a:t>
            </a:r>
            <a:r>
              <a:rPr lang="en-US" altLang="zh-TW" sz="1400" b="1" err="1"/>
              <a:t>ESXi</a:t>
            </a:r>
            <a:r>
              <a:rPr lang="en-US" altLang="zh-TW" sz="1400" b="1"/>
              <a:t> hosts with older CPU generations in the future, the EVC compatibility level should be adjusted accordingly to match the older CPU model.”</a:t>
            </a:r>
            <a:endParaRPr lang="en-US" altLang="zh-TW" sz="1400"/>
          </a:p>
          <a:p>
            <a:pPr>
              <a:spcAft>
                <a:spcPts val="600"/>
              </a:spcAft>
            </a:pPr>
            <a:endParaRPr lang="en-US" sz="1400" b="1" i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4351157-1A98-5B3E-B0B7-58C415370E9B}"/>
              </a:ext>
            </a:extLst>
          </p:cNvPr>
          <p:cNvSpPr txBox="1">
            <a:spLocks/>
          </p:cNvSpPr>
          <p:nvPr/>
        </p:nvSpPr>
        <p:spPr>
          <a:xfrm>
            <a:off x="587072" y="292591"/>
            <a:ext cx="4866671" cy="568087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/>
              <a:t>TCS(VSAN) </a:t>
            </a:r>
          </a:p>
          <a:p>
            <a:r>
              <a:rPr lang="en-US" altLang="zh-TW" sz="2400" b="1"/>
              <a:t>Cluster Configuration Design</a:t>
            </a:r>
          </a:p>
          <a:p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289377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60081-989D-C247-0A87-8C1E5BA1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5EDB96E9-1BC7-3743-FD6D-269C264E862C}"/>
              </a:ext>
            </a:extLst>
          </p:cNvPr>
          <p:cNvGraphicFramePr>
            <a:graphicFrameLocks noGrp="1"/>
          </p:cNvGraphicFramePr>
          <p:nvPr/>
        </p:nvGraphicFramePr>
        <p:xfrm>
          <a:off x="5010957" y="106071"/>
          <a:ext cx="7151010" cy="5083965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928908">
                  <a:extLst>
                    <a:ext uri="{9D8B030D-6E8A-4147-A177-3AD203B41FA5}">
                      <a16:colId xmlns:a16="http://schemas.microsoft.com/office/drawing/2014/main" val="419393122"/>
                    </a:ext>
                  </a:extLst>
                </a:gridCol>
                <a:gridCol w="3222102">
                  <a:extLst>
                    <a:ext uri="{9D8B030D-6E8A-4147-A177-3AD203B41FA5}">
                      <a16:colId xmlns:a16="http://schemas.microsoft.com/office/drawing/2014/main" val="1756690596"/>
                    </a:ext>
                  </a:extLst>
                </a:gridCol>
              </a:tblGrid>
              <a:tr h="3656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item</a:t>
                      </a:r>
                      <a:endParaRPr lang="zh-TW" altLang="en-US" sz="1800"/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cluster</a:t>
                      </a:r>
                      <a:endParaRPr lang="zh-TW" altLang="en-US" sz="180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913368893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"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Datastore </a:t>
                      </a:r>
                      <a:endParaRPr lang="zh-TW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62" marR="6856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FC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47128228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"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vSphere HA </a:t>
                      </a:r>
                      <a:endParaRPr lang="zh-TW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62" marR="6856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81579069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lvl="1"/>
                      <a:r>
                        <a:rPr lang="en-US" altLang="zh-TW" sz="1800"/>
                        <a:t>Admission Control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914046129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Host failures cluster tolerates</a:t>
                      </a:r>
                      <a:endParaRPr lang="zh-TW" altLang="zh-TW" sz="1800" b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1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765390397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Host Monitor</a:t>
                      </a:r>
                      <a:endParaRPr lang="zh-TW" altLang="zh-TW" sz="18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B050"/>
                          </a:solidFill>
                          <a:sym typeface="Wingdings 2" panose="05020102010507070707" pitchFamily="18" charset="2"/>
                        </a:rPr>
                        <a:t>Enable</a:t>
                      </a:r>
                      <a:endParaRPr lang="zh-TW" altLang="en-US" sz="1800">
                        <a:solidFill>
                          <a:srgbClr val="00B050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3522236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lvl="2"/>
                      <a:r>
                        <a:rPr lang="en-US" altLang="zh-TW" sz="1800"/>
                        <a:t>Host failure Response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1707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Restart VM</a:t>
                      </a:r>
                      <a:endParaRPr lang="en-US" altLang="zh-TW" sz="1800">
                        <a:sym typeface="Wingdings 2" panose="05020102010507070707" pitchFamily="18" charset="2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75324161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Response for Host isolation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Power off and restart </a:t>
                      </a:r>
                      <a:r>
                        <a:rPr lang="en-US" altLang="zh-TW" sz="1800" err="1"/>
                        <a:t>vm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42380448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Datastore with PDL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Power off and restart </a:t>
                      </a:r>
                      <a:r>
                        <a:rPr lang="en-US" altLang="zh-TW" sz="1800" err="1"/>
                        <a:t>vm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51698236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Datastore with APD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Power off and restart VMs - Aggressive restart policy</a:t>
                      </a:r>
                      <a:endParaRPr lang="zh-TW" altLang="en-US" sz="1800" kern="1200" noProof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81322422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vSphere DRS Enable</a:t>
                      </a:r>
                      <a:endParaRPr lang="zh-TW" altLang="en-US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17074"/>
                          </a:solidFill>
                          <a:effectLst/>
                          <a:uLnTx/>
                          <a:uFillTx/>
                          <a:latin typeface="Arial"/>
                          <a:ea typeface="微軟正黑體" panose="020B0604030504040204" pitchFamily="34" charset="-120"/>
                          <a:cs typeface="+mn-cs"/>
                        </a:rPr>
                        <a:t>Yes</a:t>
                      </a:r>
                      <a:endParaRPr kumimoji="0" lang="zh-TW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17074"/>
                        </a:solidFill>
                        <a:effectLst/>
                        <a:uLnTx/>
                        <a:uFillTx/>
                        <a:latin typeface="Arial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74180239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DRS Automation level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微軟正黑體" panose="020B0604030504040204" pitchFamily="34" charset="-120"/>
                          <a:cs typeface="+mn-cs"/>
                        </a:rPr>
                        <a:t>Manual</a:t>
                      </a:r>
                      <a:endParaRPr kumimoji="0" lang="zh-TW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164556628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/>
                        <a:t>VMware EVC </a:t>
                      </a:r>
                      <a:endParaRPr lang="zh-TW" altLang="en-US" sz="1800" b="1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rgbClr val="0070C0"/>
                          </a:solidFill>
                        </a:rPr>
                        <a:t>Enabled</a:t>
                      </a:r>
                      <a:endParaRPr lang="zh-TW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95842591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61999A6-F762-813D-F801-B3A25AA460A4}"/>
              </a:ext>
            </a:extLst>
          </p:cNvPr>
          <p:cNvSpPr/>
          <p:nvPr/>
        </p:nvSpPr>
        <p:spPr bwMode="auto">
          <a:xfrm>
            <a:off x="587071" y="1492979"/>
            <a:ext cx="4189909" cy="36987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ct val="0"/>
              </a:spcAft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61435-54C1-6297-F42F-EA12922F5271}"/>
              </a:ext>
            </a:extLst>
          </p:cNvPr>
          <p:cNvSpPr txBox="1"/>
          <p:nvPr/>
        </p:nvSpPr>
        <p:spPr>
          <a:xfrm>
            <a:off x="719625" y="1363154"/>
            <a:ext cx="2600518" cy="30310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TW" sz="1999" b="1" err="1">
                <a:solidFill>
                  <a:srgbClr val="3366FF"/>
                </a:solidFill>
              </a:rPr>
              <a:t>DesignOverview</a:t>
            </a:r>
            <a:endParaRPr lang="en-US" altLang="zh-TW" sz="1999" b="1">
              <a:solidFill>
                <a:srgbClr val="3366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B58C55-D55F-E2D8-5EB3-A70E574AD30F}"/>
              </a:ext>
            </a:extLst>
          </p:cNvPr>
          <p:cNvSpPr txBox="1"/>
          <p:nvPr/>
        </p:nvSpPr>
        <p:spPr>
          <a:xfrm>
            <a:off x="821049" y="1929845"/>
            <a:ext cx="3772731" cy="201503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28531" indent="-22853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1799"/>
              <a:t>Set the number of host failures allowed in vSphere HA to 1.</a:t>
            </a:r>
          </a:p>
          <a:p>
            <a:pPr marL="228531" indent="-22853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1799"/>
              <a:t>To ensure compatibility with future additions of </a:t>
            </a:r>
            <a:r>
              <a:rPr lang="en-US" altLang="zh-TW" sz="1799" err="1"/>
              <a:t>ESXi</a:t>
            </a:r>
            <a:r>
              <a:rPr lang="en-US" altLang="zh-TW" sz="1799"/>
              <a:t> hosts using newer CPU generations, enable VMware EVC (Enhanced </a:t>
            </a:r>
            <a:r>
              <a:rPr lang="en-US" altLang="zh-TW" sz="1799" err="1"/>
              <a:t>vMotion</a:t>
            </a:r>
            <a:r>
              <a:rPr lang="en-US" altLang="zh-TW" sz="1799"/>
              <a:t> Compatibility) in advance.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270339-2446-9D9F-D62C-A6618BF2ADCE}"/>
              </a:ext>
            </a:extLst>
          </p:cNvPr>
          <p:cNvSpPr txBox="1"/>
          <p:nvPr/>
        </p:nvSpPr>
        <p:spPr>
          <a:xfrm>
            <a:off x="3824835" y="6028654"/>
            <a:ext cx="8193735" cy="72327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400" b="1"/>
              <a:t>“If this cluster is expected to include </a:t>
            </a:r>
            <a:r>
              <a:rPr lang="en-US" altLang="zh-TW" sz="1400" b="1" err="1"/>
              <a:t>ESXi</a:t>
            </a:r>
            <a:r>
              <a:rPr lang="en-US" altLang="zh-TW" sz="1400" b="1"/>
              <a:t> hosts with older CPU generations in the future, the EVC compatibility level should be adjusted accordingly to match the older CPU model.”</a:t>
            </a:r>
            <a:endParaRPr lang="en-US" altLang="zh-TW" sz="1400"/>
          </a:p>
          <a:p>
            <a:pPr>
              <a:spcAft>
                <a:spcPts val="600"/>
              </a:spcAft>
            </a:pPr>
            <a:endParaRPr lang="en-US" sz="1400" b="1" i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99B38EB-FAAA-25B7-0A5E-06727984CF73}"/>
              </a:ext>
            </a:extLst>
          </p:cNvPr>
          <p:cNvSpPr txBox="1">
            <a:spLocks/>
          </p:cNvSpPr>
          <p:nvPr/>
        </p:nvSpPr>
        <p:spPr>
          <a:xfrm>
            <a:off x="587072" y="292591"/>
            <a:ext cx="4866671" cy="568087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/>
              <a:t>In house (FC) </a:t>
            </a:r>
          </a:p>
          <a:p>
            <a:r>
              <a:rPr lang="en-US" altLang="zh-TW" sz="2400" b="1"/>
              <a:t>Cluster Configuration Design</a:t>
            </a:r>
          </a:p>
          <a:p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217042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DD319-CE89-755B-10C2-3F377082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4F5733C5-F2B8-8EB4-63A3-FF0996B5F73C}"/>
              </a:ext>
            </a:extLst>
          </p:cNvPr>
          <p:cNvGraphicFramePr>
            <a:graphicFrameLocks noGrp="1"/>
          </p:cNvGraphicFramePr>
          <p:nvPr/>
        </p:nvGraphicFramePr>
        <p:xfrm>
          <a:off x="5010957" y="106071"/>
          <a:ext cx="7151010" cy="5083965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928908">
                  <a:extLst>
                    <a:ext uri="{9D8B030D-6E8A-4147-A177-3AD203B41FA5}">
                      <a16:colId xmlns:a16="http://schemas.microsoft.com/office/drawing/2014/main" val="419393122"/>
                    </a:ext>
                  </a:extLst>
                </a:gridCol>
                <a:gridCol w="3222102">
                  <a:extLst>
                    <a:ext uri="{9D8B030D-6E8A-4147-A177-3AD203B41FA5}">
                      <a16:colId xmlns:a16="http://schemas.microsoft.com/office/drawing/2014/main" val="1756690596"/>
                    </a:ext>
                  </a:extLst>
                </a:gridCol>
              </a:tblGrid>
              <a:tr h="3656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item</a:t>
                      </a:r>
                      <a:endParaRPr lang="zh-TW" altLang="en-US" sz="1800"/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cluster</a:t>
                      </a:r>
                      <a:endParaRPr lang="zh-TW" altLang="en-US" sz="180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913368893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"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Datastore </a:t>
                      </a:r>
                      <a:endParaRPr lang="zh-TW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62" marR="6856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FC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47128228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"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vSphere HA </a:t>
                      </a:r>
                      <a:endParaRPr lang="zh-TW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62" marR="68562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81579069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lvl="1"/>
                      <a:r>
                        <a:rPr lang="en-US" altLang="zh-TW" sz="1800"/>
                        <a:t>Admission Control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>
                          <a:sym typeface="Wingdings 2" panose="05020102010507070707" pitchFamily="18" charset="2"/>
                        </a:rPr>
                        <a:t>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914046129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Host failures cluster tolerates</a:t>
                      </a:r>
                      <a:endParaRPr lang="zh-TW" altLang="zh-TW" sz="1800" b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1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765390397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Host Monitor</a:t>
                      </a:r>
                      <a:endParaRPr lang="zh-TW" altLang="zh-TW" sz="18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B050"/>
                          </a:solidFill>
                          <a:sym typeface="Wingdings 2" panose="05020102010507070707" pitchFamily="18" charset="2"/>
                        </a:rPr>
                        <a:t>Enable</a:t>
                      </a:r>
                      <a:endParaRPr lang="zh-TW" altLang="en-US" sz="1800">
                        <a:solidFill>
                          <a:srgbClr val="00B050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3522236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lvl="2"/>
                      <a:r>
                        <a:rPr lang="en-US" altLang="zh-TW" sz="1800"/>
                        <a:t>Host failure Response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1707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Restart VM</a:t>
                      </a:r>
                      <a:endParaRPr lang="en-US" altLang="zh-TW" sz="1800">
                        <a:sym typeface="Wingdings 2" panose="05020102010507070707" pitchFamily="18" charset="2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75324161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Response for Host isolation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/>
                        <a:t>Power off and restart </a:t>
                      </a:r>
                      <a:r>
                        <a:rPr lang="en-US" altLang="zh-TW" sz="1800" err="1"/>
                        <a:t>vm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42380448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Datastore with PDL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Power off and restart </a:t>
                      </a:r>
                      <a:r>
                        <a:rPr lang="en-US" altLang="zh-TW" sz="1800" err="1"/>
                        <a:t>vm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51698236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Datastore with APD</a:t>
                      </a:r>
                      <a:endParaRPr lang="zh-TW" alt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Power off and restart VMs - Aggressive restart policy</a:t>
                      </a:r>
                      <a:endParaRPr lang="zh-TW" altLang="en-US" sz="1800" kern="1200" noProof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81322422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vSphere DRS Enable</a:t>
                      </a:r>
                      <a:endParaRPr lang="zh-TW" altLang="en-US" sz="1800" b="1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17074"/>
                          </a:solidFill>
                          <a:effectLst/>
                          <a:uLnTx/>
                          <a:uFillTx/>
                          <a:latin typeface="Arial"/>
                          <a:ea typeface="微軟正黑體" panose="020B0604030504040204" pitchFamily="34" charset="-120"/>
                          <a:cs typeface="+mn-cs"/>
                        </a:rPr>
                        <a:t>Yes</a:t>
                      </a:r>
                      <a:endParaRPr kumimoji="0" lang="zh-TW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17074"/>
                        </a:solidFill>
                        <a:effectLst/>
                        <a:uLnTx/>
                        <a:uFillTx/>
                        <a:latin typeface="Arial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74180239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/>
                        <a:t>DRS Automation level</a:t>
                      </a:r>
                      <a:endParaRPr lang="zh-TW" altLang="en-US" sz="180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微軟正黑體" panose="020B0604030504040204" pitchFamily="34" charset="-120"/>
                          <a:cs typeface="+mn-cs"/>
                        </a:rPr>
                        <a:t>Manual</a:t>
                      </a:r>
                      <a:endParaRPr kumimoji="0" lang="zh-TW" alt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164556628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/>
                        <a:t>VMware EVC </a:t>
                      </a:r>
                      <a:endParaRPr lang="zh-TW" altLang="en-US" sz="1800" b="1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>
                          <a:solidFill>
                            <a:srgbClr val="0070C0"/>
                          </a:solidFill>
                        </a:rPr>
                        <a:t>Enabled</a:t>
                      </a:r>
                      <a:endParaRPr lang="zh-TW" altLang="en-US" sz="1800" b="1">
                        <a:solidFill>
                          <a:srgbClr val="0070C0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95842591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0619493-E12F-C1B1-8473-10AB42FDB5DE}"/>
              </a:ext>
            </a:extLst>
          </p:cNvPr>
          <p:cNvSpPr/>
          <p:nvPr/>
        </p:nvSpPr>
        <p:spPr bwMode="auto">
          <a:xfrm>
            <a:off x="587071" y="1492979"/>
            <a:ext cx="4189909" cy="36987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ct val="0"/>
              </a:spcAft>
            </a:pP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67EB8-554E-BE0D-6B4B-0246164818CF}"/>
              </a:ext>
            </a:extLst>
          </p:cNvPr>
          <p:cNvSpPr txBox="1"/>
          <p:nvPr/>
        </p:nvSpPr>
        <p:spPr>
          <a:xfrm>
            <a:off x="719625" y="1363154"/>
            <a:ext cx="2600518" cy="30310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TW" sz="1999" b="1" err="1">
                <a:solidFill>
                  <a:srgbClr val="3366FF"/>
                </a:solidFill>
              </a:rPr>
              <a:t>DesignOverview</a:t>
            </a:r>
            <a:endParaRPr lang="en-US" altLang="zh-TW" sz="1999" b="1">
              <a:solidFill>
                <a:srgbClr val="3366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3C92CF-EC1D-CD8D-3779-B198754F54C2}"/>
              </a:ext>
            </a:extLst>
          </p:cNvPr>
          <p:cNvSpPr txBox="1"/>
          <p:nvPr/>
        </p:nvSpPr>
        <p:spPr>
          <a:xfrm>
            <a:off x="821049" y="1929845"/>
            <a:ext cx="3772731" cy="201503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28531" indent="-22853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1799"/>
              <a:t>Set the number of host failures allowed in vSphere HA to 1.</a:t>
            </a:r>
          </a:p>
          <a:p>
            <a:pPr marL="228531" indent="-22853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1799"/>
              <a:t>To ensure compatibility with future additions of </a:t>
            </a:r>
            <a:r>
              <a:rPr lang="en-US" altLang="zh-TW" sz="1799" err="1"/>
              <a:t>ESXi</a:t>
            </a:r>
            <a:r>
              <a:rPr lang="en-US" altLang="zh-TW" sz="1799"/>
              <a:t> hosts using newer CPU generations, enable VMware EVC (Enhanced </a:t>
            </a:r>
            <a:r>
              <a:rPr lang="en-US" altLang="zh-TW" sz="1799" err="1"/>
              <a:t>vMotion</a:t>
            </a:r>
            <a:r>
              <a:rPr lang="en-US" altLang="zh-TW" sz="1799"/>
              <a:t> Compatibility) in advance.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BF53BC3-215E-E2EE-1F5A-457EB1C796AF}"/>
              </a:ext>
            </a:extLst>
          </p:cNvPr>
          <p:cNvSpPr txBox="1"/>
          <p:nvPr/>
        </p:nvSpPr>
        <p:spPr>
          <a:xfrm>
            <a:off x="3824835" y="6028654"/>
            <a:ext cx="8193735" cy="723275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1400" b="1"/>
              <a:t>“If this cluster is expected to include </a:t>
            </a:r>
            <a:r>
              <a:rPr lang="en-US" altLang="zh-TW" sz="1400" b="1" err="1"/>
              <a:t>ESXi</a:t>
            </a:r>
            <a:r>
              <a:rPr lang="en-US" altLang="zh-TW" sz="1400" b="1"/>
              <a:t> hosts with older CPU generations in the future, the EVC compatibility level should be adjusted accordingly to match the older CPU model.”</a:t>
            </a:r>
            <a:endParaRPr lang="en-US" altLang="zh-TW" sz="1400"/>
          </a:p>
          <a:p>
            <a:pPr>
              <a:spcAft>
                <a:spcPts val="600"/>
              </a:spcAft>
            </a:pPr>
            <a:endParaRPr lang="en-US" sz="1400" b="1" i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4998E92-289D-19C5-30B3-9F9FE09DD1A8}"/>
              </a:ext>
            </a:extLst>
          </p:cNvPr>
          <p:cNvSpPr txBox="1">
            <a:spLocks/>
          </p:cNvSpPr>
          <p:nvPr/>
        </p:nvSpPr>
        <p:spPr>
          <a:xfrm>
            <a:off x="587072" y="292591"/>
            <a:ext cx="4866671" cy="568087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/>
              <a:t>OA Zone(FC) </a:t>
            </a:r>
          </a:p>
          <a:p>
            <a:r>
              <a:rPr lang="en-US" altLang="zh-TW" sz="2400" b="1"/>
              <a:t>Cluster Configuration Design</a:t>
            </a:r>
          </a:p>
          <a:p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186161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FCAE4-CAB4-5EDA-35AC-8DBC5F7E7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1163C-1FF4-9873-1BF1-240E6013F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MES TCS Cluster VSAN Design 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5FB3E-B117-BE77-B26A-0A0DF8A8ECF3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/>
              <a:t>vSAN custom fault domains</a:t>
            </a:r>
          </a:p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13CE8D-33DA-A6F0-0ADB-6C8C475B54E3}"/>
              </a:ext>
            </a:extLst>
          </p:cNvPr>
          <p:cNvGrpSpPr/>
          <p:nvPr/>
        </p:nvGrpSpPr>
        <p:grpSpPr>
          <a:xfrm>
            <a:off x="1383828" y="3519775"/>
            <a:ext cx="1247230" cy="2463608"/>
            <a:chOff x="-1860961" y="3230375"/>
            <a:chExt cx="926859" cy="183079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89C381F-E816-3F5B-644E-121FA6B1E44B}"/>
                </a:ext>
              </a:extLst>
            </p:cNvPr>
            <p:cNvSpPr/>
            <p:nvPr/>
          </p:nvSpPr>
          <p:spPr>
            <a:xfrm>
              <a:off x="-1860961" y="3230375"/>
              <a:ext cx="926859" cy="183079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1000" kern="0">
                <a:solidFill>
                  <a:prstClr val="white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E86B586-D3D0-8F1D-B1C8-380E3AD13C32}"/>
                </a:ext>
              </a:extLst>
            </p:cNvPr>
            <p:cNvSpPr/>
            <p:nvPr/>
          </p:nvSpPr>
          <p:spPr>
            <a:xfrm>
              <a:off x="-1860961" y="4758260"/>
              <a:ext cx="926859" cy="302905"/>
            </a:xfrm>
            <a:prstGeom prst="rect">
              <a:avLst/>
            </a:prstGeom>
            <a:solidFill>
              <a:schemeClr val="accent4"/>
            </a:solidFill>
            <a:ln w="50800">
              <a:noFill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kern="0">
                <a:solidFill>
                  <a:prstClr val="white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B1C9E6D-F29D-8696-3123-76A956066505}"/>
                </a:ext>
              </a:extLst>
            </p:cNvPr>
            <p:cNvSpPr/>
            <p:nvPr/>
          </p:nvSpPr>
          <p:spPr bwMode="auto">
            <a:xfrm>
              <a:off x="-1816624" y="4823614"/>
              <a:ext cx="838184" cy="193237"/>
            </a:xfrm>
            <a:prstGeom prst="rect">
              <a:avLst/>
            </a:prstGeom>
            <a:noFill/>
            <a:ln w="25400">
              <a:noFill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>
                  <a:solidFill>
                    <a:prstClr val="white"/>
                  </a:solidFill>
                </a:rPr>
                <a:t>Rack/DC 1</a:t>
              </a:r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837C5BD-E96C-8F4F-4C4F-E42E21B70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761027" y="4439853"/>
              <a:ext cx="720112" cy="191642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BEB7D003-769D-8259-A4B6-7478D5177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762035" y="3748533"/>
              <a:ext cx="720112" cy="191642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C370CF7C-AEB6-5949-4975-C1FE49C1C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761027" y="4094193"/>
              <a:ext cx="720112" cy="191642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301EE4F1-DFF2-24C0-9C16-B4BCB5EC5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762035" y="3402873"/>
              <a:ext cx="720112" cy="191642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AB4BE30-7BE7-7470-1E39-F443C1C3461F}"/>
              </a:ext>
            </a:extLst>
          </p:cNvPr>
          <p:cNvGrpSpPr/>
          <p:nvPr/>
        </p:nvGrpSpPr>
        <p:grpSpPr>
          <a:xfrm>
            <a:off x="4108657" y="3519775"/>
            <a:ext cx="1247230" cy="2463608"/>
            <a:chOff x="-1860961" y="3230375"/>
            <a:chExt cx="926859" cy="183079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848A93-A397-50ED-F957-CA7D37ED9FE4}"/>
                </a:ext>
              </a:extLst>
            </p:cNvPr>
            <p:cNvSpPr/>
            <p:nvPr/>
          </p:nvSpPr>
          <p:spPr>
            <a:xfrm>
              <a:off x="-1860961" y="3230375"/>
              <a:ext cx="926859" cy="183079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1000" kern="0">
                <a:solidFill>
                  <a:prstClr val="white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91809F3-8368-C197-9766-B47ED14C9133}"/>
                </a:ext>
              </a:extLst>
            </p:cNvPr>
            <p:cNvSpPr/>
            <p:nvPr/>
          </p:nvSpPr>
          <p:spPr>
            <a:xfrm>
              <a:off x="-1860961" y="4758260"/>
              <a:ext cx="926859" cy="302905"/>
            </a:xfrm>
            <a:prstGeom prst="rect">
              <a:avLst/>
            </a:prstGeom>
            <a:solidFill>
              <a:schemeClr val="accent4"/>
            </a:solidFill>
            <a:ln w="50800">
              <a:noFill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kern="0">
                <a:solidFill>
                  <a:prstClr val="white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4E375C1-3C32-2C16-1C1A-EBF468A2E97E}"/>
                </a:ext>
              </a:extLst>
            </p:cNvPr>
            <p:cNvSpPr/>
            <p:nvPr/>
          </p:nvSpPr>
          <p:spPr bwMode="auto">
            <a:xfrm>
              <a:off x="-1816624" y="4823614"/>
              <a:ext cx="838184" cy="193237"/>
            </a:xfrm>
            <a:prstGeom prst="rect">
              <a:avLst/>
            </a:prstGeom>
            <a:noFill/>
            <a:ln w="25400">
              <a:noFill/>
            </a:ln>
            <a:effectLst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>
                  <a:solidFill>
                    <a:prstClr val="white"/>
                  </a:solidFill>
                </a:rPr>
                <a:t>Rack/DC </a:t>
              </a:r>
              <a:r>
                <a:rPr lang="en-US" altLang="zh-TW" sz="1200" kern="0">
                  <a:solidFill>
                    <a:prstClr val="white"/>
                  </a:solidFill>
                </a:rPr>
                <a:t>2</a:t>
              </a:r>
              <a:endParaRPr lang="en-US" sz="1200" kern="0">
                <a:solidFill>
                  <a:prstClr val="white"/>
                </a:solidFill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3C2BD0F7-A434-6516-DB67-6065498BA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761027" y="4439853"/>
              <a:ext cx="720112" cy="191642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18BB5D70-0BAC-8290-68ED-5A89E5512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762035" y="3748533"/>
              <a:ext cx="720112" cy="191642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F276BFC8-BE3B-2156-BBB8-2C412B4DD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761027" y="4094193"/>
              <a:ext cx="720112" cy="191642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BAD0A017-0F1A-D5C1-0DEB-83BADEB3C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762035" y="3402873"/>
              <a:ext cx="720112" cy="191642"/>
            </a:xfrm>
            <a:prstGeom prst="rect">
              <a:avLst/>
            </a:prstGeom>
          </p:spPr>
        </p:pic>
      </p:grpSp>
      <p:pic>
        <p:nvPicPr>
          <p:cNvPr id="39" name="Graphic 38">
            <a:extLst>
              <a:ext uri="{FF2B5EF4-FFF2-40B4-BE49-F238E27FC236}">
                <a16:creationId xmlns:a16="http://schemas.microsoft.com/office/drawing/2014/main" id="{2E8D1B9E-5A16-4F96-4C43-5012F916A9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69701" y="2254710"/>
            <a:ext cx="551910" cy="55190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C6B8B09-35CD-1809-B54F-85334073C44C}"/>
              </a:ext>
            </a:extLst>
          </p:cNvPr>
          <p:cNvSpPr/>
          <p:nvPr/>
        </p:nvSpPr>
        <p:spPr>
          <a:xfrm>
            <a:off x="1740841" y="4081238"/>
            <a:ext cx="540754" cy="5407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EA372-92DD-3083-3431-2CDD2AEE1EAC}"/>
              </a:ext>
            </a:extLst>
          </p:cNvPr>
          <p:cNvSpPr txBox="1"/>
          <p:nvPr/>
        </p:nvSpPr>
        <p:spPr>
          <a:xfrm>
            <a:off x="1752065" y="4259282"/>
            <a:ext cx="51830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>
                <a:solidFill>
                  <a:schemeClr val="bg1"/>
                </a:solidFill>
              </a:rPr>
              <a:t>Object</a:t>
            </a:r>
          </a:p>
        </p:txBody>
      </p:sp>
      <p:sp>
        <p:nvSpPr>
          <p:cNvPr id="43" name="Freeform 5">
            <a:extLst>
              <a:ext uri="{FF2B5EF4-FFF2-40B4-BE49-F238E27FC236}">
                <a16:creationId xmlns:a16="http://schemas.microsoft.com/office/drawing/2014/main" id="{FB852DA6-6A10-2040-2370-46880BB1053F}"/>
              </a:ext>
            </a:extLst>
          </p:cNvPr>
          <p:cNvSpPr>
            <a:spLocks noChangeAspect="1"/>
          </p:cNvSpPr>
          <p:nvPr/>
        </p:nvSpPr>
        <p:spPr bwMode="gray">
          <a:xfrm rot="16200000">
            <a:off x="3738679" y="2473855"/>
            <a:ext cx="228600" cy="113620"/>
          </a:xfrm>
          <a:custGeom>
            <a:avLst/>
            <a:gdLst>
              <a:gd name="T0" fmla="*/ 0 w 78"/>
              <a:gd name="T1" fmla="*/ 40 h 40"/>
              <a:gd name="T2" fmla="*/ 39 w 78"/>
              <a:gd name="T3" fmla="*/ 0 h 40"/>
              <a:gd name="T4" fmla="*/ 78 w 78"/>
              <a:gd name="T5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8" h="40">
                <a:moveTo>
                  <a:pt x="0" y="40"/>
                </a:moveTo>
                <a:lnTo>
                  <a:pt x="39" y="0"/>
                </a:lnTo>
                <a:lnTo>
                  <a:pt x="78" y="40"/>
                </a:lnTo>
              </a:path>
            </a:pathLst>
          </a:custGeom>
          <a:noFill/>
          <a:ln w="25400" cap="flat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</a:endParaRP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A7FD6552-FD77-BFBC-9244-98787A6238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3465" y="2237770"/>
            <a:ext cx="523875" cy="585788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94BEC969-F84D-FDCC-4B4F-1759C5E38170}"/>
              </a:ext>
            </a:extLst>
          </p:cNvPr>
          <p:cNvGrpSpPr/>
          <p:nvPr/>
        </p:nvGrpSpPr>
        <p:grpSpPr>
          <a:xfrm>
            <a:off x="3251919" y="2379821"/>
            <a:ext cx="223905" cy="223905"/>
            <a:chOff x="5130949" y="4978067"/>
            <a:chExt cx="223905" cy="22390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D168542-4FB1-0FD9-760C-6E83B3FF43C6}"/>
                </a:ext>
              </a:extLst>
            </p:cNvPr>
            <p:cNvSpPr/>
            <p:nvPr/>
          </p:nvSpPr>
          <p:spPr>
            <a:xfrm>
              <a:off x="5130949" y="4978067"/>
              <a:ext cx="223905" cy="2239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99D86F2-B3BB-F469-58BF-30EF4AF3F094}"/>
                </a:ext>
              </a:extLst>
            </p:cNvPr>
            <p:cNvSpPr txBox="1"/>
            <p:nvPr/>
          </p:nvSpPr>
          <p:spPr>
            <a:xfrm>
              <a:off x="5135596" y="5002288"/>
              <a:ext cx="214611" cy="7646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200">
                  <a:solidFill>
                    <a:schemeClr val="bg1"/>
                  </a:solidFill>
                </a:rPr>
                <a:t>W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18F5AD5-FFB7-AE69-4640-A3D513ADC602}"/>
              </a:ext>
            </a:extLst>
          </p:cNvPr>
          <p:cNvCxnSpPr>
            <a:cxnSpLocks/>
          </p:cNvCxnSpPr>
          <p:nvPr/>
        </p:nvCxnSpPr>
        <p:spPr>
          <a:xfrm flipV="1">
            <a:off x="3345656" y="3101675"/>
            <a:ext cx="0" cy="261002"/>
          </a:xfrm>
          <a:prstGeom prst="line">
            <a:avLst/>
          </a:prstGeom>
          <a:ln w="25400" cap="sq">
            <a:solidFill>
              <a:schemeClr val="accent1">
                <a:lumMod val="75000"/>
              </a:schemeClr>
            </a:solidFill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9CC026C-A2F9-02F4-B208-57BA88B0ADC1}"/>
              </a:ext>
            </a:extLst>
          </p:cNvPr>
          <p:cNvCxnSpPr>
            <a:cxnSpLocks/>
          </p:cNvCxnSpPr>
          <p:nvPr/>
        </p:nvCxnSpPr>
        <p:spPr>
          <a:xfrm flipV="1">
            <a:off x="2011218" y="3101675"/>
            <a:ext cx="0" cy="261002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104EC4-DEF3-E3DA-B877-BC98D2F07925}"/>
              </a:ext>
            </a:extLst>
          </p:cNvPr>
          <p:cNvCxnSpPr>
            <a:cxnSpLocks/>
          </p:cNvCxnSpPr>
          <p:nvPr/>
        </p:nvCxnSpPr>
        <p:spPr>
          <a:xfrm flipV="1">
            <a:off x="4726287" y="3101675"/>
            <a:ext cx="0" cy="261002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  <a:head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0357839-1B6D-3D75-0142-D80F3F53A980}"/>
              </a:ext>
            </a:extLst>
          </p:cNvPr>
          <p:cNvSpPr/>
          <p:nvPr/>
        </p:nvSpPr>
        <p:spPr>
          <a:xfrm>
            <a:off x="4670416" y="2161332"/>
            <a:ext cx="16190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FTT=</a:t>
            </a:r>
            <a:r>
              <a:rPr lang="en-US" altLang="zh-TW" sz="1400">
                <a:solidFill>
                  <a:schemeClr val="tx2"/>
                </a:solidFill>
              </a:rPr>
              <a:t>2</a:t>
            </a:r>
            <a:endParaRPr lang="en-US" sz="1400">
              <a:solidFill>
                <a:schemeClr val="tx2"/>
              </a:solidFill>
            </a:endParaRPr>
          </a:p>
          <a:p>
            <a:r>
              <a:rPr lang="en-US" sz="1400">
                <a:solidFill>
                  <a:schemeClr val="tx2"/>
                </a:solidFill>
              </a:rPr>
              <a:t>RAID-1 (mirror)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B6EA792-4C8E-7D6B-4C07-E13B9599E3CA}"/>
              </a:ext>
            </a:extLst>
          </p:cNvPr>
          <p:cNvCxnSpPr>
            <a:cxnSpLocks/>
          </p:cNvCxnSpPr>
          <p:nvPr/>
        </p:nvCxnSpPr>
        <p:spPr>
          <a:xfrm>
            <a:off x="2011218" y="3101675"/>
            <a:ext cx="2715069" cy="0"/>
          </a:xfrm>
          <a:prstGeom prst="line">
            <a:avLst/>
          </a:prstGeom>
          <a:ln w="25400" cap="rnd">
            <a:solidFill>
              <a:schemeClr val="accent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C8BF90C-0AF0-1EBD-7BBF-AA316ADA65E0}"/>
              </a:ext>
            </a:extLst>
          </p:cNvPr>
          <p:cNvCxnSpPr>
            <a:cxnSpLocks/>
          </p:cNvCxnSpPr>
          <p:nvPr/>
        </p:nvCxnSpPr>
        <p:spPr>
          <a:xfrm flipV="1">
            <a:off x="3345656" y="2886427"/>
            <a:ext cx="0" cy="215248"/>
          </a:xfrm>
          <a:prstGeom prst="line">
            <a:avLst/>
          </a:prstGeom>
          <a:ln w="25400" cap="sq">
            <a:solidFill>
              <a:schemeClr val="accent1">
                <a:lumMod val="75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DCA3C1E0-3095-EB8D-3763-2EFD32173284}"/>
              </a:ext>
            </a:extLst>
          </p:cNvPr>
          <p:cNvSpPr/>
          <p:nvPr/>
        </p:nvSpPr>
        <p:spPr>
          <a:xfrm>
            <a:off x="4455910" y="4541675"/>
            <a:ext cx="540754" cy="5407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6C2565-8942-C530-568D-28468DF508F4}"/>
              </a:ext>
            </a:extLst>
          </p:cNvPr>
          <p:cNvSpPr txBox="1"/>
          <p:nvPr/>
        </p:nvSpPr>
        <p:spPr>
          <a:xfrm>
            <a:off x="4467134" y="4719719"/>
            <a:ext cx="51830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>
                <a:solidFill>
                  <a:schemeClr val="bg1"/>
                </a:solidFill>
              </a:rPr>
              <a:t>Object</a:t>
            </a:r>
          </a:p>
        </p:txBody>
      </p:sp>
      <p:graphicFrame>
        <p:nvGraphicFramePr>
          <p:cNvPr id="58" name="Content Placeholder 5">
            <a:extLst>
              <a:ext uri="{FF2B5EF4-FFF2-40B4-BE49-F238E27FC236}">
                <a16:creationId xmlns:a16="http://schemas.microsoft.com/office/drawing/2014/main" id="{839BE846-6D40-C16C-9643-B80B5274A4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7532021"/>
              </p:ext>
            </p:extLst>
          </p:nvPr>
        </p:nvGraphicFramePr>
        <p:xfrm>
          <a:off x="7255386" y="2106779"/>
          <a:ext cx="4827213" cy="327278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9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Assumptions</a:t>
                      </a:r>
                      <a:endParaRPr lang="en-US" sz="11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100" b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Constraints</a:t>
                      </a:r>
                      <a:endParaRPr lang="en-US" sz="11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939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/>
                        <a:t>Confirmed with the network vendor that there are no bandwidth issues with the direct connection </a:t>
                      </a:r>
                      <a:endParaRPr lang="en" altLang="zh-TW" sz="1100" b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/>
                        <a:t>All traffic will go across the two data centers. </a:t>
                      </a:r>
                      <a:endParaRPr lang="en-US" sz="1000" b="0" baseline="0">
                        <a:solidFill>
                          <a:srgbClr val="3333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939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err="1"/>
                        <a:t>vSAN</a:t>
                      </a:r>
                      <a:r>
                        <a:rPr lang="en-US" altLang="zh-TW" sz="1100" b="0"/>
                        <a:t> cluster will be deployed one data centers. </a:t>
                      </a:r>
                      <a:endParaRPr lang="en" altLang="zh-TW" sz="1100" b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100"/>
                        <a:t>Recovery from a Double Failure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100"/>
                        <a:t>Site recovery requires using commands</a:t>
                      </a:r>
                      <a:endParaRPr lang="en-US" altLang="zh-TW" sz="1100" b="0" baseline="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939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/>
                        <a:t>The Witness VM and the same site won’t fail at the same time. </a:t>
                      </a:r>
                      <a:endParaRPr lang="en" altLang="zh-TW" sz="1100" b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100"/>
                        <a:t>If the primary site and the witness fail at the same time, you’ll need to contact GSS to recover the site. Or Use Command line</a:t>
                      </a:r>
                      <a:endParaRPr lang="en-US" altLang="zh-TW" sz="1100" b="0" baseline="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939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1100"/>
                        <a:t>site failure and a host failure within the same site will not happen at the same time </a:t>
                      </a:r>
                      <a:endParaRPr lang="en" altLang="zh-TW" sz="1100" b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" altLang="zh-TW" sz="1100"/>
                        <a:t>With a replica factor of 1, only one site or one host can fail — not both at the same time. </a:t>
                      </a:r>
                      <a:endParaRPr lang="en-US" sz="1100" b="0" baseline="0">
                        <a:solidFill>
                          <a:schemeClr val="bg2">
                            <a:lumMod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927302082"/>
                  </a:ext>
                </a:extLst>
              </a:tr>
            </a:tbl>
          </a:graphicData>
        </a:graphic>
      </p:graphicFrame>
      <p:grpSp>
        <p:nvGrpSpPr>
          <p:cNvPr id="59" name="Group 24">
            <a:extLst>
              <a:ext uri="{FF2B5EF4-FFF2-40B4-BE49-F238E27FC236}">
                <a16:creationId xmlns:a16="http://schemas.microsoft.com/office/drawing/2014/main" id="{FC73A63E-3521-C624-3342-16680CD2B51C}"/>
              </a:ext>
            </a:extLst>
          </p:cNvPr>
          <p:cNvGrpSpPr/>
          <p:nvPr/>
        </p:nvGrpSpPr>
        <p:grpSpPr>
          <a:xfrm>
            <a:off x="8243824" y="9270"/>
            <a:ext cx="3597402" cy="1440995"/>
            <a:chOff x="3634557" y="2170642"/>
            <a:chExt cx="3597402" cy="1440995"/>
          </a:xfrm>
        </p:grpSpPr>
        <p:sp>
          <p:nvSpPr>
            <p:cNvPr id="60" name="Rectangle 25">
              <a:extLst>
                <a:ext uri="{FF2B5EF4-FFF2-40B4-BE49-F238E27FC236}">
                  <a16:creationId xmlns:a16="http://schemas.microsoft.com/office/drawing/2014/main" id="{20991735-960A-282D-DC30-DFE4E158BCCD}"/>
                </a:ext>
              </a:extLst>
            </p:cNvPr>
            <p:cNvSpPr/>
            <p:nvPr/>
          </p:nvSpPr>
          <p:spPr>
            <a:xfrm>
              <a:off x="3634560" y="2387263"/>
              <a:ext cx="3597399" cy="122437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60325" algn="ctr">
                <a:spcAft>
                  <a:spcPts val="800"/>
                </a:spcAft>
              </a:pPr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61" name="Rectangle 26">
              <a:extLst>
                <a:ext uri="{FF2B5EF4-FFF2-40B4-BE49-F238E27FC236}">
                  <a16:creationId xmlns:a16="http://schemas.microsoft.com/office/drawing/2014/main" id="{CF7A0C56-CCA0-47BA-CF73-A5B38371FDDF}"/>
                </a:ext>
              </a:extLst>
            </p:cNvPr>
            <p:cNvSpPr/>
            <p:nvPr/>
          </p:nvSpPr>
          <p:spPr>
            <a:xfrm>
              <a:off x="3634557" y="2170642"/>
              <a:ext cx="3597394" cy="20400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sp>
          <p:nvSpPr>
            <p:cNvPr id="62" name="Oval 27">
              <a:extLst>
                <a:ext uri="{FF2B5EF4-FFF2-40B4-BE49-F238E27FC236}">
                  <a16:creationId xmlns:a16="http://schemas.microsoft.com/office/drawing/2014/main" id="{627CA2F0-9314-6B8A-EB61-B19886E544DB}"/>
                </a:ext>
              </a:extLst>
            </p:cNvPr>
            <p:cNvSpPr/>
            <p:nvPr/>
          </p:nvSpPr>
          <p:spPr>
            <a:xfrm>
              <a:off x="3703255" y="2234161"/>
              <a:ext cx="79233" cy="76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28">
              <a:extLst>
                <a:ext uri="{FF2B5EF4-FFF2-40B4-BE49-F238E27FC236}">
                  <a16:creationId xmlns:a16="http://schemas.microsoft.com/office/drawing/2014/main" id="{0C18D616-6324-F94A-161D-E02611122BCD}"/>
                </a:ext>
              </a:extLst>
            </p:cNvPr>
            <p:cNvSpPr/>
            <p:nvPr/>
          </p:nvSpPr>
          <p:spPr>
            <a:xfrm>
              <a:off x="3856333" y="2234161"/>
              <a:ext cx="79233" cy="76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29">
              <a:extLst>
                <a:ext uri="{FF2B5EF4-FFF2-40B4-BE49-F238E27FC236}">
                  <a16:creationId xmlns:a16="http://schemas.microsoft.com/office/drawing/2014/main" id="{7F19619D-1C93-F1E4-6B27-A2F40585A0BA}"/>
                </a:ext>
              </a:extLst>
            </p:cNvPr>
            <p:cNvSpPr/>
            <p:nvPr/>
          </p:nvSpPr>
          <p:spPr>
            <a:xfrm>
              <a:off x="4009411" y="2234161"/>
              <a:ext cx="79233" cy="76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30">
              <a:extLst>
                <a:ext uri="{FF2B5EF4-FFF2-40B4-BE49-F238E27FC236}">
                  <a16:creationId xmlns:a16="http://schemas.microsoft.com/office/drawing/2014/main" id="{F425812A-4B7F-5E05-3FF4-CFD6A917EAAC}"/>
                </a:ext>
              </a:extLst>
            </p:cNvPr>
            <p:cNvSpPr/>
            <p:nvPr/>
          </p:nvSpPr>
          <p:spPr>
            <a:xfrm>
              <a:off x="3733349" y="2507246"/>
              <a:ext cx="3416061" cy="1001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60325" algn="ctr">
                <a:spcAft>
                  <a:spcPts val="800"/>
                </a:spcAft>
              </a:pPr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66" name="Rectangle 31">
              <a:extLst>
                <a:ext uri="{FF2B5EF4-FFF2-40B4-BE49-F238E27FC236}">
                  <a16:creationId xmlns:a16="http://schemas.microsoft.com/office/drawing/2014/main" id="{5D69731A-3709-04DA-A56A-B6C95C3D3707}"/>
                </a:ext>
              </a:extLst>
            </p:cNvPr>
            <p:cNvSpPr/>
            <p:nvPr/>
          </p:nvSpPr>
          <p:spPr>
            <a:xfrm>
              <a:off x="4918528" y="2179504"/>
              <a:ext cx="1045702" cy="15929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60325" algn="ctr">
                <a:spcAft>
                  <a:spcPts val="800"/>
                </a:spcAft>
              </a:pPr>
              <a:r>
                <a:rPr lang="en-US" sz="1100">
                  <a:solidFill>
                    <a:schemeClr val="bg1"/>
                  </a:solidFill>
                </a:rPr>
                <a:t>vCenter</a:t>
              </a:r>
            </a:p>
          </p:txBody>
        </p:sp>
        <p:sp>
          <p:nvSpPr>
            <p:cNvPr id="68" name="Rectangle 33">
              <a:extLst>
                <a:ext uri="{FF2B5EF4-FFF2-40B4-BE49-F238E27FC236}">
                  <a16:creationId xmlns:a16="http://schemas.microsoft.com/office/drawing/2014/main" id="{06750324-A3A2-0319-5758-6A6D4071E994}"/>
                </a:ext>
              </a:extLst>
            </p:cNvPr>
            <p:cNvSpPr/>
            <p:nvPr/>
          </p:nvSpPr>
          <p:spPr>
            <a:xfrm>
              <a:off x="3877681" y="3216550"/>
              <a:ext cx="1452869" cy="22161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800"/>
                </a:spcAft>
              </a:pPr>
              <a:r>
                <a:rPr lang="en-US" sz="1000">
                  <a:solidFill>
                    <a:schemeClr val="tx2"/>
                  </a:solidFill>
                </a:rPr>
                <a:t>Failures to tolerate</a:t>
              </a:r>
            </a:p>
          </p:txBody>
        </p:sp>
        <p:cxnSp>
          <p:nvCxnSpPr>
            <p:cNvPr id="69" name="Straight Connector 34">
              <a:extLst>
                <a:ext uri="{FF2B5EF4-FFF2-40B4-BE49-F238E27FC236}">
                  <a16:creationId xmlns:a16="http://schemas.microsoft.com/office/drawing/2014/main" id="{62E5B083-1AEC-D69A-D48D-E2961002E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6243" y="2773355"/>
              <a:ext cx="3272472" cy="0"/>
            </a:xfrm>
            <a:prstGeom prst="line">
              <a:avLst/>
            </a:prstGeom>
            <a:ln w="9525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35">
              <a:extLst>
                <a:ext uri="{FF2B5EF4-FFF2-40B4-BE49-F238E27FC236}">
                  <a16:creationId xmlns:a16="http://schemas.microsoft.com/office/drawing/2014/main" id="{AA1FBB8F-747A-4720-F8A2-2E1AF83F9613}"/>
                </a:ext>
              </a:extLst>
            </p:cNvPr>
            <p:cNvSpPr/>
            <p:nvPr/>
          </p:nvSpPr>
          <p:spPr>
            <a:xfrm>
              <a:off x="3877681" y="2541899"/>
              <a:ext cx="753312" cy="22161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800"/>
                </a:spcAft>
              </a:pPr>
              <a:r>
                <a:rPr lang="en-US" sz="1000">
                  <a:solidFill>
                    <a:schemeClr val="tx2"/>
                  </a:solidFill>
                </a:rPr>
                <a:t>Availability</a:t>
              </a:r>
            </a:p>
          </p:txBody>
        </p:sp>
        <p:cxnSp>
          <p:nvCxnSpPr>
            <p:cNvPr id="71" name="Straight Connector 36">
              <a:extLst>
                <a:ext uri="{FF2B5EF4-FFF2-40B4-BE49-F238E27FC236}">
                  <a16:creationId xmlns:a16="http://schemas.microsoft.com/office/drawing/2014/main" id="{1F2B90DE-3D92-AD2D-A91C-721373513364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864981" y="2740964"/>
              <a:ext cx="669519" cy="0"/>
            </a:xfrm>
            <a:prstGeom prst="line">
              <a:avLst/>
            </a:prstGeom>
            <a:ln w="25400">
              <a:solidFill>
                <a:schemeClr val="accent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37">
              <a:extLst>
                <a:ext uri="{FF2B5EF4-FFF2-40B4-BE49-F238E27FC236}">
                  <a16:creationId xmlns:a16="http://schemas.microsoft.com/office/drawing/2014/main" id="{9886B8B3-8E7F-3AFF-5446-26EC627BECED}"/>
                </a:ext>
              </a:extLst>
            </p:cNvPr>
            <p:cNvSpPr/>
            <p:nvPr/>
          </p:nvSpPr>
          <p:spPr>
            <a:xfrm>
              <a:off x="4796464" y="2541899"/>
              <a:ext cx="628939" cy="22161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800"/>
                </a:spcAft>
              </a:pPr>
              <a:r>
                <a:rPr lang="en-US" sz="1000">
                  <a:solidFill>
                    <a:schemeClr val="tx2"/>
                  </a:solidFill>
                </a:rPr>
                <a:t>Advanced</a:t>
              </a:r>
            </a:p>
          </p:txBody>
        </p:sp>
        <p:sp>
          <p:nvSpPr>
            <p:cNvPr id="73" name="Rectangle 38">
              <a:extLst>
                <a:ext uri="{FF2B5EF4-FFF2-40B4-BE49-F238E27FC236}">
                  <a16:creationId xmlns:a16="http://schemas.microsoft.com/office/drawing/2014/main" id="{B9CA5C7C-DB4C-0D71-FB47-E35E58C3F073}"/>
                </a:ext>
              </a:extLst>
            </p:cNvPr>
            <p:cNvSpPr/>
            <p:nvPr/>
          </p:nvSpPr>
          <p:spPr>
            <a:xfrm>
              <a:off x="5715248" y="2541899"/>
              <a:ext cx="628939" cy="22161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800"/>
                </a:spcAft>
              </a:pPr>
              <a:r>
                <a:rPr lang="en-US" sz="1000">
                  <a:solidFill>
                    <a:schemeClr val="tx2"/>
                  </a:solidFill>
                </a:rPr>
                <a:t>Tags</a:t>
              </a:r>
            </a:p>
          </p:txBody>
        </p:sp>
        <p:sp>
          <p:nvSpPr>
            <p:cNvPr id="75" name="Freeform 5">
              <a:extLst>
                <a:ext uri="{FF2B5EF4-FFF2-40B4-BE49-F238E27FC236}">
                  <a16:creationId xmlns:a16="http://schemas.microsoft.com/office/drawing/2014/main" id="{38DD7152-8EB4-C2F4-10CE-3E678CA2E530}"/>
                </a:ext>
              </a:extLst>
            </p:cNvPr>
            <p:cNvSpPr>
              <a:spLocks noChangeAspect="1"/>
            </p:cNvSpPr>
            <p:nvPr/>
          </p:nvSpPr>
          <p:spPr bwMode="gray">
            <a:xfrm rot="10800000">
              <a:off x="6867445" y="3288936"/>
              <a:ext cx="116347" cy="57827"/>
            </a:xfrm>
            <a:custGeom>
              <a:avLst/>
              <a:gdLst>
                <a:gd name="T0" fmla="*/ 0 w 78"/>
                <a:gd name="T1" fmla="*/ 40 h 40"/>
                <a:gd name="T2" fmla="*/ 39 w 78"/>
                <a:gd name="T3" fmla="*/ 0 h 40"/>
                <a:gd name="T4" fmla="*/ 78 w 78"/>
                <a:gd name="T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" h="40">
                  <a:moveTo>
                    <a:pt x="0" y="40"/>
                  </a:moveTo>
                  <a:lnTo>
                    <a:pt x="39" y="0"/>
                  </a:lnTo>
                  <a:lnTo>
                    <a:pt x="78" y="40"/>
                  </a:lnTo>
                </a:path>
              </a:pathLst>
            </a:custGeom>
            <a:noFill/>
            <a:ln w="25400" cap="flat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</a:endParaRPr>
            </a:p>
          </p:txBody>
        </p:sp>
        <p:cxnSp>
          <p:nvCxnSpPr>
            <p:cNvPr id="76" name="Straight Connector 41">
              <a:extLst>
                <a:ext uri="{FF2B5EF4-FFF2-40B4-BE49-F238E27FC236}">
                  <a16:creationId xmlns:a16="http://schemas.microsoft.com/office/drawing/2014/main" id="{6802C51D-4902-E3D4-C71B-1AC0194E44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2893" y="3128877"/>
              <a:ext cx="1705822" cy="0"/>
            </a:xfrm>
            <a:prstGeom prst="line">
              <a:avLst/>
            </a:prstGeom>
            <a:ln w="9525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2">
              <a:extLst>
                <a:ext uri="{FF2B5EF4-FFF2-40B4-BE49-F238E27FC236}">
                  <a16:creationId xmlns:a16="http://schemas.microsoft.com/office/drawing/2014/main" id="{CCA0E7A3-5C3D-346F-04B8-1547CF84D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2893" y="3438166"/>
              <a:ext cx="1705822" cy="0"/>
            </a:xfrm>
            <a:prstGeom prst="line">
              <a:avLst/>
            </a:prstGeom>
            <a:ln w="9525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ectangle 43">
            <a:extLst>
              <a:ext uri="{FF2B5EF4-FFF2-40B4-BE49-F238E27FC236}">
                <a16:creationId xmlns:a16="http://schemas.microsoft.com/office/drawing/2014/main" id="{813535DD-8154-6376-1E61-6960F366F3FC}"/>
              </a:ext>
            </a:extLst>
          </p:cNvPr>
          <p:cNvSpPr/>
          <p:nvPr/>
        </p:nvSpPr>
        <p:spPr>
          <a:xfrm>
            <a:off x="10007811" y="1028011"/>
            <a:ext cx="1705823" cy="2216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TW" sz="1000">
                <a:solidFill>
                  <a:schemeClr val="accent3"/>
                </a:solidFill>
              </a:rPr>
              <a:t>2</a:t>
            </a:r>
            <a:r>
              <a:rPr lang="en-US" sz="1000">
                <a:solidFill>
                  <a:schemeClr val="accent3"/>
                </a:solidFill>
              </a:rPr>
              <a:t> failure – RAID-1  </a:t>
            </a:r>
          </a:p>
        </p:txBody>
      </p:sp>
      <p:sp>
        <p:nvSpPr>
          <p:cNvPr id="81" name="Google Shape;1297;p99">
            <a:extLst>
              <a:ext uri="{FF2B5EF4-FFF2-40B4-BE49-F238E27FC236}">
                <a16:creationId xmlns:a16="http://schemas.microsoft.com/office/drawing/2014/main" id="{FFB6F77C-1F7B-FDEE-3590-54A8E4E3EB16}"/>
              </a:ext>
            </a:extLst>
          </p:cNvPr>
          <p:cNvSpPr/>
          <p:nvPr/>
        </p:nvSpPr>
        <p:spPr>
          <a:xfrm>
            <a:off x="1340199" y="1838805"/>
            <a:ext cx="5334467" cy="1043273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altLang="zh-TW" sz="1333">
                <a:solidFill>
                  <a:schemeClr val="dk1"/>
                </a:solidFill>
                <a:latin typeface="Metropolis" pitchFamily="2" charset="77"/>
              </a:rPr>
              <a:t>VCF  MGMT VM Cluster</a:t>
            </a:r>
            <a:endParaRPr lang="en" altLang="zh-TW" sz="1866">
              <a:latin typeface="Metropolis" pitchFamily="2" charset="77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01DE256-8812-96B6-60E5-D156953E6992}"/>
              </a:ext>
            </a:extLst>
          </p:cNvPr>
          <p:cNvSpPr txBox="1"/>
          <p:nvPr/>
        </p:nvSpPr>
        <p:spPr>
          <a:xfrm>
            <a:off x="1936639" y="2339471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baseline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Witness</a:t>
            </a:r>
            <a:r>
              <a:rPr lang="zh-TW" altLang="en-US" sz="1400" b="0" baseline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b="0" baseline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</a:t>
            </a:r>
            <a:r>
              <a:rPr lang="zh-TW" altLang="en-US" sz="1400" b="0" baseline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1400"/>
          </a:p>
        </p:txBody>
      </p:sp>
    </p:spTree>
    <p:extLst>
      <p:ext uri="{BB962C8B-B14F-4D97-AF65-F5344CB8AC3E}">
        <p14:creationId xmlns:p14="http://schemas.microsoft.com/office/powerpoint/2010/main" val="310883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7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51" grpId="0"/>
      <p:bldP spid="8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9FA75-8227-519B-D170-9D9CDE427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43225B-0D42-C74C-44A5-2F058B18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VMware Cloud Foundation Low-Level Design</a:t>
            </a:r>
            <a:r>
              <a:rPr lang="zh-TW" altLang="zh-TW"/>
              <a:t> 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931EFB9-C3A6-42B3-1154-F089BD56F7F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5567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84368E90-9B5B-3E48-16FA-E1522052E5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TW"/>
              <a:t>Network Low Level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573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D380-7D6D-4B61-8D70-B482C7D9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11BB5C-3666-2145-C1FF-F48EBE711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Network Logic Architecture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F8F072-7DA7-23B3-546A-7A59ADF65101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kumimoji="1" lang="en-US" altLang="zh-TW"/>
              <a:t>VCF Level</a:t>
            </a:r>
            <a:endParaRPr kumimoji="1" lang="zh-TW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050C722-0B23-50DE-ED27-A21EED2128AA}"/>
              </a:ext>
            </a:extLst>
          </p:cNvPr>
          <p:cNvSpPr/>
          <p:nvPr/>
        </p:nvSpPr>
        <p:spPr>
          <a:xfrm>
            <a:off x="1017551" y="3015581"/>
            <a:ext cx="2180182" cy="2531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+mj-lt"/>
                <a:ea typeface="Microsoft JhengHei" panose="020B0604030504040204" pitchFamily="34" charset="-120"/>
              </a:rPr>
              <a:t>TOR 10Gbps Switch 1</a:t>
            </a:r>
          </a:p>
        </p:txBody>
      </p:sp>
      <p:grpSp>
        <p:nvGrpSpPr>
          <p:cNvPr id="6" name="群組 122">
            <a:extLst>
              <a:ext uri="{FF2B5EF4-FFF2-40B4-BE49-F238E27FC236}">
                <a16:creationId xmlns:a16="http://schemas.microsoft.com/office/drawing/2014/main" id="{9EDCBA8A-0034-7B14-3DD8-10ECF7AC2ECA}"/>
              </a:ext>
            </a:extLst>
          </p:cNvPr>
          <p:cNvGrpSpPr/>
          <p:nvPr/>
        </p:nvGrpSpPr>
        <p:grpSpPr>
          <a:xfrm>
            <a:off x="2189927" y="2099869"/>
            <a:ext cx="986098" cy="688590"/>
            <a:chOff x="5925178" y="2030536"/>
            <a:chExt cx="986098" cy="688590"/>
          </a:xfrm>
        </p:grpSpPr>
        <p:sp>
          <p:nvSpPr>
            <p:cNvPr id="7" name="矩形 124">
              <a:extLst>
                <a:ext uri="{FF2B5EF4-FFF2-40B4-BE49-F238E27FC236}">
                  <a16:creationId xmlns:a16="http://schemas.microsoft.com/office/drawing/2014/main" id="{247398DF-57FD-67D5-0823-A7E5ABEC738F}"/>
                </a:ext>
              </a:extLst>
            </p:cNvPr>
            <p:cNvSpPr/>
            <p:nvPr/>
          </p:nvSpPr>
          <p:spPr>
            <a:xfrm>
              <a:off x="5925178" y="2030536"/>
              <a:ext cx="986098" cy="688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  <a:latin typeface="+mj-lt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文字方塊 125">
              <a:extLst>
                <a:ext uri="{FF2B5EF4-FFF2-40B4-BE49-F238E27FC236}">
                  <a16:creationId xmlns:a16="http://schemas.microsoft.com/office/drawing/2014/main" id="{1E788451-A361-D7D5-1132-587E404EA248}"/>
                </a:ext>
              </a:extLst>
            </p:cNvPr>
            <p:cNvSpPr txBox="1"/>
            <p:nvPr/>
          </p:nvSpPr>
          <p:spPr>
            <a:xfrm>
              <a:off x="5925178" y="2466637"/>
              <a:ext cx="986098" cy="123111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800">
                  <a:latin typeface="+mj-lt"/>
                  <a:ea typeface="Microsoft JhengHei UI" panose="020B0604030504040204" pitchFamily="34" charset="-120"/>
                </a:rPr>
                <a:t>Core Switch #1</a:t>
              </a:r>
            </a:p>
          </p:txBody>
        </p:sp>
        <p:pic>
          <p:nvPicPr>
            <p:cNvPr id="9" name="Graphic 236">
              <a:extLst>
                <a:ext uri="{FF2B5EF4-FFF2-40B4-BE49-F238E27FC236}">
                  <a16:creationId xmlns:a16="http://schemas.microsoft.com/office/drawing/2014/main" id="{31BA7530-2F14-1416-35DB-B5A5DE77C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39637" y="2082733"/>
              <a:ext cx="357180" cy="357180"/>
            </a:xfrm>
            <a:prstGeom prst="rect">
              <a:avLst/>
            </a:prstGeom>
          </p:spPr>
        </p:pic>
      </p:grpSp>
      <p:grpSp>
        <p:nvGrpSpPr>
          <p:cNvPr id="10" name="群組 127">
            <a:extLst>
              <a:ext uri="{FF2B5EF4-FFF2-40B4-BE49-F238E27FC236}">
                <a16:creationId xmlns:a16="http://schemas.microsoft.com/office/drawing/2014/main" id="{9BBF6EB8-5624-7211-7D39-A3B184C217C4}"/>
              </a:ext>
            </a:extLst>
          </p:cNvPr>
          <p:cNvGrpSpPr/>
          <p:nvPr/>
        </p:nvGrpSpPr>
        <p:grpSpPr>
          <a:xfrm>
            <a:off x="3398112" y="2099128"/>
            <a:ext cx="986098" cy="688590"/>
            <a:chOff x="5925178" y="2030536"/>
            <a:chExt cx="986098" cy="688590"/>
          </a:xfrm>
        </p:grpSpPr>
        <p:sp>
          <p:nvSpPr>
            <p:cNvPr id="11" name="矩形 128">
              <a:extLst>
                <a:ext uri="{FF2B5EF4-FFF2-40B4-BE49-F238E27FC236}">
                  <a16:creationId xmlns:a16="http://schemas.microsoft.com/office/drawing/2014/main" id="{98AD150B-1A5D-F1B2-7D36-7D79D66BE724}"/>
                </a:ext>
              </a:extLst>
            </p:cNvPr>
            <p:cNvSpPr/>
            <p:nvPr/>
          </p:nvSpPr>
          <p:spPr>
            <a:xfrm>
              <a:off x="5925178" y="2030536"/>
              <a:ext cx="986098" cy="688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  <a:latin typeface="+mj-lt"/>
                <a:ea typeface="Microsoft JhengHei UI" panose="020B0604030504040204" pitchFamily="34" charset="-120"/>
              </a:endParaRPr>
            </a:p>
          </p:txBody>
        </p:sp>
        <p:sp>
          <p:nvSpPr>
            <p:cNvPr id="12" name="文字方塊 129">
              <a:extLst>
                <a:ext uri="{FF2B5EF4-FFF2-40B4-BE49-F238E27FC236}">
                  <a16:creationId xmlns:a16="http://schemas.microsoft.com/office/drawing/2014/main" id="{334C1D8A-EE24-B85C-8F86-E8C479B134F7}"/>
                </a:ext>
              </a:extLst>
            </p:cNvPr>
            <p:cNvSpPr txBox="1"/>
            <p:nvPr/>
          </p:nvSpPr>
          <p:spPr>
            <a:xfrm>
              <a:off x="5925178" y="2466637"/>
              <a:ext cx="986098" cy="123111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800">
                  <a:latin typeface="+mj-lt"/>
                  <a:ea typeface="Microsoft JhengHei UI" panose="020B0604030504040204" pitchFamily="34" charset="-120"/>
                </a:rPr>
                <a:t>Core Switch #2</a:t>
              </a:r>
            </a:p>
          </p:txBody>
        </p:sp>
        <p:pic>
          <p:nvPicPr>
            <p:cNvPr id="13" name="Graphic 236">
              <a:extLst>
                <a:ext uri="{FF2B5EF4-FFF2-40B4-BE49-F238E27FC236}">
                  <a16:creationId xmlns:a16="http://schemas.microsoft.com/office/drawing/2014/main" id="{35B71F52-9ADC-4127-C2E0-1C5B750E8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39637" y="2082733"/>
              <a:ext cx="357180" cy="357180"/>
            </a:xfrm>
            <a:prstGeom prst="rect">
              <a:avLst/>
            </a:prstGeom>
          </p:spPr>
        </p:pic>
      </p:grpSp>
      <p:cxnSp>
        <p:nvCxnSpPr>
          <p:cNvPr id="14" name="Straight Connector 142">
            <a:extLst>
              <a:ext uri="{FF2B5EF4-FFF2-40B4-BE49-F238E27FC236}">
                <a16:creationId xmlns:a16="http://schemas.microsoft.com/office/drawing/2014/main" id="{FEBF4F59-79DF-5BC5-6255-8D89E7D66088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3176025" y="2443423"/>
            <a:ext cx="222087" cy="741"/>
          </a:xfrm>
          <a:prstGeom prst="line">
            <a:avLst/>
          </a:prstGeom>
          <a:ln w="50800" cmpd="dbl">
            <a:solidFill>
              <a:schemeClr val="tx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251">
            <a:extLst>
              <a:ext uri="{FF2B5EF4-FFF2-40B4-BE49-F238E27FC236}">
                <a16:creationId xmlns:a16="http://schemas.microsoft.com/office/drawing/2014/main" id="{A51B274A-E69E-F85B-0AD9-0C94502538B4}"/>
              </a:ext>
            </a:extLst>
          </p:cNvPr>
          <p:cNvSpPr/>
          <p:nvPr/>
        </p:nvSpPr>
        <p:spPr>
          <a:xfrm>
            <a:off x="2107642" y="2020505"/>
            <a:ext cx="2406750" cy="842431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  <a:latin typeface="+mj-lt"/>
              <a:ea typeface="Microsoft JhengHei UI" panose="020B0604030504040204" pitchFamily="34" charset="-120"/>
            </a:endParaRPr>
          </a:p>
        </p:txBody>
      </p:sp>
      <p:sp>
        <p:nvSpPr>
          <p:cNvPr id="49" name="Rectangle 79">
            <a:extLst>
              <a:ext uri="{FF2B5EF4-FFF2-40B4-BE49-F238E27FC236}">
                <a16:creationId xmlns:a16="http://schemas.microsoft.com/office/drawing/2014/main" id="{CD85E11F-DD34-CD61-337C-97D9348444DC}"/>
              </a:ext>
            </a:extLst>
          </p:cNvPr>
          <p:cNvSpPr/>
          <p:nvPr/>
        </p:nvSpPr>
        <p:spPr>
          <a:xfrm>
            <a:off x="3342736" y="3015581"/>
            <a:ext cx="2325872" cy="2531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+mj-lt"/>
                <a:ea typeface="Microsoft JhengHei" panose="020B0604030504040204" pitchFamily="34" charset="-120"/>
              </a:rPr>
              <a:t>TOR 10Gbps Switch </a:t>
            </a:r>
            <a:r>
              <a:rPr lang="en-US" altLang="zh-TW" sz="1400">
                <a:solidFill>
                  <a:schemeClr val="bg1"/>
                </a:solidFill>
                <a:latin typeface="+mj-lt"/>
                <a:ea typeface="Microsoft JhengHei" panose="020B0604030504040204" pitchFamily="34" charset="-120"/>
              </a:rPr>
              <a:t>2</a:t>
            </a:r>
            <a:endParaRPr lang="en-US" sz="1400">
              <a:solidFill>
                <a:schemeClr val="bg1"/>
              </a:solidFill>
              <a:latin typeface="+mj-lt"/>
              <a:ea typeface="Microsoft JhengHei" panose="020B0604030504040204" pitchFamily="34" charset="-120"/>
            </a:endParaRPr>
          </a:p>
        </p:txBody>
      </p:sp>
      <p:sp>
        <p:nvSpPr>
          <p:cNvPr id="69" name="矩形 42">
            <a:extLst>
              <a:ext uri="{FF2B5EF4-FFF2-40B4-BE49-F238E27FC236}">
                <a16:creationId xmlns:a16="http://schemas.microsoft.com/office/drawing/2014/main" id="{23D5BBDB-8B7A-608C-19E3-31DAA9D75E49}"/>
              </a:ext>
            </a:extLst>
          </p:cNvPr>
          <p:cNvSpPr>
            <a:spLocks noChangeAspect="1"/>
          </p:cNvSpPr>
          <p:nvPr/>
        </p:nvSpPr>
        <p:spPr>
          <a:xfrm>
            <a:off x="2556162" y="1905467"/>
            <a:ext cx="271658" cy="108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000">
              <a:solidFill>
                <a:schemeClr val="bg1"/>
              </a:solidFill>
              <a:latin typeface="+mj-lt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5" name="矩形 48">
            <a:extLst>
              <a:ext uri="{FF2B5EF4-FFF2-40B4-BE49-F238E27FC236}">
                <a16:creationId xmlns:a16="http://schemas.microsoft.com/office/drawing/2014/main" id="{1CA1AAC0-2474-E014-087D-1AA873860356}"/>
              </a:ext>
            </a:extLst>
          </p:cNvPr>
          <p:cNvSpPr>
            <a:spLocks noChangeAspect="1"/>
          </p:cNvSpPr>
          <p:nvPr/>
        </p:nvSpPr>
        <p:spPr>
          <a:xfrm>
            <a:off x="3752553" y="1914262"/>
            <a:ext cx="271657" cy="108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000">
              <a:solidFill>
                <a:schemeClr val="bg1"/>
              </a:solidFill>
              <a:latin typeface="+mj-lt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grpSp>
        <p:nvGrpSpPr>
          <p:cNvPr id="91" name="Group 227">
            <a:extLst>
              <a:ext uri="{FF2B5EF4-FFF2-40B4-BE49-F238E27FC236}">
                <a16:creationId xmlns:a16="http://schemas.microsoft.com/office/drawing/2014/main" id="{FF630CAD-F3FD-FEFC-6FAC-45858D7B6401}"/>
              </a:ext>
            </a:extLst>
          </p:cNvPr>
          <p:cNvGrpSpPr/>
          <p:nvPr/>
        </p:nvGrpSpPr>
        <p:grpSpPr>
          <a:xfrm>
            <a:off x="382313" y="3646690"/>
            <a:ext cx="2815420" cy="1102346"/>
            <a:chOff x="6376304" y="1487726"/>
            <a:chExt cx="5448639" cy="1183722"/>
          </a:xfrm>
        </p:grpSpPr>
        <p:sp>
          <p:nvSpPr>
            <p:cNvPr id="92" name="Rectangle 230">
              <a:extLst>
                <a:ext uri="{FF2B5EF4-FFF2-40B4-BE49-F238E27FC236}">
                  <a16:creationId xmlns:a16="http://schemas.microsoft.com/office/drawing/2014/main" id="{999BCC26-F676-BEA1-4558-1FAA9F01CEC7}"/>
                </a:ext>
              </a:extLst>
            </p:cNvPr>
            <p:cNvSpPr/>
            <p:nvPr/>
          </p:nvSpPr>
          <p:spPr>
            <a:xfrm>
              <a:off x="6376304" y="1487726"/>
              <a:ext cx="5448639" cy="1183722"/>
            </a:xfrm>
            <a:prstGeom prst="rect">
              <a:avLst/>
            </a:prstGeom>
            <a:solidFill>
              <a:schemeClr val="accent6">
                <a:alpha val="7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  <a:defRPr/>
              </a:pPr>
              <a:endParaRPr lang="en-US" sz="2399">
                <a:solidFill>
                  <a:prstClr val="white"/>
                </a:solidFill>
                <a:ea typeface="Microsoft JhengHei" panose="020B0604030504040204" pitchFamily="34" charset="-120"/>
              </a:endParaRPr>
            </a:p>
          </p:txBody>
        </p:sp>
        <p:sp>
          <p:nvSpPr>
            <p:cNvPr id="94" name="TextBox 232">
              <a:extLst>
                <a:ext uri="{FF2B5EF4-FFF2-40B4-BE49-F238E27FC236}">
                  <a16:creationId xmlns:a16="http://schemas.microsoft.com/office/drawing/2014/main" id="{9647F530-00F6-5110-97C8-26AE4507367B}"/>
                </a:ext>
              </a:extLst>
            </p:cNvPr>
            <p:cNvSpPr txBox="1"/>
            <p:nvPr/>
          </p:nvSpPr>
          <p:spPr>
            <a:xfrm>
              <a:off x="7886329" y="1683128"/>
              <a:ext cx="2797229" cy="792917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  <a:t>EAP/TCS</a:t>
              </a:r>
              <a:b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</a:br>
              <a:endParaRPr lang="en-US" sz="2399" b="1">
                <a:solidFill>
                  <a:prstClr val="white"/>
                </a:solidFill>
                <a:ea typeface="Microsoft JhengHei" panose="020B0604030504040204" pitchFamily="34" charset="-120"/>
              </a:endParaRPr>
            </a:p>
          </p:txBody>
        </p:sp>
      </p:grpSp>
      <p:sp>
        <p:nvSpPr>
          <p:cNvPr id="96" name="Rectangle 228">
            <a:extLst>
              <a:ext uri="{FF2B5EF4-FFF2-40B4-BE49-F238E27FC236}">
                <a16:creationId xmlns:a16="http://schemas.microsoft.com/office/drawing/2014/main" id="{68FF1840-C5B1-F03A-4B43-9F7B07B6553E}"/>
              </a:ext>
            </a:extLst>
          </p:cNvPr>
          <p:cNvSpPr/>
          <p:nvPr/>
        </p:nvSpPr>
        <p:spPr>
          <a:xfrm>
            <a:off x="382314" y="4814318"/>
            <a:ext cx="2815419" cy="1190413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ea typeface="Microsoft JhengHei" panose="020B0604030504040204" pitchFamily="34" charset="-120"/>
              </a:rPr>
              <a:t>IN House</a:t>
            </a:r>
          </a:p>
        </p:txBody>
      </p:sp>
      <p:sp>
        <p:nvSpPr>
          <p:cNvPr id="97" name="Rectangle 228">
            <a:extLst>
              <a:ext uri="{FF2B5EF4-FFF2-40B4-BE49-F238E27FC236}">
                <a16:creationId xmlns:a16="http://schemas.microsoft.com/office/drawing/2014/main" id="{72B6BDBE-A945-CB81-F478-B07BCB80F1E2}"/>
              </a:ext>
            </a:extLst>
          </p:cNvPr>
          <p:cNvSpPr/>
          <p:nvPr/>
        </p:nvSpPr>
        <p:spPr>
          <a:xfrm>
            <a:off x="3349248" y="3608317"/>
            <a:ext cx="2650343" cy="1102346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ea typeface="Microsoft JhengHei" panose="020B0604030504040204" pitchFamily="34" charset="-120"/>
              </a:rPr>
              <a:t>FDC</a:t>
            </a:r>
          </a:p>
        </p:txBody>
      </p:sp>
      <p:sp>
        <p:nvSpPr>
          <p:cNvPr id="98" name="Rectangle 228">
            <a:extLst>
              <a:ext uri="{FF2B5EF4-FFF2-40B4-BE49-F238E27FC236}">
                <a16:creationId xmlns:a16="http://schemas.microsoft.com/office/drawing/2014/main" id="{C8B47653-DE0C-4078-D5D1-429786A03510}"/>
              </a:ext>
            </a:extLst>
          </p:cNvPr>
          <p:cNvSpPr/>
          <p:nvPr/>
        </p:nvSpPr>
        <p:spPr>
          <a:xfrm>
            <a:off x="3379183" y="4854822"/>
            <a:ext cx="2624933" cy="1102346"/>
          </a:xfrm>
          <a:prstGeom prst="rect">
            <a:avLst/>
          </a:prstGeom>
          <a:solidFill>
            <a:schemeClr val="accent5">
              <a:lumMod val="60000"/>
              <a:lumOff val="40000"/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ea typeface="Microsoft JhengHei" panose="020B0604030504040204" pitchFamily="34" charset="-120"/>
              </a:rPr>
              <a:t>AI</a:t>
            </a:r>
          </a:p>
        </p:txBody>
      </p:sp>
      <p:sp>
        <p:nvSpPr>
          <p:cNvPr id="99" name="Rectangle 3">
            <a:extLst>
              <a:ext uri="{FF2B5EF4-FFF2-40B4-BE49-F238E27FC236}">
                <a16:creationId xmlns:a16="http://schemas.microsoft.com/office/drawing/2014/main" id="{831D9E0E-FF4C-5756-C0B8-1CE062D51F04}"/>
              </a:ext>
            </a:extLst>
          </p:cNvPr>
          <p:cNvSpPr/>
          <p:nvPr/>
        </p:nvSpPr>
        <p:spPr>
          <a:xfrm>
            <a:off x="6630607" y="3024376"/>
            <a:ext cx="2180182" cy="2531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+mj-lt"/>
                <a:ea typeface="Microsoft JhengHei" panose="020B0604030504040204" pitchFamily="34" charset="-120"/>
              </a:rPr>
              <a:t>TOR 10Gbps Switch 1</a:t>
            </a:r>
          </a:p>
        </p:txBody>
      </p:sp>
      <p:grpSp>
        <p:nvGrpSpPr>
          <p:cNvPr id="100" name="群組 122">
            <a:extLst>
              <a:ext uri="{FF2B5EF4-FFF2-40B4-BE49-F238E27FC236}">
                <a16:creationId xmlns:a16="http://schemas.microsoft.com/office/drawing/2014/main" id="{914B5F4D-9D61-B461-31CF-F69A78F27222}"/>
              </a:ext>
            </a:extLst>
          </p:cNvPr>
          <p:cNvGrpSpPr/>
          <p:nvPr/>
        </p:nvGrpSpPr>
        <p:grpSpPr>
          <a:xfrm>
            <a:off x="7802983" y="2108664"/>
            <a:ext cx="986098" cy="688590"/>
            <a:chOff x="5925178" y="2030536"/>
            <a:chExt cx="986098" cy="688590"/>
          </a:xfrm>
        </p:grpSpPr>
        <p:sp>
          <p:nvSpPr>
            <p:cNvPr id="101" name="矩形 124">
              <a:extLst>
                <a:ext uri="{FF2B5EF4-FFF2-40B4-BE49-F238E27FC236}">
                  <a16:creationId xmlns:a16="http://schemas.microsoft.com/office/drawing/2014/main" id="{65BAE8E1-C38C-D4F8-04AF-5AB6ED1E22D9}"/>
                </a:ext>
              </a:extLst>
            </p:cNvPr>
            <p:cNvSpPr/>
            <p:nvPr/>
          </p:nvSpPr>
          <p:spPr>
            <a:xfrm>
              <a:off x="5925178" y="2030536"/>
              <a:ext cx="986098" cy="688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  <a:latin typeface="+mj-lt"/>
                <a:ea typeface="Microsoft JhengHei UI" panose="020B0604030504040204" pitchFamily="34" charset="-120"/>
              </a:endParaRPr>
            </a:p>
          </p:txBody>
        </p:sp>
        <p:sp>
          <p:nvSpPr>
            <p:cNvPr id="102" name="文字方塊 125">
              <a:extLst>
                <a:ext uri="{FF2B5EF4-FFF2-40B4-BE49-F238E27FC236}">
                  <a16:creationId xmlns:a16="http://schemas.microsoft.com/office/drawing/2014/main" id="{26C830F0-0B96-6DBB-01DC-2ED21FC07638}"/>
                </a:ext>
              </a:extLst>
            </p:cNvPr>
            <p:cNvSpPr txBox="1"/>
            <p:nvPr/>
          </p:nvSpPr>
          <p:spPr>
            <a:xfrm>
              <a:off x="5925178" y="2466637"/>
              <a:ext cx="986098" cy="123111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800">
                  <a:latin typeface="+mj-lt"/>
                  <a:ea typeface="Microsoft JhengHei UI" panose="020B0604030504040204" pitchFamily="34" charset="-120"/>
                </a:rPr>
                <a:t>Core Switch #1</a:t>
              </a:r>
            </a:p>
          </p:txBody>
        </p:sp>
        <p:pic>
          <p:nvPicPr>
            <p:cNvPr id="103" name="Graphic 236">
              <a:extLst>
                <a:ext uri="{FF2B5EF4-FFF2-40B4-BE49-F238E27FC236}">
                  <a16:creationId xmlns:a16="http://schemas.microsoft.com/office/drawing/2014/main" id="{FADDB938-032E-0876-71C9-791084F7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39637" y="2082733"/>
              <a:ext cx="357180" cy="357180"/>
            </a:xfrm>
            <a:prstGeom prst="rect">
              <a:avLst/>
            </a:prstGeom>
          </p:spPr>
        </p:pic>
      </p:grpSp>
      <p:grpSp>
        <p:nvGrpSpPr>
          <p:cNvPr id="104" name="群組 127">
            <a:extLst>
              <a:ext uri="{FF2B5EF4-FFF2-40B4-BE49-F238E27FC236}">
                <a16:creationId xmlns:a16="http://schemas.microsoft.com/office/drawing/2014/main" id="{3AA4EF3C-E86F-5707-FEE0-501C569E72E5}"/>
              </a:ext>
            </a:extLst>
          </p:cNvPr>
          <p:cNvGrpSpPr/>
          <p:nvPr/>
        </p:nvGrpSpPr>
        <p:grpSpPr>
          <a:xfrm>
            <a:off x="9011168" y="2107923"/>
            <a:ext cx="986098" cy="688590"/>
            <a:chOff x="5925178" y="2030536"/>
            <a:chExt cx="986098" cy="688590"/>
          </a:xfrm>
        </p:grpSpPr>
        <p:sp>
          <p:nvSpPr>
            <p:cNvPr id="105" name="矩形 128">
              <a:extLst>
                <a:ext uri="{FF2B5EF4-FFF2-40B4-BE49-F238E27FC236}">
                  <a16:creationId xmlns:a16="http://schemas.microsoft.com/office/drawing/2014/main" id="{49AD5A2B-1CA3-AD44-2B63-D02369FEB963}"/>
                </a:ext>
              </a:extLst>
            </p:cNvPr>
            <p:cNvSpPr/>
            <p:nvPr/>
          </p:nvSpPr>
          <p:spPr>
            <a:xfrm>
              <a:off x="5925178" y="2030536"/>
              <a:ext cx="986098" cy="6885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  <a:latin typeface="+mj-lt"/>
                <a:ea typeface="Microsoft JhengHei UI" panose="020B0604030504040204" pitchFamily="34" charset="-120"/>
              </a:endParaRPr>
            </a:p>
          </p:txBody>
        </p:sp>
        <p:sp>
          <p:nvSpPr>
            <p:cNvPr id="106" name="文字方塊 129">
              <a:extLst>
                <a:ext uri="{FF2B5EF4-FFF2-40B4-BE49-F238E27FC236}">
                  <a16:creationId xmlns:a16="http://schemas.microsoft.com/office/drawing/2014/main" id="{384B1C6A-4DCB-7535-0C48-74C0B9A7D9B2}"/>
                </a:ext>
              </a:extLst>
            </p:cNvPr>
            <p:cNvSpPr txBox="1"/>
            <p:nvPr/>
          </p:nvSpPr>
          <p:spPr>
            <a:xfrm>
              <a:off x="5925178" y="2466637"/>
              <a:ext cx="986098" cy="123111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800">
                  <a:latin typeface="+mj-lt"/>
                  <a:ea typeface="Microsoft JhengHei UI" panose="020B0604030504040204" pitchFamily="34" charset="-120"/>
                </a:rPr>
                <a:t>Core Switch #2</a:t>
              </a:r>
            </a:p>
          </p:txBody>
        </p:sp>
        <p:pic>
          <p:nvPicPr>
            <p:cNvPr id="107" name="Graphic 236">
              <a:extLst>
                <a:ext uri="{FF2B5EF4-FFF2-40B4-BE49-F238E27FC236}">
                  <a16:creationId xmlns:a16="http://schemas.microsoft.com/office/drawing/2014/main" id="{8639EF48-D03B-57F5-1A38-147A28B3E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39637" y="2082733"/>
              <a:ext cx="357180" cy="357180"/>
            </a:xfrm>
            <a:prstGeom prst="rect">
              <a:avLst/>
            </a:prstGeom>
          </p:spPr>
        </p:pic>
      </p:grpSp>
      <p:cxnSp>
        <p:nvCxnSpPr>
          <p:cNvPr id="108" name="Straight Connector 142">
            <a:extLst>
              <a:ext uri="{FF2B5EF4-FFF2-40B4-BE49-F238E27FC236}">
                <a16:creationId xmlns:a16="http://schemas.microsoft.com/office/drawing/2014/main" id="{23DA5F90-F36B-6643-325F-1F7D8C310A63}"/>
              </a:ext>
            </a:extLst>
          </p:cNvPr>
          <p:cNvCxnSpPr>
            <a:cxnSpLocks/>
            <a:stCxn id="101" idx="3"/>
            <a:endCxn id="105" idx="1"/>
          </p:cNvCxnSpPr>
          <p:nvPr/>
        </p:nvCxnSpPr>
        <p:spPr>
          <a:xfrm flipV="1">
            <a:off x="8789081" y="2452218"/>
            <a:ext cx="222087" cy="741"/>
          </a:xfrm>
          <a:prstGeom prst="line">
            <a:avLst/>
          </a:prstGeom>
          <a:ln w="50800" cmpd="dbl">
            <a:solidFill>
              <a:schemeClr val="tx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矩形 251">
            <a:extLst>
              <a:ext uri="{FF2B5EF4-FFF2-40B4-BE49-F238E27FC236}">
                <a16:creationId xmlns:a16="http://schemas.microsoft.com/office/drawing/2014/main" id="{1430DC74-4E31-7460-B6B7-F6D48636E0C4}"/>
              </a:ext>
            </a:extLst>
          </p:cNvPr>
          <p:cNvSpPr/>
          <p:nvPr/>
        </p:nvSpPr>
        <p:spPr>
          <a:xfrm>
            <a:off x="7720698" y="2029300"/>
            <a:ext cx="2406750" cy="842431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  <a:latin typeface="+mj-lt"/>
              <a:ea typeface="Microsoft JhengHei UI" panose="020B0604030504040204" pitchFamily="34" charset="-120"/>
            </a:endParaRPr>
          </a:p>
        </p:txBody>
      </p:sp>
      <p:sp>
        <p:nvSpPr>
          <p:cNvPr id="110" name="Rectangle 79">
            <a:extLst>
              <a:ext uri="{FF2B5EF4-FFF2-40B4-BE49-F238E27FC236}">
                <a16:creationId xmlns:a16="http://schemas.microsoft.com/office/drawing/2014/main" id="{8D58F103-7257-7E66-DC85-70BD626C7792}"/>
              </a:ext>
            </a:extLst>
          </p:cNvPr>
          <p:cNvSpPr/>
          <p:nvPr/>
        </p:nvSpPr>
        <p:spPr>
          <a:xfrm>
            <a:off x="9201203" y="3015580"/>
            <a:ext cx="2491558" cy="29919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+mj-lt"/>
                <a:ea typeface="Microsoft JhengHei" panose="020B0604030504040204" pitchFamily="34" charset="-120"/>
              </a:rPr>
              <a:t>TOR 10Gbps Switch </a:t>
            </a:r>
            <a:r>
              <a:rPr lang="en-US" altLang="zh-TW" sz="1400">
                <a:solidFill>
                  <a:schemeClr val="bg1"/>
                </a:solidFill>
                <a:latin typeface="+mj-lt"/>
                <a:ea typeface="Microsoft JhengHei" panose="020B0604030504040204" pitchFamily="34" charset="-120"/>
              </a:rPr>
              <a:t>2</a:t>
            </a:r>
            <a:endParaRPr lang="en-US" sz="1400">
              <a:solidFill>
                <a:schemeClr val="bg1"/>
              </a:solidFill>
              <a:latin typeface="+mj-lt"/>
              <a:ea typeface="Microsoft JhengHei" panose="020B0604030504040204" pitchFamily="34" charset="-120"/>
            </a:endParaRPr>
          </a:p>
        </p:txBody>
      </p:sp>
      <p:sp>
        <p:nvSpPr>
          <p:cNvPr id="111" name="矩形 42">
            <a:extLst>
              <a:ext uri="{FF2B5EF4-FFF2-40B4-BE49-F238E27FC236}">
                <a16:creationId xmlns:a16="http://schemas.microsoft.com/office/drawing/2014/main" id="{8479AE99-0A48-E48E-4785-4C9CA8D099F9}"/>
              </a:ext>
            </a:extLst>
          </p:cNvPr>
          <p:cNvSpPr>
            <a:spLocks noChangeAspect="1"/>
          </p:cNvSpPr>
          <p:nvPr/>
        </p:nvSpPr>
        <p:spPr>
          <a:xfrm>
            <a:off x="8169218" y="1914262"/>
            <a:ext cx="271658" cy="108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000">
              <a:solidFill>
                <a:schemeClr val="bg1"/>
              </a:solidFill>
              <a:latin typeface="+mj-lt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12" name="矩形 48">
            <a:extLst>
              <a:ext uri="{FF2B5EF4-FFF2-40B4-BE49-F238E27FC236}">
                <a16:creationId xmlns:a16="http://schemas.microsoft.com/office/drawing/2014/main" id="{6B458283-5FAD-000B-2FBB-4D4BCEDB36F7}"/>
              </a:ext>
            </a:extLst>
          </p:cNvPr>
          <p:cNvSpPr>
            <a:spLocks noChangeAspect="1"/>
          </p:cNvSpPr>
          <p:nvPr/>
        </p:nvSpPr>
        <p:spPr>
          <a:xfrm>
            <a:off x="9365609" y="1923057"/>
            <a:ext cx="271657" cy="108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000">
              <a:solidFill>
                <a:schemeClr val="bg1"/>
              </a:solidFill>
              <a:latin typeface="+mj-lt"/>
              <a:ea typeface="Microsoft JhengHei UI" panose="020B0604030504040204" pitchFamily="34" charset="-120"/>
              <a:cs typeface="Arial" panose="020B0604020202020204" pitchFamily="34" charset="0"/>
            </a:endParaRPr>
          </a:p>
        </p:txBody>
      </p:sp>
      <p:grpSp>
        <p:nvGrpSpPr>
          <p:cNvPr id="113" name="Group 227">
            <a:extLst>
              <a:ext uri="{FF2B5EF4-FFF2-40B4-BE49-F238E27FC236}">
                <a16:creationId xmlns:a16="http://schemas.microsoft.com/office/drawing/2014/main" id="{3E16FA07-9855-EC31-54CE-2101841BEFF3}"/>
              </a:ext>
            </a:extLst>
          </p:cNvPr>
          <p:cNvGrpSpPr/>
          <p:nvPr/>
        </p:nvGrpSpPr>
        <p:grpSpPr>
          <a:xfrm>
            <a:off x="6415769" y="3612194"/>
            <a:ext cx="2650343" cy="966987"/>
            <a:chOff x="6744949" y="1487726"/>
            <a:chExt cx="5079992" cy="1183722"/>
          </a:xfrm>
        </p:grpSpPr>
        <p:sp>
          <p:nvSpPr>
            <p:cNvPr id="114" name="Rectangle 230">
              <a:extLst>
                <a:ext uri="{FF2B5EF4-FFF2-40B4-BE49-F238E27FC236}">
                  <a16:creationId xmlns:a16="http://schemas.microsoft.com/office/drawing/2014/main" id="{22CB1E5B-1F45-457E-9005-81CB70C0EEC8}"/>
                </a:ext>
              </a:extLst>
            </p:cNvPr>
            <p:cNvSpPr/>
            <p:nvPr/>
          </p:nvSpPr>
          <p:spPr>
            <a:xfrm>
              <a:off x="6744949" y="1487726"/>
              <a:ext cx="5079992" cy="1183722"/>
            </a:xfrm>
            <a:prstGeom prst="rect">
              <a:avLst/>
            </a:prstGeom>
            <a:solidFill>
              <a:schemeClr val="accent6">
                <a:alpha val="7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  <a:defRPr/>
              </a:pPr>
              <a:endParaRPr lang="en-US" sz="2399">
                <a:solidFill>
                  <a:prstClr val="white"/>
                </a:solidFill>
                <a:ea typeface="Microsoft JhengHei" panose="020B0604030504040204" pitchFamily="34" charset="-120"/>
              </a:endParaRPr>
            </a:p>
          </p:txBody>
        </p:sp>
        <p:sp>
          <p:nvSpPr>
            <p:cNvPr id="115" name="TextBox 232">
              <a:extLst>
                <a:ext uri="{FF2B5EF4-FFF2-40B4-BE49-F238E27FC236}">
                  <a16:creationId xmlns:a16="http://schemas.microsoft.com/office/drawing/2014/main" id="{1CBA708D-D820-3AF0-DA21-3F45B994B30D}"/>
                </a:ext>
              </a:extLst>
            </p:cNvPr>
            <p:cNvSpPr txBox="1"/>
            <p:nvPr/>
          </p:nvSpPr>
          <p:spPr>
            <a:xfrm>
              <a:off x="7886329" y="1683128"/>
              <a:ext cx="2797229" cy="396459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 b="1">
                  <a:solidFill>
                    <a:prstClr val="white"/>
                  </a:solidFill>
                  <a:ea typeface="Microsoft JhengHei" panose="020B0604030504040204" pitchFamily="34" charset="-120"/>
                </a:rPr>
                <a:t>OA</a:t>
              </a:r>
            </a:p>
          </p:txBody>
        </p:sp>
      </p:grpSp>
      <p:sp>
        <p:nvSpPr>
          <p:cNvPr id="116" name="Rectangle 228">
            <a:extLst>
              <a:ext uri="{FF2B5EF4-FFF2-40B4-BE49-F238E27FC236}">
                <a16:creationId xmlns:a16="http://schemas.microsoft.com/office/drawing/2014/main" id="{5B1CBB13-C59E-FB79-7AD7-5056C9881845}"/>
              </a:ext>
            </a:extLst>
          </p:cNvPr>
          <p:cNvSpPr/>
          <p:nvPr/>
        </p:nvSpPr>
        <p:spPr>
          <a:xfrm>
            <a:off x="6415769" y="4525524"/>
            <a:ext cx="2624933" cy="1190413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ea typeface="Microsoft JhengHei" panose="020B0604030504040204" pitchFamily="34" charset="-120"/>
              </a:rPr>
              <a:t>RD</a:t>
            </a:r>
          </a:p>
        </p:txBody>
      </p:sp>
      <p:sp>
        <p:nvSpPr>
          <p:cNvPr id="117" name="Rectangle 228">
            <a:extLst>
              <a:ext uri="{FF2B5EF4-FFF2-40B4-BE49-F238E27FC236}">
                <a16:creationId xmlns:a16="http://schemas.microsoft.com/office/drawing/2014/main" id="{217CC524-697B-D912-FE84-9899C4E2CB1E}"/>
              </a:ext>
            </a:extLst>
          </p:cNvPr>
          <p:cNvSpPr/>
          <p:nvPr/>
        </p:nvSpPr>
        <p:spPr>
          <a:xfrm>
            <a:off x="9210956" y="3623565"/>
            <a:ext cx="2481805" cy="822421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ea typeface="Microsoft JhengHei" panose="020B0604030504040204" pitchFamily="34" charset="-120"/>
              </a:rPr>
              <a:t>NET</a:t>
            </a:r>
          </a:p>
        </p:txBody>
      </p:sp>
      <p:sp>
        <p:nvSpPr>
          <p:cNvPr id="118" name="Rectangle 228">
            <a:extLst>
              <a:ext uri="{FF2B5EF4-FFF2-40B4-BE49-F238E27FC236}">
                <a16:creationId xmlns:a16="http://schemas.microsoft.com/office/drawing/2014/main" id="{57E25BC6-1DA3-EBE6-7A31-DEF71F103CB2}"/>
              </a:ext>
            </a:extLst>
          </p:cNvPr>
          <p:cNvSpPr/>
          <p:nvPr/>
        </p:nvSpPr>
        <p:spPr>
          <a:xfrm>
            <a:off x="9192217" y="4580947"/>
            <a:ext cx="2520775" cy="1102346"/>
          </a:xfrm>
          <a:prstGeom prst="rect">
            <a:avLst/>
          </a:prstGeom>
          <a:solidFill>
            <a:schemeClr val="accent5">
              <a:lumMod val="60000"/>
              <a:lumOff val="40000"/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 err="1">
                <a:solidFill>
                  <a:prstClr val="white"/>
                </a:solidFill>
                <a:ea typeface="Microsoft JhengHei" panose="020B0604030504040204" pitchFamily="34" charset="-120"/>
              </a:rPr>
              <a:t>Lnx</a:t>
            </a:r>
            <a:endParaRPr lang="en-US" sz="2399">
              <a:solidFill>
                <a:prstClr val="white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19" name="Rectangle 228">
            <a:extLst>
              <a:ext uri="{FF2B5EF4-FFF2-40B4-BE49-F238E27FC236}">
                <a16:creationId xmlns:a16="http://schemas.microsoft.com/office/drawing/2014/main" id="{E6018F4B-48BA-8324-7851-C0B5F6DF428B}"/>
              </a:ext>
            </a:extLst>
          </p:cNvPr>
          <p:cNvSpPr/>
          <p:nvPr/>
        </p:nvSpPr>
        <p:spPr>
          <a:xfrm>
            <a:off x="7950569" y="5850897"/>
            <a:ext cx="2501268" cy="907668"/>
          </a:xfrm>
          <a:prstGeom prst="rect">
            <a:avLst/>
          </a:prstGeom>
          <a:solidFill>
            <a:schemeClr val="accent5">
              <a:lumMod val="60000"/>
              <a:lumOff val="40000"/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 err="1">
                <a:solidFill>
                  <a:prstClr val="white"/>
                </a:solidFill>
                <a:ea typeface="Microsoft JhengHei" panose="020B0604030504040204" pitchFamily="34" charset="-120"/>
              </a:rPr>
              <a:t>myvm</a:t>
            </a:r>
            <a:endParaRPr lang="en-US" sz="2399">
              <a:solidFill>
                <a:prstClr val="white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FC223794-267E-82BE-B84A-CE6D9B9A91E2}"/>
              </a:ext>
            </a:extLst>
          </p:cNvPr>
          <p:cNvSpPr/>
          <p:nvPr/>
        </p:nvSpPr>
        <p:spPr bwMode="gray">
          <a:xfrm>
            <a:off x="961062" y="2684001"/>
            <a:ext cx="4878493" cy="299193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sz="1800">
                <a:solidFill>
                  <a:schemeClr val="bg1"/>
                </a:solidFill>
              </a:rPr>
              <a:t>VM MGMT 10.190.0.0/22</a:t>
            </a:r>
            <a:endParaRPr kumimoji="1" lang="zh-TW" altLang="en-US" sz="1800">
              <a:solidFill>
                <a:schemeClr val="bg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2808D35-4503-F65E-C3DD-E1B83742F3CE}"/>
              </a:ext>
            </a:extLst>
          </p:cNvPr>
          <p:cNvSpPr/>
          <p:nvPr/>
        </p:nvSpPr>
        <p:spPr bwMode="gray">
          <a:xfrm>
            <a:off x="6702320" y="2642468"/>
            <a:ext cx="4878493" cy="299193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sz="1800">
                <a:solidFill>
                  <a:schemeClr val="bg1"/>
                </a:solidFill>
              </a:rPr>
              <a:t>VM MGMT 172.16.0.0/22</a:t>
            </a:r>
            <a:endParaRPr kumimoji="1" lang="zh-TW" altLang="en-US" sz="1800">
              <a:solidFill>
                <a:schemeClr val="bg1"/>
              </a:solidFill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B09644FB-CA15-9239-C9E1-CA3399810849}"/>
              </a:ext>
            </a:extLst>
          </p:cNvPr>
          <p:cNvSpPr/>
          <p:nvPr/>
        </p:nvSpPr>
        <p:spPr bwMode="gray">
          <a:xfrm>
            <a:off x="487561" y="4294630"/>
            <a:ext cx="2664240" cy="357788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err="1">
                <a:solidFill>
                  <a:schemeClr val="bg1"/>
                </a:solidFill>
              </a:rPr>
              <a:t>vMotion</a:t>
            </a:r>
            <a:r>
              <a:rPr kumimoji="1" lang="en-US" altLang="zh-TW">
                <a:solidFill>
                  <a:schemeClr val="bg1"/>
                </a:solidFill>
              </a:rPr>
              <a:t>/VSAN/TEPx3</a:t>
            </a:r>
            <a:endParaRPr kumimoji="1" lang="zh-TW" altLang="en-US" sz="1800">
              <a:solidFill>
                <a:schemeClr val="bg1"/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3000929C-36EB-6E0F-2986-11C129EBE010}"/>
              </a:ext>
            </a:extLst>
          </p:cNvPr>
          <p:cNvSpPr/>
          <p:nvPr/>
        </p:nvSpPr>
        <p:spPr bwMode="gray">
          <a:xfrm>
            <a:off x="464449" y="5599380"/>
            <a:ext cx="2726275" cy="357788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err="1">
                <a:solidFill>
                  <a:schemeClr val="bg1"/>
                </a:solidFill>
              </a:rPr>
              <a:t>vMotion</a:t>
            </a:r>
            <a:r>
              <a:rPr kumimoji="1" lang="en-US" altLang="zh-TW">
                <a:solidFill>
                  <a:schemeClr val="bg1"/>
                </a:solidFill>
              </a:rPr>
              <a:t>/VSAN/TEPx3</a:t>
            </a:r>
            <a:endParaRPr kumimoji="1" lang="zh-TW" altLang="en-US">
              <a:solidFill>
                <a:schemeClr val="bg1"/>
              </a:solidFill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2B11623-A998-DF0C-B472-AC0759489ACC}"/>
              </a:ext>
            </a:extLst>
          </p:cNvPr>
          <p:cNvSpPr/>
          <p:nvPr/>
        </p:nvSpPr>
        <p:spPr bwMode="gray">
          <a:xfrm>
            <a:off x="3350741" y="4287351"/>
            <a:ext cx="2648849" cy="357788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err="1">
                <a:solidFill>
                  <a:schemeClr val="bg1"/>
                </a:solidFill>
              </a:rPr>
              <a:t>vMotion</a:t>
            </a:r>
            <a:r>
              <a:rPr kumimoji="1" lang="en-US" altLang="zh-TW">
                <a:solidFill>
                  <a:schemeClr val="bg1"/>
                </a:solidFill>
              </a:rPr>
              <a:t>/VSAN/TEPx3</a:t>
            </a:r>
            <a:endParaRPr kumimoji="1" lang="zh-TW" altLang="en-US">
              <a:solidFill>
                <a:schemeClr val="bg1"/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D4ACDE7A-E749-6F69-84F2-AAA6CCE24046}"/>
              </a:ext>
            </a:extLst>
          </p:cNvPr>
          <p:cNvSpPr/>
          <p:nvPr/>
        </p:nvSpPr>
        <p:spPr bwMode="gray">
          <a:xfrm>
            <a:off x="3386784" y="5599380"/>
            <a:ext cx="2481804" cy="357788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err="1">
                <a:solidFill>
                  <a:schemeClr val="bg1"/>
                </a:solidFill>
              </a:rPr>
              <a:t>vMotion</a:t>
            </a:r>
            <a:r>
              <a:rPr kumimoji="1" lang="en-US" altLang="zh-TW">
                <a:solidFill>
                  <a:schemeClr val="bg1"/>
                </a:solidFill>
              </a:rPr>
              <a:t>/VSAN/TEPx3</a:t>
            </a:r>
            <a:endParaRPr kumimoji="1" lang="zh-TW" altLang="en-US">
              <a:solidFill>
                <a:schemeClr val="bg1"/>
              </a:solidFill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51678F7-01F3-B24D-24B3-7BED19C7D0EF}"/>
              </a:ext>
            </a:extLst>
          </p:cNvPr>
          <p:cNvSpPr/>
          <p:nvPr/>
        </p:nvSpPr>
        <p:spPr bwMode="gray">
          <a:xfrm>
            <a:off x="6512881" y="4230975"/>
            <a:ext cx="2481804" cy="357788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sz="1800" err="1">
                <a:solidFill>
                  <a:schemeClr val="bg1"/>
                </a:solidFill>
              </a:rPr>
              <a:t>vMotion</a:t>
            </a:r>
            <a:r>
              <a:rPr kumimoji="1" lang="en-US" altLang="zh-TW" sz="1800">
                <a:solidFill>
                  <a:schemeClr val="bg1"/>
                </a:solidFill>
              </a:rPr>
              <a:t>/TEPx2</a:t>
            </a:r>
            <a:endParaRPr kumimoji="1" lang="zh-TW" altLang="en-US" sz="1800">
              <a:solidFill>
                <a:schemeClr val="bg1"/>
              </a:solidFill>
            </a:endParaRP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5D657A5-0350-ECE6-B997-D330EE42176E}"/>
              </a:ext>
            </a:extLst>
          </p:cNvPr>
          <p:cNvSpPr/>
          <p:nvPr/>
        </p:nvSpPr>
        <p:spPr bwMode="gray">
          <a:xfrm>
            <a:off x="6524120" y="5336102"/>
            <a:ext cx="2481804" cy="357788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err="1">
                <a:solidFill>
                  <a:schemeClr val="bg1"/>
                </a:solidFill>
              </a:rPr>
              <a:t>vMotion</a:t>
            </a:r>
            <a:r>
              <a:rPr kumimoji="1" lang="en-US" altLang="zh-TW">
                <a:solidFill>
                  <a:schemeClr val="bg1"/>
                </a:solidFill>
              </a:rPr>
              <a:t>/TEPx2</a:t>
            </a:r>
            <a:endParaRPr kumimoji="1" lang="zh-TW" altLang="en-US">
              <a:solidFill>
                <a:schemeClr val="bg1"/>
              </a:solidFill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55B8AAA5-A09D-1949-27FB-F77C8AED8EF9}"/>
              </a:ext>
            </a:extLst>
          </p:cNvPr>
          <p:cNvSpPr/>
          <p:nvPr/>
        </p:nvSpPr>
        <p:spPr bwMode="gray">
          <a:xfrm>
            <a:off x="9192217" y="4230975"/>
            <a:ext cx="2481804" cy="357788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err="1">
                <a:solidFill>
                  <a:schemeClr val="bg1"/>
                </a:solidFill>
              </a:rPr>
              <a:t>vMotion</a:t>
            </a:r>
            <a:r>
              <a:rPr kumimoji="1" lang="en-US" altLang="zh-TW">
                <a:solidFill>
                  <a:schemeClr val="bg1"/>
                </a:solidFill>
              </a:rPr>
              <a:t>/TEPx2</a:t>
            </a:r>
            <a:endParaRPr kumimoji="1" lang="zh-TW" altLang="en-US">
              <a:solidFill>
                <a:schemeClr val="bg1"/>
              </a:solidFill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102D67B-1CC5-9912-EB9F-6299D0DF4CD4}"/>
              </a:ext>
            </a:extLst>
          </p:cNvPr>
          <p:cNvSpPr/>
          <p:nvPr/>
        </p:nvSpPr>
        <p:spPr bwMode="gray">
          <a:xfrm>
            <a:off x="9231187" y="5321778"/>
            <a:ext cx="2481804" cy="357788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err="1">
                <a:solidFill>
                  <a:schemeClr val="bg1"/>
                </a:solidFill>
              </a:rPr>
              <a:t>vMotion</a:t>
            </a:r>
            <a:r>
              <a:rPr kumimoji="1" lang="en-US" altLang="zh-TW">
                <a:solidFill>
                  <a:schemeClr val="bg1"/>
                </a:solidFill>
              </a:rPr>
              <a:t>/TEPx2</a:t>
            </a:r>
            <a:endParaRPr kumimoji="1" lang="zh-TW" altLang="en-US">
              <a:solidFill>
                <a:schemeClr val="bg1"/>
              </a:solidFill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FADA2360-3172-7D1C-A1A9-16E7EB59711B}"/>
              </a:ext>
            </a:extLst>
          </p:cNvPr>
          <p:cNvSpPr/>
          <p:nvPr/>
        </p:nvSpPr>
        <p:spPr bwMode="gray">
          <a:xfrm>
            <a:off x="7992443" y="6504468"/>
            <a:ext cx="2481804" cy="357788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TW" err="1">
                <a:solidFill>
                  <a:schemeClr val="bg1"/>
                </a:solidFill>
              </a:rPr>
              <a:t>vMotion</a:t>
            </a:r>
            <a:r>
              <a:rPr kumimoji="1" lang="en-US" altLang="zh-TW">
                <a:solidFill>
                  <a:schemeClr val="bg1"/>
                </a:solidFill>
              </a:rPr>
              <a:t>/TEPx2</a:t>
            </a:r>
            <a:endParaRPr kumimoji="1" lang="zh-TW" altLang="en-US">
              <a:solidFill>
                <a:schemeClr val="bg1"/>
              </a:solidFill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03880416-4B47-BBDB-43F5-88B9178FD465}"/>
              </a:ext>
            </a:extLst>
          </p:cNvPr>
          <p:cNvSpPr/>
          <p:nvPr/>
        </p:nvSpPr>
        <p:spPr>
          <a:xfrm>
            <a:off x="527726" y="6087821"/>
            <a:ext cx="5404139" cy="253185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TW" sz="1600"/>
              <a:t>No routing is required for VMware functional subnets. </a:t>
            </a:r>
            <a:endParaRPr lang="en-US" sz="1600">
              <a:solidFill>
                <a:srgbClr val="011893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0573363-B284-68DF-7B45-A469AFE1A405}"/>
              </a:ext>
            </a:extLst>
          </p:cNvPr>
          <p:cNvSpPr/>
          <p:nvPr/>
        </p:nvSpPr>
        <p:spPr>
          <a:xfrm>
            <a:off x="1283504" y="1502620"/>
            <a:ext cx="4149373" cy="325981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600">
                <a:solidFill>
                  <a:srgbClr val="011893"/>
                </a:solidFill>
              </a:rPr>
              <a:t>VM</a:t>
            </a:r>
            <a:r>
              <a:rPr lang="zh-TW" altLang="en-US" sz="1600">
                <a:solidFill>
                  <a:srgbClr val="011893"/>
                </a:solidFill>
              </a:rPr>
              <a:t> </a:t>
            </a:r>
            <a:r>
              <a:rPr lang="en-US" altLang="zh-TW" sz="1600" err="1">
                <a:solidFill>
                  <a:srgbClr val="011893"/>
                </a:solidFill>
              </a:rPr>
              <a:t>mgmt</a:t>
            </a:r>
            <a:r>
              <a:rPr lang="en-US" altLang="zh-TW" sz="1600">
                <a:solidFill>
                  <a:srgbClr val="011893"/>
                </a:solidFill>
              </a:rPr>
              <a:t> network</a:t>
            </a:r>
            <a:endParaRPr lang="en-US" sz="1600">
              <a:solidFill>
                <a:srgbClr val="011893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BE3C27F4-65AD-48BA-FBE3-E4BD9C019BBC}"/>
              </a:ext>
            </a:extLst>
          </p:cNvPr>
          <p:cNvSpPr/>
          <p:nvPr/>
        </p:nvSpPr>
        <p:spPr>
          <a:xfrm>
            <a:off x="6881105" y="1437497"/>
            <a:ext cx="4149373" cy="325981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600">
                <a:solidFill>
                  <a:srgbClr val="011893"/>
                </a:solidFill>
              </a:rPr>
              <a:t>VM mgmt. network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0B0A82C9-D51C-F821-9429-F574B0620B61}"/>
              </a:ext>
            </a:extLst>
          </p:cNvPr>
          <p:cNvSpPr/>
          <p:nvPr/>
        </p:nvSpPr>
        <p:spPr>
          <a:xfrm>
            <a:off x="6529118" y="5834481"/>
            <a:ext cx="5404139" cy="253185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TW" sz="1600"/>
              <a:t>No routing is required for VMware functional subnets. </a:t>
            </a:r>
            <a:endParaRPr lang="en-US" sz="1600">
              <a:solidFill>
                <a:srgbClr val="011893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BC1093-8973-13E8-5248-472AB51E8ECE}"/>
              </a:ext>
            </a:extLst>
          </p:cNvPr>
          <p:cNvSpPr/>
          <p:nvPr/>
        </p:nvSpPr>
        <p:spPr>
          <a:xfrm>
            <a:off x="1017551" y="3336048"/>
            <a:ext cx="2180182" cy="2531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+mj-lt"/>
                <a:ea typeface="Microsoft JhengHei" panose="020B0604030504040204" pitchFamily="34" charset="-120"/>
              </a:rPr>
              <a:t>TOR 10Gbps For VCF 1</a:t>
            </a:r>
          </a:p>
        </p:txBody>
      </p:sp>
      <p:sp>
        <p:nvSpPr>
          <p:cNvPr id="16" name="Rectangle 79">
            <a:extLst>
              <a:ext uri="{FF2B5EF4-FFF2-40B4-BE49-F238E27FC236}">
                <a16:creationId xmlns:a16="http://schemas.microsoft.com/office/drawing/2014/main" id="{2B887405-AA73-7798-8F5A-13BB90E7A8AB}"/>
              </a:ext>
            </a:extLst>
          </p:cNvPr>
          <p:cNvSpPr/>
          <p:nvPr/>
        </p:nvSpPr>
        <p:spPr>
          <a:xfrm>
            <a:off x="3367987" y="3310671"/>
            <a:ext cx="2325872" cy="2531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+mj-lt"/>
                <a:ea typeface="Microsoft JhengHei" panose="020B0604030504040204" pitchFamily="34" charset="-120"/>
              </a:rPr>
              <a:t>TOR 10Gbps For VCF 2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C447B41-9101-C74F-28EC-C9976D997531}"/>
              </a:ext>
            </a:extLst>
          </p:cNvPr>
          <p:cNvSpPr/>
          <p:nvPr/>
        </p:nvSpPr>
        <p:spPr>
          <a:xfrm>
            <a:off x="6630607" y="3318803"/>
            <a:ext cx="2180182" cy="2531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+mj-lt"/>
                <a:ea typeface="Microsoft JhengHei" panose="020B0604030504040204" pitchFamily="34" charset="-120"/>
              </a:rPr>
              <a:t>TOR 10Gbps For VCF 1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EA0DE66-CDA0-009B-611B-6BD73F5D61E9}"/>
              </a:ext>
            </a:extLst>
          </p:cNvPr>
          <p:cNvSpPr/>
          <p:nvPr/>
        </p:nvSpPr>
        <p:spPr>
          <a:xfrm>
            <a:off x="9201203" y="3347219"/>
            <a:ext cx="2465742" cy="25318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bg1"/>
                </a:solidFill>
                <a:latin typeface="+mj-lt"/>
                <a:ea typeface="Microsoft JhengHei" panose="020B0604030504040204" pitchFamily="34" charset="-120"/>
              </a:rPr>
              <a:t>TOR 10Gbps For VCF 2</a:t>
            </a:r>
          </a:p>
        </p:txBody>
      </p:sp>
    </p:spTree>
    <p:extLst>
      <p:ext uri="{BB962C8B-B14F-4D97-AF65-F5344CB8AC3E}">
        <p14:creationId xmlns:p14="http://schemas.microsoft.com/office/powerpoint/2010/main" val="2979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8F9B-C7EF-A1BE-DD43-6FBBD776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35202-C86C-C76F-49C1-3377EF30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lang="en" altLang="zh-TW"/>
              <a:t>Architecture</a:t>
            </a:r>
            <a:r>
              <a:rPr lang="zh-TW" altLang="en-US"/>
              <a:t> </a:t>
            </a:r>
            <a:r>
              <a:rPr lang="en" altLang="zh-TW"/>
              <a:t>Design For MES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687DDF1-0952-20ED-97AA-9DFEA405DB00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459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C07C-039F-CD6F-EEF1-517725C5A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D2978C-4B40-6058-6DD0-3BB4491AE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MES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40CB872-7029-3304-9F98-89F27FF84868}"/>
              </a:ext>
            </a:extLst>
          </p:cNvPr>
          <p:cNvGrpSpPr/>
          <p:nvPr/>
        </p:nvGrpSpPr>
        <p:grpSpPr>
          <a:xfrm>
            <a:off x="428801" y="1115341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0EC5087-C3E5-5313-B9B2-1BC8C42C1420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232FD58F-99FF-0F08-A016-4D4E93782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8E8A2042-6B47-056E-4960-F7A47DFB9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DDDBF0B1-002D-AE1C-0C21-C18E92C0B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BC98A21C-59ED-B70C-F678-F9450996C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8D99AF6F-020D-1D37-A4BB-1CAB7BC1D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D10467E-000B-93A8-063B-5DEEF1F9FC3A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4721567D-B4F5-DAD6-AA75-26BE51281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20BD8F5E-85C2-C341-0485-E333B28C0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91967C20-48C9-388A-DE4B-0B5133020C0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CB50C0FD-D6D4-689B-5003-827416AB6E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FC4C1A28-FB2B-98B1-78A6-1EF5E42BF4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E2F6B69-9845-1365-227A-124E79A8F192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3AADA35C-70D9-A367-3EE2-5A1E1E1CFC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553CD267-47F4-2DB0-BD33-D589329CF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7A50C9BA-B08B-F3BC-7430-F11FAE2AD982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906C16F2-DE75-5FB7-31E0-AB4C0D7736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1954DAC1-647B-A480-2D26-06AC4C58F9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6BBC2BE1-1497-CFA7-E9B9-E6C8C18D4681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D33BB0DC-980B-E5AA-C9AB-69A5D354B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342FF820-0C1A-EF5C-01E9-5A232ED59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8DA596F5-05EA-EB38-6D76-B9C2378D6426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AFDA1FCB-3B2C-046C-A984-21AC4851E7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79281B42-1ABC-4D64-7A8A-904F023EAB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84A7844-B473-A07B-C711-F33EEC5259DE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B5EDBB3C-FE6C-2E7C-0C35-B906C00F0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EFE6DBFD-C916-9FD5-2C00-859E793E3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EC51E46C-A94C-E81C-4805-4E3BCF58EFD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1EF77860-38E4-F836-7DBB-0CF34E7ED1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F2789D13-34C8-B92D-4490-4300004D41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2413FB36-DD60-14A7-255A-39CEA40DE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3C27B62E-5753-B865-0C5B-2E0B7CCE3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530" y="1204295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1　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57CD1D-CDDE-BFA4-B94C-8C476CC9ECA3}"/>
              </a:ext>
            </a:extLst>
          </p:cNvPr>
          <p:cNvGrpSpPr/>
          <p:nvPr/>
        </p:nvGrpSpPr>
        <p:grpSpPr>
          <a:xfrm>
            <a:off x="1583136" y="1713697"/>
            <a:ext cx="109364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966F72DB-8839-6BB8-80C5-D1969639C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DC1FCC55-4B6E-006D-3F63-7F3F35C84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73F6AC64-AC31-F682-AB3C-4B7FDEED4F51}"/>
              </a:ext>
            </a:extLst>
          </p:cNvPr>
          <p:cNvGrpSpPr/>
          <p:nvPr/>
        </p:nvGrpSpPr>
        <p:grpSpPr>
          <a:xfrm>
            <a:off x="3694430" y="127947"/>
            <a:ext cx="4989030" cy="582235"/>
            <a:chOff x="7013317" y="1563598"/>
            <a:chExt cx="4366401" cy="1698272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D1BD0515-65F8-0A67-B69B-5F1CFD088A54}"/>
                </a:ext>
              </a:extLst>
            </p:cNvPr>
            <p:cNvSpPr txBox="1"/>
            <p:nvPr/>
          </p:nvSpPr>
          <p:spPr>
            <a:xfrm>
              <a:off x="7941651" y="1563598"/>
              <a:ext cx="2991984" cy="10769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endParaRPr lang="en-US" sz="2399" b="1" u="sng">
                <a:solidFill>
                  <a:schemeClr val="tx1">
                    <a:lumMod val="95000"/>
                    <a:lumOff val="5000"/>
                  </a:schemeClr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473C0887-D524-A52E-458B-3728249F7E00}"/>
                </a:ext>
              </a:extLst>
            </p:cNvPr>
            <p:cNvSpPr txBox="1"/>
            <p:nvPr/>
          </p:nvSpPr>
          <p:spPr>
            <a:xfrm>
              <a:off x="7013317" y="2442338"/>
              <a:ext cx="1904756" cy="7386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  <a:b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</a:b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08723DC9-A3F4-E44F-24C2-7E4F3049A871}"/>
                </a:ext>
              </a:extLst>
            </p:cNvPr>
            <p:cNvSpPr txBox="1"/>
            <p:nvPr/>
          </p:nvSpPr>
          <p:spPr>
            <a:xfrm>
              <a:off x="9579661" y="2446306"/>
              <a:ext cx="1800057" cy="8155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</a:p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</p:grpSp>
      <p:sp>
        <p:nvSpPr>
          <p:cNvPr id="12" name="副標題 11">
            <a:extLst>
              <a:ext uri="{FF2B5EF4-FFF2-40B4-BE49-F238E27FC236}">
                <a16:creationId xmlns:a16="http://schemas.microsoft.com/office/drawing/2014/main" id="{DFA7D896-7356-4C73-6416-93E1F709B35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endParaRPr lang="en-US"/>
          </a:p>
        </p:txBody>
      </p:sp>
      <p:grpSp>
        <p:nvGrpSpPr>
          <p:cNvPr id="418" name="Group 79">
            <a:extLst>
              <a:ext uri="{FF2B5EF4-FFF2-40B4-BE49-F238E27FC236}">
                <a16:creationId xmlns:a16="http://schemas.microsoft.com/office/drawing/2014/main" id="{E0F846D2-0AC8-A17A-98D5-C5297F1BBEB8}"/>
              </a:ext>
            </a:extLst>
          </p:cNvPr>
          <p:cNvGrpSpPr/>
          <p:nvPr/>
        </p:nvGrpSpPr>
        <p:grpSpPr>
          <a:xfrm>
            <a:off x="428801" y="3668837"/>
            <a:ext cx="5341574" cy="2293191"/>
            <a:chOff x="1317226" y="3852345"/>
            <a:chExt cx="5342965" cy="2293788"/>
          </a:xfrm>
        </p:grpSpPr>
        <p:sp>
          <p:nvSpPr>
            <p:cNvPr id="419" name="Rectangle 80">
              <a:extLst>
                <a:ext uri="{FF2B5EF4-FFF2-40B4-BE49-F238E27FC236}">
                  <a16:creationId xmlns:a16="http://schemas.microsoft.com/office/drawing/2014/main" id="{ED3421A4-D63A-D5EF-E686-3BA7F34F2F15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1" name="Rectangle 1491">
              <a:extLst>
                <a:ext uri="{FF2B5EF4-FFF2-40B4-BE49-F238E27FC236}">
                  <a16:creationId xmlns:a16="http://schemas.microsoft.com/office/drawing/2014/main" id="{93529FF2-3AA9-4A1E-DBDE-A56E9F731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412137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2" name="Rectangle 1619">
              <a:extLst>
                <a:ext uri="{FF2B5EF4-FFF2-40B4-BE49-F238E27FC236}">
                  <a16:creationId xmlns:a16="http://schemas.microsoft.com/office/drawing/2014/main" id="{0240B7FD-3C0E-2604-0375-743E135AB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3" name="Rectangle 1620">
              <a:extLst>
                <a:ext uri="{FF2B5EF4-FFF2-40B4-BE49-F238E27FC236}">
                  <a16:creationId xmlns:a16="http://schemas.microsoft.com/office/drawing/2014/main" id="{24EE7A41-D5D3-AD24-125A-F45FBA2C5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412136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8" name="Rectangle 1623">
              <a:extLst>
                <a:ext uri="{FF2B5EF4-FFF2-40B4-BE49-F238E27FC236}">
                  <a16:creationId xmlns:a16="http://schemas.microsoft.com/office/drawing/2014/main" id="{8AF57F4A-8A34-A1C5-7E20-F975595EFBF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536585" y="4653642"/>
              <a:ext cx="61503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1" name="Rectangle 1626">
              <a:extLst>
                <a:ext uri="{FF2B5EF4-FFF2-40B4-BE49-F238E27FC236}">
                  <a16:creationId xmlns:a16="http://schemas.microsoft.com/office/drawing/2014/main" id="{DF95F6F6-4367-1D2F-99D8-B66B490E4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3" name="Rectangle 1628">
              <a:extLst>
                <a:ext uri="{FF2B5EF4-FFF2-40B4-BE49-F238E27FC236}">
                  <a16:creationId xmlns:a16="http://schemas.microsoft.com/office/drawing/2014/main" id="{9130B6A5-BB24-35F3-8090-1F59536B3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13" y="452350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4" name="Rectangle 1629">
              <a:extLst>
                <a:ext uri="{FF2B5EF4-FFF2-40B4-BE49-F238E27FC236}">
                  <a16:creationId xmlns:a16="http://schemas.microsoft.com/office/drawing/2014/main" id="{74FEEE49-CB60-0A63-0129-DED3911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435" name="Group 101">
              <a:extLst>
                <a:ext uri="{FF2B5EF4-FFF2-40B4-BE49-F238E27FC236}">
                  <a16:creationId xmlns:a16="http://schemas.microsoft.com/office/drawing/2014/main" id="{C4AD7E6A-9179-7B90-F4C6-952A84B2AAED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289" name="Rectangle 1630">
                <a:extLst>
                  <a:ext uri="{FF2B5EF4-FFF2-40B4-BE49-F238E27FC236}">
                    <a16:creationId xmlns:a16="http://schemas.microsoft.com/office/drawing/2014/main" id="{E453BAA4-3EF7-61DC-88EA-8935E69A4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90" name="Rectangle 1630">
                <a:extLst>
                  <a:ext uri="{FF2B5EF4-FFF2-40B4-BE49-F238E27FC236}">
                    <a16:creationId xmlns:a16="http://schemas.microsoft.com/office/drawing/2014/main" id="{E4552313-A3FE-118D-CAEA-35554CDE1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91" name="Group 125">
                <a:extLst>
                  <a:ext uri="{FF2B5EF4-FFF2-40B4-BE49-F238E27FC236}">
                    <a16:creationId xmlns:a16="http://schemas.microsoft.com/office/drawing/2014/main" id="{F151F6BD-4C3B-C6C9-32B0-68BE130CF4C9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92" name="Rectangle 1630">
                  <a:extLst>
                    <a:ext uri="{FF2B5EF4-FFF2-40B4-BE49-F238E27FC236}">
                      <a16:creationId xmlns:a16="http://schemas.microsoft.com/office/drawing/2014/main" id="{B54EF478-4D86-F931-179B-F8E2BBAAE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93" name="Rectangle 1484">
                  <a:extLst>
                    <a:ext uri="{FF2B5EF4-FFF2-40B4-BE49-F238E27FC236}">
                      <a16:creationId xmlns:a16="http://schemas.microsoft.com/office/drawing/2014/main" id="{A14A5314-B8EA-DC56-99A4-DFA5D1B05A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6" name="Group 102">
              <a:extLst>
                <a:ext uri="{FF2B5EF4-FFF2-40B4-BE49-F238E27FC236}">
                  <a16:creationId xmlns:a16="http://schemas.microsoft.com/office/drawing/2014/main" id="{825F5DF9-785A-D5B6-D9FF-E6073AB106E9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284" name="Rectangle 1630">
                <a:extLst>
                  <a:ext uri="{FF2B5EF4-FFF2-40B4-BE49-F238E27FC236}">
                    <a16:creationId xmlns:a16="http://schemas.microsoft.com/office/drawing/2014/main" id="{F74EDB42-29B1-64DF-27F4-C40FA9793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5" name="Rectangle 1630">
                <a:extLst>
                  <a:ext uri="{FF2B5EF4-FFF2-40B4-BE49-F238E27FC236}">
                    <a16:creationId xmlns:a16="http://schemas.microsoft.com/office/drawing/2014/main" id="{BB4135D4-A8B6-CB2C-6DCF-066BC06DA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6" name="Group 120">
                <a:extLst>
                  <a:ext uri="{FF2B5EF4-FFF2-40B4-BE49-F238E27FC236}">
                    <a16:creationId xmlns:a16="http://schemas.microsoft.com/office/drawing/2014/main" id="{075DC6A8-A1FA-2165-C39F-893AA438568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7" name="Rectangle 1630">
                  <a:extLst>
                    <a:ext uri="{FF2B5EF4-FFF2-40B4-BE49-F238E27FC236}">
                      <a16:creationId xmlns:a16="http://schemas.microsoft.com/office/drawing/2014/main" id="{88446B61-4245-1A7E-28EB-2E99AA4CF0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8" name="Rectangle 1484">
                  <a:extLst>
                    <a:ext uri="{FF2B5EF4-FFF2-40B4-BE49-F238E27FC236}">
                      <a16:creationId xmlns:a16="http://schemas.microsoft.com/office/drawing/2014/main" id="{16E50CB8-6BD2-31D6-C930-B273157D7C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7" name="Group 103">
              <a:extLst>
                <a:ext uri="{FF2B5EF4-FFF2-40B4-BE49-F238E27FC236}">
                  <a16:creationId xmlns:a16="http://schemas.microsoft.com/office/drawing/2014/main" id="{C0FD302A-137F-ED50-FE27-5FD05BAFDE6C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447" name="Rectangle 1630">
                <a:extLst>
                  <a:ext uri="{FF2B5EF4-FFF2-40B4-BE49-F238E27FC236}">
                    <a16:creationId xmlns:a16="http://schemas.microsoft.com/office/drawing/2014/main" id="{E0062209-D02D-A1FD-B2A8-33CC53C68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0" name="Rectangle 1630">
                <a:extLst>
                  <a:ext uri="{FF2B5EF4-FFF2-40B4-BE49-F238E27FC236}">
                    <a16:creationId xmlns:a16="http://schemas.microsoft.com/office/drawing/2014/main" id="{58EF3621-B3FD-A94E-CE76-028F73A9A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1" name="Group 115">
                <a:extLst>
                  <a:ext uri="{FF2B5EF4-FFF2-40B4-BE49-F238E27FC236}">
                    <a16:creationId xmlns:a16="http://schemas.microsoft.com/office/drawing/2014/main" id="{C2BCF452-EA14-4EAA-A68B-AACD7FE83D99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2" name="Rectangle 1630">
                  <a:extLst>
                    <a:ext uri="{FF2B5EF4-FFF2-40B4-BE49-F238E27FC236}">
                      <a16:creationId xmlns:a16="http://schemas.microsoft.com/office/drawing/2014/main" id="{37C345B2-0A9A-F6E7-B7BC-A7ABC2D0A7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3" name="Rectangle 1484">
                  <a:extLst>
                    <a:ext uri="{FF2B5EF4-FFF2-40B4-BE49-F238E27FC236}">
                      <a16:creationId xmlns:a16="http://schemas.microsoft.com/office/drawing/2014/main" id="{DC609F0C-D131-3968-6F0A-4E6E93806F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8" name="Group 104">
              <a:extLst>
                <a:ext uri="{FF2B5EF4-FFF2-40B4-BE49-F238E27FC236}">
                  <a16:creationId xmlns:a16="http://schemas.microsoft.com/office/drawing/2014/main" id="{B75B6E79-9557-3233-9334-5345A919B102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442" name="Rectangle 1630">
                <a:extLst>
                  <a:ext uri="{FF2B5EF4-FFF2-40B4-BE49-F238E27FC236}">
                    <a16:creationId xmlns:a16="http://schemas.microsoft.com/office/drawing/2014/main" id="{9A1EC8F7-43B9-8E05-B02F-CB153FE78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43" name="Rectangle 1630">
                <a:extLst>
                  <a:ext uri="{FF2B5EF4-FFF2-40B4-BE49-F238E27FC236}">
                    <a16:creationId xmlns:a16="http://schemas.microsoft.com/office/drawing/2014/main" id="{B4C93A74-9532-E544-1EBA-4EF51F344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44" name="Group 110">
                <a:extLst>
                  <a:ext uri="{FF2B5EF4-FFF2-40B4-BE49-F238E27FC236}">
                    <a16:creationId xmlns:a16="http://schemas.microsoft.com/office/drawing/2014/main" id="{B445DC5C-705F-F780-3F94-7154DE80613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5" name="Rectangle 1630">
                  <a:extLst>
                    <a:ext uri="{FF2B5EF4-FFF2-40B4-BE49-F238E27FC236}">
                      <a16:creationId xmlns:a16="http://schemas.microsoft.com/office/drawing/2014/main" id="{C16286B9-A664-B51C-5246-59AD968F66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46" name="Rectangle 1484">
                  <a:extLst>
                    <a:ext uri="{FF2B5EF4-FFF2-40B4-BE49-F238E27FC236}">
                      <a16:creationId xmlns:a16="http://schemas.microsoft.com/office/drawing/2014/main" id="{1AD55402-8CAF-8239-6294-604B379BEA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440" name="Rectangle 1628">
              <a:extLst>
                <a:ext uri="{FF2B5EF4-FFF2-40B4-BE49-F238E27FC236}">
                  <a16:creationId xmlns:a16="http://schemas.microsoft.com/office/drawing/2014/main" id="{36B228BB-3FF5-7F1F-D73C-A1BE48617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044" y="451613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41" name="Rectangle 1629">
              <a:extLst>
                <a:ext uri="{FF2B5EF4-FFF2-40B4-BE49-F238E27FC236}">
                  <a16:creationId xmlns:a16="http://schemas.microsoft.com/office/drawing/2014/main" id="{735D3B71-80A3-D533-9D3F-8ADFBA8D6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294" name="Rectangle 1490">
            <a:extLst>
              <a:ext uri="{FF2B5EF4-FFF2-40B4-BE49-F238E27FC236}">
                <a16:creationId xmlns:a16="http://schemas.microsoft.com/office/drawing/2014/main" id="{20428C04-D95C-4188-B951-1843C09BE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530" y="3757791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3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A75AF13E-0D3F-570F-6246-9433B549C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33" y="2338139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1B6DA7AD-2C28-B406-3BDB-73A08BB66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160" y="2383128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CD4BF4AE-7D9A-9296-8969-ECF187C6B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293" y="2391259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316508EE-202A-2300-09FE-DD85C4F2D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044" y="2412908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1" name="Rectangle 1491">
            <a:extLst>
              <a:ext uri="{FF2B5EF4-FFF2-40B4-BE49-F238E27FC236}">
                <a16:creationId xmlns:a16="http://schemas.microsoft.com/office/drawing/2014/main" id="{E9C69280-C159-7911-24C3-63A22546E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32" y="4881549"/>
            <a:ext cx="2411509" cy="90407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2" name="Rectangle 1620">
            <a:extLst>
              <a:ext uri="{FF2B5EF4-FFF2-40B4-BE49-F238E27FC236}">
                <a16:creationId xmlns:a16="http://schemas.microsoft.com/office/drawing/2014/main" id="{FC2169C7-4676-864F-4790-2D5F9F6A3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061" y="4937062"/>
            <a:ext cx="2356416" cy="87700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4" name="Rectangle 1490">
            <a:extLst>
              <a:ext uri="{FF2B5EF4-FFF2-40B4-BE49-F238E27FC236}">
                <a16:creationId xmlns:a16="http://schemas.microsoft.com/office/drawing/2014/main" id="{986BB772-B623-02E3-7920-7FE53858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348" y="5020743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5" name="Rectangle 1490">
            <a:extLst>
              <a:ext uri="{FF2B5EF4-FFF2-40B4-BE49-F238E27FC236}">
                <a16:creationId xmlns:a16="http://schemas.microsoft.com/office/drawing/2014/main" id="{702E27B2-696D-B6B7-F3B6-388CECB3F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61" y="4927272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5E93FBFE-47A6-F741-95AF-0B072DE7E996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pSp>
        <p:nvGrpSpPr>
          <p:cNvPr id="9364" name="Group 79">
            <a:extLst>
              <a:ext uri="{FF2B5EF4-FFF2-40B4-BE49-F238E27FC236}">
                <a16:creationId xmlns:a16="http://schemas.microsoft.com/office/drawing/2014/main" id="{21677E3D-2C15-805B-035D-2AE4E0C7068C}"/>
              </a:ext>
            </a:extLst>
          </p:cNvPr>
          <p:cNvGrpSpPr/>
          <p:nvPr/>
        </p:nvGrpSpPr>
        <p:grpSpPr>
          <a:xfrm>
            <a:off x="5968685" y="1089274"/>
            <a:ext cx="5341574" cy="2293191"/>
            <a:chOff x="1317226" y="3852345"/>
            <a:chExt cx="5342965" cy="2293788"/>
          </a:xfrm>
        </p:grpSpPr>
        <p:sp>
          <p:nvSpPr>
            <p:cNvPr id="9365" name="Rectangle 80">
              <a:extLst>
                <a:ext uri="{FF2B5EF4-FFF2-40B4-BE49-F238E27FC236}">
                  <a16:creationId xmlns:a16="http://schemas.microsoft.com/office/drawing/2014/main" id="{988EBCDD-9CC3-7312-28C8-D3F7D07C2809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7" name="Rectangle 1491">
              <a:extLst>
                <a:ext uri="{FF2B5EF4-FFF2-40B4-BE49-F238E27FC236}">
                  <a16:creationId xmlns:a16="http://schemas.microsoft.com/office/drawing/2014/main" id="{1B5DBBFB-29C3-6115-C983-1C32863EB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8" name="Rectangle 1619">
              <a:extLst>
                <a:ext uri="{FF2B5EF4-FFF2-40B4-BE49-F238E27FC236}">
                  <a16:creationId xmlns:a16="http://schemas.microsoft.com/office/drawing/2014/main" id="{036BBC4A-53C8-40CF-FD31-5F92ABBE6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9" name="Rectangle 1620">
              <a:extLst>
                <a:ext uri="{FF2B5EF4-FFF2-40B4-BE49-F238E27FC236}">
                  <a16:creationId xmlns:a16="http://schemas.microsoft.com/office/drawing/2014/main" id="{2CC8CA6F-204C-0999-B945-24D889AF4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0" name="Rectangle 1626">
              <a:extLst>
                <a:ext uri="{FF2B5EF4-FFF2-40B4-BE49-F238E27FC236}">
                  <a16:creationId xmlns:a16="http://schemas.microsoft.com/office/drawing/2014/main" id="{FDAE0922-FA8D-A460-EC37-A5BE4CC1B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1" name="Rectangle 1629">
              <a:extLst>
                <a:ext uri="{FF2B5EF4-FFF2-40B4-BE49-F238E27FC236}">
                  <a16:creationId xmlns:a16="http://schemas.microsoft.com/office/drawing/2014/main" id="{4DDE4C5B-2B10-0762-01AF-91FC42816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9372" name="Group 101">
              <a:extLst>
                <a:ext uri="{FF2B5EF4-FFF2-40B4-BE49-F238E27FC236}">
                  <a16:creationId xmlns:a16="http://schemas.microsoft.com/office/drawing/2014/main" id="{160754B8-986D-554F-5CE5-5B1C1E9DAB15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392" name="Rectangle 1630">
                <a:extLst>
                  <a:ext uri="{FF2B5EF4-FFF2-40B4-BE49-F238E27FC236}">
                    <a16:creationId xmlns:a16="http://schemas.microsoft.com/office/drawing/2014/main" id="{0AD333BB-C9EF-2D05-31E3-CF01FA2BB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93" name="Rectangle 1630">
                <a:extLst>
                  <a:ext uri="{FF2B5EF4-FFF2-40B4-BE49-F238E27FC236}">
                    <a16:creationId xmlns:a16="http://schemas.microsoft.com/office/drawing/2014/main" id="{E16B2337-F064-FDAD-64F3-08126FD47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94" name="Group 125">
                <a:extLst>
                  <a:ext uri="{FF2B5EF4-FFF2-40B4-BE49-F238E27FC236}">
                    <a16:creationId xmlns:a16="http://schemas.microsoft.com/office/drawing/2014/main" id="{18F3FEDE-6AF3-20A2-5EF9-7B135F200B9D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5" name="Rectangle 1630">
                  <a:extLst>
                    <a:ext uri="{FF2B5EF4-FFF2-40B4-BE49-F238E27FC236}">
                      <a16:creationId xmlns:a16="http://schemas.microsoft.com/office/drawing/2014/main" id="{E51EF1DC-CD7F-9D24-DCE5-6753EE9F1F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6" name="Rectangle 1484">
                  <a:extLst>
                    <a:ext uri="{FF2B5EF4-FFF2-40B4-BE49-F238E27FC236}">
                      <a16:creationId xmlns:a16="http://schemas.microsoft.com/office/drawing/2014/main" id="{63187BD0-9B6A-D2ED-C08B-AE64876045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3" name="Group 102">
              <a:extLst>
                <a:ext uri="{FF2B5EF4-FFF2-40B4-BE49-F238E27FC236}">
                  <a16:creationId xmlns:a16="http://schemas.microsoft.com/office/drawing/2014/main" id="{E35E56C6-8F34-1CB9-10D8-9A7BB15950D5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387" name="Rectangle 1630">
                <a:extLst>
                  <a:ext uri="{FF2B5EF4-FFF2-40B4-BE49-F238E27FC236}">
                    <a16:creationId xmlns:a16="http://schemas.microsoft.com/office/drawing/2014/main" id="{F8AEF199-72AF-21EB-4C5B-D0761D7BC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8" name="Rectangle 1630">
                <a:extLst>
                  <a:ext uri="{FF2B5EF4-FFF2-40B4-BE49-F238E27FC236}">
                    <a16:creationId xmlns:a16="http://schemas.microsoft.com/office/drawing/2014/main" id="{0A7ED626-4EA9-A262-8F13-28D9A58ED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9" name="Group 120">
                <a:extLst>
                  <a:ext uri="{FF2B5EF4-FFF2-40B4-BE49-F238E27FC236}">
                    <a16:creationId xmlns:a16="http://schemas.microsoft.com/office/drawing/2014/main" id="{01A9235A-AD13-BBA5-7DC1-01A6E074A453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0" name="Rectangle 1630">
                  <a:extLst>
                    <a:ext uri="{FF2B5EF4-FFF2-40B4-BE49-F238E27FC236}">
                      <a16:creationId xmlns:a16="http://schemas.microsoft.com/office/drawing/2014/main" id="{5167ABE6-534E-0C15-B716-19729AF543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1" name="Rectangle 1484">
                  <a:extLst>
                    <a:ext uri="{FF2B5EF4-FFF2-40B4-BE49-F238E27FC236}">
                      <a16:creationId xmlns:a16="http://schemas.microsoft.com/office/drawing/2014/main" id="{DDB7A399-8EC4-525A-1D4A-F5B4AE41A0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4" name="Group 103">
              <a:extLst>
                <a:ext uri="{FF2B5EF4-FFF2-40B4-BE49-F238E27FC236}">
                  <a16:creationId xmlns:a16="http://schemas.microsoft.com/office/drawing/2014/main" id="{C1BBFDE4-1D4A-006F-828F-2DDD3B06AA17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9382" name="Rectangle 1630">
                <a:extLst>
                  <a:ext uri="{FF2B5EF4-FFF2-40B4-BE49-F238E27FC236}">
                    <a16:creationId xmlns:a16="http://schemas.microsoft.com/office/drawing/2014/main" id="{04D853A6-A9CB-3754-CD91-6F920FEE9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3" name="Rectangle 1630">
                <a:extLst>
                  <a:ext uri="{FF2B5EF4-FFF2-40B4-BE49-F238E27FC236}">
                    <a16:creationId xmlns:a16="http://schemas.microsoft.com/office/drawing/2014/main" id="{213761E0-8A2E-F2CC-FCFA-F1F37E3E5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4" name="Group 115">
                <a:extLst>
                  <a:ext uri="{FF2B5EF4-FFF2-40B4-BE49-F238E27FC236}">
                    <a16:creationId xmlns:a16="http://schemas.microsoft.com/office/drawing/2014/main" id="{B5D99C81-1BF5-C7F4-AE81-42A4C473552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5" name="Rectangle 1630">
                  <a:extLst>
                    <a:ext uri="{FF2B5EF4-FFF2-40B4-BE49-F238E27FC236}">
                      <a16:creationId xmlns:a16="http://schemas.microsoft.com/office/drawing/2014/main" id="{F62702D2-2A1F-36F8-D091-4634A56EF0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6" name="Rectangle 1484">
                  <a:extLst>
                    <a:ext uri="{FF2B5EF4-FFF2-40B4-BE49-F238E27FC236}">
                      <a16:creationId xmlns:a16="http://schemas.microsoft.com/office/drawing/2014/main" id="{D7BA20E0-C582-9B3B-50A5-070943D4DB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5" name="Group 104">
              <a:extLst>
                <a:ext uri="{FF2B5EF4-FFF2-40B4-BE49-F238E27FC236}">
                  <a16:creationId xmlns:a16="http://schemas.microsoft.com/office/drawing/2014/main" id="{BD343369-F644-F575-37B3-E9A9D9BF5D8A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9377" name="Rectangle 1630">
                <a:extLst>
                  <a:ext uri="{FF2B5EF4-FFF2-40B4-BE49-F238E27FC236}">
                    <a16:creationId xmlns:a16="http://schemas.microsoft.com/office/drawing/2014/main" id="{9331A6B1-03C5-EB95-76A5-8380AC587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78" name="Rectangle 1630">
                <a:extLst>
                  <a:ext uri="{FF2B5EF4-FFF2-40B4-BE49-F238E27FC236}">
                    <a16:creationId xmlns:a16="http://schemas.microsoft.com/office/drawing/2014/main" id="{31B4E476-CDEF-AD9B-5C61-F0F516E21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79" name="Group 110">
                <a:extLst>
                  <a:ext uri="{FF2B5EF4-FFF2-40B4-BE49-F238E27FC236}">
                    <a16:creationId xmlns:a16="http://schemas.microsoft.com/office/drawing/2014/main" id="{96FF3F9E-95DD-31E4-E883-5CC749FDF413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0" name="Rectangle 1630">
                  <a:extLst>
                    <a:ext uri="{FF2B5EF4-FFF2-40B4-BE49-F238E27FC236}">
                      <a16:creationId xmlns:a16="http://schemas.microsoft.com/office/drawing/2014/main" id="{5A7AF5AC-6E57-9D8E-89FB-F2960967F9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1" name="Rectangle 1484">
                  <a:extLst>
                    <a:ext uri="{FF2B5EF4-FFF2-40B4-BE49-F238E27FC236}">
                      <a16:creationId xmlns:a16="http://schemas.microsoft.com/office/drawing/2014/main" id="{1000F8D7-C207-872E-873E-9AE05A0219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9376" name="Rectangle 1629">
              <a:extLst>
                <a:ext uri="{FF2B5EF4-FFF2-40B4-BE49-F238E27FC236}">
                  <a16:creationId xmlns:a16="http://schemas.microsoft.com/office/drawing/2014/main" id="{910C25DF-9BB0-C0A4-E7E7-14246284E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397" name="Rectangle 1490">
            <a:extLst>
              <a:ext uri="{FF2B5EF4-FFF2-40B4-BE49-F238E27FC236}">
                <a16:creationId xmlns:a16="http://schemas.microsoft.com/office/drawing/2014/main" id="{3A7CA2C6-CDA7-5F26-2F92-2DEDA2825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414" y="1178228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2</a:t>
            </a:r>
            <a:r>
              <a:rPr lang="zh-TW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zh-TW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DC2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9398" name="Group 10">
            <a:extLst>
              <a:ext uri="{FF2B5EF4-FFF2-40B4-BE49-F238E27FC236}">
                <a16:creationId xmlns:a16="http://schemas.microsoft.com/office/drawing/2014/main" id="{72CBADB0-D5E8-F33B-2A57-0D034CFB7CF5}"/>
              </a:ext>
            </a:extLst>
          </p:cNvPr>
          <p:cNvGrpSpPr/>
          <p:nvPr/>
        </p:nvGrpSpPr>
        <p:grpSpPr>
          <a:xfrm>
            <a:off x="7123020" y="1687630"/>
            <a:ext cx="1093644" cy="140395"/>
            <a:chOff x="7732445" y="2099978"/>
            <a:chExt cx="1104273" cy="140395"/>
          </a:xfrm>
        </p:grpSpPr>
        <p:sp>
          <p:nvSpPr>
            <p:cNvPr id="9399" name="Rectangle 1622">
              <a:extLst>
                <a:ext uri="{FF2B5EF4-FFF2-40B4-BE49-F238E27FC236}">
                  <a16:creationId xmlns:a16="http://schemas.microsoft.com/office/drawing/2014/main" id="{C4962A14-4A21-A1EA-712E-2EEB90DFB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400" name="Rectangle 1622">
              <a:extLst>
                <a:ext uri="{FF2B5EF4-FFF2-40B4-BE49-F238E27FC236}">
                  <a16:creationId xmlns:a16="http://schemas.microsoft.com/office/drawing/2014/main" id="{1829717D-9741-964F-87A2-8691AB20D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402" name="Rectangle 1491">
            <a:extLst>
              <a:ext uri="{FF2B5EF4-FFF2-40B4-BE49-F238E27FC236}">
                <a16:creationId xmlns:a16="http://schemas.microsoft.com/office/drawing/2014/main" id="{E8D6C189-98E2-367F-7EFA-FC9CF9353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7417" y="2312072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3" name="Rectangle 1620">
            <a:extLst>
              <a:ext uri="{FF2B5EF4-FFF2-40B4-BE49-F238E27FC236}">
                <a16:creationId xmlns:a16="http://schemas.microsoft.com/office/drawing/2014/main" id="{C9119A1C-276B-0BCD-417B-CB4EBE5DA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3044" y="2357061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4" name="Rectangle 1490">
            <a:extLst>
              <a:ext uri="{FF2B5EF4-FFF2-40B4-BE49-F238E27FC236}">
                <a16:creationId xmlns:a16="http://schemas.microsoft.com/office/drawing/2014/main" id="{78BE4DCA-4201-7EFC-9061-9E2720402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177" y="2365192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5" name="Rectangle 1490">
            <a:extLst>
              <a:ext uri="{FF2B5EF4-FFF2-40B4-BE49-F238E27FC236}">
                <a16:creationId xmlns:a16="http://schemas.microsoft.com/office/drawing/2014/main" id="{77E681BA-AAF5-3502-0C98-D389C67DB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7928" y="2386841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" name="Rectangle 1621">
            <a:extLst>
              <a:ext uri="{FF2B5EF4-FFF2-40B4-BE49-F238E27FC236}">
                <a16:creationId xmlns:a16="http://schemas.microsoft.com/office/drawing/2014/main" id="{EAB39732-0C72-9D94-615B-B61760189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39" y="1792176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621">
            <a:extLst>
              <a:ext uri="{FF2B5EF4-FFF2-40B4-BE49-F238E27FC236}">
                <a16:creationId xmlns:a16="http://schemas.microsoft.com/office/drawing/2014/main" id="{229FFC4D-1964-7987-1ABB-4DD5687DF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967" y="1769580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916E7762-BBC1-C364-D7C8-C768507DD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84" y="1952476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80D81B9B-FE19-E400-5301-A9F9C883E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4412" y="1946850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" name="Group 79">
            <a:extLst>
              <a:ext uri="{FF2B5EF4-FFF2-40B4-BE49-F238E27FC236}">
                <a16:creationId xmlns:a16="http://schemas.microsoft.com/office/drawing/2014/main" id="{B76BB546-7AAF-7F62-9639-328676C62F2B}"/>
              </a:ext>
            </a:extLst>
          </p:cNvPr>
          <p:cNvGrpSpPr/>
          <p:nvPr/>
        </p:nvGrpSpPr>
        <p:grpSpPr>
          <a:xfrm>
            <a:off x="5979106" y="3668837"/>
            <a:ext cx="5341574" cy="2293191"/>
            <a:chOff x="1317226" y="3852345"/>
            <a:chExt cx="5342965" cy="2293788"/>
          </a:xfrm>
        </p:grpSpPr>
        <p:sp>
          <p:nvSpPr>
            <p:cNvPr id="19" name="Rectangle 80">
              <a:extLst>
                <a:ext uri="{FF2B5EF4-FFF2-40B4-BE49-F238E27FC236}">
                  <a16:creationId xmlns:a16="http://schemas.microsoft.com/office/drawing/2014/main" id="{74587284-B6FC-38D8-3A53-C051CF3505FD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" name="Rectangle 1491">
              <a:extLst>
                <a:ext uri="{FF2B5EF4-FFF2-40B4-BE49-F238E27FC236}">
                  <a16:creationId xmlns:a16="http://schemas.microsoft.com/office/drawing/2014/main" id="{4B817BCD-A74F-2211-2DEB-741D143FC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2" name="Rectangle 1619">
              <a:extLst>
                <a:ext uri="{FF2B5EF4-FFF2-40B4-BE49-F238E27FC236}">
                  <a16:creationId xmlns:a16="http://schemas.microsoft.com/office/drawing/2014/main" id="{6307060F-91A9-1F17-A18A-B66E1D0CB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20">
              <a:extLst>
                <a:ext uri="{FF2B5EF4-FFF2-40B4-BE49-F238E27FC236}">
                  <a16:creationId xmlns:a16="http://schemas.microsoft.com/office/drawing/2014/main" id="{29FA83DF-3DA9-410C-5DB7-7A7AED942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4" name="Rectangle 1626">
              <a:extLst>
                <a:ext uri="{FF2B5EF4-FFF2-40B4-BE49-F238E27FC236}">
                  <a16:creationId xmlns:a16="http://schemas.microsoft.com/office/drawing/2014/main" id="{CAEFD722-1FD2-2B2A-CBD4-5D9911C00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5" name="Rectangle 1629">
              <a:extLst>
                <a:ext uri="{FF2B5EF4-FFF2-40B4-BE49-F238E27FC236}">
                  <a16:creationId xmlns:a16="http://schemas.microsoft.com/office/drawing/2014/main" id="{FD77A66A-D1A3-2520-B473-3B9F653BE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6" name="Group 101">
              <a:extLst>
                <a:ext uri="{FF2B5EF4-FFF2-40B4-BE49-F238E27FC236}">
                  <a16:creationId xmlns:a16="http://schemas.microsoft.com/office/drawing/2014/main" id="{25843C61-02E9-82DF-E90F-B1992A77B5F9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46" name="Rectangle 1630">
                <a:extLst>
                  <a:ext uri="{FF2B5EF4-FFF2-40B4-BE49-F238E27FC236}">
                    <a16:creationId xmlns:a16="http://schemas.microsoft.com/office/drawing/2014/main" id="{95BE76BB-D500-C00F-68AB-4D0DC662A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7" name="Rectangle 1630">
                <a:extLst>
                  <a:ext uri="{FF2B5EF4-FFF2-40B4-BE49-F238E27FC236}">
                    <a16:creationId xmlns:a16="http://schemas.microsoft.com/office/drawing/2014/main" id="{9C4372E7-A7D9-ADBE-AAA2-C17DA49E7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8" name="Group 125">
                <a:extLst>
                  <a:ext uri="{FF2B5EF4-FFF2-40B4-BE49-F238E27FC236}">
                    <a16:creationId xmlns:a16="http://schemas.microsoft.com/office/drawing/2014/main" id="{355E60E6-F1DE-E784-6B1F-145A1FF4D3F7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9" name="Rectangle 1630">
                  <a:extLst>
                    <a:ext uri="{FF2B5EF4-FFF2-40B4-BE49-F238E27FC236}">
                      <a16:creationId xmlns:a16="http://schemas.microsoft.com/office/drawing/2014/main" id="{F27E1797-FC2A-1976-DC74-0CCC3DE05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50" name="Rectangle 1484">
                  <a:extLst>
                    <a:ext uri="{FF2B5EF4-FFF2-40B4-BE49-F238E27FC236}">
                      <a16:creationId xmlns:a16="http://schemas.microsoft.com/office/drawing/2014/main" id="{F5E5D5A3-AC60-A3CA-F827-4036456C21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7" name="Group 102">
              <a:extLst>
                <a:ext uri="{FF2B5EF4-FFF2-40B4-BE49-F238E27FC236}">
                  <a16:creationId xmlns:a16="http://schemas.microsoft.com/office/drawing/2014/main" id="{399EC8B5-0CBD-49DD-5D80-F283F04553CC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41" name="Rectangle 1630">
                <a:extLst>
                  <a:ext uri="{FF2B5EF4-FFF2-40B4-BE49-F238E27FC236}">
                    <a16:creationId xmlns:a16="http://schemas.microsoft.com/office/drawing/2014/main" id="{9760931D-1F39-1A3C-A562-376D9AD123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2" name="Rectangle 1630">
                <a:extLst>
                  <a:ext uri="{FF2B5EF4-FFF2-40B4-BE49-F238E27FC236}">
                    <a16:creationId xmlns:a16="http://schemas.microsoft.com/office/drawing/2014/main" id="{70A5F871-8047-DDD3-D8D0-A4D7C3D4C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3" name="Group 120">
                <a:extLst>
                  <a:ext uri="{FF2B5EF4-FFF2-40B4-BE49-F238E27FC236}">
                    <a16:creationId xmlns:a16="http://schemas.microsoft.com/office/drawing/2014/main" id="{DF6E7EAC-7878-DAF9-0D51-9E88431E088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" name="Rectangle 1630">
                  <a:extLst>
                    <a:ext uri="{FF2B5EF4-FFF2-40B4-BE49-F238E27FC236}">
                      <a16:creationId xmlns:a16="http://schemas.microsoft.com/office/drawing/2014/main" id="{3A938A7B-B3D8-11D9-BBA6-C483D05BB7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5" name="Rectangle 1484">
                  <a:extLst>
                    <a:ext uri="{FF2B5EF4-FFF2-40B4-BE49-F238E27FC236}">
                      <a16:creationId xmlns:a16="http://schemas.microsoft.com/office/drawing/2014/main" id="{7B018F18-04FF-BE2B-F726-0F395E0338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8" name="Group 103">
              <a:extLst>
                <a:ext uri="{FF2B5EF4-FFF2-40B4-BE49-F238E27FC236}">
                  <a16:creationId xmlns:a16="http://schemas.microsoft.com/office/drawing/2014/main" id="{4F4E1815-3632-D2D8-D41C-53510328D30B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36" name="Rectangle 1630">
                <a:extLst>
                  <a:ext uri="{FF2B5EF4-FFF2-40B4-BE49-F238E27FC236}">
                    <a16:creationId xmlns:a16="http://schemas.microsoft.com/office/drawing/2014/main" id="{CD994450-06DF-FC96-0686-0E037362F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81EBA9B5-7551-0390-3D3B-C9E2D5BC6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8" name="Group 115">
                <a:extLst>
                  <a:ext uri="{FF2B5EF4-FFF2-40B4-BE49-F238E27FC236}">
                    <a16:creationId xmlns:a16="http://schemas.microsoft.com/office/drawing/2014/main" id="{37AA76A0-3D11-DC62-2A75-9BBEDB7E14B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9" name="Rectangle 1630">
                  <a:extLst>
                    <a:ext uri="{FF2B5EF4-FFF2-40B4-BE49-F238E27FC236}">
                      <a16:creationId xmlns:a16="http://schemas.microsoft.com/office/drawing/2014/main" id="{7BB09E54-272D-D300-6A96-0338921579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0" name="Rectangle 1484">
                  <a:extLst>
                    <a:ext uri="{FF2B5EF4-FFF2-40B4-BE49-F238E27FC236}">
                      <a16:creationId xmlns:a16="http://schemas.microsoft.com/office/drawing/2014/main" id="{63D75868-AE83-A777-F7DA-2B6A4D4335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9" name="Group 104">
              <a:extLst>
                <a:ext uri="{FF2B5EF4-FFF2-40B4-BE49-F238E27FC236}">
                  <a16:creationId xmlns:a16="http://schemas.microsoft.com/office/drawing/2014/main" id="{244D7C24-741D-0B61-B93E-B7ED35388CC3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F15434FF-8682-814B-41AE-D2B5D470F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630">
                <a:extLst>
                  <a:ext uri="{FF2B5EF4-FFF2-40B4-BE49-F238E27FC236}">
                    <a16:creationId xmlns:a16="http://schemas.microsoft.com/office/drawing/2014/main" id="{00B37181-977B-D08E-7212-3528FA7DA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3" name="Group 110">
                <a:extLst>
                  <a:ext uri="{FF2B5EF4-FFF2-40B4-BE49-F238E27FC236}">
                    <a16:creationId xmlns:a16="http://schemas.microsoft.com/office/drawing/2014/main" id="{F6DFD476-5231-F221-0445-4ABE6B790E05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4" name="Rectangle 1630">
                  <a:extLst>
                    <a:ext uri="{FF2B5EF4-FFF2-40B4-BE49-F238E27FC236}">
                      <a16:creationId xmlns:a16="http://schemas.microsoft.com/office/drawing/2014/main" id="{66DB81EC-62AE-65B8-2DEB-C23F40A7B0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35" name="Rectangle 1484">
                  <a:extLst>
                    <a:ext uri="{FF2B5EF4-FFF2-40B4-BE49-F238E27FC236}">
                      <a16:creationId xmlns:a16="http://schemas.microsoft.com/office/drawing/2014/main" id="{526230D5-D461-AF62-62ED-D16E9955A3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30" name="Rectangle 1629">
              <a:extLst>
                <a:ext uri="{FF2B5EF4-FFF2-40B4-BE49-F238E27FC236}">
                  <a16:creationId xmlns:a16="http://schemas.microsoft.com/office/drawing/2014/main" id="{68F11172-F528-2957-E85D-AD8F2B37A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1" name="Rectangle 1490">
            <a:extLst>
              <a:ext uri="{FF2B5EF4-FFF2-40B4-BE49-F238E27FC236}">
                <a16:creationId xmlns:a16="http://schemas.microsoft.com/office/drawing/2014/main" id="{2ECB10CB-D96E-52BA-9E0B-05EA78371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835" y="3757791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4 DC4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52" name="Group 10">
            <a:extLst>
              <a:ext uri="{FF2B5EF4-FFF2-40B4-BE49-F238E27FC236}">
                <a16:creationId xmlns:a16="http://schemas.microsoft.com/office/drawing/2014/main" id="{EBFC1FA0-DBEF-3E21-45B5-77A811EEC6E6}"/>
              </a:ext>
            </a:extLst>
          </p:cNvPr>
          <p:cNvGrpSpPr/>
          <p:nvPr/>
        </p:nvGrpSpPr>
        <p:grpSpPr>
          <a:xfrm>
            <a:off x="7133441" y="4267193"/>
            <a:ext cx="1093644" cy="140395"/>
            <a:chOff x="7732445" y="2099978"/>
            <a:chExt cx="1104273" cy="140395"/>
          </a:xfrm>
        </p:grpSpPr>
        <p:sp>
          <p:nvSpPr>
            <p:cNvPr id="53" name="Rectangle 1622">
              <a:extLst>
                <a:ext uri="{FF2B5EF4-FFF2-40B4-BE49-F238E27FC236}">
                  <a16:creationId xmlns:a16="http://schemas.microsoft.com/office/drawing/2014/main" id="{432B72BE-A754-3818-D3F3-512E37F32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54" name="Rectangle 1622">
              <a:extLst>
                <a:ext uri="{FF2B5EF4-FFF2-40B4-BE49-F238E27FC236}">
                  <a16:creationId xmlns:a16="http://schemas.microsoft.com/office/drawing/2014/main" id="{25253CC8-9A85-BD18-BB95-1A9625A9B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6" name="Rectangle 1491">
            <a:extLst>
              <a:ext uri="{FF2B5EF4-FFF2-40B4-BE49-F238E27FC236}">
                <a16:creationId xmlns:a16="http://schemas.microsoft.com/office/drawing/2014/main" id="{3E2CB0D0-3A14-0453-28D8-317724FCE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838" y="4891635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7" name="Rectangle 1620">
            <a:extLst>
              <a:ext uri="{FF2B5EF4-FFF2-40B4-BE49-F238E27FC236}">
                <a16:creationId xmlns:a16="http://schemas.microsoft.com/office/drawing/2014/main" id="{42044248-A338-BA76-9F15-F1B61A89C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3465" y="4936624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490">
            <a:extLst>
              <a:ext uri="{FF2B5EF4-FFF2-40B4-BE49-F238E27FC236}">
                <a16:creationId xmlns:a16="http://schemas.microsoft.com/office/drawing/2014/main" id="{BC1CFC21-ED3B-A819-3F59-8F69E6911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598" y="4944755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9" name="Rectangle 1490">
            <a:extLst>
              <a:ext uri="{FF2B5EF4-FFF2-40B4-BE49-F238E27FC236}">
                <a16:creationId xmlns:a16="http://schemas.microsoft.com/office/drawing/2014/main" id="{A63B0D22-4204-5545-5606-F66655CF8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349" y="4966404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1" name="Rectangle 1621">
            <a:extLst>
              <a:ext uri="{FF2B5EF4-FFF2-40B4-BE49-F238E27FC236}">
                <a16:creationId xmlns:a16="http://schemas.microsoft.com/office/drawing/2014/main" id="{B3CB8163-2D20-607D-2EB4-E29F9514B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979" y="4527607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3" name="Rectangle 1621">
            <a:extLst>
              <a:ext uri="{FF2B5EF4-FFF2-40B4-BE49-F238E27FC236}">
                <a16:creationId xmlns:a16="http://schemas.microsoft.com/office/drawing/2014/main" id="{01D2CDB3-77C0-212C-2862-441566CA3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0845" y="4577570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4" name="Rectangle 1621">
            <a:extLst>
              <a:ext uri="{FF2B5EF4-FFF2-40B4-BE49-F238E27FC236}">
                <a16:creationId xmlns:a16="http://schemas.microsoft.com/office/drawing/2014/main" id="{14AB5396-F93D-AF3E-95CC-6043F6C16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938" y="4466376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5" name="Rectangle 1621">
            <a:extLst>
              <a:ext uri="{FF2B5EF4-FFF2-40B4-BE49-F238E27FC236}">
                <a16:creationId xmlns:a16="http://schemas.microsoft.com/office/drawing/2014/main" id="{F487F5DC-3CDE-9B0B-72B9-8F9BCFE71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463" y="4466376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937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96336-C8CB-0FDB-8B6F-0DAA88CC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E72590A7-38C8-B75B-444C-88AEE2384C99}"/>
              </a:ext>
            </a:extLst>
          </p:cNvPr>
          <p:cNvCxnSpPr>
            <a:cxnSpLocks/>
          </p:cNvCxnSpPr>
          <p:nvPr/>
        </p:nvCxnSpPr>
        <p:spPr bwMode="gray">
          <a:xfrm>
            <a:off x="10327752" y="2485955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5F11DFF5-225E-8E9F-65E1-AF61F0C6A1D0}"/>
              </a:ext>
            </a:extLst>
          </p:cNvPr>
          <p:cNvCxnSpPr>
            <a:cxnSpLocks/>
          </p:cNvCxnSpPr>
          <p:nvPr/>
        </p:nvCxnSpPr>
        <p:spPr bwMode="gray">
          <a:xfrm>
            <a:off x="9073692" y="2472835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2EF7C626-9225-3D75-B387-A2A5A09F555A}"/>
              </a:ext>
            </a:extLst>
          </p:cNvPr>
          <p:cNvCxnSpPr>
            <a:cxnSpLocks/>
            <a:stCxn id="14" idx="2"/>
          </p:cNvCxnSpPr>
          <p:nvPr/>
        </p:nvCxnSpPr>
        <p:spPr bwMode="gray">
          <a:xfrm>
            <a:off x="7094695" y="2485955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D1921BC-D0DA-BA93-5BAC-2C8391AA0C88}"/>
              </a:ext>
            </a:extLst>
          </p:cNvPr>
          <p:cNvCxnSpPr>
            <a:stCxn id="17" idx="2"/>
          </p:cNvCxnSpPr>
          <p:nvPr/>
        </p:nvCxnSpPr>
        <p:spPr bwMode="gray">
          <a:xfrm>
            <a:off x="5840872" y="2495623"/>
            <a:ext cx="0" cy="2374559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itle 1">
            <a:extLst>
              <a:ext uri="{FF2B5EF4-FFF2-40B4-BE49-F238E27FC236}">
                <a16:creationId xmlns:a16="http://schemas.microsoft.com/office/drawing/2014/main" id="{084893FB-D84F-2F9F-6A4C-5450C7D21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solidFill>
                  <a:schemeClr val="accent1"/>
                </a:solidFill>
              </a:rPr>
              <a:t>Logical Network Architecture for Hosts</a:t>
            </a:r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AADBE11-C644-3ED6-00AB-B3C65FB24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33225" y="2600840"/>
            <a:ext cx="835903" cy="288079"/>
            <a:chOff x="5378328" y="1591929"/>
            <a:chExt cx="836339" cy="84633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2BAE626-C876-70F7-4A5B-E4CAE61F8E7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C7A3680-60A3-3D19-F29E-6F8874B8CFC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DCB2B5-3D2A-DBEB-CAE5-CDA1A3169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33225" y="2996627"/>
            <a:ext cx="835903" cy="863372"/>
            <a:chOff x="5378328" y="1591929"/>
            <a:chExt cx="836339" cy="8463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4E4B5ED-B739-F802-3C15-3C60457EFE0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484D16-B99F-D88F-5CDC-5BA908D4497C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79CB0AE-A799-720D-5455-57ABE21DF406}"/>
              </a:ext>
            </a:extLst>
          </p:cNvPr>
          <p:cNvSpPr/>
          <p:nvPr/>
        </p:nvSpPr>
        <p:spPr>
          <a:xfrm>
            <a:off x="1092118" y="4478250"/>
            <a:ext cx="2157122" cy="381476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Service VLAN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F166F3-6173-1F69-45CB-646BCBE8D298}"/>
              </a:ext>
            </a:extLst>
          </p:cNvPr>
          <p:cNvSpPr/>
          <p:nvPr/>
        </p:nvSpPr>
        <p:spPr>
          <a:xfrm>
            <a:off x="2418120" y="2349832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2BF98E-FE3A-614B-5C53-ECE288AA5AC6}"/>
              </a:ext>
            </a:extLst>
          </p:cNvPr>
          <p:cNvSpPr/>
          <p:nvPr/>
        </p:nvSpPr>
        <p:spPr>
          <a:xfrm>
            <a:off x="3251092" y="2342890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4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1141EDA-5F1D-6FDE-99C2-6BA719BBD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8314" y="4232219"/>
            <a:ext cx="280915" cy="4427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5A47B72-BBB1-E9E3-C62D-A65C2254D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8316" y="4239192"/>
            <a:ext cx="422891" cy="8783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889E5B-EE98-C572-4A18-C92047BCB42B}"/>
              </a:ext>
            </a:extLst>
          </p:cNvPr>
          <p:cNvSpPr/>
          <p:nvPr/>
        </p:nvSpPr>
        <p:spPr>
          <a:xfrm>
            <a:off x="1828046" y="3849298"/>
            <a:ext cx="2867100" cy="381476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vf12p1tcsvds01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207AE8-6FB8-7328-D62B-C06767C1BDA2}"/>
              </a:ext>
            </a:extLst>
          </p:cNvPr>
          <p:cNvSpPr/>
          <p:nvPr/>
        </p:nvSpPr>
        <p:spPr>
          <a:xfrm>
            <a:off x="1090882" y="4926831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 Management VLAN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ED8708-F51A-EFA0-90B3-6AE8FCF427E4}"/>
              </a:ext>
            </a:extLst>
          </p:cNvPr>
          <p:cNvSpPr/>
          <p:nvPr/>
        </p:nvSpPr>
        <p:spPr>
          <a:xfrm>
            <a:off x="1828045" y="2679187"/>
            <a:ext cx="9754343" cy="353085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VCF ESXi Host</a:t>
            </a: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57294EE9-0A27-DE49-E551-7C9CA06D4F39}"/>
              </a:ext>
            </a:extLst>
          </p:cNvPr>
          <p:cNvSpPr/>
          <p:nvPr/>
        </p:nvSpPr>
        <p:spPr>
          <a:xfrm>
            <a:off x="5419134" y="3873751"/>
            <a:ext cx="2010140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vf12p1tcsvsan01</a:t>
            </a: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8410F383-1255-569B-04FF-5083E6BF50EE}"/>
              </a:ext>
            </a:extLst>
          </p:cNvPr>
          <p:cNvSpPr/>
          <p:nvPr/>
        </p:nvSpPr>
        <p:spPr>
          <a:xfrm>
            <a:off x="6672957" y="2252106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10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537B935C-78B9-30D1-573E-358303F4B90C}"/>
              </a:ext>
            </a:extLst>
          </p:cNvPr>
          <p:cNvSpPr/>
          <p:nvPr/>
        </p:nvSpPr>
        <p:spPr>
          <a:xfrm>
            <a:off x="5419134" y="2261774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2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ABF69E77-051C-39CD-708B-92C1819A1A31}"/>
              </a:ext>
            </a:extLst>
          </p:cNvPr>
          <p:cNvSpPr/>
          <p:nvPr/>
        </p:nvSpPr>
        <p:spPr>
          <a:xfrm>
            <a:off x="5345643" y="488330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VSAN </a:t>
            </a:r>
            <a:r>
              <a:rPr lang="en-US" sz="1200" err="1">
                <a:solidFill>
                  <a:srgbClr val="3F3F3F"/>
                </a:solidFill>
              </a:rPr>
              <a:t>VMKernel</a:t>
            </a:r>
            <a:endParaRPr lang="en-US" sz="1200">
              <a:solidFill>
                <a:srgbClr val="3F3F3F"/>
              </a:solidFill>
            </a:endParaRPr>
          </a:p>
        </p:txBody>
      </p:sp>
      <p:sp>
        <p:nvSpPr>
          <p:cNvPr id="43" name="Rectangle 268">
            <a:extLst>
              <a:ext uri="{FF2B5EF4-FFF2-40B4-BE49-F238E27FC236}">
                <a16:creationId xmlns:a16="http://schemas.microsoft.com/office/drawing/2014/main" id="{5A37ED4E-CB3D-B1CA-CE6B-425765836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47802" y="1324476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4" name="Rectangle 276">
            <a:extLst>
              <a:ext uri="{FF2B5EF4-FFF2-40B4-BE49-F238E27FC236}">
                <a16:creationId xmlns:a16="http://schemas.microsoft.com/office/drawing/2014/main" id="{BC76FDDC-5666-575E-CDAF-D122D07CF7E9}"/>
              </a:ext>
            </a:extLst>
          </p:cNvPr>
          <p:cNvSpPr/>
          <p:nvPr/>
        </p:nvSpPr>
        <p:spPr>
          <a:xfrm>
            <a:off x="6637956" y="130467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5" name="Rectangle 276">
            <a:extLst>
              <a:ext uri="{FF2B5EF4-FFF2-40B4-BE49-F238E27FC236}">
                <a16:creationId xmlns:a16="http://schemas.microsoft.com/office/drawing/2014/main" id="{DCD6431A-6962-75D6-4656-7635D558C72A}"/>
              </a:ext>
            </a:extLst>
          </p:cNvPr>
          <p:cNvSpPr/>
          <p:nvPr/>
        </p:nvSpPr>
        <p:spPr>
          <a:xfrm>
            <a:off x="3261596" y="1320415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7" name="Rectangle 276">
            <a:extLst>
              <a:ext uri="{FF2B5EF4-FFF2-40B4-BE49-F238E27FC236}">
                <a16:creationId xmlns:a16="http://schemas.microsoft.com/office/drawing/2014/main" id="{936C9FD1-89DF-EA23-7BC5-D6205AECD276}"/>
              </a:ext>
            </a:extLst>
          </p:cNvPr>
          <p:cNvSpPr/>
          <p:nvPr/>
        </p:nvSpPr>
        <p:spPr>
          <a:xfrm>
            <a:off x="5275404" y="130467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DF30A737-2470-2C94-370B-3883E2BC61AC}"/>
              </a:ext>
            </a:extLst>
          </p:cNvPr>
          <p:cNvCxnSpPr>
            <a:cxnSpLocks/>
          </p:cNvCxnSpPr>
          <p:nvPr/>
        </p:nvCxnSpPr>
        <p:spPr bwMode="gray">
          <a:xfrm flipV="1">
            <a:off x="2830565" y="1953233"/>
            <a:ext cx="8082" cy="39421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3167E2BA-39A8-C612-A5E1-9F96139089F7}"/>
              </a:ext>
            </a:extLst>
          </p:cNvPr>
          <p:cNvCxnSpPr>
            <a:cxnSpLocks/>
          </p:cNvCxnSpPr>
          <p:nvPr/>
        </p:nvCxnSpPr>
        <p:spPr bwMode="gray">
          <a:xfrm flipV="1">
            <a:off x="3669128" y="1932600"/>
            <a:ext cx="0" cy="37842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F131FDB0-71CB-A83A-3BEB-DA0E75E109BF}"/>
              </a:ext>
            </a:extLst>
          </p:cNvPr>
          <p:cNvCxnSpPr>
            <a:cxnSpLocks/>
          </p:cNvCxnSpPr>
          <p:nvPr/>
        </p:nvCxnSpPr>
        <p:spPr bwMode="gray">
          <a:xfrm flipV="1">
            <a:off x="5843132" y="1894905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29">
            <a:extLst>
              <a:ext uri="{FF2B5EF4-FFF2-40B4-BE49-F238E27FC236}">
                <a16:creationId xmlns:a16="http://schemas.microsoft.com/office/drawing/2014/main" id="{277EE83E-B8BD-E7FF-1FCB-F0E66D49A7BB}"/>
              </a:ext>
            </a:extLst>
          </p:cNvPr>
          <p:cNvSpPr/>
          <p:nvPr/>
        </p:nvSpPr>
        <p:spPr>
          <a:xfrm>
            <a:off x="5477892" y="823454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AC11E2A6-23BC-9BF8-184F-29EB617CD749}"/>
              </a:ext>
            </a:extLst>
          </p:cNvPr>
          <p:cNvSpPr/>
          <p:nvPr/>
        </p:nvSpPr>
        <p:spPr>
          <a:xfrm>
            <a:off x="2169443" y="830651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B7132FFF-158D-D449-B9AF-C99C3B8D3999}"/>
              </a:ext>
            </a:extLst>
          </p:cNvPr>
          <p:cNvCxnSpPr>
            <a:cxnSpLocks/>
          </p:cNvCxnSpPr>
          <p:nvPr/>
        </p:nvCxnSpPr>
        <p:spPr bwMode="gray">
          <a:xfrm flipV="1">
            <a:off x="7094695" y="1885237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16E077B2-6BE0-1B73-5C70-73A43F6D146A}"/>
              </a:ext>
            </a:extLst>
          </p:cNvPr>
          <p:cNvSpPr/>
          <p:nvPr/>
        </p:nvSpPr>
        <p:spPr>
          <a:xfrm>
            <a:off x="1104474" y="537541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vMotion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CED802-515D-8A46-4E77-0F9299282B07}"/>
              </a:ext>
            </a:extLst>
          </p:cNvPr>
          <p:cNvSpPr/>
          <p:nvPr/>
        </p:nvSpPr>
        <p:spPr>
          <a:xfrm>
            <a:off x="1104474" y="583933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vTEP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  <p:sp>
        <p:nvSpPr>
          <p:cNvPr id="5" name="Rectangle 276">
            <a:extLst>
              <a:ext uri="{FF2B5EF4-FFF2-40B4-BE49-F238E27FC236}">
                <a16:creationId xmlns:a16="http://schemas.microsoft.com/office/drawing/2014/main" id="{E8A63C5E-9F19-F931-A79D-26C0C14EB3EB}"/>
              </a:ext>
            </a:extLst>
          </p:cNvPr>
          <p:cNvSpPr/>
          <p:nvPr/>
        </p:nvSpPr>
        <p:spPr>
          <a:xfrm>
            <a:off x="9871013" y="126611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7" name="Rectangle 276">
            <a:extLst>
              <a:ext uri="{FF2B5EF4-FFF2-40B4-BE49-F238E27FC236}">
                <a16:creationId xmlns:a16="http://schemas.microsoft.com/office/drawing/2014/main" id="{B85A7AE2-FEDA-D8CE-7E8A-C6BFC2CD336E}"/>
              </a:ext>
            </a:extLst>
          </p:cNvPr>
          <p:cNvSpPr/>
          <p:nvPr/>
        </p:nvSpPr>
        <p:spPr>
          <a:xfrm>
            <a:off x="8508461" y="126611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E97F4A0-CCFF-FBD8-20E9-969A306FD5C8}"/>
              </a:ext>
            </a:extLst>
          </p:cNvPr>
          <p:cNvCxnSpPr>
            <a:cxnSpLocks/>
          </p:cNvCxnSpPr>
          <p:nvPr/>
        </p:nvCxnSpPr>
        <p:spPr bwMode="gray">
          <a:xfrm flipV="1">
            <a:off x="9076189" y="1856345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45E58C4-5780-0453-41EA-B3BBF4DC39C1}"/>
              </a:ext>
            </a:extLst>
          </p:cNvPr>
          <p:cNvCxnSpPr>
            <a:cxnSpLocks/>
          </p:cNvCxnSpPr>
          <p:nvPr/>
        </p:nvCxnSpPr>
        <p:spPr bwMode="gray">
          <a:xfrm flipV="1">
            <a:off x="10327752" y="1846677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9">
            <a:extLst>
              <a:ext uri="{FF2B5EF4-FFF2-40B4-BE49-F238E27FC236}">
                <a16:creationId xmlns:a16="http://schemas.microsoft.com/office/drawing/2014/main" id="{68687DB4-F8E0-5E9C-8ABD-F27C2BF22518}"/>
              </a:ext>
            </a:extLst>
          </p:cNvPr>
          <p:cNvSpPr/>
          <p:nvPr/>
        </p:nvSpPr>
        <p:spPr>
          <a:xfrm>
            <a:off x="8514784" y="2238152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11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ECE36203-C73A-278D-34B9-B21B451C16A9}"/>
              </a:ext>
            </a:extLst>
          </p:cNvPr>
          <p:cNvSpPr/>
          <p:nvPr/>
        </p:nvSpPr>
        <p:spPr>
          <a:xfrm>
            <a:off x="9934873" y="2225965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12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55CDBBBA-F95A-EBF7-DEEC-9BAACAB64454}"/>
              </a:ext>
            </a:extLst>
          </p:cNvPr>
          <p:cNvSpPr/>
          <p:nvPr/>
        </p:nvSpPr>
        <p:spPr>
          <a:xfrm>
            <a:off x="8848630" y="3845037"/>
            <a:ext cx="2010140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vf12p1tcstsm01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2879B478-F880-B88B-5EBD-70C83299FA07}"/>
              </a:ext>
            </a:extLst>
          </p:cNvPr>
          <p:cNvSpPr/>
          <p:nvPr/>
        </p:nvSpPr>
        <p:spPr>
          <a:xfrm>
            <a:off x="8775139" y="4854588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Backup VLAN</a:t>
            </a:r>
          </a:p>
        </p:txBody>
      </p:sp>
    </p:spTree>
    <p:extLst>
      <p:ext uri="{BB962C8B-B14F-4D97-AF65-F5344CB8AC3E}">
        <p14:creationId xmlns:p14="http://schemas.microsoft.com/office/powerpoint/2010/main" val="2933024244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C9861C78-227C-7F4A-8527-DDFDBD34839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7D6BF5F-0D53-B34A-AA86-B3AF62B1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Physical connectivity diagram</a:t>
            </a:r>
            <a:endParaRPr lang="en-US" altLang="zh-TW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7BF19C-E94A-4542-8098-466A338155A6}"/>
              </a:ext>
            </a:extLst>
          </p:cNvPr>
          <p:cNvSpPr/>
          <p:nvPr/>
        </p:nvSpPr>
        <p:spPr>
          <a:xfrm>
            <a:off x="4245152" y="3963670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A5979DB-86BC-EF44-A89F-86AC9621BD46}"/>
              </a:ext>
            </a:extLst>
          </p:cNvPr>
          <p:cNvSpPr/>
          <p:nvPr/>
        </p:nvSpPr>
        <p:spPr>
          <a:xfrm>
            <a:off x="5556240" y="5225007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7DB82BC-BDE1-2C4D-986D-3777303005C4}"/>
              </a:ext>
            </a:extLst>
          </p:cNvPr>
          <p:cNvSpPr/>
          <p:nvPr/>
        </p:nvSpPr>
        <p:spPr>
          <a:xfrm>
            <a:off x="4332130" y="406038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33320AF-7E9C-6E41-81D5-07DE098BDDE7}"/>
              </a:ext>
            </a:extLst>
          </p:cNvPr>
          <p:cNvSpPr/>
          <p:nvPr/>
        </p:nvSpPr>
        <p:spPr>
          <a:xfrm>
            <a:off x="4823002" y="406229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3625740-A6CE-5D4D-97BA-C7530BF1A3BD}"/>
              </a:ext>
            </a:extLst>
          </p:cNvPr>
          <p:cNvSpPr/>
          <p:nvPr/>
        </p:nvSpPr>
        <p:spPr>
          <a:xfrm>
            <a:off x="4332130" y="443238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(2)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94E9F3D-BE38-E341-B67F-1341695230A2}"/>
              </a:ext>
            </a:extLst>
          </p:cNvPr>
          <p:cNvSpPr/>
          <p:nvPr/>
        </p:nvSpPr>
        <p:spPr>
          <a:xfrm>
            <a:off x="4823002" y="443429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52550FC-83BF-F44D-908C-E0F1AB2F07E9}"/>
              </a:ext>
            </a:extLst>
          </p:cNvPr>
          <p:cNvSpPr/>
          <p:nvPr/>
        </p:nvSpPr>
        <p:spPr>
          <a:xfrm>
            <a:off x="4332130" y="480811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50359DD-C999-1640-93FF-B81DFE17348F}"/>
              </a:ext>
            </a:extLst>
          </p:cNvPr>
          <p:cNvSpPr/>
          <p:nvPr/>
        </p:nvSpPr>
        <p:spPr>
          <a:xfrm>
            <a:off x="4823002" y="481002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3B11701-BB94-CF4B-B81C-FB15A127FCE7}"/>
              </a:ext>
            </a:extLst>
          </p:cNvPr>
          <p:cNvSpPr/>
          <p:nvPr/>
        </p:nvSpPr>
        <p:spPr>
          <a:xfrm>
            <a:off x="6513176" y="405847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0515BC9-D596-6647-99AE-37A4B615B07A}"/>
              </a:ext>
            </a:extLst>
          </p:cNvPr>
          <p:cNvSpPr/>
          <p:nvPr/>
        </p:nvSpPr>
        <p:spPr>
          <a:xfrm>
            <a:off x="7004048" y="406038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8554D31-5C70-BB4C-B671-CAAC7D8B5E88}"/>
              </a:ext>
            </a:extLst>
          </p:cNvPr>
          <p:cNvSpPr/>
          <p:nvPr/>
        </p:nvSpPr>
        <p:spPr>
          <a:xfrm>
            <a:off x="6513176" y="443047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B4F2778-4DB3-3D44-871A-6C5B45153F25}"/>
              </a:ext>
            </a:extLst>
          </p:cNvPr>
          <p:cNvSpPr/>
          <p:nvPr/>
        </p:nvSpPr>
        <p:spPr>
          <a:xfrm>
            <a:off x="7004048" y="443238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1681E52-FD4D-7D40-AEB8-F8AED59C7E30}"/>
              </a:ext>
            </a:extLst>
          </p:cNvPr>
          <p:cNvSpPr/>
          <p:nvPr/>
        </p:nvSpPr>
        <p:spPr>
          <a:xfrm>
            <a:off x="6513176" y="480620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32F6E9C-C627-C447-BD9C-A091C7DE12C9}"/>
              </a:ext>
            </a:extLst>
          </p:cNvPr>
          <p:cNvSpPr/>
          <p:nvPr/>
        </p:nvSpPr>
        <p:spPr>
          <a:xfrm>
            <a:off x="7004048" y="4808117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608CBD3-16B7-604D-BC00-55B06583A605}"/>
              </a:ext>
            </a:extLst>
          </p:cNvPr>
          <p:cNvSpPr/>
          <p:nvPr/>
        </p:nvSpPr>
        <p:spPr>
          <a:xfrm>
            <a:off x="8694222" y="406810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F2208F7-5467-2C40-88B2-C9B9B4216667}"/>
              </a:ext>
            </a:extLst>
          </p:cNvPr>
          <p:cNvSpPr/>
          <p:nvPr/>
        </p:nvSpPr>
        <p:spPr>
          <a:xfrm>
            <a:off x="9185094" y="407001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22768C1-CF12-9344-8C9D-990F7D1B249D}"/>
              </a:ext>
            </a:extLst>
          </p:cNvPr>
          <p:cNvSpPr/>
          <p:nvPr/>
        </p:nvSpPr>
        <p:spPr>
          <a:xfrm>
            <a:off x="8694222" y="444010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236E4E6-97FD-C049-8A28-39CB6FAE545E}"/>
              </a:ext>
            </a:extLst>
          </p:cNvPr>
          <p:cNvSpPr/>
          <p:nvPr/>
        </p:nvSpPr>
        <p:spPr>
          <a:xfrm>
            <a:off x="9185094" y="444201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2BE17F8-9CCE-0648-8182-E3D25713052D}"/>
              </a:ext>
            </a:extLst>
          </p:cNvPr>
          <p:cNvSpPr/>
          <p:nvPr/>
        </p:nvSpPr>
        <p:spPr>
          <a:xfrm>
            <a:off x="9688701" y="4844706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0E92205-2D9F-6A4E-B189-2128AEC2040A}"/>
              </a:ext>
            </a:extLst>
          </p:cNvPr>
          <p:cNvSpPr/>
          <p:nvPr/>
        </p:nvSpPr>
        <p:spPr>
          <a:xfrm>
            <a:off x="8431731" y="484206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BAA8042D-29E4-7D4C-83A9-F026360E8C1E}"/>
              </a:ext>
            </a:extLst>
          </p:cNvPr>
          <p:cNvGrpSpPr/>
          <p:nvPr/>
        </p:nvGrpSpPr>
        <p:grpSpPr>
          <a:xfrm>
            <a:off x="5270579" y="4531749"/>
            <a:ext cx="231924" cy="139700"/>
            <a:chOff x="2672312" y="4346575"/>
            <a:chExt cx="231924" cy="139700"/>
          </a:xfrm>
        </p:grpSpPr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BCA52D4D-E113-304B-B4F0-0BA3D8FB512D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B6B0916C-19EF-EE4A-9B8F-66D5E71A978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D40F35BF-8186-4C44-BCEA-CED3C857F627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41DC2CD8-8320-CB47-9892-6E38585CAC8C}"/>
              </a:ext>
            </a:extLst>
          </p:cNvPr>
          <p:cNvGrpSpPr/>
          <p:nvPr/>
        </p:nvGrpSpPr>
        <p:grpSpPr>
          <a:xfrm>
            <a:off x="5663008" y="4531749"/>
            <a:ext cx="231924" cy="139700"/>
            <a:chOff x="2672312" y="4346575"/>
            <a:chExt cx="231924" cy="139700"/>
          </a:xfrm>
        </p:grpSpPr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D5A860CD-C156-9245-9C78-C582DD9915E2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A65C4443-066A-014C-A03D-C53567C8A50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F53EF662-5585-2549-853C-EBBCAC34137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6E261C62-342C-354A-B9FF-DC14C5A80B82}"/>
              </a:ext>
            </a:extLst>
          </p:cNvPr>
          <p:cNvGrpSpPr/>
          <p:nvPr/>
        </p:nvGrpSpPr>
        <p:grpSpPr>
          <a:xfrm>
            <a:off x="7416557" y="4534826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80787934-7D3F-A04A-8DF8-9280218E2C5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92A1CF9D-0E73-9D4F-B344-4E17FEE2597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CE79FA28-DB90-864F-B61F-4A60427B2C7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BA6D336D-D870-7E4E-BCE3-CF629CC3E3BA}"/>
              </a:ext>
            </a:extLst>
          </p:cNvPr>
          <p:cNvGrpSpPr/>
          <p:nvPr/>
        </p:nvGrpSpPr>
        <p:grpSpPr>
          <a:xfrm>
            <a:off x="7808986" y="4534826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5E8D41F3-6141-A345-90B4-D2E0FF1B78E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D1228F60-C8A9-A045-8D7E-23F6D13E0D2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541C598C-3E14-FF41-A04F-5A1E3C32B32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D3CDFF8D-4D4A-F341-9781-FDD580615A89}"/>
              </a:ext>
            </a:extLst>
          </p:cNvPr>
          <p:cNvGrpSpPr/>
          <p:nvPr/>
        </p:nvGrpSpPr>
        <p:grpSpPr>
          <a:xfrm>
            <a:off x="4403474" y="5284397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3EAC1C99-3541-C841-BCB6-284AAF96F771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2F6BF6D2-BB0E-3249-BB31-CF2073F43879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96B3D4E7-AD79-D241-8651-31EB8C87C08F}"/>
              </a:ext>
            </a:extLst>
          </p:cNvPr>
          <p:cNvGrpSpPr/>
          <p:nvPr/>
        </p:nvGrpSpPr>
        <p:grpSpPr>
          <a:xfrm>
            <a:off x="6422398" y="5305528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818A5CF8-698E-CA45-8153-94673E94BBDC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4C9C2978-0272-644C-AF76-B9C975A1D27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2C59C56F-9EB2-B94C-B2DE-B0711A510A90}"/>
              </a:ext>
            </a:extLst>
          </p:cNvPr>
          <p:cNvGrpSpPr/>
          <p:nvPr/>
        </p:nvGrpSpPr>
        <p:grpSpPr>
          <a:xfrm>
            <a:off x="6795346" y="5306198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87848AA2-D652-0D48-BC0E-C7FD18114E8C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E7E4D026-2884-7449-9F14-9B9DA05EEF78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1D08F242-683E-614E-A3F2-A4259AE06A00}"/>
              </a:ext>
            </a:extLst>
          </p:cNvPr>
          <p:cNvSpPr/>
          <p:nvPr/>
        </p:nvSpPr>
        <p:spPr>
          <a:xfrm>
            <a:off x="4182652" y="5997504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881CE639-013E-614E-98D0-C67974CF50DD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4519890" y="5448673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06025BE5-F8F9-E14F-8AF8-4FD11B299E67}"/>
              </a:ext>
            </a:extLst>
          </p:cNvPr>
          <p:cNvGrpSpPr/>
          <p:nvPr/>
        </p:nvGrpSpPr>
        <p:grpSpPr>
          <a:xfrm>
            <a:off x="5666670" y="5305649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20DCEBA2-653E-4140-91B7-E2BBE29A7AC4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251F7BDB-70B3-4D46-9776-34EBC0ABBA7B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E1C032A1-30E5-934F-879D-3D91ECADC7AF}"/>
              </a:ext>
            </a:extLst>
          </p:cNvPr>
          <p:cNvGrpSpPr/>
          <p:nvPr/>
        </p:nvGrpSpPr>
        <p:grpSpPr>
          <a:xfrm>
            <a:off x="6039618" y="5306319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55D27C0E-9427-B44B-8847-1A64FC715F36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34D41B03-4ECD-D348-8CCF-077667411B2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51B5781C-B6E8-D64A-A07D-01F08F164BE6}"/>
              </a:ext>
            </a:extLst>
          </p:cNvPr>
          <p:cNvGrpSpPr/>
          <p:nvPr/>
        </p:nvGrpSpPr>
        <p:grpSpPr>
          <a:xfrm>
            <a:off x="5294218" y="4898839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CC40E434-D6A6-D54B-9515-A98AC682B3C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7D05D804-7980-EB4C-B90C-3558A2F3D2A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0F17F21C-CFB4-974D-A9B8-F4095FA3419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BB52188F-22B2-1A44-B09A-BBEC82BC7D9E}"/>
              </a:ext>
            </a:extLst>
          </p:cNvPr>
          <p:cNvGrpSpPr/>
          <p:nvPr/>
        </p:nvGrpSpPr>
        <p:grpSpPr>
          <a:xfrm>
            <a:off x="5661240" y="4901103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6DC11BDF-F941-DA43-B949-EC3F440DFFF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F7DA8636-644F-EB4A-AA42-262F133E53C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B0E9190A-3800-0F48-AA16-A728672EA65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42029DB-08CE-FE43-9724-0C617EFC0D0C}"/>
              </a:ext>
            </a:extLst>
          </p:cNvPr>
          <p:cNvGrpSpPr/>
          <p:nvPr/>
        </p:nvGrpSpPr>
        <p:grpSpPr>
          <a:xfrm>
            <a:off x="1490015" y="3229577"/>
            <a:ext cx="2158703" cy="658272"/>
            <a:chOff x="808489" y="982294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3E742ACF-8BB6-544B-B982-DDAF696A80AF}"/>
                </a:ext>
              </a:extLst>
            </p:cNvPr>
            <p:cNvSpPr/>
            <p:nvPr/>
          </p:nvSpPr>
          <p:spPr>
            <a:xfrm>
              <a:off x="808489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F93A5180-89A6-1A47-839A-69E32178E010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8A36EAA3-AE33-6D43-BE4B-F652EA485EDF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39196986-2748-8E40-B0E3-388025733D68}"/>
              </a:ext>
            </a:extLst>
          </p:cNvPr>
          <p:cNvGrpSpPr/>
          <p:nvPr/>
        </p:nvGrpSpPr>
        <p:grpSpPr>
          <a:xfrm>
            <a:off x="5287722" y="4141561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A46EC711-C58F-7C4B-984C-4B14D4D425E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9EBE1F41-0806-3B47-8BF7-83E6E4D2CD0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D4D7CEB3-4D3E-9B4B-9E2E-37C0F4EE982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D12A6367-E3C2-F841-A75C-632210493722}"/>
              </a:ext>
            </a:extLst>
          </p:cNvPr>
          <p:cNvGrpSpPr/>
          <p:nvPr/>
        </p:nvGrpSpPr>
        <p:grpSpPr>
          <a:xfrm>
            <a:off x="5680151" y="4141561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BBF021E8-4D66-8A45-9707-1770349CE2C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994A0ACC-0486-BA41-8A4D-07131D6A77D6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36B761AA-6164-2840-8D4A-BE92D563D8E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93D0E2D5-CC67-354E-99B3-29FB61D8C5B4}"/>
              </a:ext>
            </a:extLst>
          </p:cNvPr>
          <p:cNvGrpSpPr/>
          <p:nvPr/>
        </p:nvGrpSpPr>
        <p:grpSpPr>
          <a:xfrm>
            <a:off x="7413232" y="4138697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2AF44FC9-6D58-8341-A194-933D9DCE99E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6D20B849-F225-ED4F-9C25-AD28F67AC74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78161BEA-54EF-C641-BA52-5307831226C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29FB4DA3-1EC6-4544-A63C-D75599A42318}"/>
              </a:ext>
            </a:extLst>
          </p:cNvPr>
          <p:cNvGrpSpPr/>
          <p:nvPr/>
        </p:nvGrpSpPr>
        <p:grpSpPr>
          <a:xfrm>
            <a:off x="7805661" y="4138697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BB308121-1803-8F43-A404-05F391F1119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8D75D1C6-1EBC-334B-B8D7-CD79083728B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4B30CF7C-0653-C545-97D4-958B2B44337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B4751D86-3CAD-4BAA-5F4F-5D805751DBB6}"/>
              </a:ext>
            </a:extLst>
          </p:cNvPr>
          <p:cNvGrpSpPr/>
          <p:nvPr/>
        </p:nvGrpSpPr>
        <p:grpSpPr>
          <a:xfrm>
            <a:off x="8164586" y="4534826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23AB3B64-D003-E340-CEF0-71BAA93ACA6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8DEDFD66-82A3-EAC7-E701-DA2E6141597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0AED5EF-CB3C-7843-5DE1-0428C0804EA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3FD8F598-1D4F-78EC-09AC-C055BBCB3187}"/>
              </a:ext>
            </a:extLst>
          </p:cNvPr>
          <p:cNvGrpSpPr/>
          <p:nvPr/>
        </p:nvGrpSpPr>
        <p:grpSpPr>
          <a:xfrm>
            <a:off x="7073954" y="4532721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2784D688-C046-3CC3-F859-36F036C064BF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05D2EC81-6CE4-C8DC-7FDB-4B521AC26B0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E6FCE67-FC0D-F90C-D14E-8B8009300E5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E893F6E4-2381-DE50-2A25-6F685144A615}"/>
              </a:ext>
            </a:extLst>
          </p:cNvPr>
          <p:cNvGrpSpPr/>
          <p:nvPr/>
        </p:nvGrpSpPr>
        <p:grpSpPr>
          <a:xfrm>
            <a:off x="7159436" y="4887075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1DD5860-F261-4992-AC96-1BB117C0DE1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07D52140-5CF8-AF65-BE19-0B43A713E35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A3F008B-2CAC-D25C-AEF0-B43C32D085E0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4EB317BB-1D7B-EFB7-313F-1E05061B2F69}"/>
              </a:ext>
            </a:extLst>
          </p:cNvPr>
          <p:cNvGrpSpPr/>
          <p:nvPr/>
        </p:nvGrpSpPr>
        <p:grpSpPr>
          <a:xfrm>
            <a:off x="7805646" y="4910886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9F5AF40-09CD-D5FB-ADA0-C9BA962BBB4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08C91B7D-7F84-4868-3AA6-63BAF185682D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23D4994-1357-89F3-F423-A9862C60F66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CC9B6700-D144-FD94-A1BE-3437D0874EE5}"/>
              </a:ext>
            </a:extLst>
          </p:cNvPr>
          <p:cNvCxnSpPr>
            <a:cxnSpLocks/>
            <a:stCxn id="170" idx="2"/>
          </p:cNvCxnSpPr>
          <p:nvPr/>
        </p:nvCxnSpPr>
        <p:spPr bwMode="gray">
          <a:xfrm>
            <a:off x="2569367" y="3887849"/>
            <a:ext cx="1644764" cy="1081840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5070424E-A156-A463-4E3B-3660CCC6C977}"/>
              </a:ext>
            </a:extLst>
          </p:cNvPr>
          <p:cNvGrpSpPr/>
          <p:nvPr/>
        </p:nvGrpSpPr>
        <p:grpSpPr>
          <a:xfrm>
            <a:off x="9148336" y="3124760"/>
            <a:ext cx="2158703" cy="658272"/>
            <a:chOff x="808489" y="1107027"/>
            <a:chExt cx="2158703" cy="65827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16EF294-F8C9-D7BB-76E4-0F96CC8F8930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A750C32-7370-E508-9553-759CEC999D6C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vmnic6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30106EC-63C5-E0F5-440C-3440EC57CB83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vmnic7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6D51BF97-2CFF-401B-FBBB-9C09F28F5954}"/>
              </a:ext>
            </a:extLst>
          </p:cNvPr>
          <p:cNvCxnSpPr>
            <a:cxnSpLocks/>
            <a:stCxn id="75" idx="3"/>
            <a:endCxn id="29" idx="2"/>
          </p:cNvCxnSpPr>
          <p:nvPr/>
        </p:nvCxnSpPr>
        <p:spPr bwMode="gray">
          <a:xfrm flipV="1">
            <a:off x="8196916" y="3783032"/>
            <a:ext cx="2030772" cy="1187745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68">
            <a:extLst>
              <a:ext uri="{FF2B5EF4-FFF2-40B4-BE49-F238E27FC236}">
                <a16:creationId xmlns:a16="http://schemas.microsoft.com/office/drawing/2014/main" id="{B58181A0-DE23-3BBB-2DD8-F426881D2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3320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36" name="Rectangle 276">
            <a:extLst>
              <a:ext uri="{FF2B5EF4-FFF2-40B4-BE49-F238E27FC236}">
                <a16:creationId xmlns:a16="http://schemas.microsoft.com/office/drawing/2014/main" id="{CBDB4B6C-FBE0-0B50-EB12-B9725C86CDBF}"/>
              </a:ext>
            </a:extLst>
          </p:cNvPr>
          <p:cNvSpPr/>
          <p:nvPr/>
        </p:nvSpPr>
        <p:spPr>
          <a:xfrm>
            <a:off x="3554167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37" name="Straight Connector 260">
            <a:extLst>
              <a:ext uri="{FF2B5EF4-FFF2-40B4-BE49-F238E27FC236}">
                <a16:creationId xmlns:a16="http://schemas.microsoft.com/office/drawing/2014/main" id="{C3143EAE-38E9-74F4-10BD-6196FE368348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 flipV="1">
            <a:off x="2928836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B1BCDFD1-86FE-CC5B-2F70-09974FD0F2F5}"/>
              </a:ext>
            </a:extLst>
          </p:cNvPr>
          <p:cNvCxnSpPr>
            <a:stCxn id="171" idx="0"/>
          </p:cNvCxnSpPr>
          <p:nvPr/>
        </p:nvCxnSpPr>
        <p:spPr bwMode="gray">
          <a:xfrm flipV="1">
            <a:off x="1838168" y="1935921"/>
            <a:ext cx="251" cy="131072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7B984DAD-CF9C-B074-430E-CF9ACCF1E617}"/>
              </a:ext>
            </a:extLst>
          </p:cNvPr>
          <p:cNvCxnSpPr>
            <a:cxnSpLocks/>
            <a:stCxn id="30" idx="0"/>
            <a:endCxn id="36" idx="2"/>
          </p:cNvCxnSpPr>
          <p:nvPr/>
        </p:nvCxnSpPr>
        <p:spPr bwMode="gray">
          <a:xfrm flipH="1" flipV="1">
            <a:off x="4182652" y="1931283"/>
            <a:ext cx="5313837" cy="1194669"/>
          </a:xfrm>
          <a:prstGeom prst="line">
            <a:avLst/>
          </a:prstGeom>
          <a:ln w="3175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570EB71F-B435-168E-1650-7322E9D1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0473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EA300D37-F23A-6603-56BB-F36D35846543}"/>
              </a:ext>
            </a:extLst>
          </p:cNvPr>
          <p:cNvSpPr/>
          <p:nvPr/>
        </p:nvSpPr>
        <p:spPr>
          <a:xfrm>
            <a:off x="9531320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290CE2C4-120C-1C90-7C96-CBE5EB27E394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 flipV="1">
            <a:off x="8905989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E13EB53D-9F7D-EEE2-45B8-1E749A13DD03}"/>
              </a:ext>
            </a:extLst>
          </p:cNvPr>
          <p:cNvCxnSpPr>
            <a:cxnSpLocks/>
            <a:endCxn id="91" idx="2"/>
          </p:cNvCxnSpPr>
          <p:nvPr/>
        </p:nvCxnSpPr>
        <p:spPr bwMode="gray">
          <a:xfrm flipV="1">
            <a:off x="2600388" y="1940560"/>
            <a:ext cx="5672843" cy="128901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3B9F7C5D-8CE2-EC52-F415-A722993756A6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H="1" flipV="1">
            <a:off x="10159805" y="1931283"/>
            <a:ext cx="23506" cy="119448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29">
            <a:extLst>
              <a:ext uri="{FF2B5EF4-FFF2-40B4-BE49-F238E27FC236}">
                <a16:creationId xmlns:a16="http://schemas.microsoft.com/office/drawing/2014/main" id="{AC83588A-3E8A-AA72-B33F-5383560D20B9}"/>
              </a:ext>
            </a:extLst>
          </p:cNvPr>
          <p:cNvSpPr/>
          <p:nvPr/>
        </p:nvSpPr>
        <p:spPr>
          <a:xfrm>
            <a:off x="2292571" y="1145126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F77B5328-A9CF-97AF-A0E0-81E2D92E39AE}"/>
              </a:ext>
            </a:extLst>
          </p:cNvPr>
          <p:cNvSpPr/>
          <p:nvPr/>
        </p:nvSpPr>
        <p:spPr>
          <a:xfrm>
            <a:off x="8196916" y="1105310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</p:spTree>
    <p:extLst>
      <p:ext uri="{BB962C8B-B14F-4D97-AF65-F5344CB8AC3E}">
        <p14:creationId xmlns:p14="http://schemas.microsoft.com/office/powerpoint/2010/main" val="399345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FD54-0DBA-0555-0EF7-2ACE625E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B0A624-5406-D55D-7AD2-93719DA4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lang="en" altLang="zh-TW"/>
              <a:t>Architecture</a:t>
            </a:r>
            <a:r>
              <a:rPr lang="zh-TW" altLang="en-US"/>
              <a:t> </a:t>
            </a:r>
            <a:r>
              <a:rPr lang="en-US" altLang="zh-TW"/>
              <a:t>Placement </a:t>
            </a:r>
            <a:r>
              <a:rPr lang="en" altLang="zh-TW"/>
              <a:t>Design For OA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031ED3-E7E2-E872-E202-A991C4C52216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491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C2132-C8D1-17AF-0D0D-31535566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5CAA5EF9-4CDF-9FD3-58FD-E0726DC780A1}"/>
              </a:ext>
            </a:extLst>
          </p:cNvPr>
          <p:cNvSpPr/>
          <p:nvPr/>
        </p:nvSpPr>
        <p:spPr>
          <a:xfrm>
            <a:off x="658662" y="1253493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995C57-5B39-3F52-14CE-0FEDC97F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(OA VM)</a:t>
            </a:r>
          </a:p>
        </p:txBody>
      </p:sp>
      <p:sp>
        <p:nvSpPr>
          <p:cNvPr id="83" name="Rectangle 1490">
            <a:extLst>
              <a:ext uri="{FF2B5EF4-FFF2-40B4-BE49-F238E27FC236}">
                <a16:creationId xmlns:a16="http://schemas.microsoft.com/office/drawing/2014/main" id="{C6801B80-AC36-4397-5C34-A8CD3BD88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407" y="1830083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4" name="Rectangle 1491">
            <a:extLst>
              <a:ext uri="{FF2B5EF4-FFF2-40B4-BE49-F238E27FC236}">
                <a16:creationId xmlns:a16="http://schemas.microsoft.com/office/drawing/2014/main" id="{06F44835-DB0D-B1CA-92BF-9BC38E46B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785" y="1796137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5" name="Rectangle 1619">
            <a:extLst>
              <a:ext uri="{FF2B5EF4-FFF2-40B4-BE49-F238E27FC236}">
                <a16:creationId xmlns:a16="http://schemas.microsoft.com/office/drawing/2014/main" id="{D0A88CA5-7329-16DD-EB16-748E66CB0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4903" y="2016659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6" name="Rectangle 1620">
            <a:extLst>
              <a:ext uri="{FF2B5EF4-FFF2-40B4-BE49-F238E27FC236}">
                <a16:creationId xmlns:a16="http://schemas.microsoft.com/office/drawing/2014/main" id="{CCACF4DC-2675-D675-3635-9E829D717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531" y="1796136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2" name="Rectangle 1626">
            <a:extLst>
              <a:ext uri="{FF2B5EF4-FFF2-40B4-BE49-F238E27FC236}">
                <a16:creationId xmlns:a16="http://schemas.microsoft.com/office/drawing/2014/main" id="{675B0300-DAAD-F070-18F3-C6282A1D8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034" y="2838422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" name="Rectangle 1629">
            <a:extLst>
              <a:ext uri="{FF2B5EF4-FFF2-40B4-BE49-F238E27FC236}">
                <a16:creationId xmlns:a16="http://schemas.microsoft.com/office/drawing/2014/main" id="{86920F0B-3FCB-A577-5CA5-D56FDAB62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895" y="2838422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884C5BE-F2B3-7377-B286-075011639877}"/>
              </a:ext>
            </a:extLst>
          </p:cNvPr>
          <p:cNvGrpSpPr/>
          <p:nvPr/>
        </p:nvGrpSpPr>
        <p:grpSpPr>
          <a:xfrm>
            <a:off x="3667921" y="4559777"/>
            <a:ext cx="987291" cy="740867"/>
            <a:chOff x="9474433" y="5983972"/>
            <a:chExt cx="987548" cy="390574"/>
          </a:xfrm>
        </p:grpSpPr>
        <p:sp>
          <p:nvSpPr>
            <p:cNvPr id="124" name="Rectangle 1630">
              <a:extLst>
                <a:ext uri="{FF2B5EF4-FFF2-40B4-BE49-F238E27FC236}">
                  <a16:creationId xmlns:a16="http://schemas.microsoft.com/office/drawing/2014/main" id="{9F46EAA6-20F3-CDA4-E755-C452D61F1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25" name="Rectangle 1630">
              <a:extLst>
                <a:ext uri="{FF2B5EF4-FFF2-40B4-BE49-F238E27FC236}">
                  <a16:creationId xmlns:a16="http://schemas.microsoft.com/office/drawing/2014/main" id="{D0149BB2-7BE6-7162-9F94-EEE46D9A5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5C28903-3907-C554-95CE-CEAE1A9A7BE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27" name="Rectangle 1630">
                <a:extLst>
                  <a:ext uri="{FF2B5EF4-FFF2-40B4-BE49-F238E27FC236}">
                    <a16:creationId xmlns:a16="http://schemas.microsoft.com/office/drawing/2014/main" id="{57E5FE79-EAB5-33CC-6220-06D23B5B9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8" name="Rectangle 1484">
                <a:extLst>
                  <a:ext uri="{FF2B5EF4-FFF2-40B4-BE49-F238E27FC236}">
                    <a16:creationId xmlns:a16="http://schemas.microsoft.com/office/drawing/2014/main" id="{81EAA23F-2382-D7F2-3BA5-56A2908A9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A52612F-7003-5050-C33E-262FD1E60563}"/>
              </a:ext>
            </a:extLst>
          </p:cNvPr>
          <p:cNvGrpSpPr/>
          <p:nvPr/>
        </p:nvGrpSpPr>
        <p:grpSpPr>
          <a:xfrm>
            <a:off x="4777848" y="4564997"/>
            <a:ext cx="987291" cy="740867"/>
            <a:chOff x="9474433" y="5983972"/>
            <a:chExt cx="987548" cy="390574"/>
          </a:xfrm>
        </p:grpSpPr>
        <p:sp>
          <p:nvSpPr>
            <p:cNvPr id="119" name="Rectangle 1630">
              <a:extLst>
                <a:ext uri="{FF2B5EF4-FFF2-40B4-BE49-F238E27FC236}">
                  <a16:creationId xmlns:a16="http://schemas.microsoft.com/office/drawing/2014/main" id="{1DD59D20-DCD6-16A4-F14F-4D2707C1E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20" name="Rectangle 1630">
              <a:extLst>
                <a:ext uri="{FF2B5EF4-FFF2-40B4-BE49-F238E27FC236}">
                  <a16:creationId xmlns:a16="http://schemas.microsoft.com/office/drawing/2014/main" id="{3868F73D-F89F-0B2E-190F-260DB1A8E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88DCF6B7-2B56-E992-448B-8A542849284E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22" name="Rectangle 1630">
                <a:extLst>
                  <a:ext uri="{FF2B5EF4-FFF2-40B4-BE49-F238E27FC236}">
                    <a16:creationId xmlns:a16="http://schemas.microsoft.com/office/drawing/2014/main" id="{1632DD1C-1475-C5E6-2E9C-57090CD00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3" name="Rectangle 1484">
                <a:extLst>
                  <a:ext uri="{FF2B5EF4-FFF2-40B4-BE49-F238E27FC236}">
                    <a16:creationId xmlns:a16="http://schemas.microsoft.com/office/drawing/2014/main" id="{251E7F8D-A401-82F8-464C-62EB7FC12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8F62983-60A7-DB1D-6F2B-00C0C67EEDA7}"/>
              </a:ext>
            </a:extLst>
          </p:cNvPr>
          <p:cNvGrpSpPr/>
          <p:nvPr/>
        </p:nvGrpSpPr>
        <p:grpSpPr>
          <a:xfrm>
            <a:off x="1034954" y="4491869"/>
            <a:ext cx="987291" cy="740867"/>
            <a:chOff x="9474433" y="5983972"/>
            <a:chExt cx="987548" cy="390574"/>
          </a:xfrm>
        </p:grpSpPr>
        <p:sp>
          <p:nvSpPr>
            <p:cNvPr id="114" name="Rectangle 1630">
              <a:extLst>
                <a:ext uri="{FF2B5EF4-FFF2-40B4-BE49-F238E27FC236}">
                  <a16:creationId xmlns:a16="http://schemas.microsoft.com/office/drawing/2014/main" id="{77F6CDAF-D94B-D441-65C7-3567C3F9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15" name="Rectangle 1630">
              <a:extLst>
                <a:ext uri="{FF2B5EF4-FFF2-40B4-BE49-F238E27FC236}">
                  <a16:creationId xmlns:a16="http://schemas.microsoft.com/office/drawing/2014/main" id="{BD7BB778-6D69-9EB5-7921-7B2BDE3AE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65C22C5-4D8F-CB3E-E64F-03F8C9379639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17" name="Rectangle 1630">
                <a:extLst>
                  <a:ext uri="{FF2B5EF4-FFF2-40B4-BE49-F238E27FC236}">
                    <a16:creationId xmlns:a16="http://schemas.microsoft.com/office/drawing/2014/main" id="{5A3964A7-397E-61E1-3F56-1A1DEDEC6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8" name="Rectangle 1484">
                <a:extLst>
                  <a:ext uri="{FF2B5EF4-FFF2-40B4-BE49-F238E27FC236}">
                    <a16:creationId xmlns:a16="http://schemas.microsoft.com/office/drawing/2014/main" id="{049D8D3F-45F4-CF67-796C-C5D58067B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ED52BAA-B15B-1D9D-B20E-0304C9A41504}"/>
              </a:ext>
            </a:extLst>
          </p:cNvPr>
          <p:cNvGrpSpPr/>
          <p:nvPr/>
        </p:nvGrpSpPr>
        <p:grpSpPr>
          <a:xfrm>
            <a:off x="2185838" y="4502643"/>
            <a:ext cx="987291" cy="740867"/>
            <a:chOff x="9474433" y="5983972"/>
            <a:chExt cx="987548" cy="390574"/>
          </a:xfrm>
        </p:grpSpPr>
        <p:sp>
          <p:nvSpPr>
            <p:cNvPr id="109" name="Rectangle 1630">
              <a:extLst>
                <a:ext uri="{FF2B5EF4-FFF2-40B4-BE49-F238E27FC236}">
                  <a16:creationId xmlns:a16="http://schemas.microsoft.com/office/drawing/2014/main" id="{A1CDB3B6-95AC-3E49-C079-211C5EB89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10" name="Rectangle 1630">
              <a:extLst>
                <a:ext uri="{FF2B5EF4-FFF2-40B4-BE49-F238E27FC236}">
                  <a16:creationId xmlns:a16="http://schemas.microsoft.com/office/drawing/2014/main" id="{5F3F906A-C114-4284-BD2C-A294055E2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EB53E7D-8D62-C152-8EA3-21D9AE26BA82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12" name="Rectangle 1630">
                <a:extLst>
                  <a:ext uri="{FF2B5EF4-FFF2-40B4-BE49-F238E27FC236}">
                    <a16:creationId xmlns:a16="http://schemas.microsoft.com/office/drawing/2014/main" id="{EC2FFE67-E761-BE63-5ED9-1BF7469BB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3" name="Rectangle 1484">
                <a:extLst>
                  <a:ext uri="{FF2B5EF4-FFF2-40B4-BE49-F238E27FC236}">
                    <a16:creationId xmlns:a16="http://schemas.microsoft.com/office/drawing/2014/main" id="{9CDEA58D-D1D3-7D6A-40CC-A84C17AA9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108" name="Rectangle 1629">
            <a:extLst>
              <a:ext uri="{FF2B5EF4-FFF2-40B4-BE49-F238E27FC236}">
                <a16:creationId xmlns:a16="http://schemas.microsoft.com/office/drawing/2014/main" id="{5E7939DD-BF1A-4B0F-A0E6-BA91F9650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968" y="2824442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8AE40BE-E1B8-C563-FF12-C7F5DAB301E2}"/>
              </a:ext>
            </a:extLst>
          </p:cNvPr>
          <p:cNvGrpSpPr/>
          <p:nvPr/>
        </p:nvGrpSpPr>
        <p:grpSpPr>
          <a:xfrm>
            <a:off x="1583136" y="1713697"/>
            <a:ext cx="109364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181B9720-0EED-4190-E16F-CDD0507DA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70449007-2292-7278-0B19-5BD78F3D6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2" name="副標題 11">
            <a:extLst>
              <a:ext uri="{FF2B5EF4-FFF2-40B4-BE49-F238E27FC236}">
                <a16:creationId xmlns:a16="http://schemas.microsoft.com/office/drawing/2014/main" id="{9826BBDD-A161-5702-8CE0-65FA29A1481B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2" name="Rectangle 1490">
            <a:extLst>
              <a:ext uri="{FF2B5EF4-FFF2-40B4-BE49-F238E27FC236}">
                <a16:creationId xmlns:a16="http://schemas.microsoft.com/office/drawing/2014/main" id="{972D11F4-93E6-D765-2F0A-05ECD737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302" y="1853520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E2F1FC1F-C562-88A0-AF17-3ADC358C9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864" y="3949054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8C4F73E6-6108-7E11-2D74-80A023B35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93" y="3971622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F8A1D475-8D09-B438-3277-0DF3426BF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1872" y="4053977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B297E93C-C09B-6C63-9577-B3B554AA4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935" y="4088234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98232911-9614-57DD-1CDF-5C5CBDF62F3E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sp>
        <p:nvSpPr>
          <p:cNvPr id="9353" name="Rectangle 1621">
            <a:extLst>
              <a:ext uri="{FF2B5EF4-FFF2-40B4-BE49-F238E27FC236}">
                <a16:creationId xmlns:a16="http://schemas.microsoft.com/office/drawing/2014/main" id="{0604219A-DF7A-F3E5-83E7-B780EA80A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805" y="1836551"/>
            <a:ext cx="505046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24F86FB-6CC3-AAC2-E978-09228159DFDF}"/>
              </a:ext>
            </a:extLst>
          </p:cNvPr>
          <p:cNvGraphicFramePr>
            <a:graphicFrameLocks noGrp="1"/>
          </p:cNvGraphicFramePr>
          <p:nvPr/>
        </p:nvGraphicFramePr>
        <p:xfrm>
          <a:off x="6036824" y="3501909"/>
          <a:ext cx="6108668" cy="108344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0.541666667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1254926"/>
                  </a:ext>
                </a:extLst>
              </a:tr>
            </a:tbl>
          </a:graphicData>
        </a:graphic>
      </p:graphicFrame>
      <p:sp>
        <p:nvSpPr>
          <p:cNvPr id="6" name="Rectangle 1621">
            <a:extLst>
              <a:ext uri="{FF2B5EF4-FFF2-40B4-BE49-F238E27FC236}">
                <a16:creationId xmlns:a16="http://schemas.microsoft.com/office/drawing/2014/main" id="{1ACEAF80-C4B4-1598-91E8-F4DDE0A0B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702" y="2419995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ADFS1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621">
            <a:extLst>
              <a:ext uri="{FF2B5EF4-FFF2-40B4-BE49-F238E27FC236}">
                <a16:creationId xmlns:a16="http://schemas.microsoft.com/office/drawing/2014/main" id="{C64B33E7-33D5-8847-5C18-0F65E1301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647" y="1836551"/>
            <a:ext cx="505046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621">
            <a:extLst>
              <a:ext uri="{FF2B5EF4-FFF2-40B4-BE49-F238E27FC236}">
                <a16:creationId xmlns:a16="http://schemas.microsoft.com/office/drawing/2014/main" id="{65DA94C5-857C-AA10-42B8-9900148B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986" y="2450216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ADFS2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1">
            <a:extLst>
              <a:ext uri="{FF2B5EF4-FFF2-40B4-BE49-F238E27FC236}">
                <a16:creationId xmlns:a16="http://schemas.microsoft.com/office/drawing/2014/main" id="{958E4D30-45EF-CC44-9C7B-55FEE0A97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986" y="2156885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AADC2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1">
            <a:extLst>
              <a:ext uri="{FF2B5EF4-FFF2-40B4-BE49-F238E27FC236}">
                <a16:creationId xmlns:a16="http://schemas.microsoft.com/office/drawing/2014/main" id="{5D71BEF7-077D-807C-6F36-DFF345EE6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905" y="2139142"/>
            <a:ext cx="644039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ADDC1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1">
            <a:extLst>
              <a:ext uri="{FF2B5EF4-FFF2-40B4-BE49-F238E27FC236}">
                <a16:creationId xmlns:a16="http://schemas.microsoft.com/office/drawing/2014/main" id="{4C97D325-E106-548A-2926-D97DE19C5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944" y="2709252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2679F66B-44B7-F1BB-5F95-92461946D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944" y="3021888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6" name="Rectangle 1621">
            <a:extLst>
              <a:ext uri="{FF2B5EF4-FFF2-40B4-BE49-F238E27FC236}">
                <a16:creationId xmlns:a16="http://schemas.microsoft.com/office/drawing/2014/main" id="{55B2D3A0-D378-E4E5-D843-447299E40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702" y="3336232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ECJOB03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03A9203B-AEB6-3A32-6A21-9CB8D9FB4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987" y="2748060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ECJOB04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8" name="Rectangle 1621">
            <a:extLst>
              <a:ext uri="{FF2B5EF4-FFF2-40B4-BE49-F238E27FC236}">
                <a16:creationId xmlns:a16="http://schemas.microsoft.com/office/drawing/2014/main" id="{1B300628-18C4-60F1-C0FC-AAEE6DCEA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277" y="3325737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ECJOB06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9" name="Rectangle 1621">
            <a:extLst>
              <a:ext uri="{FF2B5EF4-FFF2-40B4-BE49-F238E27FC236}">
                <a16:creationId xmlns:a16="http://schemas.microsoft.com/office/drawing/2014/main" id="{DB7573E4-41E3-6039-0231-33D6D7DC1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987" y="3021888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5C2E6AD5-8D3A-6845-CBB7-B40D8192B0C2}"/>
              </a:ext>
            </a:extLst>
          </p:cNvPr>
          <p:cNvSpPr/>
          <p:nvPr/>
        </p:nvSpPr>
        <p:spPr bwMode="gray">
          <a:xfrm>
            <a:off x="6036824" y="178294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OA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21638147-9C3C-E6BE-780F-B433342FA429}"/>
              </a:ext>
            </a:extLst>
          </p:cNvPr>
          <p:cNvSpPr/>
          <p:nvPr/>
        </p:nvSpPr>
        <p:spPr bwMode="gray">
          <a:xfrm>
            <a:off x="6036825" y="2651278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48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B3F5-8B89-E47D-5EBE-3AFB9D91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8D4759-F6D2-783C-8F53-4D404054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(RD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AFEBD7EC-BBB9-0EF8-66AB-C6D4E20C02E6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9374714C-5BB0-1B3F-2344-905DF4591E76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D206180-8E65-5B02-F978-236A938863D7}"/>
              </a:ext>
            </a:extLst>
          </p:cNvPr>
          <p:cNvGraphicFramePr>
            <a:graphicFrameLocks noGrp="1"/>
          </p:cNvGraphicFramePr>
          <p:nvPr/>
        </p:nvGraphicFramePr>
        <p:xfrm>
          <a:off x="6002819" y="3616703"/>
          <a:ext cx="6108668" cy="311656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7918898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My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416GB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0.40625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156922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Net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992GB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125492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RD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896GB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0.416666667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805718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VCF MGMT / OA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0.541666667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108351"/>
                  </a:ext>
                </a:extLst>
              </a:tr>
            </a:tbl>
          </a:graphicData>
        </a:graphic>
      </p:graphicFrame>
      <p:sp>
        <p:nvSpPr>
          <p:cNvPr id="6" name="Rectangle 80">
            <a:extLst>
              <a:ext uri="{FF2B5EF4-FFF2-40B4-BE49-F238E27FC236}">
                <a16:creationId xmlns:a16="http://schemas.microsoft.com/office/drawing/2014/main" id="{9A80822F-B399-3978-9E65-E5171044ED14}"/>
              </a:ext>
            </a:extLst>
          </p:cNvPr>
          <p:cNvSpPr/>
          <p:nvPr/>
        </p:nvSpPr>
        <p:spPr>
          <a:xfrm>
            <a:off x="365364" y="1167229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490">
            <a:extLst>
              <a:ext uri="{FF2B5EF4-FFF2-40B4-BE49-F238E27FC236}">
                <a16:creationId xmlns:a16="http://schemas.microsoft.com/office/drawing/2014/main" id="{22C51AD4-2A87-292F-AC2A-195C60BC1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109" y="1743819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1">
            <a:extLst>
              <a:ext uri="{FF2B5EF4-FFF2-40B4-BE49-F238E27FC236}">
                <a16:creationId xmlns:a16="http://schemas.microsoft.com/office/drawing/2014/main" id="{8513241F-3152-2747-3CC8-E33759A12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" y="1709873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619">
            <a:extLst>
              <a:ext uri="{FF2B5EF4-FFF2-40B4-BE49-F238E27FC236}">
                <a16:creationId xmlns:a16="http://schemas.microsoft.com/office/drawing/2014/main" id="{AB956BEB-9F9F-F4A4-B023-AB05E909D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605" y="1930395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0">
            <a:extLst>
              <a:ext uri="{FF2B5EF4-FFF2-40B4-BE49-F238E27FC236}">
                <a16:creationId xmlns:a16="http://schemas.microsoft.com/office/drawing/2014/main" id="{2001BAB3-0183-6C22-6F26-72A749596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233" y="1709872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6">
            <a:extLst>
              <a:ext uri="{FF2B5EF4-FFF2-40B4-BE49-F238E27FC236}">
                <a16:creationId xmlns:a16="http://schemas.microsoft.com/office/drawing/2014/main" id="{653EB4D1-AE8B-5788-34A2-42CD08D81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736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9">
            <a:extLst>
              <a:ext uri="{FF2B5EF4-FFF2-40B4-BE49-F238E27FC236}">
                <a16:creationId xmlns:a16="http://schemas.microsoft.com/office/drawing/2014/main" id="{31F0764F-360F-6BD2-D6A4-9A30AAE91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597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5" name="Group 101">
            <a:extLst>
              <a:ext uri="{FF2B5EF4-FFF2-40B4-BE49-F238E27FC236}">
                <a16:creationId xmlns:a16="http://schemas.microsoft.com/office/drawing/2014/main" id="{3E248A06-C0C0-C444-1726-3BDD41E7561A}"/>
              </a:ext>
            </a:extLst>
          </p:cNvPr>
          <p:cNvGrpSpPr/>
          <p:nvPr/>
        </p:nvGrpSpPr>
        <p:grpSpPr>
          <a:xfrm>
            <a:off x="3374623" y="4473513"/>
            <a:ext cx="987291" cy="740867"/>
            <a:chOff x="9474433" y="5983972"/>
            <a:chExt cx="987548" cy="390574"/>
          </a:xfrm>
        </p:grpSpPr>
        <p:sp>
          <p:nvSpPr>
            <p:cNvPr id="16" name="Rectangle 1630">
              <a:extLst>
                <a:ext uri="{FF2B5EF4-FFF2-40B4-BE49-F238E27FC236}">
                  <a16:creationId xmlns:a16="http://schemas.microsoft.com/office/drawing/2014/main" id="{F844016E-C1A5-C59B-A8A7-AFE61B418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A69502B6-F425-A1B8-98B5-8543293F9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8" name="Group 125">
              <a:extLst>
                <a:ext uri="{FF2B5EF4-FFF2-40B4-BE49-F238E27FC236}">
                  <a16:creationId xmlns:a16="http://schemas.microsoft.com/office/drawing/2014/main" id="{4A415A0D-858D-0852-CC4C-C2980173B3B1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9" name="Rectangle 1630">
                <a:extLst>
                  <a:ext uri="{FF2B5EF4-FFF2-40B4-BE49-F238E27FC236}">
                    <a16:creationId xmlns:a16="http://schemas.microsoft.com/office/drawing/2014/main" id="{52069DC5-2794-4140-5736-1F820157D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Rectangle 1484">
                <a:extLst>
                  <a:ext uri="{FF2B5EF4-FFF2-40B4-BE49-F238E27FC236}">
                    <a16:creationId xmlns:a16="http://schemas.microsoft.com/office/drawing/2014/main" id="{D7AAD5F4-872E-87D4-308A-703A1B21B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1" name="Group 102">
            <a:extLst>
              <a:ext uri="{FF2B5EF4-FFF2-40B4-BE49-F238E27FC236}">
                <a16:creationId xmlns:a16="http://schemas.microsoft.com/office/drawing/2014/main" id="{C72BA8E3-7B8F-E920-A2D2-F41314E612F9}"/>
              </a:ext>
            </a:extLst>
          </p:cNvPr>
          <p:cNvGrpSpPr/>
          <p:nvPr/>
        </p:nvGrpSpPr>
        <p:grpSpPr>
          <a:xfrm>
            <a:off x="4484550" y="4478733"/>
            <a:ext cx="987291" cy="740867"/>
            <a:chOff x="9474433" y="5983972"/>
            <a:chExt cx="987548" cy="390574"/>
          </a:xfrm>
        </p:grpSpPr>
        <p:sp>
          <p:nvSpPr>
            <p:cNvPr id="22" name="Rectangle 1630">
              <a:extLst>
                <a:ext uri="{FF2B5EF4-FFF2-40B4-BE49-F238E27FC236}">
                  <a16:creationId xmlns:a16="http://schemas.microsoft.com/office/drawing/2014/main" id="{2580B0F6-6C78-4F35-A26A-031A98BAA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71C1C577-0C21-8D01-F1C5-4823A6EE5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4" name="Group 120">
              <a:extLst>
                <a:ext uri="{FF2B5EF4-FFF2-40B4-BE49-F238E27FC236}">
                  <a16:creationId xmlns:a16="http://schemas.microsoft.com/office/drawing/2014/main" id="{EC8BA0A7-5896-CA0C-FB39-1B4DDC240A03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5" name="Rectangle 1630">
                <a:extLst>
                  <a:ext uri="{FF2B5EF4-FFF2-40B4-BE49-F238E27FC236}">
                    <a16:creationId xmlns:a16="http://schemas.microsoft.com/office/drawing/2014/main" id="{5ECF27BB-7359-F067-D258-BF83CC223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6" name="Rectangle 1484">
                <a:extLst>
                  <a:ext uri="{FF2B5EF4-FFF2-40B4-BE49-F238E27FC236}">
                    <a16:creationId xmlns:a16="http://schemas.microsoft.com/office/drawing/2014/main" id="{AE94311A-881F-A68B-13ED-88D8CC4EC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7" name="Group 103">
            <a:extLst>
              <a:ext uri="{FF2B5EF4-FFF2-40B4-BE49-F238E27FC236}">
                <a16:creationId xmlns:a16="http://schemas.microsoft.com/office/drawing/2014/main" id="{C540B129-7313-229A-8D87-1BCFB392F8E6}"/>
              </a:ext>
            </a:extLst>
          </p:cNvPr>
          <p:cNvGrpSpPr/>
          <p:nvPr/>
        </p:nvGrpSpPr>
        <p:grpSpPr>
          <a:xfrm>
            <a:off x="741656" y="4405605"/>
            <a:ext cx="987291" cy="740867"/>
            <a:chOff x="9474433" y="5983972"/>
            <a:chExt cx="987548" cy="390574"/>
          </a:xfrm>
        </p:grpSpPr>
        <p:sp>
          <p:nvSpPr>
            <p:cNvPr id="28" name="Rectangle 1630">
              <a:extLst>
                <a:ext uri="{FF2B5EF4-FFF2-40B4-BE49-F238E27FC236}">
                  <a16:creationId xmlns:a16="http://schemas.microsoft.com/office/drawing/2014/main" id="{66E84B62-D512-6134-F795-66A395D6F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B5B107F9-1F3D-8746-7894-F1375F88D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0" name="Group 115">
              <a:extLst>
                <a:ext uri="{FF2B5EF4-FFF2-40B4-BE49-F238E27FC236}">
                  <a16:creationId xmlns:a16="http://schemas.microsoft.com/office/drawing/2014/main" id="{EDE60B59-09F9-626E-2ABB-6B2DC687B693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852484D5-905F-7EC2-79C0-E851150A6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484">
                <a:extLst>
                  <a:ext uri="{FF2B5EF4-FFF2-40B4-BE49-F238E27FC236}">
                    <a16:creationId xmlns:a16="http://schemas.microsoft.com/office/drawing/2014/main" id="{6A092667-FD6F-81F3-C7AD-76A892514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3" name="Group 104">
            <a:extLst>
              <a:ext uri="{FF2B5EF4-FFF2-40B4-BE49-F238E27FC236}">
                <a16:creationId xmlns:a16="http://schemas.microsoft.com/office/drawing/2014/main" id="{225AF55E-AC99-54F0-8871-1AEE6C10150D}"/>
              </a:ext>
            </a:extLst>
          </p:cNvPr>
          <p:cNvGrpSpPr/>
          <p:nvPr/>
        </p:nvGrpSpPr>
        <p:grpSpPr>
          <a:xfrm>
            <a:off x="1892540" y="4416379"/>
            <a:ext cx="987291" cy="740867"/>
            <a:chOff x="9474433" y="5983972"/>
            <a:chExt cx="987548" cy="390574"/>
          </a:xfrm>
        </p:grpSpPr>
        <p:sp>
          <p:nvSpPr>
            <p:cNvPr id="34" name="Rectangle 1630">
              <a:extLst>
                <a:ext uri="{FF2B5EF4-FFF2-40B4-BE49-F238E27FC236}">
                  <a16:creationId xmlns:a16="http://schemas.microsoft.com/office/drawing/2014/main" id="{70701A08-17BD-FBD6-103F-4688E051A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BFA9DCFB-4F72-C77F-6DCC-E38557631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6" name="Group 110">
              <a:extLst>
                <a:ext uri="{FF2B5EF4-FFF2-40B4-BE49-F238E27FC236}">
                  <a16:creationId xmlns:a16="http://schemas.microsoft.com/office/drawing/2014/main" id="{104D8393-EBAC-29AA-B531-B931EABF4F0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FF873EC8-9DF8-9CA9-A5A2-D01A04746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Rectangle 1484">
                <a:extLst>
                  <a:ext uri="{FF2B5EF4-FFF2-40B4-BE49-F238E27FC236}">
                    <a16:creationId xmlns:a16="http://schemas.microsoft.com/office/drawing/2014/main" id="{CE7D9BB6-BCED-E040-FF2E-56620F8E6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39" name="Rectangle 1629">
            <a:extLst>
              <a:ext uri="{FF2B5EF4-FFF2-40B4-BE49-F238E27FC236}">
                <a16:creationId xmlns:a16="http://schemas.microsoft.com/office/drawing/2014/main" id="{C8B4B2FC-EA20-DA3E-D85A-F8C41B0C7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670" y="273817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10">
            <a:extLst>
              <a:ext uri="{FF2B5EF4-FFF2-40B4-BE49-F238E27FC236}">
                <a16:creationId xmlns:a16="http://schemas.microsoft.com/office/drawing/2014/main" id="{2DB84656-C1FA-1AB6-A542-9339B7D24E64}"/>
              </a:ext>
            </a:extLst>
          </p:cNvPr>
          <p:cNvGrpSpPr/>
          <p:nvPr/>
        </p:nvGrpSpPr>
        <p:grpSpPr>
          <a:xfrm>
            <a:off x="1289838" y="1627433"/>
            <a:ext cx="1093644" cy="140395"/>
            <a:chOff x="7732445" y="2099978"/>
            <a:chExt cx="1104273" cy="140395"/>
          </a:xfrm>
        </p:grpSpPr>
        <p:sp>
          <p:nvSpPr>
            <p:cNvPr id="41" name="Rectangle 1622">
              <a:extLst>
                <a:ext uri="{FF2B5EF4-FFF2-40B4-BE49-F238E27FC236}">
                  <a16:creationId xmlns:a16="http://schemas.microsoft.com/office/drawing/2014/main" id="{3AAE11BF-B930-10A1-2C5E-CD03B5081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9C772611-9196-B254-C7EF-18F937B95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3" name="Rectangle 1490">
            <a:extLst>
              <a:ext uri="{FF2B5EF4-FFF2-40B4-BE49-F238E27FC236}">
                <a16:creationId xmlns:a16="http://schemas.microsoft.com/office/drawing/2014/main" id="{8549E8E0-4646-9D9B-52A9-2C4139CA4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004" y="1767256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4" name="Rectangle 1491">
            <a:extLst>
              <a:ext uri="{FF2B5EF4-FFF2-40B4-BE49-F238E27FC236}">
                <a16:creationId xmlns:a16="http://schemas.microsoft.com/office/drawing/2014/main" id="{09DAC3D4-F7AA-8E43-25F5-18C9D0A10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66" y="3862790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620">
            <a:extLst>
              <a:ext uri="{FF2B5EF4-FFF2-40B4-BE49-F238E27FC236}">
                <a16:creationId xmlns:a16="http://schemas.microsoft.com/office/drawing/2014/main" id="{FABC0B4B-CD3A-2A94-59A8-B651308E9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095" y="3885358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490">
            <a:extLst>
              <a:ext uri="{FF2B5EF4-FFF2-40B4-BE49-F238E27FC236}">
                <a16:creationId xmlns:a16="http://schemas.microsoft.com/office/drawing/2014/main" id="{BC45FF9E-DEB3-CA5F-43D7-4D3CB663A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574" y="3967713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3F767794-9B6A-465B-3AB6-061F552CB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637" y="4001970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621">
            <a:extLst>
              <a:ext uri="{FF2B5EF4-FFF2-40B4-BE49-F238E27FC236}">
                <a16:creationId xmlns:a16="http://schemas.microsoft.com/office/drawing/2014/main" id="{C1311448-1942-E33C-A808-71E2A3ACB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55" y="2069864"/>
            <a:ext cx="644039" cy="285437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ADM08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9AB1DC7B-5054-F8F7-CD4D-C12E1C4CD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05" y="2332537"/>
            <a:ext cx="74320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JVD01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34CD7BC4-BD96-5382-C71D-74D6BF9FF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528" y="2068699"/>
            <a:ext cx="71636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ADM09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F19DF614-A10A-1203-8472-942F3420C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687" y="2363952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JVD02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0EA031BD-9E47-9487-A4B5-6175D607D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688" y="2070621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IPSCAN</a:t>
            </a:r>
            <a:endParaRPr lang="en-IN" altLang="zh-TW" sz="1000">
              <a:solidFill>
                <a:srgbClr val="717074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BAC426FA-031A-3431-E6F4-C25D29FB1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17" y="2076136"/>
            <a:ext cx="732825" cy="23125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IPSCAN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52B947AE-B7A6-B7F0-8AF0-981D4C8FF3FA}"/>
              </a:ext>
            </a:extLst>
          </p:cNvPr>
          <p:cNvSpPr/>
          <p:nvPr/>
        </p:nvSpPr>
        <p:spPr bwMode="gray">
          <a:xfrm>
            <a:off x="6036824" y="178294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RD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5" name="Rectangle 1621">
            <a:extLst>
              <a:ext uri="{FF2B5EF4-FFF2-40B4-BE49-F238E27FC236}">
                <a16:creationId xmlns:a16="http://schemas.microsoft.com/office/drawing/2014/main" id="{0186A762-96D3-0896-ACA7-EF5C6415D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042" y="2668627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DRC02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6" name="Rectangle 1621">
            <a:extLst>
              <a:ext uri="{FF2B5EF4-FFF2-40B4-BE49-F238E27FC236}">
                <a16:creationId xmlns:a16="http://schemas.microsoft.com/office/drawing/2014/main" id="{A74F7AC9-E8EE-CD57-A3D7-2885A77E2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05" y="2638901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DRC01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7" name="Rectangle 1621">
            <a:extLst>
              <a:ext uri="{FF2B5EF4-FFF2-40B4-BE49-F238E27FC236}">
                <a16:creationId xmlns:a16="http://schemas.microsoft.com/office/drawing/2014/main" id="{9B8FD3A9-7D28-922C-73B2-84AD89C2C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04" y="2945265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S3sun7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621">
            <a:extLst>
              <a:ext uri="{FF2B5EF4-FFF2-40B4-BE49-F238E27FC236}">
                <a16:creationId xmlns:a16="http://schemas.microsoft.com/office/drawing/2014/main" id="{CC98E1A8-7908-EF91-40E1-A1287BE79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351" y="2965486"/>
            <a:ext cx="747771" cy="24306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S3sun7t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05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D33A-FE7A-8501-1812-BEAE1772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3B117A-FA34-647F-3C2B-E92E4A82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(NET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DE4B796C-9A1B-C8B2-F864-990D07B90A96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CFB9358E-9171-F183-89A8-0FF5A5BF276E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DAE69D3-61EF-4216-6539-B1AA47BE62D9}"/>
              </a:ext>
            </a:extLst>
          </p:cNvPr>
          <p:cNvGraphicFramePr>
            <a:graphicFrameLocks noGrp="1"/>
          </p:cNvGraphicFramePr>
          <p:nvPr/>
        </p:nvGraphicFramePr>
        <p:xfrm>
          <a:off x="5986132" y="4229710"/>
          <a:ext cx="6108668" cy="108344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Net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992GB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1254926"/>
                  </a:ext>
                </a:extLst>
              </a:tr>
            </a:tbl>
          </a:graphicData>
        </a:graphic>
      </p:graphicFrame>
      <p:sp>
        <p:nvSpPr>
          <p:cNvPr id="7" name="Rectangle 80">
            <a:extLst>
              <a:ext uri="{FF2B5EF4-FFF2-40B4-BE49-F238E27FC236}">
                <a16:creationId xmlns:a16="http://schemas.microsoft.com/office/drawing/2014/main" id="{54292397-FE08-D123-7554-2B5307D15AAC}"/>
              </a:ext>
            </a:extLst>
          </p:cNvPr>
          <p:cNvSpPr/>
          <p:nvPr/>
        </p:nvSpPr>
        <p:spPr>
          <a:xfrm>
            <a:off x="365364" y="1167229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0">
            <a:extLst>
              <a:ext uri="{FF2B5EF4-FFF2-40B4-BE49-F238E27FC236}">
                <a16:creationId xmlns:a16="http://schemas.microsoft.com/office/drawing/2014/main" id="{D8DE1956-E2B4-AF23-BBF9-AF3F5B785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109" y="1743819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491">
            <a:extLst>
              <a:ext uri="{FF2B5EF4-FFF2-40B4-BE49-F238E27FC236}">
                <a16:creationId xmlns:a16="http://schemas.microsoft.com/office/drawing/2014/main" id="{AF1B18C6-D504-95FB-8128-69ECA2AB5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" y="1709873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19">
            <a:extLst>
              <a:ext uri="{FF2B5EF4-FFF2-40B4-BE49-F238E27FC236}">
                <a16:creationId xmlns:a16="http://schemas.microsoft.com/office/drawing/2014/main" id="{0A88EA23-11C4-75BE-EC82-E5358B013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605" y="1930395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0">
            <a:extLst>
              <a:ext uri="{FF2B5EF4-FFF2-40B4-BE49-F238E27FC236}">
                <a16:creationId xmlns:a16="http://schemas.microsoft.com/office/drawing/2014/main" id="{2AAFB4E6-9B31-9561-FC90-348E010E0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233" y="1709872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6">
            <a:extLst>
              <a:ext uri="{FF2B5EF4-FFF2-40B4-BE49-F238E27FC236}">
                <a16:creationId xmlns:a16="http://schemas.microsoft.com/office/drawing/2014/main" id="{2A9545BE-1248-5905-470F-CBB30257A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736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9">
            <a:extLst>
              <a:ext uri="{FF2B5EF4-FFF2-40B4-BE49-F238E27FC236}">
                <a16:creationId xmlns:a16="http://schemas.microsoft.com/office/drawing/2014/main" id="{8EEF5E63-7326-E60A-5209-1EE304E80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597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6" name="Group 101">
            <a:extLst>
              <a:ext uri="{FF2B5EF4-FFF2-40B4-BE49-F238E27FC236}">
                <a16:creationId xmlns:a16="http://schemas.microsoft.com/office/drawing/2014/main" id="{E150C7C2-F17F-CE8F-BC46-72A75186D904}"/>
              </a:ext>
            </a:extLst>
          </p:cNvPr>
          <p:cNvGrpSpPr/>
          <p:nvPr/>
        </p:nvGrpSpPr>
        <p:grpSpPr>
          <a:xfrm>
            <a:off x="3374623" y="4473513"/>
            <a:ext cx="987291" cy="740867"/>
            <a:chOff x="9474433" y="5983972"/>
            <a:chExt cx="987548" cy="390574"/>
          </a:xfrm>
        </p:grpSpPr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ADC1F2BB-8B0D-4260-5F68-D8E3CE6F5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" name="Rectangle 1630">
              <a:extLst>
                <a:ext uri="{FF2B5EF4-FFF2-40B4-BE49-F238E27FC236}">
                  <a16:creationId xmlns:a16="http://schemas.microsoft.com/office/drawing/2014/main" id="{FAC91E0D-695E-0FB0-8763-816F468C7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9" name="Group 125">
              <a:extLst>
                <a:ext uri="{FF2B5EF4-FFF2-40B4-BE49-F238E27FC236}">
                  <a16:creationId xmlns:a16="http://schemas.microsoft.com/office/drawing/2014/main" id="{E8D275C1-0CF4-D9F4-8EB1-CDB98E6270D1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0" name="Rectangle 1630">
                <a:extLst>
                  <a:ext uri="{FF2B5EF4-FFF2-40B4-BE49-F238E27FC236}">
                    <a16:creationId xmlns:a16="http://schemas.microsoft.com/office/drawing/2014/main" id="{11BE70D0-95DE-E513-77DE-A96C99BF7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1" name="Rectangle 1484">
                <a:extLst>
                  <a:ext uri="{FF2B5EF4-FFF2-40B4-BE49-F238E27FC236}">
                    <a16:creationId xmlns:a16="http://schemas.microsoft.com/office/drawing/2014/main" id="{52DE5600-3A0B-E4F1-B506-6D968A29B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2" name="Group 102">
            <a:extLst>
              <a:ext uri="{FF2B5EF4-FFF2-40B4-BE49-F238E27FC236}">
                <a16:creationId xmlns:a16="http://schemas.microsoft.com/office/drawing/2014/main" id="{4C4F4AA1-D54A-FEF0-B973-C9300A5271BE}"/>
              </a:ext>
            </a:extLst>
          </p:cNvPr>
          <p:cNvGrpSpPr/>
          <p:nvPr/>
        </p:nvGrpSpPr>
        <p:grpSpPr>
          <a:xfrm>
            <a:off x="4484550" y="4478733"/>
            <a:ext cx="987291" cy="740867"/>
            <a:chOff x="9474433" y="5983972"/>
            <a:chExt cx="987548" cy="390574"/>
          </a:xfrm>
        </p:grpSpPr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67E0D262-48EB-6E73-73AA-25AC2D5E9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4" name="Rectangle 1630">
              <a:extLst>
                <a:ext uri="{FF2B5EF4-FFF2-40B4-BE49-F238E27FC236}">
                  <a16:creationId xmlns:a16="http://schemas.microsoft.com/office/drawing/2014/main" id="{92288712-EFAF-79D0-FDDF-EC7050EB1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5" name="Group 120">
              <a:extLst>
                <a:ext uri="{FF2B5EF4-FFF2-40B4-BE49-F238E27FC236}">
                  <a16:creationId xmlns:a16="http://schemas.microsoft.com/office/drawing/2014/main" id="{70062099-779F-FC05-49BB-681C61C7421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6" name="Rectangle 1630">
                <a:extLst>
                  <a:ext uri="{FF2B5EF4-FFF2-40B4-BE49-F238E27FC236}">
                    <a16:creationId xmlns:a16="http://schemas.microsoft.com/office/drawing/2014/main" id="{817D187D-B552-89B8-7F54-B01F5BE89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7" name="Rectangle 1484">
                <a:extLst>
                  <a:ext uri="{FF2B5EF4-FFF2-40B4-BE49-F238E27FC236}">
                    <a16:creationId xmlns:a16="http://schemas.microsoft.com/office/drawing/2014/main" id="{377870B2-B8F3-12CC-7DAE-41434A3D1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8" name="Group 103">
            <a:extLst>
              <a:ext uri="{FF2B5EF4-FFF2-40B4-BE49-F238E27FC236}">
                <a16:creationId xmlns:a16="http://schemas.microsoft.com/office/drawing/2014/main" id="{8F507D9E-C87F-5B8E-D861-2A6A95091161}"/>
              </a:ext>
            </a:extLst>
          </p:cNvPr>
          <p:cNvGrpSpPr/>
          <p:nvPr/>
        </p:nvGrpSpPr>
        <p:grpSpPr>
          <a:xfrm>
            <a:off x="741656" y="4405605"/>
            <a:ext cx="987291" cy="740867"/>
            <a:chOff x="9474433" y="5983972"/>
            <a:chExt cx="987548" cy="390574"/>
          </a:xfrm>
        </p:grpSpPr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77CB7E47-0CB4-0100-89A2-C6C8E1C71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0" name="Rectangle 1630">
              <a:extLst>
                <a:ext uri="{FF2B5EF4-FFF2-40B4-BE49-F238E27FC236}">
                  <a16:creationId xmlns:a16="http://schemas.microsoft.com/office/drawing/2014/main" id="{CA8F98BC-A58E-BFCB-3BC3-D6FA26D83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1" name="Group 115">
              <a:extLst>
                <a:ext uri="{FF2B5EF4-FFF2-40B4-BE49-F238E27FC236}">
                  <a16:creationId xmlns:a16="http://schemas.microsoft.com/office/drawing/2014/main" id="{023887CD-D9FF-5D9B-9C16-2C0FA1BA376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2" name="Rectangle 1630">
                <a:extLst>
                  <a:ext uri="{FF2B5EF4-FFF2-40B4-BE49-F238E27FC236}">
                    <a16:creationId xmlns:a16="http://schemas.microsoft.com/office/drawing/2014/main" id="{0414DD97-0411-4290-1838-BD9E6AC4D0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3" name="Rectangle 1484">
                <a:extLst>
                  <a:ext uri="{FF2B5EF4-FFF2-40B4-BE49-F238E27FC236}">
                    <a16:creationId xmlns:a16="http://schemas.microsoft.com/office/drawing/2014/main" id="{B94DF8E5-D71A-A0D2-93A6-6204B2CB9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4" name="Group 104">
            <a:extLst>
              <a:ext uri="{FF2B5EF4-FFF2-40B4-BE49-F238E27FC236}">
                <a16:creationId xmlns:a16="http://schemas.microsoft.com/office/drawing/2014/main" id="{DE138190-E9C1-07A1-8970-BA7E2603BA6D}"/>
              </a:ext>
            </a:extLst>
          </p:cNvPr>
          <p:cNvGrpSpPr/>
          <p:nvPr/>
        </p:nvGrpSpPr>
        <p:grpSpPr>
          <a:xfrm>
            <a:off x="1892540" y="4416379"/>
            <a:ext cx="987291" cy="740867"/>
            <a:chOff x="9474433" y="5983972"/>
            <a:chExt cx="987548" cy="390574"/>
          </a:xfrm>
        </p:grpSpPr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D4BDAEF9-7B8B-C2FD-ABF8-4753620A2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6" name="Rectangle 1630">
              <a:extLst>
                <a:ext uri="{FF2B5EF4-FFF2-40B4-BE49-F238E27FC236}">
                  <a16:creationId xmlns:a16="http://schemas.microsoft.com/office/drawing/2014/main" id="{A0ECD735-8C75-7060-D8CB-412E38AB6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7" name="Group 110">
              <a:extLst>
                <a:ext uri="{FF2B5EF4-FFF2-40B4-BE49-F238E27FC236}">
                  <a16:creationId xmlns:a16="http://schemas.microsoft.com/office/drawing/2014/main" id="{93DF8DF5-AAC2-A112-1CC5-F5C6D99128BA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8" name="Rectangle 1630">
                <a:extLst>
                  <a:ext uri="{FF2B5EF4-FFF2-40B4-BE49-F238E27FC236}">
                    <a16:creationId xmlns:a16="http://schemas.microsoft.com/office/drawing/2014/main" id="{D9C1B5DE-8015-0272-5BB5-9502F8FE9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9" name="Rectangle 1484">
                <a:extLst>
                  <a:ext uri="{FF2B5EF4-FFF2-40B4-BE49-F238E27FC236}">
                    <a16:creationId xmlns:a16="http://schemas.microsoft.com/office/drawing/2014/main" id="{F049C09C-52C2-B6DF-026C-224B128EB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40" name="Rectangle 1629">
            <a:extLst>
              <a:ext uri="{FF2B5EF4-FFF2-40B4-BE49-F238E27FC236}">
                <a16:creationId xmlns:a16="http://schemas.microsoft.com/office/drawing/2014/main" id="{5EB93B04-7392-AB0F-0524-238565EF9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670" y="273817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1" name="Group 10">
            <a:extLst>
              <a:ext uri="{FF2B5EF4-FFF2-40B4-BE49-F238E27FC236}">
                <a16:creationId xmlns:a16="http://schemas.microsoft.com/office/drawing/2014/main" id="{41E88521-8C69-762A-FD5A-4F256B4B9B4C}"/>
              </a:ext>
            </a:extLst>
          </p:cNvPr>
          <p:cNvGrpSpPr/>
          <p:nvPr/>
        </p:nvGrpSpPr>
        <p:grpSpPr>
          <a:xfrm>
            <a:off x="1289838" y="1627433"/>
            <a:ext cx="1093644" cy="140395"/>
            <a:chOff x="7732445" y="2099978"/>
            <a:chExt cx="1104273" cy="140395"/>
          </a:xfrm>
        </p:grpSpPr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CCE2F3F1-A591-BAAC-11D6-BBC51FDD2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" name="Rectangle 1622">
              <a:extLst>
                <a:ext uri="{FF2B5EF4-FFF2-40B4-BE49-F238E27FC236}">
                  <a16:creationId xmlns:a16="http://schemas.microsoft.com/office/drawing/2014/main" id="{09C8EABA-1184-CC37-6DB6-6AB3C386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4" name="Rectangle 1490">
            <a:extLst>
              <a:ext uri="{FF2B5EF4-FFF2-40B4-BE49-F238E27FC236}">
                <a16:creationId xmlns:a16="http://schemas.microsoft.com/office/drawing/2014/main" id="{6A2E4507-1BAE-4F8E-B598-80E1F9642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004" y="1767256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491">
            <a:extLst>
              <a:ext uri="{FF2B5EF4-FFF2-40B4-BE49-F238E27FC236}">
                <a16:creationId xmlns:a16="http://schemas.microsoft.com/office/drawing/2014/main" id="{310C9F69-8EFE-52B2-7C3B-8BB51A20D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66" y="3862790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620">
            <a:extLst>
              <a:ext uri="{FF2B5EF4-FFF2-40B4-BE49-F238E27FC236}">
                <a16:creationId xmlns:a16="http://schemas.microsoft.com/office/drawing/2014/main" id="{38F5F246-C92A-CC49-7F5D-3847402F0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095" y="3885358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9CC16EFB-0E18-DF1F-67B4-5639B710D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574" y="3967713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490">
            <a:extLst>
              <a:ext uri="{FF2B5EF4-FFF2-40B4-BE49-F238E27FC236}">
                <a16:creationId xmlns:a16="http://schemas.microsoft.com/office/drawing/2014/main" id="{1A0508D0-07F1-A41B-9280-DB1D0D2E1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637" y="4001970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C1015072-69FF-291F-9933-7A5589CB8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246" y="2251763"/>
            <a:ext cx="61579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E2E3E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DNS1</a:t>
            </a: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F9C325D8-31A8-C1FE-4AA5-4E2A4FB83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737" y="2577864"/>
            <a:ext cx="780810" cy="278890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Proxy1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9E064D06-6854-9B4D-D074-F009ECC0D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650" y="2242715"/>
            <a:ext cx="669791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DNS2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CB2AA336-D54F-8785-1035-4D334E07F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91" y="2604392"/>
            <a:ext cx="73269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Proxy2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89C003D7-009B-7ADD-BCC0-0DEF4F9D7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145" y="2197331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DHCP2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Rectangle 1621">
            <a:extLst>
              <a:ext uri="{FF2B5EF4-FFF2-40B4-BE49-F238E27FC236}">
                <a16:creationId xmlns:a16="http://schemas.microsoft.com/office/drawing/2014/main" id="{C3F4DAB2-1BD3-892D-5DE0-373DDB940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06" y="2268134"/>
            <a:ext cx="772737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DHCP1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6F7DC810-3B91-BCEC-F90D-F528EF818DC6}"/>
              </a:ext>
            </a:extLst>
          </p:cNvPr>
          <p:cNvSpPr/>
          <p:nvPr/>
        </p:nvSpPr>
        <p:spPr bwMode="gray">
          <a:xfrm>
            <a:off x="6036824" y="178294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Net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8CBC84EC-BD7F-6ED2-9F25-354A446D140F}"/>
              </a:ext>
            </a:extLst>
          </p:cNvPr>
          <p:cNvSpPr/>
          <p:nvPr/>
        </p:nvSpPr>
        <p:spPr bwMode="gray">
          <a:xfrm>
            <a:off x="6036825" y="2651278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7" name="Rectangle 1621">
            <a:extLst>
              <a:ext uri="{FF2B5EF4-FFF2-40B4-BE49-F238E27FC236}">
                <a16:creationId xmlns:a16="http://schemas.microsoft.com/office/drawing/2014/main" id="{40AFD05C-B551-6D89-C1E0-84A7F5F25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66" y="2588730"/>
            <a:ext cx="781877" cy="263621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Proxy3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621">
            <a:extLst>
              <a:ext uri="{FF2B5EF4-FFF2-40B4-BE49-F238E27FC236}">
                <a16:creationId xmlns:a16="http://schemas.microsoft.com/office/drawing/2014/main" id="{9FD7A334-558F-B3A1-BFBB-FA791B8B3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288" y="2645887"/>
            <a:ext cx="73269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Proxy4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9" name="Rectangle 1621">
            <a:extLst>
              <a:ext uri="{FF2B5EF4-FFF2-40B4-BE49-F238E27FC236}">
                <a16:creationId xmlns:a16="http://schemas.microsoft.com/office/drawing/2014/main" id="{B35D651C-3A09-8F58-8917-B89AA384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951" y="2925350"/>
            <a:ext cx="795357" cy="298860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0" name="Rectangle 1621">
            <a:extLst>
              <a:ext uri="{FF2B5EF4-FFF2-40B4-BE49-F238E27FC236}">
                <a16:creationId xmlns:a16="http://schemas.microsoft.com/office/drawing/2014/main" id="{29F31E85-ABE1-CFB7-830F-48F73972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023" y="2957186"/>
            <a:ext cx="761910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1" name="Rectangle 1621">
            <a:extLst>
              <a:ext uri="{FF2B5EF4-FFF2-40B4-BE49-F238E27FC236}">
                <a16:creationId xmlns:a16="http://schemas.microsoft.com/office/drawing/2014/main" id="{DE580384-210B-7C30-3A07-A9EB01224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595" y="3280199"/>
            <a:ext cx="795358" cy="287226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TS03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2" name="Rectangle 1621">
            <a:extLst>
              <a:ext uri="{FF2B5EF4-FFF2-40B4-BE49-F238E27FC236}">
                <a16:creationId xmlns:a16="http://schemas.microsoft.com/office/drawing/2014/main" id="{9067B2E9-4A64-B088-7DBA-14F0CA640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233" y="2952107"/>
            <a:ext cx="761910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TS04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3" name="Rectangle 1621">
            <a:extLst>
              <a:ext uri="{FF2B5EF4-FFF2-40B4-BE49-F238E27FC236}">
                <a16:creationId xmlns:a16="http://schemas.microsoft.com/office/drawing/2014/main" id="{03D96DE2-7CCF-CEC9-651B-D5A6128F2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145" y="3259736"/>
            <a:ext cx="754933" cy="28052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4" name="Rectangle 1621">
            <a:extLst>
              <a:ext uri="{FF2B5EF4-FFF2-40B4-BE49-F238E27FC236}">
                <a16:creationId xmlns:a16="http://schemas.microsoft.com/office/drawing/2014/main" id="{F54227A6-E899-5E2E-D0BF-43846049A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057" y="2942362"/>
            <a:ext cx="761910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TS06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997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80A6B-F403-5D91-DB0B-91A35DE2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AC3860-0263-A66C-CD69-9FCD77481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(My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C096DC45-B357-9C79-84BA-A56922C6B5B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52FD48E2-486E-7A04-5DD0-E9587797A698}"/>
              </a:ext>
            </a:extLst>
          </p:cNvPr>
          <p:cNvSpPr txBox="1"/>
          <p:nvPr/>
        </p:nvSpPr>
        <p:spPr>
          <a:xfrm>
            <a:off x="1626424" y="5639813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F2C9392-47C4-5C5E-418D-555295233FBE}"/>
              </a:ext>
            </a:extLst>
          </p:cNvPr>
          <p:cNvGraphicFramePr>
            <a:graphicFrameLocks noGrp="1"/>
          </p:cNvGraphicFramePr>
          <p:nvPr/>
        </p:nvGraphicFramePr>
        <p:xfrm>
          <a:off x="5780791" y="4714155"/>
          <a:ext cx="6108668" cy="108344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My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416GB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0.40625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156922"/>
                  </a:ext>
                </a:extLst>
              </a:tr>
            </a:tbl>
          </a:graphicData>
        </a:graphic>
      </p:graphicFrame>
      <p:sp>
        <p:nvSpPr>
          <p:cNvPr id="6" name="Rectangle 80">
            <a:extLst>
              <a:ext uri="{FF2B5EF4-FFF2-40B4-BE49-F238E27FC236}">
                <a16:creationId xmlns:a16="http://schemas.microsoft.com/office/drawing/2014/main" id="{3AA561F9-A40D-3817-29A0-1902E5C9169E}"/>
              </a:ext>
            </a:extLst>
          </p:cNvPr>
          <p:cNvSpPr/>
          <p:nvPr/>
        </p:nvSpPr>
        <p:spPr>
          <a:xfrm>
            <a:off x="113981" y="1382109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490">
            <a:extLst>
              <a:ext uri="{FF2B5EF4-FFF2-40B4-BE49-F238E27FC236}">
                <a16:creationId xmlns:a16="http://schemas.microsoft.com/office/drawing/2014/main" id="{18E9820A-D5BD-A4BE-0968-40B41A021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211" y="1747955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1">
            <a:extLst>
              <a:ext uri="{FF2B5EF4-FFF2-40B4-BE49-F238E27FC236}">
                <a16:creationId xmlns:a16="http://schemas.microsoft.com/office/drawing/2014/main" id="{01954583-2646-01A7-1E5B-FC4C5A655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89" y="1714009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619">
            <a:extLst>
              <a:ext uri="{FF2B5EF4-FFF2-40B4-BE49-F238E27FC236}">
                <a16:creationId xmlns:a16="http://schemas.microsoft.com/office/drawing/2014/main" id="{DC8A4EBA-DEFA-DC5F-B354-9D855975B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707" y="1934531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0">
            <a:extLst>
              <a:ext uri="{FF2B5EF4-FFF2-40B4-BE49-F238E27FC236}">
                <a16:creationId xmlns:a16="http://schemas.microsoft.com/office/drawing/2014/main" id="{A5FE7E37-FBFE-9C0F-2752-CB3400113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5335" y="1714008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6">
            <a:extLst>
              <a:ext uri="{FF2B5EF4-FFF2-40B4-BE49-F238E27FC236}">
                <a16:creationId xmlns:a16="http://schemas.microsoft.com/office/drawing/2014/main" id="{6950A559-5DE8-61C9-0A51-B0DAE2397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838" y="275629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9">
            <a:extLst>
              <a:ext uri="{FF2B5EF4-FFF2-40B4-BE49-F238E27FC236}">
                <a16:creationId xmlns:a16="http://schemas.microsoft.com/office/drawing/2014/main" id="{18B4E2F6-FF86-5A38-0382-5C67C0AAA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699" y="275629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5" name="Group 101">
            <a:extLst>
              <a:ext uri="{FF2B5EF4-FFF2-40B4-BE49-F238E27FC236}">
                <a16:creationId xmlns:a16="http://schemas.microsoft.com/office/drawing/2014/main" id="{FA26809B-74B6-9C8F-899F-D69EA7CDE9CE}"/>
              </a:ext>
            </a:extLst>
          </p:cNvPr>
          <p:cNvGrpSpPr/>
          <p:nvPr/>
        </p:nvGrpSpPr>
        <p:grpSpPr>
          <a:xfrm>
            <a:off x="3156725" y="4477649"/>
            <a:ext cx="987291" cy="740867"/>
            <a:chOff x="9474433" y="5983972"/>
            <a:chExt cx="987548" cy="390574"/>
          </a:xfrm>
        </p:grpSpPr>
        <p:sp>
          <p:nvSpPr>
            <p:cNvPr id="16" name="Rectangle 1630">
              <a:extLst>
                <a:ext uri="{FF2B5EF4-FFF2-40B4-BE49-F238E27FC236}">
                  <a16:creationId xmlns:a16="http://schemas.microsoft.com/office/drawing/2014/main" id="{BC38DCF9-0456-1BD5-7279-4B844012B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0443C71A-1B08-B2E2-3758-1E9769678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8" name="Group 125">
              <a:extLst>
                <a:ext uri="{FF2B5EF4-FFF2-40B4-BE49-F238E27FC236}">
                  <a16:creationId xmlns:a16="http://schemas.microsoft.com/office/drawing/2014/main" id="{59040484-F8F0-A39B-4A6B-0037435D83ED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9" name="Rectangle 1630">
                <a:extLst>
                  <a:ext uri="{FF2B5EF4-FFF2-40B4-BE49-F238E27FC236}">
                    <a16:creationId xmlns:a16="http://schemas.microsoft.com/office/drawing/2014/main" id="{42FC375B-C258-2DB0-9C72-420BF376A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Rectangle 1484">
                <a:extLst>
                  <a:ext uri="{FF2B5EF4-FFF2-40B4-BE49-F238E27FC236}">
                    <a16:creationId xmlns:a16="http://schemas.microsoft.com/office/drawing/2014/main" id="{02B15305-C24A-F1D5-12E0-9AB3AA7B5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1" name="Group 102">
            <a:extLst>
              <a:ext uri="{FF2B5EF4-FFF2-40B4-BE49-F238E27FC236}">
                <a16:creationId xmlns:a16="http://schemas.microsoft.com/office/drawing/2014/main" id="{6F518A7E-953E-0501-50EF-5511617E42EC}"/>
              </a:ext>
            </a:extLst>
          </p:cNvPr>
          <p:cNvGrpSpPr/>
          <p:nvPr/>
        </p:nvGrpSpPr>
        <p:grpSpPr>
          <a:xfrm>
            <a:off x="4266652" y="4482869"/>
            <a:ext cx="987291" cy="740867"/>
            <a:chOff x="9474433" y="5983972"/>
            <a:chExt cx="987548" cy="390574"/>
          </a:xfrm>
        </p:grpSpPr>
        <p:sp>
          <p:nvSpPr>
            <p:cNvPr id="22" name="Rectangle 1630">
              <a:extLst>
                <a:ext uri="{FF2B5EF4-FFF2-40B4-BE49-F238E27FC236}">
                  <a16:creationId xmlns:a16="http://schemas.microsoft.com/office/drawing/2014/main" id="{9CFAE9A2-0A63-47D5-9C3F-D8C573D30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FD8E2A59-D431-D603-0789-775F74A49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4" name="Group 120">
              <a:extLst>
                <a:ext uri="{FF2B5EF4-FFF2-40B4-BE49-F238E27FC236}">
                  <a16:creationId xmlns:a16="http://schemas.microsoft.com/office/drawing/2014/main" id="{B7BD1D59-608A-6A05-640B-B5B671B48509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5" name="Rectangle 1630">
                <a:extLst>
                  <a:ext uri="{FF2B5EF4-FFF2-40B4-BE49-F238E27FC236}">
                    <a16:creationId xmlns:a16="http://schemas.microsoft.com/office/drawing/2014/main" id="{528476B2-F273-1C56-6450-7483106E3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6" name="Rectangle 1484">
                <a:extLst>
                  <a:ext uri="{FF2B5EF4-FFF2-40B4-BE49-F238E27FC236}">
                    <a16:creationId xmlns:a16="http://schemas.microsoft.com/office/drawing/2014/main" id="{DA135706-4893-1124-4A1A-8F40F34DB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7" name="Group 103">
            <a:extLst>
              <a:ext uri="{FF2B5EF4-FFF2-40B4-BE49-F238E27FC236}">
                <a16:creationId xmlns:a16="http://schemas.microsoft.com/office/drawing/2014/main" id="{ED14D4E5-A8CD-1CC9-91D0-B0D29492077D}"/>
              </a:ext>
            </a:extLst>
          </p:cNvPr>
          <p:cNvGrpSpPr/>
          <p:nvPr/>
        </p:nvGrpSpPr>
        <p:grpSpPr>
          <a:xfrm>
            <a:off x="523758" y="4409741"/>
            <a:ext cx="987291" cy="740867"/>
            <a:chOff x="9474433" y="5983972"/>
            <a:chExt cx="987548" cy="390574"/>
          </a:xfrm>
        </p:grpSpPr>
        <p:sp>
          <p:nvSpPr>
            <p:cNvPr id="28" name="Rectangle 1630">
              <a:extLst>
                <a:ext uri="{FF2B5EF4-FFF2-40B4-BE49-F238E27FC236}">
                  <a16:creationId xmlns:a16="http://schemas.microsoft.com/office/drawing/2014/main" id="{657C3E26-1D0C-6794-0B25-5105A1805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F8AEB0BF-15CC-CBCD-3F5B-ECAA630A8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0" name="Group 115">
              <a:extLst>
                <a:ext uri="{FF2B5EF4-FFF2-40B4-BE49-F238E27FC236}">
                  <a16:creationId xmlns:a16="http://schemas.microsoft.com/office/drawing/2014/main" id="{AF3EC093-293A-188C-A1E3-DF4364FF7DC6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E29E625E-E5C5-9500-CCF8-A8F437D72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484">
                <a:extLst>
                  <a:ext uri="{FF2B5EF4-FFF2-40B4-BE49-F238E27FC236}">
                    <a16:creationId xmlns:a16="http://schemas.microsoft.com/office/drawing/2014/main" id="{BFEA76FE-FDCA-86B5-30BC-8DC992E5A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3" name="Group 104">
            <a:extLst>
              <a:ext uri="{FF2B5EF4-FFF2-40B4-BE49-F238E27FC236}">
                <a16:creationId xmlns:a16="http://schemas.microsoft.com/office/drawing/2014/main" id="{8F65725A-AAA5-0569-9187-E9CD1D32E001}"/>
              </a:ext>
            </a:extLst>
          </p:cNvPr>
          <p:cNvGrpSpPr/>
          <p:nvPr/>
        </p:nvGrpSpPr>
        <p:grpSpPr>
          <a:xfrm>
            <a:off x="1674642" y="4420515"/>
            <a:ext cx="987291" cy="740867"/>
            <a:chOff x="9474433" y="5983972"/>
            <a:chExt cx="987548" cy="390574"/>
          </a:xfrm>
        </p:grpSpPr>
        <p:sp>
          <p:nvSpPr>
            <p:cNvPr id="34" name="Rectangle 1630">
              <a:extLst>
                <a:ext uri="{FF2B5EF4-FFF2-40B4-BE49-F238E27FC236}">
                  <a16:creationId xmlns:a16="http://schemas.microsoft.com/office/drawing/2014/main" id="{4225D2FF-36CC-E48C-4CEE-90F39C25D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CD32145E-2A62-6D9A-53FE-D439430AC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6" name="Group 110">
              <a:extLst>
                <a:ext uri="{FF2B5EF4-FFF2-40B4-BE49-F238E27FC236}">
                  <a16:creationId xmlns:a16="http://schemas.microsoft.com/office/drawing/2014/main" id="{1E4B2C36-C91A-750B-1B5E-8D30CCAB1E66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3790A1F3-F1E1-E376-A03F-B4C5DC9A5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Rectangle 1484">
                <a:extLst>
                  <a:ext uri="{FF2B5EF4-FFF2-40B4-BE49-F238E27FC236}">
                    <a16:creationId xmlns:a16="http://schemas.microsoft.com/office/drawing/2014/main" id="{4A1F16C6-9F62-3685-0AA5-8E60643DD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39" name="Rectangle 1629">
            <a:extLst>
              <a:ext uri="{FF2B5EF4-FFF2-40B4-BE49-F238E27FC236}">
                <a16:creationId xmlns:a16="http://schemas.microsoft.com/office/drawing/2014/main" id="{624F733A-99D2-5A42-6AAD-575B0B48B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2772" y="274231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10">
            <a:extLst>
              <a:ext uri="{FF2B5EF4-FFF2-40B4-BE49-F238E27FC236}">
                <a16:creationId xmlns:a16="http://schemas.microsoft.com/office/drawing/2014/main" id="{C2E48322-F41E-FDC9-08DD-81DD95109061}"/>
              </a:ext>
            </a:extLst>
          </p:cNvPr>
          <p:cNvGrpSpPr/>
          <p:nvPr/>
        </p:nvGrpSpPr>
        <p:grpSpPr>
          <a:xfrm>
            <a:off x="1071940" y="1631569"/>
            <a:ext cx="1093644" cy="140395"/>
            <a:chOff x="7732445" y="2099978"/>
            <a:chExt cx="1104273" cy="140395"/>
          </a:xfrm>
        </p:grpSpPr>
        <p:sp>
          <p:nvSpPr>
            <p:cNvPr id="41" name="Rectangle 1622">
              <a:extLst>
                <a:ext uri="{FF2B5EF4-FFF2-40B4-BE49-F238E27FC236}">
                  <a16:creationId xmlns:a16="http://schemas.microsoft.com/office/drawing/2014/main" id="{517D2611-2D21-941F-F0B6-F923E137E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0E0E1436-9A6B-9576-640F-F86ACD8CF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3" name="Rectangle 1490">
            <a:extLst>
              <a:ext uri="{FF2B5EF4-FFF2-40B4-BE49-F238E27FC236}">
                <a16:creationId xmlns:a16="http://schemas.microsoft.com/office/drawing/2014/main" id="{A7DAFD19-35B1-E439-35F7-4FFA3AB0B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106" y="1771392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4" name="Rectangle 1491">
            <a:extLst>
              <a:ext uri="{FF2B5EF4-FFF2-40B4-BE49-F238E27FC236}">
                <a16:creationId xmlns:a16="http://schemas.microsoft.com/office/drawing/2014/main" id="{9E853433-4AF1-3686-F435-708A47FF5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668" y="3866926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620">
            <a:extLst>
              <a:ext uri="{FF2B5EF4-FFF2-40B4-BE49-F238E27FC236}">
                <a16:creationId xmlns:a16="http://schemas.microsoft.com/office/drawing/2014/main" id="{CE289F9A-323D-62E1-BE53-CC3624B58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197" y="3889494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490">
            <a:extLst>
              <a:ext uri="{FF2B5EF4-FFF2-40B4-BE49-F238E27FC236}">
                <a16:creationId xmlns:a16="http://schemas.microsoft.com/office/drawing/2014/main" id="{A262DDB6-16E2-98A2-7216-521D2BA6B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676" y="3971849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7DD9323B-E0E6-1CF3-BFE9-413169F01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739" y="400610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621">
            <a:extLst>
              <a:ext uri="{FF2B5EF4-FFF2-40B4-BE49-F238E27FC236}">
                <a16:creationId xmlns:a16="http://schemas.microsoft.com/office/drawing/2014/main" id="{383F4ADE-DF62-C8A6-8589-03EFE9E11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036" y="3031052"/>
            <a:ext cx="615601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myw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B4635239-BD55-8982-3253-EA6924BA1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933" y="2578461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08005BDC-74D5-8465-858E-E58C081A2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253" y="2402208"/>
            <a:ext cx="732759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zh-TW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myw</a:t>
            </a:r>
            <a:endParaRPr lang="en-IN" altLang="zh-TW" sz="1000">
              <a:solidFill>
                <a:srgbClr val="717074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C57959F4-6143-91D3-7B69-EFD647270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345" y="3018774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crmwt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92DC9985-48B8-00B5-9B00-BEA59CF05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132" y="2402208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myw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CFDE761E-25C8-4E36-9A27-FAAB5C581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84" y="3032974"/>
            <a:ext cx="644039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myw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Rectangle 1621">
            <a:extLst>
              <a:ext uri="{FF2B5EF4-FFF2-40B4-BE49-F238E27FC236}">
                <a16:creationId xmlns:a16="http://schemas.microsoft.com/office/drawing/2014/main" id="{DCC262BE-ABA0-5A98-7486-F09757588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7482" y="2567298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F51ED372-47CF-36ED-6611-44486ED3C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030" y="2094741"/>
            <a:ext cx="6580401" cy="2442018"/>
          </a:xfrm>
          <a:prstGeom prst="rect">
            <a:avLst/>
          </a:prstGeom>
        </p:spPr>
      </p:pic>
      <p:sp>
        <p:nvSpPr>
          <p:cNvPr id="57" name="圓角矩形 56">
            <a:extLst>
              <a:ext uri="{FF2B5EF4-FFF2-40B4-BE49-F238E27FC236}">
                <a16:creationId xmlns:a16="http://schemas.microsoft.com/office/drawing/2014/main" id="{EB1C7C6A-317A-1152-70DE-4FBBA30DB2EB}"/>
              </a:ext>
            </a:extLst>
          </p:cNvPr>
          <p:cNvSpPr/>
          <p:nvPr/>
        </p:nvSpPr>
        <p:spPr bwMode="gray">
          <a:xfrm>
            <a:off x="5950835" y="598538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Net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8" name="圓角矩形 57">
            <a:extLst>
              <a:ext uri="{FF2B5EF4-FFF2-40B4-BE49-F238E27FC236}">
                <a16:creationId xmlns:a16="http://schemas.microsoft.com/office/drawing/2014/main" id="{6FB93947-4ED4-EA1E-41E5-C4967C3DC659}"/>
              </a:ext>
            </a:extLst>
          </p:cNvPr>
          <p:cNvSpPr/>
          <p:nvPr/>
        </p:nvSpPr>
        <p:spPr bwMode="gray">
          <a:xfrm>
            <a:off x="5950836" y="1466870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9" name="Rectangle 1621">
            <a:extLst>
              <a:ext uri="{FF2B5EF4-FFF2-40B4-BE49-F238E27FC236}">
                <a16:creationId xmlns:a16="http://schemas.microsoft.com/office/drawing/2014/main" id="{3E8CC039-3381-EEC5-54BD-083312427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618" y="3017626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crmwt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244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5F97-3E9B-1EBB-C3AE-D4D7673A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E517E1-4ADC-AF24-7742-D2BD33E6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</a:t>
            </a:r>
            <a:r>
              <a:rPr lang="en-US" altLang="zh-TW" err="1">
                <a:latin typeface="Arial (本文)"/>
              </a:rPr>
              <a:t>Lnx</a:t>
            </a:r>
            <a:r>
              <a:rPr lang="en-US" altLang="zh-TW">
                <a:latin typeface="Arial (本文)"/>
              </a:rPr>
              <a:t>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BECA3340-20CE-FAD8-0AB3-4F7960D9123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EDD70687-4082-3BC4-365D-7388BC88634F}"/>
              </a:ext>
            </a:extLst>
          </p:cNvPr>
          <p:cNvSpPr txBox="1"/>
          <p:nvPr/>
        </p:nvSpPr>
        <p:spPr>
          <a:xfrm>
            <a:off x="1444190" y="533788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B2E0A8C-F4DF-1B90-0B26-EEA5D9C44885}"/>
              </a:ext>
            </a:extLst>
          </p:cNvPr>
          <p:cNvGraphicFramePr>
            <a:graphicFrameLocks noGrp="1"/>
          </p:cNvGraphicFramePr>
          <p:nvPr/>
        </p:nvGraphicFramePr>
        <p:xfrm>
          <a:off x="5869387" y="5337888"/>
          <a:ext cx="6108668" cy="106678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7918898"/>
                  </a:ext>
                </a:extLst>
              </a:tr>
            </a:tbl>
          </a:graphicData>
        </a:graphic>
      </p:graphicFrame>
      <p:sp>
        <p:nvSpPr>
          <p:cNvPr id="6" name="Rectangle 80">
            <a:extLst>
              <a:ext uri="{FF2B5EF4-FFF2-40B4-BE49-F238E27FC236}">
                <a16:creationId xmlns:a16="http://schemas.microsoft.com/office/drawing/2014/main" id="{E6E14118-A4B8-B62C-765D-808C07B8472B}"/>
              </a:ext>
            </a:extLst>
          </p:cNvPr>
          <p:cNvSpPr/>
          <p:nvPr/>
        </p:nvSpPr>
        <p:spPr>
          <a:xfrm>
            <a:off x="152869" y="986875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490">
            <a:extLst>
              <a:ext uri="{FF2B5EF4-FFF2-40B4-BE49-F238E27FC236}">
                <a16:creationId xmlns:a16="http://schemas.microsoft.com/office/drawing/2014/main" id="{C039CC05-F408-4008-32EE-E31B0BD64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4" y="1563465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1">
            <a:extLst>
              <a:ext uri="{FF2B5EF4-FFF2-40B4-BE49-F238E27FC236}">
                <a16:creationId xmlns:a16="http://schemas.microsoft.com/office/drawing/2014/main" id="{8E81D8CE-1EA9-42CE-F7EA-E78E344F8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92" y="1529519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619">
            <a:extLst>
              <a:ext uri="{FF2B5EF4-FFF2-40B4-BE49-F238E27FC236}">
                <a16:creationId xmlns:a16="http://schemas.microsoft.com/office/drawing/2014/main" id="{EB435257-0409-0B04-77B6-978FD45C6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110" y="1750041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0">
            <a:extLst>
              <a:ext uri="{FF2B5EF4-FFF2-40B4-BE49-F238E27FC236}">
                <a16:creationId xmlns:a16="http://schemas.microsoft.com/office/drawing/2014/main" id="{C7315A2B-EB77-22BB-C972-BCB5F2F05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0738" y="1529518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6">
            <a:extLst>
              <a:ext uri="{FF2B5EF4-FFF2-40B4-BE49-F238E27FC236}">
                <a16:creationId xmlns:a16="http://schemas.microsoft.com/office/drawing/2014/main" id="{B4F8B18C-4E79-9006-1FF2-DC671E667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241" y="257180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9">
            <a:extLst>
              <a:ext uri="{FF2B5EF4-FFF2-40B4-BE49-F238E27FC236}">
                <a16:creationId xmlns:a16="http://schemas.microsoft.com/office/drawing/2014/main" id="{3DE50ACB-DEF6-A352-64BF-869E6586C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102" y="257180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5" name="Group 101">
            <a:extLst>
              <a:ext uri="{FF2B5EF4-FFF2-40B4-BE49-F238E27FC236}">
                <a16:creationId xmlns:a16="http://schemas.microsoft.com/office/drawing/2014/main" id="{8473205C-5D96-1EAA-5D61-C2947D25B70E}"/>
              </a:ext>
            </a:extLst>
          </p:cNvPr>
          <p:cNvGrpSpPr/>
          <p:nvPr/>
        </p:nvGrpSpPr>
        <p:grpSpPr>
          <a:xfrm>
            <a:off x="3162128" y="4293159"/>
            <a:ext cx="987291" cy="740867"/>
            <a:chOff x="9474433" y="5983972"/>
            <a:chExt cx="987548" cy="390574"/>
          </a:xfrm>
        </p:grpSpPr>
        <p:sp>
          <p:nvSpPr>
            <p:cNvPr id="16" name="Rectangle 1630">
              <a:extLst>
                <a:ext uri="{FF2B5EF4-FFF2-40B4-BE49-F238E27FC236}">
                  <a16:creationId xmlns:a16="http://schemas.microsoft.com/office/drawing/2014/main" id="{01CADC7A-6CA4-DBB6-9320-F52308864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3C047D11-88D6-4C64-674D-512F30495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8" name="Group 125">
              <a:extLst>
                <a:ext uri="{FF2B5EF4-FFF2-40B4-BE49-F238E27FC236}">
                  <a16:creationId xmlns:a16="http://schemas.microsoft.com/office/drawing/2014/main" id="{690C9F25-8717-BAB7-BC37-078DEF09DCA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9" name="Rectangle 1630">
                <a:extLst>
                  <a:ext uri="{FF2B5EF4-FFF2-40B4-BE49-F238E27FC236}">
                    <a16:creationId xmlns:a16="http://schemas.microsoft.com/office/drawing/2014/main" id="{B5B3BB92-D559-FDB1-BDB1-5BE9D5BDF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Rectangle 1484">
                <a:extLst>
                  <a:ext uri="{FF2B5EF4-FFF2-40B4-BE49-F238E27FC236}">
                    <a16:creationId xmlns:a16="http://schemas.microsoft.com/office/drawing/2014/main" id="{BBACA13F-07C3-1021-D6FB-B01FF2CB1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1" name="Group 102">
            <a:extLst>
              <a:ext uri="{FF2B5EF4-FFF2-40B4-BE49-F238E27FC236}">
                <a16:creationId xmlns:a16="http://schemas.microsoft.com/office/drawing/2014/main" id="{B587E700-B129-76A5-70C4-0428D5E3B907}"/>
              </a:ext>
            </a:extLst>
          </p:cNvPr>
          <p:cNvGrpSpPr/>
          <p:nvPr/>
        </p:nvGrpSpPr>
        <p:grpSpPr>
          <a:xfrm>
            <a:off x="4272055" y="4298379"/>
            <a:ext cx="987291" cy="740867"/>
            <a:chOff x="9474433" y="5983972"/>
            <a:chExt cx="987548" cy="390574"/>
          </a:xfrm>
        </p:grpSpPr>
        <p:sp>
          <p:nvSpPr>
            <p:cNvPr id="22" name="Rectangle 1630">
              <a:extLst>
                <a:ext uri="{FF2B5EF4-FFF2-40B4-BE49-F238E27FC236}">
                  <a16:creationId xmlns:a16="http://schemas.microsoft.com/office/drawing/2014/main" id="{3EA932B6-F3B1-60ED-094A-F96ECF261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EA9F6614-E773-5109-1E4F-7F97C73E9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4" name="Group 120">
              <a:extLst>
                <a:ext uri="{FF2B5EF4-FFF2-40B4-BE49-F238E27FC236}">
                  <a16:creationId xmlns:a16="http://schemas.microsoft.com/office/drawing/2014/main" id="{ED86B2FF-4395-500D-482F-C4F03465A2E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5" name="Rectangle 1630">
                <a:extLst>
                  <a:ext uri="{FF2B5EF4-FFF2-40B4-BE49-F238E27FC236}">
                    <a16:creationId xmlns:a16="http://schemas.microsoft.com/office/drawing/2014/main" id="{665CC0B2-BF99-D9BF-778D-0BE98082E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6" name="Rectangle 1484">
                <a:extLst>
                  <a:ext uri="{FF2B5EF4-FFF2-40B4-BE49-F238E27FC236}">
                    <a16:creationId xmlns:a16="http://schemas.microsoft.com/office/drawing/2014/main" id="{C0B0B5C0-1F63-D1EF-17CC-09A822B0E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7" name="Group 103">
            <a:extLst>
              <a:ext uri="{FF2B5EF4-FFF2-40B4-BE49-F238E27FC236}">
                <a16:creationId xmlns:a16="http://schemas.microsoft.com/office/drawing/2014/main" id="{1DD88CA2-4F0C-2108-1BC6-BE858EE76C32}"/>
              </a:ext>
            </a:extLst>
          </p:cNvPr>
          <p:cNvGrpSpPr/>
          <p:nvPr/>
        </p:nvGrpSpPr>
        <p:grpSpPr>
          <a:xfrm>
            <a:off x="529161" y="4225251"/>
            <a:ext cx="987291" cy="740867"/>
            <a:chOff x="9474433" y="5983972"/>
            <a:chExt cx="987548" cy="390574"/>
          </a:xfrm>
        </p:grpSpPr>
        <p:sp>
          <p:nvSpPr>
            <p:cNvPr id="28" name="Rectangle 1630">
              <a:extLst>
                <a:ext uri="{FF2B5EF4-FFF2-40B4-BE49-F238E27FC236}">
                  <a16:creationId xmlns:a16="http://schemas.microsoft.com/office/drawing/2014/main" id="{A0F2D3A5-BA92-9156-0D10-4C25066A1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7751FD0B-F093-7853-EB44-8A7A84B66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0" name="Group 115">
              <a:extLst>
                <a:ext uri="{FF2B5EF4-FFF2-40B4-BE49-F238E27FC236}">
                  <a16:creationId xmlns:a16="http://schemas.microsoft.com/office/drawing/2014/main" id="{8AF32A9D-E824-D013-D94E-25B0F727046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800DB577-EBED-B224-0336-4B21480EC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484">
                <a:extLst>
                  <a:ext uri="{FF2B5EF4-FFF2-40B4-BE49-F238E27FC236}">
                    <a16:creationId xmlns:a16="http://schemas.microsoft.com/office/drawing/2014/main" id="{E9306A3D-DCFA-881A-E513-792B5D15A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3" name="Group 104">
            <a:extLst>
              <a:ext uri="{FF2B5EF4-FFF2-40B4-BE49-F238E27FC236}">
                <a16:creationId xmlns:a16="http://schemas.microsoft.com/office/drawing/2014/main" id="{12990CAA-5599-49F1-8F16-2083AB2A52E0}"/>
              </a:ext>
            </a:extLst>
          </p:cNvPr>
          <p:cNvGrpSpPr/>
          <p:nvPr/>
        </p:nvGrpSpPr>
        <p:grpSpPr>
          <a:xfrm>
            <a:off x="1680045" y="4236025"/>
            <a:ext cx="987291" cy="740867"/>
            <a:chOff x="9474433" y="5983972"/>
            <a:chExt cx="987548" cy="390574"/>
          </a:xfrm>
        </p:grpSpPr>
        <p:sp>
          <p:nvSpPr>
            <p:cNvPr id="34" name="Rectangle 1630">
              <a:extLst>
                <a:ext uri="{FF2B5EF4-FFF2-40B4-BE49-F238E27FC236}">
                  <a16:creationId xmlns:a16="http://schemas.microsoft.com/office/drawing/2014/main" id="{BA3C98C1-C6B8-75EF-3918-608A96287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BCDC31F1-07D2-1809-3B93-B2899FA7F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6" name="Group 110">
              <a:extLst>
                <a:ext uri="{FF2B5EF4-FFF2-40B4-BE49-F238E27FC236}">
                  <a16:creationId xmlns:a16="http://schemas.microsoft.com/office/drawing/2014/main" id="{64DC4291-06BD-B4A4-1BE4-CE69793A261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4A9C114E-CCFC-D220-263D-D6AFEFE79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Rectangle 1484">
                <a:extLst>
                  <a:ext uri="{FF2B5EF4-FFF2-40B4-BE49-F238E27FC236}">
                    <a16:creationId xmlns:a16="http://schemas.microsoft.com/office/drawing/2014/main" id="{9EC351D5-7FE2-CBB7-D49B-88DA482D9B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39" name="Rectangle 1629">
            <a:extLst>
              <a:ext uri="{FF2B5EF4-FFF2-40B4-BE49-F238E27FC236}">
                <a16:creationId xmlns:a16="http://schemas.microsoft.com/office/drawing/2014/main" id="{D6FC1804-CB67-C938-25AD-F0A0E75CC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175" y="255782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10">
            <a:extLst>
              <a:ext uri="{FF2B5EF4-FFF2-40B4-BE49-F238E27FC236}">
                <a16:creationId xmlns:a16="http://schemas.microsoft.com/office/drawing/2014/main" id="{2242012F-1AB7-E0E5-2CF1-B87B515CD2D8}"/>
              </a:ext>
            </a:extLst>
          </p:cNvPr>
          <p:cNvGrpSpPr/>
          <p:nvPr/>
        </p:nvGrpSpPr>
        <p:grpSpPr>
          <a:xfrm>
            <a:off x="1077343" y="1447079"/>
            <a:ext cx="1093644" cy="140395"/>
            <a:chOff x="7732445" y="2099978"/>
            <a:chExt cx="1104273" cy="140395"/>
          </a:xfrm>
        </p:grpSpPr>
        <p:sp>
          <p:nvSpPr>
            <p:cNvPr id="41" name="Rectangle 1622">
              <a:extLst>
                <a:ext uri="{FF2B5EF4-FFF2-40B4-BE49-F238E27FC236}">
                  <a16:creationId xmlns:a16="http://schemas.microsoft.com/office/drawing/2014/main" id="{B03E7E3A-FBF7-4E99-6D5C-69ADFE604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6E4A8FAA-E3D5-9756-8DB9-D459C89B7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3" name="Rectangle 1490">
            <a:extLst>
              <a:ext uri="{FF2B5EF4-FFF2-40B4-BE49-F238E27FC236}">
                <a16:creationId xmlns:a16="http://schemas.microsoft.com/office/drawing/2014/main" id="{F638F1A0-66AE-B078-3762-6679B4406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509" y="1586902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4" name="Rectangle 1491">
            <a:extLst>
              <a:ext uri="{FF2B5EF4-FFF2-40B4-BE49-F238E27FC236}">
                <a16:creationId xmlns:a16="http://schemas.microsoft.com/office/drawing/2014/main" id="{914A3A97-4F6D-F5A9-EECC-EAE9E8D7C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71" y="3682436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620">
            <a:extLst>
              <a:ext uri="{FF2B5EF4-FFF2-40B4-BE49-F238E27FC236}">
                <a16:creationId xmlns:a16="http://schemas.microsoft.com/office/drawing/2014/main" id="{88F58470-A3EA-F5D1-22F4-1F235194B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600" y="3705004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490">
            <a:extLst>
              <a:ext uri="{FF2B5EF4-FFF2-40B4-BE49-F238E27FC236}">
                <a16:creationId xmlns:a16="http://schemas.microsoft.com/office/drawing/2014/main" id="{D4BBF1AB-A875-DC95-BDD6-E1F9A0FF0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079" y="3787359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B9C5FA03-8796-0E62-061A-029183F08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142" y="382161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621">
            <a:extLst>
              <a:ext uri="{FF2B5EF4-FFF2-40B4-BE49-F238E27FC236}">
                <a16:creationId xmlns:a16="http://schemas.microsoft.com/office/drawing/2014/main" id="{C2DACD7A-E2CF-9E61-9D3A-620CC29A0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658" y="2349063"/>
            <a:ext cx="505046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AB9D9B6E-4DD6-32E6-97D6-7ACB9F267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214" y="2909993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E8E0B226-B89E-32D2-BC1D-05A681579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475" y="3002428"/>
            <a:ext cx="732627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65B4C46D-39E0-247E-041A-873D3F891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916" y="2540824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2263E8A7-DBB5-56DC-655D-F91439A3D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114" y="2984960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eHR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1D834799-E99D-B558-F63D-A9907E5FB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029" y="2355776"/>
            <a:ext cx="644039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eHR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B079D80B-7570-F2FA-4426-A0C613D07A9F}"/>
              </a:ext>
            </a:extLst>
          </p:cNvPr>
          <p:cNvSpPr/>
          <p:nvPr/>
        </p:nvSpPr>
        <p:spPr bwMode="gray">
          <a:xfrm>
            <a:off x="5926985" y="374247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Net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49107BF1-56B0-2A7F-F770-0DDC00D398BE}"/>
              </a:ext>
            </a:extLst>
          </p:cNvPr>
          <p:cNvSpPr/>
          <p:nvPr/>
        </p:nvSpPr>
        <p:spPr bwMode="gray">
          <a:xfrm>
            <a:off x="5894271" y="4541580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C7338684-3022-2F5C-B2DD-09AD86499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118" y="1005188"/>
            <a:ext cx="6604707" cy="2471466"/>
          </a:xfrm>
          <a:prstGeom prst="rect">
            <a:avLst/>
          </a:prstGeom>
        </p:spPr>
      </p:pic>
      <p:sp>
        <p:nvSpPr>
          <p:cNvPr id="57" name="Rectangle 1621">
            <a:extLst>
              <a:ext uri="{FF2B5EF4-FFF2-40B4-BE49-F238E27FC236}">
                <a16:creationId xmlns:a16="http://schemas.microsoft.com/office/drawing/2014/main" id="{A582AA59-36E6-8A68-DFEF-5A1D2B528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38" y="2909993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EAI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621">
            <a:extLst>
              <a:ext uri="{FF2B5EF4-FFF2-40B4-BE49-F238E27FC236}">
                <a16:creationId xmlns:a16="http://schemas.microsoft.com/office/drawing/2014/main" id="{36BA5585-B680-02AF-9E7E-2C71D4DAA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588" y="2540824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EAI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449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4;p99">
            <a:extLst>
              <a:ext uri="{FF2B5EF4-FFF2-40B4-BE49-F238E27FC236}">
                <a16:creationId xmlns:a16="http://schemas.microsoft.com/office/drawing/2014/main" id="{A3E57E93-2430-EB6C-B959-6A759BCACA67}"/>
              </a:ext>
            </a:extLst>
          </p:cNvPr>
          <p:cNvSpPr/>
          <p:nvPr/>
        </p:nvSpPr>
        <p:spPr>
          <a:xfrm>
            <a:off x="534065" y="914982"/>
            <a:ext cx="11046748" cy="5611941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endParaRPr sz="1866">
              <a:latin typeface="Metropolis" pitchFamily="2" charset="77"/>
            </a:endParaRPr>
          </a:p>
        </p:txBody>
      </p:sp>
      <p:sp>
        <p:nvSpPr>
          <p:cNvPr id="1293" name="Google Shape;1293;p99"/>
          <p:cNvSpPr/>
          <p:nvPr/>
        </p:nvSpPr>
        <p:spPr>
          <a:xfrm>
            <a:off x="6271462" y="960278"/>
            <a:ext cx="5210295" cy="54849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DC2</a:t>
            </a:r>
            <a:endParaRPr sz="1866">
              <a:latin typeface="Metropolis" pitchFamily="2" charset="77"/>
            </a:endParaRPr>
          </a:p>
        </p:txBody>
      </p:sp>
      <p:sp>
        <p:nvSpPr>
          <p:cNvPr id="1294" name="Google Shape;1294;p99"/>
          <p:cNvSpPr/>
          <p:nvPr/>
        </p:nvSpPr>
        <p:spPr>
          <a:xfrm>
            <a:off x="579809" y="960278"/>
            <a:ext cx="5210295" cy="54849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-US" sz="1333">
                <a:solidFill>
                  <a:schemeClr val="dk2"/>
                </a:solidFill>
                <a:latin typeface="Metropolis" pitchFamily="2" charset="77"/>
              </a:rPr>
              <a:t>DC1</a:t>
            </a:r>
            <a:endParaRPr lang="en-US" sz="1866">
              <a:latin typeface="Metropolis" pitchFamily="2" charset="77"/>
            </a:endParaRPr>
          </a:p>
        </p:txBody>
      </p:sp>
      <p:sp>
        <p:nvSpPr>
          <p:cNvPr id="1295" name="Google Shape;1295;p99"/>
          <p:cNvSpPr/>
          <p:nvPr/>
        </p:nvSpPr>
        <p:spPr>
          <a:xfrm>
            <a:off x="924319" y="1271398"/>
            <a:ext cx="10370659" cy="2159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296" name="Google Shape;1296;p99"/>
          <p:cNvSpPr/>
          <p:nvPr/>
        </p:nvSpPr>
        <p:spPr>
          <a:xfrm>
            <a:off x="924319" y="1568431"/>
            <a:ext cx="10370659" cy="2159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299" name="Google Shape;1299;p99"/>
          <p:cNvSpPr/>
          <p:nvPr/>
        </p:nvSpPr>
        <p:spPr>
          <a:xfrm>
            <a:off x="1068730" y="2270690"/>
            <a:ext cx="10077862" cy="16599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304" name="Google Shape;1304;p99"/>
          <p:cNvSpPr/>
          <p:nvPr/>
        </p:nvSpPr>
        <p:spPr>
          <a:xfrm>
            <a:off x="1292709" y="2579000"/>
            <a:ext cx="3903406" cy="12610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305" name="Google Shape;1305;p99"/>
          <p:cNvSpPr/>
          <p:nvPr/>
        </p:nvSpPr>
        <p:spPr>
          <a:xfrm>
            <a:off x="1440748" y="2845264"/>
            <a:ext cx="1097237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 err="1">
                <a:solidFill>
                  <a:schemeClr val="dk1"/>
                </a:solidFill>
                <a:latin typeface="Metropolis" pitchFamily="2" charset="77"/>
              </a:rPr>
              <a:t>oavm</a:t>
            </a:r>
            <a:endParaRPr sz="1866">
              <a:latin typeface="Metropolis" pitchFamily="2" charset="77"/>
            </a:endParaRPr>
          </a:p>
        </p:txBody>
      </p:sp>
      <p:sp>
        <p:nvSpPr>
          <p:cNvPr id="1310" name="Google Shape;1310;p99"/>
          <p:cNvSpPr/>
          <p:nvPr/>
        </p:nvSpPr>
        <p:spPr>
          <a:xfrm>
            <a:off x="6889336" y="2594009"/>
            <a:ext cx="4006779" cy="12460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Failover Capacity</a:t>
            </a:r>
            <a:endParaRPr sz="800">
              <a:latin typeface="Metropolis" pitchFamily="2" charset="77"/>
            </a:endParaRPr>
          </a:p>
        </p:txBody>
      </p:sp>
      <p:sp>
        <p:nvSpPr>
          <p:cNvPr id="1311" name="Google Shape;1311;p99"/>
          <p:cNvSpPr/>
          <p:nvPr/>
        </p:nvSpPr>
        <p:spPr>
          <a:xfrm>
            <a:off x="5206640" y="2993673"/>
            <a:ext cx="1682696" cy="49027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800"/>
            </a:pPr>
            <a:r>
              <a:rPr lang="en" sz="800">
                <a:latin typeface="Metropolis" pitchFamily="2" charset="77"/>
              </a:rPr>
              <a:t>vSphere HA</a:t>
            </a:r>
            <a:endParaRPr sz="800">
              <a:latin typeface="Metropolis" pitchFamily="2" charset="77"/>
            </a:endParaRPr>
          </a:p>
        </p:txBody>
      </p:sp>
      <p:sp>
        <p:nvSpPr>
          <p:cNvPr id="1312" name="Google Shape;1312;p99"/>
          <p:cNvSpPr/>
          <p:nvPr/>
        </p:nvSpPr>
        <p:spPr>
          <a:xfrm>
            <a:off x="1068730" y="5608165"/>
            <a:ext cx="10051364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13" name="Google Shape;1313;p99"/>
          <p:cNvGrpSpPr/>
          <p:nvPr/>
        </p:nvGrpSpPr>
        <p:grpSpPr>
          <a:xfrm>
            <a:off x="1442561" y="3306812"/>
            <a:ext cx="1158751" cy="417876"/>
            <a:chOff x="1830239" y="3231368"/>
            <a:chExt cx="820422" cy="295866"/>
          </a:xfrm>
        </p:grpSpPr>
        <p:sp>
          <p:nvSpPr>
            <p:cNvPr id="1314" name="Google Shape;1314;p99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15" name="Google Shape;1315;p99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16" name="Google Shape;1316;p99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 NSX Manager Cluster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317" name="Google Shape;1317;p99"/>
          <p:cNvGrpSpPr/>
          <p:nvPr/>
        </p:nvGrpSpPr>
        <p:grpSpPr>
          <a:xfrm>
            <a:off x="5422232" y="5964180"/>
            <a:ext cx="1256943" cy="369332"/>
            <a:chOff x="2435294" y="4468495"/>
            <a:chExt cx="942953" cy="277072"/>
          </a:xfrm>
        </p:grpSpPr>
        <p:sp>
          <p:nvSpPr>
            <p:cNvPr id="1318" name="Google Shape;1318;p99"/>
            <p:cNvSpPr txBox="1"/>
            <p:nvPr/>
          </p:nvSpPr>
          <p:spPr>
            <a:xfrm>
              <a:off x="2435294" y="4468495"/>
              <a:ext cx="942953" cy="2770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>
                  <a:latin typeface="Metropolis" pitchFamily="2" charset="77"/>
                </a:rPr>
                <a:t>Layer 2 &amp;</a:t>
              </a:r>
            </a:p>
            <a:p>
              <a:pPr algn="ctr">
                <a:buSzPts val="1050"/>
              </a:pPr>
              <a:r>
                <a:rPr lang="en" sz="1200">
                  <a:latin typeface="Metropolis" pitchFamily="2" charset="77"/>
                </a:rPr>
                <a:t>Layer 3</a:t>
              </a:r>
              <a:endParaRPr sz="1800">
                <a:latin typeface="Metropolis" pitchFamily="2" charset="77"/>
              </a:endParaRPr>
            </a:p>
          </p:txBody>
        </p:sp>
        <p:cxnSp>
          <p:nvCxnSpPr>
            <p:cNvPr id="1319" name="Google Shape;1319;p99"/>
            <p:cNvCxnSpPr>
              <a:stCxn id="1318" idx="1"/>
              <a:endCxn id="1318" idx="3"/>
            </p:cNvCxnSpPr>
            <p:nvPr/>
          </p:nvCxnSpPr>
          <p:spPr>
            <a:xfrm>
              <a:off x="2435294" y="4607031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320" name="Google Shape;1320;p99"/>
          <p:cNvGrpSpPr/>
          <p:nvPr/>
        </p:nvGrpSpPr>
        <p:grpSpPr>
          <a:xfrm>
            <a:off x="5432087" y="5055463"/>
            <a:ext cx="1256943" cy="369332"/>
            <a:chOff x="2435293" y="4696196"/>
            <a:chExt cx="942953" cy="277071"/>
          </a:xfrm>
        </p:grpSpPr>
        <p:sp>
          <p:nvSpPr>
            <p:cNvPr id="1321" name="Google Shape;1321;p99"/>
            <p:cNvSpPr txBox="1"/>
            <p:nvPr/>
          </p:nvSpPr>
          <p:spPr>
            <a:xfrm>
              <a:off x="2435293" y="4696196"/>
              <a:ext cx="942953" cy="27707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>
                  <a:latin typeface="Metropolis" pitchFamily="2" charset="77"/>
                </a:rPr>
                <a:t>Synchronous Replication</a:t>
              </a:r>
              <a:endParaRPr sz="1800">
                <a:latin typeface="Metropolis" pitchFamily="2" charset="77"/>
              </a:endParaRPr>
            </a:p>
          </p:txBody>
        </p:sp>
        <p:cxnSp>
          <p:nvCxnSpPr>
            <p:cNvPr id="1322" name="Google Shape;1322;p99"/>
            <p:cNvCxnSpPr/>
            <p:nvPr/>
          </p:nvCxnSpPr>
          <p:spPr>
            <a:xfrm>
              <a:off x="2435293" y="4850023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323" name="Google Shape;1323;p99"/>
          <p:cNvGrpSpPr/>
          <p:nvPr/>
        </p:nvGrpSpPr>
        <p:grpSpPr>
          <a:xfrm>
            <a:off x="3892917" y="2845264"/>
            <a:ext cx="1156499" cy="417491"/>
            <a:chOff x="1817546" y="2406224"/>
            <a:chExt cx="894584" cy="344633"/>
          </a:xfrm>
        </p:grpSpPr>
        <p:sp>
          <p:nvSpPr>
            <p:cNvPr id="1324" name="Google Shape;1324;p99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5" name="Google Shape;1325;p99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6" name="Google Shape;1326;p99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Operations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327" name="Google Shape;1327;p99"/>
          <p:cNvGrpSpPr/>
          <p:nvPr/>
        </p:nvGrpSpPr>
        <p:grpSpPr>
          <a:xfrm>
            <a:off x="3892917" y="3331704"/>
            <a:ext cx="1156499" cy="417491"/>
            <a:chOff x="1817546" y="2406224"/>
            <a:chExt cx="894584" cy="344633"/>
          </a:xfrm>
        </p:grpSpPr>
        <p:sp>
          <p:nvSpPr>
            <p:cNvPr id="1328" name="Google Shape;1328;p99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9" name="Google Shape;1329;p99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30" name="Google Shape;1330;p99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Automation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31" name="Google Shape;1331;p99"/>
          <p:cNvSpPr/>
          <p:nvPr/>
        </p:nvSpPr>
        <p:spPr>
          <a:xfrm>
            <a:off x="2634069" y="2845264"/>
            <a:ext cx="1097237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32" name="Google Shape;1332;p99"/>
          <p:cNvGrpSpPr/>
          <p:nvPr/>
        </p:nvGrpSpPr>
        <p:grpSpPr>
          <a:xfrm>
            <a:off x="2636925" y="3332979"/>
            <a:ext cx="1158178" cy="417670"/>
            <a:chOff x="1830239" y="3231368"/>
            <a:chExt cx="820422" cy="295866"/>
          </a:xfrm>
        </p:grpSpPr>
        <p:sp>
          <p:nvSpPr>
            <p:cNvPr id="1333" name="Google Shape;1333;p99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34" name="Google Shape;1334;p99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35" name="Google Shape;1335;p99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sftp</a:t>
              </a:r>
              <a:endParaRPr sz="1600">
                <a:latin typeface="Metropolis" pitchFamily="2" charset="77"/>
              </a:endParaRPr>
            </a:p>
          </p:txBody>
        </p:sp>
      </p:grpSp>
      <p:sp>
        <p:nvSpPr>
          <p:cNvPr id="1336" name="Google Shape;1336;p99"/>
          <p:cNvSpPr/>
          <p:nvPr/>
        </p:nvSpPr>
        <p:spPr>
          <a:xfrm>
            <a:off x="6690365" y="6010368"/>
            <a:ext cx="4429729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337" name="Google Shape;1337;p99"/>
          <p:cNvSpPr/>
          <p:nvPr/>
        </p:nvSpPr>
        <p:spPr>
          <a:xfrm>
            <a:off x="1068730" y="6010368"/>
            <a:ext cx="4353502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338" name="Google Shape;1338;p99"/>
          <p:cNvSpPr/>
          <p:nvPr/>
        </p:nvSpPr>
        <p:spPr>
          <a:xfrm>
            <a:off x="6690364" y="5112615"/>
            <a:ext cx="4429730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A2</a:t>
            </a:r>
            <a:endParaRPr sz="1200">
              <a:latin typeface="Metropolis" pitchFamily="2" charset="77"/>
            </a:endParaRPr>
          </a:p>
        </p:txBody>
      </p:sp>
      <p:sp>
        <p:nvSpPr>
          <p:cNvPr id="1339" name="Google Shape;1339;p99"/>
          <p:cNvSpPr/>
          <p:nvPr/>
        </p:nvSpPr>
        <p:spPr>
          <a:xfrm>
            <a:off x="1068730" y="5112615"/>
            <a:ext cx="4353502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200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ED372-FBCE-623A-9E77-3655346F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VCF Fleet with Multiple Datacenter  in a Single Region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C9861C78-227C-7F4A-8527-DDFDBD34839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kumimoji="1" lang="en-US" altLang="zh-TW"/>
              <a:t>vmnic</a:t>
            </a:r>
            <a:r>
              <a:rPr kumimoji="1" lang="zh-TW" altLang="en-US"/>
              <a:t>編號確認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7D6BF5F-0D53-B34A-AA86-B3AF62B1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vSAN</a:t>
            </a:r>
            <a:r>
              <a:rPr lang="en-US" altLang="zh-TW"/>
              <a:t> host node network interface numbering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7BF19C-E94A-4542-8098-466A338155A6}"/>
              </a:ext>
            </a:extLst>
          </p:cNvPr>
          <p:cNvSpPr/>
          <p:nvPr/>
        </p:nvSpPr>
        <p:spPr>
          <a:xfrm>
            <a:off x="4194352" y="3028950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A5979DB-86BC-EF44-A89F-86AC9621BD46}"/>
              </a:ext>
            </a:extLst>
          </p:cNvPr>
          <p:cNvSpPr/>
          <p:nvPr/>
        </p:nvSpPr>
        <p:spPr>
          <a:xfrm>
            <a:off x="6462376" y="4268750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7DB82BC-BDE1-2C4D-986D-3777303005C4}"/>
              </a:ext>
            </a:extLst>
          </p:cNvPr>
          <p:cNvSpPr/>
          <p:nvPr/>
        </p:nvSpPr>
        <p:spPr>
          <a:xfrm>
            <a:off x="4281330" y="312566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33320AF-7E9C-6E41-81D5-07DE098BDDE7}"/>
              </a:ext>
            </a:extLst>
          </p:cNvPr>
          <p:cNvSpPr/>
          <p:nvPr/>
        </p:nvSpPr>
        <p:spPr>
          <a:xfrm>
            <a:off x="4772202" y="312757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3625740-A6CE-5D4D-97BA-C7530BF1A3BD}"/>
              </a:ext>
            </a:extLst>
          </p:cNvPr>
          <p:cNvSpPr/>
          <p:nvPr/>
        </p:nvSpPr>
        <p:spPr>
          <a:xfrm>
            <a:off x="4281330" y="349766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(2)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94E9F3D-BE38-E341-B67F-1341695230A2}"/>
              </a:ext>
            </a:extLst>
          </p:cNvPr>
          <p:cNvSpPr/>
          <p:nvPr/>
        </p:nvSpPr>
        <p:spPr>
          <a:xfrm>
            <a:off x="4797918" y="3504942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52550FC-83BF-F44D-908C-E0F1AB2F07E9}"/>
              </a:ext>
            </a:extLst>
          </p:cNvPr>
          <p:cNvSpPr/>
          <p:nvPr/>
        </p:nvSpPr>
        <p:spPr>
          <a:xfrm>
            <a:off x="4281330" y="387339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50359DD-C999-1640-93FF-B81DFE17348F}"/>
              </a:ext>
            </a:extLst>
          </p:cNvPr>
          <p:cNvSpPr/>
          <p:nvPr/>
        </p:nvSpPr>
        <p:spPr>
          <a:xfrm>
            <a:off x="4772202" y="387530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3B11701-BB94-CF4B-B81C-FB15A127FCE7}"/>
              </a:ext>
            </a:extLst>
          </p:cNvPr>
          <p:cNvSpPr/>
          <p:nvPr/>
        </p:nvSpPr>
        <p:spPr>
          <a:xfrm>
            <a:off x="6462376" y="312375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0515BC9-D596-6647-99AE-37A4B615B07A}"/>
              </a:ext>
            </a:extLst>
          </p:cNvPr>
          <p:cNvSpPr/>
          <p:nvPr/>
        </p:nvSpPr>
        <p:spPr>
          <a:xfrm>
            <a:off x="6953248" y="312566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8554D31-5C70-BB4C-B671-CAAC7D8B5E88}"/>
              </a:ext>
            </a:extLst>
          </p:cNvPr>
          <p:cNvSpPr/>
          <p:nvPr/>
        </p:nvSpPr>
        <p:spPr>
          <a:xfrm>
            <a:off x="6462376" y="349575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B4F2778-4DB3-3D44-871A-6C5B45153F25}"/>
              </a:ext>
            </a:extLst>
          </p:cNvPr>
          <p:cNvSpPr/>
          <p:nvPr/>
        </p:nvSpPr>
        <p:spPr>
          <a:xfrm>
            <a:off x="6953248" y="349766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1681E52-FD4D-7D40-AEB8-F8AED59C7E30}"/>
              </a:ext>
            </a:extLst>
          </p:cNvPr>
          <p:cNvSpPr/>
          <p:nvPr/>
        </p:nvSpPr>
        <p:spPr>
          <a:xfrm>
            <a:off x="6462376" y="387148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32F6E9C-C627-C447-BD9C-A091C7DE12C9}"/>
              </a:ext>
            </a:extLst>
          </p:cNvPr>
          <p:cNvSpPr/>
          <p:nvPr/>
        </p:nvSpPr>
        <p:spPr>
          <a:xfrm>
            <a:off x="6953248" y="3873397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608CBD3-16B7-604D-BC00-55B06583A605}"/>
              </a:ext>
            </a:extLst>
          </p:cNvPr>
          <p:cNvSpPr/>
          <p:nvPr/>
        </p:nvSpPr>
        <p:spPr>
          <a:xfrm>
            <a:off x="8643422" y="313338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F2208F7-5467-2C40-88B2-C9B9B4216667}"/>
              </a:ext>
            </a:extLst>
          </p:cNvPr>
          <p:cNvSpPr/>
          <p:nvPr/>
        </p:nvSpPr>
        <p:spPr>
          <a:xfrm>
            <a:off x="9134294" y="313529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22768C1-CF12-9344-8C9D-990F7D1B249D}"/>
              </a:ext>
            </a:extLst>
          </p:cNvPr>
          <p:cNvSpPr/>
          <p:nvPr/>
        </p:nvSpPr>
        <p:spPr>
          <a:xfrm>
            <a:off x="8643422" y="350538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236E4E6-97FD-C049-8A28-39CB6FAE545E}"/>
              </a:ext>
            </a:extLst>
          </p:cNvPr>
          <p:cNvSpPr/>
          <p:nvPr/>
        </p:nvSpPr>
        <p:spPr>
          <a:xfrm>
            <a:off x="9134294" y="350729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2BE17F8-9CCE-0648-8182-E3D25713052D}"/>
              </a:ext>
            </a:extLst>
          </p:cNvPr>
          <p:cNvSpPr/>
          <p:nvPr/>
        </p:nvSpPr>
        <p:spPr>
          <a:xfrm>
            <a:off x="9637901" y="3909986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0E92205-2D9F-6A4E-B189-2128AEC2040A}"/>
              </a:ext>
            </a:extLst>
          </p:cNvPr>
          <p:cNvSpPr/>
          <p:nvPr/>
        </p:nvSpPr>
        <p:spPr>
          <a:xfrm>
            <a:off x="8380931" y="390734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41DC2CD8-8320-CB47-9892-6E38585CAC8C}"/>
              </a:ext>
            </a:extLst>
          </p:cNvPr>
          <p:cNvGrpSpPr/>
          <p:nvPr/>
        </p:nvGrpSpPr>
        <p:grpSpPr>
          <a:xfrm>
            <a:off x="8117132" y="3578393"/>
            <a:ext cx="231924" cy="139700"/>
            <a:chOff x="2672312" y="4346575"/>
            <a:chExt cx="231924" cy="139700"/>
          </a:xfrm>
        </p:grpSpPr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D5A860CD-C156-9245-9C78-C582DD9915E2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A65C4443-066A-014C-A03D-C53567C8A50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F53EF662-5585-2549-853C-EBBCAC34137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6E261C62-342C-354A-B9FF-DC14C5A80B82}"/>
              </a:ext>
            </a:extLst>
          </p:cNvPr>
          <p:cNvGrpSpPr/>
          <p:nvPr/>
        </p:nvGrpSpPr>
        <p:grpSpPr>
          <a:xfrm>
            <a:off x="7365757" y="3600106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80787934-7D3F-A04A-8DF8-9280218E2C5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92A1CF9D-0E73-9D4F-B344-4E17FEE2597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CE79FA28-DB90-864F-B61F-4A60427B2C7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BA6D336D-D870-7E4E-BCE3-CF629CC3E3BA}"/>
              </a:ext>
            </a:extLst>
          </p:cNvPr>
          <p:cNvGrpSpPr/>
          <p:nvPr/>
        </p:nvGrpSpPr>
        <p:grpSpPr>
          <a:xfrm>
            <a:off x="7758186" y="3600106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5E8D41F3-6141-A345-90B4-D2E0FF1B78E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D1228F60-C8A9-A045-8D7E-23F6D13E0D2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541C598C-3E14-FF41-A04F-5A1E3C32B32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14" name="矩形 113">
            <a:extLst>
              <a:ext uri="{FF2B5EF4-FFF2-40B4-BE49-F238E27FC236}">
                <a16:creationId xmlns:a16="http://schemas.microsoft.com/office/drawing/2014/main" id="{924318A0-BFB5-3B4B-BC6C-592AE188441E}"/>
              </a:ext>
            </a:extLst>
          </p:cNvPr>
          <p:cNvSpPr/>
          <p:nvPr/>
        </p:nvSpPr>
        <p:spPr>
          <a:xfrm>
            <a:off x="4764011" y="4321783"/>
            <a:ext cx="609477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accent6"/>
                </a:solidFill>
              </a:rPr>
              <a:t>COM</a:t>
            </a:r>
            <a:endParaRPr kumimoji="1" lang="zh-TW" altLang="en-US" sz="1200">
              <a:solidFill>
                <a:schemeClr val="accent6"/>
              </a:solidFill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863EAC3-2924-1D41-A854-2680C70F3FDF}"/>
              </a:ext>
            </a:extLst>
          </p:cNvPr>
          <p:cNvSpPr/>
          <p:nvPr/>
        </p:nvSpPr>
        <p:spPr>
          <a:xfrm>
            <a:off x="5492946" y="4321783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accent2"/>
                </a:solidFill>
              </a:rPr>
              <a:t>D-Sub</a:t>
            </a:r>
            <a:endParaRPr kumimoji="1" lang="zh-TW" altLang="en-US" sz="1200">
              <a:solidFill>
                <a:schemeClr val="accent2"/>
              </a:solidFill>
            </a:endParaRPr>
          </a:p>
        </p:txBody>
      </p: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D3CDFF8D-4D4A-F341-9781-FDD580615A89}"/>
              </a:ext>
            </a:extLst>
          </p:cNvPr>
          <p:cNvGrpSpPr/>
          <p:nvPr/>
        </p:nvGrpSpPr>
        <p:grpSpPr>
          <a:xfrm>
            <a:off x="4352674" y="4349677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3EAC1C99-3541-C841-BCB6-284AAF96F771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2F6BF6D2-BB0E-3249-BB31-CF2073F43879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96B3D4E7-AD79-D241-8651-31EB8C87C08F}"/>
              </a:ext>
            </a:extLst>
          </p:cNvPr>
          <p:cNvGrpSpPr/>
          <p:nvPr/>
        </p:nvGrpSpPr>
        <p:grpSpPr>
          <a:xfrm>
            <a:off x="7328534" y="4349271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818A5CF8-698E-CA45-8153-94673E94BBDC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4C9C2978-0272-644C-AF76-B9C975A1D27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2C59C56F-9EB2-B94C-B2DE-B0711A510A90}"/>
              </a:ext>
            </a:extLst>
          </p:cNvPr>
          <p:cNvGrpSpPr/>
          <p:nvPr/>
        </p:nvGrpSpPr>
        <p:grpSpPr>
          <a:xfrm>
            <a:off x="7701482" y="4349941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87848AA2-D652-0D48-BC0E-C7FD18114E8C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E7E4D026-2884-7449-9F14-9B9DA05EEF78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cxnSp>
        <p:nvCxnSpPr>
          <p:cNvPr id="165" name="直線接點 164">
            <a:extLst>
              <a:ext uri="{FF2B5EF4-FFF2-40B4-BE49-F238E27FC236}">
                <a16:creationId xmlns:a16="http://schemas.microsoft.com/office/drawing/2014/main" id="{48482E7A-C0D0-0B4B-B2CF-BA85500852C5}"/>
              </a:ext>
            </a:extLst>
          </p:cNvPr>
          <p:cNvCxnSpPr>
            <a:cxnSpLocks/>
            <a:stCxn id="178" idx="2"/>
            <a:endCxn id="68" idx="1"/>
          </p:cNvCxnSpPr>
          <p:nvPr/>
        </p:nvCxnSpPr>
        <p:spPr bwMode="gray">
          <a:xfrm flipV="1">
            <a:off x="1891729" y="4036057"/>
            <a:ext cx="2389601" cy="1371852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接點 168">
            <a:extLst>
              <a:ext uri="{FF2B5EF4-FFF2-40B4-BE49-F238E27FC236}">
                <a16:creationId xmlns:a16="http://schemas.microsoft.com/office/drawing/2014/main" id="{3D1F4CE8-675A-8341-B51A-DD6EF078802E}"/>
              </a:ext>
            </a:extLst>
          </p:cNvPr>
          <p:cNvCxnSpPr>
            <a:cxnSpLocks/>
            <a:stCxn id="170" idx="3"/>
            <a:endCxn id="63" idx="1"/>
          </p:cNvCxnSpPr>
          <p:nvPr/>
        </p:nvCxnSpPr>
        <p:spPr bwMode="gray">
          <a:xfrm>
            <a:off x="2971080" y="2373709"/>
            <a:ext cx="1310250" cy="914618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矩形 179">
            <a:extLst>
              <a:ext uri="{FF2B5EF4-FFF2-40B4-BE49-F238E27FC236}">
                <a16:creationId xmlns:a16="http://schemas.microsoft.com/office/drawing/2014/main" id="{1D08F242-683E-614E-A3F2-A4259AE06A00}"/>
              </a:ext>
            </a:extLst>
          </p:cNvPr>
          <p:cNvSpPr/>
          <p:nvPr/>
        </p:nvSpPr>
        <p:spPr>
          <a:xfrm>
            <a:off x="4131852" y="5062784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881CE639-013E-614E-98D0-C67974CF50DD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4469090" y="4513953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06025BE5-F8F9-E14F-8AF8-4FD11B299E67}"/>
              </a:ext>
            </a:extLst>
          </p:cNvPr>
          <p:cNvGrpSpPr/>
          <p:nvPr/>
        </p:nvGrpSpPr>
        <p:grpSpPr>
          <a:xfrm>
            <a:off x="6572806" y="4349392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20DCEBA2-653E-4140-91B7-E2BBE29A7AC4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251F7BDB-70B3-4D46-9776-34EBC0ABBA7B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E1C032A1-30E5-934F-879D-3D91ECADC7AF}"/>
              </a:ext>
            </a:extLst>
          </p:cNvPr>
          <p:cNvGrpSpPr/>
          <p:nvPr/>
        </p:nvGrpSpPr>
        <p:grpSpPr>
          <a:xfrm>
            <a:off x="6945754" y="4350062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55D27C0E-9427-B44B-8847-1A64FC715F36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34D41B03-4ECD-D348-8CCF-077667411B2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51B5781C-B6E8-D64A-A07D-01F08F164BE6}"/>
              </a:ext>
            </a:extLst>
          </p:cNvPr>
          <p:cNvGrpSpPr/>
          <p:nvPr/>
        </p:nvGrpSpPr>
        <p:grpSpPr>
          <a:xfrm>
            <a:off x="5243418" y="3964119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CC40E434-D6A6-D54B-9515-A98AC682B3C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7D05D804-7980-EB4C-B90C-3558A2F3D2A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0F17F21C-CFB4-974D-A9B8-F4095FA3419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BB52188F-22B2-1A44-B09A-BBEC82BC7D9E}"/>
              </a:ext>
            </a:extLst>
          </p:cNvPr>
          <p:cNvGrpSpPr/>
          <p:nvPr/>
        </p:nvGrpSpPr>
        <p:grpSpPr>
          <a:xfrm>
            <a:off x="5610440" y="3966383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6DC11BDF-F941-DA43-B949-EC3F440DFFF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F7DA8636-644F-EB4A-AA42-262F133E53C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B0E9190A-3800-0F48-AA16-A728672EA65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833A0B9E-0D78-9544-B793-4EF0C6248E5C}"/>
              </a:ext>
            </a:extLst>
          </p:cNvPr>
          <p:cNvGrpSpPr/>
          <p:nvPr/>
        </p:nvGrpSpPr>
        <p:grpSpPr>
          <a:xfrm>
            <a:off x="7028833" y="3578393"/>
            <a:ext cx="231924" cy="139700"/>
            <a:chOff x="2672312" y="4346575"/>
            <a:chExt cx="231924" cy="139700"/>
          </a:xfrm>
        </p:grpSpPr>
        <p:sp>
          <p:nvSpPr>
            <p:cNvPr id="151" name="橢圓 150">
              <a:extLst>
                <a:ext uri="{FF2B5EF4-FFF2-40B4-BE49-F238E27FC236}">
                  <a16:creationId xmlns:a16="http://schemas.microsoft.com/office/drawing/2014/main" id="{566B339A-7302-6643-BE9E-18FBCBDB06C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52" name="橢圓 151">
              <a:extLst>
                <a:ext uri="{FF2B5EF4-FFF2-40B4-BE49-F238E27FC236}">
                  <a16:creationId xmlns:a16="http://schemas.microsoft.com/office/drawing/2014/main" id="{6BA32B39-D04C-9A45-B653-A09EBC315F2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9CC137F4-E092-1347-9FE3-A66C462FA4B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42029DB-08CE-FE43-9724-0C617EFC0D0C}"/>
              </a:ext>
            </a:extLst>
          </p:cNvPr>
          <p:cNvGrpSpPr/>
          <p:nvPr/>
        </p:nvGrpSpPr>
        <p:grpSpPr>
          <a:xfrm>
            <a:off x="812377" y="2044573"/>
            <a:ext cx="2158703" cy="658272"/>
            <a:chOff x="808489" y="1107027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3E742ACF-8BB6-544B-B982-DDAF696A80AF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F93A5180-89A6-1A47-839A-69E32178E010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8A36EAA3-AE33-6D43-BE4B-F652EA485EDF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1B844E58-79EB-E943-AE1C-4CBF2C85098A}"/>
              </a:ext>
            </a:extLst>
          </p:cNvPr>
          <p:cNvGrpSpPr/>
          <p:nvPr/>
        </p:nvGrpSpPr>
        <p:grpSpPr>
          <a:xfrm>
            <a:off x="519010" y="4713104"/>
            <a:ext cx="2745438" cy="694805"/>
            <a:chOff x="402233" y="1957712"/>
            <a:chExt cx="2745438" cy="694805"/>
          </a:xfrm>
        </p:grpSpPr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E9373DF0-385D-3E4F-89A5-C983027EAF10}"/>
                </a:ext>
              </a:extLst>
            </p:cNvPr>
            <p:cNvSpPr/>
            <p:nvPr/>
          </p:nvSpPr>
          <p:spPr>
            <a:xfrm>
              <a:off x="402233" y="1957712"/>
              <a:ext cx="2745438" cy="69480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Intel(R) Ethernet Controller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109B96E8-F287-9B43-B097-FA822C455C6F}"/>
                </a:ext>
              </a:extLst>
            </p:cNvPr>
            <p:cNvSpPr/>
            <p:nvPr/>
          </p:nvSpPr>
          <p:spPr>
            <a:xfrm>
              <a:off x="413148" y="1958904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vmnic9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F4EADE14-C3F1-BC4C-B7D5-7ADFE655DB90}"/>
                </a:ext>
              </a:extLst>
            </p:cNvPr>
            <p:cNvSpPr/>
            <p:nvPr/>
          </p:nvSpPr>
          <p:spPr>
            <a:xfrm>
              <a:off x="1099970" y="1958724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vmnic8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6148BF4D-24B6-FB48-8524-F25FC783FC0C}"/>
                </a:ext>
              </a:extLst>
            </p:cNvPr>
            <p:cNvSpPr/>
            <p:nvPr/>
          </p:nvSpPr>
          <p:spPr>
            <a:xfrm>
              <a:off x="1781945" y="1958724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vmnic7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EB612C7C-D02C-0844-A652-CDD0CEF27EFF}"/>
                </a:ext>
              </a:extLst>
            </p:cNvPr>
            <p:cNvSpPr/>
            <p:nvPr/>
          </p:nvSpPr>
          <p:spPr>
            <a:xfrm>
              <a:off x="2463244" y="1957712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vmnic6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85" name="群組 184">
            <a:extLst>
              <a:ext uri="{FF2B5EF4-FFF2-40B4-BE49-F238E27FC236}">
                <a16:creationId xmlns:a16="http://schemas.microsoft.com/office/drawing/2014/main" id="{CDD450F7-5B1C-1347-BC77-4E311A4AD622}"/>
              </a:ext>
            </a:extLst>
          </p:cNvPr>
          <p:cNvGrpSpPr/>
          <p:nvPr/>
        </p:nvGrpSpPr>
        <p:grpSpPr>
          <a:xfrm>
            <a:off x="9278407" y="2142499"/>
            <a:ext cx="2158703" cy="658272"/>
            <a:chOff x="808489" y="1107027"/>
            <a:chExt cx="2158703" cy="658272"/>
          </a:xfrm>
        </p:grpSpPr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2940D75E-7F55-2B46-9951-AEA8607F9DFE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4059520A-8AF2-9A46-B927-C5BDD48D113E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8205D18C-92FD-B74E-9866-080D4F7127F6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189" name="直線接點 188">
            <a:extLst>
              <a:ext uri="{FF2B5EF4-FFF2-40B4-BE49-F238E27FC236}">
                <a16:creationId xmlns:a16="http://schemas.microsoft.com/office/drawing/2014/main" id="{8B644CCF-EE58-D547-9E19-718742E2C337}"/>
              </a:ext>
            </a:extLst>
          </p:cNvPr>
          <p:cNvCxnSpPr>
            <a:cxnSpLocks/>
            <a:stCxn id="186" idx="2"/>
            <a:endCxn id="75" idx="3"/>
          </p:cNvCxnSpPr>
          <p:nvPr/>
        </p:nvCxnSpPr>
        <p:spPr bwMode="gray">
          <a:xfrm flipH="1">
            <a:off x="8146116" y="2800771"/>
            <a:ext cx="2211643" cy="1235286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39196986-2748-8E40-B0E3-388025733D68}"/>
              </a:ext>
            </a:extLst>
          </p:cNvPr>
          <p:cNvGrpSpPr/>
          <p:nvPr/>
        </p:nvGrpSpPr>
        <p:grpSpPr>
          <a:xfrm>
            <a:off x="5236922" y="3206841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A46EC711-C58F-7C4B-984C-4B14D4D425E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9EBE1F41-0806-3B47-8BF7-83E6E4D2CD0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D4D7CEB3-4D3E-9B4B-9E2E-37C0F4EE982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D12A6367-E3C2-F841-A75C-632210493722}"/>
              </a:ext>
            </a:extLst>
          </p:cNvPr>
          <p:cNvGrpSpPr/>
          <p:nvPr/>
        </p:nvGrpSpPr>
        <p:grpSpPr>
          <a:xfrm>
            <a:off x="5629351" y="3206841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BBF021E8-4D66-8A45-9707-1770349CE2C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994A0ACC-0486-BA41-8A4D-07131D6A77D6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36B761AA-6164-2840-8D4A-BE92D563D8E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93D0E2D5-CC67-354E-99B3-29FB61D8C5B4}"/>
              </a:ext>
            </a:extLst>
          </p:cNvPr>
          <p:cNvGrpSpPr/>
          <p:nvPr/>
        </p:nvGrpSpPr>
        <p:grpSpPr>
          <a:xfrm>
            <a:off x="7362432" y="3203977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2AF44FC9-6D58-8341-A194-933D9DCE99E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6D20B849-F225-ED4F-9C25-AD28F67AC74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78161BEA-54EF-C641-BA52-5307831226C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29FB4DA3-1EC6-4544-A63C-D75599A42318}"/>
              </a:ext>
            </a:extLst>
          </p:cNvPr>
          <p:cNvGrpSpPr/>
          <p:nvPr/>
        </p:nvGrpSpPr>
        <p:grpSpPr>
          <a:xfrm>
            <a:off x="7754861" y="3203977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BB308121-1803-8F43-A404-05F391F1119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8D75D1C6-1EBC-334B-B8D7-CD79083728B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4B30CF7C-0653-C545-97D4-958B2B44337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DF6F42B8-C897-E590-4170-542709F38FB5}"/>
              </a:ext>
            </a:extLst>
          </p:cNvPr>
          <p:cNvGrpSpPr/>
          <p:nvPr/>
        </p:nvGrpSpPr>
        <p:grpSpPr>
          <a:xfrm>
            <a:off x="7212999" y="3954195"/>
            <a:ext cx="231924" cy="139700"/>
            <a:chOff x="2672312" y="4346575"/>
            <a:chExt cx="231924" cy="139700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8C9C5BE6-CB03-F2E8-3A37-BDED193E66F4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5794E0BA-C80F-D93E-1031-BBB43C37CC7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ED68D2E-791E-6153-ACDB-2DE985F01B2B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DA052A1-993F-D5DC-E45A-EFC4E1B3053B}"/>
              </a:ext>
            </a:extLst>
          </p:cNvPr>
          <p:cNvGrpSpPr/>
          <p:nvPr/>
        </p:nvGrpSpPr>
        <p:grpSpPr>
          <a:xfrm>
            <a:off x="7638884" y="3945342"/>
            <a:ext cx="231924" cy="139700"/>
            <a:chOff x="2672312" y="4346575"/>
            <a:chExt cx="231924" cy="139700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CF399528-A2F8-C2D5-BC03-F42614C6813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60DCF41A-B595-1C8C-F9FD-95A71DCAC13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7D88A68-242D-D1F9-82BD-F36B13D21535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5A24E99A-D2AA-225B-6E4B-E6739AD6BE5B}"/>
              </a:ext>
            </a:extLst>
          </p:cNvPr>
          <p:cNvGrpSpPr/>
          <p:nvPr/>
        </p:nvGrpSpPr>
        <p:grpSpPr>
          <a:xfrm>
            <a:off x="6375398" y="1889543"/>
            <a:ext cx="2158703" cy="658272"/>
            <a:chOff x="808489" y="1107027"/>
            <a:chExt cx="2158703" cy="658272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88564A5-7FB3-84DB-E3E8-86EE010AB0E9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F7C761D-7828-2706-9A7E-F4E3DBBE4C8F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vmnic4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DD059AC-8470-D6E0-1719-E286110335B7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vmnic5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6550ACCB-6798-08C0-BF8D-E5BA4FC3D59D}"/>
              </a:ext>
            </a:extLst>
          </p:cNvPr>
          <p:cNvCxnSpPr>
            <a:cxnSpLocks/>
            <a:stCxn id="18" idx="3"/>
            <a:endCxn id="71" idx="3"/>
          </p:cNvCxnSpPr>
          <p:nvPr/>
        </p:nvCxnSpPr>
        <p:spPr bwMode="gray">
          <a:xfrm>
            <a:off x="8534101" y="2218679"/>
            <a:ext cx="22343" cy="1069648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97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9267-6CEE-E61D-E08B-82FA97ACE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4610C7A-5A3D-1929-FF28-4DC3E6C9C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Physical connectivity diagram</a:t>
            </a:r>
            <a:endParaRPr lang="en-US" altLang="zh-TW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29EE1BE-A87F-5822-7FE8-9F1C54B03B6A}"/>
              </a:ext>
            </a:extLst>
          </p:cNvPr>
          <p:cNvSpPr/>
          <p:nvPr/>
        </p:nvSpPr>
        <p:spPr>
          <a:xfrm>
            <a:off x="4245152" y="3963670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C5F24D5-5075-9743-4A7E-FE25DA9DE9EC}"/>
              </a:ext>
            </a:extLst>
          </p:cNvPr>
          <p:cNvSpPr/>
          <p:nvPr/>
        </p:nvSpPr>
        <p:spPr>
          <a:xfrm>
            <a:off x="5556240" y="5225007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8DCDC86-F3B5-339A-844D-07DFC11920AE}"/>
              </a:ext>
            </a:extLst>
          </p:cNvPr>
          <p:cNvSpPr/>
          <p:nvPr/>
        </p:nvSpPr>
        <p:spPr>
          <a:xfrm>
            <a:off x="4332130" y="406038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7278A75-8E2E-23DC-FE18-F3BD75E5F82E}"/>
              </a:ext>
            </a:extLst>
          </p:cNvPr>
          <p:cNvSpPr/>
          <p:nvPr/>
        </p:nvSpPr>
        <p:spPr>
          <a:xfrm>
            <a:off x="4823002" y="406229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416525B-2B96-3924-8A55-59633C407772}"/>
              </a:ext>
            </a:extLst>
          </p:cNvPr>
          <p:cNvSpPr/>
          <p:nvPr/>
        </p:nvSpPr>
        <p:spPr>
          <a:xfrm>
            <a:off x="4332130" y="480811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E411D37-26DD-6536-8265-5D547048F68E}"/>
              </a:ext>
            </a:extLst>
          </p:cNvPr>
          <p:cNvSpPr/>
          <p:nvPr/>
        </p:nvSpPr>
        <p:spPr>
          <a:xfrm>
            <a:off x="4823002" y="481002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C12B579-ED1C-B5EB-2D32-7E369D3A98D6}"/>
              </a:ext>
            </a:extLst>
          </p:cNvPr>
          <p:cNvSpPr/>
          <p:nvPr/>
        </p:nvSpPr>
        <p:spPr>
          <a:xfrm>
            <a:off x="6513176" y="405847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AC04EA9-B21F-9262-DB8D-A6D3EAB64E57}"/>
              </a:ext>
            </a:extLst>
          </p:cNvPr>
          <p:cNvSpPr/>
          <p:nvPr/>
        </p:nvSpPr>
        <p:spPr>
          <a:xfrm>
            <a:off x="7004048" y="406038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755EFEB-AA7A-FD11-3D43-3F18EF2B0BAC}"/>
              </a:ext>
            </a:extLst>
          </p:cNvPr>
          <p:cNvSpPr/>
          <p:nvPr/>
        </p:nvSpPr>
        <p:spPr>
          <a:xfrm>
            <a:off x="6513176" y="443047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960D721-7EB3-8892-DB86-957E75C6E18D}"/>
              </a:ext>
            </a:extLst>
          </p:cNvPr>
          <p:cNvSpPr/>
          <p:nvPr/>
        </p:nvSpPr>
        <p:spPr>
          <a:xfrm>
            <a:off x="7004048" y="443238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82137A4-FD39-8409-F93B-5E75E70E4D4C}"/>
              </a:ext>
            </a:extLst>
          </p:cNvPr>
          <p:cNvSpPr/>
          <p:nvPr/>
        </p:nvSpPr>
        <p:spPr>
          <a:xfrm>
            <a:off x="6513176" y="480620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4875D5D-3CD7-41A3-8F52-3A3681057E5E}"/>
              </a:ext>
            </a:extLst>
          </p:cNvPr>
          <p:cNvSpPr/>
          <p:nvPr/>
        </p:nvSpPr>
        <p:spPr>
          <a:xfrm>
            <a:off x="7004048" y="4808117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FEF3FA2-5C61-9A08-8EEA-89A3B5294263}"/>
              </a:ext>
            </a:extLst>
          </p:cNvPr>
          <p:cNvSpPr/>
          <p:nvPr/>
        </p:nvSpPr>
        <p:spPr>
          <a:xfrm>
            <a:off x="8694222" y="406810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596C795-2FCD-3989-1EFF-96F37B96787D}"/>
              </a:ext>
            </a:extLst>
          </p:cNvPr>
          <p:cNvSpPr/>
          <p:nvPr/>
        </p:nvSpPr>
        <p:spPr>
          <a:xfrm>
            <a:off x="9185094" y="407001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A8C435C-4174-8B60-1506-6CCF27255C9A}"/>
              </a:ext>
            </a:extLst>
          </p:cNvPr>
          <p:cNvSpPr/>
          <p:nvPr/>
        </p:nvSpPr>
        <p:spPr>
          <a:xfrm>
            <a:off x="8694222" y="444010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9F80C2F-12F4-E369-914E-47DBCFD49B40}"/>
              </a:ext>
            </a:extLst>
          </p:cNvPr>
          <p:cNvSpPr/>
          <p:nvPr/>
        </p:nvSpPr>
        <p:spPr>
          <a:xfrm>
            <a:off x="9185094" y="444201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62BF7B8-2E36-7CE1-52ED-7D6F0FCF9E21}"/>
              </a:ext>
            </a:extLst>
          </p:cNvPr>
          <p:cNvSpPr/>
          <p:nvPr/>
        </p:nvSpPr>
        <p:spPr>
          <a:xfrm>
            <a:off x="9688701" y="4844706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6550E03-1997-BAA3-34DD-7CC1C88923B2}"/>
              </a:ext>
            </a:extLst>
          </p:cNvPr>
          <p:cNvSpPr/>
          <p:nvPr/>
        </p:nvSpPr>
        <p:spPr>
          <a:xfrm>
            <a:off x="8431731" y="484206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6113F6B4-66C5-2C8B-03BD-E8F6BE119F09}"/>
              </a:ext>
            </a:extLst>
          </p:cNvPr>
          <p:cNvGrpSpPr/>
          <p:nvPr/>
        </p:nvGrpSpPr>
        <p:grpSpPr>
          <a:xfrm>
            <a:off x="7416557" y="4534826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642585C4-71AA-ECF1-85CE-2B5ED38F7F9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D1B2C0CA-FD24-EBC3-A203-BD85E7D5871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EDDDD69-F86C-C114-4171-D619F16DA6D6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9F0CA8F5-733B-F509-43A6-A562D35133E0}"/>
              </a:ext>
            </a:extLst>
          </p:cNvPr>
          <p:cNvGrpSpPr/>
          <p:nvPr/>
        </p:nvGrpSpPr>
        <p:grpSpPr>
          <a:xfrm>
            <a:off x="7808986" y="4534826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DE7AB551-12E2-D9AC-6D98-433010E4F73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1A12FF73-22BD-A145-A807-56643E7EA08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4057DE3E-BDC7-3078-54C7-4DF7A8C0862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0649BD67-3DF5-D8DC-2134-E6FF335D80A0}"/>
              </a:ext>
            </a:extLst>
          </p:cNvPr>
          <p:cNvGrpSpPr/>
          <p:nvPr/>
        </p:nvGrpSpPr>
        <p:grpSpPr>
          <a:xfrm>
            <a:off x="4403474" y="5284397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51EAD007-0619-525A-4FC2-0BF34E621F80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2420C9AB-92DA-AB3E-49CA-D1A0F4396921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E1CC7355-C920-1F84-C541-EC8DFE9A6054}"/>
              </a:ext>
            </a:extLst>
          </p:cNvPr>
          <p:cNvGrpSpPr/>
          <p:nvPr/>
        </p:nvGrpSpPr>
        <p:grpSpPr>
          <a:xfrm>
            <a:off x="6422398" y="5305528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CF563689-C36C-57B1-0037-552DFCD0FF7A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8D71C35B-5BAD-D03C-72AD-6AC36DD7E256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70E19875-366F-4D8B-B0F7-867287A9AF1A}"/>
              </a:ext>
            </a:extLst>
          </p:cNvPr>
          <p:cNvGrpSpPr/>
          <p:nvPr/>
        </p:nvGrpSpPr>
        <p:grpSpPr>
          <a:xfrm>
            <a:off x="6795346" y="5306198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AB126564-39F5-8CA2-888A-C6D3017DC497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6FE49BB6-C40C-2857-4065-8A99988D86C6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23F49597-1033-AEA2-EE0F-EE31FE5A8CC4}"/>
              </a:ext>
            </a:extLst>
          </p:cNvPr>
          <p:cNvSpPr/>
          <p:nvPr/>
        </p:nvSpPr>
        <p:spPr>
          <a:xfrm>
            <a:off x="4182652" y="5997504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5A9E4B1B-B9EC-05DB-28E8-502F55F21C11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4519890" y="5448673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D4C9F784-F39C-2B46-A04A-482ABFE005C3}"/>
              </a:ext>
            </a:extLst>
          </p:cNvPr>
          <p:cNvGrpSpPr/>
          <p:nvPr/>
        </p:nvGrpSpPr>
        <p:grpSpPr>
          <a:xfrm>
            <a:off x="5666670" y="5305649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E10C9DFF-84C9-8966-B24F-A21BC3EB5899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0BC23A9-AB96-6830-9716-22D48DBF3B4E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C948CF1A-3A14-E78C-AFD9-ABCEF3DFC8C9}"/>
              </a:ext>
            </a:extLst>
          </p:cNvPr>
          <p:cNvGrpSpPr/>
          <p:nvPr/>
        </p:nvGrpSpPr>
        <p:grpSpPr>
          <a:xfrm>
            <a:off x="6039618" y="5306319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B108C411-7FB7-EA8A-8411-AA8E303A190E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D2802D17-FD96-4849-5AFB-7CF06E214FA8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C5E5A124-E847-D562-8263-D72F93BF08E9}"/>
              </a:ext>
            </a:extLst>
          </p:cNvPr>
          <p:cNvGrpSpPr/>
          <p:nvPr/>
        </p:nvGrpSpPr>
        <p:grpSpPr>
          <a:xfrm>
            <a:off x="5294218" y="4898839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0C0CC460-F452-ED1A-3627-13DE0E6CEC6D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7A68CD03-BE9F-EFAC-CE9C-74DF82DF3A8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B8B975C8-D3B3-3E72-F5A8-6873BEE9C87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1FC778F1-C915-B9F7-B0D8-98E1E60C0CE9}"/>
              </a:ext>
            </a:extLst>
          </p:cNvPr>
          <p:cNvGrpSpPr/>
          <p:nvPr/>
        </p:nvGrpSpPr>
        <p:grpSpPr>
          <a:xfrm>
            <a:off x="5661240" y="4901103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9D46712C-83FB-7501-223B-5616FBE884FF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B34ECA43-CFAE-409C-741D-2142094AD7C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A306E66B-149B-5D61-5BB0-2F7FF1FA2B0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5E7661F-8136-51D6-2149-C29C6999B5A8}"/>
              </a:ext>
            </a:extLst>
          </p:cNvPr>
          <p:cNvGrpSpPr/>
          <p:nvPr/>
        </p:nvGrpSpPr>
        <p:grpSpPr>
          <a:xfrm>
            <a:off x="1490015" y="3229577"/>
            <a:ext cx="2158703" cy="658272"/>
            <a:chOff x="808489" y="982294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49ACE553-868C-012C-973D-1DBCD6379CDD}"/>
                </a:ext>
              </a:extLst>
            </p:cNvPr>
            <p:cNvSpPr/>
            <p:nvPr/>
          </p:nvSpPr>
          <p:spPr>
            <a:xfrm>
              <a:off x="808489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BC0FDAAE-2F54-2D19-52F4-CA66AA9A16D6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4D11BC32-7313-4E06-316A-F625B7B139D1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D321499E-B8C7-8E5B-2AEE-BB1B9AFAACC3}"/>
              </a:ext>
            </a:extLst>
          </p:cNvPr>
          <p:cNvGrpSpPr/>
          <p:nvPr/>
        </p:nvGrpSpPr>
        <p:grpSpPr>
          <a:xfrm>
            <a:off x="5287722" y="4141561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DBE997C7-B083-989D-E241-F8E9046FD129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DFEAD713-36E9-7C7A-FB44-F2DBE54DC20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9FF6F10E-0F71-E760-3223-9B234EB00E3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948EAD99-25C9-6CF8-EB5B-4283F3C81CC4}"/>
              </a:ext>
            </a:extLst>
          </p:cNvPr>
          <p:cNvGrpSpPr/>
          <p:nvPr/>
        </p:nvGrpSpPr>
        <p:grpSpPr>
          <a:xfrm>
            <a:off x="5680151" y="4141561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DF7BD1C5-95EB-1A70-10C2-DD8F7BCFB7E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DDC0E68D-318C-F801-A69E-6FC5E8B74F6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BDDBF56A-68F4-FF76-AFC9-8D8D40ADFBF8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1D612634-3D76-28E4-9744-B87A6AF06B85}"/>
              </a:ext>
            </a:extLst>
          </p:cNvPr>
          <p:cNvGrpSpPr/>
          <p:nvPr/>
        </p:nvGrpSpPr>
        <p:grpSpPr>
          <a:xfrm>
            <a:off x="7413232" y="4138697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3147851D-6EED-D96D-2A99-168A8ABA611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58BE68A9-F523-4A0C-98FF-3C1B7020BCC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2E1DA061-E666-3EFD-D057-D5DCF2AE98B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08CEBF37-6288-89DE-A84B-EC0E48DC46D1}"/>
              </a:ext>
            </a:extLst>
          </p:cNvPr>
          <p:cNvGrpSpPr/>
          <p:nvPr/>
        </p:nvGrpSpPr>
        <p:grpSpPr>
          <a:xfrm>
            <a:off x="7805661" y="4138697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C0128767-A797-3055-C4C6-8A20187654F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32B335C1-9F34-79A9-0463-9068908F1B5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97F23F5B-4A17-2C57-385A-4A3592FA2F6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B5C153F0-7420-4D35-C8FB-2586FBECD3ED}"/>
              </a:ext>
            </a:extLst>
          </p:cNvPr>
          <p:cNvGrpSpPr/>
          <p:nvPr/>
        </p:nvGrpSpPr>
        <p:grpSpPr>
          <a:xfrm>
            <a:off x="8164586" y="4534826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3D60A944-4043-CC1A-253D-0438EA0B4A3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65F24A71-D86C-ECD9-4D15-88C7879DE5E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8D41EF6-7DF0-40E6-1016-6650D0BEDD4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C9A00CA6-3C11-60DB-02D4-28F2753F5725}"/>
              </a:ext>
            </a:extLst>
          </p:cNvPr>
          <p:cNvGrpSpPr/>
          <p:nvPr/>
        </p:nvGrpSpPr>
        <p:grpSpPr>
          <a:xfrm>
            <a:off x="7073954" y="4532721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EEA6B4DC-D8FB-C2CE-32E0-B0794F18300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8D632A8C-B1F9-3941-0A64-F6EA97DFE069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FE3770B-DAC5-DFA1-0DF6-EB707FCA3CB8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1F37AD2-93A2-6F14-F389-31BABBC78BF7}"/>
              </a:ext>
            </a:extLst>
          </p:cNvPr>
          <p:cNvGrpSpPr/>
          <p:nvPr/>
        </p:nvGrpSpPr>
        <p:grpSpPr>
          <a:xfrm>
            <a:off x="7159436" y="4887075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3F852085-EA77-51C9-86E1-C8F134D3DA76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BED62BCB-CCEA-7915-253F-F12F15CAEE0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0DA322C-A759-E22C-7129-4D3668E81A2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970420F5-E8CF-6AE7-ECFD-ED9724390D07}"/>
              </a:ext>
            </a:extLst>
          </p:cNvPr>
          <p:cNvGrpSpPr/>
          <p:nvPr/>
        </p:nvGrpSpPr>
        <p:grpSpPr>
          <a:xfrm>
            <a:off x="7805646" y="4910886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6B6BF7AF-88F7-6F34-4250-475553050129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2EE43136-5FFB-3BD2-9B27-FA34885CA4B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A61F9CB-DBB1-58EF-3120-D2991B4C46E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A371A794-C01F-7D3E-F121-8DA8DAEE016C}"/>
              </a:ext>
            </a:extLst>
          </p:cNvPr>
          <p:cNvCxnSpPr>
            <a:cxnSpLocks/>
            <a:stCxn id="170" idx="2"/>
            <a:endCxn id="68" idx="1"/>
          </p:cNvCxnSpPr>
          <p:nvPr/>
        </p:nvCxnSpPr>
        <p:spPr bwMode="gray">
          <a:xfrm>
            <a:off x="2569367" y="3887849"/>
            <a:ext cx="1762763" cy="1082928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570BD359-31E1-7FF6-A030-6D70B5760F7C}"/>
              </a:ext>
            </a:extLst>
          </p:cNvPr>
          <p:cNvGrpSpPr/>
          <p:nvPr/>
        </p:nvGrpSpPr>
        <p:grpSpPr>
          <a:xfrm>
            <a:off x="7122081" y="3108303"/>
            <a:ext cx="2158703" cy="658272"/>
            <a:chOff x="808489" y="1107027"/>
            <a:chExt cx="2158703" cy="65827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6E2A8C7-3023-6601-5A2F-710252957571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8DDFDCF-882E-54D2-3A07-B278658019EB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vmnic6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20D4B6DD-8321-D4F7-78F1-BC584AA0B5A4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vmnic7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C9F9E20C-3171-8D99-9428-D401B09890A2}"/>
              </a:ext>
            </a:extLst>
          </p:cNvPr>
          <p:cNvCxnSpPr>
            <a:cxnSpLocks/>
            <a:stCxn id="75" idx="3"/>
            <a:endCxn id="29" idx="2"/>
          </p:cNvCxnSpPr>
          <p:nvPr/>
        </p:nvCxnSpPr>
        <p:spPr bwMode="gray">
          <a:xfrm flipV="1">
            <a:off x="8196916" y="3766575"/>
            <a:ext cx="4517" cy="1204202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68">
            <a:extLst>
              <a:ext uri="{FF2B5EF4-FFF2-40B4-BE49-F238E27FC236}">
                <a16:creationId xmlns:a16="http://schemas.microsoft.com/office/drawing/2014/main" id="{E37FB11F-7B59-83C1-82FD-E59D04460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3320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36" name="Rectangle 276">
            <a:extLst>
              <a:ext uri="{FF2B5EF4-FFF2-40B4-BE49-F238E27FC236}">
                <a16:creationId xmlns:a16="http://schemas.microsoft.com/office/drawing/2014/main" id="{80E9AE3E-BDC9-DF7D-FD20-5D51298AFDA6}"/>
              </a:ext>
            </a:extLst>
          </p:cNvPr>
          <p:cNvSpPr/>
          <p:nvPr/>
        </p:nvSpPr>
        <p:spPr>
          <a:xfrm>
            <a:off x="3554167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37" name="Straight Connector 260">
            <a:extLst>
              <a:ext uri="{FF2B5EF4-FFF2-40B4-BE49-F238E27FC236}">
                <a16:creationId xmlns:a16="http://schemas.microsoft.com/office/drawing/2014/main" id="{B645B43B-F19B-98F4-022E-8E42CADF5597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 flipV="1">
            <a:off x="2928836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D4D2633-7E30-BD4C-AF40-E432E22432C6}"/>
              </a:ext>
            </a:extLst>
          </p:cNvPr>
          <p:cNvCxnSpPr>
            <a:stCxn id="171" idx="0"/>
          </p:cNvCxnSpPr>
          <p:nvPr/>
        </p:nvCxnSpPr>
        <p:spPr bwMode="gray">
          <a:xfrm flipV="1">
            <a:off x="1838168" y="1935921"/>
            <a:ext cx="251" cy="131072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BE0FC7D1-A71D-3AD8-A72E-CD0129B74DDD}"/>
              </a:ext>
            </a:extLst>
          </p:cNvPr>
          <p:cNvCxnSpPr>
            <a:cxnSpLocks/>
            <a:stCxn id="30" idx="0"/>
            <a:endCxn id="36" idx="2"/>
          </p:cNvCxnSpPr>
          <p:nvPr/>
        </p:nvCxnSpPr>
        <p:spPr bwMode="gray">
          <a:xfrm flipH="1" flipV="1">
            <a:off x="4182652" y="1931283"/>
            <a:ext cx="3287582" cy="1178212"/>
          </a:xfrm>
          <a:prstGeom prst="line">
            <a:avLst/>
          </a:prstGeom>
          <a:ln w="3175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244D69DD-FA3C-D199-E42A-3E804CDA7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0788" y="140570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B19EEF75-60D1-80E2-43E0-6EC991946BD9}"/>
              </a:ext>
            </a:extLst>
          </p:cNvPr>
          <p:cNvSpPr/>
          <p:nvPr/>
        </p:nvSpPr>
        <p:spPr>
          <a:xfrm>
            <a:off x="7542590" y="1406941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817BE48F-7EA5-7682-1DFF-FB5FEB77313F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>
            <a:off x="7066304" y="1655971"/>
            <a:ext cx="476286" cy="1240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61F288B3-83F9-B3D0-C22E-05A457A8DAE0}"/>
              </a:ext>
            </a:extLst>
          </p:cNvPr>
          <p:cNvCxnSpPr>
            <a:cxnSpLocks/>
            <a:stCxn id="170" idx="0"/>
            <a:endCxn id="91" idx="2"/>
          </p:cNvCxnSpPr>
          <p:nvPr/>
        </p:nvCxnSpPr>
        <p:spPr bwMode="gray">
          <a:xfrm flipV="1">
            <a:off x="2569367" y="1906240"/>
            <a:ext cx="3864179" cy="132333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809ED09C-BA96-2AD9-BBD0-A349FF50B4F6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V="1">
            <a:off x="8157056" y="1907480"/>
            <a:ext cx="14019" cy="120183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29">
            <a:extLst>
              <a:ext uri="{FF2B5EF4-FFF2-40B4-BE49-F238E27FC236}">
                <a16:creationId xmlns:a16="http://schemas.microsoft.com/office/drawing/2014/main" id="{C940E02B-17B8-3D8E-86F9-EC8EBAD8BE1A}"/>
              </a:ext>
            </a:extLst>
          </p:cNvPr>
          <p:cNvSpPr/>
          <p:nvPr/>
        </p:nvSpPr>
        <p:spPr>
          <a:xfrm>
            <a:off x="2292571" y="1145126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B0BABBC6-6556-6D5E-03C5-7C6364C07DDA}"/>
              </a:ext>
            </a:extLst>
          </p:cNvPr>
          <p:cNvSpPr/>
          <p:nvPr/>
        </p:nvSpPr>
        <p:spPr>
          <a:xfrm>
            <a:off x="6357231" y="1070990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  <p:sp>
        <p:nvSpPr>
          <p:cNvPr id="45" name="副標題 44">
            <a:extLst>
              <a:ext uri="{FF2B5EF4-FFF2-40B4-BE49-F238E27FC236}">
                <a16:creationId xmlns:a16="http://schemas.microsoft.com/office/drawing/2014/main" id="{2B150169-0DD8-3498-7F70-82E0F1B695F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12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02224-3167-4A8E-921A-7EFFE2C4B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BB3E07-050E-66BB-CA31-C54BC0736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lang="en" altLang="zh-TW"/>
              <a:t>Architecture</a:t>
            </a:r>
            <a:r>
              <a:rPr lang="zh-TW" altLang="en-US"/>
              <a:t> </a:t>
            </a:r>
            <a:r>
              <a:rPr lang="en" altLang="zh-TW"/>
              <a:t>Design For MES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3142DC1-B8F8-CBF9-4305-9F9B15E4855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173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8563-E43C-A71C-3620-C3E9DF05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AE9ED6-A350-C267-9B06-73EC33A44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MES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2DF960E-1B32-8522-181D-E4371252098A}"/>
              </a:ext>
            </a:extLst>
          </p:cNvPr>
          <p:cNvGrpSpPr/>
          <p:nvPr/>
        </p:nvGrpSpPr>
        <p:grpSpPr>
          <a:xfrm>
            <a:off x="428801" y="1115341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C3211EF-4E10-C940-84C3-D203A120BDA7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77EFED16-ACAE-2694-7F25-8DE09A64F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F5DDCE57-4041-8D2F-38E2-C049746C9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61B69ABC-49DB-3392-686F-8E63C6E4D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343FF014-9371-3A65-B607-2FADA9145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50B44BDF-02F1-F2EA-CFF3-A75CD9E43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F4F8A7C-148E-1B36-7234-FBB7D5638355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27EB26E4-E569-45FF-999F-3E8C26B17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FAC53EF1-7193-EB75-1FA0-4ABB41A8C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FB448FA8-2A76-C783-F860-6FD55847727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279C856C-BBC2-64B8-4085-AA3F855902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CF06B4FA-0B9F-3342-FF76-0ACC2A35EB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23428FA8-3BEB-5295-A5C2-7623AC64C04F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7E98717F-BBD6-9CFF-E9E3-BCFA822E5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D78C77C1-573E-4B48-1295-1547627C9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412FF690-DC6E-2514-7AB2-AE2414B279C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42FE93E6-9075-3B8A-8B77-210C91B41B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C866AA22-7594-81D9-4927-4E6DC1EADB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5B34BE2-F0B2-5EA7-0BEA-C572512DA8EE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D11F8986-B310-57D9-1BFF-F7D6711F0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148CDD9C-8E52-883D-13F6-2CFE393CF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2D3C726-A8E6-2770-C5E3-24C2B7A6A65A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47EFEEB7-A2C0-7EA9-872C-7E124081CA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4CD643AF-B059-315E-1BDA-EDD0679D2C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BB0BBAD3-74B6-8C91-0EE7-9BB4188ECF29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BB3D9A8D-9D06-3D99-78DC-6836A7DBA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46CF96AB-D8B6-1A85-3748-62E089340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A5C8E7F-C6DA-E34E-147F-4AA998266DDA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47C8397E-73BD-AB98-06B3-BB8C502F2D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BA53B135-C13A-727B-F4DD-B40FDDA7F9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EF6017EF-0B2B-867C-402A-DA475FE94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0F90562C-8A0C-045D-C2C4-5EE2D7CFB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530" y="1204295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1　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0828A7-2179-6139-1A43-790D3013E9B0}"/>
              </a:ext>
            </a:extLst>
          </p:cNvPr>
          <p:cNvGrpSpPr/>
          <p:nvPr/>
        </p:nvGrpSpPr>
        <p:grpSpPr>
          <a:xfrm>
            <a:off x="1583136" y="1713697"/>
            <a:ext cx="109364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51736D23-63B8-0AB7-C533-035CCF615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08E046ED-D2BF-BD20-7182-DE5B50E09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546E570-73B9-3EBE-D526-85CC80B73BF0}"/>
              </a:ext>
            </a:extLst>
          </p:cNvPr>
          <p:cNvGrpSpPr/>
          <p:nvPr/>
        </p:nvGrpSpPr>
        <p:grpSpPr>
          <a:xfrm>
            <a:off x="3694430" y="127947"/>
            <a:ext cx="4989030" cy="582235"/>
            <a:chOff x="7013317" y="1563598"/>
            <a:chExt cx="4366401" cy="1698272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47028F92-1660-9433-904E-4942CC86DCC5}"/>
                </a:ext>
              </a:extLst>
            </p:cNvPr>
            <p:cNvSpPr txBox="1"/>
            <p:nvPr/>
          </p:nvSpPr>
          <p:spPr>
            <a:xfrm>
              <a:off x="7941651" y="1563598"/>
              <a:ext cx="2991984" cy="10769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endParaRPr lang="en-US" sz="2399" b="1" u="sng">
                <a:solidFill>
                  <a:schemeClr val="tx1">
                    <a:lumMod val="95000"/>
                    <a:lumOff val="5000"/>
                  </a:schemeClr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29866410-9678-3E6F-3C44-5794DE32BB14}"/>
                </a:ext>
              </a:extLst>
            </p:cNvPr>
            <p:cNvSpPr txBox="1"/>
            <p:nvPr/>
          </p:nvSpPr>
          <p:spPr>
            <a:xfrm>
              <a:off x="7013317" y="2442338"/>
              <a:ext cx="1904756" cy="7386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  <a:b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</a:b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8EA17568-4315-E2F9-71D0-4A0B633D6ADF}"/>
                </a:ext>
              </a:extLst>
            </p:cNvPr>
            <p:cNvSpPr txBox="1"/>
            <p:nvPr/>
          </p:nvSpPr>
          <p:spPr>
            <a:xfrm>
              <a:off x="9579661" y="2446306"/>
              <a:ext cx="1800057" cy="8155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</a:p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</p:grpSp>
      <p:sp>
        <p:nvSpPr>
          <p:cNvPr id="12" name="副標題 11">
            <a:extLst>
              <a:ext uri="{FF2B5EF4-FFF2-40B4-BE49-F238E27FC236}">
                <a16:creationId xmlns:a16="http://schemas.microsoft.com/office/drawing/2014/main" id="{EEB78310-C716-C479-1D5E-37EF4B751808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endParaRPr lang="en-US"/>
          </a:p>
        </p:txBody>
      </p:sp>
      <p:grpSp>
        <p:nvGrpSpPr>
          <p:cNvPr id="418" name="Group 79">
            <a:extLst>
              <a:ext uri="{FF2B5EF4-FFF2-40B4-BE49-F238E27FC236}">
                <a16:creationId xmlns:a16="http://schemas.microsoft.com/office/drawing/2014/main" id="{04F98B09-1C7A-7E6B-AC46-869025BEE9E9}"/>
              </a:ext>
            </a:extLst>
          </p:cNvPr>
          <p:cNvGrpSpPr/>
          <p:nvPr/>
        </p:nvGrpSpPr>
        <p:grpSpPr>
          <a:xfrm>
            <a:off x="428801" y="3668837"/>
            <a:ext cx="5341574" cy="2293191"/>
            <a:chOff x="1317226" y="3852345"/>
            <a:chExt cx="5342965" cy="2293788"/>
          </a:xfrm>
        </p:grpSpPr>
        <p:sp>
          <p:nvSpPr>
            <p:cNvPr id="419" name="Rectangle 80">
              <a:extLst>
                <a:ext uri="{FF2B5EF4-FFF2-40B4-BE49-F238E27FC236}">
                  <a16:creationId xmlns:a16="http://schemas.microsoft.com/office/drawing/2014/main" id="{226E706D-81E9-53DD-F4E9-DEC838B8B819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1" name="Rectangle 1491">
              <a:extLst>
                <a:ext uri="{FF2B5EF4-FFF2-40B4-BE49-F238E27FC236}">
                  <a16:creationId xmlns:a16="http://schemas.microsoft.com/office/drawing/2014/main" id="{D92F2932-179C-2188-C393-C0D10AB84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412137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2" name="Rectangle 1619">
              <a:extLst>
                <a:ext uri="{FF2B5EF4-FFF2-40B4-BE49-F238E27FC236}">
                  <a16:creationId xmlns:a16="http://schemas.microsoft.com/office/drawing/2014/main" id="{255CFA1B-7BD8-8BD1-6849-02F2F92C3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3" name="Rectangle 1620">
              <a:extLst>
                <a:ext uri="{FF2B5EF4-FFF2-40B4-BE49-F238E27FC236}">
                  <a16:creationId xmlns:a16="http://schemas.microsoft.com/office/drawing/2014/main" id="{40F2F3FA-E970-17BE-EE7F-DD90EAD25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412136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8" name="Rectangle 1623">
              <a:extLst>
                <a:ext uri="{FF2B5EF4-FFF2-40B4-BE49-F238E27FC236}">
                  <a16:creationId xmlns:a16="http://schemas.microsoft.com/office/drawing/2014/main" id="{22C7E371-7378-CC62-D3E1-0B3D40EB855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536585" y="4653642"/>
              <a:ext cx="61503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1" name="Rectangle 1626">
              <a:extLst>
                <a:ext uri="{FF2B5EF4-FFF2-40B4-BE49-F238E27FC236}">
                  <a16:creationId xmlns:a16="http://schemas.microsoft.com/office/drawing/2014/main" id="{F471EE9F-3BEE-E2FE-E814-9860429A5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3" name="Rectangle 1628">
              <a:extLst>
                <a:ext uri="{FF2B5EF4-FFF2-40B4-BE49-F238E27FC236}">
                  <a16:creationId xmlns:a16="http://schemas.microsoft.com/office/drawing/2014/main" id="{074F0247-027E-E3E5-5AB9-FDF44235D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13" y="452350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4" name="Rectangle 1629">
              <a:extLst>
                <a:ext uri="{FF2B5EF4-FFF2-40B4-BE49-F238E27FC236}">
                  <a16:creationId xmlns:a16="http://schemas.microsoft.com/office/drawing/2014/main" id="{167CC9CB-54BD-6CC1-B4E8-16121286B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435" name="Group 101">
              <a:extLst>
                <a:ext uri="{FF2B5EF4-FFF2-40B4-BE49-F238E27FC236}">
                  <a16:creationId xmlns:a16="http://schemas.microsoft.com/office/drawing/2014/main" id="{8478A12A-C376-7CAE-1F38-334294B3DE59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289" name="Rectangle 1630">
                <a:extLst>
                  <a:ext uri="{FF2B5EF4-FFF2-40B4-BE49-F238E27FC236}">
                    <a16:creationId xmlns:a16="http://schemas.microsoft.com/office/drawing/2014/main" id="{E1E0C6EB-6B14-A231-9C4A-4D7E62A89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90" name="Rectangle 1630">
                <a:extLst>
                  <a:ext uri="{FF2B5EF4-FFF2-40B4-BE49-F238E27FC236}">
                    <a16:creationId xmlns:a16="http://schemas.microsoft.com/office/drawing/2014/main" id="{16BE5243-6B92-D216-204E-F1730CBEC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91" name="Group 125">
                <a:extLst>
                  <a:ext uri="{FF2B5EF4-FFF2-40B4-BE49-F238E27FC236}">
                    <a16:creationId xmlns:a16="http://schemas.microsoft.com/office/drawing/2014/main" id="{A098629E-8B31-1455-804B-30AAE24CE7B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92" name="Rectangle 1630">
                  <a:extLst>
                    <a:ext uri="{FF2B5EF4-FFF2-40B4-BE49-F238E27FC236}">
                      <a16:creationId xmlns:a16="http://schemas.microsoft.com/office/drawing/2014/main" id="{1E64AA42-EFDC-727A-CED7-539D6D9CD9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93" name="Rectangle 1484">
                  <a:extLst>
                    <a:ext uri="{FF2B5EF4-FFF2-40B4-BE49-F238E27FC236}">
                      <a16:creationId xmlns:a16="http://schemas.microsoft.com/office/drawing/2014/main" id="{8B4B0F2A-314A-6CF9-4CA2-793E627C63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6" name="Group 102">
              <a:extLst>
                <a:ext uri="{FF2B5EF4-FFF2-40B4-BE49-F238E27FC236}">
                  <a16:creationId xmlns:a16="http://schemas.microsoft.com/office/drawing/2014/main" id="{83AB3217-4078-BBA6-DF73-724C81CE28DE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284" name="Rectangle 1630">
                <a:extLst>
                  <a:ext uri="{FF2B5EF4-FFF2-40B4-BE49-F238E27FC236}">
                    <a16:creationId xmlns:a16="http://schemas.microsoft.com/office/drawing/2014/main" id="{24A72FD8-6C71-771B-3CFD-4066BBC00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5" name="Rectangle 1630">
                <a:extLst>
                  <a:ext uri="{FF2B5EF4-FFF2-40B4-BE49-F238E27FC236}">
                    <a16:creationId xmlns:a16="http://schemas.microsoft.com/office/drawing/2014/main" id="{325B0C8C-1395-A21B-F87A-64A1DDB07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6" name="Group 120">
                <a:extLst>
                  <a:ext uri="{FF2B5EF4-FFF2-40B4-BE49-F238E27FC236}">
                    <a16:creationId xmlns:a16="http://schemas.microsoft.com/office/drawing/2014/main" id="{8064117C-3F41-50D9-1918-4C7EE18FBEF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7" name="Rectangle 1630">
                  <a:extLst>
                    <a:ext uri="{FF2B5EF4-FFF2-40B4-BE49-F238E27FC236}">
                      <a16:creationId xmlns:a16="http://schemas.microsoft.com/office/drawing/2014/main" id="{839FC6E2-8823-95CD-248D-43A99FC5FB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8" name="Rectangle 1484">
                  <a:extLst>
                    <a:ext uri="{FF2B5EF4-FFF2-40B4-BE49-F238E27FC236}">
                      <a16:creationId xmlns:a16="http://schemas.microsoft.com/office/drawing/2014/main" id="{D616780F-4774-9278-9BFD-843F3615C2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7" name="Group 103">
              <a:extLst>
                <a:ext uri="{FF2B5EF4-FFF2-40B4-BE49-F238E27FC236}">
                  <a16:creationId xmlns:a16="http://schemas.microsoft.com/office/drawing/2014/main" id="{C8600526-3F20-68FA-4181-B6AA8D5B75BB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447" name="Rectangle 1630">
                <a:extLst>
                  <a:ext uri="{FF2B5EF4-FFF2-40B4-BE49-F238E27FC236}">
                    <a16:creationId xmlns:a16="http://schemas.microsoft.com/office/drawing/2014/main" id="{15F21701-2D75-A539-45AD-C4E931FEC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0" name="Rectangle 1630">
                <a:extLst>
                  <a:ext uri="{FF2B5EF4-FFF2-40B4-BE49-F238E27FC236}">
                    <a16:creationId xmlns:a16="http://schemas.microsoft.com/office/drawing/2014/main" id="{E3891625-C0E7-CF35-88C4-31205F6E98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1" name="Group 115">
                <a:extLst>
                  <a:ext uri="{FF2B5EF4-FFF2-40B4-BE49-F238E27FC236}">
                    <a16:creationId xmlns:a16="http://schemas.microsoft.com/office/drawing/2014/main" id="{990416BD-D28C-1126-5E3C-AAF5F839607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2" name="Rectangle 1630">
                  <a:extLst>
                    <a:ext uri="{FF2B5EF4-FFF2-40B4-BE49-F238E27FC236}">
                      <a16:creationId xmlns:a16="http://schemas.microsoft.com/office/drawing/2014/main" id="{D9AAB3DA-9EDD-D4E9-C627-F6205E5A6E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3" name="Rectangle 1484">
                  <a:extLst>
                    <a:ext uri="{FF2B5EF4-FFF2-40B4-BE49-F238E27FC236}">
                      <a16:creationId xmlns:a16="http://schemas.microsoft.com/office/drawing/2014/main" id="{F7AFEBFD-3D54-A4F7-2C42-2C97B201A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8" name="Group 104">
              <a:extLst>
                <a:ext uri="{FF2B5EF4-FFF2-40B4-BE49-F238E27FC236}">
                  <a16:creationId xmlns:a16="http://schemas.microsoft.com/office/drawing/2014/main" id="{D38BA3BB-E415-6546-F057-9EA1FF25C9C6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442" name="Rectangle 1630">
                <a:extLst>
                  <a:ext uri="{FF2B5EF4-FFF2-40B4-BE49-F238E27FC236}">
                    <a16:creationId xmlns:a16="http://schemas.microsoft.com/office/drawing/2014/main" id="{2F580DB7-1816-C7E9-147B-6BCD9B954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43" name="Rectangle 1630">
                <a:extLst>
                  <a:ext uri="{FF2B5EF4-FFF2-40B4-BE49-F238E27FC236}">
                    <a16:creationId xmlns:a16="http://schemas.microsoft.com/office/drawing/2014/main" id="{5C12AD92-2EE4-BCDC-9A98-02DC0BD6E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44" name="Group 110">
                <a:extLst>
                  <a:ext uri="{FF2B5EF4-FFF2-40B4-BE49-F238E27FC236}">
                    <a16:creationId xmlns:a16="http://schemas.microsoft.com/office/drawing/2014/main" id="{A9366868-78D3-7243-1FBF-496424B5347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5" name="Rectangle 1630">
                  <a:extLst>
                    <a:ext uri="{FF2B5EF4-FFF2-40B4-BE49-F238E27FC236}">
                      <a16:creationId xmlns:a16="http://schemas.microsoft.com/office/drawing/2014/main" id="{F52F60C6-4FA0-EE90-4356-5B265DD301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46" name="Rectangle 1484">
                  <a:extLst>
                    <a:ext uri="{FF2B5EF4-FFF2-40B4-BE49-F238E27FC236}">
                      <a16:creationId xmlns:a16="http://schemas.microsoft.com/office/drawing/2014/main" id="{A3E322CF-901A-A7D3-8BDF-208C320055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440" name="Rectangle 1628">
              <a:extLst>
                <a:ext uri="{FF2B5EF4-FFF2-40B4-BE49-F238E27FC236}">
                  <a16:creationId xmlns:a16="http://schemas.microsoft.com/office/drawing/2014/main" id="{AC76D32E-F5EC-68AC-C459-F7C470558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044" y="451613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41" name="Rectangle 1629">
              <a:extLst>
                <a:ext uri="{FF2B5EF4-FFF2-40B4-BE49-F238E27FC236}">
                  <a16:creationId xmlns:a16="http://schemas.microsoft.com/office/drawing/2014/main" id="{94CD56B6-EC53-0EAA-C25C-4EE17E5AF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294" name="Rectangle 1490">
            <a:extLst>
              <a:ext uri="{FF2B5EF4-FFF2-40B4-BE49-F238E27FC236}">
                <a16:creationId xmlns:a16="http://schemas.microsoft.com/office/drawing/2014/main" id="{41C411EB-AE41-125E-63A8-42C363A27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530" y="3757791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3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10282D8B-ADBC-FF71-0DAB-C1BAD9675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33" y="2338139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CDC40120-CA0C-2EF8-5B0D-FC9A868DB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160" y="2383128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EF842FFB-B2A3-9A97-1FF4-DB469FA54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293" y="2391259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9D837E64-DBD4-5FD3-2BDE-03F0B05FD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044" y="2412908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1" name="Rectangle 1491">
            <a:extLst>
              <a:ext uri="{FF2B5EF4-FFF2-40B4-BE49-F238E27FC236}">
                <a16:creationId xmlns:a16="http://schemas.microsoft.com/office/drawing/2014/main" id="{CCBFE6A6-4CC7-2EE2-B81E-252441E64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32" y="4881549"/>
            <a:ext cx="2411509" cy="90407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2" name="Rectangle 1620">
            <a:extLst>
              <a:ext uri="{FF2B5EF4-FFF2-40B4-BE49-F238E27FC236}">
                <a16:creationId xmlns:a16="http://schemas.microsoft.com/office/drawing/2014/main" id="{077094CA-A7FC-40D4-249F-0462AF2DC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061" y="4937062"/>
            <a:ext cx="2356416" cy="87700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4" name="Rectangle 1490">
            <a:extLst>
              <a:ext uri="{FF2B5EF4-FFF2-40B4-BE49-F238E27FC236}">
                <a16:creationId xmlns:a16="http://schemas.microsoft.com/office/drawing/2014/main" id="{629A6A80-0FBE-62F3-013C-6DB5D95FD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348" y="5020743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5" name="Rectangle 1490">
            <a:extLst>
              <a:ext uri="{FF2B5EF4-FFF2-40B4-BE49-F238E27FC236}">
                <a16:creationId xmlns:a16="http://schemas.microsoft.com/office/drawing/2014/main" id="{F345FD2E-650D-6B26-E2A8-5E33BDD5F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61" y="4927272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41D1118A-82AB-CCCF-2D71-B6E7A3509D51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pSp>
        <p:nvGrpSpPr>
          <p:cNvPr id="9364" name="Group 79">
            <a:extLst>
              <a:ext uri="{FF2B5EF4-FFF2-40B4-BE49-F238E27FC236}">
                <a16:creationId xmlns:a16="http://schemas.microsoft.com/office/drawing/2014/main" id="{17302E67-15F8-E485-B0C0-732BF85E8D95}"/>
              </a:ext>
            </a:extLst>
          </p:cNvPr>
          <p:cNvGrpSpPr/>
          <p:nvPr/>
        </p:nvGrpSpPr>
        <p:grpSpPr>
          <a:xfrm>
            <a:off x="5968685" y="1089274"/>
            <a:ext cx="5341574" cy="2293191"/>
            <a:chOff x="1317226" y="3852345"/>
            <a:chExt cx="5342965" cy="2293788"/>
          </a:xfrm>
        </p:grpSpPr>
        <p:sp>
          <p:nvSpPr>
            <p:cNvPr id="9365" name="Rectangle 80">
              <a:extLst>
                <a:ext uri="{FF2B5EF4-FFF2-40B4-BE49-F238E27FC236}">
                  <a16:creationId xmlns:a16="http://schemas.microsoft.com/office/drawing/2014/main" id="{9D02B5F2-EC09-703F-B4A9-F47B86E94DD4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7" name="Rectangle 1491">
              <a:extLst>
                <a:ext uri="{FF2B5EF4-FFF2-40B4-BE49-F238E27FC236}">
                  <a16:creationId xmlns:a16="http://schemas.microsoft.com/office/drawing/2014/main" id="{AB47F0BE-B9EA-164C-27B6-9A86A0D9C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8" name="Rectangle 1619">
              <a:extLst>
                <a:ext uri="{FF2B5EF4-FFF2-40B4-BE49-F238E27FC236}">
                  <a16:creationId xmlns:a16="http://schemas.microsoft.com/office/drawing/2014/main" id="{E2D821B8-2382-DC8A-8F6A-A21FBDCF3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9" name="Rectangle 1620">
              <a:extLst>
                <a:ext uri="{FF2B5EF4-FFF2-40B4-BE49-F238E27FC236}">
                  <a16:creationId xmlns:a16="http://schemas.microsoft.com/office/drawing/2014/main" id="{45F9E7D7-8DC1-3278-EF62-3515926AE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0" name="Rectangle 1626">
              <a:extLst>
                <a:ext uri="{FF2B5EF4-FFF2-40B4-BE49-F238E27FC236}">
                  <a16:creationId xmlns:a16="http://schemas.microsoft.com/office/drawing/2014/main" id="{02E1BA2C-0F92-6B92-5E18-DAA555A57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1" name="Rectangle 1629">
              <a:extLst>
                <a:ext uri="{FF2B5EF4-FFF2-40B4-BE49-F238E27FC236}">
                  <a16:creationId xmlns:a16="http://schemas.microsoft.com/office/drawing/2014/main" id="{F92419DE-D782-43E4-36D6-B9DD9539B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9372" name="Group 101">
              <a:extLst>
                <a:ext uri="{FF2B5EF4-FFF2-40B4-BE49-F238E27FC236}">
                  <a16:creationId xmlns:a16="http://schemas.microsoft.com/office/drawing/2014/main" id="{A98392DA-2427-5F3A-DB1E-DCD1652925E2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392" name="Rectangle 1630">
                <a:extLst>
                  <a:ext uri="{FF2B5EF4-FFF2-40B4-BE49-F238E27FC236}">
                    <a16:creationId xmlns:a16="http://schemas.microsoft.com/office/drawing/2014/main" id="{9312C63B-47D5-171F-BA18-3FAA948DB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93" name="Rectangle 1630">
                <a:extLst>
                  <a:ext uri="{FF2B5EF4-FFF2-40B4-BE49-F238E27FC236}">
                    <a16:creationId xmlns:a16="http://schemas.microsoft.com/office/drawing/2014/main" id="{A4E56497-8A89-B10D-BAB8-A0F7E7735E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94" name="Group 125">
                <a:extLst>
                  <a:ext uri="{FF2B5EF4-FFF2-40B4-BE49-F238E27FC236}">
                    <a16:creationId xmlns:a16="http://schemas.microsoft.com/office/drawing/2014/main" id="{5BFC3A2A-74EC-5591-DB2F-36B175FACA9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5" name="Rectangle 1630">
                  <a:extLst>
                    <a:ext uri="{FF2B5EF4-FFF2-40B4-BE49-F238E27FC236}">
                      <a16:creationId xmlns:a16="http://schemas.microsoft.com/office/drawing/2014/main" id="{5FC297A3-C01E-002B-68BB-438AF82813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6" name="Rectangle 1484">
                  <a:extLst>
                    <a:ext uri="{FF2B5EF4-FFF2-40B4-BE49-F238E27FC236}">
                      <a16:creationId xmlns:a16="http://schemas.microsoft.com/office/drawing/2014/main" id="{839979C9-0246-4AEF-4DFF-AB6B094CBF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3" name="Group 102">
              <a:extLst>
                <a:ext uri="{FF2B5EF4-FFF2-40B4-BE49-F238E27FC236}">
                  <a16:creationId xmlns:a16="http://schemas.microsoft.com/office/drawing/2014/main" id="{57FE8912-8A32-55EA-96F9-F968E82D9748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387" name="Rectangle 1630">
                <a:extLst>
                  <a:ext uri="{FF2B5EF4-FFF2-40B4-BE49-F238E27FC236}">
                    <a16:creationId xmlns:a16="http://schemas.microsoft.com/office/drawing/2014/main" id="{09C3DF1F-5368-2C33-8CEE-B01A7F45C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8" name="Rectangle 1630">
                <a:extLst>
                  <a:ext uri="{FF2B5EF4-FFF2-40B4-BE49-F238E27FC236}">
                    <a16:creationId xmlns:a16="http://schemas.microsoft.com/office/drawing/2014/main" id="{6AAD1B1D-38F6-CE5A-599B-F397F7AF31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9" name="Group 120">
                <a:extLst>
                  <a:ext uri="{FF2B5EF4-FFF2-40B4-BE49-F238E27FC236}">
                    <a16:creationId xmlns:a16="http://schemas.microsoft.com/office/drawing/2014/main" id="{EC28BD14-7ACF-85E7-95F3-970A3D30151A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0" name="Rectangle 1630">
                  <a:extLst>
                    <a:ext uri="{FF2B5EF4-FFF2-40B4-BE49-F238E27FC236}">
                      <a16:creationId xmlns:a16="http://schemas.microsoft.com/office/drawing/2014/main" id="{F458F1D8-CC41-BEBD-045E-3CF74FAA2D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1" name="Rectangle 1484">
                  <a:extLst>
                    <a:ext uri="{FF2B5EF4-FFF2-40B4-BE49-F238E27FC236}">
                      <a16:creationId xmlns:a16="http://schemas.microsoft.com/office/drawing/2014/main" id="{65F79E70-D1E2-087C-6175-AFB5FF037B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4" name="Group 103">
              <a:extLst>
                <a:ext uri="{FF2B5EF4-FFF2-40B4-BE49-F238E27FC236}">
                  <a16:creationId xmlns:a16="http://schemas.microsoft.com/office/drawing/2014/main" id="{D9351493-D3F8-CBAC-ACF1-1383058F4DD4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9382" name="Rectangle 1630">
                <a:extLst>
                  <a:ext uri="{FF2B5EF4-FFF2-40B4-BE49-F238E27FC236}">
                    <a16:creationId xmlns:a16="http://schemas.microsoft.com/office/drawing/2014/main" id="{6E7A79EE-B789-3DEC-500F-85DD8F3CD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3" name="Rectangle 1630">
                <a:extLst>
                  <a:ext uri="{FF2B5EF4-FFF2-40B4-BE49-F238E27FC236}">
                    <a16:creationId xmlns:a16="http://schemas.microsoft.com/office/drawing/2014/main" id="{D69A3601-60BB-55CB-0426-C2E9B313F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4" name="Group 115">
                <a:extLst>
                  <a:ext uri="{FF2B5EF4-FFF2-40B4-BE49-F238E27FC236}">
                    <a16:creationId xmlns:a16="http://schemas.microsoft.com/office/drawing/2014/main" id="{19A342E8-9E13-61B2-D426-71E03B5658A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5" name="Rectangle 1630">
                  <a:extLst>
                    <a:ext uri="{FF2B5EF4-FFF2-40B4-BE49-F238E27FC236}">
                      <a16:creationId xmlns:a16="http://schemas.microsoft.com/office/drawing/2014/main" id="{DFA63381-9FB8-FBB2-33A7-6107D0C36A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6" name="Rectangle 1484">
                  <a:extLst>
                    <a:ext uri="{FF2B5EF4-FFF2-40B4-BE49-F238E27FC236}">
                      <a16:creationId xmlns:a16="http://schemas.microsoft.com/office/drawing/2014/main" id="{81D9C977-19D6-CCFD-11F3-7C8204B227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5" name="Group 104">
              <a:extLst>
                <a:ext uri="{FF2B5EF4-FFF2-40B4-BE49-F238E27FC236}">
                  <a16:creationId xmlns:a16="http://schemas.microsoft.com/office/drawing/2014/main" id="{6A4C7E2D-57C4-A38F-2132-786EE264B283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9377" name="Rectangle 1630">
                <a:extLst>
                  <a:ext uri="{FF2B5EF4-FFF2-40B4-BE49-F238E27FC236}">
                    <a16:creationId xmlns:a16="http://schemas.microsoft.com/office/drawing/2014/main" id="{5BB8BE92-8E55-2719-DC83-80EC6BB14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78" name="Rectangle 1630">
                <a:extLst>
                  <a:ext uri="{FF2B5EF4-FFF2-40B4-BE49-F238E27FC236}">
                    <a16:creationId xmlns:a16="http://schemas.microsoft.com/office/drawing/2014/main" id="{260D49B1-61C7-19B5-FEAC-A3EE567F3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79" name="Group 110">
                <a:extLst>
                  <a:ext uri="{FF2B5EF4-FFF2-40B4-BE49-F238E27FC236}">
                    <a16:creationId xmlns:a16="http://schemas.microsoft.com/office/drawing/2014/main" id="{0A29DE4C-EE19-1635-E995-049627FB5D1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0" name="Rectangle 1630">
                  <a:extLst>
                    <a:ext uri="{FF2B5EF4-FFF2-40B4-BE49-F238E27FC236}">
                      <a16:creationId xmlns:a16="http://schemas.microsoft.com/office/drawing/2014/main" id="{8363FBFC-F6A3-6344-47E4-BC3D16880B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1" name="Rectangle 1484">
                  <a:extLst>
                    <a:ext uri="{FF2B5EF4-FFF2-40B4-BE49-F238E27FC236}">
                      <a16:creationId xmlns:a16="http://schemas.microsoft.com/office/drawing/2014/main" id="{97E472DB-FF31-7B81-EC25-EF6D08FC95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9376" name="Rectangle 1629">
              <a:extLst>
                <a:ext uri="{FF2B5EF4-FFF2-40B4-BE49-F238E27FC236}">
                  <a16:creationId xmlns:a16="http://schemas.microsoft.com/office/drawing/2014/main" id="{C229B0D3-7DE5-AFB2-C179-1230F8451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397" name="Rectangle 1490">
            <a:extLst>
              <a:ext uri="{FF2B5EF4-FFF2-40B4-BE49-F238E27FC236}">
                <a16:creationId xmlns:a16="http://schemas.microsoft.com/office/drawing/2014/main" id="{887009B6-EC51-D8BA-4500-9D7FD3A2C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414" y="1178228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2</a:t>
            </a:r>
            <a:r>
              <a:rPr lang="zh-TW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zh-TW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DC2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9398" name="Group 10">
            <a:extLst>
              <a:ext uri="{FF2B5EF4-FFF2-40B4-BE49-F238E27FC236}">
                <a16:creationId xmlns:a16="http://schemas.microsoft.com/office/drawing/2014/main" id="{B144768F-EED3-F49F-FAD5-6E13E3EA2867}"/>
              </a:ext>
            </a:extLst>
          </p:cNvPr>
          <p:cNvGrpSpPr/>
          <p:nvPr/>
        </p:nvGrpSpPr>
        <p:grpSpPr>
          <a:xfrm>
            <a:off x="7123020" y="1687630"/>
            <a:ext cx="1093644" cy="140395"/>
            <a:chOff x="7732445" y="2099978"/>
            <a:chExt cx="1104273" cy="140395"/>
          </a:xfrm>
        </p:grpSpPr>
        <p:sp>
          <p:nvSpPr>
            <p:cNvPr id="9399" name="Rectangle 1622">
              <a:extLst>
                <a:ext uri="{FF2B5EF4-FFF2-40B4-BE49-F238E27FC236}">
                  <a16:creationId xmlns:a16="http://schemas.microsoft.com/office/drawing/2014/main" id="{F92B8607-B37C-C574-4346-8593702F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400" name="Rectangle 1622">
              <a:extLst>
                <a:ext uri="{FF2B5EF4-FFF2-40B4-BE49-F238E27FC236}">
                  <a16:creationId xmlns:a16="http://schemas.microsoft.com/office/drawing/2014/main" id="{2719B574-AABB-B647-5F89-7B7ED11EE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402" name="Rectangle 1491">
            <a:extLst>
              <a:ext uri="{FF2B5EF4-FFF2-40B4-BE49-F238E27FC236}">
                <a16:creationId xmlns:a16="http://schemas.microsoft.com/office/drawing/2014/main" id="{17235618-B5CC-52D3-9493-899130C20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7417" y="2312072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3" name="Rectangle 1620">
            <a:extLst>
              <a:ext uri="{FF2B5EF4-FFF2-40B4-BE49-F238E27FC236}">
                <a16:creationId xmlns:a16="http://schemas.microsoft.com/office/drawing/2014/main" id="{707CF90D-5C2D-45AA-7D38-D488445A3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3044" y="2357061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4" name="Rectangle 1490">
            <a:extLst>
              <a:ext uri="{FF2B5EF4-FFF2-40B4-BE49-F238E27FC236}">
                <a16:creationId xmlns:a16="http://schemas.microsoft.com/office/drawing/2014/main" id="{A0855553-8808-378B-FA7B-8B6F35959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177" y="2365192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5" name="Rectangle 1490">
            <a:extLst>
              <a:ext uri="{FF2B5EF4-FFF2-40B4-BE49-F238E27FC236}">
                <a16:creationId xmlns:a16="http://schemas.microsoft.com/office/drawing/2014/main" id="{2A85DDF7-CC93-162C-6108-6AB64424C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7928" y="2386841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" name="Rectangle 1621">
            <a:extLst>
              <a:ext uri="{FF2B5EF4-FFF2-40B4-BE49-F238E27FC236}">
                <a16:creationId xmlns:a16="http://schemas.microsoft.com/office/drawing/2014/main" id="{71E95891-C723-92C4-483E-0C548D016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39" y="1792176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621">
            <a:extLst>
              <a:ext uri="{FF2B5EF4-FFF2-40B4-BE49-F238E27FC236}">
                <a16:creationId xmlns:a16="http://schemas.microsoft.com/office/drawing/2014/main" id="{B979D3B1-CD31-A52C-88A8-08592E1A2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967" y="1769580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0D3A49F7-1FF5-2687-FFFF-DE000D7BE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84" y="1952476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04B7EB78-C5A4-D853-3F41-C6FC25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4412" y="1946850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" name="Group 79">
            <a:extLst>
              <a:ext uri="{FF2B5EF4-FFF2-40B4-BE49-F238E27FC236}">
                <a16:creationId xmlns:a16="http://schemas.microsoft.com/office/drawing/2014/main" id="{96D38F8C-9F1F-31D3-68D6-12027735E043}"/>
              </a:ext>
            </a:extLst>
          </p:cNvPr>
          <p:cNvGrpSpPr/>
          <p:nvPr/>
        </p:nvGrpSpPr>
        <p:grpSpPr>
          <a:xfrm>
            <a:off x="5979106" y="3668837"/>
            <a:ext cx="5341574" cy="2293191"/>
            <a:chOff x="1317226" y="3852345"/>
            <a:chExt cx="5342965" cy="2293788"/>
          </a:xfrm>
        </p:grpSpPr>
        <p:sp>
          <p:nvSpPr>
            <p:cNvPr id="19" name="Rectangle 80">
              <a:extLst>
                <a:ext uri="{FF2B5EF4-FFF2-40B4-BE49-F238E27FC236}">
                  <a16:creationId xmlns:a16="http://schemas.microsoft.com/office/drawing/2014/main" id="{48F1294D-70FC-1531-E765-E62A4191DC39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" name="Rectangle 1491">
              <a:extLst>
                <a:ext uri="{FF2B5EF4-FFF2-40B4-BE49-F238E27FC236}">
                  <a16:creationId xmlns:a16="http://schemas.microsoft.com/office/drawing/2014/main" id="{BA27182D-A931-7EC8-8CD6-C5029DEC8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2" name="Rectangle 1619">
              <a:extLst>
                <a:ext uri="{FF2B5EF4-FFF2-40B4-BE49-F238E27FC236}">
                  <a16:creationId xmlns:a16="http://schemas.microsoft.com/office/drawing/2014/main" id="{508EDDC5-F4FB-63A7-BE10-5D81C13E6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20">
              <a:extLst>
                <a:ext uri="{FF2B5EF4-FFF2-40B4-BE49-F238E27FC236}">
                  <a16:creationId xmlns:a16="http://schemas.microsoft.com/office/drawing/2014/main" id="{904CBC31-3CCE-FC8F-BCF2-73A70085A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4" name="Rectangle 1626">
              <a:extLst>
                <a:ext uri="{FF2B5EF4-FFF2-40B4-BE49-F238E27FC236}">
                  <a16:creationId xmlns:a16="http://schemas.microsoft.com/office/drawing/2014/main" id="{12A24FD3-33F5-BF41-6CB3-6D249D106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5" name="Rectangle 1629">
              <a:extLst>
                <a:ext uri="{FF2B5EF4-FFF2-40B4-BE49-F238E27FC236}">
                  <a16:creationId xmlns:a16="http://schemas.microsoft.com/office/drawing/2014/main" id="{70B81F5E-4AE1-A7C8-BAFD-E378CD781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6" name="Group 101">
              <a:extLst>
                <a:ext uri="{FF2B5EF4-FFF2-40B4-BE49-F238E27FC236}">
                  <a16:creationId xmlns:a16="http://schemas.microsoft.com/office/drawing/2014/main" id="{F29AFAF0-4ACB-09C1-6055-D65D2BF8CE8E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46" name="Rectangle 1630">
                <a:extLst>
                  <a:ext uri="{FF2B5EF4-FFF2-40B4-BE49-F238E27FC236}">
                    <a16:creationId xmlns:a16="http://schemas.microsoft.com/office/drawing/2014/main" id="{C3D3D6E6-E7D7-DBEA-32C6-0973E37CB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7" name="Rectangle 1630">
                <a:extLst>
                  <a:ext uri="{FF2B5EF4-FFF2-40B4-BE49-F238E27FC236}">
                    <a16:creationId xmlns:a16="http://schemas.microsoft.com/office/drawing/2014/main" id="{4050439D-1DC4-B601-7171-986ABEFA7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8" name="Group 125">
                <a:extLst>
                  <a:ext uri="{FF2B5EF4-FFF2-40B4-BE49-F238E27FC236}">
                    <a16:creationId xmlns:a16="http://schemas.microsoft.com/office/drawing/2014/main" id="{C5C68906-48BB-C2AB-98E6-E299AB9EEA3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9" name="Rectangle 1630">
                  <a:extLst>
                    <a:ext uri="{FF2B5EF4-FFF2-40B4-BE49-F238E27FC236}">
                      <a16:creationId xmlns:a16="http://schemas.microsoft.com/office/drawing/2014/main" id="{9D046934-20E8-F45D-5564-19F32481B5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50" name="Rectangle 1484">
                  <a:extLst>
                    <a:ext uri="{FF2B5EF4-FFF2-40B4-BE49-F238E27FC236}">
                      <a16:creationId xmlns:a16="http://schemas.microsoft.com/office/drawing/2014/main" id="{80EDDDE9-2F84-5867-1F01-F7B203E59F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7" name="Group 102">
              <a:extLst>
                <a:ext uri="{FF2B5EF4-FFF2-40B4-BE49-F238E27FC236}">
                  <a16:creationId xmlns:a16="http://schemas.microsoft.com/office/drawing/2014/main" id="{4572D9F8-88E4-D770-23EC-E5F741B2FD72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41" name="Rectangle 1630">
                <a:extLst>
                  <a:ext uri="{FF2B5EF4-FFF2-40B4-BE49-F238E27FC236}">
                    <a16:creationId xmlns:a16="http://schemas.microsoft.com/office/drawing/2014/main" id="{B7A09E9C-8848-FF6E-BDF9-3C1ED181B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2" name="Rectangle 1630">
                <a:extLst>
                  <a:ext uri="{FF2B5EF4-FFF2-40B4-BE49-F238E27FC236}">
                    <a16:creationId xmlns:a16="http://schemas.microsoft.com/office/drawing/2014/main" id="{C8A8F76E-3A3E-C34E-F095-D864BF942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3" name="Group 120">
                <a:extLst>
                  <a:ext uri="{FF2B5EF4-FFF2-40B4-BE49-F238E27FC236}">
                    <a16:creationId xmlns:a16="http://schemas.microsoft.com/office/drawing/2014/main" id="{9D466F53-36AB-FCCE-3102-36812C25B163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" name="Rectangle 1630">
                  <a:extLst>
                    <a:ext uri="{FF2B5EF4-FFF2-40B4-BE49-F238E27FC236}">
                      <a16:creationId xmlns:a16="http://schemas.microsoft.com/office/drawing/2014/main" id="{26A4BD52-080D-9943-1ABB-76E89DAFF1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5" name="Rectangle 1484">
                  <a:extLst>
                    <a:ext uri="{FF2B5EF4-FFF2-40B4-BE49-F238E27FC236}">
                      <a16:creationId xmlns:a16="http://schemas.microsoft.com/office/drawing/2014/main" id="{E12923F1-4DA3-329F-BBA8-FCD748313E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8" name="Group 103">
              <a:extLst>
                <a:ext uri="{FF2B5EF4-FFF2-40B4-BE49-F238E27FC236}">
                  <a16:creationId xmlns:a16="http://schemas.microsoft.com/office/drawing/2014/main" id="{58C8917E-71AD-A609-1FC8-F9514B73ADAC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36" name="Rectangle 1630">
                <a:extLst>
                  <a:ext uri="{FF2B5EF4-FFF2-40B4-BE49-F238E27FC236}">
                    <a16:creationId xmlns:a16="http://schemas.microsoft.com/office/drawing/2014/main" id="{AB786BFC-FEDA-9E90-CD95-788A27D75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773F63AA-516E-F13F-1B46-42B1101DCB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8" name="Group 115">
                <a:extLst>
                  <a:ext uri="{FF2B5EF4-FFF2-40B4-BE49-F238E27FC236}">
                    <a16:creationId xmlns:a16="http://schemas.microsoft.com/office/drawing/2014/main" id="{66CCEFDE-E9DC-4635-EDC8-D2215E57BA06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9" name="Rectangle 1630">
                  <a:extLst>
                    <a:ext uri="{FF2B5EF4-FFF2-40B4-BE49-F238E27FC236}">
                      <a16:creationId xmlns:a16="http://schemas.microsoft.com/office/drawing/2014/main" id="{7C74C3F5-9212-6FE5-CE09-018D1D8F06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0" name="Rectangle 1484">
                  <a:extLst>
                    <a:ext uri="{FF2B5EF4-FFF2-40B4-BE49-F238E27FC236}">
                      <a16:creationId xmlns:a16="http://schemas.microsoft.com/office/drawing/2014/main" id="{DCCDDE44-46FE-A02C-F11E-44815BC993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9" name="Group 104">
              <a:extLst>
                <a:ext uri="{FF2B5EF4-FFF2-40B4-BE49-F238E27FC236}">
                  <a16:creationId xmlns:a16="http://schemas.microsoft.com/office/drawing/2014/main" id="{9B51F6EC-01F5-B121-D935-5D106E724842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BF49F23B-560F-7508-436A-368098F176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630">
                <a:extLst>
                  <a:ext uri="{FF2B5EF4-FFF2-40B4-BE49-F238E27FC236}">
                    <a16:creationId xmlns:a16="http://schemas.microsoft.com/office/drawing/2014/main" id="{11926058-2FAD-392B-2594-775FC69619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3" name="Group 110">
                <a:extLst>
                  <a:ext uri="{FF2B5EF4-FFF2-40B4-BE49-F238E27FC236}">
                    <a16:creationId xmlns:a16="http://schemas.microsoft.com/office/drawing/2014/main" id="{36D16A17-7BE9-745D-7992-63BED91869CD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4" name="Rectangle 1630">
                  <a:extLst>
                    <a:ext uri="{FF2B5EF4-FFF2-40B4-BE49-F238E27FC236}">
                      <a16:creationId xmlns:a16="http://schemas.microsoft.com/office/drawing/2014/main" id="{1064FB3F-A6CA-62B8-B94C-CC217999D9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35" name="Rectangle 1484">
                  <a:extLst>
                    <a:ext uri="{FF2B5EF4-FFF2-40B4-BE49-F238E27FC236}">
                      <a16:creationId xmlns:a16="http://schemas.microsoft.com/office/drawing/2014/main" id="{21535F48-9205-C6A7-90F2-D3FFE759A9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30" name="Rectangle 1629">
              <a:extLst>
                <a:ext uri="{FF2B5EF4-FFF2-40B4-BE49-F238E27FC236}">
                  <a16:creationId xmlns:a16="http://schemas.microsoft.com/office/drawing/2014/main" id="{679F8CA5-F3C2-368D-D08E-731F1DAD0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1" name="Rectangle 1490">
            <a:extLst>
              <a:ext uri="{FF2B5EF4-FFF2-40B4-BE49-F238E27FC236}">
                <a16:creationId xmlns:a16="http://schemas.microsoft.com/office/drawing/2014/main" id="{06A8376C-155C-ECB5-042B-F57839835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835" y="3757791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4 DC2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52" name="Group 10">
            <a:extLst>
              <a:ext uri="{FF2B5EF4-FFF2-40B4-BE49-F238E27FC236}">
                <a16:creationId xmlns:a16="http://schemas.microsoft.com/office/drawing/2014/main" id="{EDAF30A2-4E63-540A-4976-C65A7BC76381}"/>
              </a:ext>
            </a:extLst>
          </p:cNvPr>
          <p:cNvGrpSpPr/>
          <p:nvPr/>
        </p:nvGrpSpPr>
        <p:grpSpPr>
          <a:xfrm>
            <a:off x="7133441" y="4267193"/>
            <a:ext cx="1093644" cy="140395"/>
            <a:chOff x="7732445" y="2099978"/>
            <a:chExt cx="1104273" cy="140395"/>
          </a:xfrm>
        </p:grpSpPr>
        <p:sp>
          <p:nvSpPr>
            <p:cNvPr id="53" name="Rectangle 1622">
              <a:extLst>
                <a:ext uri="{FF2B5EF4-FFF2-40B4-BE49-F238E27FC236}">
                  <a16:creationId xmlns:a16="http://schemas.microsoft.com/office/drawing/2014/main" id="{A49A1597-399D-2F68-BDA3-7E6502C19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54" name="Rectangle 1622">
              <a:extLst>
                <a:ext uri="{FF2B5EF4-FFF2-40B4-BE49-F238E27FC236}">
                  <a16:creationId xmlns:a16="http://schemas.microsoft.com/office/drawing/2014/main" id="{11FA4FEF-F0B6-B929-5B51-08D155010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6" name="Rectangle 1491">
            <a:extLst>
              <a:ext uri="{FF2B5EF4-FFF2-40B4-BE49-F238E27FC236}">
                <a16:creationId xmlns:a16="http://schemas.microsoft.com/office/drawing/2014/main" id="{B6EA6605-4C4F-E88D-53D6-6359A1585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838" y="4891635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7" name="Rectangle 1620">
            <a:extLst>
              <a:ext uri="{FF2B5EF4-FFF2-40B4-BE49-F238E27FC236}">
                <a16:creationId xmlns:a16="http://schemas.microsoft.com/office/drawing/2014/main" id="{8DA76ADD-25D2-63DC-41D6-EC711131B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3465" y="4936624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490">
            <a:extLst>
              <a:ext uri="{FF2B5EF4-FFF2-40B4-BE49-F238E27FC236}">
                <a16:creationId xmlns:a16="http://schemas.microsoft.com/office/drawing/2014/main" id="{2F7F9A40-F9D5-4B3B-2F88-7C6D5A6F5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598" y="4944755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9" name="Rectangle 1490">
            <a:extLst>
              <a:ext uri="{FF2B5EF4-FFF2-40B4-BE49-F238E27FC236}">
                <a16:creationId xmlns:a16="http://schemas.microsoft.com/office/drawing/2014/main" id="{8F4E257A-5680-E224-666D-5035EBB2E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349" y="4966404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1" name="Rectangle 1621">
            <a:extLst>
              <a:ext uri="{FF2B5EF4-FFF2-40B4-BE49-F238E27FC236}">
                <a16:creationId xmlns:a16="http://schemas.microsoft.com/office/drawing/2014/main" id="{6CFF1E4B-0325-43E6-973E-E3F279FDB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979" y="4527607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3" name="Rectangle 1621">
            <a:extLst>
              <a:ext uri="{FF2B5EF4-FFF2-40B4-BE49-F238E27FC236}">
                <a16:creationId xmlns:a16="http://schemas.microsoft.com/office/drawing/2014/main" id="{180D78CE-4AA4-BD83-64A7-076A8AEC5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0845" y="4577570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4" name="Rectangle 1621">
            <a:extLst>
              <a:ext uri="{FF2B5EF4-FFF2-40B4-BE49-F238E27FC236}">
                <a16:creationId xmlns:a16="http://schemas.microsoft.com/office/drawing/2014/main" id="{84536F14-AA3E-765C-5D7B-F28CF8EA5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938" y="4466376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5" name="Rectangle 1621">
            <a:extLst>
              <a:ext uri="{FF2B5EF4-FFF2-40B4-BE49-F238E27FC236}">
                <a16:creationId xmlns:a16="http://schemas.microsoft.com/office/drawing/2014/main" id="{2BEB2C5D-B83B-C632-8E11-868D9D8DE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463" y="4466376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473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7B81D-F788-3C71-AFA7-62E985AF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F541E0-B7E2-70B7-279E-E33B11E8C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MES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7D1FDDC-8338-BC33-D939-59B9BD9C6894}"/>
              </a:ext>
            </a:extLst>
          </p:cNvPr>
          <p:cNvGrpSpPr/>
          <p:nvPr/>
        </p:nvGrpSpPr>
        <p:grpSpPr>
          <a:xfrm>
            <a:off x="421403" y="958609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A18D1A9-5A9E-30F1-92FD-8F8D25A1F3A4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9AA3A971-1AA3-70D0-20D8-F0A45019E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18B6B99A-3865-FCCC-2918-9A8954555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532E6E61-C629-0BB5-9EB2-9432952CE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0F048167-A348-2CF5-D79B-A91DB1462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6907F11D-7F1A-5D50-2815-B70071BE7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E0628B87-BADD-994E-D5AC-D50BC44FF687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8C5C3FC8-FA4B-9CDC-1161-8ED3C257A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FC19E55F-280C-03AD-BACE-8277D267E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AF009EAD-E49E-2027-C825-E04BF8785980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13200BD2-8F58-D411-6B28-7AEA74A070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CA866A1D-25C0-4E35-A017-0131186B1F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740F3126-C7E8-BDF7-7E1C-1E489188F661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46210A06-95EC-11EE-1914-4A949E027F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A714DEAB-47B0-2321-F049-CB724E669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0E6D9980-6FEC-58CC-9428-3EA19F2C91A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3F172766-8D32-8C7D-8825-FFCA720EC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22D0D0B0-0902-47D1-5F52-2191386CA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AAA6BDF7-95C7-7A37-DDBA-C5B869CDD168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9021C425-AFA8-DB94-0BE4-986DA8B7F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9CE86144-C12D-594C-260C-E946DD0E1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96C3CE53-09C9-297D-0580-B7A62C1614D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9C8E54D4-5032-B336-9098-E43C4183FD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63D07B9F-1038-82E8-F9FE-471A84FC9E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86A8C3F6-52FC-1E0F-B88B-E96AE323963A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991F6DCE-2F98-EB89-9E56-8874B7B6E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62C10FED-A8D9-F23D-51F3-D8534EE1EC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44F97308-C122-6465-4277-876BBF6D3C3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525ABD73-4D97-67B3-F8A4-0273BBBFB0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129CF5CB-1E17-8DB4-90FD-C64CE8A297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47E8A034-D4DB-53C0-B012-A16049D02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699C85EB-30B7-DF8C-51F8-A0D29208F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132" y="1047563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5　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42F999-B25E-0BBC-937D-FFF8BF5A26F3}"/>
              </a:ext>
            </a:extLst>
          </p:cNvPr>
          <p:cNvGrpSpPr/>
          <p:nvPr/>
        </p:nvGrpSpPr>
        <p:grpSpPr>
          <a:xfrm>
            <a:off x="1531204" y="1556965"/>
            <a:ext cx="108728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681342D2-692A-B160-4A0E-BEF8A181A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E9D1300C-B2FE-0A98-21E1-736C5EA1B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418" name="Group 79">
            <a:extLst>
              <a:ext uri="{FF2B5EF4-FFF2-40B4-BE49-F238E27FC236}">
                <a16:creationId xmlns:a16="http://schemas.microsoft.com/office/drawing/2014/main" id="{0BA7FF5A-1DCE-5F62-41FE-2C9649DC9D8F}"/>
              </a:ext>
            </a:extLst>
          </p:cNvPr>
          <p:cNvGrpSpPr/>
          <p:nvPr/>
        </p:nvGrpSpPr>
        <p:grpSpPr>
          <a:xfrm>
            <a:off x="421403" y="3512105"/>
            <a:ext cx="5341574" cy="2293191"/>
            <a:chOff x="1317226" y="3852345"/>
            <a:chExt cx="5342965" cy="2293788"/>
          </a:xfrm>
        </p:grpSpPr>
        <p:sp>
          <p:nvSpPr>
            <p:cNvPr id="419" name="Rectangle 80">
              <a:extLst>
                <a:ext uri="{FF2B5EF4-FFF2-40B4-BE49-F238E27FC236}">
                  <a16:creationId xmlns:a16="http://schemas.microsoft.com/office/drawing/2014/main" id="{35288CD4-8883-8E87-A75C-3FF55AFBC2E1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1" name="Rectangle 1491">
              <a:extLst>
                <a:ext uri="{FF2B5EF4-FFF2-40B4-BE49-F238E27FC236}">
                  <a16:creationId xmlns:a16="http://schemas.microsoft.com/office/drawing/2014/main" id="{464A50FA-CA1C-944E-08D2-5B7D3C4B3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412137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2" name="Rectangle 1619">
              <a:extLst>
                <a:ext uri="{FF2B5EF4-FFF2-40B4-BE49-F238E27FC236}">
                  <a16:creationId xmlns:a16="http://schemas.microsoft.com/office/drawing/2014/main" id="{057BD36B-4959-6B33-ABE3-3E94212A6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3" name="Rectangle 1620">
              <a:extLst>
                <a:ext uri="{FF2B5EF4-FFF2-40B4-BE49-F238E27FC236}">
                  <a16:creationId xmlns:a16="http://schemas.microsoft.com/office/drawing/2014/main" id="{4624EE0D-E928-0F6B-EC9A-45F5E3D8D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412136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8" name="Rectangle 1623">
              <a:extLst>
                <a:ext uri="{FF2B5EF4-FFF2-40B4-BE49-F238E27FC236}">
                  <a16:creationId xmlns:a16="http://schemas.microsoft.com/office/drawing/2014/main" id="{7C3BCD26-5E38-8A1B-93A3-1BBC5D24081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536585" y="4653642"/>
              <a:ext cx="61503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1" name="Rectangle 1626">
              <a:extLst>
                <a:ext uri="{FF2B5EF4-FFF2-40B4-BE49-F238E27FC236}">
                  <a16:creationId xmlns:a16="http://schemas.microsoft.com/office/drawing/2014/main" id="{51A9E1FF-E3D8-AC00-8D6C-0500C9FE6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3" name="Rectangle 1628">
              <a:extLst>
                <a:ext uri="{FF2B5EF4-FFF2-40B4-BE49-F238E27FC236}">
                  <a16:creationId xmlns:a16="http://schemas.microsoft.com/office/drawing/2014/main" id="{25C3CABD-3521-73C9-5C81-B500767F3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13" y="452350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4" name="Rectangle 1629">
              <a:extLst>
                <a:ext uri="{FF2B5EF4-FFF2-40B4-BE49-F238E27FC236}">
                  <a16:creationId xmlns:a16="http://schemas.microsoft.com/office/drawing/2014/main" id="{1D510490-9CD4-4278-5988-82C7A63A4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435" name="Group 101">
              <a:extLst>
                <a:ext uri="{FF2B5EF4-FFF2-40B4-BE49-F238E27FC236}">
                  <a16:creationId xmlns:a16="http://schemas.microsoft.com/office/drawing/2014/main" id="{DEC33BCE-E42B-CE42-8E58-BDB81EF17236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289" name="Rectangle 1630">
                <a:extLst>
                  <a:ext uri="{FF2B5EF4-FFF2-40B4-BE49-F238E27FC236}">
                    <a16:creationId xmlns:a16="http://schemas.microsoft.com/office/drawing/2014/main" id="{823EF03A-9F65-83FF-AF00-4CA48A886C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90" name="Rectangle 1630">
                <a:extLst>
                  <a:ext uri="{FF2B5EF4-FFF2-40B4-BE49-F238E27FC236}">
                    <a16:creationId xmlns:a16="http://schemas.microsoft.com/office/drawing/2014/main" id="{F6BBD3E7-038F-C99B-5B58-C6378317C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91" name="Group 125">
                <a:extLst>
                  <a:ext uri="{FF2B5EF4-FFF2-40B4-BE49-F238E27FC236}">
                    <a16:creationId xmlns:a16="http://schemas.microsoft.com/office/drawing/2014/main" id="{CE63F1AC-D73F-E39C-1F79-35473310FE9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92" name="Rectangle 1630">
                  <a:extLst>
                    <a:ext uri="{FF2B5EF4-FFF2-40B4-BE49-F238E27FC236}">
                      <a16:creationId xmlns:a16="http://schemas.microsoft.com/office/drawing/2014/main" id="{37D44612-221B-D85F-9EB4-9EE5F94289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93" name="Rectangle 1484">
                  <a:extLst>
                    <a:ext uri="{FF2B5EF4-FFF2-40B4-BE49-F238E27FC236}">
                      <a16:creationId xmlns:a16="http://schemas.microsoft.com/office/drawing/2014/main" id="{A39A95F4-F9E6-9C6F-B0D5-64591ED0FC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6" name="Group 102">
              <a:extLst>
                <a:ext uri="{FF2B5EF4-FFF2-40B4-BE49-F238E27FC236}">
                  <a16:creationId xmlns:a16="http://schemas.microsoft.com/office/drawing/2014/main" id="{B099B2C9-E62B-558C-812B-FF669DFE70C1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284" name="Rectangle 1630">
                <a:extLst>
                  <a:ext uri="{FF2B5EF4-FFF2-40B4-BE49-F238E27FC236}">
                    <a16:creationId xmlns:a16="http://schemas.microsoft.com/office/drawing/2014/main" id="{87A10CA3-9E64-1E9A-75EC-4207DDFAB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5" name="Rectangle 1630">
                <a:extLst>
                  <a:ext uri="{FF2B5EF4-FFF2-40B4-BE49-F238E27FC236}">
                    <a16:creationId xmlns:a16="http://schemas.microsoft.com/office/drawing/2014/main" id="{62B84534-E7BE-6BE5-2D3F-35BBAC9D1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6" name="Group 120">
                <a:extLst>
                  <a:ext uri="{FF2B5EF4-FFF2-40B4-BE49-F238E27FC236}">
                    <a16:creationId xmlns:a16="http://schemas.microsoft.com/office/drawing/2014/main" id="{488E0245-2332-D1B9-7EAF-ED0A256C2EF2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7" name="Rectangle 1630">
                  <a:extLst>
                    <a:ext uri="{FF2B5EF4-FFF2-40B4-BE49-F238E27FC236}">
                      <a16:creationId xmlns:a16="http://schemas.microsoft.com/office/drawing/2014/main" id="{E4777843-A5CB-F348-34DF-36F64D80FF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8" name="Rectangle 1484">
                  <a:extLst>
                    <a:ext uri="{FF2B5EF4-FFF2-40B4-BE49-F238E27FC236}">
                      <a16:creationId xmlns:a16="http://schemas.microsoft.com/office/drawing/2014/main" id="{E9F66DEE-8EE0-8E3F-A4B2-5E2871FAC6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7" name="Group 103">
              <a:extLst>
                <a:ext uri="{FF2B5EF4-FFF2-40B4-BE49-F238E27FC236}">
                  <a16:creationId xmlns:a16="http://schemas.microsoft.com/office/drawing/2014/main" id="{9302FBE9-1294-73C9-3768-F5EC17E03638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447" name="Rectangle 1630">
                <a:extLst>
                  <a:ext uri="{FF2B5EF4-FFF2-40B4-BE49-F238E27FC236}">
                    <a16:creationId xmlns:a16="http://schemas.microsoft.com/office/drawing/2014/main" id="{FDD4F9AB-A4A6-F892-F0D9-09A5C6BEA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0" name="Rectangle 1630">
                <a:extLst>
                  <a:ext uri="{FF2B5EF4-FFF2-40B4-BE49-F238E27FC236}">
                    <a16:creationId xmlns:a16="http://schemas.microsoft.com/office/drawing/2014/main" id="{0935D8D8-C0B1-1391-80B2-9C6F022AA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1" name="Group 115">
                <a:extLst>
                  <a:ext uri="{FF2B5EF4-FFF2-40B4-BE49-F238E27FC236}">
                    <a16:creationId xmlns:a16="http://schemas.microsoft.com/office/drawing/2014/main" id="{29B38F48-1ED5-627B-9542-AF56C049623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2" name="Rectangle 1630">
                  <a:extLst>
                    <a:ext uri="{FF2B5EF4-FFF2-40B4-BE49-F238E27FC236}">
                      <a16:creationId xmlns:a16="http://schemas.microsoft.com/office/drawing/2014/main" id="{C1986D68-AE49-D92D-B713-4151D19973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3" name="Rectangle 1484">
                  <a:extLst>
                    <a:ext uri="{FF2B5EF4-FFF2-40B4-BE49-F238E27FC236}">
                      <a16:creationId xmlns:a16="http://schemas.microsoft.com/office/drawing/2014/main" id="{40661C58-6909-2371-046E-20A6481A45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8" name="Group 104">
              <a:extLst>
                <a:ext uri="{FF2B5EF4-FFF2-40B4-BE49-F238E27FC236}">
                  <a16:creationId xmlns:a16="http://schemas.microsoft.com/office/drawing/2014/main" id="{36E0EE14-3B3D-A5BF-2A85-F882D2BB1DF8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442" name="Rectangle 1630">
                <a:extLst>
                  <a:ext uri="{FF2B5EF4-FFF2-40B4-BE49-F238E27FC236}">
                    <a16:creationId xmlns:a16="http://schemas.microsoft.com/office/drawing/2014/main" id="{FF68B4F7-56FB-7FC2-9E55-2F11AB52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43" name="Rectangle 1630">
                <a:extLst>
                  <a:ext uri="{FF2B5EF4-FFF2-40B4-BE49-F238E27FC236}">
                    <a16:creationId xmlns:a16="http://schemas.microsoft.com/office/drawing/2014/main" id="{16839C4C-1388-4D72-A45A-101F314EC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44" name="Group 110">
                <a:extLst>
                  <a:ext uri="{FF2B5EF4-FFF2-40B4-BE49-F238E27FC236}">
                    <a16:creationId xmlns:a16="http://schemas.microsoft.com/office/drawing/2014/main" id="{772B6057-A7E9-CD3B-BF41-53953DDCDB5B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5" name="Rectangle 1630">
                  <a:extLst>
                    <a:ext uri="{FF2B5EF4-FFF2-40B4-BE49-F238E27FC236}">
                      <a16:creationId xmlns:a16="http://schemas.microsoft.com/office/drawing/2014/main" id="{C3D2CA32-CFF2-1983-D7EF-73D7B4CF43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46" name="Rectangle 1484">
                  <a:extLst>
                    <a:ext uri="{FF2B5EF4-FFF2-40B4-BE49-F238E27FC236}">
                      <a16:creationId xmlns:a16="http://schemas.microsoft.com/office/drawing/2014/main" id="{7DE62616-D363-FEA5-2DD4-4F42413A76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440" name="Rectangle 1628">
              <a:extLst>
                <a:ext uri="{FF2B5EF4-FFF2-40B4-BE49-F238E27FC236}">
                  <a16:creationId xmlns:a16="http://schemas.microsoft.com/office/drawing/2014/main" id="{C9E5A406-8662-2619-EF5A-A05B04818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044" y="451613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41" name="Rectangle 1629">
              <a:extLst>
                <a:ext uri="{FF2B5EF4-FFF2-40B4-BE49-F238E27FC236}">
                  <a16:creationId xmlns:a16="http://schemas.microsoft.com/office/drawing/2014/main" id="{45BAB835-D176-1A95-D0DD-9830186F5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294" name="Rectangle 1490">
            <a:extLst>
              <a:ext uri="{FF2B5EF4-FFF2-40B4-BE49-F238E27FC236}">
                <a16:creationId xmlns:a16="http://schemas.microsoft.com/office/drawing/2014/main" id="{3099B6A0-6333-C1AB-D4A2-B82F4F76D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132" y="3601059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3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75F16DB5-DC90-F320-2CC9-4607C4517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35" y="2181407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DE25D7FD-608A-934D-17D1-F887DAD30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762" y="2226396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FB5A35ED-4DBE-FC35-8E62-85366109C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895" y="2234527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3C261752-1C5F-ED62-10D6-573250D7E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646" y="225617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1" name="Rectangle 1491">
            <a:extLst>
              <a:ext uri="{FF2B5EF4-FFF2-40B4-BE49-F238E27FC236}">
                <a16:creationId xmlns:a16="http://schemas.microsoft.com/office/drawing/2014/main" id="{314F3FF2-3399-CD40-3017-DEBEEB7D7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34" y="4724817"/>
            <a:ext cx="2411509" cy="90407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2" name="Rectangle 1620">
            <a:extLst>
              <a:ext uri="{FF2B5EF4-FFF2-40B4-BE49-F238E27FC236}">
                <a16:creationId xmlns:a16="http://schemas.microsoft.com/office/drawing/2014/main" id="{6FE46410-31C0-EC77-8192-0C7CCC30B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663" y="4780330"/>
            <a:ext cx="2356416" cy="87700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4" name="Rectangle 1490">
            <a:extLst>
              <a:ext uri="{FF2B5EF4-FFF2-40B4-BE49-F238E27FC236}">
                <a16:creationId xmlns:a16="http://schemas.microsoft.com/office/drawing/2014/main" id="{25BEB97A-5204-62C4-6FC4-434B04B5E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950" y="4864011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5" name="Rectangle 1490">
            <a:extLst>
              <a:ext uri="{FF2B5EF4-FFF2-40B4-BE49-F238E27FC236}">
                <a16:creationId xmlns:a16="http://schemas.microsoft.com/office/drawing/2014/main" id="{C2D2AE17-44EA-5C99-26FD-BC6F10AF8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863" y="4770540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C996E599-5D5A-CCB7-3931-C0059DA0A045}"/>
              </a:ext>
            </a:extLst>
          </p:cNvPr>
          <p:cNvSpPr txBox="1"/>
          <p:nvPr/>
        </p:nvSpPr>
        <p:spPr>
          <a:xfrm>
            <a:off x="1657914" y="6000666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pSp>
        <p:nvGrpSpPr>
          <p:cNvPr id="9364" name="Group 79">
            <a:extLst>
              <a:ext uri="{FF2B5EF4-FFF2-40B4-BE49-F238E27FC236}">
                <a16:creationId xmlns:a16="http://schemas.microsoft.com/office/drawing/2014/main" id="{45D54ED2-3D6C-C932-2CAC-1F72F6A28947}"/>
              </a:ext>
            </a:extLst>
          </p:cNvPr>
          <p:cNvGrpSpPr/>
          <p:nvPr/>
        </p:nvGrpSpPr>
        <p:grpSpPr>
          <a:xfrm>
            <a:off x="5961287" y="932542"/>
            <a:ext cx="5341574" cy="2293191"/>
            <a:chOff x="1317226" y="3852345"/>
            <a:chExt cx="5342965" cy="2293788"/>
          </a:xfrm>
        </p:grpSpPr>
        <p:sp>
          <p:nvSpPr>
            <p:cNvPr id="9365" name="Rectangle 80">
              <a:extLst>
                <a:ext uri="{FF2B5EF4-FFF2-40B4-BE49-F238E27FC236}">
                  <a16:creationId xmlns:a16="http://schemas.microsoft.com/office/drawing/2014/main" id="{68F49798-BCC7-F679-AE0B-952D137E34BF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7" name="Rectangle 1491">
              <a:extLst>
                <a:ext uri="{FF2B5EF4-FFF2-40B4-BE49-F238E27FC236}">
                  <a16:creationId xmlns:a16="http://schemas.microsoft.com/office/drawing/2014/main" id="{BD70AD45-EDDB-8DD8-DC7B-C31287A6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8" name="Rectangle 1619">
              <a:extLst>
                <a:ext uri="{FF2B5EF4-FFF2-40B4-BE49-F238E27FC236}">
                  <a16:creationId xmlns:a16="http://schemas.microsoft.com/office/drawing/2014/main" id="{182C5FF4-7D10-CA6E-1367-EA287E90C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9" name="Rectangle 1620">
              <a:extLst>
                <a:ext uri="{FF2B5EF4-FFF2-40B4-BE49-F238E27FC236}">
                  <a16:creationId xmlns:a16="http://schemas.microsoft.com/office/drawing/2014/main" id="{A54D84BC-DCC8-612A-6986-72F9041C8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0" name="Rectangle 1626">
              <a:extLst>
                <a:ext uri="{FF2B5EF4-FFF2-40B4-BE49-F238E27FC236}">
                  <a16:creationId xmlns:a16="http://schemas.microsoft.com/office/drawing/2014/main" id="{F9638A5B-AA2D-9A9E-5E84-B76E1F71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1" name="Rectangle 1629">
              <a:extLst>
                <a:ext uri="{FF2B5EF4-FFF2-40B4-BE49-F238E27FC236}">
                  <a16:creationId xmlns:a16="http://schemas.microsoft.com/office/drawing/2014/main" id="{301DFCD8-6D6D-B6D7-7570-37135D834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9372" name="Group 101">
              <a:extLst>
                <a:ext uri="{FF2B5EF4-FFF2-40B4-BE49-F238E27FC236}">
                  <a16:creationId xmlns:a16="http://schemas.microsoft.com/office/drawing/2014/main" id="{305CBEA0-F33D-2D1C-C7F0-74E9B7D12E37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392" name="Rectangle 1630">
                <a:extLst>
                  <a:ext uri="{FF2B5EF4-FFF2-40B4-BE49-F238E27FC236}">
                    <a16:creationId xmlns:a16="http://schemas.microsoft.com/office/drawing/2014/main" id="{F7056DC0-6F02-6DCB-CDFE-F006FADE7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93" name="Rectangle 1630">
                <a:extLst>
                  <a:ext uri="{FF2B5EF4-FFF2-40B4-BE49-F238E27FC236}">
                    <a16:creationId xmlns:a16="http://schemas.microsoft.com/office/drawing/2014/main" id="{23FF0366-58EC-7B5F-90F7-E8AB5DFB3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94" name="Group 125">
                <a:extLst>
                  <a:ext uri="{FF2B5EF4-FFF2-40B4-BE49-F238E27FC236}">
                    <a16:creationId xmlns:a16="http://schemas.microsoft.com/office/drawing/2014/main" id="{D7B6B9E0-C4AB-25C5-8F48-8DA7E345006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5" name="Rectangle 1630">
                  <a:extLst>
                    <a:ext uri="{FF2B5EF4-FFF2-40B4-BE49-F238E27FC236}">
                      <a16:creationId xmlns:a16="http://schemas.microsoft.com/office/drawing/2014/main" id="{E7DAC6AE-79C2-B9EF-8CBA-8371F2A5D6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6" name="Rectangle 1484">
                  <a:extLst>
                    <a:ext uri="{FF2B5EF4-FFF2-40B4-BE49-F238E27FC236}">
                      <a16:creationId xmlns:a16="http://schemas.microsoft.com/office/drawing/2014/main" id="{EB14ABFD-4791-F695-0B33-DB2CB8DE2A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3" name="Group 102">
              <a:extLst>
                <a:ext uri="{FF2B5EF4-FFF2-40B4-BE49-F238E27FC236}">
                  <a16:creationId xmlns:a16="http://schemas.microsoft.com/office/drawing/2014/main" id="{E2088AA1-F2A9-D48A-2CB4-E7677DE46C6A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387" name="Rectangle 1630">
                <a:extLst>
                  <a:ext uri="{FF2B5EF4-FFF2-40B4-BE49-F238E27FC236}">
                    <a16:creationId xmlns:a16="http://schemas.microsoft.com/office/drawing/2014/main" id="{14496986-2250-AA15-C8D8-7AF4223CD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8" name="Rectangle 1630">
                <a:extLst>
                  <a:ext uri="{FF2B5EF4-FFF2-40B4-BE49-F238E27FC236}">
                    <a16:creationId xmlns:a16="http://schemas.microsoft.com/office/drawing/2014/main" id="{38CFDA9B-7E47-FDF4-C2FF-927F2CD32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9" name="Group 120">
                <a:extLst>
                  <a:ext uri="{FF2B5EF4-FFF2-40B4-BE49-F238E27FC236}">
                    <a16:creationId xmlns:a16="http://schemas.microsoft.com/office/drawing/2014/main" id="{3507965F-C271-16D2-3767-66E4F7A7FB8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0" name="Rectangle 1630">
                  <a:extLst>
                    <a:ext uri="{FF2B5EF4-FFF2-40B4-BE49-F238E27FC236}">
                      <a16:creationId xmlns:a16="http://schemas.microsoft.com/office/drawing/2014/main" id="{98B93D99-1A16-5478-647D-EA8ED32D0B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1" name="Rectangle 1484">
                  <a:extLst>
                    <a:ext uri="{FF2B5EF4-FFF2-40B4-BE49-F238E27FC236}">
                      <a16:creationId xmlns:a16="http://schemas.microsoft.com/office/drawing/2014/main" id="{558E9FA1-877A-894C-CB82-C7082F7C98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4" name="Group 103">
              <a:extLst>
                <a:ext uri="{FF2B5EF4-FFF2-40B4-BE49-F238E27FC236}">
                  <a16:creationId xmlns:a16="http://schemas.microsoft.com/office/drawing/2014/main" id="{EDBCE341-0832-7A77-D039-4D84B1C1167C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9382" name="Rectangle 1630">
                <a:extLst>
                  <a:ext uri="{FF2B5EF4-FFF2-40B4-BE49-F238E27FC236}">
                    <a16:creationId xmlns:a16="http://schemas.microsoft.com/office/drawing/2014/main" id="{AD00716E-3A15-F068-997E-8E700A9F7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3" name="Rectangle 1630">
                <a:extLst>
                  <a:ext uri="{FF2B5EF4-FFF2-40B4-BE49-F238E27FC236}">
                    <a16:creationId xmlns:a16="http://schemas.microsoft.com/office/drawing/2014/main" id="{A656433F-433B-FB04-0B12-FA154A759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4" name="Group 115">
                <a:extLst>
                  <a:ext uri="{FF2B5EF4-FFF2-40B4-BE49-F238E27FC236}">
                    <a16:creationId xmlns:a16="http://schemas.microsoft.com/office/drawing/2014/main" id="{BDC2B178-7E43-4063-1119-096686E4363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5" name="Rectangle 1630">
                  <a:extLst>
                    <a:ext uri="{FF2B5EF4-FFF2-40B4-BE49-F238E27FC236}">
                      <a16:creationId xmlns:a16="http://schemas.microsoft.com/office/drawing/2014/main" id="{E56A333F-D448-0545-C2FC-F99A7A9E67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6" name="Rectangle 1484">
                  <a:extLst>
                    <a:ext uri="{FF2B5EF4-FFF2-40B4-BE49-F238E27FC236}">
                      <a16:creationId xmlns:a16="http://schemas.microsoft.com/office/drawing/2014/main" id="{1A580477-C17E-B979-013B-CD8D510260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5" name="Group 104">
              <a:extLst>
                <a:ext uri="{FF2B5EF4-FFF2-40B4-BE49-F238E27FC236}">
                  <a16:creationId xmlns:a16="http://schemas.microsoft.com/office/drawing/2014/main" id="{3584DD22-0A8A-EA78-E485-F6B51F7250A5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9377" name="Rectangle 1630">
                <a:extLst>
                  <a:ext uri="{FF2B5EF4-FFF2-40B4-BE49-F238E27FC236}">
                    <a16:creationId xmlns:a16="http://schemas.microsoft.com/office/drawing/2014/main" id="{074EE034-70E6-6D77-AABB-2852BEFAC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78" name="Rectangle 1630">
                <a:extLst>
                  <a:ext uri="{FF2B5EF4-FFF2-40B4-BE49-F238E27FC236}">
                    <a16:creationId xmlns:a16="http://schemas.microsoft.com/office/drawing/2014/main" id="{B7A15852-6887-C456-A74F-45A2239FE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79" name="Group 110">
                <a:extLst>
                  <a:ext uri="{FF2B5EF4-FFF2-40B4-BE49-F238E27FC236}">
                    <a16:creationId xmlns:a16="http://schemas.microsoft.com/office/drawing/2014/main" id="{450C18FA-DB06-2CF6-D1AC-9BAA9944FDD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0" name="Rectangle 1630">
                  <a:extLst>
                    <a:ext uri="{FF2B5EF4-FFF2-40B4-BE49-F238E27FC236}">
                      <a16:creationId xmlns:a16="http://schemas.microsoft.com/office/drawing/2014/main" id="{1B484DD8-7A83-800C-EFC3-A474EB0EC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1" name="Rectangle 1484">
                  <a:extLst>
                    <a:ext uri="{FF2B5EF4-FFF2-40B4-BE49-F238E27FC236}">
                      <a16:creationId xmlns:a16="http://schemas.microsoft.com/office/drawing/2014/main" id="{DC733809-6256-FCC6-EA95-031778EE6F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9376" name="Rectangle 1629">
              <a:extLst>
                <a:ext uri="{FF2B5EF4-FFF2-40B4-BE49-F238E27FC236}">
                  <a16:creationId xmlns:a16="http://schemas.microsoft.com/office/drawing/2014/main" id="{DF12D679-F6A7-4B8B-173A-A4B2D17DD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397" name="Rectangle 1490">
            <a:extLst>
              <a:ext uri="{FF2B5EF4-FFF2-40B4-BE49-F238E27FC236}">
                <a16:creationId xmlns:a16="http://schemas.microsoft.com/office/drawing/2014/main" id="{4D0DAD22-A984-7BED-308F-4B562C973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016" y="1021496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2</a:t>
            </a:r>
            <a:r>
              <a:rPr lang="zh-TW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zh-TW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DC2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9398" name="Group 10">
            <a:extLst>
              <a:ext uri="{FF2B5EF4-FFF2-40B4-BE49-F238E27FC236}">
                <a16:creationId xmlns:a16="http://schemas.microsoft.com/office/drawing/2014/main" id="{4261FA99-08FD-4D88-D049-97A62725A61F}"/>
              </a:ext>
            </a:extLst>
          </p:cNvPr>
          <p:cNvGrpSpPr/>
          <p:nvPr/>
        </p:nvGrpSpPr>
        <p:grpSpPr>
          <a:xfrm>
            <a:off x="7071088" y="1530898"/>
            <a:ext cx="1087284" cy="140395"/>
            <a:chOff x="7732445" y="2099978"/>
            <a:chExt cx="1104273" cy="140395"/>
          </a:xfrm>
        </p:grpSpPr>
        <p:sp>
          <p:nvSpPr>
            <p:cNvPr id="9399" name="Rectangle 1622">
              <a:extLst>
                <a:ext uri="{FF2B5EF4-FFF2-40B4-BE49-F238E27FC236}">
                  <a16:creationId xmlns:a16="http://schemas.microsoft.com/office/drawing/2014/main" id="{3E66B092-5ED7-4961-BCCC-52C83F42F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400" name="Rectangle 1622">
              <a:extLst>
                <a:ext uri="{FF2B5EF4-FFF2-40B4-BE49-F238E27FC236}">
                  <a16:creationId xmlns:a16="http://schemas.microsoft.com/office/drawing/2014/main" id="{217C545E-0AEA-5C05-E2F0-B4031495C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402" name="Rectangle 1491">
            <a:extLst>
              <a:ext uri="{FF2B5EF4-FFF2-40B4-BE49-F238E27FC236}">
                <a16:creationId xmlns:a16="http://schemas.microsoft.com/office/drawing/2014/main" id="{883EC238-2268-659C-2164-19AD56871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019" y="2155340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3" name="Rectangle 1620">
            <a:extLst>
              <a:ext uri="{FF2B5EF4-FFF2-40B4-BE49-F238E27FC236}">
                <a16:creationId xmlns:a16="http://schemas.microsoft.com/office/drawing/2014/main" id="{C6FD4C5D-E79E-789F-B2AA-8CF7689A0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5646" y="2200329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4" name="Rectangle 1490">
            <a:extLst>
              <a:ext uri="{FF2B5EF4-FFF2-40B4-BE49-F238E27FC236}">
                <a16:creationId xmlns:a16="http://schemas.microsoft.com/office/drawing/2014/main" id="{29DC52D9-9282-6E61-60C2-7C93A6870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779" y="2208460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5" name="Rectangle 1490">
            <a:extLst>
              <a:ext uri="{FF2B5EF4-FFF2-40B4-BE49-F238E27FC236}">
                <a16:creationId xmlns:a16="http://schemas.microsoft.com/office/drawing/2014/main" id="{884B0753-7EC3-C6C7-3014-E0D94A739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0530" y="2230109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" name="Rectangle 1621">
            <a:extLst>
              <a:ext uri="{FF2B5EF4-FFF2-40B4-BE49-F238E27FC236}">
                <a16:creationId xmlns:a16="http://schemas.microsoft.com/office/drawing/2014/main" id="{DC01B68E-BB11-01D6-7BE5-D986406B9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941" y="1635444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621">
            <a:extLst>
              <a:ext uri="{FF2B5EF4-FFF2-40B4-BE49-F238E27FC236}">
                <a16:creationId xmlns:a16="http://schemas.microsoft.com/office/drawing/2014/main" id="{A3202DEA-0003-CFFF-4256-88BBEB956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569" y="1612848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D06181D5-950C-1FB1-0B47-9383F92EF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386" y="1795744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DDFE92CE-975A-2A6F-BE9D-2B851F657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7014" y="1790118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" name="Group 79">
            <a:extLst>
              <a:ext uri="{FF2B5EF4-FFF2-40B4-BE49-F238E27FC236}">
                <a16:creationId xmlns:a16="http://schemas.microsoft.com/office/drawing/2014/main" id="{44960FE1-71C4-4FA5-4847-6E3270D10341}"/>
              </a:ext>
            </a:extLst>
          </p:cNvPr>
          <p:cNvGrpSpPr/>
          <p:nvPr/>
        </p:nvGrpSpPr>
        <p:grpSpPr>
          <a:xfrm>
            <a:off x="5971708" y="3512105"/>
            <a:ext cx="5341574" cy="2293191"/>
            <a:chOff x="1317226" y="3852345"/>
            <a:chExt cx="5342965" cy="2293788"/>
          </a:xfrm>
        </p:grpSpPr>
        <p:sp>
          <p:nvSpPr>
            <p:cNvPr id="19" name="Rectangle 80">
              <a:extLst>
                <a:ext uri="{FF2B5EF4-FFF2-40B4-BE49-F238E27FC236}">
                  <a16:creationId xmlns:a16="http://schemas.microsoft.com/office/drawing/2014/main" id="{D7AFAAF2-8A1C-76FA-9BC4-FBFD5AB5AA9B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" name="Rectangle 1491">
              <a:extLst>
                <a:ext uri="{FF2B5EF4-FFF2-40B4-BE49-F238E27FC236}">
                  <a16:creationId xmlns:a16="http://schemas.microsoft.com/office/drawing/2014/main" id="{2BDAC312-4E93-8266-F696-FE6EB3559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2" name="Rectangle 1619">
              <a:extLst>
                <a:ext uri="{FF2B5EF4-FFF2-40B4-BE49-F238E27FC236}">
                  <a16:creationId xmlns:a16="http://schemas.microsoft.com/office/drawing/2014/main" id="{8AB19A45-2720-1CC1-F5FB-C00ECC06F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20">
              <a:extLst>
                <a:ext uri="{FF2B5EF4-FFF2-40B4-BE49-F238E27FC236}">
                  <a16:creationId xmlns:a16="http://schemas.microsoft.com/office/drawing/2014/main" id="{C0EDFA16-A3DE-62E7-C329-9887834E0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4" name="Rectangle 1626">
              <a:extLst>
                <a:ext uri="{FF2B5EF4-FFF2-40B4-BE49-F238E27FC236}">
                  <a16:creationId xmlns:a16="http://schemas.microsoft.com/office/drawing/2014/main" id="{32E4DAF8-EA1F-BC7D-18AB-6C37E4543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5" name="Rectangle 1629">
              <a:extLst>
                <a:ext uri="{FF2B5EF4-FFF2-40B4-BE49-F238E27FC236}">
                  <a16:creationId xmlns:a16="http://schemas.microsoft.com/office/drawing/2014/main" id="{EF0B9DCD-3FC9-E7FA-4E39-0C09C0806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6" name="Group 101">
              <a:extLst>
                <a:ext uri="{FF2B5EF4-FFF2-40B4-BE49-F238E27FC236}">
                  <a16:creationId xmlns:a16="http://schemas.microsoft.com/office/drawing/2014/main" id="{89D1C411-9A32-9AC2-FA90-3A2B24B3D869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46" name="Rectangle 1630">
                <a:extLst>
                  <a:ext uri="{FF2B5EF4-FFF2-40B4-BE49-F238E27FC236}">
                    <a16:creationId xmlns:a16="http://schemas.microsoft.com/office/drawing/2014/main" id="{9C6BC9B8-8859-8E4E-5B7F-4877AA2C8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7" name="Rectangle 1630">
                <a:extLst>
                  <a:ext uri="{FF2B5EF4-FFF2-40B4-BE49-F238E27FC236}">
                    <a16:creationId xmlns:a16="http://schemas.microsoft.com/office/drawing/2014/main" id="{BFADB606-10DB-B6BA-9D5A-A2A5AA654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8" name="Group 125">
                <a:extLst>
                  <a:ext uri="{FF2B5EF4-FFF2-40B4-BE49-F238E27FC236}">
                    <a16:creationId xmlns:a16="http://schemas.microsoft.com/office/drawing/2014/main" id="{D9F00D2C-9598-1B1B-2C29-695336D7AB3B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9" name="Rectangle 1630">
                  <a:extLst>
                    <a:ext uri="{FF2B5EF4-FFF2-40B4-BE49-F238E27FC236}">
                      <a16:creationId xmlns:a16="http://schemas.microsoft.com/office/drawing/2014/main" id="{BB7B75AB-3AFD-4901-E354-F8BADCF312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50" name="Rectangle 1484">
                  <a:extLst>
                    <a:ext uri="{FF2B5EF4-FFF2-40B4-BE49-F238E27FC236}">
                      <a16:creationId xmlns:a16="http://schemas.microsoft.com/office/drawing/2014/main" id="{B717AA46-457D-B90C-8163-A9EE284D9E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7" name="Group 102">
              <a:extLst>
                <a:ext uri="{FF2B5EF4-FFF2-40B4-BE49-F238E27FC236}">
                  <a16:creationId xmlns:a16="http://schemas.microsoft.com/office/drawing/2014/main" id="{E3896AAE-FD8C-C1DC-BA13-91C3643AAE91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41" name="Rectangle 1630">
                <a:extLst>
                  <a:ext uri="{FF2B5EF4-FFF2-40B4-BE49-F238E27FC236}">
                    <a16:creationId xmlns:a16="http://schemas.microsoft.com/office/drawing/2014/main" id="{43A40BBF-72E5-F911-FA86-4D32BC764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2" name="Rectangle 1630">
                <a:extLst>
                  <a:ext uri="{FF2B5EF4-FFF2-40B4-BE49-F238E27FC236}">
                    <a16:creationId xmlns:a16="http://schemas.microsoft.com/office/drawing/2014/main" id="{C270C71C-93D5-3082-96CD-8E00885FED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3" name="Group 120">
                <a:extLst>
                  <a:ext uri="{FF2B5EF4-FFF2-40B4-BE49-F238E27FC236}">
                    <a16:creationId xmlns:a16="http://schemas.microsoft.com/office/drawing/2014/main" id="{EBD49C65-F98A-C425-C9CB-4048AE966C6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" name="Rectangle 1630">
                  <a:extLst>
                    <a:ext uri="{FF2B5EF4-FFF2-40B4-BE49-F238E27FC236}">
                      <a16:creationId xmlns:a16="http://schemas.microsoft.com/office/drawing/2014/main" id="{B5A372AB-FBF2-2602-2F3F-D82B3C2FFB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5" name="Rectangle 1484">
                  <a:extLst>
                    <a:ext uri="{FF2B5EF4-FFF2-40B4-BE49-F238E27FC236}">
                      <a16:creationId xmlns:a16="http://schemas.microsoft.com/office/drawing/2014/main" id="{5CD075FB-5815-A2CC-55C7-44827DD6CD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8" name="Group 103">
              <a:extLst>
                <a:ext uri="{FF2B5EF4-FFF2-40B4-BE49-F238E27FC236}">
                  <a16:creationId xmlns:a16="http://schemas.microsoft.com/office/drawing/2014/main" id="{D094E2EA-B08E-3D33-6A48-038A40AE044E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36" name="Rectangle 1630">
                <a:extLst>
                  <a:ext uri="{FF2B5EF4-FFF2-40B4-BE49-F238E27FC236}">
                    <a16:creationId xmlns:a16="http://schemas.microsoft.com/office/drawing/2014/main" id="{5B9B3475-C16B-5536-602C-C264BDCBB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1739A3C8-A043-4E64-CCD5-62766B3C7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8" name="Group 115">
                <a:extLst>
                  <a:ext uri="{FF2B5EF4-FFF2-40B4-BE49-F238E27FC236}">
                    <a16:creationId xmlns:a16="http://schemas.microsoft.com/office/drawing/2014/main" id="{EB8DD8CC-592E-4546-3B50-9E6F79C37FD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9" name="Rectangle 1630">
                  <a:extLst>
                    <a:ext uri="{FF2B5EF4-FFF2-40B4-BE49-F238E27FC236}">
                      <a16:creationId xmlns:a16="http://schemas.microsoft.com/office/drawing/2014/main" id="{56B0A229-6E60-DF3B-A8E1-AF2E31D241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0" name="Rectangle 1484">
                  <a:extLst>
                    <a:ext uri="{FF2B5EF4-FFF2-40B4-BE49-F238E27FC236}">
                      <a16:creationId xmlns:a16="http://schemas.microsoft.com/office/drawing/2014/main" id="{E6B6867E-B0CE-268B-23D3-4EDF2FB793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9" name="Group 104">
              <a:extLst>
                <a:ext uri="{FF2B5EF4-FFF2-40B4-BE49-F238E27FC236}">
                  <a16:creationId xmlns:a16="http://schemas.microsoft.com/office/drawing/2014/main" id="{7B8383EA-8DD8-BC5D-CDC9-3FAF5BCBB32E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4EADEB84-4EE0-30EC-00CF-07962B5F2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630">
                <a:extLst>
                  <a:ext uri="{FF2B5EF4-FFF2-40B4-BE49-F238E27FC236}">
                    <a16:creationId xmlns:a16="http://schemas.microsoft.com/office/drawing/2014/main" id="{523A3999-8C13-B3AA-0BD8-E589BC763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3" name="Group 110">
                <a:extLst>
                  <a:ext uri="{FF2B5EF4-FFF2-40B4-BE49-F238E27FC236}">
                    <a16:creationId xmlns:a16="http://schemas.microsoft.com/office/drawing/2014/main" id="{EF5152D7-AB77-6BFC-36A0-16D722CA0B2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4" name="Rectangle 1630">
                  <a:extLst>
                    <a:ext uri="{FF2B5EF4-FFF2-40B4-BE49-F238E27FC236}">
                      <a16:creationId xmlns:a16="http://schemas.microsoft.com/office/drawing/2014/main" id="{68C6D145-7549-2091-399C-D95C142139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35" name="Rectangle 1484">
                  <a:extLst>
                    <a:ext uri="{FF2B5EF4-FFF2-40B4-BE49-F238E27FC236}">
                      <a16:creationId xmlns:a16="http://schemas.microsoft.com/office/drawing/2014/main" id="{9301805D-3B94-EE72-8DE5-4A6228064F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30" name="Rectangle 1629">
              <a:extLst>
                <a:ext uri="{FF2B5EF4-FFF2-40B4-BE49-F238E27FC236}">
                  <a16:creationId xmlns:a16="http://schemas.microsoft.com/office/drawing/2014/main" id="{1CF666A9-16A9-6372-501F-CDB050A81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1" name="Rectangle 1490">
            <a:extLst>
              <a:ext uri="{FF2B5EF4-FFF2-40B4-BE49-F238E27FC236}">
                <a16:creationId xmlns:a16="http://schemas.microsoft.com/office/drawing/2014/main" id="{8D035F1B-303F-28B7-FEA9-B381B91B5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437" y="3601059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4 DC4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52" name="Group 10">
            <a:extLst>
              <a:ext uri="{FF2B5EF4-FFF2-40B4-BE49-F238E27FC236}">
                <a16:creationId xmlns:a16="http://schemas.microsoft.com/office/drawing/2014/main" id="{A880220F-C159-8C13-273E-89A4FD413CE3}"/>
              </a:ext>
            </a:extLst>
          </p:cNvPr>
          <p:cNvGrpSpPr/>
          <p:nvPr/>
        </p:nvGrpSpPr>
        <p:grpSpPr>
          <a:xfrm>
            <a:off x="7081509" y="4110461"/>
            <a:ext cx="1087284" cy="140395"/>
            <a:chOff x="7732445" y="2099978"/>
            <a:chExt cx="1104273" cy="140395"/>
          </a:xfrm>
        </p:grpSpPr>
        <p:sp>
          <p:nvSpPr>
            <p:cNvPr id="53" name="Rectangle 1622">
              <a:extLst>
                <a:ext uri="{FF2B5EF4-FFF2-40B4-BE49-F238E27FC236}">
                  <a16:creationId xmlns:a16="http://schemas.microsoft.com/office/drawing/2014/main" id="{1B6B37CC-7AED-62F8-EC3A-3A92FBBED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54" name="Rectangle 1622">
              <a:extLst>
                <a:ext uri="{FF2B5EF4-FFF2-40B4-BE49-F238E27FC236}">
                  <a16:creationId xmlns:a16="http://schemas.microsoft.com/office/drawing/2014/main" id="{F929E619-3EF7-010D-AB19-DD94F53D6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6" name="Rectangle 1491">
            <a:extLst>
              <a:ext uri="{FF2B5EF4-FFF2-40B4-BE49-F238E27FC236}">
                <a16:creationId xmlns:a16="http://schemas.microsoft.com/office/drawing/2014/main" id="{F64FDC9E-6753-793C-9A61-1725A9F04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440" y="4734903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7" name="Rectangle 1620">
            <a:extLst>
              <a:ext uri="{FF2B5EF4-FFF2-40B4-BE49-F238E27FC236}">
                <a16:creationId xmlns:a16="http://schemas.microsoft.com/office/drawing/2014/main" id="{88E18907-B565-6F07-A9A8-56CEE5CF4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067" y="4779892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490">
            <a:extLst>
              <a:ext uri="{FF2B5EF4-FFF2-40B4-BE49-F238E27FC236}">
                <a16:creationId xmlns:a16="http://schemas.microsoft.com/office/drawing/2014/main" id="{A24D316E-5FE4-0DFC-EE37-4B898CA45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200" y="4788023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9" name="Rectangle 1490">
            <a:extLst>
              <a:ext uri="{FF2B5EF4-FFF2-40B4-BE49-F238E27FC236}">
                <a16:creationId xmlns:a16="http://schemas.microsoft.com/office/drawing/2014/main" id="{D891F78F-75D3-D6EE-1661-9A7D65FC3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0951" y="4809672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1" name="Rectangle 1621">
            <a:extLst>
              <a:ext uri="{FF2B5EF4-FFF2-40B4-BE49-F238E27FC236}">
                <a16:creationId xmlns:a16="http://schemas.microsoft.com/office/drawing/2014/main" id="{4D7AC399-D935-FD0C-14EA-4302C64E0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387" y="4370875"/>
            <a:ext cx="1374216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 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3" name="Rectangle 1621">
            <a:extLst>
              <a:ext uri="{FF2B5EF4-FFF2-40B4-BE49-F238E27FC236}">
                <a16:creationId xmlns:a16="http://schemas.microsoft.com/office/drawing/2014/main" id="{B2650981-A281-0E64-9F57-A6760E2B7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5407" y="4420838"/>
            <a:ext cx="1469062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  <a:r>
              <a:rPr lang="zh-TW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4" name="Rectangle 1621">
            <a:extLst>
              <a:ext uri="{FF2B5EF4-FFF2-40B4-BE49-F238E27FC236}">
                <a16:creationId xmlns:a16="http://schemas.microsoft.com/office/drawing/2014/main" id="{31F6467D-6904-0717-E93C-913ACA0BB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2540" y="4309644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5" name="Rectangle 1621">
            <a:extLst>
              <a:ext uri="{FF2B5EF4-FFF2-40B4-BE49-F238E27FC236}">
                <a16:creationId xmlns:a16="http://schemas.microsoft.com/office/drawing/2014/main" id="{27DF9FA6-CF88-A953-7F36-DEF6159DA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065" y="4309644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275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EB7D9-9827-B739-C581-F28C4CD55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A1DF55-E1A8-2006-5C2B-B7F508CB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MES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003277E-B89B-2098-2934-1EABB2AA0E59}"/>
              </a:ext>
            </a:extLst>
          </p:cNvPr>
          <p:cNvGrpSpPr/>
          <p:nvPr/>
        </p:nvGrpSpPr>
        <p:grpSpPr>
          <a:xfrm>
            <a:off x="421403" y="958609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224057B-7117-7EA1-D39D-AD74211DD2F8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78CE59F5-1298-B3EF-EF0A-575428821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0E75A9B5-BBA7-F0D0-EDCB-D7EB57019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B56CC5CF-64D4-32A1-C7B6-B36CB6B23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8996DD11-B273-F4FB-F3C4-D9265E18E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6EA568AD-1C4D-03DE-BE89-451157B69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988F6B1-5456-F484-9133-E40BCC70A754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E4771C0F-7022-4E27-CB46-39314DE98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4201551D-D4A0-3AF0-0901-1503C76373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6B7F1AA0-895E-BEAF-2C62-EBD37DEB0915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D93030F0-BB37-65C8-C42E-D18505A95A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D33222A6-3846-982C-3EA8-9EFE474116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91DBE539-B985-A72F-1896-6993018C5AD7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621E5C0B-4AC9-0FBC-4B1D-DE34E81C89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D44C6654-C7A9-D4AB-08D5-A2A30E738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4DFC64FE-A788-BACC-F7E3-F38C99D9952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5EBFE2DC-F731-C3AC-8C24-2D5726DC20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572C0FE4-DF81-DC39-8546-7BB92D8C4F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CF9ABEE-87B1-B69B-B9D4-B20CAEB0145D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060910D0-CC98-77C3-718B-9E335ABAE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4C2B6A30-F633-BCE5-435B-AD410DBB0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A02C9D8F-0D9E-DCFC-9D26-7CD85C5059A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F01CAB44-779F-FE0B-CF8E-340A1AED08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B05FB670-4E84-E8F0-E24A-EB776D738B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ED1FCDC-5753-72C7-FCB0-5C0EFBD16E39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C8486A5E-6B68-B344-D325-BDCBCE765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FF1AFCDB-16FC-6FD7-0C22-E1323F48C0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723A416A-985A-FC00-2324-B6C352252C19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F52106D4-813F-E3E0-4B12-59A6500049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2B186B0C-FEEB-9156-D3E0-F166E2A9E1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FFA41C37-2661-BD8B-16AA-458C374A2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3C32831C-CFD8-B436-F278-75E50F8BD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132" y="1047563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5　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4A8ABC-8C47-1C3C-C8C3-E39238D17592}"/>
              </a:ext>
            </a:extLst>
          </p:cNvPr>
          <p:cNvGrpSpPr/>
          <p:nvPr/>
        </p:nvGrpSpPr>
        <p:grpSpPr>
          <a:xfrm>
            <a:off x="1531204" y="1556965"/>
            <a:ext cx="108728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C0E3F3E5-34DD-8BCD-F36C-285C2B8ED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2698C9AE-0763-D45A-0D1A-F333FDFE3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418" name="Group 79">
            <a:extLst>
              <a:ext uri="{FF2B5EF4-FFF2-40B4-BE49-F238E27FC236}">
                <a16:creationId xmlns:a16="http://schemas.microsoft.com/office/drawing/2014/main" id="{968DF03C-70F8-F80C-4A2B-E7B6F8BEF2FC}"/>
              </a:ext>
            </a:extLst>
          </p:cNvPr>
          <p:cNvGrpSpPr/>
          <p:nvPr/>
        </p:nvGrpSpPr>
        <p:grpSpPr>
          <a:xfrm>
            <a:off x="421403" y="3512105"/>
            <a:ext cx="5341574" cy="2293191"/>
            <a:chOff x="1317226" y="3852345"/>
            <a:chExt cx="5342965" cy="2293788"/>
          </a:xfrm>
        </p:grpSpPr>
        <p:sp>
          <p:nvSpPr>
            <p:cNvPr id="419" name="Rectangle 80">
              <a:extLst>
                <a:ext uri="{FF2B5EF4-FFF2-40B4-BE49-F238E27FC236}">
                  <a16:creationId xmlns:a16="http://schemas.microsoft.com/office/drawing/2014/main" id="{0B771CC8-C7FD-F132-6341-83A41F56CB8D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1" name="Rectangle 1491">
              <a:extLst>
                <a:ext uri="{FF2B5EF4-FFF2-40B4-BE49-F238E27FC236}">
                  <a16:creationId xmlns:a16="http://schemas.microsoft.com/office/drawing/2014/main" id="{B5E30F34-201F-C35A-DE0F-102CDE328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412137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2" name="Rectangle 1619">
              <a:extLst>
                <a:ext uri="{FF2B5EF4-FFF2-40B4-BE49-F238E27FC236}">
                  <a16:creationId xmlns:a16="http://schemas.microsoft.com/office/drawing/2014/main" id="{0A2A9D6C-7B00-C6F6-A2A3-3AF6E5991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3" name="Rectangle 1620">
              <a:extLst>
                <a:ext uri="{FF2B5EF4-FFF2-40B4-BE49-F238E27FC236}">
                  <a16:creationId xmlns:a16="http://schemas.microsoft.com/office/drawing/2014/main" id="{9BD0E6AF-5C53-DAEE-6298-05728F89F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412136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8" name="Rectangle 1623">
              <a:extLst>
                <a:ext uri="{FF2B5EF4-FFF2-40B4-BE49-F238E27FC236}">
                  <a16:creationId xmlns:a16="http://schemas.microsoft.com/office/drawing/2014/main" id="{A978BF1A-0940-DEC5-C97F-31D10F303F1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536585" y="4653642"/>
              <a:ext cx="61503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1" name="Rectangle 1626">
              <a:extLst>
                <a:ext uri="{FF2B5EF4-FFF2-40B4-BE49-F238E27FC236}">
                  <a16:creationId xmlns:a16="http://schemas.microsoft.com/office/drawing/2014/main" id="{D36D05F2-619A-AE21-DC7F-D10B8703F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3" name="Rectangle 1628">
              <a:extLst>
                <a:ext uri="{FF2B5EF4-FFF2-40B4-BE49-F238E27FC236}">
                  <a16:creationId xmlns:a16="http://schemas.microsoft.com/office/drawing/2014/main" id="{80ADCE58-31F9-CB08-B607-6AFBDED31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13" y="452350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4" name="Rectangle 1629">
              <a:extLst>
                <a:ext uri="{FF2B5EF4-FFF2-40B4-BE49-F238E27FC236}">
                  <a16:creationId xmlns:a16="http://schemas.microsoft.com/office/drawing/2014/main" id="{A7A2BCA5-4BF4-32CA-88AA-26F47B3E7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435" name="Group 101">
              <a:extLst>
                <a:ext uri="{FF2B5EF4-FFF2-40B4-BE49-F238E27FC236}">
                  <a16:creationId xmlns:a16="http://schemas.microsoft.com/office/drawing/2014/main" id="{AD90B8C8-E0FB-99B0-A267-3BDE429809E8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289" name="Rectangle 1630">
                <a:extLst>
                  <a:ext uri="{FF2B5EF4-FFF2-40B4-BE49-F238E27FC236}">
                    <a16:creationId xmlns:a16="http://schemas.microsoft.com/office/drawing/2014/main" id="{ED65690B-C0BA-31E7-0F01-6B5E61679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90" name="Rectangle 1630">
                <a:extLst>
                  <a:ext uri="{FF2B5EF4-FFF2-40B4-BE49-F238E27FC236}">
                    <a16:creationId xmlns:a16="http://schemas.microsoft.com/office/drawing/2014/main" id="{C98F54EA-90E4-CAF9-4016-DBFF9A064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91" name="Group 125">
                <a:extLst>
                  <a:ext uri="{FF2B5EF4-FFF2-40B4-BE49-F238E27FC236}">
                    <a16:creationId xmlns:a16="http://schemas.microsoft.com/office/drawing/2014/main" id="{E907884B-21CE-6B70-2AE7-52EB2CF8DE95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92" name="Rectangle 1630">
                  <a:extLst>
                    <a:ext uri="{FF2B5EF4-FFF2-40B4-BE49-F238E27FC236}">
                      <a16:creationId xmlns:a16="http://schemas.microsoft.com/office/drawing/2014/main" id="{06C3084C-044B-0773-364C-DE8E040C05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93" name="Rectangle 1484">
                  <a:extLst>
                    <a:ext uri="{FF2B5EF4-FFF2-40B4-BE49-F238E27FC236}">
                      <a16:creationId xmlns:a16="http://schemas.microsoft.com/office/drawing/2014/main" id="{E4E77288-ECE7-902E-CA02-9F76782260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6" name="Group 102">
              <a:extLst>
                <a:ext uri="{FF2B5EF4-FFF2-40B4-BE49-F238E27FC236}">
                  <a16:creationId xmlns:a16="http://schemas.microsoft.com/office/drawing/2014/main" id="{573C8CD1-708C-484B-2D57-997F13A58B08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284" name="Rectangle 1630">
                <a:extLst>
                  <a:ext uri="{FF2B5EF4-FFF2-40B4-BE49-F238E27FC236}">
                    <a16:creationId xmlns:a16="http://schemas.microsoft.com/office/drawing/2014/main" id="{01939FF1-F935-1FC2-5C0D-B3368A3345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5" name="Rectangle 1630">
                <a:extLst>
                  <a:ext uri="{FF2B5EF4-FFF2-40B4-BE49-F238E27FC236}">
                    <a16:creationId xmlns:a16="http://schemas.microsoft.com/office/drawing/2014/main" id="{74CE5E93-ED5D-3EE8-AF77-2FFFBFAC5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6" name="Group 120">
                <a:extLst>
                  <a:ext uri="{FF2B5EF4-FFF2-40B4-BE49-F238E27FC236}">
                    <a16:creationId xmlns:a16="http://schemas.microsoft.com/office/drawing/2014/main" id="{E005FB3C-4B00-0044-E090-E725EAB6399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7" name="Rectangle 1630">
                  <a:extLst>
                    <a:ext uri="{FF2B5EF4-FFF2-40B4-BE49-F238E27FC236}">
                      <a16:creationId xmlns:a16="http://schemas.microsoft.com/office/drawing/2014/main" id="{CCD66440-530B-D6E6-D3B5-A315CBFE0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8" name="Rectangle 1484">
                  <a:extLst>
                    <a:ext uri="{FF2B5EF4-FFF2-40B4-BE49-F238E27FC236}">
                      <a16:creationId xmlns:a16="http://schemas.microsoft.com/office/drawing/2014/main" id="{0F681B0F-86EB-0710-05C2-6CEAA3612A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7" name="Group 103">
              <a:extLst>
                <a:ext uri="{FF2B5EF4-FFF2-40B4-BE49-F238E27FC236}">
                  <a16:creationId xmlns:a16="http://schemas.microsoft.com/office/drawing/2014/main" id="{94B47FD1-8B67-A8FA-C81B-EB16D2DB3853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447" name="Rectangle 1630">
                <a:extLst>
                  <a:ext uri="{FF2B5EF4-FFF2-40B4-BE49-F238E27FC236}">
                    <a16:creationId xmlns:a16="http://schemas.microsoft.com/office/drawing/2014/main" id="{DFE834C9-2B01-2ABB-ED71-2D296300F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0" name="Rectangle 1630">
                <a:extLst>
                  <a:ext uri="{FF2B5EF4-FFF2-40B4-BE49-F238E27FC236}">
                    <a16:creationId xmlns:a16="http://schemas.microsoft.com/office/drawing/2014/main" id="{4FA5ED15-7999-8FB4-52D9-BBD4DF2C51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1" name="Group 115">
                <a:extLst>
                  <a:ext uri="{FF2B5EF4-FFF2-40B4-BE49-F238E27FC236}">
                    <a16:creationId xmlns:a16="http://schemas.microsoft.com/office/drawing/2014/main" id="{31DA3F0C-B4BB-327C-8B9A-9D63E3045DE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2" name="Rectangle 1630">
                  <a:extLst>
                    <a:ext uri="{FF2B5EF4-FFF2-40B4-BE49-F238E27FC236}">
                      <a16:creationId xmlns:a16="http://schemas.microsoft.com/office/drawing/2014/main" id="{A5CF432D-195E-6464-C0BC-695C3C9E27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3" name="Rectangle 1484">
                  <a:extLst>
                    <a:ext uri="{FF2B5EF4-FFF2-40B4-BE49-F238E27FC236}">
                      <a16:creationId xmlns:a16="http://schemas.microsoft.com/office/drawing/2014/main" id="{036543C6-ECD8-3B0C-0D0B-5FBFEF40DE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8" name="Group 104">
              <a:extLst>
                <a:ext uri="{FF2B5EF4-FFF2-40B4-BE49-F238E27FC236}">
                  <a16:creationId xmlns:a16="http://schemas.microsoft.com/office/drawing/2014/main" id="{B3F1F73C-E7F5-E15D-87BC-50091CB3F016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442" name="Rectangle 1630">
                <a:extLst>
                  <a:ext uri="{FF2B5EF4-FFF2-40B4-BE49-F238E27FC236}">
                    <a16:creationId xmlns:a16="http://schemas.microsoft.com/office/drawing/2014/main" id="{B4617507-51DE-9CB8-D726-2DB9AC1EF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43" name="Rectangle 1630">
                <a:extLst>
                  <a:ext uri="{FF2B5EF4-FFF2-40B4-BE49-F238E27FC236}">
                    <a16:creationId xmlns:a16="http://schemas.microsoft.com/office/drawing/2014/main" id="{43C9FF72-2F84-A381-F1F3-24655AF3D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44" name="Group 110">
                <a:extLst>
                  <a:ext uri="{FF2B5EF4-FFF2-40B4-BE49-F238E27FC236}">
                    <a16:creationId xmlns:a16="http://schemas.microsoft.com/office/drawing/2014/main" id="{B2EBF643-F307-6919-993C-797CE8215440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5" name="Rectangle 1630">
                  <a:extLst>
                    <a:ext uri="{FF2B5EF4-FFF2-40B4-BE49-F238E27FC236}">
                      <a16:creationId xmlns:a16="http://schemas.microsoft.com/office/drawing/2014/main" id="{83CDD9C7-2785-2A80-0514-E06A9D31CB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46" name="Rectangle 1484">
                  <a:extLst>
                    <a:ext uri="{FF2B5EF4-FFF2-40B4-BE49-F238E27FC236}">
                      <a16:creationId xmlns:a16="http://schemas.microsoft.com/office/drawing/2014/main" id="{D6D4164A-C463-DBF7-29DF-B09DA2F1C0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440" name="Rectangle 1628">
              <a:extLst>
                <a:ext uri="{FF2B5EF4-FFF2-40B4-BE49-F238E27FC236}">
                  <a16:creationId xmlns:a16="http://schemas.microsoft.com/office/drawing/2014/main" id="{76ECC98E-7186-38F0-26D5-3640F054A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044" y="451613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41" name="Rectangle 1629">
              <a:extLst>
                <a:ext uri="{FF2B5EF4-FFF2-40B4-BE49-F238E27FC236}">
                  <a16:creationId xmlns:a16="http://schemas.microsoft.com/office/drawing/2014/main" id="{E6D0546B-3ADB-5F48-E681-02C59F537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294" name="Rectangle 1490">
            <a:extLst>
              <a:ext uri="{FF2B5EF4-FFF2-40B4-BE49-F238E27FC236}">
                <a16:creationId xmlns:a16="http://schemas.microsoft.com/office/drawing/2014/main" id="{D5627D6C-EA3A-E72F-8CB9-9CC4D2940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132" y="3601059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7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E52F7411-0057-8867-2CE2-5018DDACD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35" y="2181407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D66435F5-9BDB-1B39-A7D8-9D5B6F94F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762" y="2226396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080F8C2F-6F8E-4841-682E-0A7AC10FF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895" y="2234527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A121504E-19EB-D3BA-4823-DE3506791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646" y="225617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1" name="Rectangle 1491">
            <a:extLst>
              <a:ext uri="{FF2B5EF4-FFF2-40B4-BE49-F238E27FC236}">
                <a16:creationId xmlns:a16="http://schemas.microsoft.com/office/drawing/2014/main" id="{1F5570B2-FE86-6BEC-E4FA-49601D0C8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34" y="4724817"/>
            <a:ext cx="2411509" cy="90407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2" name="Rectangle 1620">
            <a:extLst>
              <a:ext uri="{FF2B5EF4-FFF2-40B4-BE49-F238E27FC236}">
                <a16:creationId xmlns:a16="http://schemas.microsoft.com/office/drawing/2014/main" id="{34F415B5-A9D3-9818-2DA3-50C64E1C1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663" y="4780330"/>
            <a:ext cx="2356416" cy="87700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4" name="Rectangle 1490">
            <a:extLst>
              <a:ext uri="{FF2B5EF4-FFF2-40B4-BE49-F238E27FC236}">
                <a16:creationId xmlns:a16="http://schemas.microsoft.com/office/drawing/2014/main" id="{045D035C-B2D5-CC78-CDD6-0F6676778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950" y="4864011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5" name="Rectangle 1490">
            <a:extLst>
              <a:ext uri="{FF2B5EF4-FFF2-40B4-BE49-F238E27FC236}">
                <a16:creationId xmlns:a16="http://schemas.microsoft.com/office/drawing/2014/main" id="{E5E112A1-9700-46DA-0E95-6D5FEEDA2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863" y="4770540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9DE126DC-255B-37A0-B022-7233F0C57194}"/>
              </a:ext>
            </a:extLst>
          </p:cNvPr>
          <p:cNvSpPr txBox="1"/>
          <p:nvPr/>
        </p:nvSpPr>
        <p:spPr>
          <a:xfrm>
            <a:off x="1657914" y="6000666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pSp>
        <p:nvGrpSpPr>
          <p:cNvPr id="9364" name="Group 79">
            <a:extLst>
              <a:ext uri="{FF2B5EF4-FFF2-40B4-BE49-F238E27FC236}">
                <a16:creationId xmlns:a16="http://schemas.microsoft.com/office/drawing/2014/main" id="{03CDC6EA-7B5A-9961-A21A-E7A9E036F9CD}"/>
              </a:ext>
            </a:extLst>
          </p:cNvPr>
          <p:cNvGrpSpPr/>
          <p:nvPr/>
        </p:nvGrpSpPr>
        <p:grpSpPr>
          <a:xfrm>
            <a:off x="5961287" y="932542"/>
            <a:ext cx="5341574" cy="2293191"/>
            <a:chOff x="1317226" y="3852345"/>
            <a:chExt cx="5342965" cy="2293788"/>
          </a:xfrm>
        </p:grpSpPr>
        <p:sp>
          <p:nvSpPr>
            <p:cNvPr id="9365" name="Rectangle 80">
              <a:extLst>
                <a:ext uri="{FF2B5EF4-FFF2-40B4-BE49-F238E27FC236}">
                  <a16:creationId xmlns:a16="http://schemas.microsoft.com/office/drawing/2014/main" id="{4674C113-D904-A928-D2A5-58F946EE6FF9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7" name="Rectangle 1491">
              <a:extLst>
                <a:ext uri="{FF2B5EF4-FFF2-40B4-BE49-F238E27FC236}">
                  <a16:creationId xmlns:a16="http://schemas.microsoft.com/office/drawing/2014/main" id="{5D7E1E2F-4F04-918A-A2C3-0D543D3D5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8" name="Rectangle 1619">
              <a:extLst>
                <a:ext uri="{FF2B5EF4-FFF2-40B4-BE49-F238E27FC236}">
                  <a16:creationId xmlns:a16="http://schemas.microsoft.com/office/drawing/2014/main" id="{67650A07-8B9E-F0DB-D651-13DD4208E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9" name="Rectangle 1620">
              <a:extLst>
                <a:ext uri="{FF2B5EF4-FFF2-40B4-BE49-F238E27FC236}">
                  <a16:creationId xmlns:a16="http://schemas.microsoft.com/office/drawing/2014/main" id="{53330945-9E66-FCB9-6527-95AE1B0C1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0" name="Rectangle 1626">
              <a:extLst>
                <a:ext uri="{FF2B5EF4-FFF2-40B4-BE49-F238E27FC236}">
                  <a16:creationId xmlns:a16="http://schemas.microsoft.com/office/drawing/2014/main" id="{D6F82935-6C80-C150-0443-932854782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1" name="Rectangle 1629">
              <a:extLst>
                <a:ext uri="{FF2B5EF4-FFF2-40B4-BE49-F238E27FC236}">
                  <a16:creationId xmlns:a16="http://schemas.microsoft.com/office/drawing/2014/main" id="{DBC2F4FC-5844-813E-6105-A950DE782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9372" name="Group 101">
              <a:extLst>
                <a:ext uri="{FF2B5EF4-FFF2-40B4-BE49-F238E27FC236}">
                  <a16:creationId xmlns:a16="http://schemas.microsoft.com/office/drawing/2014/main" id="{51E6024C-78A7-1F33-870C-213B57E564FF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392" name="Rectangle 1630">
                <a:extLst>
                  <a:ext uri="{FF2B5EF4-FFF2-40B4-BE49-F238E27FC236}">
                    <a16:creationId xmlns:a16="http://schemas.microsoft.com/office/drawing/2014/main" id="{AB0B0C9C-9CC2-0990-ACE3-D53E3F0CD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93" name="Rectangle 1630">
                <a:extLst>
                  <a:ext uri="{FF2B5EF4-FFF2-40B4-BE49-F238E27FC236}">
                    <a16:creationId xmlns:a16="http://schemas.microsoft.com/office/drawing/2014/main" id="{AA4FE94B-F945-2CF1-AB05-2BF67DA44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94" name="Group 125">
                <a:extLst>
                  <a:ext uri="{FF2B5EF4-FFF2-40B4-BE49-F238E27FC236}">
                    <a16:creationId xmlns:a16="http://schemas.microsoft.com/office/drawing/2014/main" id="{BA2F654A-33E4-A642-AC87-2E6E67350986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5" name="Rectangle 1630">
                  <a:extLst>
                    <a:ext uri="{FF2B5EF4-FFF2-40B4-BE49-F238E27FC236}">
                      <a16:creationId xmlns:a16="http://schemas.microsoft.com/office/drawing/2014/main" id="{4402C823-7B7B-B190-FD00-A3F53FEDBB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6" name="Rectangle 1484">
                  <a:extLst>
                    <a:ext uri="{FF2B5EF4-FFF2-40B4-BE49-F238E27FC236}">
                      <a16:creationId xmlns:a16="http://schemas.microsoft.com/office/drawing/2014/main" id="{B119E464-17D8-CB3E-FD07-4A2600BDEA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3" name="Group 102">
              <a:extLst>
                <a:ext uri="{FF2B5EF4-FFF2-40B4-BE49-F238E27FC236}">
                  <a16:creationId xmlns:a16="http://schemas.microsoft.com/office/drawing/2014/main" id="{04EF06AB-AF42-A7E2-98B6-810F3C44DAE9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387" name="Rectangle 1630">
                <a:extLst>
                  <a:ext uri="{FF2B5EF4-FFF2-40B4-BE49-F238E27FC236}">
                    <a16:creationId xmlns:a16="http://schemas.microsoft.com/office/drawing/2014/main" id="{897FBCE5-DB44-DE13-9079-5DDE035D6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8" name="Rectangle 1630">
                <a:extLst>
                  <a:ext uri="{FF2B5EF4-FFF2-40B4-BE49-F238E27FC236}">
                    <a16:creationId xmlns:a16="http://schemas.microsoft.com/office/drawing/2014/main" id="{E3C6E77F-1A83-7EF2-2A45-622F6EDB6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9" name="Group 120">
                <a:extLst>
                  <a:ext uri="{FF2B5EF4-FFF2-40B4-BE49-F238E27FC236}">
                    <a16:creationId xmlns:a16="http://schemas.microsoft.com/office/drawing/2014/main" id="{C1E70EA1-6D67-7BF9-17B7-F81FC5B85892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0" name="Rectangle 1630">
                  <a:extLst>
                    <a:ext uri="{FF2B5EF4-FFF2-40B4-BE49-F238E27FC236}">
                      <a16:creationId xmlns:a16="http://schemas.microsoft.com/office/drawing/2014/main" id="{863D21F7-3D28-6C0A-AE8E-41F1B20BA7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1" name="Rectangle 1484">
                  <a:extLst>
                    <a:ext uri="{FF2B5EF4-FFF2-40B4-BE49-F238E27FC236}">
                      <a16:creationId xmlns:a16="http://schemas.microsoft.com/office/drawing/2014/main" id="{4CE9E7C6-3848-64C9-64A0-DB2B976B72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4" name="Group 103">
              <a:extLst>
                <a:ext uri="{FF2B5EF4-FFF2-40B4-BE49-F238E27FC236}">
                  <a16:creationId xmlns:a16="http://schemas.microsoft.com/office/drawing/2014/main" id="{98DFAA93-F99F-9A0C-6712-5A7AA4ACD745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9382" name="Rectangle 1630">
                <a:extLst>
                  <a:ext uri="{FF2B5EF4-FFF2-40B4-BE49-F238E27FC236}">
                    <a16:creationId xmlns:a16="http://schemas.microsoft.com/office/drawing/2014/main" id="{463DD56C-9C5C-818B-D781-902B4F808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3" name="Rectangle 1630">
                <a:extLst>
                  <a:ext uri="{FF2B5EF4-FFF2-40B4-BE49-F238E27FC236}">
                    <a16:creationId xmlns:a16="http://schemas.microsoft.com/office/drawing/2014/main" id="{E3E9A1E0-FA35-1EA4-D5E3-B3A660C99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4" name="Group 115">
                <a:extLst>
                  <a:ext uri="{FF2B5EF4-FFF2-40B4-BE49-F238E27FC236}">
                    <a16:creationId xmlns:a16="http://schemas.microsoft.com/office/drawing/2014/main" id="{D14F1CED-EC3D-380E-3364-5C7060DD5472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5" name="Rectangle 1630">
                  <a:extLst>
                    <a:ext uri="{FF2B5EF4-FFF2-40B4-BE49-F238E27FC236}">
                      <a16:creationId xmlns:a16="http://schemas.microsoft.com/office/drawing/2014/main" id="{7F4FA6A7-3CB4-B260-09AF-DD23A37F10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6" name="Rectangle 1484">
                  <a:extLst>
                    <a:ext uri="{FF2B5EF4-FFF2-40B4-BE49-F238E27FC236}">
                      <a16:creationId xmlns:a16="http://schemas.microsoft.com/office/drawing/2014/main" id="{35432553-5CFD-48CF-F3CD-32649BDE1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5" name="Group 104">
              <a:extLst>
                <a:ext uri="{FF2B5EF4-FFF2-40B4-BE49-F238E27FC236}">
                  <a16:creationId xmlns:a16="http://schemas.microsoft.com/office/drawing/2014/main" id="{B143FB44-D704-92FD-3218-376B7A836FB7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9377" name="Rectangle 1630">
                <a:extLst>
                  <a:ext uri="{FF2B5EF4-FFF2-40B4-BE49-F238E27FC236}">
                    <a16:creationId xmlns:a16="http://schemas.microsoft.com/office/drawing/2014/main" id="{319A03C1-E102-8D9C-F562-CDE93AD2E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78" name="Rectangle 1630">
                <a:extLst>
                  <a:ext uri="{FF2B5EF4-FFF2-40B4-BE49-F238E27FC236}">
                    <a16:creationId xmlns:a16="http://schemas.microsoft.com/office/drawing/2014/main" id="{1A3C9B43-EEFB-059B-1ECD-14A944059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79" name="Group 110">
                <a:extLst>
                  <a:ext uri="{FF2B5EF4-FFF2-40B4-BE49-F238E27FC236}">
                    <a16:creationId xmlns:a16="http://schemas.microsoft.com/office/drawing/2014/main" id="{0081C01C-DA90-B8B7-2070-560A8B29934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0" name="Rectangle 1630">
                  <a:extLst>
                    <a:ext uri="{FF2B5EF4-FFF2-40B4-BE49-F238E27FC236}">
                      <a16:creationId xmlns:a16="http://schemas.microsoft.com/office/drawing/2014/main" id="{7589C407-9125-03F7-D78B-E82A7771F5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1" name="Rectangle 1484">
                  <a:extLst>
                    <a:ext uri="{FF2B5EF4-FFF2-40B4-BE49-F238E27FC236}">
                      <a16:creationId xmlns:a16="http://schemas.microsoft.com/office/drawing/2014/main" id="{FFAC61EA-4B4F-4DF9-39E8-93E3A0C5CB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9376" name="Rectangle 1629">
              <a:extLst>
                <a:ext uri="{FF2B5EF4-FFF2-40B4-BE49-F238E27FC236}">
                  <a16:creationId xmlns:a16="http://schemas.microsoft.com/office/drawing/2014/main" id="{66D6DA2D-6598-1FBF-BB40-800CF11B7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397" name="Rectangle 1490">
            <a:extLst>
              <a:ext uri="{FF2B5EF4-FFF2-40B4-BE49-F238E27FC236}">
                <a16:creationId xmlns:a16="http://schemas.microsoft.com/office/drawing/2014/main" id="{0A428DAA-4C13-FF91-6BE4-E237D785C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016" y="1021496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6</a:t>
            </a:r>
            <a:r>
              <a:rPr lang="zh-TW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zh-TW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DC2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9398" name="Group 10">
            <a:extLst>
              <a:ext uri="{FF2B5EF4-FFF2-40B4-BE49-F238E27FC236}">
                <a16:creationId xmlns:a16="http://schemas.microsoft.com/office/drawing/2014/main" id="{A077DDE6-EC8B-8DE3-3B7C-D1B63C2A117B}"/>
              </a:ext>
            </a:extLst>
          </p:cNvPr>
          <p:cNvGrpSpPr/>
          <p:nvPr/>
        </p:nvGrpSpPr>
        <p:grpSpPr>
          <a:xfrm>
            <a:off x="7071088" y="1530898"/>
            <a:ext cx="1087284" cy="140395"/>
            <a:chOff x="7732445" y="2099978"/>
            <a:chExt cx="1104273" cy="140395"/>
          </a:xfrm>
        </p:grpSpPr>
        <p:sp>
          <p:nvSpPr>
            <p:cNvPr id="9399" name="Rectangle 1622">
              <a:extLst>
                <a:ext uri="{FF2B5EF4-FFF2-40B4-BE49-F238E27FC236}">
                  <a16:creationId xmlns:a16="http://schemas.microsoft.com/office/drawing/2014/main" id="{D3C4599F-1A99-375B-23E9-AFF3CDA97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400" name="Rectangle 1622">
              <a:extLst>
                <a:ext uri="{FF2B5EF4-FFF2-40B4-BE49-F238E27FC236}">
                  <a16:creationId xmlns:a16="http://schemas.microsoft.com/office/drawing/2014/main" id="{C2A05FEC-C11B-556C-9AB5-B975E749E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402" name="Rectangle 1491">
            <a:extLst>
              <a:ext uri="{FF2B5EF4-FFF2-40B4-BE49-F238E27FC236}">
                <a16:creationId xmlns:a16="http://schemas.microsoft.com/office/drawing/2014/main" id="{2103945A-3F32-742B-B629-2464756B0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019" y="2155340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3" name="Rectangle 1620">
            <a:extLst>
              <a:ext uri="{FF2B5EF4-FFF2-40B4-BE49-F238E27FC236}">
                <a16:creationId xmlns:a16="http://schemas.microsoft.com/office/drawing/2014/main" id="{D1AB0828-80FA-A673-53D9-28960B72A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5646" y="2200329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4" name="Rectangle 1490">
            <a:extLst>
              <a:ext uri="{FF2B5EF4-FFF2-40B4-BE49-F238E27FC236}">
                <a16:creationId xmlns:a16="http://schemas.microsoft.com/office/drawing/2014/main" id="{84D8D926-EFF9-B319-BD6E-82E0EB9A4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779" y="2208460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5" name="Rectangle 1490">
            <a:extLst>
              <a:ext uri="{FF2B5EF4-FFF2-40B4-BE49-F238E27FC236}">
                <a16:creationId xmlns:a16="http://schemas.microsoft.com/office/drawing/2014/main" id="{9FA51B1B-2EC0-54DC-766D-BFA7A8D41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0530" y="2230109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" name="Rectangle 1621">
            <a:extLst>
              <a:ext uri="{FF2B5EF4-FFF2-40B4-BE49-F238E27FC236}">
                <a16:creationId xmlns:a16="http://schemas.microsoft.com/office/drawing/2014/main" id="{AE051B68-76DF-83C9-C4CD-8BD499F50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941" y="1635444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621">
            <a:extLst>
              <a:ext uri="{FF2B5EF4-FFF2-40B4-BE49-F238E27FC236}">
                <a16:creationId xmlns:a16="http://schemas.microsoft.com/office/drawing/2014/main" id="{E3790C1B-AA71-7EF2-C2CA-DDFAD8214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569" y="1612848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7B8DBC38-5345-CAD0-2CF1-5CDF81F45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386" y="1795744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75936F5F-C8B9-71B2-34BD-88D257E4B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7014" y="1790118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" name="Group 79">
            <a:extLst>
              <a:ext uri="{FF2B5EF4-FFF2-40B4-BE49-F238E27FC236}">
                <a16:creationId xmlns:a16="http://schemas.microsoft.com/office/drawing/2014/main" id="{962AD308-69B0-AAA1-4942-4F0D0FDEB221}"/>
              </a:ext>
            </a:extLst>
          </p:cNvPr>
          <p:cNvGrpSpPr/>
          <p:nvPr/>
        </p:nvGrpSpPr>
        <p:grpSpPr>
          <a:xfrm>
            <a:off x="5971708" y="3512105"/>
            <a:ext cx="5341574" cy="2293191"/>
            <a:chOff x="1317226" y="3852345"/>
            <a:chExt cx="5342965" cy="2293788"/>
          </a:xfrm>
        </p:grpSpPr>
        <p:sp>
          <p:nvSpPr>
            <p:cNvPr id="19" name="Rectangle 80">
              <a:extLst>
                <a:ext uri="{FF2B5EF4-FFF2-40B4-BE49-F238E27FC236}">
                  <a16:creationId xmlns:a16="http://schemas.microsoft.com/office/drawing/2014/main" id="{28DA6B14-DF1E-1831-F085-C0D8552AAA2A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" name="Rectangle 1491">
              <a:extLst>
                <a:ext uri="{FF2B5EF4-FFF2-40B4-BE49-F238E27FC236}">
                  <a16:creationId xmlns:a16="http://schemas.microsoft.com/office/drawing/2014/main" id="{028EBBEF-D23E-05F3-216A-D51EB02DD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2" name="Rectangle 1619">
              <a:extLst>
                <a:ext uri="{FF2B5EF4-FFF2-40B4-BE49-F238E27FC236}">
                  <a16:creationId xmlns:a16="http://schemas.microsoft.com/office/drawing/2014/main" id="{084C94A6-2A53-CD12-FA3B-9E0A5DFE3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20">
              <a:extLst>
                <a:ext uri="{FF2B5EF4-FFF2-40B4-BE49-F238E27FC236}">
                  <a16:creationId xmlns:a16="http://schemas.microsoft.com/office/drawing/2014/main" id="{CA834398-F4F0-B44E-D9B3-981CCD6C9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4" name="Rectangle 1626">
              <a:extLst>
                <a:ext uri="{FF2B5EF4-FFF2-40B4-BE49-F238E27FC236}">
                  <a16:creationId xmlns:a16="http://schemas.microsoft.com/office/drawing/2014/main" id="{C994E404-CAA0-6AD5-D529-B812A4B2B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5" name="Rectangle 1629">
              <a:extLst>
                <a:ext uri="{FF2B5EF4-FFF2-40B4-BE49-F238E27FC236}">
                  <a16:creationId xmlns:a16="http://schemas.microsoft.com/office/drawing/2014/main" id="{77F50352-5972-4B16-F203-8E04F62E9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6" name="Group 101">
              <a:extLst>
                <a:ext uri="{FF2B5EF4-FFF2-40B4-BE49-F238E27FC236}">
                  <a16:creationId xmlns:a16="http://schemas.microsoft.com/office/drawing/2014/main" id="{0904C1D0-12E7-63B7-CA16-AC10392AEBB2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46" name="Rectangle 1630">
                <a:extLst>
                  <a:ext uri="{FF2B5EF4-FFF2-40B4-BE49-F238E27FC236}">
                    <a16:creationId xmlns:a16="http://schemas.microsoft.com/office/drawing/2014/main" id="{2ECCD483-B1DE-3C95-46B1-38C95C6A7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7" name="Rectangle 1630">
                <a:extLst>
                  <a:ext uri="{FF2B5EF4-FFF2-40B4-BE49-F238E27FC236}">
                    <a16:creationId xmlns:a16="http://schemas.microsoft.com/office/drawing/2014/main" id="{2CC14251-1BC9-65EF-CD48-F027C9965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8" name="Group 125">
                <a:extLst>
                  <a:ext uri="{FF2B5EF4-FFF2-40B4-BE49-F238E27FC236}">
                    <a16:creationId xmlns:a16="http://schemas.microsoft.com/office/drawing/2014/main" id="{1AF59773-2E0C-5F5B-FCA7-D66646461BF6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9" name="Rectangle 1630">
                  <a:extLst>
                    <a:ext uri="{FF2B5EF4-FFF2-40B4-BE49-F238E27FC236}">
                      <a16:creationId xmlns:a16="http://schemas.microsoft.com/office/drawing/2014/main" id="{67249172-D400-F18C-B5FE-89C7C518F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50" name="Rectangle 1484">
                  <a:extLst>
                    <a:ext uri="{FF2B5EF4-FFF2-40B4-BE49-F238E27FC236}">
                      <a16:creationId xmlns:a16="http://schemas.microsoft.com/office/drawing/2014/main" id="{4E345684-FA62-19C5-00BC-7A76C09092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7" name="Group 102">
              <a:extLst>
                <a:ext uri="{FF2B5EF4-FFF2-40B4-BE49-F238E27FC236}">
                  <a16:creationId xmlns:a16="http://schemas.microsoft.com/office/drawing/2014/main" id="{BE752129-7147-071B-D0B5-6462D101F912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41" name="Rectangle 1630">
                <a:extLst>
                  <a:ext uri="{FF2B5EF4-FFF2-40B4-BE49-F238E27FC236}">
                    <a16:creationId xmlns:a16="http://schemas.microsoft.com/office/drawing/2014/main" id="{5A278B0B-A128-812E-F694-468195C24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2" name="Rectangle 1630">
                <a:extLst>
                  <a:ext uri="{FF2B5EF4-FFF2-40B4-BE49-F238E27FC236}">
                    <a16:creationId xmlns:a16="http://schemas.microsoft.com/office/drawing/2014/main" id="{9D159BB9-56F0-AC7C-D562-20BD9D7B0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3" name="Group 120">
                <a:extLst>
                  <a:ext uri="{FF2B5EF4-FFF2-40B4-BE49-F238E27FC236}">
                    <a16:creationId xmlns:a16="http://schemas.microsoft.com/office/drawing/2014/main" id="{DF50C298-3A08-E439-2D0E-7E4B300A6AB0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" name="Rectangle 1630">
                  <a:extLst>
                    <a:ext uri="{FF2B5EF4-FFF2-40B4-BE49-F238E27FC236}">
                      <a16:creationId xmlns:a16="http://schemas.microsoft.com/office/drawing/2014/main" id="{A9F0F330-6001-9446-4946-70907E867F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5" name="Rectangle 1484">
                  <a:extLst>
                    <a:ext uri="{FF2B5EF4-FFF2-40B4-BE49-F238E27FC236}">
                      <a16:creationId xmlns:a16="http://schemas.microsoft.com/office/drawing/2014/main" id="{53044DB7-8AB9-13B4-78DD-C73FC7A724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8" name="Group 103">
              <a:extLst>
                <a:ext uri="{FF2B5EF4-FFF2-40B4-BE49-F238E27FC236}">
                  <a16:creationId xmlns:a16="http://schemas.microsoft.com/office/drawing/2014/main" id="{8D0D1857-DEFE-5B82-1D8B-C23CBE9D51EE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36" name="Rectangle 1630">
                <a:extLst>
                  <a:ext uri="{FF2B5EF4-FFF2-40B4-BE49-F238E27FC236}">
                    <a16:creationId xmlns:a16="http://schemas.microsoft.com/office/drawing/2014/main" id="{7435A278-EE71-8C41-7DE9-945B4E286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4A4FD000-6B25-A0A1-2501-323E4692C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8" name="Group 115">
                <a:extLst>
                  <a:ext uri="{FF2B5EF4-FFF2-40B4-BE49-F238E27FC236}">
                    <a16:creationId xmlns:a16="http://schemas.microsoft.com/office/drawing/2014/main" id="{33F7EB24-EDDE-CB51-D04D-36720B8DA85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9" name="Rectangle 1630">
                  <a:extLst>
                    <a:ext uri="{FF2B5EF4-FFF2-40B4-BE49-F238E27FC236}">
                      <a16:creationId xmlns:a16="http://schemas.microsoft.com/office/drawing/2014/main" id="{F28EEAE0-6B2A-FBDC-0E1F-335C4ED860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0" name="Rectangle 1484">
                  <a:extLst>
                    <a:ext uri="{FF2B5EF4-FFF2-40B4-BE49-F238E27FC236}">
                      <a16:creationId xmlns:a16="http://schemas.microsoft.com/office/drawing/2014/main" id="{96E041F0-4E18-4693-8673-24421A87ED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9" name="Group 104">
              <a:extLst>
                <a:ext uri="{FF2B5EF4-FFF2-40B4-BE49-F238E27FC236}">
                  <a16:creationId xmlns:a16="http://schemas.microsoft.com/office/drawing/2014/main" id="{BD8FBB98-8223-8EC2-C13B-B8EAAC1FC4ED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4D049E96-550D-E487-8859-442C74062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630">
                <a:extLst>
                  <a:ext uri="{FF2B5EF4-FFF2-40B4-BE49-F238E27FC236}">
                    <a16:creationId xmlns:a16="http://schemas.microsoft.com/office/drawing/2014/main" id="{AFB0832F-A143-4B5B-8057-483D210E8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3" name="Group 110">
                <a:extLst>
                  <a:ext uri="{FF2B5EF4-FFF2-40B4-BE49-F238E27FC236}">
                    <a16:creationId xmlns:a16="http://schemas.microsoft.com/office/drawing/2014/main" id="{D933C1A6-1225-E95F-9E00-187BD59B67C6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4" name="Rectangle 1630">
                  <a:extLst>
                    <a:ext uri="{FF2B5EF4-FFF2-40B4-BE49-F238E27FC236}">
                      <a16:creationId xmlns:a16="http://schemas.microsoft.com/office/drawing/2014/main" id="{51B0DC8B-D075-AC39-C52B-465924EE18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35" name="Rectangle 1484">
                  <a:extLst>
                    <a:ext uri="{FF2B5EF4-FFF2-40B4-BE49-F238E27FC236}">
                      <a16:creationId xmlns:a16="http://schemas.microsoft.com/office/drawing/2014/main" id="{E3BE8567-442B-EF07-C7D9-F36B308025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30" name="Rectangle 1629">
              <a:extLst>
                <a:ext uri="{FF2B5EF4-FFF2-40B4-BE49-F238E27FC236}">
                  <a16:creationId xmlns:a16="http://schemas.microsoft.com/office/drawing/2014/main" id="{456D0F5A-F7FB-05AA-F450-DCA775B87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1" name="Rectangle 1490">
            <a:extLst>
              <a:ext uri="{FF2B5EF4-FFF2-40B4-BE49-F238E27FC236}">
                <a16:creationId xmlns:a16="http://schemas.microsoft.com/office/drawing/2014/main" id="{115BCA06-7B1D-455B-B5E3-F2A4FD65A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437" y="3601059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8 DC4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52" name="Group 10">
            <a:extLst>
              <a:ext uri="{FF2B5EF4-FFF2-40B4-BE49-F238E27FC236}">
                <a16:creationId xmlns:a16="http://schemas.microsoft.com/office/drawing/2014/main" id="{CC5459E9-1F5D-5884-A1DE-560C3F5C7503}"/>
              </a:ext>
            </a:extLst>
          </p:cNvPr>
          <p:cNvGrpSpPr/>
          <p:nvPr/>
        </p:nvGrpSpPr>
        <p:grpSpPr>
          <a:xfrm>
            <a:off x="7081509" y="4110461"/>
            <a:ext cx="1087284" cy="140395"/>
            <a:chOff x="7732445" y="2099978"/>
            <a:chExt cx="1104273" cy="140395"/>
          </a:xfrm>
        </p:grpSpPr>
        <p:sp>
          <p:nvSpPr>
            <p:cNvPr id="53" name="Rectangle 1622">
              <a:extLst>
                <a:ext uri="{FF2B5EF4-FFF2-40B4-BE49-F238E27FC236}">
                  <a16:creationId xmlns:a16="http://schemas.microsoft.com/office/drawing/2014/main" id="{C79B88F4-B85E-64AB-4B51-8260A346D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54" name="Rectangle 1622">
              <a:extLst>
                <a:ext uri="{FF2B5EF4-FFF2-40B4-BE49-F238E27FC236}">
                  <a16:creationId xmlns:a16="http://schemas.microsoft.com/office/drawing/2014/main" id="{95AEC70B-A710-0B5E-6931-18B3B5575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6" name="Rectangle 1491">
            <a:extLst>
              <a:ext uri="{FF2B5EF4-FFF2-40B4-BE49-F238E27FC236}">
                <a16:creationId xmlns:a16="http://schemas.microsoft.com/office/drawing/2014/main" id="{A37FE2A2-D758-B72A-4FFF-9D6469C0A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440" y="4734903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7" name="Rectangle 1620">
            <a:extLst>
              <a:ext uri="{FF2B5EF4-FFF2-40B4-BE49-F238E27FC236}">
                <a16:creationId xmlns:a16="http://schemas.microsoft.com/office/drawing/2014/main" id="{0A7F3A65-3BAB-BA5A-C5CE-5C8D0C195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067" y="4779892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490">
            <a:extLst>
              <a:ext uri="{FF2B5EF4-FFF2-40B4-BE49-F238E27FC236}">
                <a16:creationId xmlns:a16="http://schemas.microsoft.com/office/drawing/2014/main" id="{8460712E-EA46-A82F-0C36-32745419D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200" y="4788023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9" name="Rectangle 1490">
            <a:extLst>
              <a:ext uri="{FF2B5EF4-FFF2-40B4-BE49-F238E27FC236}">
                <a16:creationId xmlns:a16="http://schemas.microsoft.com/office/drawing/2014/main" id="{542485A6-3B14-D7F3-B93B-C455B5B96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0951" y="4809672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1" name="Rectangle 1621">
            <a:extLst>
              <a:ext uri="{FF2B5EF4-FFF2-40B4-BE49-F238E27FC236}">
                <a16:creationId xmlns:a16="http://schemas.microsoft.com/office/drawing/2014/main" id="{F58BD5BF-0FFB-445C-F711-CC6323828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387" y="4370875"/>
            <a:ext cx="1374216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 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3" name="Rectangle 1621">
            <a:extLst>
              <a:ext uri="{FF2B5EF4-FFF2-40B4-BE49-F238E27FC236}">
                <a16:creationId xmlns:a16="http://schemas.microsoft.com/office/drawing/2014/main" id="{DD83CBC9-BC76-FC6A-93F3-9C69B7485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5407" y="4420838"/>
            <a:ext cx="1469062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  <a:r>
              <a:rPr lang="zh-TW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4" name="Rectangle 1621">
            <a:extLst>
              <a:ext uri="{FF2B5EF4-FFF2-40B4-BE49-F238E27FC236}">
                <a16:creationId xmlns:a16="http://schemas.microsoft.com/office/drawing/2014/main" id="{D0628844-E18F-9A5A-7045-0D157A2D5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2540" y="4309644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5" name="Rectangle 1621">
            <a:extLst>
              <a:ext uri="{FF2B5EF4-FFF2-40B4-BE49-F238E27FC236}">
                <a16:creationId xmlns:a16="http://schemas.microsoft.com/office/drawing/2014/main" id="{C746C7B5-F279-2DB3-A70A-EE6E67411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065" y="4309644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" name="Rectangle 230">
            <a:extLst>
              <a:ext uri="{FF2B5EF4-FFF2-40B4-BE49-F238E27FC236}">
                <a16:creationId xmlns:a16="http://schemas.microsoft.com/office/drawing/2014/main" id="{3300619C-026E-2AE6-0F92-6ACD9A10DCB7}"/>
              </a:ext>
            </a:extLst>
          </p:cNvPr>
          <p:cNvSpPr/>
          <p:nvPr/>
        </p:nvSpPr>
        <p:spPr>
          <a:xfrm>
            <a:off x="5978731" y="1305007"/>
            <a:ext cx="5327527" cy="1858346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Future</a:t>
            </a:r>
            <a:r>
              <a:rPr lang="zh-TW" altLang="en-US" sz="2400"/>
              <a:t>  </a:t>
            </a:r>
            <a:endParaRPr lang="en" altLang="zh-TW" sz="2400"/>
          </a:p>
        </p:txBody>
      </p:sp>
      <p:sp>
        <p:nvSpPr>
          <p:cNvPr id="6" name="Rectangle 230">
            <a:extLst>
              <a:ext uri="{FF2B5EF4-FFF2-40B4-BE49-F238E27FC236}">
                <a16:creationId xmlns:a16="http://schemas.microsoft.com/office/drawing/2014/main" id="{E1C2B186-DD9A-F44C-871D-F80DCD2034B8}"/>
              </a:ext>
            </a:extLst>
          </p:cNvPr>
          <p:cNvSpPr/>
          <p:nvPr/>
        </p:nvSpPr>
        <p:spPr>
          <a:xfrm>
            <a:off x="5989764" y="3662544"/>
            <a:ext cx="5327527" cy="1858346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Future</a:t>
            </a:r>
            <a:r>
              <a:rPr lang="zh-TW" altLang="en-US" sz="2400"/>
              <a:t> </a:t>
            </a:r>
            <a:endParaRPr lang="en" altLang="zh-TW" sz="2400"/>
          </a:p>
        </p:txBody>
      </p:sp>
      <p:sp>
        <p:nvSpPr>
          <p:cNvPr id="8" name="Rectangle 230">
            <a:extLst>
              <a:ext uri="{FF2B5EF4-FFF2-40B4-BE49-F238E27FC236}">
                <a16:creationId xmlns:a16="http://schemas.microsoft.com/office/drawing/2014/main" id="{FA88E815-604F-723F-ABF6-7F51CD7DAC0E}"/>
              </a:ext>
            </a:extLst>
          </p:cNvPr>
          <p:cNvSpPr/>
          <p:nvPr/>
        </p:nvSpPr>
        <p:spPr>
          <a:xfrm>
            <a:off x="424517" y="3653331"/>
            <a:ext cx="5327527" cy="1858346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6807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B4F6-1075-3514-F465-6D1A7B90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83A85-0D29-89A5-D323-55B92918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Arial (本文)"/>
              </a:rPr>
              <a:t>MES-Rack Design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17C8F9F-8BC2-122F-13DF-AFCF425CEEEA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9428754-6BE6-D171-A445-671E6F1C72F3}"/>
              </a:ext>
            </a:extLst>
          </p:cNvPr>
          <p:cNvSpPr txBox="1"/>
          <p:nvPr/>
        </p:nvSpPr>
        <p:spPr>
          <a:xfrm>
            <a:off x="11806414" y="1462277"/>
            <a:ext cx="280526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40U</a:t>
            </a:r>
            <a:endParaRPr kumimoji="1" lang="zh-TW" altLang="en-US" sz="120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4B2A0DD-790D-1081-9910-5CACB0EEA732}"/>
              </a:ext>
            </a:extLst>
          </p:cNvPr>
          <p:cNvSpPr txBox="1"/>
          <p:nvPr/>
        </p:nvSpPr>
        <p:spPr>
          <a:xfrm>
            <a:off x="11806414" y="2036197"/>
            <a:ext cx="29519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30U</a:t>
            </a:r>
            <a:endParaRPr kumimoji="1" lang="zh-TW" altLang="en-US" sz="120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F93E16D-730A-EA40-5B4C-09E3E87083D9}"/>
              </a:ext>
            </a:extLst>
          </p:cNvPr>
          <p:cNvSpPr txBox="1"/>
          <p:nvPr/>
        </p:nvSpPr>
        <p:spPr>
          <a:xfrm>
            <a:off x="11791743" y="2521060"/>
            <a:ext cx="29519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20U</a:t>
            </a:r>
            <a:endParaRPr kumimoji="1" lang="zh-TW" altLang="en-US" sz="120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1C5FCDD-488C-0477-E2B1-DC837E5CD190}"/>
              </a:ext>
            </a:extLst>
          </p:cNvPr>
          <p:cNvSpPr txBox="1"/>
          <p:nvPr/>
        </p:nvSpPr>
        <p:spPr>
          <a:xfrm>
            <a:off x="11805268" y="2983695"/>
            <a:ext cx="29519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10U</a:t>
            </a:r>
            <a:endParaRPr kumimoji="1" lang="zh-TW" altLang="en-US" sz="120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9AF00E0-8994-9589-2B4E-A119D6E05878}"/>
              </a:ext>
            </a:extLst>
          </p:cNvPr>
          <p:cNvSpPr txBox="1"/>
          <p:nvPr/>
        </p:nvSpPr>
        <p:spPr>
          <a:xfrm>
            <a:off x="4888177" y="1055222"/>
            <a:ext cx="536931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1</a:t>
            </a:r>
            <a:endParaRPr kumimoji="1" lang="zh-TW" altLang="en-US" sz="120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34E9C90-3F80-2753-0AF6-83637FC9D45F}"/>
              </a:ext>
            </a:extLst>
          </p:cNvPr>
          <p:cNvSpPr txBox="1"/>
          <p:nvPr/>
        </p:nvSpPr>
        <p:spPr>
          <a:xfrm>
            <a:off x="6026984" y="1051629"/>
            <a:ext cx="536931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2</a:t>
            </a:r>
            <a:endParaRPr kumimoji="1" lang="zh-TW" altLang="en-US" sz="120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CA087B3-3803-0428-6E26-810E083C4BAE}"/>
              </a:ext>
            </a:extLst>
          </p:cNvPr>
          <p:cNvSpPr txBox="1"/>
          <p:nvPr/>
        </p:nvSpPr>
        <p:spPr>
          <a:xfrm flipH="1">
            <a:off x="7165791" y="1047717"/>
            <a:ext cx="3135005" cy="18825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3 </a:t>
            </a:r>
            <a:endParaRPr kumimoji="1" lang="zh-TW" altLang="en-US" sz="1200"/>
          </a:p>
        </p:txBody>
      </p:sp>
      <p:pic>
        <p:nvPicPr>
          <p:cNvPr id="32" name="Graphic 254">
            <a:extLst>
              <a:ext uri="{FF2B5EF4-FFF2-40B4-BE49-F238E27FC236}">
                <a16:creationId xmlns:a16="http://schemas.microsoft.com/office/drawing/2014/main" id="{87EE4047-AC66-2600-A18D-38CBA525A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5346" y="2851315"/>
            <a:ext cx="757600" cy="411305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8A9255EB-4646-70B0-7151-B87035128CD8}"/>
              </a:ext>
            </a:extLst>
          </p:cNvPr>
          <p:cNvSpPr/>
          <p:nvPr/>
        </p:nvSpPr>
        <p:spPr>
          <a:xfrm>
            <a:off x="8003073" y="1328628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68CE50D-7188-F8C3-D59F-16FDD8CDC6C0}"/>
              </a:ext>
            </a:extLst>
          </p:cNvPr>
          <p:cNvSpPr txBox="1"/>
          <p:nvPr/>
        </p:nvSpPr>
        <p:spPr>
          <a:xfrm>
            <a:off x="7979384" y="3333593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vf12p1410le</a:t>
            </a:r>
            <a:endParaRPr kumimoji="1" lang="zh-TW" altLang="en-US" sz="1200"/>
          </a:p>
        </p:txBody>
      </p:sp>
      <p:pic>
        <p:nvPicPr>
          <p:cNvPr id="35" name="Graphic 254">
            <a:extLst>
              <a:ext uri="{FF2B5EF4-FFF2-40B4-BE49-F238E27FC236}">
                <a16:creationId xmlns:a16="http://schemas.microsoft.com/office/drawing/2014/main" id="{74BCBD06-8346-77D7-BB66-DE795D0F1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8407" y="2851315"/>
            <a:ext cx="757600" cy="411305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AD8ECAA1-BAD3-37BE-C0A1-2A2F46EB1EB9}"/>
              </a:ext>
            </a:extLst>
          </p:cNvPr>
          <p:cNvSpPr/>
          <p:nvPr/>
        </p:nvSpPr>
        <p:spPr>
          <a:xfrm>
            <a:off x="6926134" y="1328628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DCABADA-2DA0-F80C-7E1B-4CEFFC14DB4B}"/>
              </a:ext>
            </a:extLst>
          </p:cNvPr>
          <p:cNvSpPr txBox="1"/>
          <p:nvPr/>
        </p:nvSpPr>
        <p:spPr>
          <a:xfrm>
            <a:off x="6902445" y="3333593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vf12p1310le</a:t>
            </a:r>
            <a:endParaRPr kumimoji="1" lang="zh-TW" altLang="en-US" sz="1200"/>
          </a:p>
        </p:txBody>
      </p:sp>
      <p:pic>
        <p:nvPicPr>
          <p:cNvPr id="38" name="Graphic 254">
            <a:extLst>
              <a:ext uri="{FF2B5EF4-FFF2-40B4-BE49-F238E27FC236}">
                <a16:creationId xmlns:a16="http://schemas.microsoft.com/office/drawing/2014/main" id="{A01F78AD-4040-C82A-31B6-72D1A62BF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3769" y="2851315"/>
            <a:ext cx="757600" cy="411305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95731182-E4D1-82DA-1B5C-CD40ED6AE8B5}"/>
              </a:ext>
            </a:extLst>
          </p:cNvPr>
          <p:cNvSpPr/>
          <p:nvPr/>
        </p:nvSpPr>
        <p:spPr>
          <a:xfrm>
            <a:off x="5841496" y="1328628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3A7A78A-81E1-9F87-88DC-5456F3E60827}"/>
              </a:ext>
            </a:extLst>
          </p:cNvPr>
          <p:cNvSpPr txBox="1"/>
          <p:nvPr/>
        </p:nvSpPr>
        <p:spPr>
          <a:xfrm>
            <a:off x="5817807" y="3333593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vf12p1210le</a:t>
            </a:r>
            <a:endParaRPr kumimoji="1" lang="zh-TW" altLang="en-US" sz="1200"/>
          </a:p>
        </p:txBody>
      </p:sp>
      <p:pic>
        <p:nvPicPr>
          <p:cNvPr id="41" name="Graphic 254">
            <a:extLst>
              <a:ext uri="{FF2B5EF4-FFF2-40B4-BE49-F238E27FC236}">
                <a16:creationId xmlns:a16="http://schemas.microsoft.com/office/drawing/2014/main" id="{D0437737-8761-6A2C-7434-9FDAE1067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962" y="2851315"/>
            <a:ext cx="757600" cy="411305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1DAEDFD3-919A-2CA0-9CE3-5A4192244B75}"/>
              </a:ext>
            </a:extLst>
          </p:cNvPr>
          <p:cNvSpPr/>
          <p:nvPr/>
        </p:nvSpPr>
        <p:spPr>
          <a:xfrm>
            <a:off x="4702689" y="1328628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C51D616-12A1-C2B0-7EBC-83EFD569A98E}"/>
              </a:ext>
            </a:extLst>
          </p:cNvPr>
          <p:cNvSpPr txBox="1"/>
          <p:nvPr/>
        </p:nvSpPr>
        <p:spPr>
          <a:xfrm>
            <a:off x="4679000" y="3333593"/>
            <a:ext cx="737189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vf12p110le</a:t>
            </a:r>
            <a:endParaRPr kumimoji="1" lang="zh-TW" altLang="en-US" sz="120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5A0EE72-71CD-03CF-98D4-95CE3EC878B6}"/>
              </a:ext>
            </a:extLst>
          </p:cNvPr>
          <p:cNvSpPr txBox="1"/>
          <p:nvPr/>
        </p:nvSpPr>
        <p:spPr>
          <a:xfrm flipH="1">
            <a:off x="6265179" y="1043835"/>
            <a:ext cx="3135005" cy="18825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4 </a:t>
            </a:r>
            <a:endParaRPr kumimoji="1" lang="zh-TW" altLang="en-US" sz="120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A649E1A1-DCF6-3222-225D-5228E916DDCB}"/>
              </a:ext>
            </a:extLst>
          </p:cNvPr>
          <p:cNvSpPr txBox="1"/>
          <p:nvPr/>
        </p:nvSpPr>
        <p:spPr>
          <a:xfrm>
            <a:off x="4888177" y="3657428"/>
            <a:ext cx="536931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1</a:t>
            </a:r>
            <a:endParaRPr kumimoji="1" lang="zh-TW" altLang="en-US" sz="12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7CF174D0-5AFB-33FE-B5EF-E4B145B6963C}"/>
              </a:ext>
            </a:extLst>
          </p:cNvPr>
          <p:cNvSpPr txBox="1"/>
          <p:nvPr/>
        </p:nvSpPr>
        <p:spPr>
          <a:xfrm>
            <a:off x="6058410" y="3665084"/>
            <a:ext cx="536931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2</a:t>
            </a:r>
            <a:endParaRPr kumimoji="1" lang="zh-TW" altLang="en-US" sz="120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366CB0A-0DDC-50E8-9E7C-94F2A1BF6020}"/>
              </a:ext>
            </a:extLst>
          </p:cNvPr>
          <p:cNvSpPr txBox="1"/>
          <p:nvPr/>
        </p:nvSpPr>
        <p:spPr>
          <a:xfrm flipH="1">
            <a:off x="7083593" y="3661198"/>
            <a:ext cx="3135005" cy="18825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3 </a:t>
            </a:r>
            <a:endParaRPr kumimoji="1" lang="zh-TW" altLang="en-US" sz="1200"/>
          </a:p>
        </p:txBody>
      </p:sp>
      <p:pic>
        <p:nvPicPr>
          <p:cNvPr id="64" name="Graphic 254">
            <a:extLst>
              <a:ext uri="{FF2B5EF4-FFF2-40B4-BE49-F238E27FC236}">
                <a16:creationId xmlns:a16="http://schemas.microsoft.com/office/drawing/2014/main" id="{0B7EFF05-DE03-D2DF-09B8-FCDF695AF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5346" y="5388918"/>
            <a:ext cx="757600" cy="411305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A6C053C0-C6CB-5A8C-C5BA-2ED0B2E7C671}"/>
              </a:ext>
            </a:extLst>
          </p:cNvPr>
          <p:cNvSpPr/>
          <p:nvPr/>
        </p:nvSpPr>
        <p:spPr>
          <a:xfrm>
            <a:off x="8003073" y="3866231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0B4E7F6D-B2FE-891C-1BA4-0889706F01FB}"/>
              </a:ext>
            </a:extLst>
          </p:cNvPr>
          <p:cNvSpPr txBox="1"/>
          <p:nvPr/>
        </p:nvSpPr>
        <p:spPr>
          <a:xfrm>
            <a:off x="7979384" y="5871196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vf12p1410le</a:t>
            </a:r>
            <a:endParaRPr kumimoji="1" lang="zh-TW" altLang="en-US" sz="1200"/>
          </a:p>
        </p:txBody>
      </p:sp>
      <p:pic>
        <p:nvPicPr>
          <p:cNvPr id="67" name="Graphic 254">
            <a:extLst>
              <a:ext uri="{FF2B5EF4-FFF2-40B4-BE49-F238E27FC236}">
                <a16:creationId xmlns:a16="http://schemas.microsoft.com/office/drawing/2014/main" id="{80382951-2B28-448C-5F6E-EEEE57927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8407" y="5388918"/>
            <a:ext cx="757600" cy="411305"/>
          </a:xfrm>
          <a:prstGeom prst="rect">
            <a:avLst/>
          </a:prstGeom>
        </p:spPr>
      </p:pic>
      <p:sp>
        <p:nvSpPr>
          <p:cNvPr id="68" name="矩形 67">
            <a:extLst>
              <a:ext uri="{FF2B5EF4-FFF2-40B4-BE49-F238E27FC236}">
                <a16:creationId xmlns:a16="http://schemas.microsoft.com/office/drawing/2014/main" id="{B17F053E-AE8B-E3D5-901B-8C4FE0311159}"/>
              </a:ext>
            </a:extLst>
          </p:cNvPr>
          <p:cNvSpPr/>
          <p:nvPr/>
        </p:nvSpPr>
        <p:spPr>
          <a:xfrm>
            <a:off x="6926134" y="3866231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384FA1FD-3741-73C9-0AC1-498056DB89AC}"/>
              </a:ext>
            </a:extLst>
          </p:cNvPr>
          <p:cNvSpPr txBox="1"/>
          <p:nvPr/>
        </p:nvSpPr>
        <p:spPr>
          <a:xfrm>
            <a:off x="6902445" y="5871196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vf12p1310le</a:t>
            </a:r>
            <a:endParaRPr kumimoji="1" lang="zh-TW" altLang="en-US" sz="1200"/>
          </a:p>
        </p:txBody>
      </p:sp>
      <p:pic>
        <p:nvPicPr>
          <p:cNvPr id="70" name="Graphic 254">
            <a:extLst>
              <a:ext uri="{FF2B5EF4-FFF2-40B4-BE49-F238E27FC236}">
                <a16:creationId xmlns:a16="http://schemas.microsoft.com/office/drawing/2014/main" id="{87CCBE49-4357-DD44-2E09-B1606E906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6649" y="4940591"/>
            <a:ext cx="757600" cy="411305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8A058AB4-5DEC-98ED-8719-0FDE0C1DF209}"/>
              </a:ext>
            </a:extLst>
          </p:cNvPr>
          <p:cNvSpPr/>
          <p:nvPr/>
        </p:nvSpPr>
        <p:spPr>
          <a:xfrm>
            <a:off x="5841496" y="3866231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3F21F01E-9FB0-34CB-FECA-53EECCA2F4AA}"/>
              </a:ext>
            </a:extLst>
          </p:cNvPr>
          <p:cNvSpPr txBox="1"/>
          <p:nvPr/>
        </p:nvSpPr>
        <p:spPr>
          <a:xfrm>
            <a:off x="5817807" y="5871196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vf12p1210le</a:t>
            </a:r>
            <a:endParaRPr kumimoji="1" lang="zh-TW" altLang="en-US" sz="1200"/>
          </a:p>
        </p:txBody>
      </p:sp>
      <p:pic>
        <p:nvPicPr>
          <p:cNvPr id="73" name="Graphic 254">
            <a:extLst>
              <a:ext uri="{FF2B5EF4-FFF2-40B4-BE49-F238E27FC236}">
                <a16:creationId xmlns:a16="http://schemas.microsoft.com/office/drawing/2014/main" id="{C674727E-4D36-AEB6-88B7-FD9BB252A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962" y="5388918"/>
            <a:ext cx="757600" cy="411305"/>
          </a:xfrm>
          <a:prstGeom prst="rect">
            <a:avLst/>
          </a:prstGeom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C34B5A6B-8271-8B27-EED4-E604A823F77A}"/>
              </a:ext>
            </a:extLst>
          </p:cNvPr>
          <p:cNvSpPr/>
          <p:nvPr/>
        </p:nvSpPr>
        <p:spPr>
          <a:xfrm>
            <a:off x="4702689" y="3866231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6EF26B3F-F79D-816E-F0E4-2B3F25F859BD}"/>
              </a:ext>
            </a:extLst>
          </p:cNvPr>
          <p:cNvSpPr txBox="1"/>
          <p:nvPr/>
        </p:nvSpPr>
        <p:spPr>
          <a:xfrm>
            <a:off x="4679000" y="5871196"/>
            <a:ext cx="810735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vf12p1110le</a:t>
            </a:r>
            <a:endParaRPr kumimoji="1" lang="zh-TW" altLang="en-US" sz="120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E82889CC-13A2-10FC-83BB-9E26CCB2849D}"/>
              </a:ext>
            </a:extLst>
          </p:cNvPr>
          <p:cNvSpPr txBox="1"/>
          <p:nvPr/>
        </p:nvSpPr>
        <p:spPr>
          <a:xfrm flipH="1">
            <a:off x="8108776" y="3635478"/>
            <a:ext cx="3135005" cy="18825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4 </a:t>
            </a:r>
            <a:endParaRPr kumimoji="1" lang="zh-TW" altLang="en-US" sz="120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0636117F-BC46-E119-1FFC-195260E37D4C}"/>
              </a:ext>
            </a:extLst>
          </p:cNvPr>
          <p:cNvSpPr txBox="1"/>
          <p:nvPr/>
        </p:nvSpPr>
        <p:spPr>
          <a:xfrm>
            <a:off x="1926771" y="2595758"/>
            <a:ext cx="705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800">
                <a:solidFill>
                  <a:schemeClr val="dk2"/>
                </a:solidFill>
                <a:latin typeface="Metropolis" pitchFamily="2" charset="77"/>
              </a:rPr>
              <a:t>DC1</a:t>
            </a:r>
            <a:endParaRPr lang="zh-TW" altLang="en-US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9945D8D9-8373-D57E-2566-29A678A05F9B}"/>
              </a:ext>
            </a:extLst>
          </p:cNvPr>
          <p:cNvSpPr txBox="1"/>
          <p:nvPr/>
        </p:nvSpPr>
        <p:spPr>
          <a:xfrm>
            <a:off x="2012962" y="5111919"/>
            <a:ext cx="705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800">
                <a:solidFill>
                  <a:schemeClr val="dk2"/>
                </a:solidFill>
                <a:latin typeface="Metropolis" pitchFamily="2" charset="77"/>
              </a:rPr>
              <a:t>DC2</a:t>
            </a:r>
            <a:endParaRPr lang="zh-TW" altLang="en-US"/>
          </a:p>
        </p:txBody>
      </p:sp>
      <p:pic>
        <p:nvPicPr>
          <p:cNvPr id="81" name="Graphic 254">
            <a:extLst>
              <a:ext uri="{FF2B5EF4-FFF2-40B4-BE49-F238E27FC236}">
                <a16:creationId xmlns:a16="http://schemas.microsoft.com/office/drawing/2014/main" id="{48CE926D-64F2-DDAC-0169-7978D42BC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962" y="2343633"/>
            <a:ext cx="757600" cy="411305"/>
          </a:xfrm>
          <a:prstGeom prst="rect">
            <a:avLst/>
          </a:prstGeom>
        </p:spPr>
      </p:pic>
      <p:pic>
        <p:nvPicPr>
          <p:cNvPr id="82" name="Graphic 254">
            <a:extLst>
              <a:ext uri="{FF2B5EF4-FFF2-40B4-BE49-F238E27FC236}">
                <a16:creationId xmlns:a16="http://schemas.microsoft.com/office/drawing/2014/main" id="{E1596245-D14D-938A-1AAD-41472211E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3769" y="2343632"/>
            <a:ext cx="757600" cy="411305"/>
          </a:xfrm>
          <a:prstGeom prst="rect">
            <a:avLst/>
          </a:prstGeom>
        </p:spPr>
      </p:pic>
      <p:pic>
        <p:nvPicPr>
          <p:cNvPr id="83" name="Graphic 254">
            <a:extLst>
              <a:ext uri="{FF2B5EF4-FFF2-40B4-BE49-F238E27FC236}">
                <a16:creationId xmlns:a16="http://schemas.microsoft.com/office/drawing/2014/main" id="{E25A7DC3-B494-5A33-AB71-DEFD8A541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303" y="2342088"/>
            <a:ext cx="757600" cy="411305"/>
          </a:xfrm>
          <a:prstGeom prst="rect">
            <a:avLst/>
          </a:prstGeom>
        </p:spPr>
      </p:pic>
      <p:pic>
        <p:nvPicPr>
          <p:cNvPr id="84" name="Graphic 254">
            <a:extLst>
              <a:ext uri="{FF2B5EF4-FFF2-40B4-BE49-F238E27FC236}">
                <a16:creationId xmlns:a16="http://schemas.microsoft.com/office/drawing/2014/main" id="{3385AA7E-67A7-77CB-8B60-F7B1175F4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3689" y="2321848"/>
            <a:ext cx="757600" cy="411305"/>
          </a:xfrm>
          <a:prstGeom prst="rect">
            <a:avLst/>
          </a:prstGeom>
        </p:spPr>
      </p:pic>
      <p:pic>
        <p:nvPicPr>
          <p:cNvPr id="89" name="Graphic 254">
            <a:extLst>
              <a:ext uri="{FF2B5EF4-FFF2-40B4-BE49-F238E27FC236}">
                <a16:creationId xmlns:a16="http://schemas.microsoft.com/office/drawing/2014/main" id="{5DB22D75-ABE6-0705-3830-63018DB2D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962" y="4904701"/>
            <a:ext cx="757600" cy="411305"/>
          </a:xfrm>
          <a:prstGeom prst="rect">
            <a:avLst/>
          </a:prstGeom>
        </p:spPr>
      </p:pic>
      <p:pic>
        <p:nvPicPr>
          <p:cNvPr id="90" name="Graphic 254">
            <a:extLst>
              <a:ext uri="{FF2B5EF4-FFF2-40B4-BE49-F238E27FC236}">
                <a16:creationId xmlns:a16="http://schemas.microsoft.com/office/drawing/2014/main" id="{6728BD84-E313-439D-43EE-A29F5CE97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6649" y="5405893"/>
            <a:ext cx="757600" cy="411305"/>
          </a:xfrm>
          <a:prstGeom prst="rect">
            <a:avLst/>
          </a:prstGeom>
        </p:spPr>
      </p:pic>
      <p:pic>
        <p:nvPicPr>
          <p:cNvPr id="91" name="Graphic 254">
            <a:extLst>
              <a:ext uri="{FF2B5EF4-FFF2-40B4-BE49-F238E27FC236}">
                <a16:creationId xmlns:a16="http://schemas.microsoft.com/office/drawing/2014/main" id="{EADCDE8B-B9E3-DD69-CCD2-474512BCF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3640" y="4888158"/>
            <a:ext cx="757600" cy="411305"/>
          </a:xfrm>
          <a:prstGeom prst="rect">
            <a:avLst/>
          </a:prstGeom>
        </p:spPr>
      </p:pic>
      <p:pic>
        <p:nvPicPr>
          <p:cNvPr id="92" name="Graphic 254">
            <a:extLst>
              <a:ext uri="{FF2B5EF4-FFF2-40B4-BE49-F238E27FC236}">
                <a16:creationId xmlns:a16="http://schemas.microsoft.com/office/drawing/2014/main" id="{FD21C039-6B5F-F9A8-285A-64865CE34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3689" y="4888158"/>
            <a:ext cx="757600" cy="411305"/>
          </a:xfrm>
          <a:prstGeom prst="rect">
            <a:avLst/>
          </a:prstGeom>
        </p:spPr>
      </p:pic>
      <p:sp>
        <p:nvSpPr>
          <p:cNvPr id="97" name="文字方塊 96">
            <a:extLst>
              <a:ext uri="{FF2B5EF4-FFF2-40B4-BE49-F238E27FC236}">
                <a16:creationId xmlns:a16="http://schemas.microsoft.com/office/drawing/2014/main" id="{AC568984-B418-10A4-2B4C-40B6399D455F}"/>
              </a:ext>
            </a:extLst>
          </p:cNvPr>
          <p:cNvSpPr txBox="1"/>
          <p:nvPr/>
        </p:nvSpPr>
        <p:spPr>
          <a:xfrm>
            <a:off x="11836894" y="4063237"/>
            <a:ext cx="280526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40U</a:t>
            </a:r>
            <a:endParaRPr kumimoji="1" lang="zh-TW" altLang="en-US" sz="1200"/>
          </a:p>
        </p:txBody>
      </p: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779EAAE6-7174-3FCA-FE49-025DBBF5E4E9}"/>
              </a:ext>
            </a:extLst>
          </p:cNvPr>
          <p:cNvSpPr txBox="1"/>
          <p:nvPr/>
        </p:nvSpPr>
        <p:spPr>
          <a:xfrm>
            <a:off x="11836894" y="4637157"/>
            <a:ext cx="29519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30U</a:t>
            </a:r>
            <a:endParaRPr kumimoji="1" lang="zh-TW" altLang="en-US" sz="1200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FAE5B123-7F73-927C-3D2D-62B4B216D9E0}"/>
              </a:ext>
            </a:extLst>
          </p:cNvPr>
          <p:cNvSpPr txBox="1"/>
          <p:nvPr/>
        </p:nvSpPr>
        <p:spPr>
          <a:xfrm>
            <a:off x="11822223" y="5122020"/>
            <a:ext cx="29519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20U</a:t>
            </a:r>
            <a:endParaRPr kumimoji="1" lang="zh-TW" altLang="en-US" sz="1200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06924065-417F-5E19-0B19-D0D6EEB50F5E}"/>
              </a:ext>
            </a:extLst>
          </p:cNvPr>
          <p:cNvSpPr txBox="1"/>
          <p:nvPr/>
        </p:nvSpPr>
        <p:spPr>
          <a:xfrm>
            <a:off x="11835748" y="5584655"/>
            <a:ext cx="295197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10U</a:t>
            </a:r>
            <a:endParaRPr kumimoji="1" lang="zh-TW" altLang="en-US" sz="1200"/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358CFFB6-23B0-D6A8-65BF-5D52A6997007}"/>
              </a:ext>
            </a:extLst>
          </p:cNvPr>
          <p:cNvSpPr txBox="1"/>
          <p:nvPr/>
        </p:nvSpPr>
        <p:spPr>
          <a:xfrm>
            <a:off x="2703333" y="2605183"/>
            <a:ext cx="705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800">
                <a:solidFill>
                  <a:schemeClr val="dk2"/>
                </a:solidFill>
                <a:latin typeface="Metropolis" pitchFamily="2" charset="77"/>
              </a:rPr>
              <a:t>MES Cluster1</a:t>
            </a:r>
            <a:endParaRPr lang="zh-TW" altLang="en-US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50D963E3-3D48-5935-2C39-3BEF2837137D}"/>
              </a:ext>
            </a:extLst>
          </p:cNvPr>
          <p:cNvSpPr txBox="1"/>
          <p:nvPr/>
        </p:nvSpPr>
        <p:spPr>
          <a:xfrm>
            <a:off x="2767389" y="5282771"/>
            <a:ext cx="705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800">
                <a:solidFill>
                  <a:schemeClr val="dk2"/>
                </a:solidFill>
                <a:latin typeface="Metropolis" pitchFamily="2" charset="77"/>
              </a:rPr>
              <a:t>MES Cluster 3</a:t>
            </a:r>
            <a:endParaRPr lang="zh-TW" altLang="en-US"/>
          </a:p>
        </p:txBody>
      </p:sp>
      <p:pic>
        <p:nvPicPr>
          <p:cNvPr id="112" name="Graphic 254">
            <a:extLst>
              <a:ext uri="{FF2B5EF4-FFF2-40B4-BE49-F238E27FC236}">
                <a16:creationId xmlns:a16="http://schemas.microsoft.com/office/drawing/2014/main" id="{A9A6AE21-4D30-99C6-11BD-0C95A3CD9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5346" y="1848182"/>
            <a:ext cx="757600" cy="411305"/>
          </a:xfrm>
          <a:prstGeom prst="rect">
            <a:avLst/>
          </a:prstGeom>
        </p:spPr>
      </p:pic>
      <p:pic>
        <p:nvPicPr>
          <p:cNvPr id="113" name="Graphic 254">
            <a:extLst>
              <a:ext uri="{FF2B5EF4-FFF2-40B4-BE49-F238E27FC236}">
                <a16:creationId xmlns:a16="http://schemas.microsoft.com/office/drawing/2014/main" id="{E99FB962-3C05-778A-FACD-67DE2BE09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8407" y="1848182"/>
            <a:ext cx="757600" cy="411305"/>
          </a:xfrm>
          <a:prstGeom prst="rect">
            <a:avLst/>
          </a:prstGeom>
        </p:spPr>
      </p:pic>
      <p:pic>
        <p:nvPicPr>
          <p:cNvPr id="114" name="Graphic 254">
            <a:extLst>
              <a:ext uri="{FF2B5EF4-FFF2-40B4-BE49-F238E27FC236}">
                <a16:creationId xmlns:a16="http://schemas.microsoft.com/office/drawing/2014/main" id="{8B67A8B2-1D20-87AF-CC4A-7D769F9C4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3769" y="1848182"/>
            <a:ext cx="757600" cy="411305"/>
          </a:xfrm>
          <a:prstGeom prst="rect">
            <a:avLst/>
          </a:prstGeom>
        </p:spPr>
      </p:pic>
      <p:pic>
        <p:nvPicPr>
          <p:cNvPr id="115" name="Graphic 254">
            <a:extLst>
              <a:ext uri="{FF2B5EF4-FFF2-40B4-BE49-F238E27FC236}">
                <a16:creationId xmlns:a16="http://schemas.microsoft.com/office/drawing/2014/main" id="{EE19D3E6-2E56-7E1B-89E3-809933F8C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962" y="1848182"/>
            <a:ext cx="757600" cy="411305"/>
          </a:xfrm>
          <a:prstGeom prst="rect">
            <a:avLst/>
          </a:prstGeom>
        </p:spPr>
      </p:pic>
      <p:pic>
        <p:nvPicPr>
          <p:cNvPr id="116" name="Graphic 254">
            <a:extLst>
              <a:ext uri="{FF2B5EF4-FFF2-40B4-BE49-F238E27FC236}">
                <a16:creationId xmlns:a16="http://schemas.microsoft.com/office/drawing/2014/main" id="{3FA1EDDC-0759-C239-5ABC-B64C71E31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962" y="1340500"/>
            <a:ext cx="757600" cy="411305"/>
          </a:xfrm>
          <a:prstGeom prst="rect">
            <a:avLst/>
          </a:prstGeom>
        </p:spPr>
      </p:pic>
      <p:pic>
        <p:nvPicPr>
          <p:cNvPr id="117" name="Graphic 254">
            <a:extLst>
              <a:ext uri="{FF2B5EF4-FFF2-40B4-BE49-F238E27FC236}">
                <a16:creationId xmlns:a16="http://schemas.microsoft.com/office/drawing/2014/main" id="{D49552E2-B43A-5B29-350A-BAE43BE22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3769" y="1340499"/>
            <a:ext cx="757600" cy="411305"/>
          </a:xfrm>
          <a:prstGeom prst="rect">
            <a:avLst/>
          </a:prstGeom>
        </p:spPr>
      </p:pic>
      <p:pic>
        <p:nvPicPr>
          <p:cNvPr id="118" name="Graphic 254">
            <a:extLst>
              <a:ext uri="{FF2B5EF4-FFF2-40B4-BE49-F238E27FC236}">
                <a16:creationId xmlns:a16="http://schemas.microsoft.com/office/drawing/2014/main" id="{C2681746-F750-013E-9108-4482B7C0C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303" y="1338955"/>
            <a:ext cx="757600" cy="411305"/>
          </a:xfrm>
          <a:prstGeom prst="rect">
            <a:avLst/>
          </a:prstGeom>
        </p:spPr>
      </p:pic>
      <p:pic>
        <p:nvPicPr>
          <p:cNvPr id="119" name="Graphic 254">
            <a:extLst>
              <a:ext uri="{FF2B5EF4-FFF2-40B4-BE49-F238E27FC236}">
                <a16:creationId xmlns:a16="http://schemas.microsoft.com/office/drawing/2014/main" id="{2CA03AEC-765D-5BFA-C37C-140289DD8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73689" y="1318715"/>
            <a:ext cx="757600" cy="411305"/>
          </a:xfrm>
          <a:prstGeom prst="rect">
            <a:avLst/>
          </a:prstGeom>
        </p:spPr>
      </p:pic>
      <p:pic>
        <p:nvPicPr>
          <p:cNvPr id="120" name="Graphic 254">
            <a:extLst>
              <a:ext uri="{FF2B5EF4-FFF2-40B4-BE49-F238E27FC236}">
                <a16:creationId xmlns:a16="http://schemas.microsoft.com/office/drawing/2014/main" id="{E214C635-7E0F-0A03-6FDB-57F27902B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5671" y="4440707"/>
            <a:ext cx="757600" cy="411305"/>
          </a:xfrm>
          <a:prstGeom prst="rect">
            <a:avLst/>
          </a:prstGeom>
        </p:spPr>
      </p:pic>
      <p:pic>
        <p:nvPicPr>
          <p:cNvPr id="121" name="Graphic 254">
            <a:extLst>
              <a:ext uri="{FF2B5EF4-FFF2-40B4-BE49-F238E27FC236}">
                <a16:creationId xmlns:a16="http://schemas.microsoft.com/office/drawing/2014/main" id="{FCE3F032-F433-7C2E-B788-ABF36B9A3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8732" y="4440707"/>
            <a:ext cx="757600" cy="411305"/>
          </a:xfrm>
          <a:prstGeom prst="rect">
            <a:avLst/>
          </a:prstGeom>
        </p:spPr>
      </p:pic>
      <p:pic>
        <p:nvPicPr>
          <p:cNvPr id="122" name="Graphic 254">
            <a:extLst>
              <a:ext uri="{FF2B5EF4-FFF2-40B4-BE49-F238E27FC236}">
                <a16:creationId xmlns:a16="http://schemas.microsoft.com/office/drawing/2014/main" id="{7B2FE7F9-CAAC-8930-5CD2-012E62BA96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4094" y="4440707"/>
            <a:ext cx="757600" cy="411305"/>
          </a:xfrm>
          <a:prstGeom prst="rect">
            <a:avLst/>
          </a:prstGeom>
        </p:spPr>
      </p:pic>
      <p:pic>
        <p:nvPicPr>
          <p:cNvPr id="123" name="Graphic 254">
            <a:extLst>
              <a:ext uri="{FF2B5EF4-FFF2-40B4-BE49-F238E27FC236}">
                <a16:creationId xmlns:a16="http://schemas.microsoft.com/office/drawing/2014/main" id="{C6DB546C-86C4-B392-A577-15434E962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5287" y="4440707"/>
            <a:ext cx="757600" cy="411305"/>
          </a:xfrm>
          <a:prstGeom prst="rect">
            <a:avLst/>
          </a:prstGeom>
        </p:spPr>
      </p:pic>
      <p:pic>
        <p:nvPicPr>
          <p:cNvPr id="124" name="Graphic 254">
            <a:extLst>
              <a:ext uri="{FF2B5EF4-FFF2-40B4-BE49-F238E27FC236}">
                <a16:creationId xmlns:a16="http://schemas.microsoft.com/office/drawing/2014/main" id="{5B8A9636-2E70-1DA1-02A6-F26D0B8FC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5287" y="3933025"/>
            <a:ext cx="757600" cy="411305"/>
          </a:xfrm>
          <a:prstGeom prst="rect">
            <a:avLst/>
          </a:prstGeom>
        </p:spPr>
      </p:pic>
      <p:pic>
        <p:nvPicPr>
          <p:cNvPr id="125" name="Graphic 254">
            <a:extLst>
              <a:ext uri="{FF2B5EF4-FFF2-40B4-BE49-F238E27FC236}">
                <a16:creationId xmlns:a16="http://schemas.microsoft.com/office/drawing/2014/main" id="{05D61DB2-B1A6-B758-FF8C-1F3C7119F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4094" y="3933024"/>
            <a:ext cx="757600" cy="411305"/>
          </a:xfrm>
          <a:prstGeom prst="rect">
            <a:avLst/>
          </a:prstGeom>
        </p:spPr>
      </p:pic>
      <p:pic>
        <p:nvPicPr>
          <p:cNvPr id="126" name="Graphic 254">
            <a:extLst>
              <a:ext uri="{FF2B5EF4-FFF2-40B4-BE49-F238E27FC236}">
                <a16:creationId xmlns:a16="http://schemas.microsoft.com/office/drawing/2014/main" id="{E54A4A8C-A95D-33FB-E675-2886551E7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0628" y="3931480"/>
            <a:ext cx="757600" cy="411305"/>
          </a:xfrm>
          <a:prstGeom prst="rect">
            <a:avLst/>
          </a:prstGeom>
        </p:spPr>
      </p:pic>
      <p:pic>
        <p:nvPicPr>
          <p:cNvPr id="127" name="Graphic 254">
            <a:extLst>
              <a:ext uri="{FF2B5EF4-FFF2-40B4-BE49-F238E27FC236}">
                <a16:creationId xmlns:a16="http://schemas.microsoft.com/office/drawing/2014/main" id="{0DD29439-6D63-ADAA-BCFE-F7410955A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4014" y="3911240"/>
            <a:ext cx="757600" cy="411305"/>
          </a:xfrm>
          <a:prstGeom prst="rect">
            <a:avLst/>
          </a:prstGeom>
        </p:spPr>
      </p:pic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1DB5B1D9-DBE4-1E30-849D-0C739ED7D74C}"/>
              </a:ext>
            </a:extLst>
          </p:cNvPr>
          <p:cNvSpPr txBox="1"/>
          <p:nvPr/>
        </p:nvSpPr>
        <p:spPr>
          <a:xfrm>
            <a:off x="2703333" y="1515367"/>
            <a:ext cx="705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800">
                <a:solidFill>
                  <a:schemeClr val="dk2"/>
                </a:solidFill>
                <a:latin typeface="Metropolis" pitchFamily="2" charset="77"/>
              </a:rPr>
              <a:t>MES Cluster2</a:t>
            </a:r>
            <a:endParaRPr lang="zh-TW" altLang="en-US"/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43E17F35-2A79-1F71-3BF5-A43FF9279923}"/>
              </a:ext>
            </a:extLst>
          </p:cNvPr>
          <p:cNvSpPr txBox="1"/>
          <p:nvPr/>
        </p:nvSpPr>
        <p:spPr>
          <a:xfrm>
            <a:off x="2767389" y="4162387"/>
            <a:ext cx="705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800">
                <a:solidFill>
                  <a:schemeClr val="dk2"/>
                </a:solidFill>
                <a:latin typeface="Metropolis" pitchFamily="2" charset="77"/>
              </a:rPr>
              <a:t>MES Cluster 4</a:t>
            </a:r>
            <a:endParaRPr lang="zh-TW" altLang="en-US"/>
          </a:p>
        </p:txBody>
      </p:sp>
      <p:sp>
        <p:nvSpPr>
          <p:cNvPr id="130" name="圓角矩形 129">
            <a:extLst>
              <a:ext uri="{FF2B5EF4-FFF2-40B4-BE49-F238E27FC236}">
                <a16:creationId xmlns:a16="http://schemas.microsoft.com/office/drawing/2014/main" id="{E561BCC2-9534-EBD8-02DB-AD3D2BF907FC}"/>
              </a:ext>
            </a:extLst>
          </p:cNvPr>
          <p:cNvSpPr/>
          <p:nvPr/>
        </p:nvSpPr>
        <p:spPr bwMode="gray">
          <a:xfrm>
            <a:off x="4702689" y="1279971"/>
            <a:ext cx="4208292" cy="1051139"/>
          </a:xfrm>
          <a:prstGeom prst="roundRect">
            <a:avLst/>
          </a:prstGeom>
          <a:solidFill>
            <a:schemeClr val="accent2">
              <a:alpha val="0"/>
            </a:schemeClr>
          </a:solidFill>
          <a:ln w="25400">
            <a:solidFill>
              <a:srgbClr val="23800A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TW" altLang="en-US" sz="1800">
              <a:solidFill>
                <a:schemeClr val="bg1"/>
              </a:solidFill>
            </a:endParaRPr>
          </a:p>
        </p:txBody>
      </p:sp>
      <p:sp>
        <p:nvSpPr>
          <p:cNvPr id="131" name="圓角矩形 130">
            <a:extLst>
              <a:ext uri="{FF2B5EF4-FFF2-40B4-BE49-F238E27FC236}">
                <a16:creationId xmlns:a16="http://schemas.microsoft.com/office/drawing/2014/main" id="{B590D0A7-E0A3-844E-8394-22CA1288BC29}"/>
              </a:ext>
            </a:extLst>
          </p:cNvPr>
          <p:cNvSpPr/>
          <p:nvPr/>
        </p:nvSpPr>
        <p:spPr bwMode="gray">
          <a:xfrm>
            <a:off x="4679000" y="2347703"/>
            <a:ext cx="4208292" cy="1051139"/>
          </a:xfrm>
          <a:prstGeom prst="roundRect">
            <a:avLst/>
          </a:prstGeom>
          <a:solidFill>
            <a:schemeClr val="accent2">
              <a:alpha val="0"/>
            </a:schemeClr>
          </a:solidFill>
          <a:ln w="25400">
            <a:solidFill>
              <a:srgbClr val="23800A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TW" altLang="en-US" sz="1800">
              <a:solidFill>
                <a:schemeClr val="bg1"/>
              </a:solidFill>
            </a:endParaRPr>
          </a:p>
        </p:txBody>
      </p:sp>
      <p:sp>
        <p:nvSpPr>
          <p:cNvPr id="132" name="圓角矩形 131">
            <a:extLst>
              <a:ext uri="{FF2B5EF4-FFF2-40B4-BE49-F238E27FC236}">
                <a16:creationId xmlns:a16="http://schemas.microsoft.com/office/drawing/2014/main" id="{15EB5CAE-DC34-19CC-1F88-D5962D957EC7}"/>
              </a:ext>
            </a:extLst>
          </p:cNvPr>
          <p:cNvSpPr/>
          <p:nvPr/>
        </p:nvSpPr>
        <p:spPr bwMode="gray">
          <a:xfrm>
            <a:off x="4645258" y="3858882"/>
            <a:ext cx="4208292" cy="1051139"/>
          </a:xfrm>
          <a:prstGeom prst="roundRect">
            <a:avLst/>
          </a:prstGeom>
          <a:solidFill>
            <a:schemeClr val="accent2">
              <a:alpha val="0"/>
            </a:schemeClr>
          </a:solidFill>
          <a:ln w="25400">
            <a:solidFill>
              <a:srgbClr val="23800A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TW" altLang="en-US" sz="1800">
              <a:solidFill>
                <a:schemeClr val="bg1"/>
              </a:solidFill>
            </a:endParaRPr>
          </a:p>
        </p:txBody>
      </p:sp>
      <p:sp>
        <p:nvSpPr>
          <p:cNvPr id="133" name="圓角矩形 132">
            <a:extLst>
              <a:ext uri="{FF2B5EF4-FFF2-40B4-BE49-F238E27FC236}">
                <a16:creationId xmlns:a16="http://schemas.microsoft.com/office/drawing/2014/main" id="{85114BFA-9FC0-0A36-1324-0540D0B4C977}"/>
              </a:ext>
            </a:extLst>
          </p:cNvPr>
          <p:cNvSpPr/>
          <p:nvPr/>
        </p:nvSpPr>
        <p:spPr bwMode="gray">
          <a:xfrm>
            <a:off x="4647049" y="4860188"/>
            <a:ext cx="4208292" cy="1051139"/>
          </a:xfrm>
          <a:prstGeom prst="roundRect">
            <a:avLst/>
          </a:prstGeom>
          <a:solidFill>
            <a:schemeClr val="accent2">
              <a:alpha val="0"/>
            </a:schemeClr>
          </a:solidFill>
          <a:ln w="25400">
            <a:solidFill>
              <a:srgbClr val="23800A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TW" alt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72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370D-437F-3454-B741-042C75AB1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038F8BEB-851A-D5D1-920D-AD89CB6C5A21}"/>
              </a:ext>
            </a:extLst>
          </p:cNvPr>
          <p:cNvCxnSpPr>
            <a:cxnSpLocks/>
          </p:cNvCxnSpPr>
          <p:nvPr/>
        </p:nvCxnSpPr>
        <p:spPr bwMode="gray">
          <a:xfrm>
            <a:off x="10327752" y="2485955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BF2CD29D-D038-D535-9FE0-AC6BFCCB257C}"/>
              </a:ext>
            </a:extLst>
          </p:cNvPr>
          <p:cNvCxnSpPr>
            <a:cxnSpLocks/>
          </p:cNvCxnSpPr>
          <p:nvPr/>
        </p:nvCxnSpPr>
        <p:spPr bwMode="gray">
          <a:xfrm>
            <a:off x="9073692" y="2472835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C0A4BE6B-60C8-CE3D-08FF-6C7DA8C95769}"/>
              </a:ext>
            </a:extLst>
          </p:cNvPr>
          <p:cNvCxnSpPr>
            <a:cxnSpLocks/>
            <a:stCxn id="14" idx="2"/>
          </p:cNvCxnSpPr>
          <p:nvPr/>
        </p:nvCxnSpPr>
        <p:spPr bwMode="gray">
          <a:xfrm>
            <a:off x="7094695" y="2485955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FE8D2F3C-0F9E-647C-BC55-1063DEECE2B7}"/>
              </a:ext>
            </a:extLst>
          </p:cNvPr>
          <p:cNvCxnSpPr>
            <a:stCxn id="17" idx="2"/>
          </p:cNvCxnSpPr>
          <p:nvPr/>
        </p:nvCxnSpPr>
        <p:spPr bwMode="gray">
          <a:xfrm>
            <a:off x="5840872" y="2495623"/>
            <a:ext cx="0" cy="2374559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itle 1">
            <a:extLst>
              <a:ext uri="{FF2B5EF4-FFF2-40B4-BE49-F238E27FC236}">
                <a16:creationId xmlns:a16="http://schemas.microsoft.com/office/drawing/2014/main" id="{53328AFD-E41C-9E24-0214-EC6061253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solidFill>
                  <a:schemeClr val="accent1"/>
                </a:solidFill>
              </a:rPr>
              <a:t>Logical Network Architecture for Hosts</a:t>
            </a:r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ED76029-B029-7640-EB24-8B6D817E9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33225" y="2600840"/>
            <a:ext cx="835903" cy="288079"/>
            <a:chOff x="5378328" y="1591929"/>
            <a:chExt cx="836339" cy="84633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3E6AF98-7340-29E1-1702-AAC6DDAE6E3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7210BC-ACAA-5D37-0BF1-A17AA3A8E06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353B289-51CB-5B4E-F794-FFBFC63BA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33225" y="2996627"/>
            <a:ext cx="835903" cy="863372"/>
            <a:chOff x="5378328" y="1591929"/>
            <a:chExt cx="836339" cy="8463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D2BFCD7-B570-BEB7-0359-9A1AA1F2B9B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A7A22F6-C2FC-A44F-3117-7F3906D849EA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9789ACDD-06BC-9851-D428-7D03A5310240}"/>
              </a:ext>
            </a:extLst>
          </p:cNvPr>
          <p:cNvSpPr/>
          <p:nvPr/>
        </p:nvSpPr>
        <p:spPr>
          <a:xfrm>
            <a:off x="1092118" y="4478250"/>
            <a:ext cx="2157122" cy="381476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Service VLAN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BAD639-415F-76BD-3B6D-B575DAB62613}"/>
              </a:ext>
            </a:extLst>
          </p:cNvPr>
          <p:cNvSpPr/>
          <p:nvPr/>
        </p:nvSpPr>
        <p:spPr>
          <a:xfrm>
            <a:off x="2418120" y="2349832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133095-6817-15A3-AB98-212A9807A8E1}"/>
              </a:ext>
            </a:extLst>
          </p:cNvPr>
          <p:cNvSpPr/>
          <p:nvPr/>
        </p:nvSpPr>
        <p:spPr>
          <a:xfrm>
            <a:off x="3251092" y="2342890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4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4B27EE7-C2D9-B191-9454-B0611BA79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8314" y="4232219"/>
            <a:ext cx="280915" cy="4427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846ED4D-9E7B-81EE-DAB8-5A43BD251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8316" y="4239192"/>
            <a:ext cx="422891" cy="8783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798E7A-0E8F-035A-4C2B-6A419B86D53A}"/>
              </a:ext>
            </a:extLst>
          </p:cNvPr>
          <p:cNvSpPr/>
          <p:nvPr/>
        </p:nvSpPr>
        <p:spPr>
          <a:xfrm>
            <a:off x="1828046" y="3849298"/>
            <a:ext cx="2867100" cy="381476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vf12p1tcsvds01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A69930-D396-E1BF-5B0A-2555577D7C4C}"/>
              </a:ext>
            </a:extLst>
          </p:cNvPr>
          <p:cNvSpPr/>
          <p:nvPr/>
        </p:nvSpPr>
        <p:spPr>
          <a:xfrm>
            <a:off x="1090882" y="4926831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 Management VLAN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9C3B3E-2FFA-983E-8676-59C4C37273C5}"/>
              </a:ext>
            </a:extLst>
          </p:cNvPr>
          <p:cNvSpPr/>
          <p:nvPr/>
        </p:nvSpPr>
        <p:spPr>
          <a:xfrm>
            <a:off x="1828045" y="2679187"/>
            <a:ext cx="9754343" cy="353085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VCF ESXi Host</a:t>
            </a: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B22D30C1-8909-3FC5-A423-84AC0C9D8A3A}"/>
              </a:ext>
            </a:extLst>
          </p:cNvPr>
          <p:cNvSpPr/>
          <p:nvPr/>
        </p:nvSpPr>
        <p:spPr>
          <a:xfrm>
            <a:off x="5419134" y="3873751"/>
            <a:ext cx="2010140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vf12p1tcsvsan01</a:t>
            </a: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D7E4305E-C25E-8794-8B98-C529791F39B6}"/>
              </a:ext>
            </a:extLst>
          </p:cNvPr>
          <p:cNvSpPr/>
          <p:nvPr/>
        </p:nvSpPr>
        <p:spPr>
          <a:xfrm>
            <a:off x="6672957" y="2252106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10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211A9DEC-CA4D-A381-1260-249B1A8C359B}"/>
              </a:ext>
            </a:extLst>
          </p:cNvPr>
          <p:cNvSpPr/>
          <p:nvPr/>
        </p:nvSpPr>
        <p:spPr>
          <a:xfrm>
            <a:off x="5419134" y="2261774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2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74F7F7B0-75D3-20E4-403A-D535A67BA57E}"/>
              </a:ext>
            </a:extLst>
          </p:cNvPr>
          <p:cNvSpPr/>
          <p:nvPr/>
        </p:nvSpPr>
        <p:spPr>
          <a:xfrm>
            <a:off x="5345643" y="488330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VSAN </a:t>
            </a:r>
            <a:r>
              <a:rPr lang="en-US" sz="1200" err="1">
                <a:solidFill>
                  <a:srgbClr val="3F3F3F"/>
                </a:solidFill>
              </a:rPr>
              <a:t>VMKernel</a:t>
            </a:r>
            <a:endParaRPr lang="en-US" sz="1200">
              <a:solidFill>
                <a:srgbClr val="3F3F3F"/>
              </a:solidFill>
            </a:endParaRPr>
          </a:p>
        </p:txBody>
      </p:sp>
      <p:sp>
        <p:nvSpPr>
          <p:cNvPr id="43" name="Rectangle 268">
            <a:extLst>
              <a:ext uri="{FF2B5EF4-FFF2-40B4-BE49-F238E27FC236}">
                <a16:creationId xmlns:a16="http://schemas.microsoft.com/office/drawing/2014/main" id="{0DAED43E-BDD4-EC04-1B2E-8E2C65A1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47802" y="1324476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4" name="Rectangle 276">
            <a:extLst>
              <a:ext uri="{FF2B5EF4-FFF2-40B4-BE49-F238E27FC236}">
                <a16:creationId xmlns:a16="http://schemas.microsoft.com/office/drawing/2014/main" id="{07BAE90F-96D3-1D38-E29D-6306A49DC92C}"/>
              </a:ext>
            </a:extLst>
          </p:cNvPr>
          <p:cNvSpPr/>
          <p:nvPr/>
        </p:nvSpPr>
        <p:spPr>
          <a:xfrm>
            <a:off x="6637956" y="130467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5" name="Rectangle 276">
            <a:extLst>
              <a:ext uri="{FF2B5EF4-FFF2-40B4-BE49-F238E27FC236}">
                <a16:creationId xmlns:a16="http://schemas.microsoft.com/office/drawing/2014/main" id="{EFD4A48C-3766-F2EC-2878-7A17D16DC2EB}"/>
              </a:ext>
            </a:extLst>
          </p:cNvPr>
          <p:cNvSpPr/>
          <p:nvPr/>
        </p:nvSpPr>
        <p:spPr>
          <a:xfrm>
            <a:off x="3261596" y="1320415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7" name="Rectangle 276">
            <a:extLst>
              <a:ext uri="{FF2B5EF4-FFF2-40B4-BE49-F238E27FC236}">
                <a16:creationId xmlns:a16="http://schemas.microsoft.com/office/drawing/2014/main" id="{9269A98C-A137-0195-E3D1-C26A73977C30}"/>
              </a:ext>
            </a:extLst>
          </p:cNvPr>
          <p:cNvSpPr/>
          <p:nvPr/>
        </p:nvSpPr>
        <p:spPr>
          <a:xfrm>
            <a:off x="5275404" y="130467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57902770-92E0-24D9-E45B-7C7BF3BF3E0D}"/>
              </a:ext>
            </a:extLst>
          </p:cNvPr>
          <p:cNvCxnSpPr>
            <a:cxnSpLocks/>
          </p:cNvCxnSpPr>
          <p:nvPr/>
        </p:nvCxnSpPr>
        <p:spPr bwMode="gray">
          <a:xfrm flipV="1">
            <a:off x="2830565" y="1953233"/>
            <a:ext cx="8082" cy="39421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795A15D5-3C24-F425-8D3E-E77E4AA6312B}"/>
              </a:ext>
            </a:extLst>
          </p:cNvPr>
          <p:cNvCxnSpPr>
            <a:cxnSpLocks/>
          </p:cNvCxnSpPr>
          <p:nvPr/>
        </p:nvCxnSpPr>
        <p:spPr bwMode="gray">
          <a:xfrm flipV="1">
            <a:off x="3669128" y="1932600"/>
            <a:ext cx="0" cy="37842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92355304-0167-1740-F1E2-E99FF96A32D8}"/>
              </a:ext>
            </a:extLst>
          </p:cNvPr>
          <p:cNvCxnSpPr>
            <a:cxnSpLocks/>
          </p:cNvCxnSpPr>
          <p:nvPr/>
        </p:nvCxnSpPr>
        <p:spPr bwMode="gray">
          <a:xfrm flipV="1">
            <a:off x="5843132" y="1894905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29">
            <a:extLst>
              <a:ext uri="{FF2B5EF4-FFF2-40B4-BE49-F238E27FC236}">
                <a16:creationId xmlns:a16="http://schemas.microsoft.com/office/drawing/2014/main" id="{D63A15F5-DFB4-D870-684D-F76605FC85D2}"/>
              </a:ext>
            </a:extLst>
          </p:cNvPr>
          <p:cNvSpPr/>
          <p:nvPr/>
        </p:nvSpPr>
        <p:spPr>
          <a:xfrm>
            <a:off x="5477892" y="823454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94C1A543-DF39-711D-F5B8-D1062BE1801E}"/>
              </a:ext>
            </a:extLst>
          </p:cNvPr>
          <p:cNvSpPr/>
          <p:nvPr/>
        </p:nvSpPr>
        <p:spPr>
          <a:xfrm>
            <a:off x="2169443" y="830651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CAF9B362-05D2-8921-A628-E2B3438EE1FE}"/>
              </a:ext>
            </a:extLst>
          </p:cNvPr>
          <p:cNvCxnSpPr>
            <a:cxnSpLocks/>
          </p:cNvCxnSpPr>
          <p:nvPr/>
        </p:nvCxnSpPr>
        <p:spPr bwMode="gray">
          <a:xfrm flipV="1">
            <a:off x="7094695" y="1885237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0E4EB082-C4E2-E5A6-A42F-1939FCDA1E2D}"/>
              </a:ext>
            </a:extLst>
          </p:cNvPr>
          <p:cNvSpPr/>
          <p:nvPr/>
        </p:nvSpPr>
        <p:spPr>
          <a:xfrm>
            <a:off x="1104474" y="537541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vMotion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434C0D-E0AA-C33E-2DF1-D45EA944A743}"/>
              </a:ext>
            </a:extLst>
          </p:cNvPr>
          <p:cNvSpPr/>
          <p:nvPr/>
        </p:nvSpPr>
        <p:spPr>
          <a:xfrm>
            <a:off x="1104474" y="583933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vTEP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  <p:sp>
        <p:nvSpPr>
          <p:cNvPr id="5" name="Rectangle 276">
            <a:extLst>
              <a:ext uri="{FF2B5EF4-FFF2-40B4-BE49-F238E27FC236}">
                <a16:creationId xmlns:a16="http://schemas.microsoft.com/office/drawing/2014/main" id="{8DC0E907-5204-1741-EB49-AD18193F7EA3}"/>
              </a:ext>
            </a:extLst>
          </p:cNvPr>
          <p:cNvSpPr/>
          <p:nvPr/>
        </p:nvSpPr>
        <p:spPr>
          <a:xfrm>
            <a:off x="9871013" y="126611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7" name="Rectangle 276">
            <a:extLst>
              <a:ext uri="{FF2B5EF4-FFF2-40B4-BE49-F238E27FC236}">
                <a16:creationId xmlns:a16="http://schemas.microsoft.com/office/drawing/2014/main" id="{51F11B5B-FFAB-3357-6A0D-5108393E96F2}"/>
              </a:ext>
            </a:extLst>
          </p:cNvPr>
          <p:cNvSpPr/>
          <p:nvPr/>
        </p:nvSpPr>
        <p:spPr>
          <a:xfrm>
            <a:off x="8508461" y="126611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E48FEC1-020A-118D-1CC8-FBCD96EEE94C}"/>
              </a:ext>
            </a:extLst>
          </p:cNvPr>
          <p:cNvCxnSpPr>
            <a:cxnSpLocks/>
          </p:cNvCxnSpPr>
          <p:nvPr/>
        </p:nvCxnSpPr>
        <p:spPr bwMode="gray">
          <a:xfrm flipV="1">
            <a:off x="9076189" y="1856345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7A5B18B5-301F-EB63-84CB-CBD9F1543327}"/>
              </a:ext>
            </a:extLst>
          </p:cNvPr>
          <p:cNvCxnSpPr>
            <a:cxnSpLocks/>
          </p:cNvCxnSpPr>
          <p:nvPr/>
        </p:nvCxnSpPr>
        <p:spPr bwMode="gray">
          <a:xfrm flipV="1">
            <a:off x="10327752" y="1846677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9">
            <a:extLst>
              <a:ext uri="{FF2B5EF4-FFF2-40B4-BE49-F238E27FC236}">
                <a16:creationId xmlns:a16="http://schemas.microsoft.com/office/drawing/2014/main" id="{D10D075F-0C2A-4C92-DFC2-8D9123DBF1DD}"/>
              </a:ext>
            </a:extLst>
          </p:cNvPr>
          <p:cNvSpPr/>
          <p:nvPr/>
        </p:nvSpPr>
        <p:spPr>
          <a:xfrm>
            <a:off x="8514784" y="2238152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11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1" name="Rectangle 29">
            <a:extLst>
              <a:ext uri="{FF2B5EF4-FFF2-40B4-BE49-F238E27FC236}">
                <a16:creationId xmlns:a16="http://schemas.microsoft.com/office/drawing/2014/main" id="{B21D450C-63FF-7AA1-2069-532D615B608B}"/>
              </a:ext>
            </a:extLst>
          </p:cNvPr>
          <p:cNvSpPr/>
          <p:nvPr/>
        </p:nvSpPr>
        <p:spPr>
          <a:xfrm>
            <a:off x="9934873" y="2225965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12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2" name="Rectangle 33">
            <a:extLst>
              <a:ext uri="{FF2B5EF4-FFF2-40B4-BE49-F238E27FC236}">
                <a16:creationId xmlns:a16="http://schemas.microsoft.com/office/drawing/2014/main" id="{6F33C8CA-7D95-E68E-6F5C-E02E040F09E4}"/>
              </a:ext>
            </a:extLst>
          </p:cNvPr>
          <p:cNvSpPr/>
          <p:nvPr/>
        </p:nvSpPr>
        <p:spPr>
          <a:xfrm>
            <a:off x="8848630" y="3845037"/>
            <a:ext cx="2010140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vf12p1tcstsm01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069F464D-5DE5-9E0F-287F-A21E5D9C51CA}"/>
              </a:ext>
            </a:extLst>
          </p:cNvPr>
          <p:cNvSpPr/>
          <p:nvPr/>
        </p:nvSpPr>
        <p:spPr>
          <a:xfrm>
            <a:off x="8775139" y="4854588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Backup VLAN</a:t>
            </a:r>
          </a:p>
        </p:txBody>
      </p:sp>
    </p:spTree>
    <p:extLst>
      <p:ext uri="{BB962C8B-B14F-4D97-AF65-F5344CB8AC3E}">
        <p14:creationId xmlns:p14="http://schemas.microsoft.com/office/powerpoint/2010/main" val="4162533799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24E9-4497-2419-3536-6EC54D73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F6B7327-AC24-0A90-3488-2463D411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Physical connectivity diagram</a:t>
            </a:r>
            <a:endParaRPr lang="en-US" altLang="zh-TW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42B6D5F-074B-2F9D-8AA7-19A26E13CBE5}"/>
              </a:ext>
            </a:extLst>
          </p:cNvPr>
          <p:cNvSpPr/>
          <p:nvPr/>
        </p:nvSpPr>
        <p:spPr>
          <a:xfrm>
            <a:off x="4245152" y="3963670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593F222-5533-20F3-398C-76342FD13D62}"/>
              </a:ext>
            </a:extLst>
          </p:cNvPr>
          <p:cNvSpPr/>
          <p:nvPr/>
        </p:nvSpPr>
        <p:spPr>
          <a:xfrm>
            <a:off x="5556240" y="5225007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6E314E3-6E79-E5F5-F886-BB19A819A5B6}"/>
              </a:ext>
            </a:extLst>
          </p:cNvPr>
          <p:cNvSpPr/>
          <p:nvPr/>
        </p:nvSpPr>
        <p:spPr>
          <a:xfrm>
            <a:off x="4332130" y="406038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7AFDF6A-2A1C-1404-EE96-053A62A0F102}"/>
              </a:ext>
            </a:extLst>
          </p:cNvPr>
          <p:cNvSpPr/>
          <p:nvPr/>
        </p:nvSpPr>
        <p:spPr>
          <a:xfrm>
            <a:off x="4823002" y="406229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FD01E52-6BCC-409B-8E2E-23D70A20ADC0}"/>
              </a:ext>
            </a:extLst>
          </p:cNvPr>
          <p:cNvSpPr/>
          <p:nvPr/>
        </p:nvSpPr>
        <p:spPr>
          <a:xfrm>
            <a:off x="4332130" y="480811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6D888B8-CB87-8AB2-B35A-52BBADD8AA71}"/>
              </a:ext>
            </a:extLst>
          </p:cNvPr>
          <p:cNvSpPr/>
          <p:nvPr/>
        </p:nvSpPr>
        <p:spPr>
          <a:xfrm>
            <a:off x="4823002" y="481002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FF58B38-8B87-0A4E-27AF-509D63CD042F}"/>
              </a:ext>
            </a:extLst>
          </p:cNvPr>
          <p:cNvSpPr/>
          <p:nvPr/>
        </p:nvSpPr>
        <p:spPr>
          <a:xfrm>
            <a:off x="6513176" y="405847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7CAAA64-2CC6-5539-3934-BB8473688692}"/>
              </a:ext>
            </a:extLst>
          </p:cNvPr>
          <p:cNvSpPr/>
          <p:nvPr/>
        </p:nvSpPr>
        <p:spPr>
          <a:xfrm>
            <a:off x="7004048" y="406038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13C374D-E9D0-38FC-CC8D-913EECB77C66}"/>
              </a:ext>
            </a:extLst>
          </p:cNvPr>
          <p:cNvSpPr/>
          <p:nvPr/>
        </p:nvSpPr>
        <p:spPr>
          <a:xfrm>
            <a:off x="6513176" y="443047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6169830-165D-B678-EE4B-4B260E4F0440}"/>
              </a:ext>
            </a:extLst>
          </p:cNvPr>
          <p:cNvSpPr/>
          <p:nvPr/>
        </p:nvSpPr>
        <p:spPr>
          <a:xfrm>
            <a:off x="7004048" y="443238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7DA71D1-AA0C-CA89-1D34-51381B265713}"/>
              </a:ext>
            </a:extLst>
          </p:cNvPr>
          <p:cNvSpPr/>
          <p:nvPr/>
        </p:nvSpPr>
        <p:spPr>
          <a:xfrm>
            <a:off x="6513176" y="480620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117AAE0-970C-D0FF-8F38-32D94C6963F3}"/>
              </a:ext>
            </a:extLst>
          </p:cNvPr>
          <p:cNvSpPr/>
          <p:nvPr/>
        </p:nvSpPr>
        <p:spPr>
          <a:xfrm>
            <a:off x="7004048" y="4808117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18954B9-3BFB-3299-DF1F-8B9392FF1A7E}"/>
              </a:ext>
            </a:extLst>
          </p:cNvPr>
          <p:cNvSpPr/>
          <p:nvPr/>
        </p:nvSpPr>
        <p:spPr>
          <a:xfrm>
            <a:off x="8694222" y="406810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13DF98D-1626-652E-FFB1-AF9DC7E9B691}"/>
              </a:ext>
            </a:extLst>
          </p:cNvPr>
          <p:cNvSpPr/>
          <p:nvPr/>
        </p:nvSpPr>
        <p:spPr>
          <a:xfrm>
            <a:off x="9185094" y="407001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3F9B605-D857-F092-2F67-2244DF2DDBFC}"/>
              </a:ext>
            </a:extLst>
          </p:cNvPr>
          <p:cNvSpPr/>
          <p:nvPr/>
        </p:nvSpPr>
        <p:spPr>
          <a:xfrm>
            <a:off x="8694222" y="444010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3830935-55D2-03AD-FE05-9109EF4EE42D}"/>
              </a:ext>
            </a:extLst>
          </p:cNvPr>
          <p:cNvSpPr/>
          <p:nvPr/>
        </p:nvSpPr>
        <p:spPr>
          <a:xfrm>
            <a:off x="9185094" y="444201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D2CC338-9EAD-C8C6-9DE6-6C895BCE661A}"/>
              </a:ext>
            </a:extLst>
          </p:cNvPr>
          <p:cNvSpPr/>
          <p:nvPr/>
        </p:nvSpPr>
        <p:spPr>
          <a:xfrm>
            <a:off x="9688701" y="4844706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9C94B41-7349-C8F2-21C9-A054182D39B9}"/>
              </a:ext>
            </a:extLst>
          </p:cNvPr>
          <p:cNvSpPr/>
          <p:nvPr/>
        </p:nvSpPr>
        <p:spPr>
          <a:xfrm>
            <a:off x="8431731" y="484206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6659BE23-4B81-A09F-697C-5A37A36F708C}"/>
              </a:ext>
            </a:extLst>
          </p:cNvPr>
          <p:cNvGrpSpPr/>
          <p:nvPr/>
        </p:nvGrpSpPr>
        <p:grpSpPr>
          <a:xfrm>
            <a:off x="7416557" y="4534826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273FD0F7-DAE6-6623-9EBA-FF32C7D2F5F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A9E86134-8ACD-673B-DB3F-667EE321878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607ADF69-A8BC-4E60-E5E5-11E37D879960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AE283BD6-0791-55A0-4F17-A75CA44FA619}"/>
              </a:ext>
            </a:extLst>
          </p:cNvPr>
          <p:cNvGrpSpPr/>
          <p:nvPr/>
        </p:nvGrpSpPr>
        <p:grpSpPr>
          <a:xfrm>
            <a:off x="7808986" y="4534826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9CB20E2E-79DB-B3C8-2E7B-E614E525A37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5A64E2F1-16FF-E5EF-1DAE-D0E15B6FA99B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786B4409-D7C1-F394-501E-54BC5FFFA3F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5B31A6C3-7766-A56C-4B5A-24D6E316A934}"/>
              </a:ext>
            </a:extLst>
          </p:cNvPr>
          <p:cNvGrpSpPr/>
          <p:nvPr/>
        </p:nvGrpSpPr>
        <p:grpSpPr>
          <a:xfrm>
            <a:off x="4403474" y="5284397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C970F4BE-E6F6-CE97-9839-86A1DF47E4ED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EFB5CF13-1C7A-C1C5-592C-14589B6C188E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26643CC5-3B0B-249B-A873-B7FD7DDE3D82}"/>
              </a:ext>
            </a:extLst>
          </p:cNvPr>
          <p:cNvGrpSpPr/>
          <p:nvPr/>
        </p:nvGrpSpPr>
        <p:grpSpPr>
          <a:xfrm>
            <a:off x="6422398" y="5305528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687366CD-7D6E-47A7-168F-63F5B7D0B45B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618E42DF-1D48-3363-2497-FF0D3FD0AF2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3ABD2B4A-7B86-BCF3-558E-2C6BA3BC51B5}"/>
              </a:ext>
            </a:extLst>
          </p:cNvPr>
          <p:cNvGrpSpPr/>
          <p:nvPr/>
        </p:nvGrpSpPr>
        <p:grpSpPr>
          <a:xfrm>
            <a:off x="6795346" y="5306198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F8E24D7F-4A20-6573-25B0-D16A17C195AD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08A98B23-0FBE-589F-8182-AC1619235041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753FB9E1-7472-4BA4-87EB-60918E10893F}"/>
              </a:ext>
            </a:extLst>
          </p:cNvPr>
          <p:cNvSpPr/>
          <p:nvPr/>
        </p:nvSpPr>
        <p:spPr>
          <a:xfrm>
            <a:off x="4182652" y="5997504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5D03D1EA-1777-7C2E-2139-7BC6E859CD5C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4519890" y="5448673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F37F0C3A-964B-35D3-0236-231A1CA49662}"/>
              </a:ext>
            </a:extLst>
          </p:cNvPr>
          <p:cNvGrpSpPr/>
          <p:nvPr/>
        </p:nvGrpSpPr>
        <p:grpSpPr>
          <a:xfrm>
            <a:off x="5666670" y="5305649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62B87444-72E4-BAAC-FC03-A2EB08CA203E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AC6CC918-8AEC-EA93-AB56-F2876182506E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24076E40-6A3D-CC73-F2C8-8F460F5D8FD2}"/>
              </a:ext>
            </a:extLst>
          </p:cNvPr>
          <p:cNvGrpSpPr/>
          <p:nvPr/>
        </p:nvGrpSpPr>
        <p:grpSpPr>
          <a:xfrm>
            <a:off x="6039618" y="5306319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196222C4-88F4-515B-27C1-7E8DC5384F9B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10B309AA-FE53-B9E6-1166-E17C2A388480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3BEB6BF4-D019-BFF3-79F4-4E189196B5E8}"/>
              </a:ext>
            </a:extLst>
          </p:cNvPr>
          <p:cNvGrpSpPr/>
          <p:nvPr/>
        </p:nvGrpSpPr>
        <p:grpSpPr>
          <a:xfrm>
            <a:off x="5294218" y="4898839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B76BA49A-21B0-3FCD-78A4-CFE46F289FDD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166E8625-D7C5-E8D9-F1C6-4DD55CDD5A39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74D4779F-8E51-F470-CA6C-5194BBFFE6C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D650BDA8-6EED-8FBE-9741-CEC0806C2457}"/>
              </a:ext>
            </a:extLst>
          </p:cNvPr>
          <p:cNvGrpSpPr/>
          <p:nvPr/>
        </p:nvGrpSpPr>
        <p:grpSpPr>
          <a:xfrm>
            <a:off x="5661240" y="4901103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AAB31FDE-6D94-1AE6-873E-6BE6142A232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B3D3DBD4-B918-63B6-65A6-A45E2C373D3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756AC40D-1880-86BC-20F8-A1BDB45BAE20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41313C83-4702-B963-4034-C7EFF89F1F88}"/>
              </a:ext>
            </a:extLst>
          </p:cNvPr>
          <p:cNvGrpSpPr/>
          <p:nvPr/>
        </p:nvGrpSpPr>
        <p:grpSpPr>
          <a:xfrm>
            <a:off x="1490015" y="3229577"/>
            <a:ext cx="2158703" cy="658272"/>
            <a:chOff x="808489" y="982294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BD494D5B-E62A-47A7-D421-11999EBA1323}"/>
                </a:ext>
              </a:extLst>
            </p:cNvPr>
            <p:cNvSpPr/>
            <p:nvPr/>
          </p:nvSpPr>
          <p:spPr>
            <a:xfrm>
              <a:off x="808489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0C827863-0706-BD8B-1A57-8AD8CD6593AF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420474AE-1BDB-8C5A-17A1-EAAA043C0883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59C7C72A-9248-C0CB-5017-8B8D22642C1D}"/>
              </a:ext>
            </a:extLst>
          </p:cNvPr>
          <p:cNvGrpSpPr/>
          <p:nvPr/>
        </p:nvGrpSpPr>
        <p:grpSpPr>
          <a:xfrm>
            <a:off x="5287722" y="4141561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98B7DBC3-11D1-529C-0ADF-D6E6111BE377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DA7EBF56-B6C0-BD2A-7717-9354EC9BFA5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5AE2C72E-99E5-2F61-DD08-C53CFDD71FD5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9D5ACEBC-3535-9B7E-3492-A90F4D323825}"/>
              </a:ext>
            </a:extLst>
          </p:cNvPr>
          <p:cNvGrpSpPr/>
          <p:nvPr/>
        </p:nvGrpSpPr>
        <p:grpSpPr>
          <a:xfrm>
            <a:off x="5680151" y="4141561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A214044B-5302-68BA-BD77-373B7C7BB6E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31BEAACD-8813-1F6B-229B-0EA0DE87438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D807983A-74E2-CB35-0E5D-7005E49CDE4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0D704FB3-A6AF-32D8-D7A1-7B56F8A6EFE9}"/>
              </a:ext>
            </a:extLst>
          </p:cNvPr>
          <p:cNvGrpSpPr/>
          <p:nvPr/>
        </p:nvGrpSpPr>
        <p:grpSpPr>
          <a:xfrm>
            <a:off x="7413232" y="4138697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19D5C4C6-0B4B-2A58-50A3-C0FFEDA27DC4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E420BBE2-6965-3E82-F3AD-27B8EFCC25C6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33032542-7244-893A-DCBF-609E42591AC8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3467A14D-1068-C6F1-9C86-60EF3D5D6D69}"/>
              </a:ext>
            </a:extLst>
          </p:cNvPr>
          <p:cNvGrpSpPr/>
          <p:nvPr/>
        </p:nvGrpSpPr>
        <p:grpSpPr>
          <a:xfrm>
            <a:off x="7805661" y="4138697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FD65CB88-C0FF-88FD-A13F-490AFD89957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5C84671E-F71A-1BFF-AF86-D279B5FF070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CCC1F61F-2BA6-905E-DA08-044766BA9CD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B6E4DAD3-BDC4-72C8-1BB7-A112C9464AE8}"/>
              </a:ext>
            </a:extLst>
          </p:cNvPr>
          <p:cNvGrpSpPr/>
          <p:nvPr/>
        </p:nvGrpSpPr>
        <p:grpSpPr>
          <a:xfrm>
            <a:off x="8164586" y="4534826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AD4FDB2B-A28E-9571-CC8B-D8185B7EC43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6645D13C-A8BF-A354-25B0-1C2B24D8E3D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7AC7A41-BACC-F85A-9E8A-5DDBEDE6D1CB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23CFE3D0-C00F-B961-49B6-001D0CCAB453}"/>
              </a:ext>
            </a:extLst>
          </p:cNvPr>
          <p:cNvGrpSpPr/>
          <p:nvPr/>
        </p:nvGrpSpPr>
        <p:grpSpPr>
          <a:xfrm>
            <a:off x="7073954" y="4532721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E156AFBE-17DC-E106-4198-0EF252409B2F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573D7A49-F135-58CF-7074-61B152B56BB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FB98831-6A4C-6BC2-F710-839D33FC7DD7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87AC15D0-B3EE-256B-3D19-E6F3D34843FF}"/>
              </a:ext>
            </a:extLst>
          </p:cNvPr>
          <p:cNvGrpSpPr/>
          <p:nvPr/>
        </p:nvGrpSpPr>
        <p:grpSpPr>
          <a:xfrm>
            <a:off x="7159436" y="4887075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B09141AF-E33D-38A7-C4BB-37E292664D4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BE1A8756-45E9-FDBD-BE54-F93CD3D2112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FA29F40-B528-C4C8-99E6-E5650B24A610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276638B7-A9BF-3BC4-8B47-E3216B511D50}"/>
              </a:ext>
            </a:extLst>
          </p:cNvPr>
          <p:cNvGrpSpPr/>
          <p:nvPr/>
        </p:nvGrpSpPr>
        <p:grpSpPr>
          <a:xfrm>
            <a:off x="7805646" y="4910886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40C7265D-6838-CD8E-2FA2-EF2B41A2D47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10567683-F705-875C-B3EF-6BDE02DD4B09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ED10C86-4EC9-AE0D-A18D-8421EE5E78E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70FA6D49-6627-0E82-A341-2181FF8EEA97}"/>
              </a:ext>
            </a:extLst>
          </p:cNvPr>
          <p:cNvCxnSpPr>
            <a:cxnSpLocks/>
            <a:stCxn id="170" idx="2"/>
            <a:endCxn id="68" idx="1"/>
          </p:cNvCxnSpPr>
          <p:nvPr/>
        </p:nvCxnSpPr>
        <p:spPr bwMode="gray">
          <a:xfrm>
            <a:off x="2569367" y="3887849"/>
            <a:ext cx="1762763" cy="1082928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1FAE82DE-EE1B-4915-3051-D112BBCD5D8E}"/>
              </a:ext>
            </a:extLst>
          </p:cNvPr>
          <p:cNvGrpSpPr/>
          <p:nvPr/>
        </p:nvGrpSpPr>
        <p:grpSpPr>
          <a:xfrm>
            <a:off x="7122081" y="3108303"/>
            <a:ext cx="2158703" cy="658272"/>
            <a:chOff x="808489" y="1107027"/>
            <a:chExt cx="2158703" cy="65827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9889083-E761-BB10-A6F6-BFD91A0B5D98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D7CC927-44EA-1C60-27FD-C68794DDBAEC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vmnic6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7693C20-5B3A-B461-4B18-605550C13D3F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vmnic7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DFE2D0B0-D6BC-02F7-B55F-42E7C3442AFB}"/>
              </a:ext>
            </a:extLst>
          </p:cNvPr>
          <p:cNvCxnSpPr>
            <a:cxnSpLocks/>
            <a:stCxn id="75" idx="3"/>
            <a:endCxn id="29" idx="2"/>
          </p:cNvCxnSpPr>
          <p:nvPr/>
        </p:nvCxnSpPr>
        <p:spPr bwMode="gray">
          <a:xfrm flipV="1">
            <a:off x="8196916" y="3766575"/>
            <a:ext cx="4517" cy="1204202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68">
            <a:extLst>
              <a:ext uri="{FF2B5EF4-FFF2-40B4-BE49-F238E27FC236}">
                <a16:creationId xmlns:a16="http://schemas.microsoft.com/office/drawing/2014/main" id="{3D24657F-E470-ED7A-97CB-650B14E7D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3320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36" name="Rectangle 276">
            <a:extLst>
              <a:ext uri="{FF2B5EF4-FFF2-40B4-BE49-F238E27FC236}">
                <a16:creationId xmlns:a16="http://schemas.microsoft.com/office/drawing/2014/main" id="{033695EB-F3F8-115C-8183-0C0625F8132B}"/>
              </a:ext>
            </a:extLst>
          </p:cNvPr>
          <p:cNvSpPr/>
          <p:nvPr/>
        </p:nvSpPr>
        <p:spPr>
          <a:xfrm>
            <a:off x="3554167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37" name="Straight Connector 260">
            <a:extLst>
              <a:ext uri="{FF2B5EF4-FFF2-40B4-BE49-F238E27FC236}">
                <a16:creationId xmlns:a16="http://schemas.microsoft.com/office/drawing/2014/main" id="{1CF8EDED-9DF4-2059-81BA-81762E6F5506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 flipV="1">
            <a:off x="2928836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8EBE786-E186-A984-5E18-D35CDEA8D88C}"/>
              </a:ext>
            </a:extLst>
          </p:cNvPr>
          <p:cNvCxnSpPr>
            <a:stCxn id="171" idx="0"/>
          </p:cNvCxnSpPr>
          <p:nvPr/>
        </p:nvCxnSpPr>
        <p:spPr bwMode="gray">
          <a:xfrm flipV="1">
            <a:off x="1838168" y="1935921"/>
            <a:ext cx="251" cy="131072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31BE1133-C92A-6278-025E-2BF760EF6D11}"/>
              </a:ext>
            </a:extLst>
          </p:cNvPr>
          <p:cNvCxnSpPr>
            <a:cxnSpLocks/>
            <a:stCxn id="30" idx="0"/>
            <a:endCxn id="36" idx="2"/>
          </p:cNvCxnSpPr>
          <p:nvPr/>
        </p:nvCxnSpPr>
        <p:spPr bwMode="gray">
          <a:xfrm flipH="1" flipV="1">
            <a:off x="4182652" y="1931283"/>
            <a:ext cx="3287582" cy="1178212"/>
          </a:xfrm>
          <a:prstGeom prst="line">
            <a:avLst/>
          </a:prstGeom>
          <a:ln w="3175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D434AC10-BCD9-C294-86C1-FEFE1EF3B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0788" y="140570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E00EEE3E-2B51-6933-9D2A-16E1A5083488}"/>
              </a:ext>
            </a:extLst>
          </p:cNvPr>
          <p:cNvSpPr/>
          <p:nvPr/>
        </p:nvSpPr>
        <p:spPr>
          <a:xfrm>
            <a:off x="7542590" y="1406941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A50CFF93-E18E-5214-42D4-27B09583F9AB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>
            <a:off x="7066304" y="1655971"/>
            <a:ext cx="476286" cy="1240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CA94DD55-C4F6-B2D6-0831-FD73CA520130}"/>
              </a:ext>
            </a:extLst>
          </p:cNvPr>
          <p:cNvCxnSpPr>
            <a:cxnSpLocks/>
            <a:stCxn id="170" idx="0"/>
            <a:endCxn id="91" idx="2"/>
          </p:cNvCxnSpPr>
          <p:nvPr/>
        </p:nvCxnSpPr>
        <p:spPr bwMode="gray">
          <a:xfrm flipV="1">
            <a:off x="2569367" y="1906240"/>
            <a:ext cx="3864179" cy="132333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C008CBDF-CF47-27A7-607B-64A7FFDD5620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V="1">
            <a:off x="8157056" y="1907480"/>
            <a:ext cx="14019" cy="120183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29">
            <a:extLst>
              <a:ext uri="{FF2B5EF4-FFF2-40B4-BE49-F238E27FC236}">
                <a16:creationId xmlns:a16="http://schemas.microsoft.com/office/drawing/2014/main" id="{263BE29D-22B3-E4C5-1145-3922D4C40836}"/>
              </a:ext>
            </a:extLst>
          </p:cNvPr>
          <p:cNvSpPr/>
          <p:nvPr/>
        </p:nvSpPr>
        <p:spPr>
          <a:xfrm>
            <a:off x="2292571" y="1145126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A040C53F-3495-8E78-7F38-E3A01461FD61}"/>
              </a:ext>
            </a:extLst>
          </p:cNvPr>
          <p:cNvSpPr/>
          <p:nvPr/>
        </p:nvSpPr>
        <p:spPr>
          <a:xfrm>
            <a:off x="6357231" y="1070990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  <p:sp>
        <p:nvSpPr>
          <p:cNvPr id="45" name="副標題 44">
            <a:extLst>
              <a:ext uri="{FF2B5EF4-FFF2-40B4-BE49-F238E27FC236}">
                <a16:creationId xmlns:a16="http://schemas.microsoft.com/office/drawing/2014/main" id="{009A9DA7-DAFB-6B06-63FB-3900531AE939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354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956BF-020D-5107-578E-72F2D7400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E025406-6F43-94A7-F761-6EAAA862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Physical connectivity diagram</a:t>
            </a:r>
            <a:endParaRPr lang="en-US" altLang="zh-TW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B59D759-4E91-788B-062D-B3C89DF41256}"/>
              </a:ext>
            </a:extLst>
          </p:cNvPr>
          <p:cNvSpPr/>
          <p:nvPr/>
        </p:nvSpPr>
        <p:spPr>
          <a:xfrm>
            <a:off x="2796974" y="3970332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0CDD166-1E87-0888-5DB3-A2BDDB5108A6}"/>
              </a:ext>
            </a:extLst>
          </p:cNvPr>
          <p:cNvSpPr/>
          <p:nvPr/>
        </p:nvSpPr>
        <p:spPr>
          <a:xfrm>
            <a:off x="4108062" y="5231669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01CF6F6-0C74-37D3-8A11-667FD9E76BF9}"/>
              </a:ext>
            </a:extLst>
          </p:cNvPr>
          <p:cNvSpPr/>
          <p:nvPr/>
        </p:nvSpPr>
        <p:spPr>
          <a:xfrm>
            <a:off x="2883952" y="406704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4CEBAA5-11DD-3D21-DBA1-012E7F7FB189}"/>
              </a:ext>
            </a:extLst>
          </p:cNvPr>
          <p:cNvSpPr/>
          <p:nvPr/>
        </p:nvSpPr>
        <p:spPr>
          <a:xfrm>
            <a:off x="3374824" y="406896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A27FD41-C70A-04AC-0E79-D8F9698AD61E}"/>
              </a:ext>
            </a:extLst>
          </p:cNvPr>
          <p:cNvSpPr/>
          <p:nvPr/>
        </p:nvSpPr>
        <p:spPr>
          <a:xfrm>
            <a:off x="2883952" y="481477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1100EE1-6B55-3C6E-F014-6A9F5CED8C2F}"/>
              </a:ext>
            </a:extLst>
          </p:cNvPr>
          <p:cNvSpPr/>
          <p:nvPr/>
        </p:nvSpPr>
        <p:spPr>
          <a:xfrm>
            <a:off x="3374824" y="481669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D1716D6-F8D7-A188-6760-8795905A0F3A}"/>
              </a:ext>
            </a:extLst>
          </p:cNvPr>
          <p:cNvSpPr/>
          <p:nvPr/>
        </p:nvSpPr>
        <p:spPr>
          <a:xfrm>
            <a:off x="5064998" y="4065138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467B3E5-2580-5E44-4837-2F648C816B06}"/>
              </a:ext>
            </a:extLst>
          </p:cNvPr>
          <p:cNvSpPr/>
          <p:nvPr/>
        </p:nvSpPr>
        <p:spPr>
          <a:xfrm>
            <a:off x="5555870" y="4067049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0DCE7F4-FC91-9895-61B4-FFF6D50ED0E6}"/>
              </a:ext>
            </a:extLst>
          </p:cNvPr>
          <p:cNvSpPr/>
          <p:nvPr/>
        </p:nvSpPr>
        <p:spPr>
          <a:xfrm>
            <a:off x="5064998" y="443713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90665BC-924D-7109-08D7-74D5F7FA2D58}"/>
              </a:ext>
            </a:extLst>
          </p:cNvPr>
          <p:cNvSpPr/>
          <p:nvPr/>
        </p:nvSpPr>
        <p:spPr>
          <a:xfrm>
            <a:off x="5555870" y="443904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6673156-C20A-6336-AF15-854082AA5199}"/>
              </a:ext>
            </a:extLst>
          </p:cNvPr>
          <p:cNvSpPr/>
          <p:nvPr/>
        </p:nvSpPr>
        <p:spPr>
          <a:xfrm>
            <a:off x="5064998" y="4812868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56EC351-263E-CBC2-A1FF-72C4E8355421}"/>
              </a:ext>
            </a:extLst>
          </p:cNvPr>
          <p:cNvSpPr/>
          <p:nvPr/>
        </p:nvSpPr>
        <p:spPr>
          <a:xfrm>
            <a:off x="5555870" y="4814779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2059E63-4CB5-F879-DAE3-EB9BA94A733C}"/>
              </a:ext>
            </a:extLst>
          </p:cNvPr>
          <p:cNvSpPr/>
          <p:nvPr/>
        </p:nvSpPr>
        <p:spPr>
          <a:xfrm>
            <a:off x="7246044" y="407476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CCA6BB4-D7AA-8191-CDFD-873F92932290}"/>
              </a:ext>
            </a:extLst>
          </p:cNvPr>
          <p:cNvSpPr/>
          <p:nvPr/>
        </p:nvSpPr>
        <p:spPr>
          <a:xfrm>
            <a:off x="7736916" y="407668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407F3FC-F1DB-3142-0D62-9FD28284FE0A}"/>
              </a:ext>
            </a:extLst>
          </p:cNvPr>
          <p:cNvSpPr/>
          <p:nvPr/>
        </p:nvSpPr>
        <p:spPr>
          <a:xfrm>
            <a:off x="7246044" y="444676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E2782D6-A0FE-BB20-ED1C-881868573D04}"/>
              </a:ext>
            </a:extLst>
          </p:cNvPr>
          <p:cNvSpPr/>
          <p:nvPr/>
        </p:nvSpPr>
        <p:spPr>
          <a:xfrm>
            <a:off x="7736916" y="444867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E7A3776-2C73-B86D-EDFA-E37D0ECC3471}"/>
              </a:ext>
            </a:extLst>
          </p:cNvPr>
          <p:cNvSpPr/>
          <p:nvPr/>
        </p:nvSpPr>
        <p:spPr>
          <a:xfrm>
            <a:off x="8240523" y="4851368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82B209C-2A36-0D45-5D32-BE191B5985C4}"/>
              </a:ext>
            </a:extLst>
          </p:cNvPr>
          <p:cNvSpPr/>
          <p:nvPr/>
        </p:nvSpPr>
        <p:spPr>
          <a:xfrm>
            <a:off x="6983553" y="4848727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FCDE1D5B-0F73-1D0D-6620-AA9AA87CCBDE}"/>
              </a:ext>
            </a:extLst>
          </p:cNvPr>
          <p:cNvGrpSpPr/>
          <p:nvPr/>
        </p:nvGrpSpPr>
        <p:grpSpPr>
          <a:xfrm>
            <a:off x="5968379" y="4541488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91D4AD1B-9FD3-EB95-565A-19D031E2B4E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4AAF3E3B-0C01-6221-9547-E2B84E4A97D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EA1306C-1752-5C7E-8BAE-7B4AADDC553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3E10C33E-BE0F-D98F-D516-B02DFD30B7DB}"/>
              </a:ext>
            </a:extLst>
          </p:cNvPr>
          <p:cNvGrpSpPr/>
          <p:nvPr/>
        </p:nvGrpSpPr>
        <p:grpSpPr>
          <a:xfrm>
            <a:off x="6360808" y="4541488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5D93CDD2-96DD-9B96-25B1-EDC2573501E6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45480FE3-40CB-776A-6904-C86B16623F6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70858FD2-8672-6D5F-EB88-D1A92581ADB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5520ABF0-B215-885C-E38D-3D1841630C97}"/>
              </a:ext>
            </a:extLst>
          </p:cNvPr>
          <p:cNvGrpSpPr/>
          <p:nvPr/>
        </p:nvGrpSpPr>
        <p:grpSpPr>
          <a:xfrm>
            <a:off x="2955296" y="5291059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FE7FAF39-D757-9AAA-CF86-714817B446EF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2E94BDA0-E50E-36CE-A14F-DC0BA6F87D5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1E5816AE-6084-DF92-DF40-CB64135B6D9C}"/>
              </a:ext>
            </a:extLst>
          </p:cNvPr>
          <p:cNvGrpSpPr/>
          <p:nvPr/>
        </p:nvGrpSpPr>
        <p:grpSpPr>
          <a:xfrm>
            <a:off x="4974220" y="5312190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112CD7C4-9F5A-B4E2-68D0-AC0C9B656666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11D001CD-8451-94DC-07BF-3CDF95EB8FC4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FEBA052D-BA66-B018-ED77-BC804085359E}"/>
              </a:ext>
            </a:extLst>
          </p:cNvPr>
          <p:cNvGrpSpPr/>
          <p:nvPr/>
        </p:nvGrpSpPr>
        <p:grpSpPr>
          <a:xfrm>
            <a:off x="5347168" y="5312860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CCD12A5D-D30A-D5A7-CD59-5FFA3C6B8419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D55F0B91-2343-2E6F-6E12-FF48CFEF090F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096256EA-C3D0-6B61-9A77-74874A94B687}"/>
              </a:ext>
            </a:extLst>
          </p:cNvPr>
          <p:cNvSpPr/>
          <p:nvPr/>
        </p:nvSpPr>
        <p:spPr>
          <a:xfrm>
            <a:off x="2734474" y="6004166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2400230B-2B9D-667D-3CB1-2AD6EBCF06A2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3071712" y="5455335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0ED692E2-D45E-CB01-4559-DD2FBA8F8A1A}"/>
              </a:ext>
            </a:extLst>
          </p:cNvPr>
          <p:cNvGrpSpPr/>
          <p:nvPr/>
        </p:nvGrpSpPr>
        <p:grpSpPr>
          <a:xfrm>
            <a:off x="4218492" y="5312311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F6ED0D87-9739-EE24-32FE-A6BE9D26F6EE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817477D7-4F9B-445B-0550-7C9CF5DF66E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EF28F9C6-3232-4636-18B2-D1E3E59294AB}"/>
              </a:ext>
            </a:extLst>
          </p:cNvPr>
          <p:cNvGrpSpPr/>
          <p:nvPr/>
        </p:nvGrpSpPr>
        <p:grpSpPr>
          <a:xfrm>
            <a:off x="4591440" y="5312981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6D078618-EBF6-EA0A-CAB4-976C4D1DF513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886064B3-1287-B158-EF0F-5A958D3AFDA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8E330F50-025F-FFF7-3762-6BA2BDC32E3A}"/>
              </a:ext>
            </a:extLst>
          </p:cNvPr>
          <p:cNvGrpSpPr/>
          <p:nvPr/>
        </p:nvGrpSpPr>
        <p:grpSpPr>
          <a:xfrm>
            <a:off x="3846040" y="4905501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0AB4951D-0A13-8544-8D3F-E45D2B86C23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54EEA528-406F-788C-8B75-F5A53C28F30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D366B362-C3D7-C493-7965-62289764F55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AF8C1586-0127-4D88-3C5F-548D2D277DDE}"/>
              </a:ext>
            </a:extLst>
          </p:cNvPr>
          <p:cNvGrpSpPr/>
          <p:nvPr/>
        </p:nvGrpSpPr>
        <p:grpSpPr>
          <a:xfrm>
            <a:off x="4213062" y="4907765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DEED214A-1CFF-815F-6D0E-828FF3A95A72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3EBA6737-5652-A450-D725-2BE1B77ABB3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5F27D43E-2C71-837E-841D-BDB0C17EF161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1464DD2A-1D0D-7375-1283-FE99ABDDCD38}"/>
              </a:ext>
            </a:extLst>
          </p:cNvPr>
          <p:cNvGrpSpPr/>
          <p:nvPr/>
        </p:nvGrpSpPr>
        <p:grpSpPr>
          <a:xfrm>
            <a:off x="3839544" y="4148223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34123DFC-4C0B-837B-F316-838FF56BEFD7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BA05297A-44EE-C2C0-8701-2284509D4829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9081043A-E892-F4DE-119A-FB2186703526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4E291D56-F739-5095-1B24-39AB21B38BB8}"/>
              </a:ext>
            </a:extLst>
          </p:cNvPr>
          <p:cNvGrpSpPr/>
          <p:nvPr/>
        </p:nvGrpSpPr>
        <p:grpSpPr>
          <a:xfrm>
            <a:off x="4231973" y="4148223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E24AFC75-371D-5064-DFB5-F6D540A535B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35F6F2D6-65F1-EFCF-184C-37B69090A96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D0183F3A-544A-E2D6-B00E-4C8750D23DD5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DAF44395-09FA-3907-FC2F-20E1C8BC9547}"/>
              </a:ext>
            </a:extLst>
          </p:cNvPr>
          <p:cNvGrpSpPr/>
          <p:nvPr/>
        </p:nvGrpSpPr>
        <p:grpSpPr>
          <a:xfrm>
            <a:off x="5965054" y="4145359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EEEBFCC4-17F6-705D-63CF-270D0B16C31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1987BEC9-3FF1-7AAB-8EA8-685E392F7FF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AB80C5AC-86E5-9013-08E7-3AB34EBDE66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E746ABD0-719E-2DD9-35CF-35190C9DEC14}"/>
              </a:ext>
            </a:extLst>
          </p:cNvPr>
          <p:cNvGrpSpPr/>
          <p:nvPr/>
        </p:nvGrpSpPr>
        <p:grpSpPr>
          <a:xfrm>
            <a:off x="6357483" y="4145359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DA70117F-D278-0487-1AB3-69EDAB1721F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E581AB66-C43C-AC44-64D9-D41A953C3C5D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2FED0835-78D8-61FB-2DC8-C725261C277B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374AC192-7500-AB19-1D43-0A36C344AB85}"/>
              </a:ext>
            </a:extLst>
          </p:cNvPr>
          <p:cNvGrpSpPr/>
          <p:nvPr/>
        </p:nvGrpSpPr>
        <p:grpSpPr>
          <a:xfrm>
            <a:off x="6716408" y="4541488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C5D9C504-8059-31E1-24AC-0E213C9AA007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BAD7E790-CEAB-BC68-4493-0971ED957E2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338D2C1-15F8-5AA6-D883-1F8E4E948ED6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66A0BA0F-DF0C-0F35-2A14-A35284E05670}"/>
              </a:ext>
            </a:extLst>
          </p:cNvPr>
          <p:cNvGrpSpPr/>
          <p:nvPr/>
        </p:nvGrpSpPr>
        <p:grpSpPr>
          <a:xfrm>
            <a:off x="5625776" y="4539383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958EA1BF-27FF-7DF7-AFD4-D16DD651D75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04D89CDA-8F28-1FCC-5E2C-0158DE078C0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BF9195C-91B6-5BC9-1977-8B52C44F253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7008DA30-CDBF-3576-8722-94C32B24CC78}"/>
              </a:ext>
            </a:extLst>
          </p:cNvPr>
          <p:cNvGrpSpPr/>
          <p:nvPr/>
        </p:nvGrpSpPr>
        <p:grpSpPr>
          <a:xfrm>
            <a:off x="5711258" y="4893737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A6B6E11A-E99E-CC8C-A0AE-DF1D243EFB1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8C027122-D2CC-BADB-D7F5-10F8C973F4E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40D0DC1-E439-0574-BA28-05E012A0B3B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5AFF331-5D82-BB26-D77B-52E59D391E0B}"/>
              </a:ext>
            </a:extLst>
          </p:cNvPr>
          <p:cNvGrpSpPr/>
          <p:nvPr/>
        </p:nvGrpSpPr>
        <p:grpSpPr>
          <a:xfrm>
            <a:off x="6357468" y="4917548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55D66E73-1413-1113-1338-2F2D6C096EE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7860DFA8-9251-E1DE-3289-9DE3DC662076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DF544B4-4586-F09B-8307-F77A09C055B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F6ADC369-9221-74B7-C099-F6781EF8BB8E}"/>
              </a:ext>
            </a:extLst>
          </p:cNvPr>
          <p:cNvGrpSpPr/>
          <p:nvPr/>
        </p:nvGrpSpPr>
        <p:grpSpPr>
          <a:xfrm>
            <a:off x="7162104" y="3096076"/>
            <a:ext cx="2174152" cy="668722"/>
            <a:chOff x="2296690" y="1088138"/>
            <a:chExt cx="2174152" cy="66872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C8DAA0F-EBFA-9EC4-2222-F78E59E00623}"/>
                </a:ext>
              </a:extLst>
            </p:cNvPr>
            <p:cNvSpPr/>
            <p:nvPr/>
          </p:nvSpPr>
          <p:spPr>
            <a:xfrm>
              <a:off x="2312139" y="1098588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A8474E6-0330-E898-E8BB-D2EA2EE4E993}"/>
                </a:ext>
              </a:extLst>
            </p:cNvPr>
            <p:cNvSpPr/>
            <p:nvPr/>
          </p:nvSpPr>
          <p:spPr>
            <a:xfrm>
              <a:off x="2296690" y="1088318"/>
              <a:ext cx="674475" cy="251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vmnic12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DAD5BBF-5479-0720-30AA-ED00430DD13C}"/>
                </a:ext>
              </a:extLst>
            </p:cNvPr>
            <p:cNvSpPr/>
            <p:nvPr/>
          </p:nvSpPr>
          <p:spPr>
            <a:xfrm>
              <a:off x="2983512" y="1088138"/>
              <a:ext cx="674475" cy="251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vmnic13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D4FC0F9C-8D69-E9C3-DCFD-7FF7ACE77B57}"/>
              </a:ext>
            </a:extLst>
          </p:cNvPr>
          <p:cNvCxnSpPr>
            <a:cxnSpLocks/>
          </p:cNvCxnSpPr>
          <p:nvPr/>
        </p:nvCxnSpPr>
        <p:spPr bwMode="gray">
          <a:xfrm flipV="1">
            <a:off x="7162532" y="3150484"/>
            <a:ext cx="4517" cy="1204202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963636A4-CAE4-10FC-7FFA-9CFE648A6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52610" y="1412363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AD9E8E5A-E5CB-F915-9AE6-6474A70DFA34}"/>
              </a:ext>
            </a:extLst>
          </p:cNvPr>
          <p:cNvSpPr/>
          <p:nvPr/>
        </p:nvSpPr>
        <p:spPr>
          <a:xfrm>
            <a:off x="6094412" y="1413603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B165876D-7BF4-3D3F-4051-A29CAE0C12D0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>
            <a:off x="5618126" y="1662633"/>
            <a:ext cx="476286" cy="1240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ED6FADC5-70E6-170D-9E0C-26FB8BFF79E8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H="1" flipV="1">
            <a:off x="6722897" y="1914142"/>
            <a:ext cx="1463267" cy="118193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29">
            <a:extLst>
              <a:ext uri="{FF2B5EF4-FFF2-40B4-BE49-F238E27FC236}">
                <a16:creationId xmlns:a16="http://schemas.microsoft.com/office/drawing/2014/main" id="{ABEB4D3F-022C-8EC8-779A-075DF2534AB9}"/>
              </a:ext>
            </a:extLst>
          </p:cNvPr>
          <p:cNvSpPr/>
          <p:nvPr/>
        </p:nvSpPr>
        <p:spPr>
          <a:xfrm>
            <a:off x="4909053" y="1077652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Backup switch</a:t>
            </a:r>
          </a:p>
        </p:txBody>
      </p:sp>
      <p:sp>
        <p:nvSpPr>
          <p:cNvPr id="45" name="副標題 44">
            <a:extLst>
              <a:ext uri="{FF2B5EF4-FFF2-40B4-BE49-F238E27FC236}">
                <a16:creationId xmlns:a16="http://schemas.microsoft.com/office/drawing/2014/main" id="{2D706C0C-E7BC-0AC0-5C85-80387FA206A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DE43D11B-4479-5A84-0ACF-92762DF70C79}"/>
              </a:ext>
            </a:extLst>
          </p:cNvPr>
          <p:cNvCxnSpPr>
            <a:cxnSpLocks/>
            <a:stCxn id="30" idx="0"/>
            <a:endCxn id="91" idx="2"/>
          </p:cNvCxnSpPr>
          <p:nvPr/>
        </p:nvCxnSpPr>
        <p:spPr bwMode="gray">
          <a:xfrm flipH="1" flipV="1">
            <a:off x="4985368" y="1912902"/>
            <a:ext cx="2513974" cy="118335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7A4AB604-E5EE-FE84-54EA-811ADFD6B985}"/>
              </a:ext>
            </a:extLst>
          </p:cNvPr>
          <p:cNvGrpSpPr/>
          <p:nvPr/>
        </p:nvGrpSpPr>
        <p:grpSpPr>
          <a:xfrm>
            <a:off x="2905286" y="2886263"/>
            <a:ext cx="2213104" cy="658272"/>
            <a:chOff x="819404" y="982294"/>
            <a:chExt cx="2213104" cy="65827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78F3482-6513-890E-3664-7BD9716EB7CD}"/>
                </a:ext>
              </a:extLst>
            </p:cNvPr>
            <p:cNvSpPr/>
            <p:nvPr/>
          </p:nvSpPr>
          <p:spPr>
            <a:xfrm>
              <a:off x="873805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FBAA84D-5DB3-1129-DCD0-632B1E069DA5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CC492660-86F5-D971-1A11-D6331715E9EA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9619B08E-A93D-2688-C092-9AD1655FDD0C}"/>
              </a:ext>
            </a:extLst>
          </p:cNvPr>
          <p:cNvCxnSpPr>
            <a:cxnSpLocks/>
            <a:stCxn id="32" idx="1"/>
            <a:endCxn id="63" idx="1"/>
          </p:cNvCxnSpPr>
          <p:nvPr/>
        </p:nvCxnSpPr>
        <p:spPr bwMode="gray">
          <a:xfrm flipH="1">
            <a:off x="2883952" y="3012955"/>
            <a:ext cx="21334" cy="1216754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6732DE3D-519C-2AD0-500F-1A5A6E539A80}"/>
              </a:ext>
            </a:extLst>
          </p:cNvPr>
          <p:cNvCxnSpPr>
            <a:cxnSpLocks/>
            <a:stCxn id="27" idx="0"/>
            <a:endCxn id="92" idx="2"/>
          </p:cNvCxnSpPr>
          <p:nvPr/>
        </p:nvCxnSpPr>
        <p:spPr bwMode="gray">
          <a:xfrm flipV="1">
            <a:off x="4039039" y="1914142"/>
            <a:ext cx="2683858" cy="972121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21EBD167-54D4-94D3-95E4-0FF0A2DF47A3}"/>
              </a:ext>
            </a:extLst>
          </p:cNvPr>
          <p:cNvCxnSpPr>
            <a:cxnSpLocks/>
            <a:stCxn id="32" idx="0"/>
            <a:endCxn id="91" idx="2"/>
          </p:cNvCxnSpPr>
          <p:nvPr/>
        </p:nvCxnSpPr>
        <p:spPr bwMode="gray">
          <a:xfrm flipV="1">
            <a:off x="3242524" y="1912902"/>
            <a:ext cx="1742844" cy="99042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01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C07C-039F-CD6F-EEF1-517725C5A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D2978C-4B40-6058-6DD0-3BB4491AE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MES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40CB872-7029-3304-9F98-89F27FF84868}"/>
              </a:ext>
            </a:extLst>
          </p:cNvPr>
          <p:cNvGrpSpPr/>
          <p:nvPr/>
        </p:nvGrpSpPr>
        <p:grpSpPr>
          <a:xfrm>
            <a:off x="428801" y="1115341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0EC5087-C3E5-5313-B9B2-1BC8C42C1420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232FD58F-99FF-0F08-A016-4D4E93782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8E8A2042-6B47-056E-4960-F7A47DFB9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DDDBF0B1-002D-AE1C-0C21-C18E92C0B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BC98A21C-59ED-B70C-F678-F9450996C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8D99AF6F-020D-1D37-A4BB-1CAB7BC1D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D10467E-000B-93A8-063B-5DEEF1F9FC3A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4721567D-B4F5-DAD6-AA75-26BE51281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20BD8F5E-85C2-C341-0485-E333B28C0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91967C20-48C9-388A-DE4B-0B5133020C0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CB50C0FD-D6D4-689B-5003-827416AB6E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FC4C1A28-FB2B-98B1-78A6-1EF5E42BF4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E2F6B69-9845-1365-227A-124E79A8F192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3AADA35C-70D9-A367-3EE2-5A1E1E1CFC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553CD267-47F4-2DB0-BD33-D589329CF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7A50C9BA-B08B-F3BC-7430-F11FAE2AD982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906C16F2-DE75-5FB7-31E0-AB4C0D7736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1954DAC1-647B-A480-2D26-06AC4C58F9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6BBC2BE1-1497-CFA7-E9B9-E6C8C18D4681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D33BB0DC-980B-E5AA-C9AB-69A5D354B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342FF820-0C1A-EF5C-01E9-5A232ED59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8DA596F5-05EA-EB38-6D76-B9C2378D6426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AFDA1FCB-3B2C-046C-A984-21AC4851E7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79281B42-1ABC-4D64-7A8A-904F023EAB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84A7844-B473-A07B-C711-F33EEC5259DE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B5EDBB3C-FE6C-2E7C-0C35-B906C00F0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EFE6DBFD-C916-9FD5-2C00-859E793E3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EC51E46C-A94C-E81C-4805-4E3BCF58EFD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1EF77860-38E4-F836-7DBB-0CF34E7ED1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F2789D13-34C8-B92D-4490-4300004D41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2413FB36-DD60-14A7-255A-39CEA40DE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3C27B62E-5753-B865-0C5B-2E0B7CCE3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530" y="1204295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1　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57CD1D-CDDE-BFA4-B94C-8C476CC9ECA3}"/>
              </a:ext>
            </a:extLst>
          </p:cNvPr>
          <p:cNvGrpSpPr/>
          <p:nvPr/>
        </p:nvGrpSpPr>
        <p:grpSpPr>
          <a:xfrm>
            <a:off x="1583136" y="1713697"/>
            <a:ext cx="109364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966F72DB-8839-6BB8-80C5-D1969639C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DC1FCC55-4B6E-006D-3F63-7F3F35C84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73F6AC64-AC31-F682-AB3C-4B7FDEED4F51}"/>
              </a:ext>
            </a:extLst>
          </p:cNvPr>
          <p:cNvGrpSpPr/>
          <p:nvPr/>
        </p:nvGrpSpPr>
        <p:grpSpPr>
          <a:xfrm>
            <a:off x="3694430" y="127947"/>
            <a:ext cx="4989030" cy="582235"/>
            <a:chOff x="7013317" y="1563598"/>
            <a:chExt cx="4366401" cy="1698272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D1BD0515-65F8-0A67-B69B-5F1CFD088A54}"/>
                </a:ext>
              </a:extLst>
            </p:cNvPr>
            <p:cNvSpPr txBox="1"/>
            <p:nvPr/>
          </p:nvSpPr>
          <p:spPr>
            <a:xfrm>
              <a:off x="7941651" y="1563598"/>
              <a:ext cx="2991984" cy="10769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endParaRPr lang="en-US" sz="2399" b="1" u="sng">
                <a:solidFill>
                  <a:schemeClr val="tx1">
                    <a:lumMod val="95000"/>
                    <a:lumOff val="5000"/>
                  </a:schemeClr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473C0887-D524-A52E-458B-3728249F7E00}"/>
                </a:ext>
              </a:extLst>
            </p:cNvPr>
            <p:cNvSpPr txBox="1"/>
            <p:nvPr/>
          </p:nvSpPr>
          <p:spPr>
            <a:xfrm>
              <a:off x="7013317" y="2442338"/>
              <a:ext cx="1904756" cy="7386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  <a:b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</a:b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08723DC9-A3F4-E44F-24C2-7E4F3049A871}"/>
                </a:ext>
              </a:extLst>
            </p:cNvPr>
            <p:cNvSpPr txBox="1"/>
            <p:nvPr/>
          </p:nvSpPr>
          <p:spPr>
            <a:xfrm>
              <a:off x="9579661" y="2446306"/>
              <a:ext cx="1800057" cy="8155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</a:p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</p:grpSp>
      <p:sp>
        <p:nvSpPr>
          <p:cNvPr id="12" name="副標題 11">
            <a:extLst>
              <a:ext uri="{FF2B5EF4-FFF2-40B4-BE49-F238E27FC236}">
                <a16:creationId xmlns:a16="http://schemas.microsoft.com/office/drawing/2014/main" id="{DFA7D896-7356-4C73-6416-93E1F709B35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endParaRPr lang="en-US"/>
          </a:p>
        </p:txBody>
      </p:sp>
      <p:grpSp>
        <p:nvGrpSpPr>
          <p:cNvPr id="418" name="Group 79">
            <a:extLst>
              <a:ext uri="{FF2B5EF4-FFF2-40B4-BE49-F238E27FC236}">
                <a16:creationId xmlns:a16="http://schemas.microsoft.com/office/drawing/2014/main" id="{E0F846D2-0AC8-A17A-98D5-C5297F1BBEB8}"/>
              </a:ext>
            </a:extLst>
          </p:cNvPr>
          <p:cNvGrpSpPr/>
          <p:nvPr/>
        </p:nvGrpSpPr>
        <p:grpSpPr>
          <a:xfrm>
            <a:off x="428801" y="3668837"/>
            <a:ext cx="5341574" cy="2293191"/>
            <a:chOff x="1317226" y="3852345"/>
            <a:chExt cx="5342965" cy="2293788"/>
          </a:xfrm>
        </p:grpSpPr>
        <p:sp>
          <p:nvSpPr>
            <p:cNvPr id="419" name="Rectangle 80">
              <a:extLst>
                <a:ext uri="{FF2B5EF4-FFF2-40B4-BE49-F238E27FC236}">
                  <a16:creationId xmlns:a16="http://schemas.microsoft.com/office/drawing/2014/main" id="{ED3421A4-D63A-D5EF-E686-3BA7F34F2F15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1" name="Rectangle 1491">
              <a:extLst>
                <a:ext uri="{FF2B5EF4-FFF2-40B4-BE49-F238E27FC236}">
                  <a16:creationId xmlns:a16="http://schemas.microsoft.com/office/drawing/2014/main" id="{93529FF2-3AA9-4A1E-DBDE-A56E9F731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412137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2" name="Rectangle 1619">
              <a:extLst>
                <a:ext uri="{FF2B5EF4-FFF2-40B4-BE49-F238E27FC236}">
                  <a16:creationId xmlns:a16="http://schemas.microsoft.com/office/drawing/2014/main" id="{0240B7FD-3C0E-2604-0375-743E135AB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3" name="Rectangle 1620">
              <a:extLst>
                <a:ext uri="{FF2B5EF4-FFF2-40B4-BE49-F238E27FC236}">
                  <a16:creationId xmlns:a16="http://schemas.microsoft.com/office/drawing/2014/main" id="{24EE7A41-D5D3-AD24-125A-F45FBA2C5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412136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8" name="Rectangle 1623">
              <a:extLst>
                <a:ext uri="{FF2B5EF4-FFF2-40B4-BE49-F238E27FC236}">
                  <a16:creationId xmlns:a16="http://schemas.microsoft.com/office/drawing/2014/main" id="{8AF57F4A-8A34-A1C5-7E20-F975595EFBF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536585" y="4653642"/>
              <a:ext cx="61503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1" name="Rectangle 1626">
              <a:extLst>
                <a:ext uri="{FF2B5EF4-FFF2-40B4-BE49-F238E27FC236}">
                  <a16:creationId xmlns:a16="http://schemas.microsoft.com/office/drawing/2014/main" id="{DF95F6F6-4367-1D2F-99D8-B66B490E4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3" name="Rectangle 1628">
              <a:extLst>
                <a:ext uri="{FF2B5EF4-FFF2-40B4-BE49-F238E27FC236}">
                  <a16:creationId xmlns:a16="http://schemas.microsoft.com/office/drawing/2014/main" id="{9130B6A5-BB24-35F3-8090-1F59536B3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13" y="452350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4" name="Rectangle 1629">
              <a:extLst>
                <a:ext uri="{FF2B5EF4-FFF2-40B4-BE49-F238E27FC236}">
                  <a16:creationId xmlns:a16="http://schemas.microsoft.com/office/drawing/2014/main" id="{74FEEE49-CB60-0A63-0129-DED39117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435" name="Group 101">
              <a:extLst>
                <a:ext uri="{FF2B5EF4-FFF2-40B4-BE49-F238E27FC236}">
                  <a16:creationId xmlns:a16="http://schemas.microsoft.com/office/drawing/2014/main" id="{C4AD7E6A-9179-7B90-F4C6-952A84B2AAED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289" name="Rectangle 1630">
                <a:extLst>
                  <a:ext uri="{FF2B5EF4-FFF2-40B4-BE49-F238E27FC236}">
                    <a16:creationId xmlns:a16="http://schemas.microsoft.com/office/drawing/2014/main" id="{E453BAA4-3EF7-61DC-88EA-8935E69A4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90" name="Rectangle 1630">
                <a:extLst>
                  <a:ext uri="{FF2B5EF4-FFF2-40B4-BE49-F238E27FC236}">
                    <a16:creationId xmlns:a16="http://schemas.microsoft.com/office/drawing/2014/main" id="{E4552313-A3FE-118D-CAEA-35554CDE1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91" name="Group 125">
                <a:extLst>
                  <a:ext uri="{FF2B5EF4-FFF2-40B4-BE49-F238E27FC236}">
                    <a16:creationId xmlns:a16="http://schemas.microsoft.com/office/drawing/2014/main" id="{F151F6BD-4C3B-C6C9-32B0-68BE130CF4C9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92" name="Rectangle 1630">
                  <a:extLst>
                    <a:ext uri="{FF2B5EF4-FFF2-40B4-BE49-F238E27FC236}">
                      <a16:creationId xmlns:a16="http://schemas.microsoft.com/office/drawing/2014/main" id="{B54EF478-4D86-F931-179B-F8E2BBAAE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93" name="Rectangle 1484">
                  <a:extLst>
                    <a:ext uri="{FF2B5EF4-FFF2-40B4-BE49-F238E27FC236}">
                      <a16:creationId xmlns:a16="http://schemas.microsoft.com/office/drawing/2014/main" id="{A14A5314-B8EA-DC56-99A4-DFA5D1B05A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6" name="Group 102">
              <a:extLst>
                <a:ext uri="{FF2B5EF4-FFF2-40B4-BE49-F238E27FC236}">
                  <a16:creationId xmlns:a16="http://schemas.microsoft.com/office/drawing/2014/main" id="{825F5DF9-785A-D5B6-D9FF-E6073AB106E9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284" name="Rectangle 1630">
                <a:extLst>
                  <a:ext uri="{FF2B5EF4-FFF2-40B4-BE49-F238E27FC236}">
                    <a16:creationId xmlns:a16="http://schemas.microsoft.com/office/drawing/2014/main" id="{F74EDB42-29B1-64DF-27F4-C40FA9793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5" name="Rectangle 1630">
                <a:extLst>
                  <a:ext uri="{FF2B5EF4-FFF2-40B4-BE49-F238E27FC236}">
                    <a16:creationId xmlns:a16="http://schemas.microsoft.com/office/drawing/2014/main" id="{BB4135D4-A8B6-CB2C-6DCF-066BC06DA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6" name="Group 120">
                <a:extLst>
                  <a:ext uri="{FF2B5EF4-FFF2-40B4-BE49-F238E27FC236}">
                    <a16:creationId xmlns:a16="http://schemas.microsoft.com/office/drawing/2014/main" id="{075DC6A8-A1FA-2165-C39F-893AA438568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7" name="Rectangle 1630">
                  <a:extLst>
                    <a:ext uri="{FF2B5EF4-FFF2-40B4-BE49-F238E27FC236}">
                      <a16:creationId xmlns:a16="http://schemas.microsoft.com/office/drawing/2014/main" id="{88446B61-4245-1A7E-28EB-2E99AA4CF0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8" name="Rectangle 1484">
                  <a:extLst>
                    <a:ext uri="{FF2B5EF4-FFF2-40B4-BE49-F238E27FC236}">
                      <a16:creationId xmlns:a16="http://schemas.microsoft.com/office/drawing/2014/main" id="{16E50CB8-6BD2-31D6-C930-B273157D7C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7" name="Group 103">
              <a:extLst>
                <a:ext uri="{FF2B5EF4-FFF2-40B4-BE49-F238E27FC236}">
                  <a16:creationId xmlns:a16="http://schemas.microsoft.com/office/drawing/2014/main" id="{C0FD302A-137F-ED50-FE27-5FD05BAFDE6C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447" name="Rectangle 1630">
                <a:extLst>
                  <a:ext uri="{FF2B5EF4-FFF2-40B4-BE49-F238E27FC236}">
                    <a16:creationId xmlns:a16="http://schemas.microsoft.com/office/drawing/2014/main" id="{E0062209-D02D-A1FD-B2A8-33CC53C68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0" name="Rectangle 1630">
                <a:extLst>
                  <a:ext uri="{FF2B5EF4-FFF2-40B4-BE49-F238E27FC236}">
                    <a16:creationId xmlns:a16="http://schemas.microsoft.com/office/drawing/2014/main" id="{58EF3621-B3FD-A94E-CE76-028F73A9A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1" name="Group 115">
                <a:extLst>
                  <a:ext uri="{FF2B5EF4-FFF2-40B4-BE49-F238E27FC236}">
                    <a16:creationId xmlns:a16="http://schemas.microsoft.com/office/drawing/2014/main" id="{C2BCF452-EA14-4EAA-A68B-AACD7FE83D99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2" name="Rectangle 1630">
                  <a:extLst>
                    <a:ext uri="{FF2B5EF4-FFF2-40B4-BE49-F238E27FC236}">
                      <a16:creationId xmlns:a16="http://schemas.microsoft.com/office/drawing/2014/main" id="{37C345B2-0A9A-F6E7-B7BC-A7ABC2D0A7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3" name="Rectangle 1484">
                  <a:extLst>
                    <a:ext uri="{FF2B5EF4-FFF2-40B4-BE49-F238E27FC236}">
                      <a16:creationId xmlns:a16="http://schemas.microsoft.com/office/drawing/2014/main" id="{DC609F0C-D131-3968-6F0A-4E6E93806F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8" name="Group 104">
              <a:extLst>
                <a:ext uri="{FF2B5EF4-FFF2-40B4-BE49-F238E27FC236}">
                  <a16:creationId xmlns:a16="http://schemas.microsoft.com/office/drawing/2014/main" id="{B75B6E79-9557-3233-9334-5345A919B102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442" name="Rectangle 1630">
                <a:extLst>
                  <a:ext uri="{FF2B5EF4-FFF2-40B4-BE49-F238E27FC236}">
                    <a16:creationId xmlns:a16="http://schemas.microsoft.com/office/drawing/2014/main" id="{9A1EC8F7-43B9-8E05-B02F-CB153FE78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43" name="Rectangle 1630">
                <a:extLst>
                  <a:ext uri="{FF2B5EF4-FFF2-40B4-BE49-F238E27FC236}">
                    <a16:creationId xmlns:a16="http://schemas.microsoft.com/office/drawing/2014/main" id="{B4C93A74-9532-E544-1EBA-4EF51F344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44" name="Group 110">
                <a:extLst>
                  <a:ext uri="{FF2B5EF4-FFF2-40B4-BE49-F238E27FC236}">
                    <a16:creationId xmlns:a16="http://schemas.microsoft.com/office/drawing/2014/main" id="{B445DC5C-705F-F780-3F94-7154DE80613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5" name="Rectangle 1630">
                  <a:extLst>
                    <a:ext uri="{FF2B5EF4-FFF2-40B4-BE49-F238E27FC236}">
                      <a16:creationId xmlns:a16="http://schemas.microsoft.com/office/drawing/2014/main" id="{C16286B9-A664-B51C-5246-59AD968F66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46" name="Rectangle 1484">
                  <a:extLst>
                    <a:ext uri="{FF2B5EF4-FFF2-40B4-BE49-F238E27FC236}">
                      <a16:creationId xmlns:a16="http://schemas.microsoft.com/office/drawing/2014/main" id="{1AD55402-8CAF-8239-6294-604B379BEA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440" name="Rectangle 1628">
              <a:extLst>
                <a:ext uri="{FF2B5EF4-FFF2-40B4-BE49-F238E27FC236}">
                  <a16:creationId xmlns:a16="http://schemas.microsoft.com/office/drawing/2014/main" id="{36B228BB-3FF5-7F1F-D73C-A1BE48617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044" y="451613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41" name="Rectangle 1629">
              <a:extLst>
                <a:ext uri="{FF2B5EF4-FFF2-40B4-BE49-F238E27FC236}">
                  <a16:creationId xmlns:a16="http://schemas.microsoft.com/office/drawing/2014/main" id="{735D3B71-80A3-D533-9D3F-8ADFBA8D6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294" name="Rectangle 1490">
            <a:extLst>
              <a:ext uri="{FF2B5EF4-FFF2-40B4-BE49-F238E27FC236}">
                <a16:creationId xmlns:a16="http://schemas.microsoft.com/office/drawing/2014/main" id="{20428C04-D95C-4188-B951-1843C09BE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530" y="3757791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3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A75AF13E-0D3F-570F-6246-9433B549C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33" y="2338139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1B6DA7AD-2C28-B406-3BDB-73A08BB66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160" y="2383128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CD4BF4AE-7D9A-9296-8969-ECF187C6B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293" y="2391259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316508EE-202A-2300-09FE-DD85C4F2D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044" y="2412908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1" name="Rectangle 1491">
            <a:extLst>
              <a:ext uri="{FF2B5EF4-FFF2-40B4-BE49-F238E27FC236}">
                <a16:creationId xmlns:a16="http://schemas.microsoft.com/office/drawing/2014/main" id="{E9C69280-C159-7911-24C3-63A22546E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32" y="4881549"/>
            <a:ext cx="2411509" cy="90407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2" name="Rectangle 1620">
            <a:extLst>
              <a:ext uri="{FF2B5EF4-FFF2-40B4-BE49-F238E27FC236}">
                <a16:creationId xmlns:a16="http://schemas.microsoft.com/office/drawing/2014/main" id="{FC2169C7-4676-864F-4790-2D5F9F6A3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061" y="4937062"/>
            <a:ext cx="2356416" cy="87700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4" name="Rectangle 1490">
            <a:extLst>
              <a:ext uri="{FF2B5EF4-FFF2-40B4-BE49-F238E27FC236}">
                <a16:creationId xmlns:a16="http://schemas.microsoft.com/office/drawing/2014/main" id="{986BB772-B623-02E3-7920-7FE53858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348" y="5020743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5" name="Rectangle 1490">
            <a:extLst>
              <a:ext uri="{FF2B5EF4-FFF2-40B4-BE49-F238E27FC236}">
                <a16:creationId xmlns:a16="http://schemas.microsoft.com/office/drawing/2014/main" id="{702E27B2-696D-B6B7-F3B6-388CECB3F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61" y="4927272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5E93FBFE-47A6-F741-95AF-0B072DE7E996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pSp>
        <p:nvGrpSpPr>
          <p:cNvPr id="9364" name="Group 79">
            <a:extLst>
              <a:ext uri="{FF2B5EF4-FFF2-40B4-BE49-F238E27FC236}">
                <a16:creationId xmlns:a16="http://schemas.microsoft.com/office/drawing/2014/main" id="{21677E3D-2C15-805B-035D-2AE4E0C7068C}"/>
              </a:ext>
            </a:extLst>
          </p:cNvPr>
          <p:cNvGrpSpPr/>
          <p:nvPr/>
        </p:nvGrpSpPr>
        <p:grpSpPr>
          <a:xfrm>
            <a:off x="5968685" y="1089274"/>
            <a:ext cx="5341574" cy="2293191"/>
            <a:chOff x="1317226" y="3852345"/>
            <a:chExt cx="5342965" cy="2293788"/>
          </a:xfrm>
        </p:grpSpPr>
        <p:sp>
          <p:nvSpPr>
            <p:cNvPr id="9365" name="Rectangle 80">
              <a:extLst>
                <a:ext uri="{FF2B5EF4-FFF2-40B4-BE49-F238E27FC236}">
                  <a16:creationId xmlns:a16="http://schemas.microsoft.com/office/drawing/2014/main" id="{988EBCDD-9CC3-7312-28C8-D3F7D07C2809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7" name="Rectangle 1491">
              <a:extLst>
                <a:ext uri="{FF2B5EF4-FFF2-40B4-BE49-F238E27FC236}">
                  <a16:creationId xmlns:a16="http://schemas.microsoft.com/office/drawing/2014/main" id="{1B5DBBFB-29C3-6115-C983-1C32863EB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8" name="Rectangle 1619">
              <a:extLst>
                <a:ext uri="{FF2B5EF4-FFF2-40B4-BE49-F238E27FC236}">
                  <a16:creationId xmlns:a16="http://schemas.microsoft.com/office/drawing/2014/main" id="{036BBC4A-53C8-40CF-FD31-5F92ABBE6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9" name="Rectangle 1620">
              <a:extLst>
                <a:ext uri="{FF2B5EF4-FFF2-40B4-BE49-F238E27FC236}">
                  <a16:creationId xmlns:a16="http://schemas.microsoft.com/office/drawing/2014/main" id="{2CC8CA6F-204C-0999-B945-24D889AF4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0" name="Rectangle 1626">
              <a:extLst>
                <a:ext uri="{FF2B5EF4-FFF2-40B4-BE49-F238E27FC236}">
                  <a16:creationId xmlns:a16="http://schemas.microsoft.com/office/drawing/2014/main" id="{FDAE0922-FA8D-A460-EC37-A5BE4CC1B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1" name="Rectangle 1629">
              <a:extLst>
                <a:ext uri="{FF2B5EF4-FFF2-40B4-BE49-F238E27FC236}">
                  <a16:creationId xmlns:a16="http://schemas.microsoft.com/office/drawing/2014/main" id="{4DDE4C5B-2B10-0762-01AF-91FC42816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9372" name="Group 101">
              <a:extLst>
                <a:ext uri="{FF2B5EF4-FFF2-40B4-BE49-F238E27FC236}">
                  <a16:creationId xmlns:a16="http://schemas.microsoft.com/office/drawing/2014/main" id="{160754B8-986D-554F-5CE5-5B1C1E9DAB15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392" name="Rectangle 1630">
                <a:extLst>
                  <a:ext uri="{FF2B5EF4-FFF2-40B4-BE49-F238E27FC236}">
                    <a16:creationId xmlns:a16="http://schemas.microsoft.com/office/drawing/2014/main" id="{0AD333BB-C9EF-2D05-31E3-CF01FA2BB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93" name="Rectangle 1630">
                <a:extLst>
                  <a:ext uri="{FF2B5EF4-FFF2-40B4-BE49-F238E27FC236}">
                    <a16:creationId xmlns:a16="http://schemas.microsoft.com/office/drawing/2014/main" id="{E16B2337-F064-FDAD-64F3-08126FD47D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94" name="Group 125">
                <a:extLst>
                  <a:ext uri="{FF2B5EF4-FFF2-40B4-BE49-F238E27FC236}">
                    <a16:creationId xmlns:a16="http://schemas.microsoft.com/office/drawing/2014/main" id="{18F3FEDE-6AF3-20A2-5EF9-7B135F200B9D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5" name="Rectangle 1630">
                  <a:extLst>
                    <a:ext uri="{FF2B5EF4-FFF2-40B4-BE49-F238E27FC236}">
                      <a16:creationId xmlns:a16="http://schemas.microsoft.com/office/drawing/2014/main" id="{E51EF1DC-CD7F-9D24-DCE5-6753EE9F1F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6" name="Rectangle 1484">
                  <a:extLst>
                    <a:ext uri="{FF2B5EF4-FFF2-40B4-BE49-F238E27FC236}">
                      <a16:creationId xmlns:a16="http://schemas.microsoft.com/office/drawing/2014/main" id="{63187BD0-9B6A-D2ED-C08B-AE64876045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3" name="Group 102">
              <a:extLst>
                <a:ext uri="{FF2B5EF4-FFF2-40B4-BE49-F238E27FC236}">
                  <a16:creationId xmlns:a16="http://schemas.microsoft.com/office/drawing/2014/main" id="{E35E56C6-8F34-1CB9-10D8-9A7BB15950D5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387" name="Rectangle 1630">
                <a:extLst>
                  <a:ext uri="{FF2B5EF4-FFF2-40B4-BE49-F238E27FC236}">
                    <a16:creationId xmlns:a16="http://schemas.microsoft.com/office/drawing/2014/main" id="{F8AEF199-72AF-21EB-4C5B-D0761D7BC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8" name="Rectangle 1630">
                <a:extLst>
                  <a:ext uri="{FF2B5EF4-FFF2-40B4-BE49-F238E27FC236}">
                    <a16:creationId xmlns:a16="http://schemas.microsoft.com/office/drawing/2014/main" id="{0A7ED626-4EA9-A262-8F13-28D9A58ED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9" name="Group 120">
                <a:extLst>
                  <a:ext uri="{FF2B5EF4-FFF2-40B4-BE49-F238E27FC236}">
                    <a16:creationId xmlns:a16="http://schemas.microsoft.com/office/drawing/2014/main" id="{01A9235A-AD13-BBA5-7DC1-01A6E074A453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0" name="Rectangle 1630">
                  <a:extLst>
                    <a:ext uri="{FF2B5EF4-FFF2-40B4-BE49-F238E27FC236}">
                      <a16:creationId xmlns:a16="http://schemas.microsoft.com/office/drawing/2014/main" id="{5167ABE6-534E-0C15-B716-19729AF543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1" name="Rectangle 1484">
                  <a:extLst>
                    <a:ext uri="{FF2B5EF4-FFF2-40B4-BE49-F238E27FC236}">
                      <a16:creationId xmlns:a16="http://schemas.microsoft.com/office/drawing/2014/main" id="{DDB7A399-8EC4-525A-1D4A-F5B4AE41A0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4" name="Group 103">
              <a:extLst>
                <a:ext uri="{FF2B5EF4-FFF2-40B4-BE49-F238E27FC236}">
                  <a16:creationId xmlns:a16="http://schemas.microsoft.com/office/drawing/2014/main" id="{C1BBFDE4-1D4A-006F-828F-2DDD3B06AA17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9382" name="Rectangle 1630">
                <a:extLst>
                  <a:ext uri="{FF2B5EF4-FFF2-40B4-BE49-F238E27FC236}">
                    <a16:creationId xmlns:a16="http://schemas.microsoft.com/office/drawing/2014/main" id="{04D853A6-A9CB-3754-CD91-6F920FEE9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3" name="Rectangle 1630">
                <a:extLst>
                  <a:ext uri="{FF2B5EF4-FFF2-40B4-BE49-F238E27FC236}">
                    <a16:creationId xmlns:a16="http://schemas.microsoft.com/office/drawing/2014/main" id="{213761E0-8A2E-F2CC-FCFA-F1F37E3E5F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4" name="Group 115">
                <a:extLst>
                  <a:ext uri="{FF2B5EF4-FFF2-40B4-BE49-F238E27FC236}">
                    <a16:creationId xmlns:a16="http://schemas.microsoft.com/office/drawing/2014/main" id="{B5D99C81-1BF5-C7F4-AE81-42A4C473552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5" name="Rectangle 1630">
                  <a:extLst>
                    <a:ext uri="{FF2B5EF4-FFF2-40B4-BE49-F238E27FC236}">
                      <a16:creationId xmlns:a16="http://schemas.microsoft.com/office/drawing/2014/main" id="{F62702D2-2A1F-36F8-D091-4634A56EF0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6" name="Rectangle 1484">
                  <a:extLst>
                    <a:ext uri="{FF2B5EF4-FFF2-40B4-BE49-F238E27FC236}">
                      <a16:creationId xmlns:a16="http://schemas.microsoft.com/office/drawing/2014/main" id="{D7BA20E0-C582-9B3B-50A5-070943D4DB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5" name="Group 104">
              <a:extLst>
                <a:ext uri="{FF2B5EF4-FFF2-40B4-BE49-F238E27FC236}">
                  <a16:creationId xmlns:a16="http://schemas.microsoft.com/office/drawing/2014/main" id="{BD343369-F644-F575-37B3-E9A9D9BF5D8A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9377" name="Rectangle 1630">
                <a:extLst>
                  <a:ext uri="{FF2B5EF4-FFF2-40B4-BE49-F238E27FC236}">
                    <a16:creationId xmlns:a16="http://schemas.microsoft.com/office/drawing/2014/main" id="{9331A6B1-03C5-EB95-76A5-8380AC587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78" name="Rectangle 1630">
                <a:extLst>
                  <a:ext uri="{FF2B5EF4-FFF2-40B4-BE49-F238E27FC236}">
                    <a16:creationId xmlns:a16="http://schemas.microsoft.com/office/drawing/2014/main" id="{31B4E476-CDEF-AD9B-5C61-F0F516E21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79" name="Group 110">
                <a:extLst>
                  <a:ext uri="{FF2B5EF4-FFF2-40B4-BE49-F238E27FC236}">
                    <a16:creationId xmlns:a16="http://schemas.microsoft.com/office/drawing/2014/main" id="{96FF3F9E-95DD-31E4-E883-5CC749FDF413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0" name="Rectangle 1630">
                  <a:extLst>
                    <a:ext uri="{FF2B5EF4-FFF2-40B4-BE49-F238E27FC236}">
                      <a16:creationId xmlns:a16="http://schemas.microsoft.com/office/drawing/2014/main" id="{5A7AF5AC-6E57-9D8E-89FB-F2960967F9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1" name="Rectangle 1484">
                  <a:extLst>
                    <a:ext uri="{FF2B5EF4-FFF2-40B4-BE49-F238E27FC236}">
                      <a16:creationId xmlns:a16="http://schemas.microsoft.com/office/drawing/2014/main" id="{1000F8D7-C207-872E-873E-9AE05A0219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9376" name="Rectangle 1629">
              <a:extLst>
                <a:ext uri="{FF2B5EF4-FFF2-40B4-BE49-F238E27FC236}">
                  <a16:creationId xmlns:a16="http://schemas.microsoft.com/office/drawing/2014/main" id="{910C25DF-9BB0-C0A4-E7E7-14246284E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397" name="Rectangle 1490">
            <a:extLst>
              <a:ext uri="{FF2B5EF4-FFF2-40B4-BE49-F238E27FC236}">
                <a16:creationId xmlns:a16="http://schemas.microsoft.com/office/drawing/2014/main" id="{3A7CA2C6-CDA7-5F26-2F92-2DEDA2825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414" y="1178228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2</a:t>
            </a:r>
            <a:r>
              <a:rPr lang="zh-TW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zh-TW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DC2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9398" name="Group 10">
            <a:extLst>
              <a:ext uri="{FF2B5EF4-FFF2-40B4-BE49-F238E27FC236}">
                <a16:creationId xmlns:a16="http://schemas.microsoft.com/office/drawing/2014/main" id="{72CBADB0-D5E8-F33B-2A57-0D034CFB7CF5}"/>
              </a:ext>
            </a:extLst>
          </p:cNvPr>
          <p:cNvGrpSpPr/>
          <p:nvPr/>
        </p:nvGrpSpPr>
        <p:grpSpPr>
          <a:xfrm>
            <a:off x="7123020" y="1687630"/>
            <a:ext cx="1093644" cy="140395"/>
            <a:chOff x="7732445" y="2099978"/>
            <a:chExt cx="1104273" cy="140395"/>
          </a:xfrm>
        </p:grpSpPr>
        <p:sp>
          <p:nvSpPr>
            <p:cNvPr id="9399" name="Rectangle 1622">
              <a:extLst>
                <a:ext uri="{FF2B5EF4-FFF2-40B4-BE49-F238E27FC236}">
                  <a16:creationId xmlns:a16="http://schemas.microsoft.com/office/drawing/2014/main" id="{C4962A14-4A21-A1EA-712E-2EEB90DFB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400" name="Rectangle 1622">
              <a:extLst>
                <a:ext uri="{FF2B5EF4-FFF2-40B4-BE49-F238E27FC236}">
                  <a16:creationId xmlns:a16="http://schemas.microsoft.com/office/drawing/2014/main" id="{1829717D-9741-964F-87A2-8691AB20D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402" name="Rectangle 1491">
            <a:extLst>
              <a:ext uri="{FF2B5EF4-FFF2-40B4-BE49-F238E27FC236}">
                <a16:creationId xmlns:a16="http://schemas.microsoft.com/office/drawing/2014/main" id="{E8D6C189-98E2-367F-7EFA-FC9CF9353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7417" y="2312072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3" name="Rectangle 1620">
            <a:extLst>
              <a:ext uri="{FF2B5EF4-FFF2-40B4-BE49-F238E27FC236}">
                <a16:creationId xmlns:a16="http://schemas.microsoft.com/office/drawing/2014/main" id="{C9119A1C-276B-0BCD-417B-CB4EBE5DA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3044" y="2357061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4" name="Rectangle 1490">
            <a:extLst>
              <a:ext uri="{FF2B5EF4-FFF2-40B4-BE49-F238E27FC236}">
                <a16:creationId xmlns:a16="http://schemas.microsoft.com/office/drawing/2014/main" id="{78BE4DCA-4201-7EFC-9061-9E2720402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177" y="2365192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5" name="Rectangle 1490">
            <a:extLst>
              <a:ext uri="{FF2B5EF4-FFF2-40B4-BE49-F238E27FC236}">
                <a16:creationId xmlns:a16="http://schemas.microsoft.com/office/drawing/2014/main" id="{77E681BA-AAF5-3502-0C98-D389C67DB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7928" y="2386841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" name="Rectangle 1621">
            <a:extLst>
              <a:ext uri="{FF2B5EF4-FFF2-40B4-BE49-F238E27FC236}">
                <a16:creationId xmlns:a16="http://schemas.microsoft.com/office/drawing/2014/main" id="{EAB39732-0C72-9D94-615B-B61760189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39" y="1792176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621">
            <a:extLst>
              <a:ext uri="{FF2B5EF4-FFF2-40B4-BE49-F238E27FC236}">
                <a16:creationId xmlns:a16="http://schemas.microsoft.com/office/drawing/2014/main" id="{229FFC4D-1964-7987-1ABB-4DD5687DF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9967" y="1769580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916E7762-BBC1-C364-D7C8-C768507DD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84" y="1952476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80D81B9B-FE19-E400-5301-A9F9C883E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4412" y="1946850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" name="Group 79">
            <a:extLst>
              <a:ext uri="{FF2B5EF4-FFF2-40B4-BE49-F238E27FC236}">
                <a16:creationId xmlns:a16="http://schemas.microsoft.com/office/drawing/2014/main" id="{B76BB546-7AAF-7F62-9639-328676C62F2B}"/>
              </a:ext>
            </a:extLst>
          </p:cNvPr>
          <p:cNvGrpSpPr/>
          <p:nvPr/>
        </p:nvGrpSpPr>
        <p:grpSpPr>
          <a:xfrm>
            <a:off x="5979106" y="3668837"/>
            <a:ext cx="5341574" cy="2293191"/>
            <a:chOff x="1317226" y="3852345"/>
            <a:chExt cx="5342965" cy="2293788"/>
          </a:xfrm>
        </p:grpSpPr>
        <p:sp>
          <p:nvSpPr>
            <p:cNvPr id="19" name="Rectangle 80">
              <a:extLst>
                <a:ext uri="{FF2B5EF4-FFF2-40B4-BE49-F238E27FC236}">
                  <a16:creationId xmlns:a16="http://schemas.microsoft.com/office/drawing/2014/main" id="{74587284-B6FC-38D8-3A53-C051CF3505FD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" name="Rectangle 1491">
              <a:extLst>
                <a:ext uri="{FF2B5EF4-FFF2-40B4-BE49-F238E27FC236}">
                  <a16:creationId xmlns:a16="http://schemas.microsoft.com/office/drawing/2014/main" id="{4B817BCD-A74F-2211-2DEB-741D143FC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2" name="Rectangle 1619">
              <a:extLst>
                <a:ext uri="{FF2B5EF4-FFF2-40B4-BE49-F238E27FC236}">
                  <a16:creationId xmlns:a16="http://schemas.microsoft.com/office/drawing/2014/main" id="{6307060F-91A9-1F17-A18A-B66E1D0CB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20">
              <a:extLst>
                <a:ext uri="{FF2B5EF4-FFF2-40B4-BE49-F238E27FC236}">
                  <a16:creationId xmlns:a16="http://schemas.microsoft.com/office/drawing/2014/main" id="{29FA83DF-3DA9-410C-5DB7-7A7AED942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4" name="Rectangle 1626">
              <a:extLst>
                <a:ext uri="{FF2B5EF4-FFF2-40B4-BE49-F238E27FC236}">
                  <a16:creationId xmlns:a16="http://schemas.microsoft.com/office/drawing/2014/main" id="{CAEFD722-1FD2-2B2A-CBD4-5D9911C00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5" name="Rectangle 1629">
              <a:extLst>
                <a:ext uri="{FF2B5EF4-FFF2-40B4-BE49-F238E27FC236}">
                  <a16:creationId xmlns:a16="http://schemas.microsoft.com/office/drawing/2014/main" id="{FD77A66A-D1A3-2520-B473-3B9F653BE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6" name="Group 101">
              <a:extLst>
                <a:ext uri="{FF2B5EF4-FFF2-40B4-BE49-F238E27FC236}">
                  <a16:creationId xmlns:a16="http://schemas.microsoft.com/office/drawing/2014/main" id="{25843C61-02E9-82DF-E90F-B1992A77B5F9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46" name="Rectangle 1630">
                <a:extLst>
                  <a:ext uri="{FF2B5EF4-FFF2-40B4-BE49-F238E27FC236}">
                    <a16:creationId xmlns:a16="http://schemas.microsoft.com/office/drawing/2014/main" id="{95BE76BB-D500-C00F-68AB-4D0DC662A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7" name="Rectangle 1630">
                <a:extLst>
                  <a:ext uri="{FF2B5EF4-FFF2-40B4-BE49-F238E27FC236}">
                    <a16:creationId xmlns:a16="http://schemas.microsoft.com/office/drawing/2014/main" id="{9C4372E7-A7D9-ADBE-AAA2-C17DA49E7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8" name="Group 125">
                <a:extLst>
                  <a:ext uri="{FF2B5EF4-FFF2-40B4-BE49-F238E27FC236}">
                    <a16:creationId xmlns:a16="http://schemas.microsoft.com/office/drawing/2014/main" id="{355E60E6-F1DE-E784-6B1F-145A1FF4D3F7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9" name="Rectangle 1630">
                  <a:extLst>
                    <a:ext uri="{FF2B5EF4-FFF2-40B4-BE49-F238E27FC236}">
                      <a16:creationId xmlns:a16="http://schemas.microsoft.com/office/drawing/2014/main" id="{F27E1797-FC2A-1976-DC74-0CCC3DE05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50" name="Rectangle 1484">
                  <a:extLst>
                    <a:ext uri="{FF2B5EF4-FFF2-40B4-BE49-F238E27FC236}">
                      <a16:creationId xmlns:a16="http://schemas.microsoft.com/office/drawing/2014/main" id="{F5E5D5A3-AC60-A3CA-F827-4036456C21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7" name="Group 102">
              <a:extLst>
                <a:ext uri="{FF2B5EF4-FFF2-40B4-BE49-F238E27FC236}">
                  <a16:creationId xmlns:a16="http://schemas.microsoft.com/office/drawing/2014/main" id="{399EC8B5-0CBD-49DD-5D80-F283F04553CC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41" name="Rectangle 1630">
                <a:extLst>
                  <a:ext uri="{FF2B5EF4-FFF2-40B4-BE49-F238E27FC236}">
                    <a16:creationId xmlns:a16="http://schemas.microsoft.com/office/drawing/2014/main" id="{9760931D-1F39-1A3C-A562-376D9AD123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2" name="Rectangle 1630">
                <a:extLst>
                  <a:ext uri="{FF2B5EF4-FFF2-40B4-BE49-F238E27FC236}">
                    <a16:creationId xmlns:a16="http://schemas.microsoft.com/office/drawing/2014/main" id="{70A5F871-8047-DDD3-D8D0-A4D7C3D4C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3" name="Group 120">
                <a:extLst>
                  <a:ext uri="{FF2B5EF4-FFF2-40B4-BE49-F238E27FC236}">
                    <a16:creationId xmlns:a16="http://schemas.microsoft.com/office/drawing/2014/main" id="{DF6E7EAC-7878-DAF9-0D51-9E88431E088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" name="Rectangle 1630">
                  <a:extLst>
                    <a:ext uri="{FF2B5EF4-FFF2-40B4-BE49-F238E27FC236}">
                      <a16:creationId xmlns:a16="http://schemas.microsoft.com/office/drawing/2014/main" id="{3A938A7B-B3D8-11D9-BBA6-C483D05BB7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5" name="Rectangle 1484">
                  <a:extLst>
                    <a:ext uri="{FF2B5EF4-FFF2-40B4-BE49-F238E27FC236}">
                      <a16:creationId xmlns:a16="http://schemas.microsoft.com/office/drawing/2014/main" id="{7B018F18-04FF-BE2B-F726-0F395E0338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8" name="Group 103">
              <a:extLst>
                <a:ext uri="{FF2B5EF4-FFF2-40B4-BE49-F238E27FC236}">
                  <a16:creationId xmlns:a16="http://schemas.microsoft.com/office/drawing/2014/main" id="{4F4E1815-3632-D2D8-D41C-53510328D30B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36" name="Rectangle 1630">
                <a:extLst>
                  <a:ext uri="{FF2B5EF4-FFF2-40B4-BE49-F238E27FC236}">
                    <a16:creationId xmlns:a16="http://schemas.microsoft.com/office/drawing/2014/main" id="{CD994450-06DF-FC96-0686-0E037362F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81EBA9B5-7551-0390-3D3B-C9E2D5BC6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8" name="Group 115">
                <a:extLst>
                  <a:ext uri="{FF2B5EF4-FFF2-40B4-BE49-F238E27FC236}">
                    <a16:creationId xmlns:a16="http://schemas.microsoft.com/office/drawing/2014/main" id="{37AA76A0-3D11-DC62-2A75-9BBEDB7E14B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9" name="Rectangle 1630">
                  <a:extLst>
                    <a:ext uri="{FF2B5EF4-FFF2-40B4-BE49-F238E27FC236}">
                      <a16:creationId xmlns:a16="http://schemas.microsoft.com/office/drawing/2014/main" id="{7BB09E54-272D-D300-6A96-0338921579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0" name="Rectangle 1484">
                  <a:extLst>
                    <a:ext uri="{FF2B5EF4-FFF2-40B4-BE49-F238E27FC236}">
                      <a16:creationId xmlns:a16="http://schemas.microsoft.com/office/drawing/2014/main" id="{63D75868-AE83-A777-F7DA-2B6A4D4335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9" name="Group 104">
              <a:extLst>
                <a:ext uri="{FF2B5EF4-FFF2-40B4-BE49-F238E27FC236}">
                  <a16:creationId xmlns:a16="http://schemas.microsoft.com/office/drawing/2014/main" id="{244D7C24-741D-0B61-B93E-B7ED35388CC3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F15434FF-8682-814B-41AE-D2B5D470F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630">
                <a:extLst>
                  <a:ext uri="{FF2B5EF4-FFF2-40B4-BE49-F238E27FC236}">
                    <a16:creationId xmlns:a16="http://schemas.microsoft.com/office/drawing/2014/main" id="{00B37181-977B-D08E-7212-3528FA7DA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3" name="Group 110">
                <a:extLst>
                  <a:ext uri="{FF2B5EF4-FFF2-40B4-BE49-F238E27FC236}">
                    <a16:creationId xmlns:a16="http://schemas.microsoft.com/office/drawing/2014/main" id="{F6DFD476-5231-F221-0445-4ABE6B790E05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4" name="Rectangle 1630">
                  <a:extLst>
                    <a:ext uri="{FF2B5EF4-FFF2-40B4-BE49-F238E27FC236}">
                      <a16:creationId xmlns:a16="http://schemas.microsoft.com/office/drawing/2014/main" id="{66DB81EC-62AE-65B8-2DEB-C23F40A7B0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35" name="Rectangle 1484">
                  <a:extLst>
                    <a:ext uri="{FF2B5EF4-FFF2-40B4-BE49-F238E27FC236}">
                      <a16:creationId xmlns:a16="http://schemas.microsoft.com/office/drawing/2014/main" id="{526230D5-D461-AF62-62ED-D16E9955A3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30" name="Rectangle 1629">
              <a:extLst>
                <a:ext uri="{FF2B5EF4-FFF2-40B4-BE49-F238E27FC236}">
                  <a16:creationId xmlns:a16="http://schemas.microsoft.com/office/drawing/2014/main" id="{68F11172-F528-2957-E85D-AD8F2B37A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1" name="Rectangle 1490">
            <a:extLst>
              <a:ext uri="{FF2B5EF4-FFF2-40B4-BE49-F238E27FC236}">
                <a16:creationId xmlns:a16="http://schemas.microsoft.com/office/drawing/2014/main" id="{2ECB10CB-D96E-52BA-9E0B-05EA78371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835" y="3757791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4 DC2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52" name="Group 10">
            <a:extLst>
              <a:ext uri="{FF2B5EF4-FFF2-40B4-BE49-F238E27FC236}">
                <a16:creationId xmlns:a16="http://schemas.microsoft.com/office/drawing/2014/main" id="{EBFC1FA0-DBEF-3E21-45B5-77A811EEC6E6}"/>
              </a:ext>
            </a:extLst>
          </p:cNvPr>
          <p:cNvGrpSpPr/>
          <p:nvPr/>
        </p:nvGrpSpPr>
        <p:grpSpPr>
          <a:xfrm>
            <a:off x="7133441" y="4267193"/>
            <a:ext cx="1093644" cy="140395"/>
            <a:chOff x="7732445" y="2099978"/>
            <a:chExt cx="1104273" cy="140395"/>
          </a:xfrm>
        </p:grpSpPr>
        <p:sp>
          <p:nvSpPr>
            <p:cNvPr id="53" name="Rectangle 1622">
              <a:extLst>
                <a:ext uri="{FF2B5EF4-FFF2-40B4-BE49-F238E27FC236}">
                  <a16:creationId xmlns:a16="http://schemas.microsoft.com/office/drawing/2014/main" id="{432B72BE-A754-3818-D3F3-512E37F32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54" name="Rectangle 1622">
              <a:extLst>
                <a:ext uri="{FF2B5EF4-FFF2-40B4-BE49-F238E27FC236}">
                  <a16:creationId xmlns:a16="http://schemas.microsoft.com/office/drawing/2014/main" id="{25253CC8-9A85-BD18-BB95-1A9625A9B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6" name="Rectangle 1491">
            <a:extLst>
              <a:ext uri="{FF2B5EF4-FFF2-40B4-BE49-F238E27FC236}">
                <a16:creationId xmlns:a16="http://schemas.microsoft.com/office/drawing/2014/main" id="{3E2CB0D0-3A14-0453-28D8-317724FCE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838" y="4891635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7" name="Rectangle 1620">
            <a:extLst>
              <a:ext uri="{FF2B5EF4-FFF2-40B4-BE49-F238E27FC236}">
                <a16:creationId xmlns:a16="http://schemas.microsoft.com/office/drawing/2014/main" id="{42044248-A338-BA76-9F15-F1B61A89C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3465" y="4936624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490">
            <a:extLst>
              <a:ext uri="{FF2B5EF4-FFF2-40B4-BE49-F238E27FC236}">
                <a16:creationId xmlns:a16="http://schemas.microsoft.com/office/drawing/2014/main" id="{BC1CFC21-ED3B-A819-3F59-8F69E6911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598" y="4944755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9" name="Rectangle 1490">
            <a:extLst>
              <a:ext uri="{FF2B5EF4-FFF2-40B4-BE49-F238E27FC236}">
                <a16:creationId xmlns:a16="http://schemas.microsoft.com/office/drawing/2014/main" id="{A63B0D22-4204-5545-5606-F66655CF8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349" y="4966404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1" name="Rectangle 1621">
            <a:extLst>
              <a:ext uri="{FF2B5EF4-FFF2-40B4-BE49-F238E27FC236}">
                <a16:creationId xmlns:a16="http://schemas.microsoft.com/office/drawing/2014/main" id="{B3CB8163-2D20-607D-2EB4-E29F9514B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979" y="4527607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3" name="Rectangle 1621">
            <a:extLst>
              <a:ext uri="{FF2B5EF4-FFF2-40B4-BE49-F238E27FC236}">
                <a16:creationId xmlns:a16="http://schemas.microsoft.com/office/drawing/2014/main" id="{01D2CDB3-77C0-212C-2862-441566CA3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0845" y="4577570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4" name="Rectangle 1621">
            <a:extLst>
              <a:ext uri="{FF2B5EF4-FFF2-40B4-BE49-F238E27FC236}">
                <a16:creationId xmlns:a16="http://schemas.microsoft.com/office/drawing/2014/main" id="{14AB5396-F93D-AF3E-95CC-6043F6C16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938" y="4466376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5" name="Rectangle 1621">
            <a:extLst>
              <a:ext uri="{FF2B5EF4-FFF2-40B4-BE49-F238E27FC236}">
                <a16:creationId xmlns:a16="http://schemas.microsoft.com/office/drawing/2014/main" id="{F487F5DC-3CDE-9B0B-72B9-8F9BCFE71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463" y="4466376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625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129B-E044-6064-64B0-56240072D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07576C-7278-B222-5B0D-BF85795F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MES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A00993C-29DC-3D76-AFBE-E22E0F428A0C}"/>
              </a:ext>
            </a:extLst>
          </p:cNvPr>
          <p:cNvGrpSpPr/>
          <p:nvPr/>
        </p:nvGrpSpPr>
        <p:grpSpPr>
          <a:xfrm>
            <a:off x="421403" y="958609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E26E232-3C44-F5B3-1741-0A9875226435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60064158-5881-8F02-9E59-C9ABFE142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3E782E3B-FE82-4E1B-A5A3-635D44DB4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FF07ECB6-96AA-3EFD-46F2-51CDD87DB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068E336D-0674-C0A4-49E5-FE6629D3F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0913C7B4-867D-ABD6-EF29-7F4B2DF0D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D320E0A-7222-002B-F98D-EE348DCDFFCF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16A0C938-2BE1-65E1-D5F2-77606FBA9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663D93D6-01E8-B96C-1015-451E7F985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0B8A0FC8-1C02-EE5B-1395-D82FD6A148F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E0E9E9D0-0362-3202-BCDF-59018E956D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7E8DADA1-F79D-39D1-D04D-3021155BB5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EE14948F-0634-A939-1CF4-E6E71BE7F7F2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FC268853-D313-E265-9EFD-984D54648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B5A57C43-8A83-4B1B-6345-87E51715E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F5429647-B9E1-835E-0562-6A2D14CE7F77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AF132211-6775-494B-2BAB-4F0511F4B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5FC090A9-8E92-B338-7B31-09940F7C18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162D4A1F-FD37-E7F9-18B2-502EA62CED9E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4BF11F6D-7329-D7C0-7104-74B167270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6231CD60-4FE9-AD6C-719E-515FCB9BA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282EB77-127E-F754-6782-C8A2EE8C142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E69AEC15-1D41-491F-8B88-0336556C17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1690B539-294E-45C5-7626-2CBE6EEDA3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82FEB85-1886-9D73-1397-7A958D188F93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9F81CFAE-7D4A-F26E-5F33-F271A98D1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97DEA32A-0DBE-5067-828A-F96480F92A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7C0F140F-8453-E692-CE6E-AF2E0FB728FA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A44666D4-93F6-5356-0C45-2AF740DA71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AB75381D-CE03-CC51-A2CE-5B9F4B9C91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FBC4BFD8-0414-1DEF-39C8-49FB52F33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384356FE-D09C-1F05-2A96-ACDEDF541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132" y="1047563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5　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35EF18-50FA-27D0-582E-800C5AE249EC}"/>
              </a:ext>
            </a:extLst>
          </p:cNvPr>
          <p:cNvGrpSpPr/>
          <p:nvPr/>
        </p:nvGrpSpPr>
        <p:grpSpPr>
          <a:xfrm>
            <a:off x="1531204" y="1556965"/>
            <a:ext cx="108728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02753EB5-CA2B-59E4-610D-352100C84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9F42DD3C-A1BF-C53F-33A6-A6F7D5C66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418" name="Group 79">
            <a:extLst>
              <a:ext uri="{FF2B5EF4-FFF2-40B4-BE49-F238E27FC236}">
                <a16:creationId xmlns:a16="http://schemas.microsoft.com/office/drawing/2014/main" id="{15A4D23C-BEF0-89FE-5393-A1ED438628D7}"/>
              </a:ext>
            </a:extLst>
          </p:cNvPr>
          <p:cNvGrpSpPr/>
          <p:nvPr/>
        </p:nvGrpSpPr>
        <p:grpSpPr>
          <a:xfrm>
            <a:off x="421403" y="3512105"/>
            <a:ext cx="5341574" cy="2293191"/>
            <a:chOff x="1317226" y="3852345"/>
            <a:chExt cx="5342965" cy="2293788"/>
          </a:xfrm>
        </p:grpSpPr>
        <p:sp>
          <p:nvSpPr>
            <p:cNvPr id="419" name="Rectangle 80">
              <a:extLst>
                <a:ext uri="{FF2B5EF4-FFF2-40B4-BE49-F238E27FC236}">
                  <a16:creationId xmlns:a16="http://schemas.microsoft.com/office/drawing/2014/main" id="{1B0AE790-74CF-EF84-0FC8-00AC0E8CC094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1" name="Rectangle 1491">
              <a:extLst>
                <a:ext uri="{FF2B5EF4-FFF2-40B4-BE49-F238E27FC236}">
                  <a16:creationId xmlns:a16="http://schemas.microsoft.com/office/drawing/2014/main" id="{FC948F3D-2662-8051-F124-43AAC37FF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412137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2" name="Rectangle 1619">
              <a:extLst>
                <a:ext uri="{FF2B5EF4-FFF2-40B4-BE49-F238E27FC236}">
                  <a16:creationId xmlns:a16="http://schemas.microsoft.com/office/drawing/2014/main" id="{FC96D558-12F0-7974-B523-F749F8923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3" name="Rectangle 1620">
              <a:extLst>
                <a:ext uri="{FF2B5EF4-FFF2-40B4-BE49-F238E27FC236}">
                  <a16:creationId xmlns:a16="http://schemas.microsoft.com/office/drawing/2014/main" id="{9F1D9181-1C11-E499-7848-0FA4ACFB1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412136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8" name="Rectangle 1623">
              <a:extLst>
                <a:ext uri="{FF2B5EF4-FFF2-40B4-BE49-F238E27FC236}">
                  <a16:creationId xmlns:a16="http://schemas.microsoft.com/office/drawing/2014/main" id="{1837E49F-26A7-4500-48A8-6356698C4CD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536585" y="4653642"/>
              <a:ext cx="61503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1" name="Rectangle 1626">
              <a:extLst>
                <a:ext uri="{FF2B5EF4-FFF2-40B4-BE49-F238E27FC236}">
                  <a16:creationId xmlns:a16="http://schemas.microsoft.com/office/drawing/2014/main" id="{5C699C87-8756-1006-2CBF-E5A31B51B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3" name="Rectangle 1628">
              <a:extLst>
                <a:ext uri="{FF2B5EF4-FFF2-40B4-BE49-F238E27FC236}">
                  <a16:creationId xmlns:a16="http://schemas.microsoft.com/office/drawing/2014/main" id="{70AA94E3-B2AF-7FEF-3025-050243566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13" y="452350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4" name="Rectangle 1629">
              <a:extLst>
                <a:ext uri="{FF2B5EF4-FFF2-40B4-BE49-F238E27FC236}">
                  <a16:creationId xmlns:a16="http://schemas.microsoft.com/office/drawing/2014/main" id="{DA5C865F-8A4D-E359-8411-7B1DC3D92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435" name="Group 101">
              <a:extLst>
                <a:ext uri="{FF2B5EF4-FFF2-40B4-BE49-F238E27FC236}">
                  <a16:creationId xmlns:a16="http://schemas.microsoft.com/office/drawing/2014/main" id="{67C46C71-6ECA-C7D5-EADD-950988961FF9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289" name="Rectangle 1630">
                <a:extLst>
                  <a:ext uri="{FF2B5EF4-FFF2-40B4-BE49-F238E27FC236}">
                    <a16:creationId xmlns:a16="http://schemas.microsoft.com/office/drawing/2014/main" id="{B239510C-93C7-B77D-6483-DB9EC45F8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90" name="Rectangle 1630">
                <a:extLst>
                  <a:ext uri="{FF2B5EF4-FFF2-40B4-BE49-F238E27FC236}">
                    <a16:creationId xmlns:a16="http://schemas.microsoft.com/office/drawing/2014/main" id="{553C1E0F-0224-7881-2A5C-1366C6325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91" name="Group 125">
                <a:extLst>
                  <a:ext uri="{FF2B5EF4-FFF2-40B4-BE49-F238E27FC236}">
                    <a16:creationId xmlns:a16="http://schemas.microsoft.com/office/drawing/2014/main" id="{8DDB42C5-551B-A275-5E4F-6E8D7B2D9C84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92" name="Rectangle 1630">
                  <a:extLst>
                    <a:ext uri="{FF2B5EF4-FFF2-40B4-BE49-F238E27FC236}">
                      <a16:creationId xmlns:a16="http://schemas.microsoft.com/office/drawing/2014/main" id="{43FCFEB5-16FB-E03B-B69B-2C2AC4D1F4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93" name="Rectangle 1484">
                  <a:extLst>
                    <a:ext uri="{FF2B5EF4-FFF2-40B4-BE49-F238E27FC236}">
                      <a16:creationId xmlns:a16="http://schemas.microsoft.com/office/drawing/2014/main" id="{44248806-CC3E-37D8-6855-FE83C58FD9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6" name="Group 102">
              <a:extLst>
                <a:ext uri="{FF2B5EF4-FFF2-40B4-BE49-F238E27FC236}">
                  <a16:creationId xmlns:a16="http://schemas.microsoft.com/office/drawing/2014/main" id="{88E959CF-2BE8-EA3C-2AEE-96339ECB15C0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284" name="Rectangle 1630">
                <a:extLst>
                  <a:ext uri="{FF2B5EF4-FFF2-40B4-BE49-F238E27FC236}">
                    <a16:creationId xmlns:a16="http://schemas.microsoft.com/office/drawing/2014/main" id="{7E796CE0-1785-284C-01FC-1D69B2643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5" name="Rectangle 1630">
                <a:extLst>
                  <a:ext uri="{FF2B5EF4-FFF2-40B4-BE49-F238E27FC236}">
                    <a16:creationId xmlns:a16="http://schemas.microsoft.com/office/drawing/2014/main" id="{380A0FED-5CB9-36E8-C3C1-701D8BCE5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6" name="Group 120">
                <a:extLst>
                  <a:ext uri="{FF2B5EF4-FFF2-40B4-BE49-F238E27FC236}">
                    <a16:creationId xmlns:a16="http://schemas.microsoft.com/office/drawing/2014/main" id="{9A47E2A4-BBAE-A15B-0EEB-0D128AFD3A49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7" name="Rectangle 1630">
                  <a:extLst>
                    <a:ext uri="{FF2B5EF4-FFF2-40B4-BE49-F238E27FC236}">
                      <a16:creationId xmlns:a16="http://schemas.microsoft.com/office/drawing/2014/main" id="{CE6621F8-621E-779F-5B88-31ABB7F614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8" name="Rectangle 1484">
                  <a:extLst>
                    <a:ext uri="{FF2B5EF4-FFF2-40B4-BE49-F238E27FC236}">
                      <a16:creationId xmlns:a16="http://schemas.microsoft.com/office/drawing/2014/main" id="{294301F4-AD56-DB71-C27A-F0D7E44E3F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7" name="Group 103">
              <a:extLst>
                <a:ext uri="{FF2B5EF4-FFF2-40B4-BE49-F238E27FC236}">
                  <a16:creationId xmlns:a16="http://schemas.microsoft.com/office/drawing/2014/main" id="{78E24810-41AB-9F49-D232-05EA4ED549C3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447" name="Rectangle 1630">
                <a:extLst>
                  <a:ext uri="{FF2B5EF4-FFF2-40B4-BE49-F238E27FC236}">
                    <a16:creationId xmlns:a16="http://schemas.microsoft.com/office/drawing/2014/main" id="{0013B9E2-A392-5B9F-6BD9-1F5275127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0" name="Rectangle 1630">
                <a:extLst>
                  <a:ext uri="{FF2B5EF4-FFF2-40B4-BE49-F238E27FC236}">
                    <a16:creationId xmlns:a16="http://schemas.microsoft.com/office/drawing/2014/main" id="{83416B28-0F57-1905-4975-D575E0FAA7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1" name="Group 115">
                <a:extLst>
                  <a:ext uri="{FF2B5EF4-FFF2-40B4-BE49-F238E27FC236}">
                    <a16:creationId xmlns:a16="http://schemas.microsoft.com/office/drawing/2014/main" id="{08E3EDC4-8C59-4E69-879E-424DEAA0BE9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2" name="Rectangle 1630">
                  <a:extLst>
                    <a:ext uri="{FF2B5EF4-FFF2-40B4-BE49-F238E27FC236}">
                      <a16:creationId xmlns:a16="http://schemas.microsoft.com/office/drawing/2014/main" id="{DDA9EF5B-9010-D8E5-1447-764CDB4CB7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3" name="Rectangle 1484">
                  <a:extLst>
                    <a:ext uri="{FF2B5EF4-FFF2-40B4-BE49-F238E27FC236}">
                      <a16:creationId xmlns:a16="http://schemas.microsoft.com/office/drawing/2014/main" id="{79E15762-98E9-6429-E696-8197F39B6D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8" name="Group 104">
              <a:extLst>
                <a:ext uri="{FF2B5EF4-FFF2-40B4-BE49-F238E27FC236}">
                  <a16:creationId xmlns:a16="http://schemas.microsoft.com/office/drawing/2014/main" id="{EB3FE4E7-D983-F3D6-5C20-3F07D26BC9DB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442" name="Rectangle 1630">
                <a:extLst>
                  <a:ext uri="{FF2B5EF4-FFF2-40B4-BE49-F238E27FC236}">
                    <a16:creationId xmlns:a16="http://schemas.microsoft.com/office/drawing/2014/main" id="{4480A85C-AEAE-8050-F1D5-A6DEB0219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43" name="Rectangle 1630">
                <a:extLst>
                  <a:ext uri="{FF2B5EF4-FFF2-40B4-BE49-F238E27FC236}">
                    <a16:creationId xmlns:a16="http://schemas.microsoft.com/office/drawing/2014/main" id="{3E359949-29E9-192D-69AF-EF9676B90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44" name="Group 110">
                <a:extLst>
                  <a:ext uri="{FF2B5EF4-FFF2-40B4-BE49-F238E27FC236}">
                    <a16:creationId xmlns:a16="http://schemas.microsoft.com/office/drawing/2014/main" id="{FB9C4D98-901A-2329-C97E-29FA48960F30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5" name="Rectangle 1630">
                  <a:extLst>
                    <a:ext uri="{FF2B5EF4-FFF2-40B4-BE49-F238E27FC236}">
                      <a16:creationId xmlns:a16="http://schemas.microsoft.com/office/drawing/2014/main" id="{4966E81A-C37C-5D85-C56E-B96D695F40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46" name="Rectangle 1484">
                  <a:extLst>
                    <a:ext uri="{FF2B5EF4-FFF2-40B4-BE49-F238E27FC236}">
                      <a16:creationId xmlns:a16="http://schemas.microsoft.com/office/drawing/2014/main" id="{C3ACE0D0-A2E9-BD7F-E938-B34D9D983C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440" name="Rectangle 1628">
              <a:extLst>
                <a:ext uri="{FF2B5EF4-FFF2-40B4-BE49-F238E27FC236}">
                  <a16:creationId xmlns:a16="http://schemas.microsoft.com/office/drawing/2014/main" id="{86F730D7-C57C-D363-6838-34F1C7FE0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044" y="451613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41" name="Rectangle 1629">
              <a:extLst>
                <a:ext uri="{FF2B5EF4-FFF2-40B4-BE49-F238E27FC236}">
                  <a16:creationId xmlns:a16="http://schemas.microsoft.com/office/drawing/2014/main" id="{D2A90BCD-0D38-A3F5-3302-A2541C8D1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294" name="Rectangle 1490">
            <a:extLst>
              <a:ext uri="{FF2B5EF4-FFF2-40B4-BE49-F238E27FC236}">
                <a16:creationId xmlns:a16="http://schemas.microsoft.com/office/drawing/2014/main" id="{61812BD8-9D40-DAD2-F083-39D257D2C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132" y="3601059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3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75969384-F537-AFC1-9294-07CF357D8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35" y="2181407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A0C99BCD-43A6-5BBE-4C86-ED87E88B4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762" y="2226396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40D9E4EF-02C8-C1CB-904C-C2996229B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895" y="2234527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24E8B1B7-3909-C386-7D2F-ECB357732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646" y="225617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1" name="Rectangle 1491">
            <a:extLst>
              <a:ext uri="{FF2B5EF4-FFF2-40B4-BE49-F238E27FC236}">
                <a16:creationId xmlns:a16="http://schemas.microsoft.com/office/drawing/2014/main" id="{2518815C-9A04-0F8B-71FC-A498EFA8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34" y="4724817"/>
            <a:ext cx="2411509" cy="90407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2" name="Rectangle 1620">
            <a:extLst>
              <a:ext uri="{FF2B5EF4-FFF2-40B4-BE49-F238E27FC236}">
                <a16:creationId xmlns:a16="http://schemas.microsoft.com/office/drawing/2014/main" id="{6FCABDB4-35DB-2D54-0DD5-376F4DABC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663" y="4780330"/>
            <a:ext cx="2356416" cy="87700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4" name="Rectangle 1490">
            <a:extLst>
              <a:ext uri="{FF2B5EF4-FFF2-40B4-BE49-F238E27FC236}">
                <a16:creationId xmlns:a16="http://schemas.microsoft.com/office/drawing/2014/main" id="{52023F89-4D60-E073-227C-D7F267927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950" y="4864011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5" name="Rectangle 1490">
            <a:extLst>
              <a:ext uri="{FF2B5EF4-FFF2-40B4-BE49-F238E27FC236}">
                <a16:creationId xmlns:a16="http://schemas.microsoft.com/office/drawing/2014/main" id="{A0B342C8-F666-029F-CB5F-A1BB08B04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863" y="4770540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4D31A9B0-9D47-57B5-43D6-2B0028812FCF}"/>
              </a:ext>
            </a:extLst>
          </p:cNvPr>
          <p:cNvSpPr txBox="1"/>
          <p:nvPr/>
        </p:nvSpPr>
        <p:spPr>
          <a:xfrm>
            <a:off x="1657914" y="6000666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pSp>
        <p:nvGrpSpPr>
          <p:cNvPr id="9364" name="Group 79">
            <a:extLst>
              <a:ext uri="{FF2B5EF4-FFF2-40B4-BE49-F238E27FC236}">
                <a16:creationId xmlns:a16="http://schemas.microsoft.com/office/drawing/2014/main" id="{2E5DC8A2-6017-9E86-DE3F-A9950A9B65BD}"/>
              </a:ext>
            </a:extLst>
          </p:cNvPr>
          <p:cNvGrpSpPr/>
          <p:nvPr/>
        </p:nvGrpSpPr>
        <p:grpSpPr>
          <a:xfrm>
            <a:off x="5961287" y="932542"/>
            <a:ext cx="5341574" cy="2293191"/>
            <a:chOff x="1317226" y="3852345"/>
            <a:chExt cx="5342965" cy="2293788"/>
          </a:xfrm>
        </p:grpSpPr>
        <p:sp>
          <p:nvSpPr>
            <p:cNvPr id="9365" name="Rectangle 80">
              <a:extLst>
                <a:ext uri="{FF2B5EF4-FFF2-40B4-BE49-F238E27FC236}">
                  <a16:creationId xmlns:a16="http://schemas.microsoft.com/office/drawing/2014/main" id="{F389DC00-7666-C392-6FB1-27BC2006D5C4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7" name="Rectangle 1491">
              <a:extLst>
                <a:ext uri="{FF2B5EF4-FFF2-40B4-BE49-F238E27FC236}">
                  <a16:creationId xmlns:a16="http://schemas.microsoft.com/office/drawing/2014/main" id="{892E2AD1-2719-39EB-D457-5F3FEFF39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8" name="Rectangle 1619">
              <a:extLst>
                <a:ext uri="{FF2B5EF4-FFF2-40B4-BE49-F238E27FC236}">
                  <a16:creationId xmlns:a16="http://schemas.microsoft.com/office/drawing/2014/main" id="{F8FED484-4FC3-5A47-E0DF-61C1330CF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9" name="Rectangle 1620">
              <a:extLst>
                <a:ext uri="{FF2B5EF4-FFF2-40B4-BE49-F238E27FC236}">
                  <a16:creationId xmlns:a16="http://schemas.microsoft.com/office/drawing/2014/main" id="{84001CBD-64A7-B51A-427F-86FE298D1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0" name="Rectangle 1626">
              <a:extLst>
                <a:ext uri="{FF2B5EF4-FFF2-40B4-BE49-F238E27FC236}">
                  <a16:creationId xmlns:a16="http://schemas.microsoft.com/office/drawing/2014/main" id="{F915CBFC-B134-B9E3-7DF6-7003FD804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1" name="Rectangle 1629">
              <a:extLst>
                <a:ext uri="{FF2B5EF4-FFF2-40B4-BE49-F238E27FC236}">
                  <a16:creationId xmlns:a16="http://schemas.microsoft.com/office/drawing/2014/main" id="{124828FF-D79B-538F-6DF1-48990A29A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9372" name="Group 101">
              <a:extLst>
                <a:ext uri="{FF2B5EF4-FFF2-40B4-BE49-F238E27FC236}">
                  <a16:creationId xmlns:a16="http://schemas.microsoft.com/office/drawing/2014/main" id="{1EE2F2D3-7F9D-06A2-D064-5556361338B7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392" name="Rectangle 1630">
                <a:extLst>
                  <a:ext uri="{FF2B5EF4-FFF2-40B4-BE49-F238E27FC236}">
                    <a16:creationId xmlns:a16="http://schemas.microsoft.com/office/drawing/2014/main" id="{819A63CF-82B1-AC92-459A-1B51D93465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93" name="Rectangle 1630">
                <a:extLst>
                  <a:ext uri="{FF2B5EF4-FFF2-40B4-BE49-F238E27FC236}">
                    <a16:creationId xmlns:a16="http://schemas.microsoft.com/office/drawing/2014/main" id="{52BAE47C-25A7-757A-8014-D8E3BB34E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94" name="Group 125">
                <a:extLst>
                  <a:ext uri="{FF2B5EF4-FFF2-40B4-BE49-F238E27FC236}">
                    <a16:creationId xmlns:a16="http://schemas.microsoft.com/office/drawing/2014/main" id="{55EBEA51-CB42-6966-814B-143C4A13659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5" name="Rectangle 1630">
                  <a:extLst>
                    <a:ext uri="{FF2B5EF4-FFF2-40B4-BE49-F238E27FC236}">
                      <a16:creationId xmlns:a16="http://schemas.microsoft.com/office/drawing/2014/main" id="{62A0A602-B5FB-02B7-24EA-9DDCF96865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6" name="Rectangle 1484">
                  <a:extLst>
                    <a:ext uri="{FF2B5EF4-FFF2-40B4-BE49-F238E27FC236}">
                      <a16:creationId xmlns:a16="http://schemas.microsoft.com/office/drawing/2014/main" id="{790DF332-BAF0-5482-65B5-4BB1B56711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3" name="Group 102">
              <a:extLst>
                <a:ext uri="{FF2B5EF4-FFF2-40B4-BE49-F238E27FC236}">
                  <a16:creationId xmlns:a16="http://schemas.microsoft.com/office/drawing/2014/main" id="{91360AA2-D6EE-7F38-2F2E-5BD4F3515667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387" name="Rectangle 1630">
                <a:extLst>
                  <a:ext uri="{FF2B5EF4-FFF2-40B4-BE49-F238E27FC236}">
                    <a16:creationId xmlns:a16="http://schemas.microsoft.com/office/drawing/2014/main" id="{270E10B0-C3F0-24BA-7F11-B404030520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8" name="Rectangle 1630">
                <a:extLst>
                  <a:ext uri="{FF2B5EF4-FFF2-40B4-BE49-F238E27FC236}">
                    <a16:creationId xmlns:a16="http://schemas.microsoft.com/office/drawing/2014/main" id="{11AC2093-722F-2B55-CA96-B4E28BEAD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9" name="Group 120">
                <a:extLst>
                  <a:ext uri="{FF2B5EF4-FFF2-40B4-BE49-F238E27FC236}">
                    <a16:creationId xmlns:a16="http://schemas.microsoft.com/office/drawing/2014/main" id="{219FB0CC-0FF5-A002-D144-45EBFC011B0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0" name="Rectangle 1630">
                  <a:extLst>
                    <a:ext uri="{FF2B5EF4-FFF2-40B4-BE49-F238E27FC236}">
                      <a16:creationId xmlns:a16="http://schemas.microsoft.com/office/drawing/2014/main" id="{A1AE3D12-44FF-C4E6-0197-875215CCB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1" name="Rectangle 1484">
                  <a:extLst>
                    <a:ext uri="{FF2B5EF4-FFF2-40B4-BE49-F238E27FC236}">
                      <a16:creationId xmlns:a16="http://schemas.microsoft.com/office/drawing/2014/main" id="{3C008DA0-DF35-EE47-77D2-CBC82BBB06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4" name="Group 103">
              <a:extLst>
                <a:ext uri="{FF2B5EF4-FFF2-40B4-BE49-F238E27FC236}">
                  <a16:creationId xmlns:a16="http://schemas.microsoft.com/office/drawing/2014/main" id="{7230ADBF-6C5B-9D4E-31B2-0C0A9BB3727A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9382" name="Rectangle 1630">
                <a:extLst>
                  <a:ext uri="{FF2B5EF4-FFF2-40B4-BE49-F238E27FC236}">
                    <a16:creationId xmlns:a16="http://schemas.microsoft.com/office/drawing/2014/main" id="{E18C850F-E437-986A-B303-2BB08D5E07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3" name="Rectangle 1630">
                <a:extLst>
                  <a:ext uri="{FF2B5EF4-FFF2-40B4-BE49-F238E27FC236}">
                    <a16:creationId xmlns:a16="http://schemas.microsoft.com/office/drawing/2014/main" id="{AFAA6012-3352-EE04-FC41-CD03441D3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4" name="Group 115">
                <a:extLst>
                  <a:ext uri="{FF2B5EF4-FFF2-40B4-BE49-F238E27FC236}">
                    <a16:creationId xmlns:a16="http://schemas.microsoft.com/office/drawing/2014/main" id="{3C6F0E57-4642-3348-6D29-1240C525D805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5" name="Rectangle 1630">
                  <a:extLst>
                    <a:ext uri="{FF2B5EF4-FFF2-40B4-BE49-F238E27FC236}">
                      <a16:creationId xmlns:a16="http://schemas.microsoft.com/office/drawing/2014/main" id="{C951F4D5-698B-6083-E33A-016303E9FE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6" name="Rectangle 1484">
                  <a:extLst>
                    <a:ext uri="{FF2B5EF4-FFF2-40B4-BE49-F238E27FC236}">
                      <a16:creationId xmlns:a16="http://schemas.microsoft.com/office/drawing/2014/main" id="{7848D320-5DF9-F5BE-608B-C77A7C2435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5" name="Group 104">
              <a:extLst>
                <a:ext uri="{FF2B5EF4-FFF2-40B4-BE49-F238E27FC236}">
                  <a16:creationId xmlns:a16="http://schemas.microsoft.com/office/drawing/2014/main" id="{4E5F98C4-1CC0-F302-4328-7558A0E495EB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9377" name="Rectangle 1630">
                <a:extLst>
                  <a:ext uri="{FF2B5EF4-FFF2-40B4-BE49-F238E27FC236}">
                    <a16:creationId xmlns:a16="http://schemas.microsoft.com/office/drawing/2014/main" id="{E550E9F7-AED0-A56D-2786-39EA8303A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78" name="Rectangle 1630">
                <a:extLst>
                  <a:ext uri="{FF2B5EF4-FFF2-40B4-BE49-F238E27FC236}">
                    <a16:creationId xmlns:a16="http://schemas.microsoft.com/office/drawing/2014/main" id="{946A3C7F-FBC5-CF2E-C4FF-5E7E29F85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79" name="Group 110">
                <a:extLst>
                  <a:ext uri="{FF2B5EF4-FFF2-40B4-BE49-F238E27FC236}">
                    <a16:creationId xmlns:a16="http://schemas.microsoft.com/office/drawing/2014/main" id="{71F3AB30-44E8-1AB4-2188-BAFC4DC36AD0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0" name="Rectangle 1630">
                  <a:extLst>
                    <a:ext uri="{FF2B5EF4-FFF2-40B4-BE49-F238E27FC236}">
                      <a16:creationId xmlns:a16="http://schemas.microsoft.com/office/drawing/2014/main" id="{40BAD2C8-7222-C494-01F7-23F72D29C0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1" name="Rectangle 1484">
                  <a:extLst>
                    <a:ext uri="{FF2B5EF4-FFF2-40B4-BE49-F238E27FC236}">
                      <a16:creationId xmlns:a16="http://schemas.microsoft.com/office/drawing/2014/main" id="{4023156C-D510-DDAF-8B52-ED0DABBE2B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9376" name="Rectangle 1629">
              <a:extLst>
                <a:ext uri="{FF2B5EF4-FFF2-40B4-BE49-F238E27FC236}">
                  <a16:creationId xmlns:a16="http://schemas.microsoft.com/office/drawing/2014/main" id="{273A2D1B-208A-E80A-23B6-0B8FAA7FC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397" name="Rectangle 1490">
            <a:extLst>
              <a:ext uri="{FF2B5EF4-FFF2-40B4-BE49-F238E27FC236}">
                <a16:creationId xmlns:a16="http://schemas.microsoft.com/office/drawing/2014/main" id="{31C6EED8-6261-C155-9D0A-A68FA9E6B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016" y="1021496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2</a:t>
            </a:r>
            <a:r>
              <a:rPr lang="zh-TW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zh-TW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DC2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9398" name="Group 10">
            <a:extLst>
              <a:ext uri="{FF2B5EF4-FFF2-40B4-BE49-F238E27FC236}">
                <a16:creationId xmlns:a16="http://schemas.microsoft.com/office/drawing/2014/main" id="{1412ED45-0B93-D945-290F-E22EE62FFCD1}"/>
              </a:ext>
            </a:extLst>
          </p:cNvPr>
          <p:cNvGrpSpPr/>
          <p:nvPr/>
        </p:nvGrpSpPr>
        <p:grpSpPr>
          <a:xfrm>
            <a:off x="7071088" y="1530898"/>
            <a:ext cx="1087284" cy="140395"/>
            <a:chOff x="7732445" y="2099978"/>
            <a:chExt cx="1104273" cy="140395"/>
          </a:xfrm>
        </p:grpSpPr>
        <p:sp>
          <p:nvSpPr>
            <p:cNvPr id="9399" name="Rectangle 1622">
              <a:extLst>
                <a:ext uri="{FF2B5EF4-FFF2-40B4-BE49-F238E27FC236}">
                  <a16:creationId xmlns:a16="http://schemas.microsoft.com/office/drawing/2014/main" id="{7099FC78-9788-A3EC-29DD-C0EE91224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400" name="Rectangle 1622">
              <a:extLst>
                <a:ext uri="{FF2B5EF4-FFF2-40B4-BE49-F238E27FC236}">
                  <a16:creationId xmlns:a16="http://schemas.microsoft.com/office/drawing/2014/main" id="{2654F297-A39F-E03B-C711-86180FD4D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402" name="Rectangle 1491">
            <a:extLst>
              <a:ext uri="{FF2B5EF4-FFF2-40B4-BE49-F238E27FC236}">
                <a16:creationId xmlns:a16="http://schemas.microsoft.com/office/drawing/2014/main" id="{432C6C5A-8E6C-3895-6442-D2EFE8098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019" y="2155340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3" name="Rectangle 1620">
            <a:extLst>
              <a:ext uri="{FF2B5EF4-FFF2-40B4-BE49-F238E27FC236}">
                <a16:creationId xmlns:a16="http://schemas.microsoft.com/office/drawing/2014/main" id="{A5573822-2EC2-5FEF-0FEB-354C61BEB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5646" y="2200329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4" name="Rectangle 1490">
            <a:extLst>
              <a:ext uri="{FF2B5EF4-FFF2-40B4-BE49-F238E27FC236}">
                <a16:creationId xmlns:a16="http://schemas.microsoft.com/office/drawing/2014/main" id="{59DE7F64-2715-CD93-BD18-C53E0F2B7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779" y="2208460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5" name="Rectangle 1490">
            <a:extLst>
              <a:ext uri="{FF2B5EF4-FFF2-40B4-BE49-F238E27FC236}">
                <a16:creationId xmlns:a16="http://schemas.microsoft.com/office/drawing/2014/main" id="{216D8D3B-9CD1-096E-9C2A-BF808E700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0530" y="2230109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" name="Rectangle 1621">
            <a:extLst>
              <a:ext uri="{FF2B5EF4-FFF2-40B4-BE49-F238E27FC236}">
                <a16:creationId xmlns:a16="http://schemas.microsoft.com/office/drawing/2014/main" id="{A6D5D21D-041D-9427-6032-FE0EC70C5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941" y="1635444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621">
            <a:extLst>
              <a:ext uri="{FF2B5EF4-FFF2-40B4-BE49-F238E27FC236}">
                <a16:creationId xmlns:a16="http://schemas.microsoft.com/office/drawing/2014/main" id="{E0392C6C-0B38-28B9-F68B-CE1EB2E4F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569" y="1612848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A867B889-CE37-3A33-5B2E-DBA21B7E5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386" y="1795744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F27CE992-6089-6001-E208-B77A0A7D3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7014" y="1790118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" name="Group 79">
            <a:extLst>
              <a:ext uri="{FF2B5EF4-FFF2-40B4-BE49-F238E27FC236}">
                <a16:creationId xmlns:a16="http://schemas.microsoft.com/office/drawing/2014/main" id="{B90E3628-97CD-4730-97F1-887E1B0B6A5D}"/>
              </a:ext>
            </a:extLst>
          </p:cNvPr>
          <p:cNvGrpSpPr/>
          <p:nvPr/>
        </p:nvGrpSpPr>
        <p:grpSpPr>
          <a:xfrm>
            <a:off x="5971708" y="3512105"/>
            <a:ext cx="5341574" cy="2293191"/>
            <a:chOff x="1317226" y="3852345"/>
            <a:chExt cx="5342965" cy="2293788"/>
          </a:xfrm>
        </p:grpSpPr>
        <p:sp>
          <p:nvSpPr>
            <p:cNvPr id="19" name="Rectangle 80">
              <a:extLst>
                <a:ext uri="{FF2B5EF4-FFF2-40B4-BE49-F238E27FC236}">
                  <a16:creationId xmlns:a16="http://schemas.microsoft.com/office/drawing/2014/main" id="{6ADA4BF1-0F9F-974A-C5C0-E85E4BE973EE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" name="Rectangle 1491">
              <a:extLst>
                <a:ext uri="{FF2B5EF4-FFF2-40B4-BE49-F238E27FC236}">
                  <a16:creationId xmlns:a16="http://schemas.microsoft.com/office/drawing/2014/main" id="{99E3B036-0AF1-D428-5EA0-35EA33C05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2" name="Rectangle 1619">
              <a:extLst>
                <a:ext uri="{FF2B5EF4-FFF2-40B4-BE49-F238E27FC236}">
                  <a16:creationId xmlns:a16="http://schemas.microsoft.com/office/drawing/2014/main" id="{50608FF6-4B3E-72B0-A4A2-C7E82B2D2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20">
              <a:extLst>
                <a:ext uri="{FF2B5EF4-FFF2-40B4-BE49-F238E27FC236}">
                  <a16:creationId xmlns:a16="http://schemas.microsoft.com/office/drawing/2014/main" id="{59DEB628-134F-8A1F-2823-601DDDD28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4" name="Rectangle 1626">
              <a:extLst>
                <a:ext uri="{FF2B5EF4-FFF2-40B4-BE49-F238E27FC236}">
                  <a16:creationId xmlns:a16="http://schemas.microsoft.com/office/drawing/2014/main" id="{AF1AC3B6-9485-40E1-5B3B-6928F83B8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5" name="Rectangle 1629">
              <a:extLst>
                <a:ext uri="{FF2B5EF4-FFF2-40B4-BE49-F238E27FC236}">
                  <a16:creationId xmlns:a16="http://schemas.microsoft.com/office/drawing/2014/main" id="{4202EC50-5F2A-543E-6608-F7EF05107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6" name="Group 101">
              <a:extLst>
                <a:ext uri="{FF2B5EF4-FFF2-40B4-BE49-F238E27FC236}">
                  <a16:creationId xmlns:a16="http://schemas.microsoft.com/office/drawing/2014/main" id="{4FEA0532-1CE5-BC28-2087-81C8D70B3639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46" name="Rectangle 1630">
                <a:extLst>
                  <a:ext uri="{FF2B5EF4-FFF2-40B4-BE49-F238E27FC236}">
                    <a16:creationId xmlns:a16="http://schemas.microsoft.com/office/drawing/2014/main" id="{B5850B23-B3EA-9E71-051E-B54AA3214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7" name="Rectangle 1630">
                <a:extLst>
                  <a:ext uri="{FF2B5EF4-FFF2-40B4-BE49-F238E27FC236}">
                    <a16:creationId xmlns:a16="http://schemas.microsoft.com/office/drawing/2014/main" id="{1F5DA54A-9C34-98AF-847D-39EBCAD49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8" name="Group 125">
                <a:extLst>
                  <a:ext uri="{FF2B5EF4-FFF2-40B4-BE49-F238E27FC236}">
                    <a16:creationId xmlns:a16="http://schemas.microsoft.com/office/drawing/2014/main" id="{C36C2EA6-913B-B18C-77B1-4C46822E4CD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9" name="Rectangle 1630">
                  <a:extLst>
                    <a:ext uri="{FF2B5EF4-FFF2-40B4-BE49-F238E27FC236}">
                      <a16:creationId xmlns:a16="http://schemas.microsoft.com/office/drawing/2014/main" id="{97758E81-7ABC-FD79-B089-0919136F8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50" name="Rectangle 1484">
                  <a:extLst>
                    <a:ext uri="{FF2B5EF4-FFF2-40B4-BE49-F238E27FC236}">
                      <a16:creationId xmlns:a16="http://schemas.microsoft.com/office/drawing/2014/main" id="{1D6DB821-1EEA-CEAA-1626-B69B6D8C5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7" name="Group 102">
              <a:extLst>
                <a:ext uri="{FF2B5EF4-FFF2-40B4-BE49-F238E27FC236}">
                  <a16:creationId xmlns:a16="http://schemas.microsoft.com/office/drawing/2014/main" id="{11943C1B-1684-CCE6-4622-DEDC090536C2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41" name="Rectangle 1630">
                <a:extLst>
                  <a:ext uri="{FF2B5EF4-FFF2-40B4-BE49-F238E27FC236}">
                    <a16:creationId xmlns:a16="http://schemas.microsoft.com/office/drawing/2014/main" id="{9FA42DC5-4C6F-B58C-2FF9-323460E77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2" name="Rectangle 1630">
                <a:extLst>
                  <a:ext uri="{FF2B5EF4-FFF2-40B4-BE49-F238E27FC236}">
                    <a16:creationId xmlns:a16="http://schemas.microsoft.com/office/drawing/2014/main" id="{354F977B-F188-4FD2-DDD8-01CFFDCC9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3" name="Group 120">
                <a:extLst>
                  <a:ext uri="{FF2B5EF4-FFF2-40B4-BE49-F238E27FC236}">
                    <a16:creationId xmlns:a16="http://schemas.microsoft.com/office/drawing/2014/main" id="{B5D2AAE2-6F38-B9AE-4967-C4E75ABBF856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" name="Rectangle 1630">
                  <a:extLst>
                    <a:ext uri="{FF2B5EF4-FFF2-40B4-BE49-F238E27FC236}">
                      <a16:creationId xmlns:a16="http://schemas.microsoft.com/office/drawing/2014/main" id="{FA8C31FB-48F7-1726-2A36-4FA30FDFFB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5" name="Rectangle 1484">
                  <a:extLst>
                    <a:ext uri="{FF2B5EF4-FFF2-40B4-BE49-F238E27FC236}">
                      <a16:creationId xmlns:a16="http://schemas.microsoft.com/office/drawing/2014/main" id="{95B9255C-0CD1-8905-6C21-8E39FC141F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8" name="Group 103">
              <a:extLst>
                <a:ext uri="{FF2B5EF4-FFF2-40B4-BE49-F238E27FC236}">
                  <a16:creationId xmlns:a16="http://schemas.microsoft.com/office/drawing/2014/main" id="{961852AA-FA11-B07E-E202-34DAD9906D79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36" name="Rectangle 1630">
                <a:extLst>
                  <a:ext uri="{FF2B5EF4-FFF2-40B4-BE49-F238E27FC236}">
                    <a16:creationId xmlns:a16="http://schemas.microsoft.com/office/drawing/2014/main" id="{62D38799-481C-5FE7-E756-15E423FFC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508ABF86-8068-BAC0-86FC-9A397BF97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8" name="Group 115">
                <a:extLst>
                  <a:ext uri="{FF2B5EF4-FFF2-40B4-BE49-F238E27FC236}">
                    <a16:creationId xmlns:a16="http://schemas.microsoft.com/office/drawing/2014/main" id="{9229C299-BBD9-9358-2021-CCB79A903ED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9" name="Rectangle 1630">
                  <a:extLst>
                    <a:ext uri="{FF2B5EF4-FFF2-40B4-BE49-F238E27FC236}">
                      <a16:creationId xmlns:a16="http://schemas.microsoft.com/office/drawing/2014/main" id="{EA9ABF96-8D47-F852-7FDA-88A1322B55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0" name="Rectangle 1484">
                  <a:extLst>
                    <a:ext uri="{FF2B5EF4-FFF2-40B4-BE49-F238E27FC236}">
                      <a16:creationId xmlns:a16="http://schemas.microsoft.com/office/drawing/2014/main" id="{9304A4ED-16F4-CF82-5136-85FA056404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9" name="Group 104">
              <a:extLst>
                <a:ext uri="{FF2B5EF4-FFF2-40B4-BE49-F238E27FC236}">
                  <a16:creationId xmlns:a16="http://schemas.microsoft.com/office/drawing/2014/main" id="{91C61FC5-5AD6-EB0D-4FD2-36351836CAFA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576C9A05-B94E-0372-E1C1-321840AE3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630">
                <a:extLst>
                  <a:ext uri="{FF2B5EF4-FFF2-40B4-BE49-F238E27FC236}">
                    <a16:creationId xmlns:a16="http://schemas.microsoft.com/office/drawing/2014/main" id="{7CD16953-FC0F-3829-C129-8FAE45E11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3" name="Group 110">
                <a:extLst>
                  <a:ext uri="{FF2B5EF4-FFF2-40B4-BE49-F238E27FC236}">
                    <a16:creationId xmlns:a16="http://schemas.microsoft.com/office/drawing/2014/main" id="{B08B9B94-5621-3B69-20F1-956A87D5D78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4" name="Rectangle 1630">
                  <a:extLst>
                    <a:ext uri="{FF2B5EF4-FFF2-40B4-BE49-F238E27FC236}">
                      <a16:creationId xmlns:a16="http://schemas.microsoft.com/office/drawing/2014/main" id="{966FF6F8-5337-7D7E-B7BB-3A5D9C2572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35" name="Rectangle 1484">
                  <a:extLst>
                    <a:ext uri="{FF2B5EF4-FFF2-40B4-BE49-F238E27FC236}">
                      <a16:creationId xmlns:a16="http://schemas.microsoft.com/office/drawing/2014/main" id="{CBB5FB03-1CB8-BAAD-9CAF-74DB2C8359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30" name="Rectangle 1629">
              <a:extLst>
                <a:ext uri="{FF2B5EF4-FFF2-40B4-BE49-F238E27FC236}">
                  <a16:creationId xmlns:a16="http://schemas.microsoft.com/office/drawing/2014/main" id="{F22579FD-14B5-7C47-5B0C-B7CD8BA83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1" name="Rectangle 1490">
            <a:extLst>
              <a:ext uri="{FF2B5EF4-FFF2-40B4-BE49-F238E27FC236}">
                <a16:creationId xmlns:a16="http://schemas.microsoft.com/office/drawing/2014/main" id="{7C40CD9C-82E4-95AF-9DF2-4D05AFFDB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437" y="3601059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4 DC4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52" name="Group 10">
            <a:extLst>
              <a:ext uri="{FF2B5EF4-FFF2-40B4-BE49-F238E27FC236}">
                <a16:creationId xmlns:a16="http://schemas.microsoft.com/office/drawing/2014/main" id="{D13B8304-2324-D0E1-80A1-8A716CD1F12D}"/>
              </a:ext>
            </a:extLst>
          </p:cNvPr>
          <p:cNvGrpSpPr/>
          <p:nvPr/>
        </p:nvGrpSpPr>
        <p:grpSpPr>
          <a:xfrm>
            <a:off x="7081509" y="4110461"/>
            <a:ext cx="1087284" cy="140395"/>
            <a:chOff x="7732445" y="2099978"/>
            <a:chExt cx="1104273" cy="140395"/>
          </a:xfrm>
        </p:grpSpPr>
        <p:sp>
          <p:nvSpPr>
            <p:cNvPr id="53" name="Rectangle 1622">
              <a:extLst>
                <a:ext uri="{FF2B5EF4-FFF2-40B4-BE49-F238E27FC236}">
                  <a16:creationId xmlns:a16="http://schemas.microsoft.com/office/drawing/2014/main" id="{D18CA929-E893-9277-6B39-FA656C46D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54" name="Rectangle 1622">
              <a:extLst>
                <a:ext uri="{FF2B5EF4-FFF2-40B4-BE49-F238E27FC236}">
                  <a16:creationId xmlns:a16="http://schemas.microsoft.com/office/drawing/2014/main" id="{7B15F27B-923F-58AE-0CCE-C83847C04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6" name="Rectangle 1491">
            <a:extLst>
              <a:ext uri="{FF2B5EF4-FFF2-40B4-BE49-F238E27FC236}">
                <a16:creationId xmlns:a16="http://schemas.microsoft.com/office/drawing/2014/main" id="{39B095B1-9D31-B369-4351-458AA05B1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440" y="4734903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7" name="Rectangle 1620">
            <a:extLst>
              <a:ext uri="{FF2B5EF4-FFF2-40B4-BE49-F238E27FC236}">
                <a16:creationId xmlns:a16="http://schemas.microsoft.com/office/drawing/2014/main" id="{CABCBB71-5B33-192D-2848-DDB71327B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067" y="4779892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490">
            <a:extLst>
              <a:ext uri="{FF2B5EF4-FFF2-40B4-BE49-F238E27FC236}">
                <a16:creationId xmlns:a16="http://schemas.microsoft.com/office/drawing/2014/main" id="{85813366-712A-065D-47EA-96BF4654A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200" y="4788023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9" name="Rectangle 1490">
            <a:extLst>
              <a:ext uri="{FF2B5EF4-FFF2-40B4-BE49-F238E27FC236}">
                <a16:creationId xmlns:a16="http://schemas.microsoft.com/office/drawing/2014/main" id="{7C939B51-A69D-83A9-1776-80453EB46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0951" y="4809672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1" name="Rectangle 1621">
            <a:extLst>
              <a:ext uri="{FF2B5EF4-FFF2-40B4-BE49-F238E27FC236}">
                <a16:creationId xmlns:a16="http://schemas.microsoft.com/office/drawing/2014/main" id="{71B6A24B-4813-4AA7-8DCF-D88C01F99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387" y="4370875"/>
            <a:ext cx="1374216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 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3" name="Rectangle 1621">
            <a:extLst>
              <a:ext uri="{FF2B5EF4-FFF2-40B4-BE49-F238E27FC236}">
                <a16:creationId xmlns:a16="http://schemas.microsoft.com/office/drawing/2014/main" id="{9E4F7F06-C256-4B2A-F7EB-B28EEB862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5407" y="4420838"/>
            <a:ext cx="1469062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  <a:r>
              <a:rPr lang="zh-TW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4" name="Rectangle 1621">
            <a:extLst>
              <a:ext uri="{FF2B5EF4-FFF2-40B4-BE49-F238E27FC236}">
                <a16:creationId xmlns:a16="http://schemas.microsoft.com/office/drawing/2014/main" id="{0C86B61E-BBFC-E621-7197-8B430ADB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2540" y="4309644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5" name="Rectangle 1621">
            <a:extLst>
              <a:ext uri="{FF2B5EF4-FFF2-40B4-BE49-F238E27FC236}">
                <a16:creationId xmlns:a16="http://schemas.microsoft.com/office/drawing/2014/main" id="{35056D17-812B-EB91-AC80-3428BF472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065" y="4309644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7488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A4673-EB5A-892B-D36D-1F9E1C27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0DC631-AAFC-9870-26B4-B330C9C42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MES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0017433-ACFA-E31F-5757-2F3FCAE82181}"/>
              </a:ext>
            </a:extLst>
          </p:cNvPr>
          <p:cNvGrpSpPr/>
          <p:nvPr/>
        </p:nvGrpSpPr>
        <p:grpSpPr>
          <a:xfrm>
            <a:off x="421403" y="958609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6A0E247-055B-E946-4CEE-EF21FB97A654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BC38333B-6D9B-2C28-5D99-26382B402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AC85477A-1B21-8EB7-15BA-4B4A5571D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0171C446-C477-5E07-1036-9D5D39ECF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9B4924A2-4CF3-57A5-188D-9D0E87CC2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55B28160-C029-8D78-2254-84B0E649C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599E26C-D3D3-5B63-BA5B-B3907A62BA7E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410EC182-4737-ADF9-0094-7D76577BE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2CEC2094-9010-4EF8-2AAF-13C20463A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64F051E6-5A97-C5D3-F748-F3BFBBF1A9D3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D4F2FB32-6780-F64F-EBB5-1B5DAFF9BA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4FDBF7EB-34C5-11DF-A316-D8E8EF8976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989A88B-15F8-BBDF-7369-9A746474F605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BAF6A3C4-45FE-9273-33A1-B63221930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41475131-252D-1D9D-F15D-C6A8AE3A3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87CAED1A-4121-AEC8-F35D-F8DC4C577D5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62BF1893-AE7B-F100-1829-5184A1D1E8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36D458CA-7A6B-F712-2E83-7689DD9932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9BA384D-80F2-67D7-7BF7-80960280FE65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FF8C8D62-8C9D-34FF-F937-627EEF126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C5C46E2F-0CC2-84A5-4FFB-12FA38A37D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B4967E8-5D17-CF8B-9C12-4DCD3A842A42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2A011504-846A-679B-E68F-B02EAAD4FB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D9790C94-51DA-271C-6045-77EBA91A84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524F20C-47B2-0F8C-C304-8DC02FC03EF8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770161B9-AD13-C1A3-8238-B4D56C791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A1B5F1E9-371F-4C59-95EC-FC2C9B92E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9A06A7AA-488F-3F65-6699-85653B858EC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BB74B167-BB1F-6E62-A02A-E19F6ECAB4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D8F3DE84-5A16-5448-B4C9-800B822391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AB9530BE-F58E-AF53-E4B3-800922334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0DE6027D-2A72-52A6-5CAA-3FB293505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132" y="1047563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5　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F5D21E-8348-4C6D-307E-1EC5F9604289}"/>
              </a:ext>
            </a:extLst>
          </p:cNvPr>
          <p:cNvGrpSpPr/>
          <p:nvPr/>
        </p:nvGrpSpPr>
        <p:grpSpPr>
          <a:xfrm>
            <a:off x="1531204" y="1556965"/>
            <a:ext cx="108728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E9BDDCDF-F338-F5D2-C186-1C9F6C3E7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E4433A2C-6E7E-CDF0-8BED-218CBDB27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418" name="Group 79">
            <a:extLst>
              <a:ext uri="{FF2B5EF4-FFF2-40B4-BE49-F238E27FC236}">
                <a16:creationId xmlns:a16="http://schemas.microsoft.com/office/drawing/2014/main" id="{D5577338-3A78-EDC9-B088-426373DBC490}"/>
              </a:ext>
            </a:extLst>
          </p:cNvPr>
          <p:cNvGrpSpPr/>
          <p:nvPr/>
        </p:nvGrpSpPr>
        <p:grpSpPr>
          <a:xfrm>
            <a:off x="421403" y="3512105"/>
            <a:ext cx="5341574" cy="2293191"/>
            <a:chOff x="1317226" y="3852345"/>
            <a:chExt cx="5342965" cy="2293788"/>
          </a:xfrm>
        </p:grpSpPr>
        <p:sp>
          <p:nvSpPr>
            <p:cNvPr id="419" name="Rectangle 80">
              <a:extLst>
                <a:ext uri="{FF2B5EF4-FFF2-40B4-BE49-F238E27FC236}">
                  <a16:creationId xmlns:a16="http://schemas.microsoft.com/office/drawing/2014/main" id="{82063727-2EA8-7BBC-F2EF-C9A934912C9E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1" name="Rectangle 1491">
              <a:extLst>
                <a:ext uri="{FF2B5EF4-FFF2-40B4-BE49-F238E27FC236}">
                  <a16:creationId xmlns:a16="http://schemas.microsoft.com/office/drawing/2014/main" id="{660431DD-D483-13BB-30CD-85690E5D6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412137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2" name="Rectangle 1619">
              <a:extLst>
                <a:ext uri="{FF2B5EF4-FFF2-40B4-BE49-F238E27FC236}">
                  <a16:creationId xmlns:a16="http://schemas.microsoft.com/office/drawing/2014/main" id="{4C43BA18-DEC9-A8D7-D3C6-745811D47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3" name="Rectangle 1620">
              <a:extLst>
                <a:ext uri="{FF2B5EF4-FFF2-40B4-BE49-F238E27FC236}">
                  <a16:creationId xmlns:a16="http://schemas.microsoft.com/office/drawing/2014/main" id="{F83FC497-9A13-7B34-A025-0B66A507F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412136" cy="90430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8" name="Rectangle 1623">
              <a:extLst>
                <a:ext uri="{FF2B5EF4-FFF2-40B4-BE49-F238E27FC236}">
                  <a16:creationId xmlns:a16="http://schemas.microsoft.com/office/drawing/2014/main" id="{7B1BC6D2-3565-2AAF-E4DE-45096A94E72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536585" y="4653642"/>
              <a:ext cx="61503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1" name="Rectangle 1626">
              <a:extLst>
                <a:ext uri="{FF2B5EF4-FFF2-40B4-BE49-F238E27FC236}">
                  <a16:creationId xmlns:a16="http://schemas.microsoft.com/office/drawing/2014/main" id="{39F91256-B7E2-3E76-2919-9ACEE8DC9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3" name="Rectangle 1628">
              <a:extLst>
                <a:ext uri="{FF2B5EF4-FFF2-40B4-BE49-F238E27FC236}">
                  <a16:creationId xmlns:a16="http://schemas.microsoft.com/office/drawing/2014/main" id="{F2C54B67-E672-6A3F-1B25-4DE6CEDA8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13" y="452350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4" name="Rectangle 1629">
              <a:extLst>
                <a:ext uri="{FF2B5EF4-FFF2-40B4-BE49-F238E27FC236}">
                  <a16:creationId xmlns:a16="http://schemas.microsoft.com/office/drawing/2014/main" id="{876F249E-797E-5D74-2547-980600651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435" name="Group 101">
              <a:extLst>
                <a:ext uri="{FF2B5EF4-FFF2-40B4-BE49-F238E27FC236}">
                  <a16:creationId xmlns:a16="http://schemas.microsoft.com/office/drawing/2014/main" id="{A61F479D-BAB8-2771-5805-8FD3B534952B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289" name="Rectangle 1630">
                <a:extLst>
                  <a:ext uri="{FF2B5EF4-FFF2-40B4-BE49-F238E27FC236}">
                    <a16:creationId xmlns:a16="http://schemas.microsoft.com/office/drawing/2014/main" id="{F83B73E3-DF8B-399B-3872-E4EC30305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90" name="Rectangle 1630">
                <a:extLst>
                  <a:ext uri="{FF2B5EF4-FFF2-40B4-BE49-F238E27FC236}">
                    <a16:creationId xmlns:a16="http://schemas.microsoft.com/office/drawing/2014/main" id="{5D1EAD2A-0C60-4E23-7F53-E6A90BA76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91" name="Group 125">
                <a:extLst>
                  <a:ext uri="{FF2B5EF4-FFF2-40B4-BE49-F238E27FC236}">
                    <a16:creationId xmlns:a16="http://schemas.microsoft.com/office/drawing/2014/main" id="{3C5DF04F-5778-CBD8-C921-89194F953303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92" name="Rectangle 1630">
                  <a:extLst>
                    <a:ext uri="{FF2B5EF4-FFF2-40B4-BE49-F238E27FC236}">
                      <a16:creationId xmlns:a16="http://schemas.microsoft.com/office/drawing/2014/main" id="{3A3BBB15-8769-72F0-6237-5EE1DC13CC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93" name="Rectangle 1484">
                  <a:extLst>
                    <a:ext uri="{FF2B5EF4-FFF2-40B4-BE49-F238E27FC236}">
                      <a16:creationId xmlns:a16="http://schemas.microsoft.com/office/drawing/2014/main" id="{AAE98A52-0A2F-4B07-E0A7-D0BA57F22D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6" name="Group 102">
              <a:extLst>
                <a:ext uri="{FF2B5EF4-FFF2-40B4-BE49-F238E27FC236}">
                  <a16:creationId xmlns:a16="http://schemas.microsoft.com/office/drawing/2014/main" id="{25E5E345-1C17-0D3E-E06B-A385803E2095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284" name="Rectangle 1630">
                <a:extLst>
                  <a:ext uri="{FF2B5EF4-FFF2-40B4-BE49-F238E27FC236}">
                    <a16:creationId xmlns:a16="http://schemas.microsoft.com/office/drawing/2014/main" id="{8B0E9660-1341-4382-AECE-7A8C4BD20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5" name="Rectangle 1630">
                <a:extLst>
                  <a:ext uri="{FF2B5EF4-FFF2-40B4-BE49-F238E27FC236}">
                    <a16:creationId xmlns:a16="http://schemas.microsoft.com/office/drawing/2014/main" id="{F049CE6A-AB12-85F9-1249-748AAB486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6" name="Group 120">
                <a:extLst>
                  <a:ext uri="{FF2B5EF4-FFF2-40B4-BE49-F238E27FC236}">
                    <a16:creationId xmlns:a16="http://schemas.microsoft.com/office/drawing/2014/main" id="{3D11D5F8-71CE-9379-A923-BDA2BB28469B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7" name="Rectangle 1630">
                  <a:extLst>
                    <a:ext uri="{FF2B5EF4-FFF2-40B4-BE49-F238E27FC236}">
                      <a16:creationId xmlns:a16="http://schemas.microsoft.com/office/drawing/2014/main" id="{37946E6A-760C-6755-AB6F-FCEF84735C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8" name="Rectangle 1484">
                  <a:extLst>
                    <a:ext uri="{FF2B5EF4-FFF2-40B4-BE49-F238E27FC236}">
                      <a16:creationId xmlns:a16="http://schemas.microsoft.com/office/drawing/2014/main" id="{268C0D1B-BCDE-74A2-38DD-6CFD3552CB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7" name="Group 103">
              <a:extLst>
                <a:ext uri="{FF2B5EF4-FFF2-40B4-BE49-F238E27FC236}">
                  <a16:creationId xmlns:a16="http://schemas.microsoft.com/office/drawing/2014/main" id="{79BC228E-8508-881A-FD13-37A70237FBF8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447" name="Rectangle 1630">
                <a:extLst>
                  <a:ext uri="{FF2B5EF4-FFF2-40B4-BE49-F238E27FC236}">
                    <a16:creationId xmlns:a16="http://schemas.microsoft.com/office/drawing/2014/main" id="{FF0E5ACD-2FC5-90D8-0A9E-289B97C87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280" name="Rectangle 1630">
                <a:extLst>
                  <a:ext uri="{FF2B5EF4-FFF2-40B4-BE49-F238E27FC236}">
                    <a16:creationId xmlns:a16="http://schemas.microsoft.com/office/drawing/2014/main" id="{90C56EB4-F0C9-EB18-41CC-BEE13B5D6A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281" name="Group 115">
                <a:extLst>
                  <a:ext uri="{FF2B5EF4-FFF2-40B4-BE49-F238E27FC236}">
                    <a16:creationId xmlns:a16="http://schemas.microsoft.com/office/drawing/2014/main" id="{879FAB40-49AC-4C4E-A459-98F50769AE2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282" name="Rectangle 1630">
                  <a:extLst>
                    <a:ext uri="{FF2B5EF4-FFF2-40B4-BE49-F238E27FC236}">
                      <a16:creationId xmlns:a16="http://schemas.microsoft.com/office/drawing/2014/main" id="{F8DE502B-B38B-EB21-C1ED-FCB0226E8F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283" name="Rectangle 1484">
                  <a:extLst>
                    <a:ext uri="{FF2B5EF4-FFF2-40B4-BE49-F238E27FC236}">
                      <a16:creationId xmlns:a16="http://schemas.microsoft.com/office/drawing/2014/main" id="{E4ED8DF9-202A-CF00-117A-40F8F8E196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438" name="Group 104">
              <a:extLst>
                <a:ext uri="{FF2B5EF4-FFF2-40B4-BE49-F238E27FC236}">
                  <a16:creationId xmlns:a16="http://schemas.microsoft.com/office/drawing/2014/main" id="{9ACC5E4C-CCA4-83AF-0235-3B31ED600C95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442" name="Rectangle 1630">
                <a:extLst>
                  <a:ext uri="{FF2B5EF4-FFF2-40B4-BE49-F238E27FC236}">
                    <a16:creationId xmlns:a16="http://schemas.microsoft.com/office/drawing/2014/main" id="{945360AA-5785-9832-0BB5-B32BE266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43" name="Rectangle 1630">
                <a:extLst>
                  <a:ext uri="{FF2B5EF4-FFF2-40B4-BE49-F238E27FC236}">
                    <a16:creationId xmlns:a16="http://schemas.microsoft.com/office/drawing/2014/main" id="{E1E0EBF3-8C0A-71A9-6CE7-06C3CAFC6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44" name="Group 110">
                <a:extLst>
                  <a:ext uri="{FF2B5EF4-FFF2-40B4-BE49-F238E27FC236}">
                    <a16:creationId xmlns:a16="http://schemas.microsoft.com/office/drawing/2014/main" id="{F6E98D6E-4514-1BD6-1B80-092428482CE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5" name="Rectangle 1630">
                  <a:extLst>
                    <a:ext uri="{FF2B5EF4-FFF2-40B4-BE49-F238E27FC236}">
                      <a16:creationId xmlns:a16="http://schemas.microsoft.com/office/drawing/2014/main" id="{6B6DE1F7-7761-5761-21FD-2F95589700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46" name="Rectangle 1484">
                  <a:extLst>
                    <a:ext uri="{FF2B5EF4-FFF2-40B4-BE49-F238E27FC236}">
                      <a16:creationId xmlns:a16="http://schemas.microsoft.com/office/drawing/2014/main" id="{7A101077-C521-3365-DD87-F5D492E9CF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440" name="Rectangle 1628">
              <a:extLst>
                <a:ext uri="{FF2B5EF4-FFF2-40B4-BE49-F238E27FC236}">
                  <a16:creationId xmlns:a16="http://schemas.microsoft.com/office/drawing/2014/main" id="{92276F19-9F21-BBC6-E7BF-E1E185A92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044" y="4516130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41" name="Rectangle 1629">
              <a:extLst>
                <a:ext uri="{FF2B5EF4-FFF2-40B4-BE49-F238E27FC236}">
                  <a16:creationId xmlns:a16="http://schemas.microsoft.com/office/drawing/2014/main" id="{B9623066-5242-B76B-93DB-A8F09C7AE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294" name="Rectangle 1490">
            <a:extLst>
              <a:ext uri="{FF2B5EF4-FFF2-40B4-BE49-F238E27FC236}">
                <a16:creationId xmlns:a16="http://schemas.microsoft.com/office/drawing/2014/main" id="{3108C3C9-D2F5-FDD4-5A1D-CE2878B37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132" y="3601059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7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FF3617F7-0BE2-7FEE-60A9-538ADA54D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35" y="2181407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823673BF-94F4-D33C-5DDF-343CBD5E3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762" y="2226396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DE5770CE-234B-AD36-AA0E-B23B25DC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895" y="2234527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112B18F3-BB35-986E-0ADE-25025E910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646" y="225617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1" name="Rectangle 1491">
            <a:extLst>
              <a:ext uri="{FF2B5EF4-FFF2-40B4-BE49-F238E27FC236}">
                <a16:creationId xmlns:a16="http://schemas.microsoft.com/office/drawing/2014/main" id="{6EDD7EE9-BCAF-9786-0D7C-EB625619F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34" y="4724817"/>
            <a:ext cx="2411509" cy="90407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2" name="Rectangle 1620">
            <a:extLst>
              <a:ext uri="{FF2B5EF4-FFF2-40B4-BE49-F238E27FC236}">
                <a16:creationId xmlns:a16="http://schemas.microsoft.com/office/drawing/2014/main" id="{F11BE1AD-CF5B-D4C8-9DA9-287C56C65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663" y="4780330"/>
            <a:ext cx="2356416" cy="87700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4" name="Rectangle 1490">
            <a:extLst>
              <a:ext uri="{FF2B5EF4-FFF2-40B4-BE49-F238E27FC236}">
                <a16:creationId xmlns:a16="http://schemas.microsoft.com/office/drawing/2014/main" id="{FF2C3E77-BA8E-31F6-DB5F-6E777ED7F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950" y="4864011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5" name="Rectangle 1490">
            <a:extLst>
              <a:ext uri="{FF2B5EF4-FFF2-40B4-BE49-F238E27FC236}">
                <a16:creationId xmlns:a16="http://schemas.microsoft.com/office/drawing/2014/main" id="{1F6E531D-CBBF-F448-59A2-200C71648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863" y="4770540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140EE4F0-1552-638B-FBA9-D8D4AB9F5988}"/>
              </a:ext>
            </a:extLst>
          </p:cNvPr>
          <p:cNvSpPr txBox="1"/>
          <p:nvPr/>
        </p:nvSpPr>
        <p:spPr>
          <a:xfrm>
            <a:off x="1657914" y="6000666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pSp>
        <p:nvGrpSpPr>
          <p:cNvPr id="9364" name="Group 79">
            <a:extLst>
              <a:ext uri="{FF2B5EF4-FFF2-40B4-BE49-F238E27FC236}">
                <a16:creationId xmlns:a16="http://schemas.microsoft.com/office/drawing/2014/main" id="{FA851D28-1760-D721-5741-74605A092607}"/>
              </a:ext>
            </a:extLst>
          </p:cNvPr>
          <p:cNvGrpSpPr/>
          <p:nvPr/>
        </p:nvGrpSpPr>
        <p:grpSpPr>
          <a:xfrm>
            <a:off x="5961287" y="932542"/>
            <a:ext cx="5341574" cy="2293191"/>
            <a:chOff x="1317226" y="3852345"/>
            <a:chExt cx="5342965" cy="2293788"/>
          </a:xfrm>
        </p:grpSpPr>
        <p:sp>
          <p:nvSpPr>
            <p:cNvPr id="9365" name="Rectangle 80">
              <a:extLst>
                <a:ext uri="{FF2B5EF4-FFF2-40B4-BE49-F238E27FC236}">
                  <a16:creationId xmlns:a16="http://schemas.microsoft.com/office/drawing/2014/main" id="{6582BC59-2C8A-7E05-8F30-E5E2D5774660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7" name="Rectangle 1491">
              <a:extLst>
                <a:ext uri="{FF2B5EF4-FFF2-40B4-BE49-F238E27FC236}">
                  <a16:creationId xmlns:a16="http://schemas.microsoft.com/office/drawing/2014/main" id="{A8E63A93-B22D-27AF-69D2-D7957FF12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8" name="Rectangle 1619">
              <a:extLst>
                <a:ext uri="{FF2B5EF4-FFF2-40B4-BE49-F238E27FC236}">
                  <a16:creationId xmlns:a16="http://schemas.microsoft.com/office/drawing/2014/main" id="{3D08E1E1-F0BF-1570-C836-B8708C625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9" name="Rectangle 1620">
              <a:extLst>
                <a:ext uri="{FF2B5EF4-FFF2-40B4-BE49-F238E27FC236}">
                  <a16:creationId xmlns:a16="http://schemas.microsoft.com/office/drawing/2014/main" id="{84374052-6D44-7778-7431-25B5CC6D5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0" name="Rectangle 1626">
              <a:extLst>
                <a:ext uri="{FF2B5EF4-FFF2-40B4-BE49-F238E27FC236}">
                  <a16:creationId xmlns:a16="http://schemas.microsoft.com/office/drawing/2014/main" id="{8751D8B5-E3EE-2D8F-5ECD-9B4D74467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1" name="Rectangle 1629">
              <a:extLst>
                <a:ext uri="{FF2B5EF4-FFF2-40B4-BE49-F238E27FC236}">
                  <a16:creationId xmlns:a16="http://schemas.microsoft.com/office/drawing/2014/main" id="{6C6B3BAD-35EE-2754-7810-C6D6E3DC7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9372" name="Group 101">
              <a:extLst>
                <a:ext uri="{FF2B5EF4-FFF2-40B4-BE49-F238E27FC236}">
                  <a16:creationId xmlns:a16="http://schemas.microsoft.com/office/drawing/2014/main" id="{3E005B13-0BE2-1C3D-C71C-24D459C0BE9E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392" name="Rectangle 1630">
                <a:extLst>
                  <a:ext uri="{FF2B5EF4-FFF2-40B4-BE49-F238E27FC236}">
                    <a16:creationId xmlns:a16="http://schemas.microsoft.com/office/drawing/2014/main" id="{099E7DBC-3C5F-2C9C-62C6-A16A0E9AB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93" name="Rectangle 1630">
                <a:extLst>
                  <a:ext uri="{FF2B5EF4-FFF2-40B4-BE49-F238E27FC236}">
                    <a16:creationId xmlns:a16="http://schemas.microsoft.com/office/drawing/2014/main" id="{681D249C-B68E-8B5A-B34E-CE7382669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94" name="Group 125">
                <a:extLst>
                  <a:ext uri="{FF2B5EF4-FFF2-40B4-BE49-F238E27FC236}">
                    <a16:creationId xmlns:a16="http://schemas.microsoft.com/office/drawing/2014/main" id="{B1B305EB-AFC9-EC05-0E7B-04F9DC0B2797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5" name="Rectangle 1630">
                  <a:extLst>
                    <a:ext uri="{FF2B5EF4-FFF2-40B4-BE49-F238E27FC236}">
                      <a16:creationId xmlns:a16="http://schemas.microsoft.com/office/drawing/2014/main" id="{C39AFDB3-2080-5AE2-D0E3-E91BF69A41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6" name="Rectangle 1484">
                  <a:extLst>
                    <a:ext uri="{FF2B5EF4-FFF2-40B4-BE49-F238E27FC236}">
                      <a16:creationId xmlns:a16="http://schemas.microsoft.com/office/drawing/2014/main" id="{C3DEC666-321A-1F37-E8C3-9AF8D78FB0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3" name="Group 102">
              <a:extLst>
                <a:ext uri="{FF2B5EF4-FFF2-40B4-BE49-F238E27FC236}">
                  <a16:creationId xmlns:a16="http://schemas.microsoft.com/office/drawing/2014/main" id="{3DA81A4D-F83B-D078-A97A-7BD899428231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387" name="Rectangle 1630">
                <a:extLst>
                  <a:ext uri="{FF2B5EF4-FFF2-40B4-BE49-F238E27FC236}">
                    <a16:creationId xmlns:a16="http://schemas.microsoft.com/office/drawing/2014/main" id="{B151109B-8859-D907-0FEB-11FED5F07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8" name="Rectangle 1630">
                <a:extLst>
                  <a:ext uri="{FF2B5EF4-FFF2-40B4-BE49-F238E27FC236}">
                    <a16:creationId xmlns:a16="http://schemas.microsoft.com/office/drawing/2014/main" id="{79389103-1C84-5F43-B48B-815E3E1EE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9" name="Group 120">
                <a:extLst>
                  <a:ext uri="{FF2B5EF4-FFF2-40B4-BE49-F238E27FC236}">
                    <a16:creationId xmlns:a16="http://schemas.microsoft.com/office/drawing/2014/main" id="{73A415FC-E366-D1AB-B410-2AD868B408F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0" name="Rectangle 1630">
                  <a:extLst>
                    <a:ext uri="{FF2B5EF4-FFF2-40B4-BE49-F238E27FC236}">
                      <a16:creationId xmlns:a16="http://schemas.microsoft.com/office/drawing/2014/main" id="{04FA5593-F4D3-F092-EDE3-64637FA49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1" name="Rectangle 1484">
                  <a:extLst>
                    <a:ext uri="{FF2B5EF4-FFF2-40B4-BE49-F238E27FC236}">
                      <a16:creationId xmlns:a16="http://schemas.microsoft.com/office/drawing/2014/main" id="{0AA8EDFA-7349-978A-FBDD-036A6290BC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4" name="Group 103">
              <a:extLst>
                <a:ext uri="{FF2B5EF4-FFF2-40B4-BE49-F238E27FC236}">
                  <a16:creationId xmlns:a16="http://schemas.microsoft.com/office/drawing/2014/main" id="{4FD03074-296D-6A6E-2771-2FFD68204182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9382" name="Rectangle 1630">
                <a:extLst>
                  <a:ext uri="{FF2B5EF4-FFF2-40B4-BE49-F238E27FC236}">
                    <a16:creationId xmlns:a16="http://schemas.microsoft.com/office/drawing/2014/main" id="{69419D71-C8B6-CCCE-8F3E-F94189B01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3" name="Rectangle 1630">
                <a:extLst>
                  <a:ext uri="{FF2B5EF4-FFF2-40B4-BE49-F238E27FC236}">
                    <a16:creationId xmlns:a16="http://schemas.microsoft.com/office/drawing/2014/main" id="{6E2DF167-AC84-0170-7670-EFB25FE54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4" name="Group 115">
                <a:extLst>
                  <a:ext uri="{FF2B5EF4-FFF2-40B4-BE49-F238E27FC236}">
                    <a16:creationId xmlns:a16="http://schemas.microsoft.com/office/drawing/2014/main" id="{A0A41EBF-39AC-B087-C3C2-9E4DC10DD92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5" name="Rectangle 1630">
                  <a:extLst>
                    <a:ext uri="{FF2B5EF4-FFF2-40B4-BE49-F238E27FC236}">
                      <a16:creationId xmlns:a16="http://schemas.microsoft.com/office/drawing/2014/main" id="{D49318C3-8863-F21F-ED84-52D1A39185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6" name="Rectangle 1484">
                  <a:extLst>
                    <a:ext uri="{FF2B5EF4-FFF2-40B4-BE49-F238E27FC236}">
                      <a16:creationId xmlns:a16="http://schemas.microsoft.com/office/drawing/2014/main" id="{2AADD697-DAB4-D671-B9AD-3EDB16F28D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5" name="Group 104">
              <a:extLst>
                <a:ext uri="{FF2B5EF4-FFF2-40B4-BE49-F238E27FC236}">
                  <a16:creationId xmlns:a16="http://schemas.microsoft.com/office/drawing/2014/main" id="{8615C80A-6728-BF8F-FA70-E22F98FE06D1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9377" name="Rectangle 1630">
                <a:extLst>
                  <a:ext uri="{FF2B5EF4-FFF2-40B4-BE49-F238E27FC236}">
                    <a16:creationId xmlns:a16="http://schemas.microsoft.com/office/drawing/2014/main" id="{0CD3CEC7-2890-9062-E03E-01EBF61C6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78" name="Rectangle 1630">
                <a:extLst>
                  <a:ext uri="{FF2B5EF4-FFF2-40B4-BE49-F238E27FC236}">
                    <a16:creationId xmlns:a16="http://schemas.microsoft.com/office/drawing/2014/main" id="{A1F0A2CF-1559-E359-28E2-DF1299302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79" name="Group 110">
                <a:extLst>
                  <a:ext uri="{FF2B5EF4-FFF2-40B4-BE49-F238E27FC236}">
                    <a16:creationId xmlns:a16="http://schemas.microsoft.com/office/drawing/2014/main" id="{FE29F2B1-E33E-AD48-DF89-D5B45AB7584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0" name="Rectangle 1630">
                  <a:extLst>
                    <a:ext uri="{FF2B5EF4-FFF2-40B4-BE49-F238E27FC236}">
                      <a16:creationId xmlns:a16="http://schemas.microsoft.com/office/drawing/2014/main" id="{0AE15BFB-2894-9BDE-77B0-1487B8A675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1" name="Rectangle 1484">
                  <a:extLst>
                    <a:ext uri="{FF2B5EF4-FFF2-40B4-BE49-F238E27FC236}">
                      <a16:creationId xmlns:a16="http://schemas.microsoft.com/office/drawing/2014/main" id="{58A33D41-63CC-6F04-4586-BDDE5BD82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9376" name="Rectangle 1629">
              <a:extLst>
                <a:ext uri="{FF2B5EF4-FFF2-40B4-BE49-F238E27FC236}">
                  <a16:creationId xmlns:a16="http://schemas.microsoft.com/office/drawing/2014/main" id="{6ACC9AC4-5965-56B3-28A8-47D063F56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397" name="Rectangle 1490">
            <a:extLst>
              <a:ext uri="{FF2B5EF4-FFF2-40B4-BE49-F238E27FC236}">
                <a16:creationId xmlns:a16="http://schemas.microsoft.com/office/drawing/2014/main" id="{07CDDC14-41DF-685A-8445-F1B2493D6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016" y="1021496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6</a:t>
            </a:r>
            <a:r>
              <a:rPr lang="zh-TW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zh-TW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DC2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9398" name="Group 10">
            <a:extLst>
              <a:ext uri="{FF2B5EF4-FFF2-40B4-BE49-F238E27FC236}">
                <a16:creationId xmlns:a16="http://schemas.microsoft.com/office/drawing/2014/main" id="{52CF8D5C-CDB3-9433-0F85-1EEFDA024F49}"/>
              </a:ext>
            </a:extLst>
          </p:cNvPr>
          <p:cNvGrpSpPr/>
          <p:nvPr/>
        </p:nvGrpSpPr>
        <p:grpSpPr>
          <a:xfrm>
            <a:off x="7071088" y="1530898"/>
            <a:ext cx="1087284" cy="140395"/>
            <a:chOff x="7732445" y="2099978"/>
            <a:chExt cx="1104273" cy="140395"/>
          </a:xfrm>
        </p:grpSpPr>
        <p:sp>
          <p:nvSpPr>
            <p:cNvPr id="9399" name="Rectangle 1622">
              <a:extLst>
                <a:ext uri="{FF2B5EF4-FFF2-40B4-BE49-F238E27FC236}">
                  <a16:creationId xmlns:a16="http://schemas.microsoft.com/office/drawing/2014/main" id="{55B92E48-0F81-527F-9CFF-2D47B81F1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400" name="Rectangle 1622">
              <a:extLst>
                <a:ext uri="{FF2B5EF4-FFF2-40B4-BE49-F238E27FC236}">
                  <a16:creationId xmlns:a16="http://schemas.microsoft.com/office/drawing/2014/main" id="{E91B3F65-E7FE-8A47-2393-01E344364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402" name="Rectangle 1491">
            <a:extLst>
              <a:ext uri="{FF2B5EF4-FFF2-40B4-BE49-F238E27FC236}">
                <a16:creationId xmlns:a16="http://schemas.microsoft.com/office/drawing/2014/main" id="{17EB0A5F-701E-2AA5-0AB5-B4A0703B0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019" y="2155340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3" name="Rectangle 1620">
            <a:extLst>
              <a:ext uri="{FF2B5EF4-FFF2-40B4-BE49-F238E27FC236}">
                <a16:creationId xmlns:a16="http://schemas.microsoft.com/office/drawing/2014/main" id="{107A8712-DB4C-2067-C981-946099017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5646" y="2200329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4" name="Rectangle 1490">
            <a:extLst>
              <a:ext uri="{FF2B5EF4-FFF2-40B4-BE49-F238E27FC236}">
                <a16:creationId xmlns:a16="http://schemas.microsoft.com/office/drawing/2014/main" id="{F2C006D1-1A5C-0718-E2B9-23FA11015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779" y="2208460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5" name="Rectangle 1490">
            <a:extLst>
              <a:ext uri="{FF2B5EF4-FFF2-40B4-BE49-F238E27FC236}">
                <a16:creationId xmlns:a16="http://schemas.microsoft.com/office/drawing/2014/main" id="{8F8C04A6-D422-582C-4E97-D32A0B7F5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0530" y="2230109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" name="Rectangle 1621">
            <a:extLst>
              <a:ext uri="{FF2B5EF4-FFF2-40B4-BE49-F238E27FC236}">
                <a16:creationId xmlns:a16="http://schemas.microsoft.com/office/drawing/2014/main" id="{EB385097-4719-CDA7-107B-B83B291C9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941" y="1635444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621">
            <a:extLst>
              <a:ext uri="{FF2B5EF4-FFF2-40B4-BE49-F238E27FC236}">
                <a16:creationId xmlns:a16="http://schemas.microsoft.com/office/drawing/2014/main" id="{5C4478B8-CEB6-CE41-154A-EA4DBECEA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569" y="1612848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35496AA9-BDB3-B4AA-C93C-B014B1B7C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386" y="1795744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70DF3202-1409-A8EF-5A43-7C3EBC5F5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7014" y="1790118"/>
            <a:ext cx="776094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Critial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" name="Group 79">
            <a:extLst>
              <a:ext uri="{FF2B5EF4-FFF2-40B4-BE49-F238E27FC236}">
                <a16:creationId xmlns:a16="http://schemas.microsoft.com/office/drawing/2014/main" id="{FB15E854-E51C-347C-55D9-601A9832D90C}"/>
              </a:ext>
            </a:extLst>
          </p:cNvPr>
          <p:cNvGrpSpPr/>
          <p:nvPr/>
        </p:nvGrpSpPr>
        <p:grpSpPr>
          <a:xfrm>
            <a:off x="5971708" y="3512105"/>
            <a:ext cx="5341574" cy="2293191"/>
            <a:chOff x="1317226" y="3852345"/>
            <a:chExt cx="5342965" cy="2293788"/>
          </a:xfrm>
        </p:grpSpPr>
        <p:sp>
          <p:nvSpPr>
            <p:cNvPr id="19" name="Rectangle 80">
              <a:extLst>
                <a:ext uri="{FF2B5EF4-FFF2-40B4-BE49-F238E27FC236}">
                  <a16:creationId xmlns:a16="http://schemas.microsoft.com/office/drawing/2014/main" id="{DCED8AE5-E41A-E4E6-01A1-266ED0967C03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" name="Rectangle 1491">
              <a:extLst>
                <a:ext uri="{FF2B5EF4-FFF2-40B4-BE49-F238E27FC236}">
                  <a16:creationId xmlns:a16="http://schemas.microsoft.com/office/drawing/2014/main" id="{3FDE9638-1D55-D17F-8EBD-9D1437AC7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2" name="Rectangle 1619">
              <a:extLst>
                <a:ext uri="{FF2B5EF4-FFF2-40B4-BE49-F238E27FC236}">
                  <a16:creationId xmlns:a16="http://schemas.microsoft.com/office/drawing/2014/main" id="{25710F95-3BCB-0304-92C2-7475CBC72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20">
              <a:extLst>
                <a:ext uri="{FF2B5EF4-FFF2-40B4-BE49-F238E27FC236}">
                  <a16:creationId xmlns:a16="http://schemas.microsoft.com/office/drawing/2014/main" id="{28ED3747-C468-D1FE-BF7D-E0DE02C3C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4" name="Rectangle 1626">
              <a:extLst>
                <a:ext uri="{FF2B5EF4-FFF2-40B4-BE49-F238E27FC236}">
                  <a16:creationId xmlns:a16="http://schemas.microsoft.com/office/drawing/2014/main" id="{3AEF985E-C3E7-C284-64D5-B3074CA35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5" name="Rectangle 1629">
              <a:extLst>
                <a:ext uri="{FF2B5EF4-FFF2-40B4-BE49-F238E27FC236}">
                  <a16:creationId xmlns:a16="http://schemas.microsoft.com/office/drawing/2014/main" id="{62620BC1-B1DF-8F15-B174-B43CA230D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6" name="Group 101">
              <a:extLst>
                <a:ext uri="{FF2B5EF4-FFF2-40B4-BE49-F238E27FC236}">
                  <a16:creationId xmlns:a16="http://schemas.microsoft.com/office/drawing/2014/main" id="{9EA28BD6-DE23-1252-5AE1-1766FE99837E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46" name="Rectangle 1630">
                <a:extLst>
                  <a:ext uri="{FF2B5EF4-FFF2-40B4-BE49-F238E27FC236}">
                    <a16:creationId xmlns:a16="http://schemas.microsoft.com/office/drawing/2014/main" id="{53E6EBB6-F059-417E-7546-141592BD2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7" name="Rectangle 1630">
                <a:extLst>
                  <a:ext uri="{FF2B5EF4-FFF2-40B4-BE49-F238E27FC236}">
                    <a16:creationId xmlns:a16="http://schemas.microsoft.com/office/drawing/2014/main" id="{45765475-F962-39EA-CDDE-17E2B2A4A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8" name="Group 125">
                <a:extLst>
                  <a:ext uri="{FF2B5EF4-FFF2-40B4-BE49-F238E27FC236}">
                    <a16:creationId xmlns:a16="http://schemas.microsoft.com/office/drawing/2014/main" id="{011122FB-1C57-9BCA-40E4-DF0C584B577B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9" name="Rectangle 1630">
                  <a:extLst>
                    <a:ext uri="{FF2B5EF4-FFF2-40B4-BE49-F238E27FC236}">
                      <a16:creationId xmlns:a16="http://schemas.microsoft.com/office/drawing/2014/main" id="{FA67A293-3818-EECD-A087-C153593F57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50" name="Rectangle 1484">
                  <a:extLst>
                    <a:ext uri="{FF2B5EF4-FFF2-40B4-BE49-F238E27FC236}">
                      <a16:creationId xmlns:a16="http://schemas.microsoft.com/office/drawing/2014/main" id="{2BD88775-2BB1-E263-1A9A-77D6129EE4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7" name="Group 102">
              <a:extLst>
                <a:ext uri="{FF2B5EF4-FFF2-40B4-BE49-F238E27FC236}">
                  <a16:creationId xmlns:a16="http://schemas.microsoft.com/office/drawing/2014/main" id="{A467FE68-574D-9463-8C29-4CE3E270AF17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41" name="Rectangle 1630">
                <a:extLst>
                  <a:ext uri="{FF2B5EF4-FFF2-40B4-BE49-F238E27FC236}">
                    <a16:creationId xmlns:a16="http://schemas.microsoft.com/office/drawing/2014/main" id="{2B292FB3-38A9-98DF-A8CF-8F5374618B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2" name="Rectangle 1630">
                <a:extLst>
                  <a:ext uri="{FF2B5EF4-FFF2-40B4-BE49-F238E27FC236}">
                    <a16:creationId xmlns:a16="http://schemas.microsoft.com/office/drawing/2014/main" id="{1F41C7CA-360D-E319-5E4A-3F2F6F07B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43" name="Group 120">
                <a:extLst>
                  <a:ext uri="{FF2B5EF4-FFF2-40B4-BE49-F238E27FC236}">
                    <a16:creationId xmlns:a16="http://schemas.microsoft.com/office/drawing/2014/main" id="{0256D957-5F8E-E680-5C63-944116A9CD6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44" name="Rectangle 1630">
                  <a:extLst>
                    <a:ext uri="{FF2B5EF4-FFF2-40B4-BE49-F238E27FC236}">
                      <a16:creationId xmlns:a16="http://schemas.microsoft.com/office/drawing/2014/main" id="{D3E35FFF-9906-031C-7D45-67E6FBB900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5" name="Rectangle 1484">
                  <a:extLst>
                    <a:ext uri="{FF2B5EF4-FFF2-40B4-BE49-F238E27FC236}">
                      <a16:creationId xmlns:a16="http://schemas.microsoft.com/office/drawing/2014/main" id="{CD737F19-5289-5035-EED2-E645AC88C4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8" name="Group 103">
              <a:extLst>
                <a:ext uri="{FF2B5EF4-FFF2-40B4-BE49-F238E27FC236}">
                  <a16:creationId xmlns:a16="http://schemas.microsoft.com/office/drawing/2014/main" id="{F92D1F1F-5918-FF7C-A9B6-ACD691BA649B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36" name="Rectangle 1630">
                <a:extLst>
                  <a:ext uri="{FF2B5EF4-FFF2-40B4-BE49-F238E27FC236}">
                    <a16:creationId xmlns:a16="http://schemas.microsoft.com/office/drawing/2014/main" id="{96714AF0-D2C4-E71D-F527-AD1D7429D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94C5B961-AD24-0267-AE73-B1EC6DF97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8" name="Group 115">
                <a:extLst>
                  <a:ext uri="{FF2B5EF4-FFF2-40B4-BE49-F238E27FC236}">
                    <a16:creationId xmlns:a16="http://schemas.microsoft.com/office/drawing/2014/main" id="{67B44699-2CCB-26FB-BCEE-AAA8BECF92F5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9" name="Rectangle 1630">
                  <a:extLst>
                    <a:ext uri="{FF2B5EF4-FFF2-40B4-BE49-F238E27FC236}">
                      <a16:creationId xmlns:a16="http://schemas.microsoft.com/office/drawing/2014/main" id="{162CD5BB-7484-9A76-4980-4DAE05C3F0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40" name="Rectangle 1484">
                  <a:extLst>
                    <a:ext uri="{FF2B5EF4-FFF2-40B4-BE49-F238E27FC236}">
                      <a16:creationId xmlns:a16="http://schemas.microsoft.com/office/drawing/2014/main" id="{590FC0DA-BA04-CD23-8A3A-F6081EC7EB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9" name="Group 104">
              <a:extLst>
                <a:ext uri="{FF2B5EF4-FFF2-40B4-BE49-F238E27FC236}">
                  <a16:creationId xmlns:a16="http://schemas.microsoft.com/office/drawing/2014/main" id="{DD69636A-6FEB-5249-C851-8DDBF9C02292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3AB3C83A-DCED-9A83-D19E-8564F96E5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630">
                <a:extLst>
                  <a:ext uri="{FF2B5EF4-FFF2-40B4-BE49-F238E27FC236}">
                    <a16:creationId xmlns:a16="http://schemas.microsoft.com/office/drawing/2014/main" id="{19D2C3C7-E4A5-46F1-54C6-CBBDF1492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33" name="Group 110">
                <a:extLst>
                  <a:ext uri="{FF2B5EF4-FFF2-40B4-BE49-F238E27FC236}">
                    <a16:creationId xmlns:a16="http://schemas.microsoft.com/office/drawing/2014/main" id="{93734E70-BFCD-4C7C-8EA5-B423B0726542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34" name="Rectangle 1630">
                  <a:extLst>
                    <a:ext uri="{FF2B5EF4-FFF2-40B4-BE49-F238E27FC236}">
                      <a16:creationId xmlns:a16="http://schemas.microsoft.com/office/drawing/2014/main" id="{3307927F-DD1C-FA87-D427-DFAC0E4196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35" name="Rectangle 1484">
                  <a:extLst>
                    <a:ext uri="{FF2B5EF4-FFF2-40B4-BE49-F238E27FC236}">
                      <a16:creationId xmlns:a16="http://schemas.microsoft.com/office/drawing/2014/main" id="{F4899B18-3050-23F1-472D-73D0F22A5B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30" name="Rectangle 1629">
              <a:extLst>
                <a:ext uri="{FF2B5EF4-FFF2-40B4-BE49-F238E27FC236}">
                  <a16:creationId xmlns:a16="http://schemas.microsoft.com/office/drawing/2014/main" id="{C3EB292A-7734-6344-B476-AD9BAC800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1" name="Rectangle 1490">
            <a:extLst>
              <a:ext uri="{FF2B5EF4-FFF2-40B4-BE49-F238E27FC236}">
                <a16:creationId xmlns:a16="http://schemas.microsoft.com/office/drawing/2014/main" id="{0BCC6E53-83A4-46D1-14AF-58E44B1D7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4437" y="3601059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TCS Cluster 8 DC4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52" name="Group 10">
            <a:extLst>
              <a:ext uri="{FF2B5EF4-FFF2-40B4-BE49-F238E27FC236}">
                <a16:creationId xmlns:a16="http://schemas.microsoft.com/office/drawing/2014/main" id="{10DDBE41-AB8B-DF5E-8812-10B9884AFD93}"/>
              </a:ext>
            </a:extLst>
          </p:cNvPr>
          <p:cNvGrpSpPr/>
          <p:nvPr/>
        </p:nvGrpSpPr>
        <p:grpSpPr>
          <a:xfrm>
            <a:off x="7081509" y="4110461"/>
            <a:ext cx="1087284" cy="140395"/>
            <a:chOff x="7732445" y="2099978"/>
            <a:chExt cx="1104273" cy="140395"/>
          </a:xfrm>
        </p:grpSpPr>
        <p:sp>
          <p:nvSpPr>
            <p:cNvPr id="53" name="Rectangle 1622">
              <a:extLst>
                <a:ext uri="{FF2B5EF4-FFF2-40B4-BE49-F238E27FC236}">
                  <a16:creationId xmlns:a16="http://schemas.microsoft.com/office/drawing/2014/main" id="{A0684CED-4849-E29B-8AA1-D67D9CD4F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54" name="Rectangle 1622">
              <a:extLst>
                <a:ext uri="{FF2B5EF4-FFF2-40B4-BE49-F238E27FC236}">
                  <a16:creationId xmlns:a16="http://schemas.microsoft.com/office/drawing/2014/main" id="{BA9B909F-F2F3-64AB-41F4-5D2147537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56" name="Rectangle 1491">
            <a:extLst>
              <a:ext uri="{FF2B5EF4-FFF2-40B4-BE49-F238E27FC236}">
                <a16:creationId xmlns:a16="http://schemas.microsoft.com/office/drawing/2014/main" id="{89D2AEEA-4EB9-94E2-C7E7-5B1901590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440" y="4734903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7" name="Rectangle 1620">
            <a:extLst>
              <a:ext uri="{FF2B5EF4-FFF2-40B4-BE49-F238E27FC236}">
                <a16:creationId xmlns:a16="http://schemas.microsoft.com/office/drawing/2014/main" id="{CB26E901-7EA6-FDE5-FB02-9BE16564E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067" y="4779892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490">
            <a:extLst>
              <a:ext uri="{FF2B5EF4-FFF2-40B4-BE49-F238E27FC236}">
                <a16:creationId xmlns:a16="http://schemas.microsoft.com/office/drawing/2014/main" id="{2082D8F4-C259-0922-76F5-CA2D2EDB8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200" y="4788023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9" name="Rectangle 1490">
            <a:extLst>
              <a:ext uri="{FF2B5EF4-FFF2-40B4-BE49-F238E27FC236}">
                <a16:creationId xmlns:a16="http://schemas.microsoft.com/office/drawing/2014/main" id="{F030A485-DEB9-A22F-B8D3-7AC7E3AA2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0951" y="4809672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1" name="Rectangle 1621">
            <a:extLst>
              <a:ext uri="{FF2B5EF4-FFF2-40B4-BE49-F238E27FC236}">
                <a16:creationId xmlns:a16="http://schemas.microsoft.com/office/drawing/2014/main" id="{CC70A358-DCB7-F9CB-1EE5-1CF12FBA2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3387" y="4370875"/>
            <a:ext cx="1374216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 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3" name="Rectangle 1621">
            <a:extLst>
              <a:ext uri="{FF2B5EF4-FFF2-40B4-BE49-F238E27FC236}">
                <a16:creationId xmlns:a16="http://schemas.microsoft.com/office/drawing/2014/main" id="{7C84EE69-480F-CAC1-8622-9D1E222DA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5407" y="4420838"/>
            <a:ext cx="1469062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  <a:r>
              <a:rPr lang="zh-TW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Normal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4" name="Rectangle 1621">
            <a:extLst>
              <a:ext uri="{FF2B5EF4-FFF2-40B4-BE49-F238E27FC236}">
                <a16:creationId xmlns:a16="http://schemas.microsoft.com/office/drawing/2014/main" id="{5B6A48ED-E86E-72DC-08E4-34004A52A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2540" y="4309644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15" name="Rectangle 1621">
            <a:extLst>
              <a:ext uri="{FF2B5EF4-FFF2-40B4-BE49-F238E27FC236}">
                <a16:creationId xmlns:a16="http://schemas.microsoft.com/office/drawing/2014/main" id="{87D11A52-399F-6827-892C-3E96ACE3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065" y="4309644"/>
            <a:ext cx="831021" cy="30023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" name="Rectangle 230">
            <a:extLst>
              <a:ext uri="{FF2B5EF4-FFF2-40B4-BE49-F238E27FC236}">
                <a16:creationId xmlns:a16="http://schemas.microsoft.com/office/drawing/2014/main" id="{57CFA582-CF59-1545-0B48-568308203ABF}"/>
              </a:ext>
            </a:extLst>
          </p:cNvPr>
          <p:cNvSpPr/>
          <p:nvPr/>
        </p:nvSpPr>
        <p:spPr>
          <a:xfrm>
            <a:off x="5978731" y="1305007"/>
            <a:ext cx="5327527" cy="1858346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Future</a:t>
            </a:r>
            <a:r>
              <a:rPr lang="zh-TW" altLang="en-US" sz="2400"/>
              <a:t>  </a:t>
            </a:r>
            <a:endParaRPr lang="en" altLang="zh-TW" sz="2400"/>
          </a:p>
        </p:txBody>
      </p:sp>
      <p:sp>
        <p:nvSpPr>
          <p:cNvPr id="6" name="Rectangle 230">
            <a:extLst>
              <a:ext uri="{FF2B5EF4-FFF2-40B4-BE49-F238E27FC236}">
                <a16:creationId xmlns:a16="http://schemas.microsoft.com/office/drawing/2014/main" id="{833B68D9-1C27-1565-D057-6AA52738E7D1}"/>
              </a:ext>
            </a:extLst>
          </p:cNvPr>
          <p:cNvSpPr/>
          <p:nvPr/>
        </p:nvSpPr>
        <p:spPr>
          <a:xfrm>
            <a:off x="5989764" y="3662544"/>
            <a:ext cx="5327527" cy="1858346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Future</a:t>
            </a:r>
            <a:r>
              <a:rPr lang="zh-TW" altLang="en-US" sz="2400"/>
              <a:t> </a:t>
            </a:r>
            <a:endParaRPr lang="en" altLang="zh-TW" sz="2400"/>
          </a:p>
        </p:txBody>
      </p:sp>
      <p:sp>
        <p:nvSpPr>
          <p:cNvPr id="8" name="Rectangle 230">
            <a:extLst>
              <a:ext uri="{FF2B5EF4-FFF2-40B4-BE49-F238E27FC236}">
                <a16:creationId xmlns:a16="http://schemas.microsoft.com/office/drawing/2014/main" id="{A123E227-DC3F-63ED-22F5-496350E17414}"/>
              </a:ext>
            </a:extLst>
          </p:cNvPr>
          <p:cNvSpPr/>
          <p:nvPr/>
        </p:nvSpPr>
        <p:spPr>
          <a:xfrm>
            <a:off x="424517" y="3653331"/>
            <a:ext cx="5327527" cy="1858346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164409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AF30C1-C0F4-0433-3803-0A7F4DB8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F7C5020-A4BB-BDAB-2195-8FF879422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Physical connectivity diagram</a:t>
            </a:r>
            <a:endParaRPr lang="en-US" altLang="zh-TW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3CA32A4-830A-BF2D-1318-6D11B3AB565A}"/>
              </a:ext>
            </a:extLst>
          </p:cNvPr>
          <p:cNvSpPr/>
          <p:nvPr/>
        </p:nvSpPr>
        <p:spPr>
          <a:xfrm>
            <a:off x="2796974" y="3970332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E80306B-A11B-DF26-7014-17B46C50C80E}"/>
              </a:ext>
            </a:extLst>
          </p:cNvPr>
          <p:cNvSpPr/>
          <p:nvPr/>
        </p:nvSpPr>
        <p:spPr>
          <a:xfrm>
            <a:off x="4108062" y="5231669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9BA952E-DF81-F6D0-5629-FEE67E94E2F4}"/>
              </a:ext>
            </a:extLst>
          </p:cNvPr>
          <p:cNvSpPr/>
          <p:nvPr/>
        </p:nvSpPr>
        <p:spPr>
          <a:xfrm>
            <a:off x="2883952" y="406704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ED7A04A-DAB3-0801-0D26-754CD8C51F63}"/>
              </a:ext>
            </a:extLst>
          </p:cNvPr>
          <p:cNvSpPr/>
          <p:nvPr/>
        </p:nvSpPr>
        <p:spPr>
          <a:xfrm>
            <a:off x="3374824" y="406896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A973496-A49A-9B8A-0AA5-F740C8B04DB3}"/>
              </a:ext>
            </a:extLst>
          </p:cNvPr>
          <p:cNvSpPr/>
          <p:nvPr/>
        </p:nvSpPr>
        <p:spPr>
          <a:xfrm>
            <a:off x="2883952" y="481477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E514813-21E7-60FC-120E-543563B64DD5}"/>
              </a:ext>
            </a:extLst>
          </p:cNvPr>
          <p:cNvSpPr/>
          <p:nvPr/>
        </p:nvSpPr>
        <p:spPr>
          <a:xfrm>
            <a:off x="3374824" y="481669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84C611B-F0E3-360F-5EEC-D925916CB11A}"/>
              </a:ext>
            </a:extLst>
          </p:cNvPr>
          <p:cNvSpPr/>
          <p:nvPr/>
        </p:nvSpPr>
        <p:spPr>
          <a:xfrm>
            <a:off x="5064998" y="4065138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BA37C65-A8F0-4AA1-A605-EC5217E5875E}"/>
              </a:ext>
            </a:extLst>
          </p:cNvPr>
          <p:cNvSpPr/>
          <p:nvPr/>
        </p:nvSpPr>
        <p:spPr>
          <a:xfrm>
            <a:off x="5555870" y="4067049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52549B7-5D84-1884-14A8-6DCF85D5A57A}"/>
              </a:ext>
            </a:extLst>
          </p:cNvPr>
          <p:cNvSpPr/>
          <p:nvPr/>
        </p:nvSpPr>
        <p:spPr>
          <a:xfrm>
            <a:off x="5064998" y="443713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B8E3F49-666C-6060-FC37-25AD6F5F6205}"/>
              </a:ext>
            </a:extLst>
          </p:cNvPr>
          <p:cNvSpPr/>
          <p:nvPr/>
        </p:nvSpPr>
        <p:spPr>
          <a:xfrm>
            <a:off x="5555870" y="443904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9EFF41A-8625-4E55-8D5C-B5952124CB3A}"/>
              </a:ext>
            </a:extLst>
          </p:cNvPr>
          <p:cNvSpPr/>
          <p:nvPr/>
        </p:nvSpPr>
        <p:spPr>
          <a:xfrm>
            <a:off x="5064998" y="4812868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E0F377B-AF22-F8FF-2261-59787CBEED94}"/>
              </a:ext>
            </a:extLst>
          </p:cNvPr>
          <p:cNvSpPr/>
          <p:nvPr/>
        </p:nvSpPr>
        <p:spPr>
          <a:xfrm>
            <a:off x="5555870" y="4814779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E6BEBB5-D907-48BD-8707-B269FD5E4A20}"/>
              </a:ext>
            </a:extLst>
          </p:cNvPr>
          <p:cNvSpPr/>
          <p:nvPr/>
        </p:nvSpPr>
        <p:spPr>
          <a:xfrm>
            <a:off x="7246044" y="407476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9A2121B-EF97-0DEC-F9EF-30239B9B264A}"/>
              </a:ext>
            </a:extLst>
          </p:cNvPr>
          <p:cNvSpPr/>
          <p:nvPr/>
        </p:nvSpPr>
        <p:spPr>
          <a:xfrm>
            <a:off x="7736916" y="407668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C32469A-CEF7-DCE1-5D3A-2158D32E2466}"/>
              </a:ext>
            </a:extLst>
          </p:cNvPr>
          <p:cNvSpPr/>
          <p:nvPr/>
        </p:nvSpPr>
        <p:spPr>
          <a:xfrm>
            <a:off x="7246044" y="444676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BBC91FD-2A46-B70E-BCA3-E24B53434CEA}"/>
              </a:ext>
            </a:extLst>
          </p:cNvPr>
          <p:cNvSpPr/>
          <p:nvPr/>
        </p:nvSpPr>
        <p:spPr>
          <a:xfrm>
            <a:off x="7736916" y="444867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1DC750C-54E4-E669-F75A-551D5B96EA90}"/>
              </a:ext>
            </a:extLst>
          </p:cNvPr>
          <p:cNvSpPr/>
          <p:nvPr/>
        </p:nvSpPr>
        <p:spPr>
          <a:xfrm>
            <a:off x="8240523" y="4851368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45B4C72-15FC-C090-5630-8DC85AF06B6A}"/>
              </a:ext>
            </a:extLst>
          </p:cNvPr>
          <p:cNvSpPr/>
          <p:nvPr/>
        </p:nvSpPr>
        <p:spPr>
          <a:xfrm>
            <a:off x="6983553" y="4848727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3AC40710-0F63-A1BF-098F-FE7E1E0D9CA1}"/>
              </a:ext>
            </a:extLst>
          </p:cNvPr>
          <p:cNvGrpSpPr/>
          <p:nvPr/>
        </p:nvGrpSpPr>
        <p:grpSpPr>
          <a:xfrm>
            <a:off x="5968379" y="4541488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3FFEFC17-07A4-2EA3-B1EA-843F67FE6129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A62560BE-8F69-FCC2-C720-D9FC25AE764B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D361A8DD-FF14-5EC0-2DA7-4B5DA663CD37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94682ECB-6ABB-B556-FF38-1F28BDA17E3B}"/>
              </a:ext>
            </a:extLst>
          </p:cNvPr>
          <p:cNvGrpSpPr/>
          <p:nvPr/>
        </p:nvGrpSpPr>
        <p:grpSpPr>
          <a:xfrm>
            <a:off x="6360808" y="4541488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FA283245-AE83-6F0C-0263-B5CC9CDA059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DC0186C6-9295-3D54-7864-FD717E06340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07ADBDFD-DD8B-565F-F7FF-32E6AB7B8DE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72EDCA33-DF7E-978D-C1AB-B883F4C683B2}"/>
              </a:ext>
            </a:extLst>
          </p:cNvPr>
          <p:cNvGrpSpPr/>
          <p:nvPr/>
        </p:nvGrpSpPr>
        <p:grpSpPr>
          <a:xfrm>
            <a:off x="2955296" y="5291059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DACC537C-0B03-34AC-D571-99FC14F9677F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03DEEF57-742E-C4F1-25C0-B8F035CEF332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6811D2A6-8C23-9988-FEDB-C09365BAABF1}"/>
              </a:ext>
            </a:extLst>
          </p:cNvPr>
          <p:cNvGrpSpPr/>
          <p:nvPr/>
        </p:nvGrpSpPr>
        <p:grpSpPr>
          <a:xfrm>
            <a:off x="4974220" y="5312190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EE518786-6F31-9F0A-ABB0-A0CFA86E43BD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B7F93279-8D99-AFD0-661C-4FC83757D55C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95ADC36D-D772-D5B9-9260-48E37BC8B2B2}"/>
              </a:ext>
            </a:extLst>
          </p:cNvPr>
          <p:cNvGrpSpPr/>
          <p:nvPr/>
        </p:nvGrpSpPr>
        <p:grpSpPr>
          <a:xfrm>
            <a:off x="5347168" y="5312860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3AD83161-BCED-7698-798C-E6657B1A4253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46C590BC-A0D7-9B8E-FC62-208BD8C57614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A4067622-F6CA-A384-429F-5F9414EC87D9}"/>
              </a:ext>
            </a:extLst>
          </p:cNvPr>
          <p:cNvSpPr/>
          <p:nvPr/>
        </p:nvSpPr>
        <p:spPr>
          <a:xfrm>
            <a:off x="2734474" y="6004166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C21AEFF2-1DF0-0C50-E563-96A3DF828CAA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3071712" y="5455335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D6B0B31D-1476-5CFF-85C2-98BD197DC975}"/>
              </a:ext>
            </a:extLst>
          </p:cNvPr>
          <p:cNvGrpSpPr/>
          <p:nvPr/>
        </p:nvGrpSpPr>
        <p:grpSpPr>
          <a:xfrm>
            <a:off x="4218492" y="5312311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14BA49EE-DAD4-6459-F63C-268DB08418D7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6FB78627-139A-477F-644C-7440C71D3888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B8DDF63C-E25D-E7D2-1B67-48F994A9872F}"/>
              </a:ext>
            </a:extLst>
          </p:cNvPr>
          <p:cNvGrpSpPr/>
          <p:nvPr/>
        </p:nvGrpSpPr>
        <p:grpSpPr>
          <a:xfrm>
            <a:off x="4591440" y="5312981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C446AB22-7117-642C-9D4B-56E6EA18E317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BABDCEAC-597A-A914-5863-FBE7144D666F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9873F5F1-DE05-17CB-2292-5EE4FED4EF4B}"/>
              </a:ext>
            </a:extLst>
          </p:cNvPr>
          <p:cNvGrpSpPr/>
          <p:nvPr/>
        </p:nvGrpSpPr>
        <p:grpSpPr>
          <a:xfrm>
            <a:off x="3846040" y="4905501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FBCAE318-030C-C503-E53B-AA6F4100CBD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51AA9953-F00E-F224-ABD0-B51D9F79040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3E5FA29E-803F-F815-DB72-809F9E9AF670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3584C8F3-2233-4B2D-33B9-598F08A467EC}"/>
              </a:ext>
            </a:extLst>
          </p:cNvPr>
          <p:cNvGrpSpPr/>
          <p:nvPr/>
        </p:nvGrpSpPr>
        <p:grpSpPr>
          <a:xfrm>
            <a:off x="4213062" y="4907765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7EF12C64-2928-42D6-E0B3-CEC69626590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5458D039-4AE0-2FC3-7B81-7AF5546DE78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A2E715F2-A572-45EA-F254-7E0E40B033A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AEB5BCC9-E945-93C1-1817-24E57DC417EA}"/>
              </a:ext>
            </a:extLst>
          </p:cNvPr>
          <p:cNvGrpSpPr/>
          <p:nvPr/>
        </p:nvGrpSpPr>
        <p:grpSpPr>
          <a:xfrm>
            <a:off x="3839544" y="4148223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0AADDC28-5953-2F47-6F69-2247A07D2C7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0E2EFEA4-B48D-1422-D732-034608B932E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E16A03C3-243E-A25E-2D8C-95000938D365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D6ABD9C9-8278-4AFB-B63A-5F2413E554DB}"/>
              </a:ext>
            </a:extLst>
          </p:cNvPr>
          <p:cNvGrpSpPr/>
          <p:nvPr/>
        </p:nvGrpSpPr>
        <p:grpSpPr>
          <a:xfrm>
            <a:off x="4231973" y="4148223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26B6A06A-39DA-604C-6F1A-CABC838B800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AE6BEB57-E22D-A187-0DB1-D008C5EA667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F46F3CF4-CCF1-6652-AD9A-9DCB152F82B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86B13A7A-5FF8-FF29-CF6D-01EAF522A52E}"/>
              </a:ext>
            </a:extLst>
          </p:cNvPr>
          <p:cNvGrpSpPr/>
          <p:nvPr/>
        </p:nvGrpSpPr>
        <p:grpSpPr>
          <a:xfrm>
            <a:off x="5965054" y="4145359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DF2AE76D-9BAD-97B6-F81B-82A3FA0502A4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1CB89C6D-0C8C-7DDA-42A0-7B13FDE802B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49CF60F7-280A-5E47-D39B-759E1AD2B641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175BCE23-A820-636D-3988-BA7E23E48133}"/>
              </a:ext>
            </a:extLst>
          </p:cNvPr>
          <p:cNvGrpSpPr/>
          <p:nvPr/>
        </p:nvGrpSpPr>
        <p:grpSpPr>
          <a:xfrm>
            <a:off x="6357483" y="4145359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4FD4BBA2-A0BF-7A72-935D-4FABD9B791F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58917A0D-5C67-425E-C5EB-DC83BB995D2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D2653C93-345C-CD15-D756-365CA229E198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AC038C30-519A-41B8-A2C5-1D2C05BB40FE}"/>
              </a:ext>
            </a:extLst>
          </p:cNvPr>
          <p:cNvGrpSpPr/>
          <p:nvPr/>
        </p:nvGrpSpPr>
        <p:grpSpPr>
          <a:xfrm>
            <a:off x="6716408" y="4541488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59E2AADB-4A7B-3AA4-09AD-E2837866213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76815D2F-4F73-1AD6-DFDB-101C9AC6784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AA5DE44-16DC-68C1-1F09-0D74A8D0520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8199A903-8A95-4EF7-5179-5F6ACB95AF3D}"/>
              </a:ext>
            </a:extLst>
          </p:cNvPr>
          <p:cNvGrpSpPr/>
          <p:nvPr/>
        </p:nvGrpSpPr>
        <p:grpSpPr>
          <a:xfrm>
            <a:off x="5625776" y="4539383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C8529BC4-3216-3498-69B6-0A12C31046C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7FD8C2C6-5529-FF44-9C00-A9962A555C2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BEE3D00-5B52-B6BE-F477-8EA7772DA6C5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F6F0B8BD-E568-07E8-DB11-81E9204C858D}"/>
              </a:ext>
            </a:extLst>
          </p:cNvPr>
          <p:cNvGrpSpPr/>
          <p:nvPr/>
        </p:nvGrpSpPr>
        <p:grpSpPr>
          <a:xfrm>
            <a:off x="5711258" y="4893737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C50EDD71-F61A-A7C5-C2AA-9B6DE339D42F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604E91B3-F408-17D1-1EF7-976958027CF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649FB61-D7BC-A85F-21F3-F572A3714B3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4036031B-1BEB-8EAF-EBB1-630C0781DD62}"/>
              </a:ext>
            </a:extLst>
          </p:cNvPr>
          <p:cNvGrpSpPr/>
          <p:nvPr/>
        </p:nvGrpSpPr>
        <p:grpSpPr>
          <a:xfrm>
            <a:off x="6357468" y="4917548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4A9B9C0E-2FB6-8A41-C4BF-E5A6F59C13E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714C2BB6-D7BE-09BD-5A03-35507748A2B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F4575AE-0AA0-215C-C445-86081E90EEA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DB953D6B-41C9-A09E-3C75-680501DAA175}"/>
              </a:ext>
            </a:extLst>
          </p:cNvPr>
          <p:cNvGrpSpPr/>
          <p:nvPr/>
        </p:nvGrpSpPr>
        <p:grpSpPr>
          <a:xfrm>
            <a:off x="7162104" y="3096076"/>
            <a:ext cx="2174152" cy="668722"/>
            <a:chOff x="2296690" y="1088138"/>
            <a:chExt cx="2174152" cy="66872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B2E9011-C086-0119-1B20-3CD61F392266}"/>
                </a:ext>
              </a:extLst>
            </p:cNvPr>
            <p:cNvSpPr/>
            <p:nvPr/>
          </p:nvSpPr>
          <p:spPr>
            <a:xfrm>
              <a:off x="2312139" y="1098588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9C36454-24E4-D979-B154-5A8A974D587B}"/>
                </a:ext>
              </a:extLst>
            </p:cNvPr>
            <p:cNvSpPr/>
            <p:nvPr/>
          </p:nvSpPr>
          <p:spPr>
            <a:xfrm>
              <a:off x="2296690" y="1088318"/>
              <a:ext cx="674475" cy="251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vmnic12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43499E5-2BA1-060F-8BC9-3BA7C35AE9F0}"/>
                </a:ext>
              </a:extLst>
            </p:cNvPr>
            <p:cNvSpPr/>
            <p:nvPr/>
          </p:nvSpPr>
          <p:spPr>
            <a:xfrm>
              <a:off x="2983512" y="1088138"/>
              <a:ext cx="674475" cy="251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vmnic13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54866CA-7B9C-1E85-9CD7-F8D2A12FF892}"/>
              </a:ext>
            </a:extLst>
          </p:cNvPr>
          <p:cNvCxnSpPr>
            <a:cxnSpLocks/>
          </p:cNvCxnSpPr>
          <p:nvPr/>
        </p:nvCxnSpPr>
        <p:spPr bwMode="gray">
          <a:xfrm flipV="1">
            <a:off x="7162532" y="3150484"/>
            <a:ext cx="4517" cy="1204202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64922005-A586-FF34-3DDA-02EF44EF0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52610" y="1412363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F480FFB4-C429-64AA-D594-248D4E3C2D50}"/>
              </a:ext>
            </a:extLst>
          </p:cNvPr>
          <p:cNvSpPr/>
          <p:nvPr/>
        </p:nvSpPr>
        <p:spPr>
          <a:xfrm>
            <a:off x="6094412" y="1413603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DE7583FE-E2EE-2BD9-BE37-20CA09AB7ABB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>
            <a:off x="5618126" y="1662633"/>
            <a:ext cx="476286" cy="1240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D1FF3CCB-A993-B680-35DD-3FCC22D22D2B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H="1" flipV="1">
            <a:off x="6722897" y="1914142"/>
            <a:ext cx="1463267" cy="118193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29">
            <a:extLst>
              <a:ext uri="{FF2B5EF4-FFF2-40B4-BE49-F238E27FC236}">
                <a16:creationId xmlns:a16="http://schemas.microsoft.com/office/drawing/2014/main" id="{ED51B525-DBF1-8267-2110-C9D3BFA14279}"/>
              </a:ext>
            </a:extLst>
          </p:cNvPr>
          <p:cNvSpPr/>
          <p:nvPr/>
        </p:nvSpPr>
        <p:spPr>
          <a:xfrm>
            <a:off x="4909053" y="1077652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Backup switch</a:t>
            </a:r>
          </a:p>
        </p:txBody>
      </p:sp>
      <p:sp>
        <p:nvSpPr>
          <p:cNvPr id="45" name="副標題 44">
            <a:extLst>
              <a:ext uri="{FF2B5EF4-FFF2-40B4-BE49-F238E27FC236}">
                <a16:creationId xmlns:a16="http://schemas.microsoft.com/office/drawing/2014/main" id="{7EB34974-BC97-B438-7F2D-120352F6BC85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9253052-B80B-58D7-1016-37D0B0BC1DE3}"/>
              </a:ext>
            </a:extLst>
          </p:cNvPr>
          <p:cNvCxnSpPr>
            <a:cxnSpLocks/>
            <a:stCxn id="30" idx="0"/>
            <a:endCxn id="91" idx="2"/>
          </p:cNvCxnSpPr>
          <p:nvPr/>
        </p:nvCxnSpPr>
        <p:spPr bwMode="gray">
          <a:xfrm flipH="1" flipV="1">
            <a:off x="4985368" y="1912902"/>
            <a:ext cx="2513974" cy="118335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BA778B9B-2F48-1204-AD58-61C1EA83342A}"/>
              </a:ext>
            </a:extLst>
          </p:cNvPr>
          <p:cNvGrpSpPr/>
          <p:nvPr/>
        </p:nvGrpSpPr>
        <p:grpSpPr>
          <a:xfrm>
            <a:off x="2905286" y="2886263"/>
            <a:ext cx="2213104" cy="658272"/>
            <a:chOff x="819404" y="982294"/>
            <a:chExt cx="2213104" cy="65827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8AE8368-21C1-5AA0-3376-7CC43A1F0922}"/>
                </a:ext>
              </a:extLst>
            </p:cNvPr>
            <p:cNvSpPr/>
            <p:nvPr/>
          </p:nvSpPr>
          <p:spPr>
            <a:xfrm>
              <a:off x="873805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9776CD2-1DB2-7B18-5C69-E55B33341CA8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9CC6FFE-83F1-13CA-2563-9E4A898E999C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40A44005-0C4F-B77F-38BD-09F67623C45D}"/>
              </a:ext>
            </a:extLst>
          </p:cNvPr>
          <p:cNvCxnSpPr>
            <a:cxnSpLocks/>
            <a:stCxn id="32" idx="1"/>
            <a:endCxn id="63" idx="1"/>
          </p:cNvCxnSpPr>
          <p:nvPr/>
        </p:nvCxnSpPr>
        <p:spPr bwMode="gray">
          <a:xfrm flipH="1">
            <a:off x="2883952" y="3012955"/>
            <a:ext cx="21334" cy="1216754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CDFA6AEC-FB49-BACF-22B7-9A39ACAA4775}"/>
              </a:ext>
            </a:extLst>
          </p:cNvPr>
          <p:cNvCxnSpPr>
            <a:cxnSpLocks/>
            <a:stCxn id="27" idx="0"/>
            <a:endCxn id="92" idx="2"/>
          </p:cNvCxnSpPr>
          <p:nvPr/>
        </p:nvCxnSpPr>
        <p:spPr bwMode="gray">
          <a:xfrm flipV="1">
            <a:off x="4039039" y="1914142"/>
            <a:ext cx="2683858" cy="972121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2844B372-F0DA-5B66-E303-470749CBE8B5}"/>
              </a:ext>
            </a:extLst>
          </p:cNvPr>
          <p:cNvCxnSpPr>
            <a:cxnSpLocks/>
            <a:stCxn id="32" idx="0"/>
            <a:endCxn id="91" idx="2"/>
          </p:cNvCxnSpPr>
          <p:nvPr/>
        </p:nvCxnSpPr>
        <p:spPr bwMode="gray">
          <a:xfrm flipV="1">
            <a:off x="3242524" y="1912902"/>
            <a:ext cx="1742844" cy="99042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88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3CE9C-2304-070D-63AA-AEFAFF63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A1C36D-D03B-C22A-A0FB-CC3D5F4F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lang="en" altLang="zh-TW"/>
              <a:t>Architecture</a:t>
            </a:r>
            <a:r>
              <a:rPr lang="zh-TW" altLang="en-US"/>
              <a:t> </a:t>
            </a:r>
            <a:r>
              <a:rPr lang="en" altLang="zh-TW"/>
              <a:t>Design For In House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92A0BBE-651A-49B9-CE16-38F3D2E067EE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900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F9ACD-8D06-44C2-4355-A2783D82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D4F2B-1651-743A-DA42-AB02D652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Arial (本文)"/>
              </a:rPr>
              <a:t>IN House AP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554AE6E-57C7-5532-4B21-820CF207499B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760C729-BCF4-9A6E-79B4-8134DD9A0CC5}"/>
              </a:ext>
            </a:extLst>
          </p:cNvPr>
          <p:cNvSpPr txBox="1"/>
          <p:nvPr/>
        </p:nvSpPr>
        <p:spPr>
          <a:xfrm>
            <a:off x="3554272" y="2280427"/>
            <a:ext cx="536931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1</a:t>
            </a:r>
            <a:endParaRPr kumimoji="1" lang="zh-TW" altLang="en-US" sz="120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F252A28-23BA-5B2F-95DA-22BE8E3137FF}"/>
              </a:ext>
            </a:extLst>
          </p:cNvPr>
          <p:cNvSpPr txBox="1"/>
          <p:nvPr/>
        </p:nvSpPr>
        <p:spPr>
          <a:xfrm>
            <a:off x="4693079" y="2276834"/>
            <a:ext cx="536931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2</a:t>
            </a:r>
            <a:endParaRPr kumimoji="1" lang="zh-TW" altLang="en-US" sz="120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8B6DE27-4B53-8669-BF7B-DAEA637AB7FC}"/>
              </a:ext>
            </a:extLst>
          </p:cNvPr>
          <p:cNvSpPr txBox="1"/>
          <p:nvPr/>
        </p:nvSpPr>
        <p:spPr>
          <a:xfrm flipH="1">
            <a:off x="5831886" y="2298611"/>
            <a:ext cx="3135005" cy="18825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3 </a:t>
            </a:r>
            <a:endParaRPr kumimoji="1" lang="zh-TW" altLang="en-US" sz="1200"/>
          </a:p>
        </p:txBody>
      </p:sp>
      <p:pic>
        <p:nvPicPr>
          <p:cNvPr id="26" name="Graphic 254">
            <a:extLst>
              <a:ext uri="{FF2B5EF4-FFF2-40B4-BE49-F238E27FC236}">
                <a16:creationId xmlns:a16="http://schemas.microsoft.com/office/drawing/2014/main" id="{EA4B2198-703A-0DF2-1A81-047D4C7B3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10815" y="4076520"/>
            <a:ext cx="757600" cy="411305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79B1B0B4-91E1-5104-1FE7-818556C3D8CE}"/>
              </a:ext>
            </a:extLst>
          </p:cNvPr>
          <p:cNvSpPr/>
          <p:nvPr/>
        </p:nvSpPr>
        <p:spPr>
          <a:xfrm>
            <a:off x="8758542" y="2553833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8F8C8DE-FEC6-0C26-7198-F36F9875E585}"/>
              </a:ext>
            </a:extLst>
          </p:cNvPr>
          <p:cNvSpPr txBox="1"/>
          <p:nvPr/>
        </p:nvSpPr>
        <p:spPr>
          <a:xfrm>
            <a:off x="8734853" y="4558798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vf12p1610le</a:t>
            </a:r>
            <a:endParaRPr kumimoji="1" lang="zh-TW" altLang="en-US" sz="1200"/>
          </a:p>
        </p:txBody>
      </p:sp>
      <p:pic>
        <p:nvPicPr>
          <p:cNvPr id="29" name="Graphic 254">
            <a:extLst>
              <a:ext uri="{FF2B5EF4-FFF2-40B4-BE49-F238E27FC236}">
                <a16:creationId xmlns:a16="http://schemas.microsoft.com/office/drawing/2014/main" id="{6897E3C9-ED6B-0458-7EC4-39FFF28A9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9294" y="4076520"/>
            <a:ext cx="757600" cy="411305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678B6EE0-A460-6809-2F0B-C9093104573C}"/>
              </a:ext>
            </a:extLst>
          </p:cNvPr>
          <p:cNvSpPr/>
          <p:nvPr/>
        </p:nvSpPr>
        <p:spPr>
          <a:xfrm>
            <a:off x="7747021" y="2553833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9459C2C-A5EF-79A3-6A7B-3AAB5B36C58F}"/>
              </a:ext>
            </a:extLst>
          </p:cNvPr>
          <p:cNvSpPr txBox="1"/>
          <p:nvPr/>
        </p:nvSpPr>
        <p:spPr>
          <a:xfrm>
            <a:off x="7723332" y="4558798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vf12p1510le</a:t>
            </a:r>
            <a:endParaRPr kumimoji="1" lang="zh-TW" altLang="en-US" sz="1200"/>
          </a:p>
        </p:txBody>
      </p:sp>
      <p:pic>
        <p:nvPicPr>
          <p:cNvPr id="32" name="Graphic 254">
            <a:extLst>
              <a:ext uri="{FF2B5EF4-FFF2-40B4-BE49-F238E27FC236}">
                <a16:creationId xmlns:a16="http://schemas.microsoft.com/office/drawing/2014/main" id="{E576E3AD-7B82-0543-F5AF-2E6F91EB7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1441" y="4076520"/>
            <a:ext cx="757600" cy="411305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D7A97BD0-6F84-1CCA-123B-50387557BE07}"/>
              </a:ext>
            </a:extLst>
          </p:cNvPr>
          <p:cNvSpPr/>
          <p:nvPr/>
        </p:nvSpPr>
        <p:spPr>
          <a:xfrm>
            <a:off x="6669168" y="2553833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2354AE2-8F41-AFE6-3A90-2B4CD5724F6B}"/>
              </a:ext>
            </a:extLst>
          </p:cNvPr>
          <p:cNvSpPr txBox="1"/>
          <p:nvPr/>
        </p:nvSpPr>
        <p:spPr>
          <a:xfrm>
            <a:off x="6645479" y="4558798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vf12p1410le</a:t>
            </a:r>
            <a:endParaRPr kumimoji="1" lang="zh-TW" altLang="en-US" sz="1200"/>
          </a:p>
        </p:txBody>
      </p:sp>
      <p:pic>
        <p:nvPicPr>
          <p:cNvPr id="35" name="Graphic 254">
            <a:extLst>
              <a:ext uri="{FF2B5EF4-FFF2-40B4-BE49-F238E27FC236}">
                <a16:creationId xmlns:a16="http://schemas.microsoft.com/office/drawing/2014/main" id="{44CC259C-E891-127D-2051-8963EBBF9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4502" y="4076520"/>
            <a:ext cx="757600" cy="411305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4D7E5B06-0E35-CD0C-F875-6387A33F22ED}"/>
              </a:ext>
            </a:extLst>
          </p:cNvPr>
          <p:cNvSpPr/>
          <p:nvPr/>
        </p:nvSpPr>
        <p:spPr>
          <a:xfrm>
            <a:off x="5592229" y="2553833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2731677-2CAB-23F5-69D1-00996153AA66}"/>
              </a:ext>
            </a:extLst>
          </p:cNvPr>
          <p:cNvSpPr txBox="1"/>
          <p:nvPr/>
        </p:nvSpPr>
        <p:spPr>
          <a:xfrm>
            <a:off x="5568540" y="4558798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vf12p1310le</a:t>
            </a:r>
            <a:endParaRPr kumimoji="1" lang="zh-TW" altLang="en-US" sz="1200"/>
          </a:p>
        </p:txBody>
      </p:sp>
      <p:pic>
        <p:nvPicPr>
          <p:cNvPr id="38" name="Graphic 254">
            <a:extLst>
              <a:ext uri="{FF2B5EF4-FFF2-40B4-BE49-F238E27FC236}">
                <a16:creationId xmlns:a16="http://schemas.microsoft.com/office/drawing/2014/main" id="{CE4EB656-3FBA-CEE7-E723-438027F43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9864" y="4076520"/>
            <a:ext cx="757600" cy="411305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6865A434-3907-BD5E-9B36-A1766D872BCF}"/>
              </a:ext>
            </a:extLst>
          </p:cNvPr>
          <p:cNvSpPr/>
          <p:nvPr/>
        </p:nvSpPr>
        <p:spPr>
          <a:xfrm>
            <a:off x="4507591" y="2553833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377E230-E4F0-F4C0-A420-63E0979067CB}"/>
              </a:ext>
            </a:extLst>
          </p:cNvPr>
          <p:cNvSpPr txBox="1"/>
          <p:nvPr/>
        </p:nvSpPr>
        <p:spPr>
          <a:xfrm>
            <a:off x="4483902" y="4558798"/>
            <a:ext cx="83356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vf12p1210le</a:t>
            </a:r>
            <a:endParaRPr kumimoji="1" lang="zh-TW" altLang="en-US" sz="1200"/>
          </a:p>
        </p:txBody>
      </p:sp>
      <p:pic>
        <p:nvPicPr>
          <p:cNvPr id="41" name="Graphic 254">
            <a:extLst>
              <a:ext uri="{FF2B5EF4-FFF2-40B4-BE49-F238E27FC236}">
                <a16:creationId xmlns:a16="http://schemas.microsoft.com/office/drawing/2014/main" id="{83D92C55-187E-46F7-9A42-0C1440F34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1057" y="4076520"/>
            <a:ext cx="757600" cy="411305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0DE1C7B6-537A-9BE2-8A2B-8FB91A2B6D6D}"/>
              </a:ext>
            </a:extLst>
          </p:cNvPr>
          <p:cNvSpPr/>
          <p:nvPr/>
        </p:nvSpPr>
        <p:spPr>
          <a:xfrm>
            <a:off x="3368784" y="2553833"/>
            <a:ext cx="907908" cy="20049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 b="1">
              <a:solidFill>
                <a:schemeClr val="bg1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433C88D-C3B8-B994-5C13-B5D474FD29AC}"/>
              </a:ext>
            </a:extLst>
          </p:cNvPr>
          <p:cNvSpPr txBox="1"/>
          <p:nvPr/>
        </p:nvSpPr>
        <p:spPr>
          <a:xfrm>
            <a:off x="3345095" y="4558798"/>
            <a:ext cx="737189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vf12p110le</a:t>
            </a:r>
            <a:endParaRPr kumimoji="1" lang="zh-TW" altLang="en-US" sz="120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4085C61-75C3-8756-A55B-BD9548C8D322}"/>
              </a:ext>
            </a:extLst>
          </p:cNvPr>
          <p:cNvSpPr txBox="1"/>
          <p:nvPr/>
        </p:nvSpPr>
        <p:spPr>
          <a:xfrm flipH="1">
            <a:off x="6858046" y="2316917"/>
            <a:ext cx="3135005" cy="18825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4 </a:t>
            </a:r>
            <a:endParaRPr kumimoji="1" lang="zh-TW" altLang="en-US" sz="120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9635D72-1A0F-0BFC-8753-18452CA39969}"/>
              </a:ext>
            </a:extLst>
          </p:cNvPr>
          <p:cNvSpPr txBox="1"/>
          <p:nvPr/>
        </p:nvSpPr>
        <p:spPr>
          <a:xfrm flipH="1">
            <a:off x="8000912" y="2307444"/>
            <a:ext cx="3135005" cy="18825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5 </a:t>
            </a:r>
            <a:endParaRPr kumimoji="1" lang="zh-TW" altLang="en-US" sz="120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4054FE5A-DFAB-EEAC-65D0-195B432986FB}"/>
              </a:ext>
            </a:extLst>
          </p:cNvPr>
          <p:cNvSpPr txBox="1"/>
          <p:nvPr/>
        </p:nvSpPr>
        <p:spPr>
          <a:xfrm flipH="1">
            <a:off x="8966891" y="2289138"/>
            <a:ext cx="3135005" cy="18825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TW" sz="1200"/>
              <a:t>Rack</a:t>
            </a:r>
            <a:r>
              <a:rPr kumimoji="1" lang="zh-TW" altLang="en-US" sz="1200"/>
              <a:t> </a:t>
            </a:r>
            <a:r>
              <a:rPr kumimoji="1" lang="en-US" altLang="zh-TW" sz="1200"/>
              <a:t>6 </a:t>
            </a:r>
            <a:endParaRPr kumimoji="1" lang="zh-TW" altLang="en-US" sz="120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99703383-0347-B0CE-41A7-FB087A1BFD2F}"/>
              </a:ext>
            </a:extLst>
          </p:cNvPr>
          <p:cNvSpPr txBox="1"/>
          <p:nvPr/>
        </p:nvSpPr>
        <p:spPr>
          <a:xfrm>
            <a:off x="592866" y="3820963"/>
            <a:ext cx="705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800">
                <a:solidFill>
                  <a:schemeClr val="dk2"/>
                </a:solidFill>
                <a:latin typeface="Metropolis" pitchFamily="2" charset="77"/>
              </a:rPr>
              <a:t>DC1</a:t>
            </a:r>
            <a:endParaRPr lang="zh-TW" altLang="en-US"/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5BA043CD-CB1B-C8C5-5439-F7A7754487F7}"/>
              </a:ext>
            </a:extLst>
          </p:cNvPr>
          <p:cNvSpPr txBox="1"/>
          <p:nvPr/>
        </p:nvSpPr>
        <p:spPr>
          <a:xfrm>
            <a:off x="1165019" y="4118493"/>
            <a:ext cx="705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800">
                <a:solidFill>
                  <a:schemeClr val="dk2"/>
                </a:solidFill>
                <a:latin typeface="Metropolis" pitchFamily="2" charset="77"/>
              </a:rPr>
              <a:t>In House Cluster1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52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7D6BF5F-0D53-B34A-AA86-B3AF62B1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Physical connectivity diagram</a:t>
            </a:r>
            <a:endParaRPr lang="en-US" altLang="zh-TW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7BF19C-E94A-4542-8098-466A338155A6}"/>
              </a:ext>
            </a:extLst>
          </p:cNvPr>
          <p:cNvSpPr/>
          <p:nvPr/>
        </p:nvSpPr>
        <p:spPr>
          <a:xfrm>
            <a:off x="4245152" y="3963670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A5979DB-86BC-EF44-A89F-86AC9621BD46}"/>
              </a:ext>
            </a:extLst>
          </p:cNvPr>
          <p:cNvSpPr/>
          <p:nvPr/>
        </p:nvSpPr>
        <p:spPr>
          <a:xfrm>
            <a:off x="5556240" y="5225007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7DB82BC-BDE1-2C4D-986D-3777303005C4}"/>
              </a:ext>
            </a:extLst>
          </p:cNvPr>
          <p:cNvSpPr/>
          <p:nvPr/>
        </p:nvSpPr>
        <p:spPr>
          <a:xfrm>
            <a:off x="4332130" y="406038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33320AF-7E9C-6E41-81D5-07DE098BDDE7}"/>
              </a:ext>
            </a:extLst>
          </p:cNvPr>
          <p:cNvSpPr/>
          <p:nvPr/>
        </p:nvSpPr>
        <p:spPr>
          <a:xfrm>
            <a:off x="4823002" y="406229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52550FC-83BF-F44D-908C-E0F1AB2F07E9}"/>
              </a:ext>
            </a:extLst>
          </p:cNvPr>
          <p:cNvSpPr/>
          <p:nvPr/>
        </p:nvSpPr>
        <p:spPr>
          <a:xfrm>
            <a:off x="4332130" y="480811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50359DD-C999-1640-93FF-B81DFE17348F}"/>
              </a:ext>
            </a:extLst>
          </p:cNvPr>
          <p:cNvSpPr/>
          <p:nvPr/>
        </p:nvSpPr>
        <p:spPr>
          <a:xfrm>
            <a:off x="4823002" y="481002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3B11701-BB94-CF4B-B81C-FB15A127FCE7}"/>
              </a:ext>
            </a:extLst>
          </p:cNvPr>
          <p:cNvSpPr/>
          <p:nvPr/>
        </p:nvSpPr>
        <p:spPr>
          <a:xfrm>
            <a:off x="6513176" y="405847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0515BC9-D596-6647-99AE-37A4B615B07A}"/>
              </a:ext>
            </a:extLst>
          </p:cNvPr>
          <p:cNvSpPr/>
          <p:nvPr/>
        </p:nvSpPr>
        <p:spPr>
          <a:xfrm>
            <a:off x="7004048" y="406038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8554D31-5C70-BB4C-B671-CAAC7D8B5E88}"/>
              </a:ext>
            </a:extLst>
          </p:cNvPr>
          <p:cNvSpPr/>
          <p:nvPr/>
        </p:nvSpPr>
        <p:spPr>
          <a:xfrm>
            <a:off x="6513176" y="443047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B4F2778-4DB3-3D44-871A-6C5B45153F25}"/>
              </a:ext>
            </a:extLst>
          </p:cNvPr>
          <p:cNvSpPr/>
          <p:nvPr/>
        </p:nvSpPr>
        <p:spPr>
          <a:xfrm>
            <a:off x="7004048" y="443238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1681E52-FD4D-7D40-AEB8-F8AED59C7E30}"/>
              </a:ext>
            </a:extLst>
          </p:cNvPr>
          <p:cNvSpPr/>
          <p:nvPr/>
        </p:nvSpPr>
        <p:spPr>
          <a:xfrm>
            <a:off x="6513176" y="480620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32F6E9C-C627-C447-BD9C-A091C7DE12C9}"/>
              </a:ext>
            </a:extLst>
          </p:cNvPr>
          <p:cNvSpPr/>
          <p:nvPr/>
        </p:nvSpPr>
        <p:spPr>
          <a:xfrm>
            <a:off x="7004048" y="4808117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608CBD3-16B7-604D-BC00-55B06583A605}"/>
              </a:ext>
            </a:extLst>
          </p:cNvPr>
          <p:cNvSpPr/>
          <p:nvPr/>
        </p:nvSpPr>
        <p:spPr>
          <a:xfrm>
            <a:off x="8694222" y="406810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F2208F7-5467-2C40-88B2-C9B9B4216667}"/>
              </a:ext>
            </a:extLst>
          </p:cNvPr>
          <p:cNvSpPr/>
          <p:nvPr/>
        </p:nvSpPr>
        <p:spPr>
          <a:xfrm>
            <a:off x="9185094" y="407001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22768C1-CF12-9344-8C9D-990F7D1B249D}"/>
              </a:ext>
            </a:extLst>
          </p:cNvPr>
          <p:cNvSpPr/>
          <p:nvPr/>
        </p:nvSpPr>
        <p:spPr>
          <a:xfrm>
            <a:off x="8694222" y="444010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236E4E6-97FD-C049-8A28-39CB6FAE545E}"/>
              </a:ext>
            </a:extLst>
          </p:cNvPr>
          <p:cNvSpPr/>
          <p:nvPr/>
        </p:nvSpPr>
        <p:spPr>
          <a:xfrm>
            <a:off x="9185094" y="444201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2BE17F8-9CCE-0648-8182-E3D25713052D}"/>
              </a:ext>
            </a:extLst>
          </p:cNvPr>
          <p:cNvSpPr/>
          <p:nvPr/>
        </p:nvSpPr>
        <p:spPr>
          <a:xfrm>
            <a:off x="9688701" y="4844706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0E92205-2D9F-6A4E-B189-2128AEC2040A}"/>
              </a:ext>
            </a:extLst>
          </p:cNvPr>
          <p:cNvSpPr/>
          <p:nvPr/>
        </p:nvSpPr>
        <p:spPr>
          <a:xfrm>
            <a:off x="8431731" y="484206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6E261C62-342C-354A-B9FF-DC14C5A80B82}"/>
              </a:ext>
            </a:extLst>
          </p:cNvPr>
          <p:cNvGrpSpPr/>
          <p:nvPr/>
        </p:nvGrpSpPr>
        <p:grpSpPr>
          <a:xfrm>
            <a:off x="7416557" y="4534826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80787934-7D3F-A04A-8DF8-9280218E2C5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92A1CF9D-0E73-9D4F-B344-4E17FEE2597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CE79FA28-DB90-864F-B61F-4A60427B2C7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BA6D336D-D870-7E4E-BCE3-CF629CC3E3BA}"/>
              </a:ext>
            </a:extLst>
          </p:cNvPr>
          <p:cNvGrpSpPr/>
          <p:nvPr/>
        </p:nvGrpSpPr>
        <p:grpSpPr>
          <a:xfrm>
            <a:off x="7808986" y="4534826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5E8D41F3-6141-A345-90B4-D2E0FF1B78E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D1228F60-C8A9-A045-8D7E-23F6D13E0D2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541C598C-3E14-FF41-A04F-5A1E3C32B32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D3CDFF8D-4D4A-F341-9781-FDD580615A89}"/>
              </a:ext>
            </a:extLst>
          </p:cNvPr>
          <p:cNvGrpSpPr/>
          <p:nvPr/>
        </p:nvGrpSpPr>
        <p:grpSpPr>
          <a:xfrm>
            <a:off x="4403474" y="5284397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3EAC1C99-3541-C841-BCB6-284AAF96F771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2F6BF6D2-BB0E-3249-BB31-CF2073F43879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96B3D4E7-AD79-D241-8651-31EB8C87C08F}"/>
              </a:ext>
            </a:extLst>
          </p:cNvPr>
          <p:cNvGrpSpPr/>
          <p:nvPr/>
        </p:nvGrpSpPr>
        <p:grpSpPr>
          <a:xfrm>
            <a:off x="6422398" y="5305528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818A5CF8-698E-CA45-8153-94673E94BBDC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4C9C2978-0272-644C-AF76-B9C975A1D27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2C59C56F-9EB2-B94C-B2DE-B0711A510A90}"/>
              </a:ext>
            </a:extLst>
          </p:cNvPr>
          <p:cNvGrpSpPr/>
          <p:nvPr/>
        </p:nvGrpSpPr>
        <p:grpSpPr>
          <a:xfrm>
            <a:off x="6795346" y="5306198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87848AA2-D652-0D48-BC0E-C7FD18114E8C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E7E4D026-2884-7449-9F14-9B9DA05EEF78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1D08F242-683E-614E-A3F2-A4259AE06A00}"/>
              </a:ext>
            </a:extLst>
          </p:cNvPr>
          <p:cNvSpPr/>
          <p:nvPr/>
        </p:nvSpPr>
        <p:spPr>
          <a:xfrm>
            <a:off x="4182652" y="5997504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881CE639-013E-614E-98D0-C67974CF50DD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4519890" y="5448673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06025BE5-F8F9-E14F-8AF8-4FD11B299E67}"/>
              </a:ext>
            </a:extLst>
          </p:cNvPr>
          <p:cNvGrpSpPr/>
          <p:nvPr/>
        </p:nvGrpSpPr>
        <p:grpSpPr>
          <a:xfrm>
            <a:off x="5666670" y="5305649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20DCEBA2-653E-4140-91B7-E2BBE29A7AC4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251F7BDB-70B3-4D46-9776-34EBC0ABBA7B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E1C032A1-30E5-934F-879D-3D91ECADC7AF}"/>
              </a:ext>
            </a:extLst>
          </p:cNvPr>
          <p:cNvGrpSpPr/>
          <p:nvPr/>
        </p:nvGrpSpPr>
        <p:grpSpPr>
          <a:xfrm>
            <a:off x="6039618" y="5306319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55D27C0E-9427-B44B-8847-1A64FC715F36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34D41B03-4ECD-D348-8CCF-077667411B2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51B5781C-B6E8-D64A-A07D-01F08F164BE6}"/>
              </a:ext>
            </a:extLst>
          </p:cNvPr>
          <p:cNvGrpSpPr/>
          <p:nvPr/>
        </p:nvGrpSpPr>
        <p:grpSpPr>
          <a:xfrm>
            <a:off x="5294218" y="4898839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CC40E434-D6A6-D54B-9515-A98AC682B3C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7D05D804-7980-EB4C-B90C-3558A2F3D2A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0F17F21C-CFB4-974D-A9B8-F4095FA3419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BB52188F-22B2-1A44-B09A-BBEC82BC7D9E}"/>
              </a:ext>
            </a:extLst>
          </p:cNvPr>
          <p:cNvGrpSpPr/>
          <p:nvPr/>
        </p:nvGrpSpPr>
        <p:grpSpPr>
          <a:xfrm>
            <a:off x="5661240" y="4901103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6DC11BDF-F941-DA43-B949-EC3F440DFFF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F7DA8636-644F-EB4A-AA42-262F133E53C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B0E9190A-3800-0F48-AA16-A728672EA65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42029DB-08CE-FE43-9724-0C617EFC0D0C}"/>
              </a:ext>
            </a:extLst>
          </p:cNvPr>
          <p:cNvGrpSpPr/>
          <p:nvPr/>
        </p:nvGrpSpPr>
        <p:grpSpPr>
          <a:xfrm>
            <a:off x="1490015" y="3229577"/>
            <a:ext cx="2158703" cy="658272"/>
            <a:chOff x="808489" y="982294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3E742ACF-8BB6-544B-B982-DDAF696A80AF}"/>
                </a:ext>
              </a:extLst>
            </p:cNvPr>
            <p:cNvSpPr/>
            <p:nvPr/>
          </p:nvSpPr>
          <p:spPr>
            <a:xfrm>
              <a:off x="808489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F93A5180-89A6-1A47-839A-69E32178E010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8A36EAA3-AE33-6D43-BE4B-F652EA485EDF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39196986-2748-8E40-B0E3-388025733D68}"/>
              </a:ext>
            </a:extLst>
          </p:cNvPr>
          <p:cNvGrpSpPr/>
          <p:nvPr/>
        </p:nvGrpSpPr>
        <p:grpSpPr>
          <a:xfrm>
            <a:off x="5287722" y="4141561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A46EC711-C58F-7C4B-984C-4B14D4D425E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9EBE1F41-0806-3B47-8BF7-83E6E4D2CD0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D4D7CEB3-4D3E-9B4B-9E2E-37C0F4EE982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D12A6367-E3C2-F841-A75C-632210493722}"/>
              </a:ext>
            </a:extLst>
          </p:cNvPr>
          <p:cNvGrpSpPr/>
          <p:nvPr/>
        </p:nvGrpSpPr>
        <p:grpSpPr>
          <a:xfrm>
            <a:off x="5680151" y="4141561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BBF021E8-4D66-8A45-9707-1770349CE2C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994A0ACC-0486-BA41-8A4D-07131D6A77D6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36B761AA-6164-2840-8D4A-BE92D563D8E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93D0E2D5-CC67-354E-99B3-29FB61D8C5B4}"/>
              </a:ext>
            </a:extLst>
          </p:cNvPr>
          <p:cNvGrpSpPr/>
          <p:nvPr/>
        </p:nvGrpSpPr>
        <p:grpSpPr>
          <a:xfrm>
            <a:off x="7413232" y="4138697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2AF44FC9-6D58-8341-A194-933D9DCE99E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6D20B849-F225-ED4F-9C25-AD28F67AC74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78161BEA-54EF-C641-BA52-5307831226C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29FB4DA3-1EC6-4544-A63C-D75599A42318}"/>
              </a:ext>
            </a:extLst>
          </p:cNvPr>
          <p:cNvGrpSpPr/>
          <p:nvPr/>
        </p:nvGrpSpPr>
        <p:grpSpPr>
          <a:xfrm>
            <a:off x="7805661" y="4138697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BB308121-1803-8F43-A404-05F391F1119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8D75D1C6-1EBC-334B-B8D7-CD79083728B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4B30CF7C-0653-C545-97D4-958B2B44337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B4751D86-3CAD-4BAA-5F4F-5D805751DBB6}"/>
              </a:ext>
            </a:extLst>
          </p:cNvPr>
          <p:cNvGrpSpPr/>
          <p:nvPr/>
        </p:nvGrpSpPr>
        <p:grpSpPr>
          <a:xfrm>
            <a:off x="8164586" y="4534826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23AB3B64-D003-E340-CEF0-71BAA93ACA6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8DEDFD66-82A3-EAC7-E701-DA2E6141597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0AED5EF-CB3C-7843-5DE1-0428C0804EA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3FD8F598-1D4F-78EC-09AC-C055BBCB3187}"/>
              </a:ext>
            </a:extLst>
          </p:cNvPr>
          <p:cNvGrpSpPr/>
          <p:nvPr/>
        </p:nvGrpSpPr>
        <p:grpSpPr>
          <a:xfrm>
            <a:off x="7073954" y="4532721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2784D688-C046-3CC3-F859-36F036C064BF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05D2EC81-6CE4-C8DC-7FDB-4B521AC26B0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E6FCE67-FC0D-F90C-D14E-8B8009300E5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E893F6E4-2381-DE50-2A25-6F685144A615}"/>
              </a:ext>
            </a:extLst>
          </p:cNvPr>
          <p:cNvGrpSpPr/>
          <p:nvPr/>
        </p:nvGrpSpPr>
        <p:grpSpPr>
          <a:xfrm>
            <a:off x="7159436" y="4887075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1DD5860-F261-4992-AC96-1BB117C0DE1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07D52140-5CF8-AF65-BE19-0B43A713E35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A3F008B-2CAC-D25C-AEF0-B43C32D085E0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4EB317BB-1D7B-EFB7-313F-1E05061B2F69}"/>
              </a:ext>
            </a:extLst>
          </p:cNvPr>
          <p:cNvGrpSpPr/>
          <p:nvPr/>
        </p:nvGrpSpPr>
        <p:grpSpPr>
          <a:xfrm>
            <a:off x="7805646" y="4910886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9F5AF40-09CD-D5FB-ADA0-C9BA962BBB4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08C91B7D-7F84-4868-3AA6-63BAF185682D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23D4994-1357-89F3-F423-A9862C60F66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CC9B6700-D144-FD94-A1BE-3437D0874EE5}"/>
              </a:ext>
            </a:extLst>
          </p:cNvPr>
          <p:cNvCxnSpPr>
            <a:cxnSpLocks/>
            <a:stCxn id="170" idx="2"/>
            <a:endCxn id="68" idx="1"/>
          </p:cNvCxnSpPr>
          <p:nvPr/>
        </p:nvCxnSpPr>
        <p:spPr bwMode="gray">
          <a:xfrm>
            <a:off x="2569367" y="3887849"/>
            <a:ext cx="1762763" cy="1082928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5070424E-A156-A463-4E3B-3660CCC6C977}"/>
              </a:ext>
            </a:extLst>
          </p:cNvPr>
          <p:cNvGrpSpPr/>
          <p:nvPr/>
        </p:nvGrpSpPr>
        <p:grpSpPr>
          <a:xfrm>
            <a:off x="7122081" y="3108303"/>
            <a:ext cx="2158703" cy="658272"/>
            <a:chOff x="808489" y="1107027"/>
            <a:chExt cx="2158703" cy="65827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16EF294-F8C9-D7BB-76E4-0F96CC8F8930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A750C32-7370-E508-9553-759CEC999D6C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vmnic6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30106EC-63C5-E0F5-440C-3440EC57CB83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vmnic7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6D51BF97-2CFF-401B-FBBB-9C09F28F5954}"/>
              </a:ext>
            </a:extLst>
          </p:cNvPr>
          <p:cNvCxnSpPr>
            <a:cxnSpLocks/>
            <a:stCxn id="75" idx="3"/>
            <a:endCxn id="29" idx="2"/>
          </p:cNvCxnSpPr>
          <p:nvPr/>
        </p:nvCxnSpPr>
        <p:spPr bwMode="gray">
          <a:xfrm flipV="1">
            <a:off x="8196916" y="3766575"/>
            <a:ext cx="4517" cy="1204202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68">
            <a:extLst>
              <a:ext uri="{FF2B5EF4-FFF2-40B4-BE49-F238E27FC236}">
                <a16:creationId xmlns:a16="http://schemas.microsoft.com/office/drawing/2014/main" id="{B58181A0-DE23-3BBB-2DD8-F426881D2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3320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36" name="Rectangle 276">
            <a:extLst>
              <a:ext uri="{FF2B5EF4-FFF2-40B4-BE49-F238E27FC236}">
                <a16:creationId xmlns:a16="http://schemas.microsoft.com/office/drawing/2014/main" id="{CBDB4B6C-FBE0-0B50-EB12-B9725C86CDBF}"/>
              </a:ext>
            </a:extLst>
          </p:cNvPr>
          <p:cNvSpPr/>
          <p:nvPr/>
        </p:nvSpPr>
        <p:spPr>
          <a:xfrm>
            <a:off x="3554167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37" name="Straight Connector 260">
            <a:extLst>
              <a:ext uri="{FF2B5EF4-FFF2-40B4-BE49-F238E27FC236}">
                <a16:creationId xmlns:a16="http://schemas.microsoft.com/office/drawing/2014/main" id="{C3143EAE-38E9-74F4-10BD-6196FE368348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 flipV="1">
            <a:off x="2928836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B1BCDFD1-86FE-CC5B-2F70-09974FD0F2F5}"/>
              </a:ext>
            </a:extLst>
          </p:cNvPr>
          <p:cNvCxnSpPr>
            <a:stCxn id="171" idx="0"/>
          </p:cNvCxnSpPr>
          <p:nvPr/>
        </p:nvCxnSpPr>
        <p:spPr bwMode="gray">
          <a:xfrm flipV="1">
            <a:off x="1838168" y="1935921"/>
            <a:ext cx="251" cy="131072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7B984DAD-CF9C-B074-430E-CF9ACCF1E617}"/>
              </a:ext>
            </a:extLst>
          </p:cNvPr>
          <p:cNvCxnSpPr>
            <a:cxnSpLocks/>
            <a:stCxn id="30" idx="0"/>
            <a:endCxn id="36" idx="2"/>
          </p:cNvCxnSpPr>
          <p:nvPr/>
        </p:nvCxnSpPr>
        <p:spPr bwMode="gray">
          <a:xfrm flipH="1" flipV="1">
            <a:off x="4182652" y="1931283"/>
            <a:ext cx="3287582" cy="1178212"/>
          </a:xfrm>
          <a:prstGeom prst="line">
            <a:avLst/>
          </a:prstGeom>
          <a:ln w="3175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570EB71F-B435-168E-1650-7322E9D1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0788" y="140570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EA300D37-F23A-6603-56BB-F36D35846543}"/>
              </a:ext>
            </a:extLst>
          </p:cNvPr>
          <p:cNvSpPr/>
          <p:nvPr/>
        </p:nvSpPr>
        <p:spPr>
          <a:xfrm>
            <a:off x="7542590" y="1406941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290CE2C4-120C-1C90-7C96-CBE5EB27E394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>
            <a:off x="7066304" y="1655971"/>
            <a:ext cx="476286" cy="1240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E13EB53D-9F7D-EEE2-45B8-1E749A13DD03}"/>
              </a:ext>
            </a:extLst>
          </p:cNvPr>
          <p:cNvCxnSpPr>
            <a:cxnSpLocks/>
            <a:stCxn id="170" idx="0"/>
            <a:endCxn id="91" idx="2"/>
          </p:cNvCxnSpPr>
          <p:nvPr/>
        </p:nvCxnSpPr>
        <p:spPr bwMode="gray">
          <a:xfrm flipV="1">
            <a:off x="2569367" y="1906240"/>
            <a:ext cx="3864179" cy="132333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3B9F7C5D-8CE2-EC52-F415-A722993756A6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V="1">
            <a:off x="8157056" y="1907480"/>
            <a:ext cx="14019" cy="120183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29">
            <a:extLst>
              <a:ext uri="{FF2B5EF4-FFF2-40B4-BE49-F238E27FC236}">
                <a16:creationId xmlns:a16="http://schemas.microsoft.com/office/drawing/2014/main" id="{AC83588A-3E8A-AA72-B33F-5383560D20B9}"/>
              </a:ext>
            </a:extLst>
          </p:cNvPr>
          <p:cNvSpPr/>
          <p:nvPr/>
        </p:nvSpPr>
        <p:spPr>
          <a:xfrm>
            <a:off x="2292571" y="1145126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F77B5328-A9CF-97AF-A0E0-81E2D92E39AE}"/>
              </a:ext>
            </a:extLst>
          </p:cNvPr>
          <p:cNvSpPr/>
          <p:nvPr/>
        </p:nvSpPr>
        <p:spPr>
          <a:xfrm>
            <a:off x="6357231" y="1070990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  <p:sp>
        <p:nvSpPr>
          <p:cNvPr id="45" name="副標題 44">
            <a:extLst>
              <a:ext uri="{FF2B5EF4-FFF2-40B4-BE49-F238E27FC236}">
                <a16:creationId xmlns:a16="http://schemas.microsoft.com/office/drawing/2014/main" id="{8FAF489B-9751-2EBD-6E2F-D8A59D4ED13A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6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F85E-0387-7B16-7B60-5BC9F691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35F9EC56-259A-8D21-5659-959B633C3A2E}"/>
              </a:ext>
            </a:extLst>
          </p:cNvPr>
          <p:cNvCxnSpPr>
            <a:cxnSpLocks/>
            <a:stCxn id="14" idx="2"/>
          </p:cNvCxnSpPr>
          <p:nvPr/>
        </p:nvCxnSpPr>
        <p:spPr bwMode="gray">
          <a:xfrm>
            <a:off x="8292123" y="2845476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C02EBE15-C663-03F9-AE5C-B3AD9F553002}"/>
              </a:ext>
            </a:extLst>
          </p:cNvPr>
          <p:cNvCxnSpPr>
            <a:stCxn id="17" idx="2"/>
          </p:cNvCxnSpPr>
          <p:nvPr/>
        </p:nvCxnSpPr>
        <p:spPr bwMode="gray">
          <a:xfrm>
            <a:off x="7038300" y="2855144"/>
            <a:ext cx="0" cy="2374559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itle 1">
            <a:extLst>
              <a:ext uri="{FF2B5EF4-FFF2-40B4-BE49-F238E27FC236}">
                <a16:creationId xmlns:a16="http://schemas.microsoft.com/office/drawing/2014/main" id="{81E82276-E795-52F0-3EF8-1478C45A0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solidFill>
                  <a:schemeClr val="accent1"/>
                </a:solidFill>
              </a:rPr>
              <a:t>Logical Network Architecture for Hosts</a:t>
            </a:r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3ACD4C-4984-BEE8-1AC4-8245ED64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0653" y="2960361"/>
            <a:ext cx="835903" cy="288079"/>
            <a:chOff x="5378328" y="1591929"/>
            <a:chExt cx="836339" cy="84633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3B6DE1-7BE0-895F-121A-68F31DFE1B1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062612E-342B-215C-BFF6-DF66CB1FE32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77134A9-A53D-6FAB-7E0E-3AC511770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0653" y="3356148"/>
            <a:ext cx="835903" cy="863372"/>
            <a:chOff x="5378328" y="1591929"/>
            <a:chExt cx="836339" cy="8463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5AC84D3-ABC7-2B3F-B930-1740AC8F71D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2DDBEED-8244-DEA1-6D19-30A4C6A3E57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59F2A7E-34AC-EE5B-66F6-3FD0858B39BA}"/>
              </a:ext>
            </a:extLst>
          </p:cNvPr>
          <p:cNvSpPr/>
          <p:nvPr/>
        </p:nvSpPr>
        <p:spPr>
          <a:xfrm>
            <a:off x="2289546" y="4837771"/>
            <a:ext cx="2157122" cy="381476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Service VLAN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C404DF-9F69-2D21-AB56-DC91D83DD98D}"/>
              </a:ext>
            </a:extLst>
          </p:cNvPr>
          <p:cNvSpPr/>
          <p:nvPr/>
        </p:nvSpPr>
        <p:spPr>
          <a:xfrm>
            <a:off x="3615548" y="2709353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C73583-A29A-494B-FB31-A20ABD17FBF5}"/>
              </a:ext>
            </a:extLst>
          </p:cNvPr>
          <p:cNvSpPr/>
          <p:nvPr/>
        </p:nvSpPr>
        <p:spPr>
          <a:xfrm>
            <a:off x="4448520" y="2702411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6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7710ED5-F729-2D2A-8D54-35AF350DE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5742" y="4591740"/>
            <a:ext cx="280915" cy="4427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A29C54C-F94C-AA71-82E1-C6F2CF2EF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5744" y="4598713"/>
            <a:ext cx="422891" cy="8783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96C0E5-DF13-2440-7523-8E13B366556F}"/>
              </a:ext>
            </a:extLst>
          </p:cNvPr>
          <p:cNvSpPr/>
          <p:nvPr/>
        </p:nvSpPr>
        <p:spPr>
          <a:xfrm>
            <a:off x="3025474" y="4208819"/>
            <a:ext cx="2867100" cy="381476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vf12p1tcsvds01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03425F-7E53-8862-DAFC-1278F7DC6874}"/>
              </a:ext>
            </a:extLst>
          </p:cNvPr>
          <p:cNvSpPr/>
          <p:nvPr/>
        </p:nvSpPr>
        <p:spPr>
          <a:xfrm>
            <a:off x="2288310" y="528635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 Management VLAN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7828B2-8775-C981-3E82-F1F56897FE14}"/>
              </a:ext>
            </a:extLst>
          </p:cNvPr>
          <p:cNvSpPr/>
          <p:nvPr/>
        </p:nvSpPr>
        <p:spPr>
          <a:xfrm>
            <a:off x="3025474" y="3038708"/>
            <a:ext cx="8226702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VCF ESXi Host</a:t>
            </a: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D8E1869D-514C-BFCA-8576-4FD9232AFE5B}"/>
              </a:ext>
            </a:extLst>
          </p:cNvPr>
          <p:cNvSpPr/>
          <p:nvPr/>
        </p:nvSpPr>
        <p:spPr>
          <a:xfrm>
            <a:off x="6616562" y="4233272"/>
            <a:ext cx="2010140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vf12p1tcsvsan01</a:t>
            </a: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96174135-9856-2BE4-DE23-A082A88327A6}"/>
              </a:ext>
            </a:extLst>
          </p:cNvPr>
          <p:cNvSpPr/>
          <p:nvPr/>
        </p:nvSpPr>
        <p:spPr>
          <a:xfrm>
            <a:off x="7870385" y="2611627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7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801C126F-FFD2-E1E4-D372-0B90DE08B680}"/>
              </a:ext>
            </a:extLst>
          </p:cNvPr>
          <p:cNvSpPr/>
          <p:nvPr/>
        </p:nvSpPr>
        <p:spPr>
          <a:xfrm>
            <a:off x="6616562" y="2621295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1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17B81D97-DDAD-6B1F-90DD-D02427AAFAF8}"/>
              </a:ext>
            </a:extLst>
          </p:cNvPr>
          <p:cNvSpPr/>
          <p:nvPr/>
        </p:nvSpPr>
        <p:spPr>
          <a:xfrm>
            <a:off x="6543071" y="524282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VSAN </a:t>
            </a:r>
            <a:r>
              <a:rPr lang="en-US" sz="1200" err="1">
                <a:solidFill>
                  <a:srgbClr val="3F3F3F"/>
                </a:solidFill>
              </a:rPr>
              <a:t>VMKernel</a:t>
            </a:r>
            <a:endParaRPr lang="en-US" sz="1200">
              <a:solidFill>
                <a:srgbClr val="3F3F3F"/>
              </a:solidFill>
            </a:endParaRPr>
          </a:p>
        </p:txBody>
      </p:sp>
      <p:sp>
        <p:nvSpPr>
          <p:cNvPr id="43" name="Rectangle 268">
            <a:extLst>
              <a:ext uri="{FF2B5EF4-FFF2-40B4-BE49-F238E27FC236}">
                <a16:creationId xmlns:a16="http://schemas.microsoft.com/office/drawing/2014/main" id="{6A7D1EA6-9517-CC36-4EE9-D37856E8F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5230" y="1683997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4" name="Rectangle 276">
            <a:extLst>
              <a:ext uri="{FF2B5EF4-FFF2-40B4-BE49-F238E27FC236}">
                <a16:creationId xmlns:a16="http://schemas.microsoft.com/office/drawing/2014/main" id="{F798AA76-3221-197F-4C3D-DBEE901AECF4}"/>
              </a:ext>
            </a:extLst>
          </p:cNvPr>
          <p:cNvSpPr/>
          <p:nvPr/>
        </p:nvSpPr>
        <p:spPr>
          <a:xfrm>
            <a:off x="7835384" y="1664197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5" name="Rectangle 276">
            <a:extLst>
              <a:ext uri="{FF2B5EF4-FFF2-40B4-BE49-F238E27FC236}">
                <a16:creationId xmlns:a16="http://schemas.microsoft.com/office/drawing/2014/main" id="{AC77E3E1-6A9A-6EBC-6009-33522341A17F}"/>
              </a:ext>
            </a:extLst>
          </p:cNvPr>
          <p:cNvSpPr/>
          <p:nvPr/>
        </p:nvSpPr>
        <p:spPr>
          <a:xfrm>
            <a:off x="4459024" y="167993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7" name="Rectangle 276">
            <a:extLst>
              <a:ext uri="{FF2B5EF4-FFF2-40B4-BE49-F238E27FC236}">
                <a16:creationId xmlns:a16="http://schemas.microsoft.com/office/drawing/2014/main" id="{7D9F9834-6290-120F-56EF-2EEB8A172480}"/>
              </a:ext>
            </a:extLst>
          </p:cNvPr>
          <p:cNvSpPr/>
          <p:nvPr/>
        </p:nvSpPr>
        <p:spPr>
          <a:xfrm>
            <a:off x="6472832" y="1664197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016B8B94-AEBB-68F2-90BD-124CFB5F0402}"/>
              </a:ext>
            </a:extLst>
          </p:cNvPr>
          <p:cNvCxnSpPr>
            <a:cxnSpLocks/>
          </p:cNvCxnSpPr>
          <p:nvPr/>
        </p:nvCxnSpPr>
        <p:spPr bwMode="gray">
          <a:xfrm flipV="1">
            <a:off x="4027993" y="2312754"/>
            <a:ext cx="8082" cy="39421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33EF9771-6F60-5718-CD47-C0438B2D0657}"/>
              </a:ext>
            </a:extLst>
          </p:cNvPr>
          <p:cNvCxnSpPr>
            <a:cxnSpLocks/>
          </p:cNvCxnSpPr>
          <p:nvPr/>
        </p:nvCxnSpPr>
        <p:spPr bwMode="gray">
          <a:xfrm flipV="1">
            <a:off x="4866556" y="2292121"/>
            <a:ext cx="0" cy="37842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8CF0976A-FE59-C6DE-EBED-0CEE4E68B258}"/>
              </a:ext>
            </a:extLst>
          </p:cNvPr>
          <p:cNvCxnSpPr>
            <a:cxnSpLocks/>
          </p:cNvCxnSpPr>
          <p:nvPr/>
        </p:nvCxnSpPr>
        <p:spPr bwMode="gray">
          <a:xfrm flipV="1">
            <a:off x="7040560" y="2254426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29">
            <a:extLst>
              <a:ext uri="{FF2B5EF4-FFF2-40B4-BE49-F238E27FC236}">
                <a16:creationId xmlns:a16="http://schemas.microsoft.com/office/drawing/2014/main" id="{20A745D6-B818-0183-3730-E410FAB552EC}"/>
              </a:ext>
            </a:extLst>
          </p:cNvPr>
          <p:cNvSpPr/>
          <p:nvPr/>
        </p:nvSpPr>
        <p:spPr>
          <a:xfrm>
            <a:off x="6675320" y="1182975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92404F68-FCE1-65DA-13F9-437C761DA1EA}"/>
              </a:ext>
            </a:extLst>
          </p:cNvPr>
          <p:cNvSpPr/>
          <p:nvPr/>
        </p:nvSpPr>
        <p:spPr>
          <a:xfrm>
            <a:off x="3366871" y="1190172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EED9D388-53DC-1026-DEB8-F8F872DC47EC}"/>
              </a:ext>
            </a:extLst>
          </p:cNvPr>
          <p:cNvCxnSpPr>
            <a:cxnSpLocks/>
          </p:cNvCxnSpPr>
          <p:nvPr/>
        </p:nvCxnSpPr>
        <p:spPr bwMode="gray">
          <a:xfrm flipV="1">
            <a:off x="8292123" y="2244758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100BA23B-FBA0-CF38-6C15-8CD10ACABE2F}"/>
              </a:ext>
            </a:extLst>
          </p:cNvPr>
          <p:cNvSpPr/>
          <p:nvPr/>
        </p:nvSpPr>
        <p:spPr>
          <a:xfrm>
            <a:off x="2301902" y="573493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vMotion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506313-3A67-67A3-D476-A3443D77A74A}"/>
              </a:ext>
            </a:extLst>
          </p:cNvPr>
          <p:cNvSpPr/>
          <p:nvPr/>
        </p:nvSpPr>
        <p:spPr>
          <a:xfrm>
            <a:off x="2301902" y="619885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vTEP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</p:spTree>
    <p:extLst>
      <p:ext uri="{BB962C8B-B14F-4D97-AF65-F5344CB8AC3E}">
        <p14:creationId xmlns:p14="http://schemas.microsoft.com/office/powerpoint/2010/main" val="2924738340"/>
      </p:ext>
    </p:extLst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09E962-FE85-F651-A390-BFEDF6F45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ACCB6A9-F803-084E-1B3E-3F93F522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Physical connectivity diagram</a:t>
            </a:r>
            <a:endParaRPr lang="en-US" altLang="zh-TW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FF24E7A-D135-2DA9-BDB3-60ABC872A165}"/>
              </a:ext>
            </a:extLst>
          </p:cNvPr>
          <p:cNvSpPr/>
          <p:nvPr/>
        </p:nvSpPr>
        <p:spPr>
          <a:xfrm>
            <a:off x="2796974" y="3970332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EF109B0-5967-5A0F-33E6-974CC40F8A3F}"/>
              </a:ext>
            </a:extLst>
          </p:cNvPr>
          <p:cNvSpPr/>
          <p:nvPr/>
        </p:nvSpPr>
        <p:spPr>
          <a:xfrm>
            <a:off x="4108062" y="5231669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831DAE6-3234-9222-82EB-A6E4FC82836D}"/>
              </a:ext>
            </a:extLst>
          </p:cNvPr>
          <p:cNvSpPr/>
          <p:nvPr/>
        </p:nvSpPr>
        <p:spPr>
          <a:xfrm>
            <a:off x="2883952" y="406704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D02B29D-E615-302C-1A7E-3B332EB850DA}"/>
              </a:ext>
            </a:extLst>
          </p:cNvPr>
          <p:cNvSpPr/>
          <p:nvPr/>
        </p:nvSpPr>
        <p:spPr>
          <a:xfrm>
            <a:off x="3374824" y="406896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D87D01C-E9F5-263F-3B0B-CB2AA150F435}"/>
              </a:ext>
            </a:extLst>
          </p:cNvPr>
          <p:cNvSpPr/>
          <p:nvPr/>
        </p:nvSpPr>
        <p:spPr>
          <a:xfrm>
            <a:off x="2883952" y="481477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86B8DEF-D8DA-1CBA-CE17-AFE5243B877A}"/>
              </a:ext>
            </a:extLst>
          </p:cNvPr>
          <p:cNvSpPr/>
          <p:nvPr/>
        </p:nvSpPr>
        <p:spPr>
          <a:xfrm>
            <a:off x="3374824" y="481669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3D87103-5402-7B9A-4A6E-D83D98C779C2}"/>
              </a:ext>
            </a:extLst>
          </p:cNvPr>
          <p:cNvSpPr/>
          <p:nvPr/>
        </p:nvSpPr>
        <p:spPr>
          <a:xfrm>
            <a:off x="5064998" y="4065138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146BB5F-CA7E-42F4-EF40-D794BE657B6E}"/>
              </a:ext>
            </a:extLst>
          </p:cNvPr>
          <p:cNvSpPr/>
          <p:nvPr/>
        </p:nvSpPr>
        <p:spPr>
          <a:xfrm>
            <a:off x="5555870" y="4067049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CF0B586-E718-8ACF-B87B-4491E64C8108}"/>
              </a:ext>
            </a:extLst>
          </p:cNvPr>
          <p:cNvSpPr/>
          <p:nvPr/>
        </p:nvSpPr>
        <p:spPr>
          <a:xfrm>
            <a:off x="5064998" y="443713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DB6CD75-7053-85A0-50C4-00D3F115E631}"/>
              </a:ext>
            </a:extLst>
          </p:cNvPr>
          <p:cNvSpPr/>
          <p:nvPr/>
        </p:nvSpPr>
        <p:spPr>
          <a:xfrm>
            <a:off x="5555870" y="443904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9E7F51E-A869-116B-A6AA-8B29B9054100}"/>
              </a:ext>
            </a:extLst>
          </p:cNvPr>
          <p:cNvSpPr/>
          <p:nvPr/>
        </p:nvSpPr>
        <p:spPr>
          <a:xfrm>
            <a:off x="5064998" y="4812868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9D1465D-54D3-1228-193E-0DDCF6CA5604}"/>
              </a:ext>
            </a:extLst>
          </p:cNvPr>
          <p:cNvSpPr/>
          <p:nvPr/>
        </p:nvSpPr>
        <p:spPr>
          <a:xfrm>
            <a:off x="5555870" y="4814779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E9FFD07-9294-9096-8C80-9E5173EF67F5}"/>
              </a:ext>
            </a:extLst>
          </p:cNvPr>
          <p:cNvSpPr/>
          <p:nvPr/>
        </p:nvSpPr>
        <p:spPr>
          <a:xfrm>
            <a:off x="7246044" y="407476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EAF23FF-377B-F242-598C-13C6A4EF262B}"/>
              </a:ext>
            </a:extLst>
          </p:cNvPr>
          <p:cNvSpPr/>
          <p:nvPr/>
        </p:nvSpPr>
        <p:spPr>
          <a:xfrm>
            <a:off x="7736916" y="407668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F9AF979-2904-5528-3486-FBA9086A127C}"/>
              </a:ext>
            </a:extLst>
          </p:cNvPr>
          <p:cNvSpPr/>
          <p:nvPr/>
        </p:nvSpPr>
        <p:spPr>
          <a:xfrm>
            <a:off x="7246044" y="444676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F97B356-04F9-505E-6817-7136C37B52FC}"/>
              </a:ext>
            </a:extLst>
          </p:cNvPr>
          <p:cNvSpPr/>
          <p:nvPr/>
        </p:nvSpPr>
        <p:spPr>
          <a:xfrm>
            <a:off x="7736916" y="444867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C12CC79-4352-5ABC-22D3-51F1E635526E}"/>
              </a:ext>
            </a:extLst>
          </p:cNvPr>
          <p:cNvSpPr/>
          <p:nvPr/>
        </p:nvSpPr>
        <p:spPr>
          <a:xfrm>
            <a:off x="8240523" y="4851368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41F5E14-7149-3791-E1E2-028068DB7FD5}"/>
              </a:ext>
            </a:extLst>
          </p:cNvPr>
          <p:cNvSpPr/>
          <p:nvPr/>
        </p:nvSpPr>
        <p:spPr>
          <a:xfrm>
            <a:off x="6983553" y="4848727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00B8844A-8B68-5A91-ACD8-0D51A18A00A9}"/>
              </a:ext>
            </a:extLst>
          </p:cNvPr>
          <p:cNvGrpSpPr/>
          <p:nvPr/>
        </p:nvGrpSpPr>
        <p:grpSpPr>
          <a:xfrm>
            <a:off x="5968379" y="4541488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87F283E5-2AEF-CFE8-479A-019F008B472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A95CCC68-C151-2D69-452A-26861881F23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3DBBD952-5F17-9C63-21CE-E907857F995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E4111562-FD4C-7A5D-C3D3-8EF00B237DBC}"/>
              </a:ext>
            </a:extLst>
          </p:cNvPr>
          <p:cNvGrpSpPr/>
          <p:nvPr/>
        </p:nvGrpSpPr>
        <p:grpSpPr>
          <a:xfrm>
            <a:off x="6360808" y="4541488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EAC7543C-67DD-6E01-C641-2BEEBCD78297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E49D9785-5F07-EE45-1D0C-97C31872CA5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DEE59B6D-3181-CB13-C03A-2DAC028EB26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FB9E1069-FDD1-B198-2E6F-AE92C1587876}"/>
              </a:ext>
            </a:extLst>
          </p:cNvPr>
          <p:cNvGrpSpPr/>
          <p:nvPr/>
        </p:nvGrpSpPr>
        <p:grpSpPr>
          <a:xfrm>
            <a:off x="2955296" y="5291059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789810F2-C5A0-0305-1B18-0AD09AE0194A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6C79314C-D0C1-7247-F2E3-3DF4D458981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5A7EE1FD-81BF-09F6-F017-E57BD8DA7B66}"/>
              </a:ext>
            </a:extLst>
          </p:cNvPr>
          <p:cNvGrpSpPr/>
          <p:nvPr/>
        </p:nvGrpSpPr>
        <p:grpSpPr>
          <a:xfrm>
            <a:off x="4974220" y="5312190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78ABB544-0389-18F2-3DB3-8EC28B47A735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4A09B0D7-54AF-23F6-A1EB-C58B4704A9A8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4EF0B9EF-A1B6-A14A-240C-AEDE58B042C9}"/>
              </a:ext>
            </a:extLst>
          </p:cNvPr>
          <p:cNvGrpSpPr/>
          <p:nvPr/>
        </p:nvGrpSpPr>
        <p:grpSpPr>
          <a:xfrm>
            <a:off x="5347168" y="5312860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1FB09BC7-17AB-30CB-989D-D64EE29599E9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D1358985-451D-4055-73DB-6CD6ECF3FF0C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F62BA423-399A-D141-C00D-1957E4E72591}"/>
              </a:ext>
            </a:extLst>
          </p:cNvPr>
          <p:cNvSpPr/>
          <p:nvPr/>
        </p:nvSpPr>
        <p:spPr>
          <a:xfrm>
            <a:off x="2734474" y="6004166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BAA1A8E9-3A3D-FFEB-9DFA-60B2CECC64A3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3071712" y="5455335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D040343E-782C-47BE-E532-3E8C8CCAEF09}"/>
              </a:ext>
            </a:extLst>
          </p:cNvPr>
          <p:cNvGrpSpPr/>
          <p:nvPr/>
        </p:nvGrpSpPr>
        <p:grpSpPr>
          <a:xfrm>
            <a:off x="4218492" y="5312311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3C5D0A74-5D89-86EC-65DB-C332D3567563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7686F1C4-F206-20FB-7EE8-7F5559375A96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AD6C87A5-7515-B0B5-F4F4-73B0BAC03A9E}"/>
              </a:ext>
            </a:extLst>
          </p:cNvPr>
          <p:cNvGrpSpPr/>
          <p:nvPr/>
        </p:nvGrpSpPr>
        <p:grpSpPr>
          <a:xfrm>
            <a:off x="4591440" y="5312981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5C37408E-A3DE-1E37-ED9D-3DA83A3DDB1B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E4BFD6B6-8D29-E2BC-6886-3CF4C55872E3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F4898ECF-698C-22E7-32DB-C6215A7D7B00}"/>
              </a:ext>
            </a:extLst>
          </p:cNvPr>
          <p:cNvGrpSpPr/>
          <p:nvPr/>
        </p:nvGrpSpPr>
        <p:grpSpPr>
          <a:xfrm>
            <a:off x="3846040" y="4905501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5BDAEAEA-75C5-FE6E-C2F1-A46BE6D17E52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F2FABE04-93F5-108E-51AA-C8EA859EA2B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07DAFE28-3A07-303D-922A-FA20731D486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2F99D19F-3D49-F3E9-1CA8-EE4B1DA898C4}"/>
              </a:ext>
            </a:extLst>
          </p:cNvPr>
          <p:cNvGrpSpPr/>
          <p:nvPr/>
        </p:nvGrpSpPr>
        <p:grpSpPr>
          <a:xfrm>
            <a:off x="4213062" y="4907765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7497D13B-9328-D8C6-F2A4-D003F01C38D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6D7E9388-0A12-9969-9056-A828570D651D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56F8F62D-6232-C8AC-6D32-838E56D88CE8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49A317D5-0579-7451-6E22-4627F4EE20FC}"/>
              </a:ext>
            </a:extLst>
          </p:cNvPr>
          <p:cNvGrpSpPr/>
          <p:nvPr/>
        </p:nvGrpSpPr>
        <p:grpSpPr>
          <a:xfrm>
            <a:off x="3839544" y="4148223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64149775-DD31-65EB-10A7-557765A1614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3385D08B-D2CC-D09F-2DBA-797EDB000B0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5B366C58-1F65-69D2-9B5D-E26FC15BF7F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EFA2E5B6-0B07-18E4-F72D-E00605243A23}"/>
              </a:ext>
            </a:extLst>
          </p:cNvPr>
          <p:cNvGrpSpPr/>
          <p:nvPr/>
        </p:nvGrpSpPr>
        <p:grpSpPr>
          <a:xfrm>
            <a:off x="4231973" y="4148223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B9812971-81F8-3138-5D05-52F1CACD642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2F23AF2C-9803-2661-C2BE-3029A63046F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B615F956-9BDB-7A6E-E5D8-631C193B5116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7FB30731-67F3-0F42-C003-25BDD85D98B9}"/>
              </a:ext>
            </a:extLst>
          </p:cNvPr>
          <p:cNvGrpSpPr/>
          <p:nvPr/>
        </p:nvGrpSpPr>
        <p:grpSpPr>
          <a:xfrm>
            <a:off x="5965054" y="4145359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387DBA42-E260-AEEE-FA75-2F8601DF877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90797B7F-236D-1B92-3983-9EABEC49E6C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62CA3F42-3D63-FE1C-1FF5-481B4CC3776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991E6933-249B-304A-A0F8-2C48205A64CB}"/>
              </a:ext>
            </a:extLst>
          </p:cNvPr>
          <p:cNvGrpSpPr/>
          <p:nvPr/>
        </p:nvGrpSpPr>
        <p:grpSpPr>
          <a:xfrm>
            <a:off x="6357483" y="4145359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CE82D39A-BA64-2319-8666-8596F2A4247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341B84E0-6891-287D-2DC1-378133C3115B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25C140E7-3EB2-A286-0EED-0C414E103B65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1A7B063F-7617-663D-48E0-AC4D4CBBA8B5}"/>
              </a:ext>
            </a:extLst>
          </p:cNvPr>
          <p:cNvGrpSpPr/>
          <p:nvPr/>
        </p:nvGrpSpPr>
        <p:grpSpPr>
          <a:xfrm>
            <a:off x="6716408" y="4541488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AD70A953-FC19-57CF-0838-070DD1B28E3D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5995B496-30A2-1973-DDEB-6383FBAD98FB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F71D83B-7859-BE73-4C40-26A301D3748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E51729AA-4686-4CE4-C608-D2B09B1D4043}"/>
              </a:ext>
            </a:extLst>
          </p:cNvPr>
          <p:cNvGrpSpPr/>
          <p:nvPr/>
        </p:nvGrpSpPr>
        <p:grpSpPr>
          <a:xfrm>
            <a:off x="5625776" y="4539383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5C889B0E-AA33-39A6-B8C3-9E3463BDE047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A86EBD81-BF51-B020-B22C-46D2F90D687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3AA037E-0014-AF8D-80DA-ABD8B7469BC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5E512B7-3F83-9BB1-CAA8-717F41073A7B}"/>
              </a:ext>
            </a:extLst>
          </p:cNvPr>
          <p:cNvGrpSpPr/>
          <p:nvPr/>
        </p:nvGrpSpPr>
        <p:grpSpPr>
          <a:xfrm>
            <a:off x="5711258" y="4893737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2EA0DAF6-8477-C2A9-4C03-6A5D3BB4E807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7772CBB8-80AC-23B8-B4A1-92574043224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81A2AA4-58FB-7399-BD7F-8B9217673567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6CD60575-AF67-200B-8520-C19F0001D9CC}"/>
              </a:ext>
            </a:extLst>
          </p:cNvPr>
          <p:cNvGrpSpPr/>
          <p:nvPr/>
        </p:nvGrpSpPr>
        <p:grpSpPr>
          <a:xfrm>
            <a:off x="6357468" y="4917548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0D5D87CB-1F06-7C15-BD06-D10D6CC51F3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10776CEF-AD29-CC59-2D7A-99A8C682BF1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F2F8DDE-7077-DA58-DA2F-0590B034B601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445A3D1D-1ADB-EA83-60D9-96E47591416B}"/>
              </a:ext>
            </a:extLst>
          </p:cNvPr>
          <p:cNvGrpSpPr/>
          <p:nvPr/>
        </p:nvGrpSpPr>
        <p:grpSpPr>
          <a:xfrm>
            <a:off x="7162104" y="3096076"/>
            <a:ext cx="2174152" cy="668722"/>
            <a:chOff x="2296690" y="1088138"/>
            <a:chExt cx="2174152" cy="66872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21933CC1-7250-4AF8-205E-1C7FA8F4BC4B}"/>
                </a:ext>
              </a:extLst>
            </p:cNvPr>
            <p:cNvSpPr/>
            <p:nvPr/>
          </p:nvSpPr>
          <p:spPr>
            <a:xfrm>
              <a:off x="2312139" y="1098588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832DD70-E6C1-AB4F-37BE-2E5FB1B381EF}"/>
                </a:ext>
              </a:extLst>
            </p:cNvPr>
            <p:cNvSpPr/>
            <p:nvPr/>
          </p:nvSpPr>
          <p:spPr>
            <a:xfrm>
              <a:off x="2296690" y="1088318"/>
              <a:ext cx="674475" cy="251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vmnic12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F1D1D17-6451-4BEC-7D28-6D1976DA564C}"/>
                </a:ext>
              </a:extLst>
            </p:cNvPr>
            <p:cNvSpPr/>
            <p:nvPr/>
          </p:nvSpPr>
          <p:spPr>
            <a:xfrm>
              <a:off x="2983512" y="1088138"/>
              <a:ext cx="674475" cy="251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vmnic13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871F84B0-5B8F-8331-8BF6-A71B32F48629}"/>
              </a:ext>
            </a:extLst>
          </p:cNvPr>
          <p:cNvCxnSpPr>
            <a:cxnSpLocks/>
          </p:cNvCxnSpPr>
          <p:nvPr/>
        </p:nvCxnSpPr>
        <p:spPr bwMode="gray">
          <a:xfrm flipV="1">
            <a:off x="7162532" y="3150484"/>
            <a:ext cx="4517" cy="1204202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CAA68CD0-515F-878D-1473-B60B5AD6E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52610" y="1412363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F92D5749-889B-86CA-F70C-106A884AF37B}"/>
              </a:ext>
            </a:extLst>
          </p:cNvPr>
          <p:cNvSpPr/>
          <p:nvPr/>
        </p:nvSpPr>
        <p:spPr>
          <a:xfrm>
            <a:off x="6094412" y="1413603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E252023F-2B4A-4576-94C8-4163DE836460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>
            <a:off x="5618126" y="1662633"/>
            <a:ext cx="476286" cy="1240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2D54A4C5-08B7-4E6E-66BD-E2DD2E282C88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H="1" flipV="1">
            <a:off x="6722897" y="1914142"/>
            <a:ext cx="1463267" cy="118193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29">
            <a:extLst>
              <a:ext uri="{FF2B5EF4-FFF2-40B4-BE49-F238E27FC236}">
                <a16:creationId xmlns:a16="http://schemas.microsoft.com/office/drawing/2014/main" id="{DA9131B0-6298-05E8-E149-2D1E5123A7B9}"/>
              </a:ext>
            </a:extLst>
          </p:cNvPr>
          <p:cNvSpPr/>
          <p:nvPr/>
        </p:nvSpPr>
        <p:spPr>
          <a:xfrm>
            <a:off x="4909053" y="1077652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Backup switch</a:t>
            </a:r>
          </a:p>
        </p:txBody>
      </p:sp>
      <p:sp>
        <p:nvSpPr>
          <p:cNvPr id="45" name="副標題 44">
            <a:extLst>
              <a:ext uri="{FF2B5EF4-FFF2-40B4-BE49-F238E27FC236}">
                <a16:creationId xmlns:a16="http://schemas.microsoft.com/office/drawing/2014/main" id="{AEE731E7-EE2D-3F83-50B2-D3D3E07BB9FD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699F42D-79A4-CE73-A6D4-1F26560E4B97}"/>
              </a:ext>
            </a:extLst>
          </p:cNvPr>
          <p:cNvCxnSpPr>
            <a:cxnSpLocks/>
            <a:stCxn id="30" idx="0"/>
            <a:endCxn id="91" idx="2"/>
          </p:cNvCxnSpPr>
          <p:nvPr/>
        </p:nvCxnSpPr>
        <p:spPr bwMode="gray">
          <a:xfrm flipH="1" flipV="1">
            <a:off x="4985368" y="1912902"/>
            <a:ext cx="2513974" cy="118335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C3F12254-E6D8-2291-FB24-04218040A5AB}"/>
              </a:ext>
            </a:extLst>
          </p:cNvPr>
          <p:cNvGrpSpPr/>
          <p:nvPr/>
        </p:nvGrpSpPr>
        <p:grpSpPr>
          <a:xfrm>
            <a:off x="2905286" y="2886263"/>
            <a:ext cx="2213104" cy="658272"/>
            <a:chOff x="819404" y="982294"/>
            <a:chExt cx="2213104" cy="65827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934BE2E-C58A-685A-2C40-390EFBE9BD47}"/>
                </a:ext>
              </a:extLst>
            </p:cNvPr>
            <p:cNvSpPr/>
            <p:nvPr/>
          </p:nvSpPr>
          <p:spPr>
            <a:xfrm>
              <a:off x="873805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EC6FF4B-04EE-7E11-2F1F-416F8C2A1210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B50CBE1-0AC2-A246-4D94-F098106831C2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69DA36A4-980F-BB70-830F-D4DA1256D36A}"/>
              </a:ext>
            </a:extLst>
          </p:cNvPr>
          <p:cNvCxnSpPr>
            <a:cxnSpLocks/>
            <a:stCxn id="32" idx="1"/>
            <a:endCxn id="63" idx="1"/>
          </p:cNvCxnSpPr>
          <p:nvPr/>
        </p:nvCxnSpPr>
        <p:spPr bwMode="gray">
          <a:xfrm flipH="1">
            <a:off x="2883952" y="3012955"/>
            <a:ext cx="21334" cy="1216754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6F9BB28F-010B-FB59-1047-8314CDF1B7A6}"/>
              </a:ext>
            </a:extLst>
          </p:cNvPr>
          <p:cNvCxnSpPr>
            <a:cxnSpLocks/>
            <a:stCxn id="27" idx="0"/>
            <a:endCxn id="92" idx="2"/>
          </p:cNvCxnSpPr>
          <p:nvPr/>
        </p:nvCxnSpPr>
        <p:spPr bwMode="gray">
          <a:xfrm flipV="1">
            <a:off x="4039039" y="1914142"/>
            <a:ext cx="2683858" cy="972121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EB1F6960-A315-8D3D-6267-B1252045D4FD}"/>
              </a:ext>
            </a:extLst>
          </p:cNvPr>
          <p:cNvCxnSpPr>
            <a:cxnSpLocks/>
            <a:stCxn id="32" idx="0"/>
            <a:endCxn id="91" idx="2"/>
          </p:cNvCxnSpPr>
          <p:nvPr/>
        </p:nvCxnSpPr>
        <p:spPr bwMode="gray">
          <a:xfrm flipV="1">
            <a:off x="3242524" y="1912902"/>
            <a:ext cx="1742844" cy="99042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6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FD54-0DBA-0555-0EF7-2ACE625E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B0A624-5406-D55D-7AD2-93719DA4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lang="en" altLang="zh-TW"/>
              <a:t>Architecture</a:t>
            </a:r>
            <a:r>
              <a:rPr lang="zh-TW" altLang="en-US"/>
              <a:t> </a:t>
            </a:r>
            <a:r>
              <a:rPr lang="en-US" altLang="zh-TW"/>
              <a:t>Placement </a:t>
            </a:r>
            <a:r>
              <a:rPr lang="en" altLang="zh-TW"/>
              <a:t>Design For OA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031ED3-E7E2-E872-E202-A991C4C52216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7549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207A9-A52E-5D42-DE32-28C3F2270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0918B262-1D2B-D4BD-B768-5A26631F4C42}"/>
              </a:ext>
            </a:extLst>
          </p:cNvPr>
          <p:cNvCxnSpPr>
            <a:cxnSpLocks/>
            <a:stCxn id="14" idx="2"/>
          </p:cNvCxnSpPr>
          <p:nvPr/>
        </p:nvCxnSpPr>
        <p:spPr bwMode="gray">
          <a:xfrm>
            <a:off x="8292123" y="2845476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E01B63C-CB95-9F2F-841D-67BEB3FF657A}"/>
              </a:ext>
            </a:extLst>
          </p:cNvPr>
          <p:cNvCxnSpPr>
            <a:stCxn id="17" idx="2"/>
          </p:cNvCxnSpPr>
          <p:nvPr/>
        </p:nvCxnSpPr>
        <p:spPr bwMode="gray">
          <a:xfrm>
            <a:off x="7038300" y="2855144"/>
            <a:ext cx="0" cy="2374559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itle 1">
            <a:extLst>
              <a:ext uri="{FF2B5EF4-FFF2-40B4-BE49-F238E27FC236}">
                <a16:creationId xmlns:a16="http://schemas.microsoft.com/office/drawing/2014/main" id="{C463EDE3-C638-7023-F0B4-112EB586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solidFill>
                  <a:schemeClr val="accent1"/>
                </a:solidFill>
              </a:rPr>
              <a:t>Logical Network Architecture for Hosts</a:t>
            </a:r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169329E-C6D4-C60E-C0B6-D50007457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0653" y="2960361"/>
            <a:ext cx="835903" cy="288079"/>
            <a:chOff x="5378328" y="1591929"/>
            <a:chExt cx="836339" cy="84633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D38C208-385F-B30B-2B35-CAE438F1232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CF1B58C-264C-9C82-D5A6-32BC790774E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93745D-8FFB-2A12-7CC2-3DEEEC0A3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0653" y="3356148"/>
            <a:ext cx="835903" cy="863372"/>
            <a:chOff x="5378328" y="1591929"/>
            <a:chExt cx="836339" cy="8463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ED3C457-AB1D-21FC-CBC7-CDEAE77417D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1D094A-1B2B-24E9-823B-9AF14614661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0C8B87-2BC1-024C-EE7F-85365F350DF6}"/>
              </a:ext>
            </a:extLst>
          </p:cNvPr>
          <p:cNvSpPr/>
          <p:nvPr/>
        </p:nvSpPr>
        <p:spPr>
          <a:xfrm>
            <a:off x="2289546" y="4837771"/>
            <a:ext cx="2157122" cy="381476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Service VLAN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D11D30-2766-85D8-8756-A6904C239AC9}"/>
              </a:ext>
            </a:extLst>
          </p:cNvPr>
          <p:cNvSpPr/>
          <p:nvPr/>
        </p:nvSpPr>
        <p:spPr>
          <a:xfrm>
            <a:off x="3615548" y="2709353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8FE8C8-1571-427C-1B38-CBF2EDB81AAC}"/>
              </a:ext>
            </a:extLst>
          </p:cNvPr>
          <p:cNvSpPr/>
          <p:nvPr/>
        </p:nvSpPr>
        <p:spPr>
          <a:xfrm>
            <a:off x="4448520" y="2702411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6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F40918E-94DA-F554-B1FD-284C6DD26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5742" y="4591740"/>
            <a:ext cx="280915" cy="4427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397CE5C-A30D-1AF4-1573-66A0FACE5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5744" y="4598713"/>
            <a:ext cx="422891" cy="8783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FDD042-0E9E-6FE5-B2CC-58DA4EBEC960}"/>
              </a:ext>
            </a:extLst>
          </p:cNvPr>
          <p:cNvSpPr/>
          <p:nvPr/>
        </p:nvSpPr>
        <p:spPr>
          <a:xfrm>
            <a:off x="3025474" y="4208819"/>
            <a:ext cx="2867100" cy="381476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vf12p1oavds01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9125D6-5F8E-9C0E-FBB8-A5663BDA6EAB}"/>
              </a:ext>
            </a:extLst>
          </p:cNvPr>
          <p:cNvSpPr/>
          <p:nvPr/>
        </p:nvSpPr>
        <p:spPr>
          <a:xfrm>
            <a:off x="2288310" y="528635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 Management VLAN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EDC72F-0483-17D2-659F-A35EDA2FBEB4}"/>
              </a:ext>
            </a:extLst>
          </p:cNvPr>
          <p:cNvSpPr/>
          <p:nvPr/>
        </p:nvSpPr>
        <p:spPr>
          <a:xfrm>
            <a:off x="3025474" y="3038708"/>
            <a:ext cx="8226702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VCF ESXi Host</a:t>
            </a: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FB7F7A2A-85F7-3F1D-05DD-07DB5A9BD7F0}"/>
              </a:ext>
            </a:extLst>
          </p:cNvPr>
          <p:cNvSpPr/>
          <p:nvPr/>
        </p:nvSpPr>
        <p:spPr>
          <a:xfrm>
            <a:off x="6616562" y="4233272"/>
            <a:ext cx="2010140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vf12p1oatsm01</a:t>
            </a: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4963B85F-5600-DA1C-0056-8EC2E434D47C}"/>
              </a:ext>
            </a:extLst>
          </p:cNvPr>
          <p:cNvSpPr/>
          <p:nvPr/>
        </p:nvSpPr>
        <p:spPr>
          <a:xfrm>
            <a:off x="7870385" y="2611627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7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F63A156C-C2D1-1CB6-E618-142440357621}"/>
              </a:ext>
            </a:extLst>
          </p:cNvPr>
          <p:cNvSpPr/>
          <p:nvPr/>
        </p:nvSpPr>
        <p:spPr>
          <a:xfrm>
            <a:off x="6616562" y="2621295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1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8157435B-3D59-C429-9285-FBBA1B0E0A8A}"/>
              </a:ext>
            </a:extLst>
          </p:cNvPr>
          <p:cNvSpPr/>
          <p:nvPr/>
        </p:nvSpPr>
        <p:spPr>
          <a:xfrm>
            <a:off x="6543071" y="524282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TSM </a:t>
            </a:r>
            <a:r>
              <a:rPr lang="en-US" sz="1200" err="1">
                <a:solidFill>
                  <a:srgbClr val="3F3F3F"/>
                </a:solidFill>
              </a:rPr>
              <a:t>VMKernel</a:t>
            </a:r>
            <a:endParaRPr lang="en-US" sz="1200">
              <a:solidFill>
                <a:srgbClr val="3F3F3F"/>
              </a:solidFill>
            </a:endParaRPr>
          </a:p>
        </p:txBody>
      </p:sp>
      <p:sp>
        <p:nvSpPr>
          <p:cNvPr id="43" name="Rectangle 268">
            <a:extLst>
              <a:ext uri="{FF2B5EF4-FFF2-40B4-BE49-F238E27FC236}">
                <a16:creationId xmlns:a16="http://schemas.microsoft.com/office/drawing/2014/main" id="{AE8799BF-3E59-FA29-0EC0-B99B7B5D0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5230" y="1683997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4" name="Rectangle 276">
            <a:extLst>
              <a:ext uri="{FF2B5EF4-FFF2-40B4-BE49-F238E27FC236}">
                <a16:creationId xmlns:a16="http://schemas.microsoft.com/office/drawing/2014/main" id="{BAC3778E-864A-94C7-2871-6856195BE7C0}"/>
              </a:ext>
            </a:extLst>
          </p:cNvPr>
          <p:cNvSpPr/>
          <p:nvPr/>
        </p:nvSpPr>
        <p:spPr>
          <a:xfrm>
            <a:off x="7835384" y="1664197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5" name="Rectangle 276">
            <a:extLst>
              <a:ext uri="{FF2B5EF4-FFF2-40B4-BE49-F238E27FC236}">
                <a16:creationId xmlns:a16="http://schemas.microsoft.com/office/drawing/2014/main" id="{9A2170CA-A257-AC9A-790A-26F4EBFE3BF7}"/>
              </a:ext>
            </a:extLst>
          </p:cNvPr>
          <p:cNvSpPr/>
          <p:nvPr/>
        </p:nvSpPr>
        <p:spPr>
          <a:xfrm>
            <a:off x="4459024" y="167993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7" name="Rectangle 276">
            <a:extLst>
              <a:ext uri="{FF2B5EF4-FFF2-40B4-BE49-F238E27FC236}">
                <a16:creationId xmlns:a16="http://schemas.microsoft.com/office/drawing/2014/main" id="{88049825-683C-1E10-F219-6A41768B4E21}"/>
              </a:ext>
            </a:extLst>
          </p:cNvPr>
          <p:cNvSpPr/>
          <p:nvPr/>
        </p:nvSpPr>
        <p:spPr>
          <a:xfrm>
            <a:off x="6472832" y="1664197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CA6722E6-E1AE-1858-3AF9-8037BA4E7A2B}"/>
              </a:ext>
            </a:extLst>
          </p:cNvPr>
          <p:cNvCxnSpPr>
            <a:cxnSpLocks/>
          </p:cNvCxnSpPr>
          <p:nvPr/>
        </p:nvCxnSpPr>
        <p:spPr bwMode="gray">
          <a:xfrm flipV="1">
            <a:off x="4027993" y="2312754"/>
            <a:ext cx="8082" cy="39421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F77D8FBB-F8AA-CDD5-A6D6-5202BBFB8EAC}"/>
              </a:ext>
            </a:extLst>
          </p:cNvPr>
          <p:cNvCxnSpPr>
            <a:cxnSpLocks/>
          </p:cNvCxnSpPr>
          <p:nvPr/>
        </p:nvCxnSpPr>
        <p:spPr bwMode="gray">
          <a:xfrm flipV="1">
            <a:off x="4866556" y="2292121"/>
            <a:ext cx="0" cy="37842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187C0801-60E5-C726-2A15-25AB26A7CF36}"/>
              </a:ext>
            </a:extLst>
          </p:cNvPr>
          <p:cNvCxnSpPr>
            <a:cxnSpLocks/>
          </p:cNvCxnSpPr>
          <p:nvPr/>
        </p:nvCxnSpPr>
        <p:spPr bwMode="gray">
          <a:xfrm flipV="1">
            <a:off x="7040560" y="2254426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29">
            <a:extLst>
              <a:ext uri="{FF2B5EF4-FFF2-40B4-BE49-F238E27FC236}">
                <a16:creationId xmlns:a16="http://schemas.microsoft.com/office/drawing/2014/main" id="{C3C4950A-665D-72D3-238E-FC1E3E52788A}"/>
              </a:ext>
            </a:extLst>
          </p:cNvPr>
          <p:cNvSpPr/>
          <p:nvPr/>
        </p:nvSpPr>
        <p:spPr>
          <a:xfrm>
            <a:off x="6675320" y="1182975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TSM switch</a:t>
            </a: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E0CCA0C2-68DD-1D6C-D01C-156599C0A1E6}"/>
              </a:ext>
            </a:extLst>
          </p:cNvPr>
          <p:cNvSpPr/>
          <p:nvPr/>
        </p:nvSpPr>
        <p:spPr>
          <a:xfrm>
            <a:off x="3366871" y="1190172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DADFB602-9537-BF40-5664-A2FD8E538DD8}"/>
              </a:ext>
            </a:extLst>
          </p:cNvPr>
          <p:cNvCxnSpPr>
            <a:cxnSpLocks/>
          </p:cNvCxnSpPr>
          <p:nvPr/>
        </p:nvCxnSpPr>
        <p:spPr bwMode="gray">
          <a:xfrm flipV="1">
            <a:off x="8292123" y="2244758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F9D78D7B-71F8-1E37-6AEC-562F3C2B4177}"/>
              </a:ext>
            </a:extLst>
          </p:cNvPr>
          <p:cNvSpPr/>
          <p:nvPr/>
        </p:nvSpPr>
        <p:spPr>
          <a:xfrm>
            <a:off x="2301902" y="573493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vMotion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C021E2-3DBE-30A9-D955-B529DF2652F7}"/>
              </a:ext>
            </a:extLst>
          </p:cNvPr>
          <p:cNvSpPr/>
          <p:nvPr/>
        </p:nvSpPr>
        <p:spPr>
          <a:xfrm>
            <a:off x="2301902" y="619885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vTEP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</p:spTree>
    <p:extLst>
      <p:ext uri="{BB962C8B-B14F-4D97-AF65-F5344CB8AC3E}">
        <p14:creationId xmlns:p14="http://schemas.microsoft.com/office/powerpoint/2010/main" val="991480296"/>
      </p:ext>
    </p:extLst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DF04B-39F2-1184-01DB-1DB4F269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B70E58F7-4F73-86EE-266E-74787216D2C2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kumimoji="1" lang="en-US" altLang="zh-TW"/>
              <a:t>Network</a:t>
            </a:r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E357509-5A12-90ED-8AF4-CEAD541D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Physical connectivity diagram</a:t>
            </a:r>
            <a:endParaRPr lang="en-US" altLang="zh-TW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63AFE1A-FF52-83CD-8E37-5788539B4600}"/>
              </a:ext>
            </a:extLst>
          </p:cNvPr>
          <p:cNvSpPr/>
          <p:nvPr/>
        </p:nvSpPr>
        <p:spPr>
          <a:xfrm>
            <a:off x="4245152" y="3963670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BE89EBF-B121-D2BC-7EED-D55D417ECF15}"/>
              </a:ext>
            </a:extLst>
          </p:cNvPr>
          <p:cNvSpPr/>
          <p:nvPr/>
        </p:nvSpPr>
        <p:spPr>
          <a:xfrm>
            <a:off x="5556240" y="5225007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52DE704-CA9E-EB97-27CB-8C0C31F50F7F}"/>
              </a:ext>
            </a:extLst>
          </p:cNvPr>
          <p:cNvSpPr/>
          <p:nvPr/>
        </p:nvSpPr>
        <p:spPr>
          <a:xfrm>
            <a:off x="4332130" y="406038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237DB0D-554B-BEB3-9048-BFC46A823AC8}"/>
              </a:ext>
            </a:extLst>
          </p:cNvPr>
          <p:cNvSpPr/>
          <p:nvPr/>
        </p:nvSpPr>
        <p:spPr>
          <a:xfrm>
            <a:off x="4823002" y="406229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A5E990C-B44E-D946-FB51-8C12B31FC743}"/>
              </a:ext>
            </a:extLst>
          </p:cNvPr>
          <p:cNvSpPr/>
          <p:nvPr/>
        </p:nvSpPr>
        <p:spPr>
          <a:xfrm>
            <a:off x="4332130" y="443238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(2)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B512752-1DC2-03C8-AF61-C9746771175C}"/>
              </a:ext>
            </a:extLst>
          </p:cNvPr>
          <p:cNvSpPr/>
          <p:nvPr/>
        </p:nvSpPr>
        <p:spPr>
          <a:xfrm>
            <a:off x="4823002" y="443429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EFB7487-5D24-55CD-9D3F-41ADAC176F89}"/>
              </a:ext>
            </a:extLst>
          </p:cNvPr>
          <p:cNvSpPr/>
          <p:nvPr/>
        </p:nvSpPr>
        <p:spPr>
          <a:xfrm>
            <a:off x="4332130" y="480811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C634BF8-DEB3-E3B5-ED9F-6B38BC92869B}"/>
              </a:ext>
            </a:extLst>
          </p:cNvPr>
          <p:cNvSpPr/>
          <p:nvPr/>
        </p:nvSpPr>
        <p:spPr>
          <a:xfrm>
            <a:off x="4823002" y="481002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B4FACE3-3F14-6736-5A80-6A09277C6C76}"/>
              </a:ext>
            </a:extLst>
          </p:cNvPr>
          <p:cNvSpPr/>
          <p:nvPr/>
        </p:nvSpPr>
        <p:spPr>
          <a:xfrm>
            <a:off x="6513176" y="405847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7927F35-ED31-A9FF-5846-E123D8B1A78E}"/>
              </a:ext>
            </a:extLst>
          </p:cNvPr>
          <p:cNvSpPr/>
          <p:nvPr/>
        </p:nvSpPr>
        <p:spPr>
          <a:xfrm>
            <a:off x="7004048" y="406038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2DB0E04-8DDF-E81F-5ED4-14739432893E}"/>
              </a:ext>
            </a:extLst>
          </p:cNvPr>
          <p:cNvSpPr/>
          <p:nvPr/>
        </p:nvSpPr>
        <p:spPr>
          <a:xfrm>
            <a:off x="6513176" y="443047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F7F3B32-5124-0C30-523E-909451AA00E5}"/>
              </a:ext>
            </a:extLst>
          </p:cNvPr>
          <p:cNvSpPr/>
          <p:nvPr/>
        </p:nvSpPr>
        <p:spPr>
          <a:xfrm>
            <a:off x="7004048" y="443238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2CC1060-7ED6-3E4E-660B-4FB22A15AA42}"/>
              </a:ext>
            </a:extLst>
          </p:cNvPr>
          <p:cNvSpPr/>
          <p:nvPr/>
        </p:nvSpPr>
        <p:spPr>
          <a:xfrm>
            <a:off x="6513176" y="480620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CA74B39-5CA6-7FF1-DBF1-1AB3565485B7}"/>
              </a:ext>
            </a:extLst>
          </p:cNvPr>
          <p:cNvSpPr/>
          <p:nvPr/>
        </p:nvSpPr>
        <p:spPr>
          <a:xfrm>
            <a:off x="7004048" y="4808117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B4677E0-3D46-96E9-A2E3-B3F45783D137}"/>
              </a:ext>
            </a:extLst>
          </p:cNvPr>
          <p:cNvSpPr/>
          <p:nvPr/>
        </p:nvSpPr>
        <p:spPr>
          <a:xfrm>
            <a:off x="8694222" y="406810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D9C6412-7568-F355-C2A5-3505A35AE34C}"/>
              </a:ext>
            </a:extLst>
          </p:cNvPr>
          <p:cNvSpPr/>
          <p:nvPr/>
        </p:nvSpPr>
        <p:spPr>
          <a:xfrm>
            <a:off x="9185094" y="407001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B031559-A1D1-9B8C-5A45-E4051ABB3AF2}"/>
              </a:ext>
            </a:extLst>
          </p:cNvPr>
          <p:cNvSpPr/>
          <p:nvPr/>
        </p:nvSpPr>
        <p:spPr>
          <a:xfrm>
            <a:off x="8694222" y="444010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2017A2F-8BB4-C384-728C-7F86F1F674A1}"/>
              </a:ext>
            </a:extLst>
          </p:cNvPr>
          <p:cNvSpPr/>
          <p:nvPr/>
        </p:nvSpPr>
        <p:spPr>
          <a:xfrm>
            <a:off x="9185094" y="444201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A280235-222D-8BE8-D9D5-25F5E61D9138}"/>
              </a:ext>
            </a:extLst>
          </p:cNvPr>
          <p:cNvSpPr/>
          <p:nvPr/>
        </p:nvSpPr>
        <p:spPr>
          <a:xfrm>
            <a:off x="9688701" y="4844706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330D16D-CB14-5BDB-8C4A-0BFDFBB6F078}"/>
              </a:ext>
            </a:extLst>
          </p:cNvPr>
          <p:cNvSpPr/>
          <p:nvPr/>
        </p:nvSpPr>
        <p:spPr>
          <a:xfrm>
            <a:off x="8431731" y="484206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45613F60-D7BD-1AB1-81CE-6B1840CA05C0}"/>
              </a:ext>
            </a:extLst>
          </p:cNvPr>
          <p:cNvGrpSpPr/>
          <p:nvPr/>
        </p:nvGrpSpPr>
        <p:grpSpPr>
          <a:xfrm>
            <a:off x="5270579" y="4531749"/>
            <a:ext cx="231924" cy="139700"/>
            <a:chOff x="2672312" y="4346575"/>
            <a:chExt cx="231924" cy="139700"/>
          </a:xfrm>
        </p:grpSpPr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4D735324-48C7-8232-F689-268E5DAF4B22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1D85A1E3-DFDE-8D4F-ADAC-1658ADC5648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EAF1BC55-A1D6-84F3-580B-4C518F4A4AF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EF8C8445-45E5-698C-E08F-2133FFB9AD54}"/>
              </a:ext>
            </a:extLst>
          </p:cNvPr>
          <p:cNvGrpSpPr/>
          <p:nvPr/>
        </p:nvGrpSpPr>
        <p:grpSpPr>
          <a:xfrm>
            <a:off x="5663008" y="4531749"/>
            <a:ext cx="231924" cy="139700"/>
            <a:chOff x="2672312" y="4346575"/>
            <a:chExt cx="231924" cy="139700"/>
          </a:xfrm>
        </p:grpSpPr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55DC5BFA-370E-DCD7-9F12-55A734652464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6477D457-AE18-04FD-02C9-3610305559B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2E669A5-9D0C-3680-FF74-DFAFA7C56621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0EBD1383-4F6A-9549-E031-C845B8911833}"/>
              </a:ext>
            </a:extLst>
          </p:cNvPr>
          <p:cNvGrpSpPr/>
          <p:nvPr/>
        </p:nvGrpSpPr>
        <p:grpSpPr>
          <a:xfrm>
            <a:off x="7416557" y="4534826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1E56AEEF-28F8-9AA9-A6B4-BBBF0C79CFA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DF0ED26D-4008-F42E-21AD-F9A4AC7D3A4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6F3915B-EAB5-DA93-2EC0-E1577075CFB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0251E18C-E1AF-E527-BA4D-8E05EFC9ACA2}"/>
              </a:ext>
            </a:extLst>
          </p:cNvPr>
          <p:cNvGrpSpPr/>
          <p:nvPr/>
        </p:nvGrpSpPr>
        <p:grpSpPr>
          <a:xfrm>
            <a:off x="7808986" y="4534826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754B6225-B93C-01E5-48A1-C0859274281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6F6512DF-D54B-1F34-F5CC-8F0B410D83D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33301276-E045-CCA9-F136-71BC2DDEE75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80BA7ECB-4564-08C3-5169-E3E14BCDEDE2}"/>
              </a:ext>
            </a:extLst>
          </p:cNvPr>
          <p:cNvGrpSpPr/>
          <p:nvPr/>
        </p:nvGrpSpPr>
        <p:grpSpPr>
          <a:xfrm>
            <a:off x="4403474" y="5284397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F2C273C0-B26D-FF35-0E6B-DABC67BEBD69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0C742463-F614-3B44-91FE-47C727541120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D755F477-CF0A-040A-6DA4-0727369E304E}"/>
              </a:ext>
            </a:extLst>
          </p:cNvPr>
          <p:cNvGrpSpPr/>
          <p:nvPr/>
        </p:nvGrpSpPr>
        <p:grpSpPr>
          <a:xfrm>
            <a:off x="6422398" y="5305528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E15545CD-25E9-7C3D-EF27-354F7CCF6B7D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F777C6A5-ECAF-704F-8D29-6F4529EA1BD0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C7838093-E40B-B8FC-7312-1696F713B840}"/>
              </a:ext>
            </a:extLst>
          </p:cNvPr>
          <p:cNvGrpSpPr/>
          <p:nvPr/>
        </p:nvGrpSpPr>
        <p:grpSpPr>
          <a:xfrm>
            <a:off x="6795346" y="5306198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A4AB8ABB-DE0E-C644-5271-309919B9B2FC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F40F2035-D545-7194-D7EA-53D53E2F9ADD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05410571-06EE-E5FA-3DF8-A02359FDB2E5}"/>
              </a:ext>
            </a:extLst>
          </p:cNvPr>
          <p:cNvSpPr/>
          <p:nvPr/>
        </p:nvSpPr>
        <p:spPr>
          <a:xfrm>
            <a:off x="4182652" y="5997504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A26CEE1C-E519-ABF2-40AE-8030F7652E14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4519890" y="5448673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6008FA85-59F0-5095-68D9-B18405644F2B}"/>
              </a:ext>
            </a:extLst>
          </p:cNvPr>
          <p:cNvGrpSpPr/>
          <p:nvPr/>
        </p:nvGrpSpPr>
        <p:grpSpPr>
          <a:xfrm>
            <a:off x="5666670" y="5305649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1169C744-9DE6-2720-EDC2-CDD61D3F861B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E0344A5A-004B-E514-3321-E5EB9987BB0D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861EEAA1-C411-1829-F54D-675397AFC951}"/>
              </a:ext>
            </a:extLst>
          </p:cNvPr>
          <p:cNvGrpSpPr/>
          <p:nvPr/>
        </p:nvGrpSpPr>
        <p:grpSpPr>
          <a:xfrm>
            <a:off x="6039618" y="5306319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C6360E05-069E-D8C5-DC86-30F974FC0BCB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1D142279-1006-9A89-474E-3145C97DE20E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AECC42BE-CA5A-195E-85BB-2289820E93A4}"/>
              </a:ext>
            </a:extLst>
          </p:cNvPr>
          <p:cNvGrpSpPr/>
          <p:nvPr/>
        </p:nvGrpSpPr>
        <p:grpSpPr>
          <a:xfrm>
            <a:off x="5294218" y="4898839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01ED01B1-855D-D4FB-76F4-F2B4BC91F6DD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1862FFD6-42C6-06DD-385B-22A542BA23A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3ED36C3D-23A1-3D38-FD00-EEC129EAFF21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AFBCF2E9-B669-18DD-9AC4-4B5E59831097}"/>
              </a:ext>
            </a:extLst>
          </p:cNvPr>
          <p:cNvGrpSpPr/>
          <p:nvPr/>
        </p:nvGrpSpPr>
        <p:grpSpPr>
          <a:xfrm>
            <a:off x="5661240" y="4901103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04580B0F-6691-336D-8089-A078E659BC09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86FCB45B-FA82-FF54-76C4-DC5053F8139B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675CECBC-53E9-ECAB-7615-AAC62F41D96B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72D1126D-3FBF-C332-0141-03A077F82075}"/>
              </a:ext>
            </a:extLst>
          </p:cNvPr>
          <p:cNvGrpSpPr/>
          <p:nvPr/>
        </p:nvGrpSpPr>
        <p:grpSpPr>
          <a:xfrm>
            <a:off x="1490015" y="3229577"/>
            <a:ext cx="2158703" cy="658272"/>
            <a:chOff x="808489" y="982294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93C6F52F-9F8C-559F-DC2B-4E0CEECF3720}"/>
                </a:ext>
              </a:extLst>
            </p:cNvPr>
            <p:cNvSpPr/>
            <p:nvPr/>
          </p:nvSpPr>
          <p:spPr>
            <a:xfrm>
              <a:off x="808489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9C89BA0B-2DCE-BEE8-0429-685D71344B0C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C333993E-937C-DDBE-BEAC-94E81C3B524C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25315E80-75AC-E734-615E-69B7679EAD00}"/>
              </a:ext>
            </a:extLst>
          </p:cNvPr>
          <p:cNvGrpSpPr/>
          <p:nvPr/>
        </p:nvGrpSpPr>
        <p:grpSpPr>
          <a:xfrm>
            <a:off x="5287722" y="4141561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E072A190-19F6-82AF-26AC-F47651353454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18825289-FAD9-3055-089F-1D072803A7D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0D8F0DB6-6BF2-909B-0E77-E818C277906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5CF1A004-A812-7EF1-9F27-F0E803AF4B60}"/>
              </a:ext>
            </a:extLst>
          </p:cNvPr>
          <p:cNvGrpSpPr/>
          <p:nvPr/>
        </p:nvGrpSpPr>
        <p:grpSpPr>
          <a:xfrm>
            <a:off x="5680151" y="4141561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B4BE09DA-0C18-D168-1C54-EDA97C5A064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E0F1D852-2F3A-90A6-BFFB-3247DA213E49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8F2126A1-595E-5890-7546-51DA6655D1A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E2ED38FB-CA5F-0BAF-98A2-CA3D8C0D7BCF}"/>
              </a:ext>
            </a:extLst>
          </p:cNvPr>
          <p:cNvGrpSpPr/>
          <p:nvPr/>
        </p:nvGrpSpPr>
        <p:grpSpPr>
          <a:xfrm>
            <a:off x="7413232" y="4138697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5DADF3FD-0A05-92FE-8E92-FB0FD4888F1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6797470C-6BEA-FC28-5EAC-6AF7A9FFCB5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A56A397D-ADE2-E89F-CB28-CABF1F960B4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74481453-92DB-55B0-0D0D-1684C2178EA5}"/>
              </a:ext>
            </a:extLst>
          </p:cNvPr>
          <p:cNvGrpSpPr/>
          <p:nvPr/>
        </p:nvGrpSpPr>
        <p:grpSpPr>
          <a:xfrm>
            <a:off x="7805661" y="4138697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D6E49A64-EDDA-3095-0399-732A7F5CC49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35E7CCAD-26AE-716F-5AD3-BDC0EC2AD08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E23CF186-EE3C-FDD1-9B02-705BE83C77E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3A06296B-FF9F-1BC0-4360-57CB032C6AFA}"/>
              </a:ext>
            </a:extLst>
          </p:cNvPr>
          <p:cNvGrpSpPr/>
          <p:nvPr/>
        </p:nvGrpSpPr>
        <p:grpSpPr>
          <a:xfrm>
            <a:off x="8164586" y="4534826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8991ED3-8C14-E7E6-9FB5-02923479825D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5E3D93BC-16E7-F213-FEF4-68959BBB078B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695C377-A3E1-19EC-F044-6D79B4EBF81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1EF57724-40E3-B277-E272-8BEA7D8E72F7}"/>
              </a:ext>
            </a:extLst>
          </p:cNvPr>
          <p:cNvGrpSpPr/>
          <p:nvPr/>
        </p:nvGrpSpPr>
        <p:grpSpPr>
          <a:xfrm>
            <a:off x="7073954" y="4532721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2DC2EA3F-417B-E598-FACB-1C74292ED1D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7711F525-0665-60C0-0CC6-0EAD1696C79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4E1F7C4-9D3C-581F-2F19-11AA5AB6B485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3D21AF1D-4999-027B-33B6-3F735758D67D}"/>
              </a:ext>
            </a:extLst>
          </p:cNvPr>
          <p:cNvGrpSpPr/>
          <p:nvPr/>
        </p:nvGrpSpPr>
        <p:grpSpPr>
          <a:xfrm>
            <a:off x="7159436" y="4887075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D23844A8-F048-FAE4-6AAA-A6A7CFECB4A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33A6E841-71B2-4535-7658-557786DAE6E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77F9D06-5DDB-D6C0-3BD0-3625A85DE2E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350E1672-C422-65E7-6870-01A75BCE8C49}"/>
              </a:ext>
            </a:extLst>
          </p:cNvPr>
          <p:cNvGrpSpPr/>
          <p:nvPr/>
        </p:nvGrpSpPr>
        <p:grpSpPr>
          <a:xfrm>
            <a:off x="7805646" y="4910886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7995468B-5CF3-2F9D-65F7-A02348593B3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D80C5A28-1287-D56E-42D0-06C911389A1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DD4C18A-BCDF-4CDD-C1B7-F4A12F70B4D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78420E0D-ADF7-3B4F-2FB7-8113979509E3}"/>
              </a:ext>
            </a:extLst>
          </p:cNvPr>
          <p:cNvCxnSpPr>
            <a:cxnSpLocks/>
            <a:stCxn id="170" idx="2"/>
          </p:cNvCxnSpPr>
          <p:nvPr/>
        </p:nvCxnSpPr>
        <p:spPr bwMode="gray">
          <a:xfrm>
            <a:off x="2569367" y="3887849"/>
            <a:ext cx="1644764" cy="1081840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BA9F2C30-DFB4-1B99-9134-1A27A556E6C3}"/>
              </a:ext>
            </a:extLst>
          </p:cNvPr>
          <p:cNvGrpSpPr/>
          <p:nvPr/>
        </p:nvGrpSpPr>
        <p:grpSpPr>
          <a:xfrm>
            <a:off x="9148336" y="3124760"/>
            <a:ext cx="2158703" cy="658272"/>
            <a:chOff x="808489" y="1107027"/>
            <a:chExt cx="2158703" cy="65827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79585C5-BB54-5D90-F53B-FFDC33669174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B375D92-B222-AF10-43BF-2A841B1DA8AF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vmnic6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B84622E-9B33-3512-6C13-4EFA5A8CBD8D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vmnic7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3DE07A2-EC60-CE47-2FBB-FC7086D7B8DA}"/>
              </a:ext>
            </a:extLst>
          </p:cNvPr>
          <p:cNvCxnSpPr>
            <a:cxnSpLocks/>
            <a:stCxn id="75" idx="3"/>
            <a:endCxn id="29" idx="2"/>
          </p:cNvCxnSpPr>
          <p:nvPr/>
        </p:nvCxnSpPr>
        <p:spPr bwMode="gray">
          <a:xfrm flipV="1">
            <a:off x="8196916" y="3783032"/>
            <a:ext cx="2030772" cy="1187745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68">
            <a:extLst>
              <a:ext uri="{FF2B5EF4-FFF2-40B4-BE49-F238E27FC236}">
                <a16:creationId xmlns:a16="http://schemas.microsoft.com/office/drawing/2014/main" id="{EB4CF598-3DD6-9F3D-0E29-C439C0CE9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3320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36" name="Rectangle 276">
            <a:extLst>
              <a:ext uri="{FF2B5EF4-FFF2-40B4-BE49-F238E27FC236}">
                <a16:creationId xmlns:a16="http://schemas.microsoft.com/office/drawing/2014/main" id="{22E19351-CEDF-FA0F-5833-995AF9AF4EC8}"/>
              </a:ext>
            </a:extLst>
          </p:cNvPr>
          <p:cNvSpPr/>
          <p:nvPr/>
        </p:nvSpPr>
        <p:spPr>
          <a:xfrm>
            <a:off x="3554167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37" name="Straight Connector 260">
            <a:extLst>
              <a:ext uri="{FF2B5EF4-FFF2-40B4-BE49-F238E27FC236}">
                <a16:creationId xmlns:a16="http://schemas.microsoft.com/office/drawing/2014/main" id="{3FBCED6E-5155-7056-8D92-2CF86D210567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 flipV="1">
            <a:off x="2928836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5E97052D-16B9-1442-C3CA-C25502628234}"/>
              </a:ext>
            </a:extLst>
          </p:cNvPr>
          <p:cNvCxnSpPr>
            <a:stCxn id="171" idx="0"/>
          </p:cNvCxnSpPr>
          <p:nvPr/>
        </p:nvCxnSpPr>
        <p:spPr bwMode="gray">
          <a:xfrm flipV="1">
            <a:off x="1838168" y="1935921"/>
            <a:ext cx="251" cy="131072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B5C2395A-20AF-B57C-5AB0-EF693FD08ADF}"/>
              </a:ext>
            </a:extLst>
          </p:cNvPr>
          <p:cNvCxnSpPr>
            <a:cxnSpLocks/>
            <a:stCxn id="30" idx="0"/>
            <a:endCxn id="36" idx="2"/>
          </p:cNvCxnSpPr>
          <p:nvPr/>
        </p:nvCxnSpPr>
        <p:spPr bwMode="gray">
          <a:xfrm flipH="1" flipV="1">
            <a:off x="4182652" y="1931283"/>
            <a:ext cx="5313837" cy="1194669"/>
          </a:xfrm>
          <a:prstGeom prst="line">
            <a:avLst/>
          </a:prstGeom>
          <a:ln w="3175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EAAA8148-37B6-E612-A632-0F03F1334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0473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32FF08D5-F7B8-5F2E-787B-E6D26849ADB9}"/>
              </a:ext>
            </a:extLst>
          </p:cNvPr>
          <p:cNvSpPr/>
          <p:nvPr/>
        </p:nvSpPr>
        <p:spPr>
          <a:xfrm>
            <a:off x="9531320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EB334AB1-3AAC-1096-0F6F-E0C56B298CC2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 flipV="1">
            <a:off x="8905989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7981C3AB-6803-58EC-6A49-619336A8E380}"/>
              </a:ext>
            </a:extLst>
          </p:cNvPr>
          <p:cNvCxnSpPr>
            <a:cxnSpLocks/>
            <a:endCxn id="91" idx="2"/>
          </p:cNvCxnSpPr>
          <p:nvPr/>
        </p:nvCxnSpPr>
        <p:spPr bwMode="gray">
          <a:xfrm flipV="1">
            <a:off x="2600388" y="1940560"/>
            <a:ext cx="5672843" cy="128901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4E08FBB5-C9E0-3A43-F5FE-6FA738D1909E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H="1" flipV="1">
            <a:off x="10159805" y="1931283"/>
            <a:ext cx="23506" cy="119448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29">
            <a:extLst>
              <a:ext uri="{FF2B5EF4-FFF2-40B4-BE49-F238E27FC236}">
                <a16:creationId xmlns:a16="http://schemas.microsoft.com/office/drawing/2014/main" id="{00DDF785-0449-5E57-7BA6-DF4685A7DB21}"/>
              </a:ext>
            </a:extLst>
          </p:cNvPr>
          <p:cNvSpPr/>
          <p:nvPr/>
        </p:nvSpPr>
        <p:spPr>
          <a:xfrm>
            <a:off x="2292571" y="1145126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F16668D4-F6C0-33D6-4152-65538FC8FC32}"/>
              </a:ext>
            </a:extLst>
          </p:cNvPr>
          <p:cNvSpPr/>
          <p:nvPr/>
        </p:nvSpPr>
        <p:spPr>
          <a:xfrm>
            <a:off x="8196916" y="1105310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</p:spTree>
    <p:extLst>
      <p:ext uri="{BB962C8B-B14F-4D97-AF65-F5344CB8AC3E}">
        <p14:creationId xmlns:p14="http://schemas.microsoft.com/office/powerpoint/2010/main" val="320940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C187D-0ED7-E145-8977-A9E700F5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162E3F1-0D31-0084-6E0C-74BFF60D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Physical connectivity diagram</a:t>
            </a:r>
            <a:endParaRPr lang="en-US" altLang="zh-TW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498365E-7279-288C-1B39-429B3B9D2462}"/>
              </a:ext>
            </a:extLst>
          </p:cNvPr>
          <p:cNvSpPr/>
          <p:nvPr/>
        </p:nvSpPr>
        <p:spPr>
          <a:xfrm>
            <a:off x="2492552" y="3507599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B137FB2-501E-4EC0-FD5B-19A2C8B23126}"/>
              </a:ext>
            </a:extLst>
          </p:cNvPr>
          <p:cNvSpPr/>
          <p:nvPr/>
        </p:nvSpPr>
        <p:spPr>
          <a:xfrm>
            <a:off x="3803640" y="4768936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ECE9A12-B9F4-4297-D633-A63384C4B6B4}"/>
              </a:ext>
            </a:extLst>
          </p:cNvPr>
          <p:cNvSpPr/>
          <p:nvPr/>
        </p:nvSpPr>
        <p:spPr>
          <a:xfrm>
            <a:off x="2579530" y="360431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64414A8-81F9-07ED-8651-D2E11F4D8B55}"/>
              </a:ext>
            </a:extLst>
          </p:cNvPr>
          <p:cNvSpPr/>
          <p:nvPr/>
        </p:nvSpPr>
        <p:spPr>
          <a:xfrm>
            <a:off x="3070402" y="360622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7CD91F0-80B0-2882-F0FB-3708BA7E1D5A}"/>
              </a:ext>
            </a:extLst>
          </p:cNvPr>
          <p:cNvSpPr/>
          <p:nvPr/>
        </p:nvSpPr>
        <p:spPr>
          <a:xfrm>
            <a:off x="2579530" y="397631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(2)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16BDB6F-73F5-6260-C831-040FE8021A91}"/>
              </a:ext>
            </a:extLst>
          </p:cNvPr>
          <p:cNvSpPr/>
          <p:nvPr/>
        </p:nvSpPr>
        <p:spPr>
          <a:xfrm>
            <a:off x="3070402" y="397822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817A229-018C-2ED6-B161-DD171C9C0ABF}"/>
              </a:ext>
            </a:extLst>
          </p:cNvPr>
          <p:cNvSpPr/>
          <p:nvPr/>
        </p:nvSpPr>
        <p:spPr>
          <a:xfrm>
            <a:off x="2579530" y="435204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F1143F7-B4FD-7ECA-4CFF-49A1ED50CBE4}"/>
              </a:ext>
            </a:extLst>
          </p:cNvPr>
          <p:cNvSpPr/>
          <p:nvPr/>
        </p:nvSpPr>
        <p:spPr>
          <a:xfrm>
            <a:off x="3070402" y="435395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37D4323-BAC1-6547-493C-31A780ABB940}"/>
              </a:ext>
            </a:extLst>
          </p:cNvPr>
          <p:cNvSpPr/>
          <p:nvPr/>
        </p:nvSpPr>
        <p:spPr>
          <a:xfrm>
            <a:off x="4760576" y="360240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9F83550-A49C-FC91-6913-880ED1216F43}"/>
              </a:ext>
            </a:extLst>
          </p:cNvPr>
          <p:cNvSpPr/>
          <p:nvPr/>
        </p:nvSpPr>
        <p:spPr>
          <a:xfrm>
            <a:off x="5251448" y="360431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682554C-8D25-B642-1D3C-B441D94AF01B}"/>
              </a:ext>
            </a:extLst>
          </p:cNvPr>
          <p:cNvSpPr/>
          <p:nvPr/>
        </p:nvSpPr>
        <p:spPr>
          <a:xfrm>
            <a:off x="4760576" y="3974403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EB5A50E-ADA4-F9A9-8A3F-4DF964A16402}"/>
              </a:ext>
            </a:extLst>
          </p:cNvPr>
          <p:cNvSpPr/>
          <p:nvPr/>
        </p:nvSpPr>
        <p:spPr>
          <a:xfrm>
            <a:off x="5251448" y="3976314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5880DFE-5A55-75C3-314A-16B90AC84856}"/>
              </a:ext>
            </a:extLst>
          </p:cNvPr>
          <p:cNvSpPr/>
          <p:nvPr/>
        </p:nvSpPr>
        <p:spPr>
          <a:xfrm>
            <a:off x="4760576" y="435013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E5FF617-87E5-958A-FA5C-9548FE4C98A5}"/>
              </a:ext>
            </a:extLst>
          </p:cNvPr>
          <p:cNvSpPr/>
          <p:nvPr/>
        </p:nvSpPr>
        <p:spPr>
          <a:xfrm>
            <a:off x="5251448" y="4352046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605D0D3-20B8-6D91-95B5-559801D5A66C}"/>
              </a:ext>
            </a:extLst>
          </p:cNvPr>
          <p:cNvSpPr/>
          <p:nvPr/>
        </p:nvSpPr>
        <p:spPr>
          <a:xfrm>
            <a:off x="6941622" y="361203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44098E5-9809-C8FA-E658-2BBE0CD51550}"/>
              </a:ext>
            </a:extLst>
          </p:cNvPr>
          <p:cNvSpPr/>
          <p:nvPr/>
        </p:nvSpPr>
        <p:spPr>
          <a:xfrm>
            <a:off x="7432494" y="361394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874FB0B-E346-7813-7DBE-E17CF619E5F0}"/>
              </a:ext>
            </a:extLst>
          </p:cNvPr>
          <p:cNvSpPr/>
          <p:nvPr/>
        </p:nvSpPr>
        <p:spPr>
          <a:xfrm>
            <a:off x="6941622" y="398403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133D3E8-0FD7-2588-1BE9-2C70DDB8468E}"/>
              </a:ext>
            </a:extLst>
          </p:cNvPr>
          <p:cNvSpPr/>
          <p:nvPr/>
        </p:nvSpPr>
        <p:spPr>
          <a:xfrm>
            <a:off x="7432494" y="398594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4066A5F-3385-457D-303B-9B218517A41E}"/>
              </a:ext>
            </a:extLst>
          </p:cNvPr>
          <p:cNvSpPr/>
          <p:nvPr/>
        </p:nvSpPr>
        <p:spPr>
          <a:xfrm>
            <a:off x="7936101" y="438863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FAB5184-B262-AE4F-D501-94D9DDEF7A7E}"/>
              </a:ext>
            </a:extLst>
          </p:cNvPr>
          <p:cNvSpPr/>
          <p:nvPr/>
        </p:nvSpPr>
        <p:spPr>
          <a:xfrm>
            <a:off x="6679131" y="4385994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2B7E4054-B2DC-7F3B-4730-F6AC9655AA2F}"/>
              </a:ext>
            </a:extLst>
          </p:cNvPr>
          <p:cNvGrpSpPr/>
          <p:nvPr/>
        </p:nvGrpSpPr>
        <p:grpSpPr>
          <a:xfrm>
            <a:off x="3517979" y="4075678"/>
            <a:ext cx="231924" cy="139700"/>
            <a:chOff x="2672312" y="4346575"/>
            <a:chExt cx="231924" cy="139700"/>
          </a:xfrm>
        </p:grpSpPr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58D333A2-54C2-C007-17A4-E5B272ED65F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5E29A3D3-4A50-38C7-637F-9E3805332A6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CEEE4133-C378-197C-4BDC-8B274368AFB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2ED9F726-5BC9-B7ED-F61D-BED4B21507C4}"/>
              </a:ext>
            </a:extLst>
          </p:cNvPr>
          <p:cNvGrpSpPr/>
          <p:nvPr/>
        </p:nvGrpSpPr>
        <p:grpSpPr>
          <a:xfrm>
            <a:off x="3910408" y="4075678"/>
            <a:ext cx="231924" cy="139700"/>
            <a:chOff x="2672312" y="4346575"/>
            <a:chExt cx="231924" cy="139700"/>
          </a:xfrm>
        </p:grpSpPr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85702B1E-E1AF-F310-A459-1916E659763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FA0CB9DD-2058-8772-C0AA-2EDDA2E6A69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37BB1E9A-CFD1-F28F-3073-5D1F1EA00DB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32BEA4CB-FC2F-1ADE-1599-B4CD183E4290}"/>
              </a:ext>
            </a:extLst>
          </p:cNvPr>
          <p:cNvGrpSpPr/>
          <p:nvPr/>
        </p:nvGrpSpPr>
        <p:grpSpPr>
          <a:xfrm>
            <a:off x="5663957" y="4078755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A63336A5-97F2-5E16-057D-50AF7B6B9F3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6BB1D891-3562-105F-A185-141BB8DBF42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DF8995F2-14F9-E3B1-32D1-147825A67271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1D1A4D66-1869-93BD-1F04-24F9ABC54919}"/>
              </a:ext>
            </a:extLst>
          </p:cNvPr>
          <p:cNvGrpSpPr/>
          <p:nvPr/>
        </p:nvGrpSpPr>
        <p:grpSpPr>
          <a:xfrm>
            <a:off x="6056386" y="4078755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47EB0400-4942-9DE5-134C-EA91058D024D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268347B2-9377-F95E-6477-E10B65AD678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D3713744-0972-A303-8566-B4509783636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BA6C3499-46BE-A7A3-721C-53D4E69398C2}"/>
              </a:ext>
            </a:extLst>
          </p:cNvPr>
          <p:cNvGrpSpPr/>
          <p:nvPr/>
        </p:nvGrpSpPr>
        <p:grpSpPr>
          <a:xfrm>
            <a:off x="2650874" y="4828326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020617AA-D2BE-71E2-C9AC-5BE24D132A3F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9B598808-7610-C049-B5CC-B40607C9FEBD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AF325CF8-1DE3-E256-6DB9-BB7DAE4DD363}"/>
              </a:ext>
            </a:extLst>
          </p:cNvPr>
          <p:cNvGrpSpPr/>
          <p:nvPr/>
        </p:nvGrpSpPr>
        <p:grpSpPr>
          <a:xfrm>
            <a:off x="4669798" y="4849457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20C3D536-9970-DFEF-B90B-19289515A30B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D418E71F-27B1-02B1-A57E-1C6C2B508174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BB925133-24B9-5853-0772-F2B595B5D626}"/>
              </a:ext>
            </a:extLst>
          </p:cNvPr>
          <p:cNvGrpSpPr/>
          <p:nvPr/>
        </p:nvGrpSpPr>
        <p:grpSpPr>
          <a:xfrm>
            <a:off x="5042746" y="4850127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8D0E1DB6-B540-8D3C-81C1-19356F5AB7E8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66F0D2C0-3484-9192-6A0E-57FC0C8BE6E7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94055298-5E53-769B-4F2C-67538FA3DD6B}"/>
              </a:ext>
            </a:extLst>
          </p:cNvPr>
          <p:cNvSpPr/>
          <p:nvPr/>
        </p:nvSpPr>
        <p:spPr>
          <a:xfrm>
            <a:off x="2430052" y="5541433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D38DF12C-5838-113A-B30C-FF7A024D0517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2767290" y="4992602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5A4EA48D-22CE-FEC7-4045-F9C3B9A1AD1D}"/>
              </a:ext>
            </a:extLst>
          </p:cNvPr>
          <p:cNvGrpSpPr/>
          <p:nvPr/>
        </p:nvGrpSpPr>
        <p:grpSpPr>
          <a:xfrm>
            <a:off x="3914070" y="4849578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5A0C5DDE-7B58-2538-0C6F-B5BDB7ADC525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7325EEA4-C275-546A-B926-1A466E5A328C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FA4DBF6E-BDE8-3B42-3DF7-A47926087E7E}"/>
              </a:ext>
            </a:extLst>
          </p:cNvPr>
          <p:cNvGrpSpPr/>
          <p:nvPr/>
        </p:nvGrpSpPr>
        <p:grpSpPr>
          <a:xfrm>
            <a:off x="4287018" y="4850248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ED12A089-409B-6353-EE7A-BA49FF1A4BAA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A5A6AB11-F666-DEA2-EC9F-CE9AD3A01BBD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875F16AB-D5A1-E90F-5E93-44FF67D3976E}"/>
              </a:ext>
            </a:extLst>
          </p:cNvPr>
          <p:cNvGrpSpPr/>
          <p:nvPr/>
        </p:nvGrpSpPr>
        <p:grpSpPr>
          <a:xfrm>
            <a:off x="3541618" y="4442768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47A8C4E3-153F-06EA-E838-C4F8AC6DAFE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2386FFB4-E316-8C8C-1E5D-E2868387FDD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19E4DF04-85C0-A233-ABBA-AA0B12351BA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7956A250-F2BB-845C-DB1A-1A5B7DF19DCE}"/>
              </a:ext>
            </a:extLst>
          </p:cNvPr>
          <p:cNvGrpSpPr/>
          <p:nvPr/>
        </p:nvGrpSpPr>
        <p:grpSpPr>
          <a:xfrm>
            <a:off x="3908640" y="4445032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2B564BA7-43D2-3510-5830-48B4B4EEAC7D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806697AF-0DAD-B47A-B082-E45955CE40D9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8D17295A-A3AA-C429-1C2B-61384848DAA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D315996-C4CA-6ED4-4C65-815EF0602A9A}"/>
              </a:ext>
            </a:extLst>
          </p:cNvPr>
          <p:cNvGrpSpPr/>
          <p:nvPr/>
        </p:nvGrpSpPr>
        <p:grpSpPr>
          <a:xfrm>
            <a:off x="420827" y="2705545"/>
            <a:ext cx="2158703" cy="658272"/>
            <a:chOff x="808489" y="982294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2334F96F-7221-2C65-C6C1-BEC6AC957934}"/>
                </a:ext>
              </a:extLst>
            </p:cNvPr>
            <p:cNvSpPr/>
            <p:nvPr/>
          </p:nvSpPr>
          <p:spPr>
            <a:xfrm>
              <a:off x="808489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FC HBA 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A26B7EDF-6C36-4B08-281A-1D11211B1EC0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port 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2E83174C-0D4E-F399-76BB-16976D2138FE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Port 2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F3542D24-68E2-AEF3-7D2D-708F79C9AEFF}"/>
              </a:ext>
            </a:extLst>
          </p:cNvPr>
          <p:cNvGrpSpPr/>
          <p:nvPr/>
        </p:nvGrpSpPr>
        <p:grpSpPr>
          <a:xfrm>
            <a:off x="3535122" y="3685490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AD3C7E51-CCC1-FA6D-B480-365EA1F90C2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F85A2C4C-E365-1C93-FB55-EAD9590D384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D9DF7B91-144D-041E-AE53-8F386F20504B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1143C55B-6F95-B3B6-E257-AF8C71ABF6B7}"/>
              </a:ext>
            </a:extLst>
          </p:cNvPr>
          <p:cNvGrpSpPr/>
          <p:nvPr/>
        </p:nvGrpSpPr>
        <p:grpSpPr>
          <a:xfrm>
            <a:off x="3927551" y="3685490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5D53625B-32EA-C6BF-EEE7-9941B901E86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51F164E5-6133-3B8E-AD4C-445A45467A0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5717F9BA-D1F9-BDCE-8625-8A9B2A8A881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D735DB60-76D0-D790-7ECC-1833BA81A049}"/>
              </a:ext>
            </a:extLst>
          </p:cNvPr>
          <p:cNvGrpSpPr/>
          <p:nvPr/>
        </p:nvGrpSpPr>
        <p:grpSpPr>
          <a:xfrm>
            <a:off x="5660632" y="3682626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9EB9896B-68DE-56C6-3DC1-930265773DA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BDC316A9-2CAC-B72E-0C17-B1A603EAE59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04D0E69C-3BAC-4F1E-19A3-006A2C0F4F7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F0E667A8-9851-F77B-66D0-6FE4817914EF}"/>
              </a:ext>
            </a:extLst>
          </p:cNvPr>
          <p:cNvGrpSpPr/>
          <p:nvPr/>
        </p:nvGrpSpPr>
        <p:grpSpPr>
          <a:xfrm>
            <a:off x="6053061" y="3682626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9B5FDB62-FE27-C552-F179-63DC55477AB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97D5B0F0-B5DB-2540-67EC-78A4B2E2F94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69865909-BF51-B5CA-5321-82970E86CFD1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C7672FCA-D28A-F18D-FF85-B61A316598BD}"/>
              </a:ext>
            </a:extLst>
          </p:cNvPr>
          <p:cNvGrpSpPr/>
          <p:nvPr/>
        </p:nvGrpSpPr>
        <p:grpSpPr>
          <a:xfrm>
            <a:off x="6411986" y="4078755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C6815277-5356-87DF-AE61-5A5DD16106E2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D6238984-93B9-2067-3194-DE19C66A1A5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742D139-4A99-4C77-1000-DDA0DD52CB9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9D2F75D8-8FBD-125D-28F6-3B9B9C85286B}"/>
              </a:ext>
            </a:extLst>
          </p:cNvPr>
          <p:cNvGrpSpPr/>
          <p:nvPr/>
        </p:nvGrpSpPr>
        <p:grpSpPr>
          <a:xfrm>
            <a:off x="5321354" y="4076650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63CB5731-0C9C-F4AD-3D46-D41D2ACDA219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3B52AFD6-EF11-3566-C342-2AAFEEDB071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8A4D312-815D-B44A-55CB-FE52A83758B7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339428D2-1E5C-36A5-1560-26046845BB29}"/>
              </a:ext>
            </a:extLst>
          </p:cNvPr>
          <p:cNvGrpSpPr/>
          <p:nvPr/>
        </p:nvGrpSpPr>
        <p:grpSpPr>
          <a:xfrm>
            <a:off x="5406836" y="4431004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D1D80C77-97CD-0F4D-7608-92952C9DF0A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61593529-9CC7-A412-6135-B56FB0A18FE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DC9D5FD-EB9F-9AE7-89F4-35B25F7266E6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E58E5430-4913-852D-B370-1EC4C67BD0B7}"/>
              </a:ext>
            </a:extLst>
          </p:cNvPr>
          <p:cNvGrpSpPr/>
          <p:nvPr/>
        </p:nvGrpSpPr>
        <p:grpSpPr>
          <a:xfrm>
            <a:off x="6053046" y="4454815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1898E508-1167-C123-55D0-58D1AE745C6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3DBAA015-8B24-E44E-C244-19FF41E5C2F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2486B50-5BA9-8592-9C60-A277E8A8177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23082934-79C9-3995-2061-5A0A37EAFDC9}"/>
              </a:ext>
            </a:extLst>
          </p:cNvPr>
          <p:cNvGrpSpPr/>
          <p:nvPr/>
        </p:nvGrpSpPr>
        <p:grpSpPr>
          <a:xfrm>
            <a:off x="6988279" y="2751843"/>
            <a:ext cx="2158703" cy="658272"/>
            <a:chOff x="808489" y="1107027"/>
            <a:chExt cx="2158703" cy="65827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511C8A8-79EA-93BA-F927-5E73707D7223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FC HBA2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145F1AA-A4C3-4FB1-5DEA-891B16ADC37E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Port3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B1D64BA-0536-3F22-6167-8B64EA6E4297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Port 4</a:t>
              </a:r>
            </a:p>
          </p:txBody>
        </p:sp>
      </p:grpSp>
      <p:sp>
        <p:nvSpPr>
          <p:cNvPr id="35" name="Rectangle 268">
            <a:extLst>
              <a:ext uri="{FF2B5EF4-FFF2-40B4-BE49-F238E27FC236}">
                <a16:creationId xmlns:a16="http://schemas.microsoft.com/office/drawing/2014/main" id="{7E336D28-8EF2-399D-A6AA-6E471143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1435" y="1554038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SAN Switch</a:t>
            </a:r>
          </a:p>
        </p:txBody>
      </p:sp>
      <p:sp>
        <p:nvSpPr>
          <p:cNvPr id="36" name="Rectangle 276">
            <a:extLst>
              <a:ext uri="{FF2B5EF4-FFF2-40B4-BE49-F238E27FC236}">
                <a16:creationId xmlns:a16="http://schemas.microsoft.com/office/drawing/2014/main" id="{ED7F527C-9E1D-60BC-E6BC-26BABDD0583E}"/>
              </a:ext>
            </a:extLst>
          </p:cNvPr>
          <p:cNvSpPr/>
          <p:nvPr/>
        </p:nvSpPr>
        <p:spPr>
          <a:xfrm>
            <a:off x="5302282" y="1544761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SAN Switch</a:t>
            </a:r>
          </a:p>
        </p:txBody>
      </p:sp>
      <p:cxnSp>
        <p:nvCxnSpPr>
          <p:cNvPr id="37" name="Straight Connector 260">
            <a:extLst>
              <a:ext uri="{FF2B5EF4-FFF2-40B4-BE49-F238E27FC236}">
                <a16:creationId xmlns:a16="http://schemas.microsoft.com/office/drawing/2014/main" id="{2D54A4BC-A7A9-5676-267D-526F6847883F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 flipV="1">
            <a:off x="4676951" y="1795031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29">
            <a:extLst>
              <a:ext uri="{FF2B5EF4-FFF2-40B4-BE49-F238E27FC236}">
                <a16:creationId xmlns:a16="http://schemas.microsoft.com/office/drawing/2014/main" id="{58FC8945-BCC0-7B26-77EC-2CA1465C0CFA}"/>
              </a:ext>
            </a:extLst>
          </p:cNvPr>
          <p:cNvSpPr/>
          <p:nvPr/>
        </p:nvSpPr>
        <p:spPr>
          <a:xfrm>
            <a:off x="4040686" y="1259143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sp>
        <p:nvSpPr>
          <p:cNvPr id="13" name="副標題 12">
            <a:extLst>
              <a:ext uri="{FF2B5EF4-FFF2-40B4-BE49-F238E27FC236}">
                <a16:creationId xmlns:a16="http://schemas.microsoft.com/office/drawing/2014/main" id="{9A61E5BF-4078-6F15-5A27-B46DB4629E10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altLang="zh-TW"/>
              <a:t>SAN</a:t>
            </a:r>
            <a:endParaRPr lang="zh-TW" altLang="en-US"/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EB451A25-FE16-0263-3713-99389AA78CAC}"/>
              </a:ext>
            </a:extLst>
          </p:cNvPr>
          <p:cNvCxnSpPr>
            <a:cxnSpLocks/>
            <a:stCxn id="170" idx="3"/>
            <a:endCxn id="63" idx="1"/>
          </p:cNvCxnSpPr>
          <p:nvPr/>
        </p:nvCxnSpPr>
        <p:spPr bwMode="gray">
          <a:xfrm>
            <a:off x="2579530" y="3034681"/>
            <a:ext cx="0" cy="732295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361CB3E-0DDB-599B-188F-12C616443A5F}"/>
              </a:ext>
            </a:extLst>
          </p:cNvPr>
          <p:cNvCxnSpPr>
            <a:cxnSpLocks/>
            <a:stCxn id="71" idx="3"/>
            <a:endCxn id="29" idx="1"/>
          </p:cNvCxnSpPr>
          <p:nvPr/>
        </p:nvCxnSpPr>
        <p:spPr bwMode="gray">
          <a:xfrm flipV="1">
            <a:off x="6854644" y="3080979"/>
            <a:ext cx="133635" cy="685997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A1BA7A1F-D5E8-8F4B-7E9A-727E289A5F52}"/>
              </a:ext>
            </a:extLst>
          </p:cNvPr>
          <p:cNvCxnSpPr>
            <a:cxnSpLocks/>
            <a:endCxn id="35" idx="2"/>
          </p:cNvCxnSpPr>
          <p:nvPr/>
        </p:nvCxnSpPr>
        <p:spPr bwMode="gray">
          <a:xfrm flipV="1">
            <a:off x="3636123" y="2054577"/>
            <a:ext cx="408070" cy="165847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D8DF6852-A60F-6A9C-7384-C71EB803F6EB}"/>
              </a:ext>
            </a:extLst>
          </p:cNvPr>
          <p:cNvCxnSpPr>
            <a:cxnSpLocks/>
            <a:stCxn id="175" idx="0"/>
            <a:endCxn id="36" idx="2"/>
          </p:cNvCxnSpPr>
          <p:nvPr/>
        </p:nvCxnSpPr>
        <p:spPr bwMode="gray">
          <a:xfrm flipV="1">
            <a:off x="3985347" y="2045300"/>
            <a:ext cx="1945420" cy="166774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86A60126-5400-8DCB-4859-AF7DED796438}"/>
              </a:ext>
            </a:extLst>
          </p:cNvPr>
          <p:cNvCxnSpPr>
            <a:cxnSpLocks/>
            <a:stCxn id="35" idx="2"/>
            <a:endCxn id="201" idx="0"/>
          </p:cNvCxnSpPr>
          <p:nvPr/>
        </p:nvCxnSpPr>
        <p:spPr bwMode="gray">
          <a:xfrm>
            <a:off x="4044193" y="2054577"/>
            <a:ext cx="1732401" cy="162804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98EBD381-F1CB-AB12-8ECF-BAEFE23E5945}"/>
              </a:ext>
            </a:extLst>
          </p:cNvPr>
          <p:cNvCxnSpPr>
            <a:cxnSpLocks/>
            <a:stCxn id="36" idx="2"/>
            <a:endCxn id="223" idx="0"/>
          </p:cNvCxnSpPr>
          <p:nvPr/>
        </p:nvCxnSpPr>
        <p:spPr bwMode="gray">
          <a:xfrm>
            <a:off x="5930767" y="2045300"/>
            <a:ext cx="238256" cy="1637326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66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C2132-C8D1-17AF-0D0D-31535566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5CAA5EF9-4CDF-9FD3-58FD-E0726DC780A1}"/>
              </a:ext>
            </a:extLst>
          </p:cNvPr>
          <p:cNvSpPr/>
          <p:nvPr/>
        </p:nvSpPr>
        <p:spPr>
          <a:xfrm>
            <a:off x="658662" y="1253493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995C57-5B39-3F52-14CE-0FEDC97F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(OA VM)</a:t>
            </a:r>
          </a:p>
        </p:txBody>
      </p:sp>
      <p:sp>
        <p:nvSpPr>
          <p:cNvPr id="83" name="Rectangle 1490">
            <a:extLst>
              <a:ext uri="{FF2B5EF4-FFF2-40B4-BE49-F238E27FC236}">
                <a16:creationId xmlns:a16="http://schemas.microsoft.com/office/drawing/2014/main" id="{C6801B80-AC36-4397-5C34-A8CD3BD88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407" y="1830083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4" name="Rectangle 1491">
            <a:extLst>
              <a:ext uri="{FF2B5EF4-FFF2-40B4-BE49-F238E27FC236}">
                <a16:creationId xmlns:a16="http://schemas.microsoft.com/office/drawing/2014/main" id="{06F44835-DB0D-B1CA-92BF-9BC38E46B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785" y="1796137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5" name="Rectangle 1619">
            <a:extLst>
              <a:ext uri="{FF2B5EF4-FFF2-40B4-BE49-F238E27FC236}">
                <a16:creationId xmlns:a16="http://schemas.microsoft.com/office/drawing/2014/main" id="{D0A88CA5-7329-16DD-EB16-748E66CB0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4903" y="2016659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6" name="Rectangle 1620">
            <a:extLst>
              <a:ext uri="{FF2B5EF4-FFF2-40B4-BE49-F238E27FC236}">
                <a16:creationId xmlns:a16="http://schemas.microsoft.com/office/drawing/2014/main" id="{CCACF4DC-2675-D675-3635-9E829D717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531" y="1796136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2" name="Rectangle 1626">
            <a:extLst>
              <a:ext uri="{FF2B5EF4-FFF2-40B4-BE49-F238E27FC236}">
                <a16:creationId xmlns:a16="http://schemas.microsoft.com/office/drawing/2014/main" id="{675B0300-DAAD-F070-18F3-C6282A1D8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034" y="2838422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" name="Rectangle 1629">
            <a:extLst>
              <a:ext uri="{FF2B5EF4-FFF2-40B4-BE49-F238E27FC236}">
                <a16:creationId xmlns:a16="http://schemas.microsoft.com/office/drawing/2014/main" id="{86920F0B-3FCB-A577-5CA5-D56FDAB62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895" y="2838422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884C5BE-F2B3-7377-B286-075011639877}"/>
              </a:ext>
            </a:extLst>
          </p:cNvPr>
          <p:cNvGrpSpPr/>
          <p:nvPr/>
        </p:nvGrpSpPr>
        <p:grpSpPr>
          <a:xfrm>
            <a:off x="3667921" y="4559777"/>
            <a:ext cx="987291" cy="740867"/>
            <a:chOff x="9474433" y="5983972"/>
            <a:chExt cx="987548" cy="390574"/>
          </a:xfrm>
        </p:grpSpPr>
        <p:sp>
          <p:nvSpPr>
            <p:cNvPr id="124" name="Rectangle 1630">
              <a:extLst>
                <a:ext uri="{FF2B5EF4-FFF2-40B4-BE49-F238E27FC236}">
                  <a16:creationId xmlns:a16="http://schemas.microsoft.com/office/drawing/2014/main" id="{9F46EAA6-20F3-CDA4-E755-C452D61F1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25" name="Rectangle 1630">
              <a:extLst>
                <a:ext uri="{FF2B5EF4-FFF2-40B4-BE49-F238E27FC236}">
                  <a16:creationId xmlns:a16="http://schemas.microsoft.com/office/drawing/2014/main" id="{D0149BB2-7BE6-7162-9F94-EEE46D9A5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5C28903-3907-C554-95CE-CEAE1A9A7BE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27" name="Rectangle 1630">
                <a:extLst>
                  <a:ext uri="{FF2B5EF4-FFF2-40B4-BE49-F238E27FC236}">
                    <a16:creationId xmlns:a16="http://schemas.microsoft.com/office/drawing/2014/main" id="{57E5FE79-EAB5-33CC-6220-06D23B5B9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8" name="Rectangle 1484">
                <a:extLst>
                  <a:ext uri="{FF2B5EF4-FFF2-40B4-BE49-F238E27FC236}">
                    <a16:creationId xmlns:a16="http://schemas.microsoft.com/office/drawing/2014/main" id="{81EAA23F-2382-D7F2-3BA5-56A2908A9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A52612F-7003-5050-C33E-262FD1E60563}"/>
              </a:ext>
            </a:extLst>
          </p:cNvPr>
          <p:cNvGrpSpPr/>
          <p:nvPr/>
        </p:nvGrpSpPr>
        <p:grpSpPr>
          <a:xfrm>
            <a:off x="4777848" y="4564997"/>
            <a:ext cx="987291" cy="740867"/>
            <a:chOff x="9474433" y="5983972"/>
            <a:chExt cx="987548" cy="390574"/>
          </a:xfrm>
        </p:grpSpPr>
        <p:sp>
          <p:nvSpPr>
            <p:cNvPr id="119" name="Rectangle 1630">
              <a:extLst>
                <a:ext uri="{FF2B5EF4-FFF2-40B4-BE49-F238E27FC236}">
                  <a16:creationId xmlns:a16="http://schemas.microsoft.com/office/drawing/2014/main" id="{1DD59D20-DCD6-16A4-F14F-4D2707C1E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20" name="Rectangle 1630">
              <a:extLst>
                <a:ext uri="{FF2B5EF4-FFF2-40B4-BE49-F238E27FC236}">
                  <a16:creationId xmlns:a16="http://schemas.microsoft.com/office/drawing/2014/main" id="{3868F73D-F89F-0B2E-190F-260DB1A8E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88DCF6B7-2B56-E992-448B-8A542849284E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22" name="Rectangle 1630">
                <a:extLst>
                  <a:ext uri="{FF2B5EF4-FFF2-40B4-BE49-F238E27FC236}">
                    <a16:creationId xmlns:a16="http://schemas.microsoft.com/office/drawing/2014/main" id="{1632DD1C-1475-C5E6-2E9C-57090CD00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3" name="Rectangle 1484">
                <a:extLst>
                  <a:ext uri="{FF2B5EF4-FFF2-40B4-BE49-F238E27FC236}">
                    <a16:creationId xmlns:a16="http://schemas.microsoft.com/office/drawing/2014/main" id="{251E7F8D-A401-82F8-464C-62EB7FC12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8F62983-60A7-DB1D-6F2B-00C0C67EEDA7}"/>
              </a:ext>
            </a:extLst>
          </p:cNvPr>
          <p:cNvGrpSpPr/>
          <p:nvPr/>
        </p:nvGrpSpPr>
        <p:grpSpPr>
          <a:xfrm>
            <a:off x="1034954" y="4491869"/>
            <a:ext cx="987291" cy="740867"/>
            <a:chOff x="9474433" y="5983972"/>
            <a:chExt cx="987548" cy="390574"/>
          </a:xfrm>
        </p:grpSpPr>
        <p:sp>
          <p:nvSpPr>
            <p:cNvPr id="114" name="Rectangle 1630">
              <a:extLst>
                <a:ext uri="{FF2B5EF4-FFF2-40B4-BE49-F238E27FC236}">
                  <a16:creationId xmlns:a16="http://schemas.microsoft.com/office/drawing/2014/main" id="{77F6CDAF-D94B-D441-65C7-3567C3F9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15" name="Rectangle 1630">
              <a:extLst>
                <a:ext uri="{FF2B5EF4-FFF2-40B4-BE49-F238E27FC236}">
                  <a16:creationId xmlns:a16="http://schemas.microsoft.com/office/drawing/2014/main" id="{BD7BB778-6D69-9EB5-7921-7B2BDE3AE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65C22C5-4D8F-CB3E-E64F-03F8C9379639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17" name="Rectangle 1630">
                <a:extLst>
                  <a:ext uri="{FF2B5EF4-FFF2-40B4-BE49-F238E27FC236}">
                    <a16:creationId xmlns:a16="http://schemas.microsoft.com/office/drawing/2014/main" id="{5A3964A7-397E-61E1-3F56-1A1DEDEC6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8" name="Rectangle 1484">
                <a:extLst>
                  <a:ext uri="{FF2B5EF4-FFF2-40B4-BE49-F238E27FC236}">
                    <a16:creationId xmlns:a16="http://schemas.microsoft.com/office/drawing/2014/main" id="{049D8D3F-45F4-CF67-796C-C5D58067B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ED52BAA-B15B-1D9D-B20E-0304C9A41504}"/>
              </a:ext>
            </a:extLst>
          </p:cNvPr>
          <p:cNvGrpSpPr/>
          <p:nvPr/>
        </p:nvGrpSpPr>
        <p:grpSpPr>
          <a:xfrm>
            <a:off x="2185838" y="4502643"/>
            <a:ext cx="987291" cy="740867"/>
            <a:chOff x="9474433" y="5983972"/>
            <a:chExt cx="987548" cy="390574"/>
          </a:xfrm>
        </p:grpSpPr>
        <p:sp>
          <p:nvSpPr>
            <p:cNvPr id="109" name="Rectangle 1630">
              <a:extLst>
                <a:ext uri="{FF2B5EF4-FFF2-40B4-BE49-F238E27FC236}">
                  <a16:creationId xmlns:a16="http://schemas.microsoft.com/office/drawing/2014/main" id="{A1CDB3B6-95AC-3E49-C079-211C5EB89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10" name="Rectangle 1630">
              <a:extLst>
                <a:ext uri="{FF2B5EF4-FFF2-40B4-BE49-F238E27FC236}">
                  <a16:creationId xmlns:a16="http://schemas.microsoft.com/office/drawing/2014/main" id="{5F3F906A-C114-4284-BD2C-A294055E2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EB53E7D-8D62-C152-8EA3-21D9AE26BA82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12" name="Rectangle 1630">
                <a:extLst>
                  <a:ext uri="{FF2B5EF4-FFF2-40B4-BE49-F238E27FC236}">
                    <a16:creationId xmlns:a16="http://schemas.microsoft.com/office/drawing/2014/main" id="{EC2FFE67-E761-BE63-5ED9-1BF7469BB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3" name="Rectangle 1484">
                <a:extLst>
                  <a:ext uri="{FF2B5EF4-FFF2-40B4-BE49-F238E27FC236}">
                    <a16:creationId xmlns:a16="http://schemas.microsoft.com/office/drawing/2014/main" id="{9CDEA58D-D1D3-7D6A-40CC-A84C17AA9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108" name="Rectangle 1629">
            <a:extLst>
              <a:ext uri="{FF2B5EF4-FFF2-40B4-BE49-F238E27FC236}">
                <a16:creationId xmlns:a16="http://schemas.microsoft.com/office/drawing/2014/main" id="{5E7939DD-BF1A-4B0F-A0E6-BA91F9650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968" y="2824442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8AE40BE-E1B8-C563-FF12-C7F5DAB301E2}"/>
              </a:ext>
            </a:extLst>
          </p:cNvPr>
          <p:cNvGrpSpPr/>
          <p:nvPr/>
        </p:nvGrpSpPr>
        <p:grpSpPr>
          <a:xfrm>
            <a:off x="1583136" y="1713697"/>
            <a:ext cx="109364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181B9720-0EED-4190-E16F-CDD0507DA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70449007-2292-7278-0B19-5BD78F3D6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2" name="副標題 11">
            <a:extLst>
              <a:ext uri="{FF2B5EF4-FFF2-40B4-BE49-F238E27FC236}">
                <a16:creationId xmlns:a16="http://schemas.microsoft.com/office/drawing/2014/main" id="{9826BBDD-A161-5702-8CE0-65FA29A1481B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2" name="Rectangle 1490">
            <a:extLst>
              <a:ext uri="{FF2B5EF4-FFF2-40B4-BE49-F238E27FC236}">
                <a16:creationId xmlns:a16="http://schemas.microsoft.com/office/drawing/2014/main" id="{972D11F4-93E6-D765-2F0A-05ECD737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302" y="1853520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E2F1FC1F-C562-88A0-AF17-3ADC358C9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864" y="3949054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8C4F73E6-6108-7E11-2D74-80A023B35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93" y="3971622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F8A1D475-8D09-B438-3277-0DF3426BF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1872" y="4053977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B297E93C-C09B-6C63-9577-B3B554AA4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935" y="4088234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98232911-9614-57DD-1CDF-5C5CBDF62F3E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sp>
        <p:nvSpPr>
          <p:cNvPr id="9353" name="Rectangle 1621">
            <a:extLst>
              <a:ext uri="{FF2B5EF4-FFF2-40B4-BE49-F238E27FC236}">
                <a16:creationId xmlns:a16="http://schemas.microsoft.com/office/drawing/2014/main" id="{0604219A-DF7A-F3E5-83E7-B780EA80A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805" y="1836551"/>
            <a:ext cx="505046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24F86FB-6CC3-AAC2-E978-09228159DFDF}"/>
              </a:ext>
            </a:extLst>
          </p:cNvPr>
          <p:cNvGraphicFramePr>
            <a:graphicFrameLocks noGrp="1"/>
          </p:cNvGraphicFramePr>
          <p:nvPr/>
        </p:nvGraphicFramePr>
        <p:xfrm>
          <a:off x="6036824" y="3501909"/>
          <a:ext cx="6108668" cy="108344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0.541666667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1254926"/>
                  </a:ext>
                </a:extLst>
              </a:tr>
            </a:tbl>
          </a:graphicData>
        </a:graphic>
      </p:graphicFrame>
      <p:sp>
        <p:nvSpPr>
          <p:cNvPr id="6" name="Rectangle 1621">
            <a:extLst>
              <a:ext uri="{FF2B5EF4-FFF2-40B4-BE49-F238E27FC236}">
                <a16:creationId xmlns:a16="http://schemas.microsoft.com/office/drawing/2014/main" id="{1ACEAF80-C4B4-1598-91E8-F4DDE0A0B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702" y="2419995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ADFS1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621">
            <a:extLst>
              <a:ext uri="{FF2B5EF4-FFF2-40B4-BE49-F238E27FC236}">
                <a16:creationId xmlns:a16="http://schemas.microsoft.com/office/drawing/2014/main" id="{C64B33E7-33D5-8847-5C18-0F65E1301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647" y="1836551"/>
            <a:ext cx="505046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621">
            <a:extLst>
              <a:ext uri="{FF2B5EF4-FFF2-40B4-BE49-F238E27FC236}">
                <a16:creationId xmlns:a16="http://schemas.microsoft.com/office/drawing/2014/main" id="{65DA94C5-857C-AA10-42B8-9900148B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986" y="2450216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ADFS2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1">
            <a:extLst>
              <a:ext uri="{FF2B5EF4-FFF2-40B4-BE49-F238E27FC236}">
                <a16:creationId xmlns:a16="http://schemas.microsoft.com/office/drawing/2014/main" id="{958E4D30-45EF-CC44-9C7B-55FEE0A97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986" y="2156885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AADC2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1">
            <a:extLst>
              <a:ext uri="{FF2B5EF4-FFF2-40B4-BE49-F238E27FC236}">
                <a16:creationId xmlns:a16="http://schemas.microsoft.com/office/drawing/2014/main" id="{5D71BEF7-077D-807C-6F36-DFF345EE6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905" y="2139142"/>
            <a:ext cx="644039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ADDC1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1">
            <a:extLst>
              <a:ext uri="{FF2B5EF4-FFF2-40B4-BE49-F238E27FC236}">
                <a16:creationId xmlns:a16="http://schemas.microsoft.com/office/drawing/2014/main" id="{4C97D325-E106-548A-2926-D97DE19C5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944" y="2709252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2679F66B-44B7-F1BB-5F95-92461946D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944" y="3021888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6" name="Rectangle 1621">
            <a:extLst>
              <a:ext uri="{FF2B5EF4-FFF2-40B4-BE49-F238E27FC236}">
                <a16:creationId xmlns:a16="http://schemas.microsoft.com/office/drawing/2014/main" id="{55B2D3A0-D378-E4E5-D843-447299E40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702" y="3336232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ECJOB03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03A9203B-AEB6-3A32-6A21-9CB8D9FB4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987" y="2748060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ECJOB04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8" name="Rectangle 1621">
            <a:extLst>
              <a:ext uri="{FF2B5EF4-FFF2-40B4-BE49-F238E27FC236}">
                <a16:creationId xmlns:a16="http://schemas.microsoft.com/office/drawing/2014/main" id="{1B300628-18C4-60F1-C0FC-AAEE6DCEA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277" y="3325737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ECJOB06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9" name="Rectangle 1621">
            <a:extLst>
              <a:ext uri="{FF2B5EF4-FFF2-40B4-BE49-F238E27FC236}">
                <a16:creationId xmlns:a16="http://schemas.microsoft.com/office/drawing/2014/main" id="{DB7573E4-41E3-6039-0231-33D6D7DC1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987" y="3021888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5C2E6AD5-8D3A-6845-CBB7-B40D8192B0C2}"/>
              </a:ext>
            </a:extLst>
          </p:cNvPr>
          <p:cNvSpPr/>
          <p:nvPr/>
        </p:nvSpPr>
        <p:spPr bwMode="gray">
          <a:xfrm>
            <a:off x="6036824" y="178294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OA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21638147-9C3C-E6BE-780F-B433342FA429}"/>
              </a:ext>
            </a:extLst>
          </p:cNvPr>
          <p:cNvSpPr/>
          <p:nvPr/>
        </p:nvSpPr>
        <p:spPr bwMode="gray">
          <a:xfrm>
            <a:off x="6036825" y="2651278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5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B3F5-8B89-E47D-5EBE-3AFB9D91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8D4759-F6D2-783C-8F53-4D404054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(RD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AFEBD7EC-BBB9-0EF8-66AB-C6D4E20C02E6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9374714C-5BB0-1B3F-2344-905DF4591E76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D206180-8E65-5B02-F978-236A938863D7}"/>
              </a:ext>
            </a:extLst>
          </p:cNvPr>
          <p:cNvGraphicFramePr>
            <a:graphicFrameLocks noGrp="1"/>
          </p:cNvGraphicFramePr>
          <p:nvPr/>
        </p:nvGraphicFramePr>
        <p:xfrm>
          <a:off x="6002819" y="3616703"/>
          <a:ext cx="6108668" cy="311656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7918898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My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416GB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0.40625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156922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Net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992GB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125492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RD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896GB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0.416666667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805718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VCF MGMT / OA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0.541666667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108351"/>
                  </a:ext>
                </a:extLst>
              </a:tr>
            </a:tbl>
          </a:graphicData>
        </a:graphic>
      </p:graphicFrame>
      <p:sp>
        <p:nvSpPr>
          <p:cNvPr id="6" name="Rectangle 80">
            <a:extLst>
              <a:ext uri="{FF2B5EF4-FFF2-40B4-BE49-F238E27FC236}">
                <a16:creationId xmlns:a16="http://schemas.microsoft.com/office/drawing/2014/main" id="{9A80822F-B399-3978-9E65-E5171044ED14}"/>
              </a:ext>
            </a:extLst>
          </p:cNvPr>
          <p:cNvSpPr/>
          <p:nvPr/>
        </p:nvSpPr>
        <p:spPr>
          <a:xfrm>
            <a:off x="365364" y="1167229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490">
            <a:extLst>
              <a:ext uri="{FF2B5EF4-FFF2-40B4-BE49-F238E27FC236}">
                <a16:creationId xmlns:a16="http://schemas.microsoft.com/office/drawing/2014/main" id="{22C51AD4-2A87-292F-AC2A-195C60BC1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109" y="1743819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1">
            <a:extLst>
              <a:ext uri="{FF2B5EF4-FFF2-40B4-BE49-F238E27FC236}">
                <a16:creationId xmlns:a16="http://schemas.microsoft.com/office/drawing/2014/main" id="{8513241F-3152-2747-3CC8-E33759A12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" y="1709873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619">
            <a:extLst>
              <a:ext uri="{FF2B5EF4-FFF2-40B4-BE49-F238E27FC236}">
                <a16:creationId xmlns:a16="http://schemas.microsoft.com/office/drawing/2014/main" id="{AB956BEB-9F9F-F4A4-B023-AB05E909D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605" y="1930395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0">
            <a:extLst>
              <a:ext uri="{FF2B5EF4-FFF2-40B4-BE49-F238E27FC236}">
                <a16:creationId xmlns:a16="http://schemas.microsoft.com/office/drawing/2014/main" id="{2001BAB3-0183-6C22-6F26-72A749596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233" y="1709872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6">
            <a:extLst>
              <a:ext uri="{FF2B5EF4-FFF2-40B4-BE49-F238E27FC236}">
                <a16:creationId xmlns:a16="http://schemas.microsoft.com/office/drawing/2014/main" id="{653EB4D1-AE8B-5788-34A2-42CD08D81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736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9">
            <a:extLst>
              <a:ext uri="{FF2B5EF4-FFF2-40B4-BE49-F238E27FC236}">
                <a16:creationId xmlns:a16="http://schemas.microsoft.com/office/drawing/2014/main" id="{31F0764F-360F-6BD2-D6A4-9A30AAE91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597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5" name="Group 101">
            <a:extLst>
              <a:ext uri="{FF2B5EF4-FFF2-40B4-BE49-F238E27FC236}">
                <a16:creationId xmlns:a16="http://schemas.microsoft.com/office/drawing/2014/main" id="{3E248A06-C0C0-C444-1726-3BDD41E7561A}"/>
              </a:ext>
            </a:extLst>
          </p:cNvPr>
          <p:cNvGrpSpPr/>
          <p:nvPr/>
        </p:nvGrpSpPr>
        <p:grpSpPr>
          <a:xfrm>
            <a:off x="3374623" y="4473513"/>
            <a:ext cx="987291" cy="740867"/>
            <a:chOff x="9474433" y="5983972"/>
            <a:chExt cx="987548" cy="390574"/>
          </a:xfrm>
        </p:grpSpPr>
        <p:sp>
          <p:nvSpPr>
            <p:cNvPr id="16" name="Rectangle 1630">
              <a:extLst>
                <a:ext uri="{FF2B5EF4-FFF2-40B4-BE49-F238E27FC236}">
                  <a16:creationId xmlns:a16="http://schemas.microsoft.com/office/drawing/2014/main" id="{F844016E-C1A5-C59B-A8A7-AFE61B418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A69502B6-F425-A1B8-98B5-8543293F9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8" name="Group 125">
              <a:extLst>
                <a:ext uri="{FF2B5EF4-FFF2-40B4-BE49-F238E27FC236}">
                  <a16:creationId xmlns:a16="http://schemas.microsoft.com/office/drawing/2014/main" id="{4A415A0D-858D-0852-CC4C-C2980173B3B1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9" name="Rectangle 1630">
                <a:extLst>
                  <a:ext uri="{FF2B5EF4-FFF2-40B4-BE49-F238E27FC236}">
                    <a16:creationId xmlns:a16="http://schemas.microsoft.com/office/drawing/2014/main" id="{52069DC5-2794-4140-5736-1F820157D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Rectangle 1484">
                <a:extLst>
                  <a:ext uri="{FF2B5EF4-FFF2-40B4-BE49-F238E27FC236}">
                    <a16:creationId xmlns:a16="http://schemas.microsoft.com/office/drawing/2014/main" id="{D7AAD5F4-872E-87D4-308A-703A1B21B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1" name="Group 102">
            <a:extLst>
              <a:ext uri="{FF2B5EF4-FFF2-40B4-BE49-F238E27FC236}">
                <a16:creationId xmlns:a16="http://schemas.microsoft.com/office/drawing/2014/main" id="{C72BA8E3-7B8F-E920-A2D2-F41314E612F9}"/>
              </a:ext>
            </a:extLst>
          </p:cNvPr>
          <p:cNvGrpSpPr/>
          <p:nvPr/>
        </p:nvGrpSpPr>
        <p:grpSpPr>
          <a:xfrm>
            <a:off x="4484550" y="4478733"/>
            <a:ext cx="987291" cy="740867"/>
            <a:chOff x="9474433" y="5983972"/>
            <a:chExt cx="987548" cy="390574"/>
          </a:xfrm>
        </p:grpSpPr>
        <p:sp>
          <p:nvSpPr>
            <p:cNvPr id="22" name="Rectangle 1630">
              <a:extLst>
                <a:ext uri="{FF2B5EF4-FFF2-40B4-BE49-F238E27FC236}">
                  <a16:creationId xmlns:a16="http://schemas.microsoft.com/office/drawing/2014/main" id="{2580B0F6-6C78-4F35-A26A-031A98BAA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71C1C577-0C21-8D01-F1C5-4823A6EE5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4" name="Group 120">
              <a:extLst>
                <a:ext uri="{FF2B5EF4-FFF2-40B4-BE49-F238E27FC236}">
                  <a16:creationId xmlns:a16="http://schemas.microsoft.com/office/drawing/2014/main" id="{EC8BA0A7-5896-CA0C-FB39-1B4DDC240A03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5" name="Rectangle 1630">
                <a:extLst>
                  <a:ext uri="{FF2B5EF4-FFF2-40B4-BE49-F238E27FC236}">
                    <a16:creationId xmlns:a16="http://schemas.microsoft.com/office/drawing/2014/main" id="{5ECF27BB-7359-F067-D258-BF83CC223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6" name="Rectangle 1484">
                <a:extLst>
                  <a:ext uri="{FF2B5EF4-FFF2-40B4-BE49-F238E27FC236}">
                    <a16:creationId xmlns:a16="http://schemas.microsoft.com/office/drawing/2014/main" id="{AE94311A-881F-A68B-13ED-88D8CC4EC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7" name="Group 103">
            <a:extLst>
              <a:ext uri="{FF2B5EF4-FFF2-40B4-BE49-F238E27FC236}">
                <a16:creationId xmlns:a16="http://schemas.microsoft.com/office/drawing/2014/main" id="{C540B129-7313-229A-8D87-1BCFB392F8E6}"/>
              </a:ext>
            </a:extLst>
          </p:cNvPr>
          <p:cNvGrpSpPr/>
          <p:nvPr/>
        </p:nvGrpSpPr>
        <p:grpSpPr>
          <a:xfrm>
            <a:off x="741656" y="4405605"/>
            <a:ext cx="987291" cy="740867"/>
            <a:chOff x="9474433" y="5983972"/>
            <a:chExt cx="987548" cy="390574"/>
          </a:xfrm>
        </p:grpSpPr>
        <p:sp>
          <p:nvSpPr>
            <p:cNvPr id="28" name="Rectangle 1630">
              <a:extLst>
                <a:ext uri="{FF2B5EF4-FFF2-40B4-BE49-F238E27FC236}">
                  <a16:creationId xmlns:a16="http://schemas.microsoft.com/office/drawing/2014/main" id="{66E84B62-D512-6134-F795-66A395D6F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B5B107F9-1F3D-8746-7894-F1375F88D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0" name="Group 115">
              <a:extLst>
                <a:ext uri="{FF2B5EF4-FFF2-40B4-BE49-F238E27FC236}">
                  <a16:creationId xmlns:a16="http://schemas.microsoft.com/office/drawing/2014/main" id="{EDE60B59-09F9-626E-2ABB-6B2DC687B693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852484D5-905F-7EC2-79C0-E851150A6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484">
                <a:extLst>
                  <a:ext uri="{FF2B5EF4-FFF2-40B4-BE49-F238E27FC236}">
                    <a16:creationId xmlns:a16="http://schemas.microsoft.com/office/drawing/2014/main" id="{6A092667-FD6F-81F3-C7AD-76A892514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3" name="Group 104">
            <a:extLst>
              <a:ext uri="{FF2B5EF4-FFF2-40B4-BE49-F238E27FC236}">
                <a16:creationId xmlns:a16="http://schemas.microsoft.com/office/drawing/2014/main" id="{225AF55E-AC99-54F0-8871-1AEE6C10150D}"/>
              </a:ext>
            </a:extLst>
          </p:cNvPr>
          <p:cNvGrpSpPr/>
          <p:nvPr/>
        </p:nvGrpSpPr>
        <p:grpSpPr>
          <a:xfrm>
            <a:off x="1892540" y="4416379"/>
            <a:ext cx="987291" cy="740867"/>
            <a:chOff x="9474433" y="5983972"/>
            <a:chExt cx="987548" cy="390574"/>
          </a:xfrm>
        </p:grpSpPr>
        <p:sp>
          <p:nvSpPr>
            <p:cNvPr id="34" name="Rectangle 1630">
              <a:extLst>
                <a:ext uri="{FF2B5EF4-FFF2-40B4-BE49-F238E27FC236}">
                  <a16:creationId xmlns:a16="http://schemas.microsoft.com/office/drawing/2014/main" id="{70701A08-17BD-FBD6-103F-4688E051A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BFA9DCFB-4F72-C77F-6DCC-E38557631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6" name="Group 110">
              <a:extLst>
                <a:ext uri="{FF2B5EF4-FFF2-40B4-BE49-F238E27FC236}">
                  <a16:creationId xmlns:a16="http://schemas.microsoft.com/office/drawing/2014/main" id="{104D8393-EBAC-29AA-B531-B931EABF4F0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FF873EC8-9DF8-9CA9-A5A2-D01A04746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Rectangle 1484">
                <a:extLst>
                  <a:ext uri="{FF2B5EF4-FFF2-40B4-BE49-F238E27FC236}">
                    <a16:creationId xmlns:a16="http://schemas.microsoft.com/office/drawing/2014/main" id="{CE7D9BB6-BCED-E040-FF2E-56620F8E6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39" name="Rectangle 1629">
            <a:extLst>
              <a:ext uri="{FF2B5EF4-FFF2-40B4-BE49-F238E27FC236}">
                <a16:creationId xmlns:a16="http://schemas.microsoft.com/office/drawing/2014/main" id="{C8B4B2FC-EA20-DA3E-D85A-F8C41B0C7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670" y="273817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10">
            <a:extLst>
              <a:ext uri="{FF2B5EF4-FFF2-40B4-BE49-F238E27FC236}">
                <a16:creationId xmlns:a16="http://schemas.microsoft.com/office/drawing/2014/main" id="{2DB84656-C1FA-1AB6-A542-9339B7D24E64}"/>
              </a:ext>
            </a:extLst>
          </p:cNvPr>
          <p:cNvGrpSpPr/>
          <p:nvPr/>
        </p:nvGrpSpPr>
        <p:grpSpPr>
          <a:xfrm>
            <a:off x="1289838" y="1627433"/>
            <a:ext cx="1093644" cy="140395"/>
            <a:chOff x="7732445" y="2099978"/>
            <a:chExt cx="1104273" cy="140395"/>
          </a:xfrm>
        </p:grpSpPr>
        <p:sp>
          <p:nvSpPr>
            <p:cNvPr id="41" name="Rectangle 1622">
              <a:extLst>
                <a:ext uri="{FF2B5EF4-FFF2-40B4-BE49-F238E27FC236}">
                  <a16:creationId xmlns:a16="http://schemas.microsoft.com/office/drawing/2014/main" id="{3AAE11BF-B930-10A1-2C5E-CD03B5081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9C772611-9196-B254-C7EF-18F937B95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3" name="Rectangle 1490">
            <a:extLst>
              <a:ext uri="{FF2B5EF4-FFF2-40B4-BE49-F238E27FC236}">
                <a16:creationId xmlns:a16="http://schemas.microsoft.com/office/drawing/2014/main" id="{8549E8E0-4646-9D9B-52A9-2C4139CA4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004" y="1767256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4" name="Rectangle 1491">
            <a:extLst>
              <a:ext uri="{FF2B5EF4-FFF2-40B4-BE49-F238E27FC236}">
                <a16:creationId xmlns:a16="http://schemas.microsoft.com/office/drawing/2014/main" id="{09DAC3D4-F7AA-8E43-25F5-18C9D0A10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66" y="3862790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620">
            <a:extLst>
              <a:ext uri="{FF2B5EF4-FFF2-40B4-BE49-F238E27FC236}">
                <a16:creationId xmlns:a16="http://schemas.microsoft.com/office/drawing/2014/main" id="{FABC0B4B-CD3A-2A94-59A8-B651308E9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095" y="3885358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490">
            <a:extLst>
              <a:ext uri="{FF2B5EF4-FFF2-40B4-BE49-F238E27FC236}">
                <a16:creationId xmlns:a16="http://schemas.microsoft.com/office/drawing/2014/main" id="{BC45FF9E-DEB3-CA5F-43D7-4D3CB663A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574" y="3967713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3F767794-9B6A-465B-3AB6-061F552CB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637" y="4001970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621">
            <a:extLst>
              <a:ext uri="{FF2B5EF4-FFF2-40B4-BE49-F238E27FC236}">
                <a16:creationId xmlns:a16="http://schemas.microsoft.com/office/drawing/2014/main" id="{C1311448-1942-E33C-A808-71E2A3ACB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55" y="2069864"/>
            <a:ext cx="644039" cy="285437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ADM08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9AB1DC7B-5054-F8F7-CD4D-C12E1C4CD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05" y="2332537"/>
            <a:ext cx="74320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JVD01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34CD7BC4-BD96-5382-C71D-74D6BF9FF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528" y="2068699"/>
            <a:ext cx="71636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ADM09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F19DF614-A10A-1203-8472-942F3420C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687" y="2363952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JVD02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0EA031BD-9E47-9487-A4B5-6175D607D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688" y="2070621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IPSCAN</a:t>
            </a:r>
            <a:endParaRPr lang="en-IN" altLang="zh-TW" sz="1000">
              <a:solidFill>
                <a:srgbClr val="717074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BAC426FA-031A-3431-E6F4-C25D29FB1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17" y="2076136"/>
            <a:ext cx="732825" cy="23125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IPSCAN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52B947AE-B7A6-B7F0-8AF0-981D4C8FF3FA}"/>
              </a:ext>
            </a:extLst>
          </p:cNvPr>
          <p:cNvSpPr/>
          <p:nvPr/>
        </p:nvSpPr>
        <p:spPr bwMode="gray">
          <a:xfrm>
            <a:off x="6036824" y="178294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RD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5" name="Rectangle 1621">
            <a:extLst>
              <a:ext uri="{FF2B5EF4-FFF2-40B4-BE49-F238E27FC236}">
                <a16:creationId xmlns:a16="http://schemas.microsoft.com/office/drawing/2014/main" id="{0186A762-96D3-0896-ACA7-EF5C6415D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042" y="2668627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DRC02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6" name="Rectangle 1621">
            <a:extLst>
              <a:ext uri="{FF2B5EF4-FFF2-40B4-BE49-F238E27FC236}">
                <a16:creationId xmlns:a16="http://schemas.microsoft.com/office/drawing/2014/main" id="{A74F7AC9-E8EE-CD57-A3D7-2885A77E2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05" y="2638901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DRC01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7" name="Rectangle 1621">
            <a:extLst>
              <a:ext uri="{FF2B5EF4-FFF2-40B4-BE49-F238E27FC236}">
                <a16:creationId xmlns:a16="http://schemas.microsoft.com/office/drawing/2014/main" id="{9B8FD3A9-7D28-922C-73B2-84AD89C2C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04" y="2945265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S3sun7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621">
            <a:extLst>
              <a:ext uri="{FF2B5EF4-FFF2-40B4-BE49-F238E27FC236}">
                <a16:creationId xmlns:a16="http://schemas.microsoft.com/office/drawing/2014/main" id="{CC98E1A8-7908-EF91-40E1-A1287BE79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351" y="2965486"/>
            <a:ext cx="747771" cy="24306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S3sun7t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691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D33A-FE7A-8501-1812-BEAE1772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3B117A-FA34-647F-3C2B-E92E4A82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(NET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DE4B796C-9A1B-C8B2-F864-990D07B90A96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CFB9358E-9171-F183-89A8-0FF5A5BF276E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DAE69D3-61EF-4216-6539-B1AA47BE62D9}"/>
              </a:ext>
            </a:extLst>
          </p:cNvPr>
          <p:cNvGraphicFramePr>
            <a:graphicFrameLocks noGrp="1"/>
          </p:cNvGraphicFramePr>
          <p:nvPr/>
        </p:nvGraphicFramePr>
        <p:xfrm>
          <a:off x="5986132" y="4229710"/>
          <a:ext cx="6108668" cy="108344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Net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992GB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1254926"/>
                  </a:ext>
                </a:extLst>
              </a:tr>
            </a:tbl>
          </a:graphicData>
        </a:graphic>
      </p:graphicFrame>
      <p:sp>
        <p:nvSpPr>
          <p:cNvPr id="7" name="Rectangle 80">
            <a:extLst>
              <a:ext uri="{FF2B5EF4-FFF2-40B4-BE49-F238E27FC236}">
                <a16:creationId xmlns:a16="http://schemas.microsoft.com/office/drawing/2014/main" id="{54292397-FE08-D123-7554-2B5307D15AAC}"/>
              </a:ext>
            </a:extLst>
          </p:cNvPr>
          <p:cNvSpPr/>
          <p:nvPr/>
        </p:nvSpPr>
        <p:spPr>
          <a:xfrm>
            <a:off x="365364" y="1167229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0">
            <a:extLst>
              <a:ext uri="{FF2B5EF4-FFF2-40B4-BE49-F238E27FC236}">
                <a16:creationId xmlns:a16="http://schemas.microsoft.com/office/drawing/2014/main" id="{D8DE1956-E2B4-AF23-BBF9-AF3F5B785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109" y="1743819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491">
            <a:extLst>
              <a:ext uri="{FF2B5EF4-FFF2-40B4-BE49-F238E27FC236}">
                <a16:creationId xmlns:a16="http://schemas.microsoft.com/office/drawing/2014/main" id="{AF1B18C6-D504-95FB-8128-69ECA2AB5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" y="1709873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19">
            <a:extLst>
              <a:ext uri="{FF2B5EF4-FFF2-40B4-BE49-F238E27FC236}">
                <a16:creationId xmlns:a16="http://schemas.microsoft.com/office/drawing/2014/main" id="{0A88EA23-11C4-75BE-EC82-E5358B013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605" y="1930395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0">
            <a:extLst>
              <a:ext uri="{FF2B5EF4-FFF2-40B4-BE49-F238E27FC236}">
                <a16:creationId xmlns:a16="http://schemas.microsoft.com/office/drawing/2014/main" id="{2AAFB4E6-9B31-9561-FC90-348E010E0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233" y="1709872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6">
            <a:extLst>
              <a:ext uri="{FF2B5EF4-FFF2-40B4-BE49-F238E27FC236}">
                <a16:creationId xmlns:a16="http://schemas.microsoft.com/office/drawing/2014/main" id="{2A9545BE-1248-5905-470F-CBB30257A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736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9">
            <a:extLst>
              <a:ext uri="{FF2B5EF4-FFF2-40B4-BE49-F238E27FC236}">
                <a16:creationId xmlns:a16="http://schemas.microsoft.com/office/drawing/2014/main" id="{8EEF5E63-7326-E60A-5209-1EE304E80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597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6" name="Group 101">
            <a:extLst>
              <a:ext uri="{FF2B5EF4-FFF2-40B4-BE49-F238E27FC236}">
                <a16:creationId xmlns:a16="http://schemas.microsoft.com/office/drawing/2014/main" id="{E150C7C2-F17F-CE8F-BC46-72A75186D904}"/>
              </a:ext>
            </a:extLst>
          </p:cNvPr>
          <p:cNvGrpSpPr/>
          <p:nvPr/>
        </p:nvGrpSpPr>
        <p:grpSpPr>
          <a:xfrm>
            <a:off x="3374623" y="4473513"/>
            <a:ext cx="987291" cy="740867"/>
            <a:chOff x="9474433" y="5983972"/>
            <a:chExt cx="987548" cy="390574"/>
          </a:xfrm>
        </p:grpSpPr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ADC1F2BB-8B0D-4260-5F68-D8E3CE6F5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" name="Rectangle 1630">
              <a:extLst>
                <a:ext uri="{FF2B5EF4-FFF2-40B4-BE49-F238E27FC236}">
                  <a16:creationId xmlns:a16="http://schemas.microsoft.com/office/drawing/2014/main" id="{FAC91E0D-695E-0FB0-8763-816F468C7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9" name="Group 125">
              <a:extLst>
                <a:ext uri="{FF2B5EF4-FFF2-40B4-BE49-F238E27FC236}">
                  <a16:creationId xmlns:a16="http://schemas.microsoft.com/office/drawing/2014/main" id="{E8D275C1-0CF4-D9F4-8EB1-CDB98E6270D1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0" name="Rectangle 1630">
                <a:extLst>
                  <a:ext uri="{FF2B5EF4-FFF2-40B4-BE49-F238E27FC236}">
                    <a16:creationId xmlns:a16="http://schemas.microsoft.com/office/drawing/2014/main" id="{11BE70D0-95DE-E513-77DE-A96C99BF7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1" name="Rectangle 1484">
                <a:extLst>
                  <a:ext uri="{FF2B5EF4-FFF2-40B4-BE49-F238E27FC236}">
                    <a16:creationId xmlns:a16="http://schemas.microsoft.com/office/drawing/2014/main" id="{52DE5600-3A0B-E4F1-B506-6D968A29B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2" name="Group 102">
            <a:extLst>
              <a:ext uri="{FF2B5EF4-FFF2-40B4-BE49-F238E27FC236}">
                <a16:creationId xmlns:a16="http://schemas.microsoft.com/office/drawing/2014/main" id="{4C4F4AA1-D54A-FEF0-B973-C9300A5271BE}"/>
              </a:ext>
            </a:extLst>
          </p:cNvPr>
          <p:cNvGrpSpPr/>
          <p:nvPr/>
        </p:nvGrpSpPr>
        <p:grpSpPr>
          <a:xfrm>
            <a:off x="4484550" y="4478733"/>
            <a:ext cx="987291" cy="740867"/>
            <a:chOff x="9474433" y="5983972"/>
            <a:chExt cx="987548" cy="390574"/>
          </a:xfrm>
        </p:grpSpPr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67E0D262-48EB-6E73-73AA-25AC2D5E9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4" name="Rectangle 1630">
              <a:extLst>
                <a:ext uri="{FF2B5EF4-FFF2-40B4-BE49-F238E27FC236}">
                  <a16:creationId xmlns:a16="http://schemas.microsoft.com/office/drawing/2014/main" id="{92288712-EFAF-79D0-FDDF-EC7050EB1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5" name="Group 120">
              <a:extLst>
                <a:ext uri="{FF2B5EF4-FFF2-40B4-BE49-F238E27FC236}">
                  <a16:creationId xmlns:a16="http://schemas.microsoft.com/office/drawing/2014/main" id="{70062099-779F-FC05-49BB-681C61C7421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6" name="Rectangle 1630">
                <a:extLst>
                  <a:ext uri="{FF2B5EF4-FFF2-40B4-BE49-F238E27FC236}">
                    <a16:creationId xmlns:a16="http://schemas.microsoft.com/office/drawing/2014/main" id="{817D187D-B552-89B8-7F54-B01F5BE89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7" name="Rectangle 1484">
                <a:extLst>
                  <a:ext uri="{FF2B5EF4-FFF2-40B4-BE49-F238E27FC236}">
                    <a16:creationId xmlns:a16="http://schemas.microsoft.com/office/drawing/2014/main" id="{377870B2-B8F3-12CC-7DAE-41434A3D1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8" name="Group 103">
            <a:extLst>
              <a:ext uri="{FF2B5EF4-FFF2-40B4-BE49-F238E27FC236}">
                <a16:creationId xmlns:a16="http://schemas.microsoft.com/office/drawing/2014/main" id="{8F507D9E-C87F-5B8E-D861-2A6A95091161}"/>
              </a:ext>
            </a:extLst>
          </p:cNvPr>
          <p:cNvGrpSpPr/>
          <p:nvPr/>
        </p:nvGrpSpPr>
        <p:grpSpPr>
          <a:xfrm>
            <a:off x="741656" y="4405605"/>
            <a:ext cx="987291" cy="740867"/>
            <a:chOff x="9474433" y="5983972"/>
            <a:chExt cx="987548" cy="390574"/>
          </a:xfrm>
        </p:grpSpPr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77CB7E47-0CB4-0100-89A2-C6C8E1C71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0" name="Rectangle 1630">
              <a:extLst>
                <a:ext uri="{FF2B5EF4-FFF2-40B4-BE49-F238E27FC236}">
                  <a16:creationId xmlns:a16="http://schemas.microsoft.com/office/drawing/2014/main" id="{CA8F98BC-A58E-BFCB-3BC3-D6FA26D83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1" name="Group 115">
              <a:extLst>
                <a:ext uri="{FF2B5EF4-FFF2-40B4-BE49-F238E27FC236}">
                  <a16:creationId xmlns:a16="http://schemas.microsoft.com/office/drawing/2014/main" id="{023887CD-D9FF-5D9B-9C16-2C0FA1BA376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2" name="Rectangle 1630">
                <a:extLst>
                  <a:ext uri="{FF2B5EF4-FFF2-40B4-BE49-F238E27FC236}">
                    <a16:creationId xmlns:a16="http://schemas.microsoft.com/office/drawing/2014/main" id="{0414DD97-0411-4290-1838-BD9E6AC4D0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3" name="Rectangle 1484">
                <a:extLst>
                  <a:ext uri="{FF2B5EF4-FFF2-40B4-BE49-F238E27FC236}">
                    <a16:creationId xmlns:a16="http://schemas.microsoft.com/office/drawing/2014/main" id="{B94DF8E5-D71A-A0D2-93A6-6204B2CB9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4" name="Group 104">
            <a:extLst>
              <a:ext uri="{FF2B5EF4-FFF2-40B4-BE49-F238E27FC236}">
                <a16:creationId xmlns:a16="http://schemas.microsoft.com/office/drawing/2014/main" id="{DE138190-E9C1-07A1-8970-BA7E2603BA6D}"/>
              </a:ext>
            </a:extLst>
          </p:cNvPr>
          <p:cNvGrpSpPr/>
          <p:nvPr/>
        </p:nvGrpSpPr>
        <p:grpSpPr>
          <a:xfrm>
            <a:off x="1892540" y="4416379"/>
            <a:ext cx="987291" cy="740867"/>
            <a:chOff x="9474433" y="5983972"/>
            <a:chExt cx="987548" cy="390574"/>
          </a:xfrm>
        </p:grpSpPr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D4BDAEF9-7B8B-C2FD-ABF8-4753620A2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6" name="Rectangle 1630">
              <a:extLst>
                <a:ext uri="{FF2B5EF4-FFF2-40B4-BE49-F238E27FC236}">
                  <a16:creationId xmlns:a16="http://schemas.microsoft.com/office/drawing/2014/main" id="{A0ECD735-8C75-7060-D8CB-412E38AB6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7" name="Group 110">
              <a:extLst>
                <a:ext uri="{FF2B5EF4-FFF2-40B4-BE49-F238E27FC236}">
                  <a16:creationId xmlns:a16="http://schemas.microsoft.com/office/drawing/2014/main" id="{93DF8DF5-AAC2-A112-1CC5-F5C6D99128BA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8" name="Rectangle 1630">
                <a:extLst>
                  <a:ext uri="{FF2B5EF4-FFF2-40B4-BE49-F238E27FC236}">
                    <a16:creationId xmlns:a16="http://schemas.microsoft.com/office/drawing/2014/main" id="{D9C1B5DE-8015-0272-5BB5-9502F8FE9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9" name="Rectangle 1484">
                <a:extLst>
                  <a:ext uri="{FF2B5EF4-FFF2-40B4-BE49-F238E27FC236}">
                    <a16:creationId xmlns:a16="http://schemas.microsoft.com/office/drawing/2014/main" id="{F049C09C-52C2-B6DF-026C-224B128EB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40" name="Rectangle 1629">
            <a:extLst>
              <a:ext uri="{FF2B5EF4-FFF2-40B4-BE49-F238E27FC236}">
                <a16:creationId xmlns:a16="http://schemas.microsoft.com/office/drawing/2014/main" id="{5EB93B04-7392-AB0F-0524-238565EF9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670" y="273817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1" name="Group 10">
            <a:extLst>
              <a:ext uri="{FF2B5EF4-FFF2-40B4-BE49-F238E27FC236}">
                <a16:creationId xmlns:a16="http://schemas.microsoft.com/office/drawing/2014/main" id="{41E88521-8C69-762A-FD5A-4F256B4B9B4C}"/>
              </a:ext>
            </a:extLst>
          </p:cNvPr>
          <p:cNvGrpSpPr/>
          <p:nvPr/>
        </p:nvGrpSpPr>
        <p:grpSpPr>
          <a:xfrm>
            <a:off x="1289838" y="1627433"/>
            <a:ext cx="1093644" cy="140395"/>
            <a:chOff x="7732445" y="2099978"/>
            <a:chExt cx="1104273" cy="140395"/>
          </a:xfrm>
        </p:grpSpPr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CCE2F3F1-A591-BAAC-11D6-BBC51FDD2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" name="Rectangle 1622">
              <a:extLst>
                <a:ext uri="{FF2B5EF4-FFF2-40B4-BE49-F238E27FC236}">
                  <a16:creationId xmlns:a16="http://schemas.microsoft.com/office/drawing/2014/main" id="{09C8EABA-1184-CC37-6DB6-6AB3C386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4" name="Rectangle 1490">
            <a:extLst>
              <a:ext uri="{FF2B5EF4-FFF2-40B4-BE49-F238E27FC236}">
                <a16:creationId xmlns:a16="http://schemas.microsoft.com/office/drawing/2014/main" id="{6A2E4507-1BAE-4F8E-B598-80E1F9642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004" y="1767256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491">
            <a:extLst>
              <a:ext uri="{FF2B5EF4-FFF2-40B4-BE49-F238E27FC236}">
                <a16:creationId xmlns:a16="http://schemas.microsoft.com/office/drawing/2014/main" id="{310C9F69-8EFE-52B2-7C3B-8BB51A20D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66" y="3862790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620">
            <a:extLst>
              <a:ext uri="{FF2B5EF4-FFF2-40B4-BE49-F238E27FC236}">
                <a16:creationId xmlns:a16="http://schemas.microsoft.com/office/drawing/2014/main" id="{38F5F246-C92A-CC49-7F5D-3847402F0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095" y="3885358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9CC16EFB-0E18-DF1F-67B4-5639B710D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574" y="3967713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490">
            <a:extLst>
              <a:ext uri="{FF2B5EF4-FFF2-40B4-BE49-F238E27FC236}">
                <a16:creationId xmlns:a16="http://schemas.microsoft.com/office/drawing/2014/main" id="{1A0508D0-07F1-A41B-9280-DB1D0D2E1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637" y="4001970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C1015072-69FF-291F-9933-7A5589CB8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246" y="2251763"/>
            <a:ext cx="61579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E2E3E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DNS1</a:t>
            </a: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F9C325D8-31A8-C1FE-4AA5-4E2A4FB83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737" y="2577864"/>
            <a:ext cx="780810" cy="278890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Proxy1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9E064D06-6854-9B4D-D074-F009ECC0D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650" y="2242715"/>
            <a:ext cx="669791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DNS2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CB2AA336-D54F-8785-1035-4D334E07F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91" y="2604392"/>
            <a:ext cx="73269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Proxy2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89C003D7-009B-7ADD-BCC0-0DEF4F9D7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145" y="2197331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DHCP2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Rectangle 1621">
            <a:extLst>
              <a:ext uri="{FF2B5EF4-FFF2-40B4-BE49-F238E27FC236}">
                <a16:creationId xmlns:a16="http://schemas.microsoft.com/office/drawing/2014/main" id="{C3F4DAB2-1BD3-892D-5DE0-373DDB940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06" y="2268134"/>
            <a:ext cx="772737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DHCP1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6F7DC810-3B91-BCEC-F90D-F528EF818DC6}"/>
              </a:ext>
            </a:extLst>
          </p:cNvPr>
          <p:cNvSpPr/>
          <p:nvPr/>
        </p:nvSpPr>
        <p:spPr bwMode="gray">
          <a:xfrm>
            <a:off x="6036824" y="178294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Net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8CBC84EC-BD7F-6ED2-9F25-354A446D140F}"/>
              </a:ext>
            </a:extLst>
          </p:cNvPr>
          <p:cNvSpPr/>
          <p:nvPr/>
        </p:nvSpPr>
        <p:spPr bwMode="gray">
          <a:xfrm>
            <a:off x="6036825" y="2651278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7" name="Rectangle 1621">
            <a:extLst>
              <a:ext uri="{FF2B5EF4-FFF2-40B4-BE49-F238E27FC236}">
                <a16:creationId xmlns:a16="http://schemas.microsoft.com/office/drawing/2014/main" id="{40AFD05C-B551-6D89-C1E0-84A7F5F25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66" y="2588730"/>
            <a:ext cx="781877" cy="263621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Proxy3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621">
            <a:extLst>
              <a:ext uri="{FF2B5EF4-FFF2-40B4-BE49-F238E27FC236}">
                <a16:creationId xmlns:a16="http://schemas.microsoft.com/office/drawing/2014/main" id="{9FD7A334-558F-B3A1-BFBB-FA791B8B3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288" y="2645887"/>
            <a:ext cx="73269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Proxy4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9" name="Rectangle 1621">
            <a:extLst>
              <a:ext uri="{FF2B5EF4-FFF2-40B4-BE49-F238E27FC236}">
                <a16:creationId xmlns:a16="http://schemas.microsoft.com/office/drawing/2014/main" id="{B35D651C-3A09-8F58-8917-B89AA384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951" y="2925350"/>
            <a:ext cx="795357" cy="298860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0" name="Rectangle 1621">
            <a:extLst>
              <a:ext uri="{FF2B5EF4-FFF2-40B4-BE49-F238E27FC236}">
                <a16:creationId xmlns:a16="http://schemas.microsoft.com/office/drawing/2014/main" id="{29F31E85-ABE1-CFB7-830F-48F73972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023" y="2957186"/>
            <a:ext cx="761910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1" name="Rectangle 1621">
            <a:extLst>
              <a:ext uri="{FF2B5EF4-FFF2-40B4-BE49-F238E27FC236}">
                <a16:creationId xmlns:a16="http://schemas.microsoft.com/office/drawing/2014/main" id="{DE580384-210B-7C30-3A07-A9EB01224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595" y="3280199"/>
            <a:ext cx="795358" cy="287226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TS03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2" name="Rectangle 1621">
            <a:extLst>
              <a:ext uri="{FF2B5EF4-FFF2-40B4-BE49-F238E27FC236}">
                <a16:creationId xmlns:a16="http://schemas.microsoft.com/office/drawing/2014/main" id="{9067B2E9-4A64-B088-7DBA-14F0CA640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233" y="2952107"/>
            <a:ext cx="761910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TS04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3" name="Rectangle 1621">
            <a:extLst>
              <a:ext uri="{FF2B5EF4-FFF2-40B4-BE49-F238E27FC236}">
                <a16:creationId xmlns:a16="http://schemas.microsoft.com/office/drawing/2014/main" id="{03D96DE2-7CCF-CEC9-651B-D5A6128F2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145" y="3259736"/>
            <a:ext cx="754933" cy="28052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4" name="Rectangle 1621">
            <a:extLst>
              <a:ext uri="{FF2B5EF4-FFF2-40B4-BE49-F238E27FC236}">
                <a16:creationId xmlns:a16="http://schemas.microsoft.com/office/drawing/2014/main" id="{F54227A6-E899-5E2E-D0BF-43846049A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057" y="2942362"/>
            <a:ext cx="761910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TS06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5668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80A6B-F403-5D91-DB0B-91A35DE2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AC3860-0263-A66C-CD69-9FCD77481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(My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C096DC45-B357-9C79-84BA-A56922C6B5B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52FD48E2-486E-7A04-5DD0-E9587797A698}"/>
              </a:ext>
            </a:extLst>
          </p:cNvPr>
          <p:cNvSpPr txBox="1"/>
          <p:nvPr/>
        </p:nvSpPr>
        <p:spPr>
          <a:xfrm>
            <a:off x="1626424" y="5639813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F2C9392-47C4-5C5E-418D-555295233FBE}"/>
              </a:ext>
            </a:extLst>
          </p:cNvPr>
          <p:cNvGraphicFramePr>
            <a:graphicFrameLocks noGrp="1"/>
          </p:cNvGraphicFramePr>
          <p:nvPr/>
        </p:nvGraphicFramePr>
        <p:xfrm>
          <a:off x="5780791" y="4714155"/>
          <a:ext cx="6108668" cy="108344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My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416GB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0.40625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156922"/>
                  </a:ext>
                </a:extLst>
              </a:tr>
            </a:tbl>
          </a:graphicData>
        </a:graphic>
      </p:graphicFrame>
      <p:sp>
        <p:nvSpPr>
          <p:cNvPr id="6" name="Rectangle 80">
            <a:extLst>
              <a:ext uri="{FF2B5EF4-FFF2-40B4-BE49-F238E27FC236}">
                <a16:creationId xmlns:a16="http://schemas.microsoft.com/office/drawing/2014/main" id="{3AA561F9-A40D-3817-29A0-1902E5C9169E}"/>
              </a:ext>
            </a:extLst>
          </p:cNvPr>
          <p:cNvSpPr/>
          <p:nvPr/>
        </p:nvSpPr>
        <p:spPr>
          <a:xfrm>
            <a:off x="113981" y="1382109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490">
            <a:extLst>
              <a:ext uri="{FF2B5EF4-FFF2-40B4-BE49-F238E27FC236}">
                <a16:creationId xmlns:a16="http://schemas.microsoft.com/office/drawing/2014/main" id="{18E9820A-D5BD-A4BE-0968-40B41A021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211" y="1747955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1">
            <a:extLst>
              <a:ext uri="{FF2B5EF4-FFF2-40B4-BE49-F238E27FC236}">
                <a16:creationId xmlns:a16="http://schemas.microsoft.com/office/drawing/2014/main" id="{01954583-2646-01A7-1E5B-FC4C5A655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89" y="1714009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619">
            <a:extLst>
              <a:ext uri="{FF2B5EF4-FFF2-40B4-BE49-F238E27FC236}">
                <a16:creationId xmlns:a16="http://schemas.microsoft.com/office/drawing/2014/main" id="{DC8A4EBA-DEFA-DC5F-B354-9D855975B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707" y="1934531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0">
            <a:extLst>
              <a:ext uri="{FF2B5EF4-FFF2-40B4-BE49-F238E27FC236}">
                <a16:creationId xmlns:a16="http://schemas.microsoft.com/office/drawing/2014/main" id="{A5FE7E37-FBFE-9C0F-2752-CB3400113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5335" y="1714008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6">
            <a:extLst>
              <a:ext uri="{FF2B5EF4-FFF2-40B4-BE49-F238E27FC236}">
                <a16:creationId xmlns:a16="http://schemas.microsoft.com/office/drawing/2014/main" id="{6950A559-5DE8-61C9-0A51-B0DAE2397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838" y="275629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9">
            <a:extLst>
              <a:ext uri="{FF2B5EF4-FFF2-40B4-BE49-F238E27FC236}">
                <a16:creationId xmlns:a16="http://schemas.microsoft.com/office/drawing/2014/main" id="{18B4E2F6-FF86-5A38-0382-5C67C0AAA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699" y="275629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5" name="Group 101">
            <a:extLst>
              <a:ext uri="{FF2B5EF4-FFF2-40B4-BE49-F238E27FC236}">
                <a16:creationId xmlns:a16="http://schemas.microsoft.com/office/drawing/2014/main" id="{FA26809B-74B6-9C8F-899F-D69EA7CDE9CE}"/>
              </a:ext>
            </a:extLst>
          </p:cNvPr>
          <p:cNvGrpSpPr/>
          <p:nvPr/>
        </p:nvGrpSpPr>
        <p:grpSpPr>
          <a:xfrm>
            <a:off x="3156725" y="4477649"/>
            <a:ext cx="987291" cy="740867"/>
            <a:chOff x="9474433" y="5983972"/>
            <a:chExt cx="987548" cy="390574"/>
          </a:xfrm>
        </p:grpSpPr>
        <p:sp>
          <p:nvSpPr>
            <p:cNvPr id="16" name="Rectangle 1630">
              <a:extLst>
                <a:ext uri="{FF2B5EF4-FFF2-40B4-BE49-F238E27FC236}">
                  <a16:creationId xmlns:a16="http://schemas.microsoft.com/office/drawing/2014/main" id="{BC38DCF9-0456-1BD5-7279-4B844012B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0443C71A-1B08-B2E2-3758-1E9769678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8" name="Group 125">
              <a:extLst>
                <a:ext uri="{FF2B5EF4-FFF2-40B4-BE49-F238E27FC236}">
                  <a16:creationId xmlns:a16="http://schemas.microsoft.com/office/drawing/2014/main" id="{59040484-F8F0-A39B-4A6B-0037435D83ED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9" name="Rectangle 1630">
                <a:extLst>
                  <a:ext uri="{FF2B5EF4-FFF2-40B4-BE49-F238E27FC236}">
                    <a16:creationId xmlns:a16="http://schemas.microsoft.com/office/drawing/2014/main" id="{42FC375B-C258-2DB0-9C72-420BF376A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Rectangle 1484">
                <a:extLst>
                  <a:ext uri="{FF2B5EF4-FFF2-40B4-BE49-F238E27FC236}">
                    <a16:creationId xmlns:a16="http://schemas.microsoft.com/office/drawing/2014/main" id="{02B15305-C24A-F1D5-12E0-9AB3AA7B5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1" name="Group 102">
            <a:extLst>
              <a:ext uri="{FF2B5EF4-FFF2-40B4-BE49-F238E27FC236}">
                <a16:creationId xmlns:a16="http://schemas.microsoft.com/office/drawing/2014/main" id="{6F518A7E-953E-0501-50EF-5511617E42EC}"/>
              </a:ext>
            </a:extLst>
          </p:cNvPr>
          <p:cNvGrpSpPr/>
          <p:nvPr/>
        </p:nvGrpSpPr>
        <p:grpSpPr>
          <a:xfrm>
            <a:off x="4266652" y="4482869"/>
            <a:ext cx="987291" cy="740867"/>
            <a:chOff x="9474433" y="5983972"/>
            <a:chExt cx="987548" cy="390574"/>
          </a:xfrm>
        </p:grpSpPr>
        <p:sp>
          <p:nvSpPr>
            <p:cNvPr id="22" name="Rectangle 1630">
              <a:extLst>
                <a:ext uri="{FF2B5EF4-FFF2-40B4-BE49-F238E27FC236}">
                  <a16:creationId xmlns:a16="http://schemas.microsoft.com/office/drawing/2014/main" id="{9CFAE9A2-0A63-47D5-9C3F-D8C573D30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FD8E2A59-D431-D603-0789-775F74A49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4" name="Group 120">
              <a:extLst>
                <a:ext uri="{FF2B5EF4-FFF2-40B4-BE49-F238E27FC236}">
                  <a16:creationId xmlns:a16="http://schemas.microsoft.com/office/drawing/2014/main" id="{B7BD1D59-608A-6A05-640B-B5B671B48509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5" name="Rectangle 1630">
                <a:extLst>
                  <a:ext uri="{FF2B5EF4-FFF2-40B4-BE49-F238E27FC236}">
                    <a16:creationId xmlns:a16="http://schemas.microsoft.com/office/drawing/2014/main" id="{528476B2-F273-1C56-6450-7483106E3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6" name="Rectangle 1484">
                <a:extLst>
                  <a:ext uri="{FF2B5EF4-FFF2-40B4-BE49-F238E27FC236}">
                    <a16:creationId xmlns:a16="http://schemas.microsoft.com/office/drawing/2014/main" id="{DA135706-4893-1124-4A1A-8F40F34DB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7" name="Group 103">
            <a:extLst>
              <a:ext uri="{FF2B5EF4-FFF2-40B4-BE49-F238E27FC236}">
                <a16:creationId xmlns:a16="http://schemas.microsoft.com/office/drawing/2014/main" id="{ED14D4E5-A8CD-1CC9-91D0-B0D29492077D}"/>
              </a:ext>
            </a:extLst>
          </p:cNvPr>
          <p:cNvGrpSpPr/>
          <p:nvPr/>
        </p:nvGrpSpPr>
        <p:grpSpPr>
          <a:xfrm>
            <a:off x="523758" y="4409741"/>
            <a:ext cx="987291" cy="740867"/>
            <a:chOff x="9474433" y="5983972"/>
            <a:chExt cx="987548" cy="390574"/>
          </a:xfrm>
        </p:grpSpPr>
        <p:sp>
          <p:nvSpPr>
            <p:cNvPr id="28" name="Rectangle 1630">
              <a:extLst>
                <a:ext uri="{FF2B5EF4-FFF2-40B4-BE49-F238E27FC236}">
                  <a16:creationId xmlns:a16="http://schemas.microsoft.com/office/drawing/2014/main" id="{657C3E26-1D0C-6794-0B25-5105A1805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F8AEB0BF-15CC-CBCD-3F5B-ECAA630A8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0" name="Group 115">
              <a:extLst>
                <a:ext uri="{FF2B5EF4-FFF2-40B4-BE49-F238E27FC236}">
                  <a16:creationId xmlns:a16="http://schemas.microsoft.com/office/drawing/2014/main" id="{AF3EC093-293A-188C-A1E3-DF4364FF7DC6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E29E625E-E5C5-9500-CCF8-A8F437D72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484">
                <a:extLst>
                  <a:ext uri="{FF2B5EF4-FFF2-40B4-BE49-F238E27FC236}">
                    <a16:creationId xmlns:a16="http://schemas.microsoft.com/office/drawing/2014/main" id="{BFEA76FE-FDCA-86B5-30BC-8DC992E5A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3" name="Group 104">
            <a:extLst>
              <a:ext uri="{FF2B5EF4-FFF2-40B4-BE49-F238E27FC236}">
                <a16:creationId xmlns:a16="http://schemas.microsoft.com/office/drawing/2014/main" id="{8F65725A-AAA5-0569-9187-E9CD1D32E001}"/>
              </a:ext>
            </a:extLst>
          </p:cNvPr>
          <p:cNvGrpSpPr/>
          <p:nvPr/>
        </p:nvGrpSpPr>
        <p:grpSpPr>
          <a:xfrm>
            <a:off x="1674642" y="4420515"/>
            <a:ext cx="987291" cy="740867"/>
            <a:chOff x="9474433" y="5983972"/>
            <a:chExt cx="987548" cy="390574"/>
          </a:xfrm>
        </p:grpSpPr>
        <p:sp>
          <p:nvSpPr>
            <p:cNvPr id="34" name="Rectangle 1630">
              <a:extLst>
                <a:ext uri="{FF2B5EF4-FFF2-40B4-BE49-F238E27FC236}">
                  <a16:creationId xmlns:a16="http://schemas.microsoft.com/office/drawing/2014/main" id="{4225D2FF-36CC-E48C-4CEE-90F39C25D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CD32145E-2A62-6D9A-53FE-D439430AC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6" name="Group 110">
              <a:extLst>
                <a:ext uri="{FF2B5EF4-FFF2-40B4-BE49-F238E27FC236}">
                  <a16:creationId xmlns:a16="http://schemas.microsoft.com/office/drawing/2014/main" id="{1E4B2C36-C91A-750B-1B5E-8D30CCAB1E66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3790A1F3-F1E1-E376-A03F-B4C5DC9A5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Rectangle 1484">
                <a:extLst>
                  <a:ext uri="{FF2B5EF4-FFF2-40B4-BE49-F238E27FC236}">
                    <a16:creationId xmlns:a16="http://schemas.microsoft.com/office/drawing/2014/main" id="{4A1F16C6-9F62-3685-0AA5-8E60643DD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39" name="Rectangle 1629">
            <a:extLst>
              <a:ext uri="{FF2B5EF4-FFF2-40B4-BE49-F238E27FC236}">
                <a16:creationId xmlns:a16="http://schemas.microsoft.com/office/drawing/2014/main" id="{624F733A-99D2-5A42-6AAD-575B0B48B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2772" y="274231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10">
            <a:extLst>
              <a:ext uri="{FF2B5EF4-FFF2-40B4-BE49-F238E27FC236}">
                <a16:creationId xmlns:a16="http://schemas.microsoft.com/office/drawing/2014/main" id="{C2E48322-F41E-FDC9-08DD-81DD95109061}"/>
              </a:ext>
            </a:extLst>
          </p:cNvPr>
          <p:cNvGrpSpPr/>
          <p:nvPr/>
        </p:nvGrpSpPr>
        <p:grpSpPr>
          <a:xfrm>
            <a:off x="1071940" y="1631569"/>
            <a:ext cx="1093644" cy="140395"/>
            <a:chOff x="7732445" y="2099978"/>
            <a:chExt cx="1104273" cy="140395"/>
          </a:xfrm>
        </p:grpSpPr>
        <p:sp>
          <p:nvSpPr>
            <p:cNvPr id="41" name="Rectangle 1622">
              <a:extLst>
                <a:ext uri="{FF2B5EF4-FFF2-40B4-BE49-F238E27FC236}">
                  <a16:creationId xmlns:a16="http://schemas.microsoft.com/office/drawing/2014/main" id="{517D2611-2D21-941F-F0B6-F923E137E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0E0E1436-9A6B-9576-640F-F86ACD8CF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3" name="Rectangle 1490">
            <a:extLst>
              <a:ext uri="{FF2B5EF4-FFF2-40B4-BE49-F238E27FC236}">
                <a16:creationId xmlns:a16="http://schemas.microsoft.com/office/drawing/2014/main" id="{A7DAFD19-35B1-E439-35F7-4FFA3AB0B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106" y="1771392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4" name="Rectangle 1491">
            <a:extLst>
              <a:ext uri="{FF2B5EF4-FFF2-40B4-BE49-F238E27FC236}">
                <a16:creationId xmlns:a16="http://schemas.microsoft.com/office/drawing/2014/main" id="{9E853433-4AF1-3686-F435-708A47FF5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668" y="3866926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620">
            <a:extLst>
              <a:ext uri="{FF2B5EF4-FFF2-40B4-BE49-F238E27FC236}">
                <a16:creationId xmlns:a16="http://schemas.microsoft.com/office/drawing/2014/main" id="{CE289F9A-323D-62E1-BE53-CC3624B58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197" y="3889494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490">
            <a:extLst>
              <a:ext uri="{FF2B5EF4-FFF2-40B4-BE49-F238E27FC236}">
                <a16:creationId xmlns:a16="http://schemas.microsoft.com/office/drawing/2014/main" id="{A262DDB6-16E2-98A2-7216-521D2BA6B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676" y="3971849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7DD9323B-E0E6-1CF3-BFE9-413169F01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739" y="400610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621">
            <a:extLst>
              <a:ext uri="{FF2B5EF4-FFF2-40B4-BE49-F238E27FC236}">
                <a16:creationId xmlns:a16="http://schemas.microsoft.com/office/drawing/2014/main" id="{383F4ADE-DF62-C8A6-8589-03EFE9E11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036" y="3031052"/>
            <a:ext cx="615601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myw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B4635239-BD55-8982-3253-EA6924BA1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933" y="2578461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08005BDC-74D5-8465-858E-E58C081A2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253" y="2402208"/>
            <a:ext cx="732759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zh-TW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myw</a:t>
            </a:r>
            <a:endParaRPr lang="en-IN" altLang="zh-TW" sz="1000">
              <a:solidFill>
                <a:srgbClr val="717074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C57959F4-6143-91D3-7B69-EFD647270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345" y="3018774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crmwt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92DC9985-48B8-00B5-9B00-BEA59CF05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132" y="2402208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myw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CFDE761E-25C8-4E36-9A27-FAAB5C581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84" y="3032974"/>
            <a:ext cx="644039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myw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Rectangle 1621">
            <a:extLst>
              <a:ext uri="{FF2B5EF4-FFF2-40B4-BE49-F238E27FC236}">
                <a16:creationId xmlns:a16="http://schemas.microsoft.com/office/drawing/2014/main" id="{DCC262BE-ABA0-5A98-7486-F09757588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7482" y="2567298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F51ED372-47CF-36ED-6611-44486ED3C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030" y="2094741"/>
            <a:ext cx="6580401" cy="2442018"/>
          </a:xfrm>
          <a:prstGeom prst="rect">
            <a:avLst/>
          </a:prstGeom>
        </p:spPr>
      </p:pic>
      <p:sp>
        <p:nvSpPr>
          <p:cNvPr id="57" name="圓角矩形 56">
            <a:extLst>
              <a:ext uri="{FF2B5EF4-FFF2-40B4-BE49-F238E27FC236}">
                <a16:creationId xmlns:a16="http://schemas.microsoft.com/office/drawing/2014/main" id="{EB1C7C6A-317A-1152-70DE-4FBBA30DB2EB}"/>
              </a:ext>
            </a:extLst>
          </p:cNvPr>
          <p:cNvSpPr/>
          <p:nvPr/>
        </p:nvSpPr>
        <p:spPr bwMode="gray">
          <a:xfrm>
            <a:off x="5950835" y="598538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Net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8" name="圓角矩形 57">
            <a:extLst>
              <a:ext uri="{FF2B5EF4-FFF2-40B4-BE49-F238E27FC236}">
                <a16:creationId xmlns:a16="http://schemas.microsoft.com/office/drawing/2014/main" id="{6FB93947-4ED4-EA1E-41E5-C4967C3DC659}"/>
              </a:ext>
            </a:extLst>
          </p:cNvPr>
          <p:cNvSpPr/>
          <p:nvPr/>
        </p:nvSpPr>
        <p:spPr bwMode="gray">
          <a:xfrm>
            <a:off x="5950836" y="1466870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9" name="Rectangle 1621">
            <a:extLst>
              <a:ext uri="{FF2B5EF4-FFF2-40B4-BE49-F238E27FC236}">
                <a16:creationId xmlns:a16="http://schemas.microsoft.com/office/drawing/2014/main" id="{3E8CC039-3381-EEC5-54BD-083312427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618" y="3017626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crmwt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045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5F97-3E9B-1EBB-C3AE-D4D7673A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E517E1-4ADC-AF24-7742-D2BD33E6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</a:t>
            </a:r>
            <a:r>
              <a:rPr lang="en-US" altLang="zh-TW" err="1">
                <a:latin typeface="Arial (本文)"/>
              </a:rPr>
              <a:t>Lnx</a:t>
            </a:r>
            <a:r>
              <a:rPr lang="en-US" altLang="zh-TW">
                <a:latin typeface="Arial (本文)"/>
              </a:rPr>
              <a:t>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BECA3340-20CE-FAD8-0AB3-4F7960D9123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EDD70687-4082-3BC4-365D-7388BC88634F}"/>
              </a:ext>
            </a:extLst>
          </p:cNvPr>
          <p:cNvSpPr txBox="1"/>
          <p:nvPr/>
        </p:nvSpPr>
        <p:spPr>
          <a:xfrm>
            <a:off x="1444190" y="533788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B2E0A8C-F4DF-1B90-0B26-EEA5D9C44885}"/>
              </a:ext>
            </a:extLst>
          </p:cNvPr>
          <p:cNvGraphicFramePr>
            <a:graphicFrameLocks noGrp="1"/>
          </p:cNvGraphicFramePr>
          <p:nvPr/>
        </p:nvGraphicFramePr>
        <p:xfrm>
          <a:off x="5869387" y="5337888"/>
          <a:ext cx="6108668" cy="106678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7918898"/>
                  </a:ext>
                </a:extLst>
              </a:tr>
            </a:tbl>
          </a:graphicData>
        </a:graphic>
      </p:graphicFrame>
      <p:sp>
        <p:nvSpPr>
          <p:cNvPr id="6" name="Rectangle 80">
            <a:extLst>
              <a:ext uri="{FF2B5EF4-FFF2-40B4-BE49-F238E27FC236}">
                <a16:creationId xmlns:a16="http://schemas.microsoft.com/office/drawing/2014/main" id="{E6E14118-A4B8-B62C-765D-808C07B8472B}"/>
              </a:ext>
            </a:extLst>
          </p:cNvPr>
          <p:cNvSpPr/>
          <p:nvPr/>
        </p:nvSpPr>
        <p:spPr>
          <a:xfrm>
            <a:off x="152869" y="986875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490">
            <a:extLst>
              <a:ext uri="{FF2B5EF4-FFF2-40B4-BE49-F238E27FC236}">
                <a16:creationId xmlns:a16="http://schemas.microsoft.com/office/drawing/2014/main" id="{C039CC05-F408-4008-32EE-E31B0BD64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4" y="1563465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1">
            <a:extLst>
              <a:ext uri="{FF2B5EF4-FFF2-40B4-BE49-F238E27FC236}">
                <a16:creationId xmlns:a16="http://schemas.microsoft.com/office/drawing/2014/main" id="{8E81D8CE-1EA9-42CE-F7EA-E78E344F8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92" y="1529519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619">
            <a:extLst>
              <a:ext uri="{FF2B5EF4-FFF2-40B4-BE49-F238E27FC236}">
                <a16:creationId xmlns:a16="http://schemas.microsoft.com/office/drawing/2014/main" id="{EB435257-0409-0B04-77B6-978FD45C6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110" y="1750041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0">
            <a:extLst>
              <a:ext uri="{FF2B5EF4-FFF2-40B4-BE49-F238E27FC236}">
                <a16:creationId xmlns:a16="http://schemas.microsoft.com/office/drawing/2014/main" id="{C7315A2B-EB77-22BB-C972-BCB5F2F05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0738" y="1529518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6">
            <a:extLst>
              <a:ext uri="{FF2B5EF4-FFF2-40B4-BE49-F238E27FC236}">
                <a16:creationId xmlns:a16="http://schemas.microsoft.com/office/drawing/2014/main" id="{B4F8B18C-4E79-9006-1FF2-DC671E667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241" y="257180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9">
            <a:extLst>
              <a:ext uri="{FF2B5EF4-FFF2-40B4-BE49-F238E27FC236}">
                <a16:creationId xmlns:a16="http://schemas.microsoft.com/office/drawing/2014/main" id="{3DE50ACB-DEF6-A352-64BF-869E6586C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102" y="257180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5" name="Group 101">
            <a:extLst>
              <a:ext uri="{FF2B5EF4-FFF2-40B4-BE49-F238E27FC236}">
                <a16:creationId xmlns:a16="http://schemas.microsoft.com/office/drawing/2014/main" id="{8473205C-5D96-1EAA-5D61-C2947D25B70E}"/>
              </a:ext>
            </a:extLst>
          </p:cNvPr>
          <p:cNvGrpSpPr/>
          <p:nvPr/>
        </p:nvGrpSpPr>
        <p:grpSpPr>
          <a:xfrm>
            <a:off x="3162128" y="4293159"/>
            <a:ext cx="987291" cy="740867"/>
            <a:chOff x="9474433" y="5983972"/>
            <a:chExt cx="987548" cy="390574"/>
          </a:xfrm>
        </p:grpSpPr>
        <p:sp>
          <p:nvSpPr>
            <p:cNvPr id="16" name="Rectangle 1630">
              <a:extLst>
                <a:ext uri="{FF2B5EF4-FFF2-40B4-BE49-F238E27FC236}">
                  <a16:creationId xmlns:a16="http://schemas.microsoft.com/office/drawing/2014/main" id="{01CADC7A-6CA4-DBB6-9320-F52308864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3C047D11-88D6-4C64-674D-512F30495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8" name="Group 125">
              <a:extLst>
                <a:ext uri="{FF2B5EF4-FFF2-40B4-BE49-F238E27FC236}">
                  <a16:creationId xmlns:a16="http://schemas.microsoft.com/office/drawing/2014/main" id="{690C9F25-8717-BAB7-BC37-078DEF09DCA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9" name="Rectangle 1630">
                <a:extLst>
                  <a:ext uri="{FF2B5EF4-FFF2-40B4-BE49-F238E27FC236}">
                    <a16:creationId xmlns:a16="http://schemas.microsoft.com/office/drawing/2014/main" id="{B5B3BB92-D559-FDB1-BDB1-5BE9D5BDF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Rectangle 1484">
                <a:extLst>
                  <a:ext uri="{FF2B5EF4-FFF2-40B4-BE49-F238E27FC236}">
                    <a16:creationId xmlns:a16="http://schemas.microsoft.com/office/drawing/2014/main" id="{BBACA13F-07C3-1021-D6FB-B01FF2CB1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1" name="Group 102">
            <a:extLst>
              <a:ext uri="{FF2B5EF4-FFF2-40B4-BE49-F238E27FC236}">
                <a16:creationId xmlns:a16="http://schemas.microsoft.com/office/drawing/2014/main" id="{B587E700-B129-76A5-70C4-0428D5E3B907}"/>
              </a:ext>
            </a:extLst>
          </p:cNvPr>
          <p:cNvGrpSpPr/>
          <p:nvPr/>
        </p:nvGrpSpPr>
        <p:grpSpPr>
          <a:xfrm>
            <a:off x="4272055" y="4298379"/>
            <a:ext cx="987291" cy="740867"/>
            <a:chOff x="9474433" y="5983972"/>
            <a:chExt cx="987548" cy="390574"/>
          </a:xfrm>
        </p:grpSpPr>
        <p:sp>
          <p:nvSpPr>
            <p:cNvPr id="22" name="Rectangle 1630">
              <a:extLst>
                <a:ext uri="{FF2B5EF4-FFF2-40B4-BE49-F238E27FC236}">
                  <a16:creationId xmlns:a16="http://schemas.microsoft.com/office/drawing/2014/main" id="{3EA932B6-F3B1-60ED-094A-F96ECF261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EA9F6614-E773-5109-1E4F-7F97C73E9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4" name="Group 120">
              <a:extLst>
                <a:ext uri="{FF2B5EF4-FFF2-40B4-BE49-F238E27FC236}">
                  <a16:creationId xmlns:a16="http://schemas.microsoft.com/office/drawing/2014/main" id="{ED86B2FF-4395-500D-482F-C4F03465A2E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5" name="Rectangle 1630">
                <a:extLst>
                  <a:ext uri="{FF2B5EF4-FFF2-40B4-BE49-F238E27FC236}">
                    <a16:creationId xmlns:a16="http://schemas.microsoft.com/office/drawing/2014/main" id="{665CC0B2-BF99-D9BF-778D-0BE98082E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6" name="Rectangle 1484">
                <a:extLst>
                  <a:ext uri="{FF2B5EF4-FFF2-40B4-BE49-F238E27FC236}">
                    <a16:creationId xmlns:a16="http://schemas.microsoft.com/office/drawing/2014/main" id="{C0B0B5C0-1F63-D1EF-17CC-09A822B0E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7" name="Group 103">
            <a:extLst>
              <a:ext uri="{FF2B5EF4-FFF2-40B4-BE49-F238E27FC236}">
                <a16:creationId xmlns:a16="http://schemas.microsoft.com/office/drawing/2014/main" id="{1DD88CA2-4F0C-2108-1BC6-BE858EE76C32}"/>
              </a:ext>
            </a:extLst>
          </p:cNvPr>
          <p:cNvGrpSpPr/>
          <p:nvPr/>
        </p:nvGrpSpPr>
        <p:grpSpPr>
          <a:xfrm>
            <a:off x="529161" y="4225251"/>
            <a:ext cx="987291" cy="740867"/>
            <a:chOff x="9474433" y="5983972"/>
            <a:chExt cx="987548" cy="390574"/>
          </a:xfrm>
        </p:grpSpPr>
        <p:sp>
          <p:nvSpPr>
            <p:cNvPr id="28" name="Rectangle 1630">
              <a:extLst>
                <a:ext uri="{FF2B5EF4-FFF2-40B4-BE49-F238E27FC236}">
                  <a16:creationId xmlns:a16="http://schemas.microsoft.com/office/drawing/2014/main" id="{A0F2D3A5-BA92-9156-0D10-4C25066A1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7751FD0B-F093-7853-EB44-8A7A84B66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0" name="Group 115">
              <a:extLst>
                <a:ext uri="{FF2B5EF4-FFF2-40B4-BE49-F238E27FC236}">
                  <a16:creationId xmlns:a16="http://schemas.microsoft.com/office/drawing/2014/main" id="{8AF32A9D-E824-D013-D94E-25B0F727046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800DB577-EBED-B224-0336-4B21480EC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484">
                <a:extLst>
                  <a:ext uri="{FF2B5EF4-FFF2-40B4-BE49-F238E27FC236}">
                    <a16:creationId xmlns:a16="http://schemas.microsoft.com/office/drawing/2014/main" id="{E9306A3D-DCFA-881A-E513-792B5D15A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3" name="Group 104">
            <a:extLst>
              <a:ext uri="{FF2B5EF4-FFF2-40B4-BE49-F238E27FC236}">
                <a16:creationId xmlns:a16="http://schemas.microsoft.com/office/drawing/2014/main" id="{12990CAA-5599-49F1-8F16-2083AB2A52E0}"/>
              </a:ext>
            </a:extLst>
          </p:cNvPr>
          <p:cNvGrpSpPr/>
          <p:nvPr/>
        </p:nvGrpSpPr>
        <p:grpSpPr>
          <a:xfrm>
            <a:off x="1680045" y="4236025"/>
            <a:ext cx="987291" cy="740867"/>
            <a:chOff x="9474433" y="5983972"/>
            <a:chExt cx="987548" cy="390574"/>
          </a:xfrm>
        </p:grpSpPr>
        <p:sp>
          <p:nvSpPr>
            <p:cNvPr id="34" name="Rectangle 1630">
              <a:extLst>
                <a:ext uri="{FF2B5EF4-FFF2-40B4-BE49-F238E27FC236}">
                  <a16:creationId xmlns:a16="http://schemas.microsoft.com/office/drawing/2014/main" id="{BA3C98C1-C6B8-75EF-3918-608A96287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BCDC31F1-07D2-1809-3B93-B2899FA7F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6" name="Group 110">
              <a:extLst>
                <a:ext uri="{FF2B5EF4-FFF2-40B4-BE49-F238E27FC236}">
                  <a16:creationId xmlns:a16="http://schemas.microsoft.com/office/drawing/2014/main" id="{64DC4291-06BD-B4A4-1BE4-CE69793A261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4A9C114E-CCFC-D220-263D-D6AFEFE79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Rectangle 1484">
                <a:extLst>
                  <a:ext uri="{FF2B5EF4-FFF2-40B4-BE49-F238E27FC236}">
                    <a16:creationId xmlns:a16="http://schemas.microsoft.com/office/drawing/2014/main" id="{9EC351D5-7FE2-CBB7-D49B-88DA482D9B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39" name="Rectangle 1629">
            <a:extLst>
              <a:ext uri="{FF2B5EF4-FFF2-40B4-BE49-F238E27FC236}">
                <a16:creationId xmlns:a16="http://schemas.microsoft.com/office/drawing/2014/main" id="{D6FC1804-CB67-C938-25AD-F0A0E75CC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175" y="255782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10">
            <a:extLst>
              <a:ext uri="{FF2B5EF4-FFF2-40B4-BE49-F238E27FC236}">
                <a16:creationId xmlns:a16="http://schemas.microsoft.com/office/drawing/2014/main" id="{2242012F-1AB7-E0E5-2CF1-B87B515CD2D8}"/>
              </a:ext>
            </a:extLst>
          </p:cNvPr>
          <p:cNvGrpSpPr/>
          <p:nvPr/>
        </p:nvGrpSpPr>
        <p:grpSpPr>
          <a:xfrm>
            <a:off x="1077343" y="1447079"/>
            <a:ext cx="1093644" cy="140395"/>
            <a:chOff x="7732445" y="2099978"/>
            <a:chExt cx="1104273" cy="140395"/>
          </a:xfrm>
        </p:grpSpPr>
        <p:sp>
          <p:nvSpPr>
            <p:cNvPr id="41" name="Rectangle 1622">
              <a:extLst>
                <a:ext uri="{FF2B5EF4-FFF2-40B4-BE49-F238E27FC236}">
                  <a16:creationId xmlns:a16="http://schemas.microsoft.com/office/drawing/2014/main" id="{B03E7E3A-FBF7-4E99-6D5C-69ADFE604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6E4A8FAA-E3D5-9756-8DB9-D459C89B7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3" name="Rectangle 1490">
            <a:extLst>
              <a:ext uri="{FF2B5EF4-FFF2-40B4-BE49-F238E27FC236}">
                <a16:creationId xmlns:a16="http://schemas.microsoft.com/office/drawing/2014/main" id="{F638F1A0-66AE-B078-3762-6679B4406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509" y="1586902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4" name="Rectangle 1491">
            <a:extLst>
              <a:ext uri="{FF2B5EF4-FFF2-40B4-BE49-F238E27FC236}">
                <a16:creationId xmlns:a16="http://schemas.microsoft.com/office/drawing/2014/main" id="{914A3A97-4F6D-F5A9-EECC-EAE9E8D7C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71" y="3682436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620">
            <a:extLst>
              <a:ext uri="{FF2B5EF4-FFF2-40B4-BE49-F238E27FC236}">
                <a16:creationId xmlns:a16="http://schemas.microsoft.com/office/drawing/2014/main" id="{88F58470-A3EA-F5D1-22F4-1F235194B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600" y="3705004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490">
            <a:extLst>
              <a:ext uri="{FF2B5EF4-FFF2-40B4-BE49-F238E27FC236}">
                <a16:creationId xmlns:a16="http://schemas.microsoft.com/office/drawing/2014/main" id="{D4BBF1AB-A875-DC95-BDD6-E1F9A0FF0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079" y="3787359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B9C5FA03-8796-0E62-061A-029183F08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142" y="382161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621">
            <a:extLst>
              <a:ext uri="{FF2B5EF4-FFF2-40B4-BE49-F238E27FC236}">
                <a16:creationId xmlns:a16="http://schemas.microsoft.com/office/drawing/2014/main" id="{C2DACD7A-E2CF-9E61-9D3A-620CC29A0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658" y="2349063"/>
            <a:ext cx="505046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AB9D9B6E-4DD6-32E6-97D6-7ACB9F267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214" y="2909993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E8E0B226-B89E-32D2-BC1D-05A681579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475" y="3002428"/>
            <a:ext cx="732627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65B4C46D-39E0-247E-041A-873D3F891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916" y="2540824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2263E8A7-DBB5-56DC-655D-F91439A3D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114" y="2984960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eHR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1D834799-E99D-B558-F63D-A9907E5FB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029" y="2355776"/>
            <a:ext cx="644039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eHR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B079D80B-7570-F2FA-4426-A0C613D07A9F}"/>
              </a:ext>
            </a:extLst>
          </p:cNvPr>
          <p:cNvSpPr/>
          <p:nvPr/>
        </p:nvSpPr>
        <p:spPr bwMode="gray">
          <a:xfrm>
            <a:off x="5926985" y="374247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Net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49107BF1-56B0-2A7F-F770-0DDC00D398BE}"/>
              </a:ext>
            </a:extLst>
          </p:cNvPr>
          <p:cNvSpPr/>
          <p:nvPr/>
        </p:nvSpPr>
        <p:spPr bwMode="gray">
          <a:xfrm>
            <a:off x="5894271" y="4541580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C7338684-3022-2F5C-B2DD-09AD86499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118" y="1005188"/>
            <a:ext cx="6604707" cy="2471466"/>
          </a:xfrm>
          <a:prstGeom prst="rect">
            <a:avLst/>
          </a:prstGeom>
        </p:spPr>
      </p:pic>
      <p:sp>
        <p:nvSpPr>
          <p:cNvPr id="57" name="Rectangle 1621">
            <a:extLst>
              <a:ext uri="{FF2B5EF4-FFF2-40B4-BE49-F238E27FC236}">
                <a16:creationId xmlns:a16="http://schemas.microsoft.com/office/drawing/2014/main" id="{A582AA59-36E6-8A68-DFEF-5A1D2B528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38" y="2909993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EAI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621">
            <a:extLst>
              <a:ext uri="{FF2B5EF4-FFF2-40B4-BE49-F238E27FC236}">
                <a16:creationId xmlns:a16="http://schemas.microsoft.com/office/drawing/2014/main" id="{36BA5585-B680-02AF-9E7E-2C71D4DAA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588" y="2540824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EAI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635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8503-2EF3-A6D8-6FDA-9D1FCE90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3F27AE-E0FA-1181-4DF2-1F94DB8D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lang="en" altLang="zh-TW"/>
              <a:t>Architecture</a:t>
            </a:r>
            <a:r>
              <a:rPr lang="zh-TW" altLang="en-US"/>
              <a:t> </a:t>
            </a:r>
            <a:r>
              <a:rPr lang="en" altLang="zh-TW"/>
              <a:t>Design For MGMT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7577E2-B150-80E9-55CA-FE8087BD603E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992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D14A-EFEB-9310-F6F2-579E84B7F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82EF5E-C70E-E8B2-AD1B-D88BAAF6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MGMT Domain 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4D86602-37C2-6E06-FFA1-D357B069FA1A}"/>
              </a:ext>
            </a:extLst>
          </p:cNvPr>
          <p:cNvGrpSpPr/>
          <p:nvPr/>
        </p:nvGrpSpPr>
        <p:grpSpPr>
          <a:xfrm>
            <a:off x="3694430" y="127947"/>
            <a:ext cx="4989030" cy="582235"/>
            <a:chOff x="7013317" y="1563598"/>
            <a:chExt cx="4366401" cy="1698272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BC05B163-096E-AA9D-69FC-CF12A66FF7ED}"/>
                </a:ext>
              </a:extLst>
            </p:cNvPr>
            <p:cNvSpPr txBox="1"/>
            <p:nvPr/>
          </p:nvSpPr>
          <p:spPr>
            <a:xfrm>
              <a:off x="7941651" y="1563598"/>
              <a:ext cx="2991984" cy="10769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endParaRPr lang="en-US" sz="2399" b="1" u="sng">
                <a:solidFill>
                  <a:schemeClr val="tx1">
                    <a:lumMod val="95000"/>
                    <a:lumOff val="5000"/>
                  </a:schemeClr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BB01C892-06D1-1E95-3593-1F85C669DDB1}"/>
                </a:ext>
              </a:extLst>
            </p:cNvPr>
            <p:cNvSpPr txBox="1"/>
            <p:nvPr/>
          </p:nvSpPr>
          <p:spPr>
            <a:xfrm>
              <a:off x="7013317" y="2442338"/>
              <a:ext cx="1904756" cy="7386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  <a:b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</a:b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885BEA72-5579-D720-3A4B-119C2A1FF872}"/>
                </a:ext>
              </a:extLst>
            </p:cNvPr>
            <p:cNvSpPr txBox="1"/>
            <p:nvPr/>
          </p:nvSpPr>
          <p:spPr>
            <a:xfrm>
              <a:off x="9579661" y="2446306"/>
              <a:ext cx="1800057" cy="8155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</a:p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</p:grpSp>
      <p:sp>
        <p:nvSpPr>
          <p:cNvPr id="12" name="副標題 11">
            <a:extLst>
              <a:ext uri="{FF2B5EF4-FFF2-40B4-BE49-F238E27FC236}">
                <a16:creationId xmlns:a16="http://schemas.microsoft.com/office/drawing/2014/main" id="{AD948E5A-F8D2-2E05-EF0E-360E77FE9B35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endParaRPr lang="en-US"/>
          </a:p>
        </p:txBody>
      </p:sp>
      <p:grpSp>
        <p:nvGrpSpPr>
          <p:cNvPr id="9364" name="Group 79">
            <a:extLst>
              <a:ext uri="{FF2B5EF4-FFF2-40B4-BE49-F238E27FC236}">
                <a16:creationId xmlns:a16="http://schemas.microsoft.com/office/drawing/2014/main" id="{2920D2D5-3378-1857-7F4D-3C58798D773A}"/>
              </a:ext>
            </a:extLst>
          </p:cNvPr>
          <p:cNvGrpSpPr/>
          <p:nvPr/>
        </p:nvGrpSpPr>
        <p:grpSpPr>
          <a:xfrm>
            <a:off x="3222434" y="233677"/>
            <a:ext cx="5341574" cy="2293191"/>
            <a:chOff x="1317226" y="3852345"/>
            <a:chExt cx="5342965" cy="2293788"/>
          </a:xfrm>
        </p:grpSpPr>
        <p:sp>
          <p:nvSpPr>
            <p:cNvPr id="9365" name="Rectangle 80">
              <a:extLst>
                <a:ext uri="{FF2B5EF4-FFF2-40B4-BE49-F238E27FC236}">
                  <a16:creationId xmlns:a16="http://schemas.microsoft.com/office/drawing/2014/main" id="{34150F4C-7B2E-A646-B396-80F305A945EA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7" name="Rectangle 1491">
              <a:extLst>
                <a:ext uri="{FF2B5EF4-FFF2-40B4-BE49-F238E27FC236}">
                  <a16:creationId xmlns:a16="http://schemas.microsoft.com/office/drawing/2014/main" id="{025B6096-8593-1F17-CB59-DD12E6C74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8" name="Rectangle 1619">
              <a:extLst>
                <a:ext uri="{FF2B5EF4-FFF2-40B4-BE49-F238E27FC236}">
                  <a16:creationId xmlns:a16="http://schemas.microsoft.com/office/drawing/2014/main" id="{A7D3C195-4912-1736-2737-40416D97D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9" name="Rectangle 1620">
              <a:extLst>
                <a:ext uri="{FF2B5EF4-FFF2-40B4-BE49-F238E27FC236}">
                  <a16:creationId xmlns:a16="http://schemas.microsoft.com/office/drawing/2014/main" id="{4EC71480-B60B-511D-2AC0-D204B369F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0" name="Rectangle 1626">
              <a:extLst>
                <a:ext uri="{FF2B5EF4-FFF2-40B4-BE49-F238E27FC236}">
                  <a16:creationId xmlns:a16="http://schemas.microsoft.com/office/drawing/2014/main" id="{BF41E2F4-412A-2C47-FF0F-3FDC0A9F4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1" name="Rectangle 1629">
              <a:extLst>
                <a:ext uri="{FF2B5EF4-FFF2-40B4-BE49-F238E27FC236}">
                  <a16:creationId xmlns:a16="http://schemas.microsoft.com/office/drawing/2014/main" id="{EA56A955-98C0-B131-F36B-FB7F704E2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9372" name="Group 101">
              <a:extLst>
                <a:ext uri="{FF2B5EF4-FFF2-40B4-BE49-F238E27FC236}">
                  <a16:creationId xmlns:a16="http://schemas.microsoft.com/office/drawing/2014/main" id="{96F0072C-B861-9789-29C8-C92FDA2D6113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392" name="Rectangle 1630">
                <a:extLst>
                  <a:ext uri="{FF2B5EF4-FFF2-40B4-BE49-F238E27FC236}">
                    <a16:creationId xmlns:a16="http://schemas.microsoft.com/office/drawing/2014/main" id="{9B5E0C68-AA5F-0C92-B63C-4DA413F86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93" name="Rectangle 1630">
                <a:extLst>
                  <a:ext uri="{FF2B5EF4-FFF2-40B4-BE49-F238E27FC236}">
                    <a16:creationId xmlns:a16="http://schemas.microsoft.com/office/drawing/2014/main" id="{B56158A2-5ACC-9BA9-B9C5-0C0A0B9A1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94" name="Group 125">
                <a:extLst>
                  <a:ext uri="{FF2B5EF4-FFF2-40B4-BE49-F238E27FC236}">
                    <a16:creationId xmlns:a16="http://schemas.microsoft.com/office/drawing/2014/main" id="{2B891967-D5DD-D346-59E7-F3A69E6ED8B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5" name="Rectangle 1630">
                  <a:extLst>
                    <a:ext uri="{FF2B5EF4-FFF2-40B4-BE49-F238E27FC236}">
                      <a16:creationId xmlns:a16="http://schemas.microsoft.com/office/drawing/2014/main" id="{7CDA4C1A-1D2D-E328-EB52-E825C8B0D3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6" name="Rectangle 1484">
                  <a:extLst>
                    <a:ext uri="{FF2B5EF4-FFF2-40B4-BE49-F238E27FC236}">
                      <a16:creationId xmlns:a16="http://schemas.microsoft.com/office/drawing/2014/main" id="{CE2AD947-5FCF-E3CD-18FC-0F2261B714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3" name="Group 102">
              <a:extLst>
                <a:ext uri="{FF2B5EF4-FFF2-40B4-BE49-F238E27FC236}">
                  <a16:creationId xmlns:a16="http://schemas.microsoft.com/office/drawing/2014/main" id="{FEEB1F32-6082-1D5F-4AF0-1F695A27A6FC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387" name="Rectangle 1630">
                <a:extLst>
                  <a:ext uri="{FF2B5EF4-FFF2-40B4-BE49-F238E27FC236}">
                    <a16:creationId xmlns:a16="http://schemas.microsoft.com/office/drawing/2014/main" id="{5D91F8CD-92A4-16C2-04DB-9C6D7D952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8" name="Rectangle 1630">
                <a:extLst>
                  <a:ext uri="{FF2B5EF4-FFF2-40B4-BE49-F238E27FC236}">
                    <a16:creationId xmlns:a16="http://schemas.microsoft.com/office/drawing/2014/main" id="{BEBE2D48-DDFB-E87B-2341-AEC24C08D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9" name="Group 120">
                <a:extLst>
                  <a:ext uri="{FF2B5EF4-FFF2-40B4-BE49-F238E27FC236}">
                    <a16:creationId xmlns:a16="http://schemas.microsoft.com/office/drawing/2014/main" id="{9A3B54D2-657B-9EF2-2177-4C522D8BCBCA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0" name="Rectangle 1630">
                  <a:extLst>
                    <a:ext uri="{FF2B5EF4-FFF2-40B4-BE49-F238E27FC236}">
                      <a16:creationId xmlns:a16="http://schemas.microsoft.com/office/drawing/2014/main" id="{D53BF7DC-DA13-312E-2D02-188A7F8BF9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1" name="Rectangle 1484">
                  <a:extLst>
                    <a:ext uri="{FF2B5EF4-FFF2-40B4-BE49-F238E27FC236}">
                      <a16:creationId xmlns:a16="http://schemas.microsoft.com/office/drawing/2014/main" id="{DBE7ECEB-963B-2517-2218-5F76675EF9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4" name="Group 103">
              <a:extLst>
                <a:ext uri="{FF2B5EF4-FFF2-40B4-BE49-F238E27FC236}">
                  <a16:creationId xmlns:a16="http://schemas.microsoft.com/office/drawing/2014/main" id="{A8CE6937-2A64-4BE5-6968-B120FF5A7F91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9382" name="Rectangle 1630">
                <a:extLst>
                  <a:ext uri="{FF2B5EF4-FFF2-40B4-BE49-F238E27FC236}">
                    <a16:creationId xmlns:a16="http://schemas.microsoft.com/office/drawing/2014/main" id="{C6802E1D-EEA6-F382-BA3A-A88BEA30D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3" name="Rectangle 1630">
                <a:extLst>
                  <a:ext uri="{FF2B5EF4-FFF2-40B4-BE49-F238E27FC236}">
                    <a16:creationId xmlns:a16="http://schemas.microsoft.com/office/drawing/2014/main" id="{F36A2D3D-95CE-35D6-7461-052EC1A88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4" name="Group 115">
                <a:extLst>
                  <a:ext uri="{FF2B5EF4-FFF2-40B4-BE49-F238E27FC236}">
                    <a16:creationId xmlns:a16="http://schemas.microsoft.com/office/drawing/2014/main" id="{5BB474EA-61F2-743C-D793-135091448B85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5" name="Rectangle 1630">
                  <a:extLst>
                    <a:ext uri="{FF2B5EF4-FFF2-40B4-BE49-F238E27FC236}">
                      <a16:creationId xmlns:a16="http://schemas.microsoft.com/office/drawing/2014/main" id="{D31FAC49-D3C2-1168-0820-03272709AF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6" name="Rectangle 1484">
                  <a:extLst>
                    <a:ext uri="{FF2B5EF4-FFF2-40B4-BE49-F238E27FC236}">
                      <a16:creationId xmlns:a16="http://schemas.microsoft.com/office/drawing/2014/main" id="{8ECC2858-4B4F-5756-6957-58E371D324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5" name="Group 104">
              <a:extLst>
                <a:ext uri="{FF2B5EF4-FFF2-40B4-BE49-F238E27FC236}">
                  <a16:creationId xmlns:a16="http://schemas.microsoft.com/office/drawing/2014/main" id="{619EF3DB-1FDC-8D51-DAC8-DA55F42D5D30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9377" name="Rectangle 1630">
                <a:extLst>
                  <a:ext uri="{FF2B5EF4-FFF2-40B4-BE49-F238E27FC236}">
                    <a16:creationId xmlns:a16="http://schemas.microsoft.com/office/drawing/2014/main" id="{B6FA83FA-5930-D0CA-AC45-CD92DA84C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78" name="Rectangle 1630">
                <a:extLst>
                  <a:ext uri="{FF2B5EF4-FFF2-40B4-BE49-F238E27FC236}">
                    <a16:creationId xmlns:a16="http://schemas.microsoft.com/office/drawing/2014/main" id="{304ABB5C-659A-6A0D-C864-E248EACCD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79" name="Group 110">
                <a:extLst>
                  <a:ext uri="{FF2B5EF4-FFF2-40B4-BE49-F238E27FC236}">
                    <a16:creationId xmlns:a16="http://schemas.microsoft.com/office/drawing/2014/main" id="{89B4FDE3-419F-9538-8AC7-EDB05671FC3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0" name="Rectangle 1630">
                  <a:extLst>
                    <a:ext uri="{FF2B5EF4-FFF2-40B4-BE49-F238E27FC236}">
                      <a16:creationId xmlns:a16="http://schemas.microsoft.com/office/drawing/2014/main" id="{256F314D-CF16-BECF-B955-4A7CA7A905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1" name="Rectangle 1484">
                  <a:extLst>
                    <a:ext uri="{FF2B5EF4-FFF2-40B4-BE49-F238E27FC236}">
                      <a16:creationId xmlns:a16="http://schemas.microsoft.com/office/drawing/2014/main" id="{28F83C34-3C1D-1C79-415A-EA29942DE5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9376" name="Rectangle 1629">
              <a:extLst>
                <a:ext uri="{FF2B5EF4-FFF2-40B4-BE49-F238E27FC236}">
                  <a16:creationId xmlns:a16="http://schemas.microsoft.com/office/drawing/2014/main" id="{A56A43A0-C2C0-B7D3-A456-9E975387F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397" name="Rectangle 1490">
            <a:extLst>
              <a:ext uri="{FF2B5EF4-FFF2-40B4-BE49-F238E27FC236}">
                <a16:creationId xmlns:a16="http://schemas.microsoft.com/office/drawing/2014/main" id="{F6160841-C5CD-FB0F-8DBE-8686A7AA3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163" y="322631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MGMT Cluster 1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9398" name="Group 10">
            <a:extLst>
              <a:ext uri="{FF2B5EF4-FFF2-40B4-BE49-F238E27FC236}">
                <a16:creationId xmlns:a16="http://schemas.microsoft.com/office/drawing/2014/main" id="{5AF2A8BE-F0CB-A74E-CB13-5C368AE80706}"/>
              </a:ext>
            </a:extLst>
          </p:cNvPr>
          <p:cNvGrpSpPr/>
          <p:nvPr/>
        </p:nvGrpSpPr>
        <p:grpSpPr>
          <a:xfrm>
            <a:off x="4332235" y="832033"/>
            <a:ext cx="1087284" cy="140395"/>
            <a:chOff x="7732445" y="2099978"/>
            <a:chExt cx="1104273" cy="140395"/>
          </a:xfrm>
        </p:grpSpPr>
        <p:sp>
          <p:nvSpPr>
            <p:cNvPr id="9399" name="Rectangle 1622">
              <a:extLst>
                <a:ext uri="{FF2B5EF4-FFF2-40B4-BE49-F238E27FC236}">
                  <a16:creationId xmlns:a16="http://schemas.microsoft.com/office/drawing/2014/main" id="{085E3D01-D5C1-F7EE-281E-E2A593F39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400" name="Rectangle 1622">
              <a:extLst>
                <a:ext uri="{FF2B5EF4-FFF2-40B4-BE49-F238E27FC236}">
                  <a16:creationId xmlns:a16="http://schemas.microsoft.com/office/drawing/2014/main" id="{FEA937B0-25E5-5BC7-1812-024DDC6AA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402" name="Rectangle 1491">
            <a:extLst>
              <a:ext uri="{FF2B5EF4-FFF2-40B4-BE49-F238E27FC236}">
                <a16:creationId xmlns:a16="http://schemas.microsoft.com/office/drawing/2014/main" id="{1F5923F5-5455-D643-E22B-D61476235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1166" y="1456475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3" name="Rectangle 1620">
            <a:extLst>
              <a:ext uri="{FF2B5EF4-FFF2-40B4-BE49-F238E27FC236}">
                <a16:creationId xmlns:a16="http://schemas.microsoft.com/office/drawing/2014/main" id="{7152FC55-5A86-D0AD-DC8C-F8C791FB8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6793" y="1501464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4" name="Rectangle 1490">
            <a:extLst>
              <a:ext uri="{FF2B5EF4-FFF2-40B4-BE49-F238E27FC236}">
                <a16:creationId xmlns:a16="http://schemas.microsoft.com/office/drawing/2014/main" id="{232DD5BD-CF40-E8CC-F489-58EF06731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926" y="1509595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5" name="Rectangle 1490">
            <a:extLst>
              <a:ext uri="{FF2B5EF4-FFF2-40B4-BE49-F238E27FC236}">
                <a16:creationId xmlns:a16="http://schemas.microsoft.com/office/drawing/2014/main" id="{156395A8-6306-A5F0-C7A2-FE83CB87F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677" y="1531244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9AA67FDD-37C8-285E-449D-1EF3CF6C2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171" y="1035366"/>
            <a:ext cx="1608454" cy="31695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MGMT 1 VC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E882CD71-F8C5-ABAB-02E8-B12EDE246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850" y="1080163"/>
            <a:ext cx="1829201" cy="324921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MGMT 1 Aira Suite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62" name="Rectangle 1553">
            <a:extLst>
              <a:ext uri="{FF2B5EF4-FFF2-40B4-BE49-F238E27FC236}">
                <a16:creationId xmlns:a16="http://schemas.microsoft.com/office/drawing/2014/main" id="{79CDE942-68F0-3AEA-CDD0-0A95B9D57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710" y="3202435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63" name="Rectangle 1554">
            <a:extLst>
              <a:ext uri="{FF2B5EF4-FFF2-40B4-BE49-F238E27FC236}">
                <a16:creationId xmlns:a16="http://schemas.microsoft.com/office/drawing/2014/main" id="{448BB10F-0D9C-D63F-5034-A875272AA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8112" y="3113747"/>
            <a:ext cx="2378662" cy="993102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1" name="Rectangle 1558">
            <a:extLst>
              <a:ext uri="{FF2B5EF4-FFF2-40B4-BE49-F238E27FC236}">
                <a16:creationId xmlns:a16="http://schemas.microsoft.com/office/drawing/2014/main" id="{A1A6ABB0-6A56-7229-7D7D-DB3DA280A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7437" y="3489789"/>
            <a:ext cx="460135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6" name="Rectangle 1561">
            <a:extLst>
              <a:ext uri="{FF2B5EF4-FFF2-40B4-BE49-F238E27FC236}">
                <a16:creationId xmlns:a16="http://schemas.microsoft.com/office/drawing/2014/main" id="{2D1D22AF-FE95-208B-5BC9-607165CC6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0572" y="3489789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7" name="Rectangle 1490">
            <a:extLst>
              <a:ext uri="{FF2B5EF4-FFF2-40B4-BE49-F238E27FC236}">
                <a16:creationId xmlns:a16="http://schemas.microsoft.com/office/drawing/2014/main" id="{DC9B80A9-BFF5-0D41-B980-7E6E75A5B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027" y="2913010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8" name="Rectangle 1621">
            <a:extLst>
              <a:ext uri="{FF2B5EF4-FFF2-40B4-BE49-F238E27FC236}">
                <a16:creationId xmlns:a16="http://schemas.microsoft.com/office/drawing/2014/main" id="{5C084F18-3122-A3A5-8870-5BEDDEE78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1567" y="350218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22" name="Rectangle 1493">
            <a:extLst>
              <a:ext uri="{FF2B5EF4-FFF2-40B4-BE49-F238E27FC236}">
                <a16:creationId xmlns:a16="http://schemas.microsoft.com/office/drawing/2014/main" id="{7A4CC431-D9F6-1FF8-A287-0626EAFAB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9342" y="3639947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423" name="Rectangle 1493">
            <a:extLst>
              <a:ext uri="{FF2B5EF4-FFF2-40B4-BE49-F238E27FC236}">
                <a16:creationId xmlns:a16="http://schemas.microsoft.com/office/drawing/2014/main" id="{6D831FD2-C670-F48C-9F42-78ECE1AB1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7959" y="3639219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424" name="Rectangle 1493">
            <a:extLst>
              <a:ext uri="{FF2B5EF4-FFF2-40B4-BE49-F238E27FC236}">
                <a16:creationId xmlns:a16="http://schemas.microsoft.com/office/drawing/2014/main" id="{5FCE7489-F473-530F-4311-D66633080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900" y="3638491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425" name="Rectangle 152">
            <a:extLst>
              <a:ext uri="{FF2B5EF4-FFF2-40B4-BE49-F238E27FC236}">
                <a16:creationId xmlns:a16="http://schemas.microsoft.com/office/drawing/2014/main" id="{BFA2AA4A-785E-12D3-CBCA-0A9FA888EEAB}"/>
              </a:ext>
            </a:extLst>
          </p:cNvPr>
          <p:cNvSpPr/>
          <p:nvPr/>
        </p:nvSpPr>
        <p:spPr>
          <a:xfrm>
            <a:off x="9057814" y="2838546"/>
            <a:ext cx="2655306" cy="1350767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53" name="Rectangle 22">
            <a:extLst>
              <a:ext uri="{FF2B5EF4-FFF2-40B4-BE49-F238E27FC236}">
                <a16:creationId xmlns:a16="http://schemas.microsoft.com/office/drawing/2014/main" id="{D7B42BE2-1683-0012-0D45-D9B48E9BD3AC}"/>
              </a:ext>
            </a:extLst>
          </p:cNvPr>
          <p:cNvSpPr/>
          <p:nvPr/>
        </p:nvSpPr>
        <p:spPr>
          <a:xfrm>
            <a:off x="8955507" y="1172848"/>
            <a:ext cx="2800903" cy="1350652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54" name="Rectangle 1553">
            <a:extLst>
              <a:ext uri="{FF2B5EF4-FFF2-40B4-BE49-F238E27FC236}">
                <a16:creationId xmlns:a16="http://schemas.microsoft.com/office/drawing/2014/main" id="{58EC59F0-76B7-6E6E-7E5D-A332F66FE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427" y="1504646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55" name="Rectangle 1554">
            <a:extLst>
              <a:ext uri="{FF2B5EF4-FFF2-40B4-BE49-F238E27FC236}">
                <a16:creationId xmlns:a16="http://schemas.microsoft.com/office/drawing/2014/main" id="{6DF48A99-E160-E984-514B-0ED8CE7CE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9829" y="1415958"/>
            <a:ext cx="2378662" cy="993102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58" name="Rectangle 1490">
            <a:extLst>
              <a:ext uri="{FF2B5EF4-FFF2-40B4-BE49-F238E27FC236}">
                <a16:creationId xmlns:a16="http://schemas.microsoft.com/office/drawing/2014/main" id="{1E93B197-55EF-D765-D407-E7C2155C9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5744" y="1215221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60" name="Rectangle 1493">
            <a:extLst>
              <a:ext uri="{FF2B5EF4-FFF2-40B4-BE49-F238E27FC236}">
                <a16:creationId xmlns:a16="http://schemas.microsoft.com/office/drawing/2014/main" id="{65C994C2-568B-938E-53B7-861E5AA73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399" y="1942158"/>
            <a:ext cx="30458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I</a:t>
            </a:r>
          </a:p>
        </p:txBody>
      </p:sp>
      <p:sp>
        <p:nvSpPr>
          <p:cNvPr id="9478" name="Rectangle 1553">
            <a:extLst>
              <a:ext uri="{FF2B5EF4-FFF2-40B4-BE49-F238E27FC236}">
                <a16:creationId xmlns:a16="http://schemas.microsoft.com/office/drawing/2014/main" id="{E1C7B974-70AA-282C-B340-7C3382B93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249" y="2931502"/>
            <a:ext cx="581868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79" name="Rectangle 1554">
            <a:extLst>
              <a:ext uri="{FF2B5EF4-FFF2-40B4-BE49-F238E27FC236}">
                <a16:creationId xmlns:a16="http://schemas.microsoft.com/office/drawing/2014/main" id="{9E40D653-E1E1-98B5-2674-1C7F2D9D2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650" y="2842814"/>
            <a:ext cx="2532023" cy="1112478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80" name="Rectangle 1558">
            <a:extLst>
              <a:ext uri="{FF2B5EF4-FFF2-40B4-BE49-F238E27FC236}">
                <a16:creationId xmlns:a16="http://schemas.microsoft.com/office/drawing/2014/main" id="{BDB22963-1790-79B2-0C83-CDEDA4D74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976" y="3218855"/>
            <a:ext cx="489802" cy="50655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81" name="Rectangle 1561">
            <a:extLst>
              <a:ext uri="{FF2B5EF4-FFF2-40B4-BE49-F238E27FC236}">
                <a16:creationId xmlns:a16="http://schemas.microsoft.com/office/drawing/2014/main" id="{24AC97CB-5452-0669-11B3-E120B40B6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111" y="3218855"/>
            <a:ext cx="488114" cy="50655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82" name="Rectangle 1490">
            <a:extLst>
              <a:ext uri="{FF2B5EF4-FFF2-40B4-BE49-F238E27FC236}">
                <a16:creationId xmlns:a16="http://schemas.microsoft.com/office/drawing/2014/main" id="{192C02B5-FEE8-A376-091B-B686391A2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65" y="2642076"/>
            <a:ext cx="2090661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83" name="Rectangle 1621">
            <a:extLst>
              <a:ext uri="{FF2B5EF4-FFF2-40B4-BE49-F238E27FC236}">
                <a16:creationId xmlns:a16="http://schemas.microsoft.com/office/drawing/2014/main" id="{7DEF41E6-C736-5458-EA4E-87A2CFB65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106" y="3231246"/>
            <a:ext cx="488114" cy="506559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84" name="Rectangle 1493">
            <a:extLst>
              <a:ext uri="{FF2B5EF4-FFF2-40B4-BE49-F238E27FC236}">
                <a16:creationId xmlns:a16="http://schemas.microsoft.com/office/drawing/2014/main" id="{E4356C14-DA9F-31AA-EB1E-457CE8030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881" y="3369014"/>
            <a:ext cx="192818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485" name="Rectangle 1493">
            <a:extLst>
              <a:ext uri="{FF2B5EF4-FFF2-40B4-BE49-F238E27FC236}">
                <a16:creationId xmlns:a16="http://schemas.microsoft.com/office/drawing/2014/main" id="{B57E5979-1B32-6EA3-CCA2-F4196F0E3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498" y="3368286"/>
            <a:ext cx="192818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486" name="Rectangle 1493">
            <a:extLst>
              <a:ext uri="{FF2B5EF4-FFF2-40B4-BE49-F238E27FC236}">
                <a16:creationId xmlns:a16="http://schemas.microsoft.com/office/drawing/2014/main" id="{6EE8D1CF-730C-F369-B7F7-6998623C0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439" y="3367558"/>
            <a:ext cx="192818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487" name="Rectangle 152">
            <a:extLst>
              <a:ext uri="{FF2B5EF4-FFF2-40B4-BE49-F238E27FC236}">
                <a16:creationId xmlns:a16="http://schemas.microsoft.com/office/drawing/2014/main" id="{F8411CAE-312D-44CF-1969-FA0D6D0A2DCB}"/>
              </a:ext>
            </a:extLst>
          </p:cNvPr>
          <p:cNvSpPr/>
          <p:nvPr/>
        </p:nvSpPr>
        <p:spPr>
          <a:xfrm>
            <a:off x="160163" y="2599588"/>
            <a:ext cx="2826504" cy="1513136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89" name="Rectangle 22">
            <a:extLst>
              <a:ext uri="{FF2B5EF4-FFF2-40B4-BE49-F238E27FC236}">
                <a16:creationId xmlns:a16="http://schemas.microsoft.com/office/drawing/2014/main" id="{E86C8F24-4172-E7B9-D76F-EC5A7F6CDD7D}"/>
              </a:ext>
            </a:extLst>
          </p:cNvPr>
          <p:cNvSpPr/>
          <p:nvPr/>
        </p:nvSpPr>
        <p:spPr>
          <a:xfrm>
            <a:off x="177165" y="1020836"/>
            <a:ext cx="2800903" cy="1350652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90" name="Rectangle 1553">
            <a:extLst>
              <a:ext uri="{FF2B5EF4-FFF2-40B4-BE49-F238E27FC236}">
                <a16:creationId xmlns:a16="http://schemas.microsoft.com/office/drawing/2014/main" id="{CE54899E-BAC8-2FD6-2966-45B051EF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085" y="1352634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91" name="Rectangle 1554">
            <a:extLst>
              <a:ext uri="{FF2B5EF4-FFF2-40B4-BE49-F238E27FC236}">
                <a16:creationId xmlns:a16="http://schemas.microsoft.com/office/drawing/2014/main" id="{7C9B5B46-9F8B-4E66-0EE0-F9F8691D7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87" y="1263946"/>
            <a:ext cx="2378662" cy="993102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92" name="Rectangle 1558">
            <a:extLst>
              <a:ext uri="{FF2B5EF4-FFF2-40B4-BE49-F238E27FC236}">
                <a16:creationId xmlns:a16="http://schemas.microsoft.com/office/drawing/2014/main" id="{3C93176B-2650-3807-AF34-3E675A89F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812" y="1639988"/>
            <a:ext cx="460135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93" name="Rectangle 1561">
            <a:extLst>
              <a:ext uri="{FF2B5EF4-FFF2-40B4-BE49-F238E27FC236}">
                <a16:creationId xmlns:a16="http://schemas.microsoft.com/office/drawing/2014/main" id="{ABEA883F-C9B7-ABC7-8B85-155179620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947" y="1639988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94" name="Rectangle 1490">
            <a:extLst>
              <a:ext uri="{FF2B5EF4-FFF2-40B4-BE49-F238E27FC236}">
                <a16:creationId xmlns:a16="http://schemas.microsoft.com/office/drawing/2014/main" id="{D91060F6-DBF5-F9DF-0B2B-7502A8E0C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402" y="1063209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95" name="Rectangle 1621">
            <a:extLst>
              <a:ext uri="{FF2B5EF4-FFF2-40B4-BE49-F238E27FC236}">
                <a16:creationId xmlns:a16="http://schemas.microsoft.com/office/drawing/2014/main" id="{15150BDB-C763-2EC3-DF44-1341F53F9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42" y="1652379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96" name="Rectangle 1493">
            <a:extLst>
              <a:ext uri="{FF2B5EF4-FFF2-40B4-BE49-F238E27FC236}">
                <a16:creationId xmlns:a16="http://schemas.microsoft.com/office/drawing/2014/main" id="{F966A094-3EC7-BD4B-F53D-3BB3C993E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717" y="1790146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497" name="Rectangle 1493">
            <a:extLst>
              <a:ext uri="{FF2B5EF4-FFF2-40B4-BE49-F238E27FC236}">
                <a16:creationId xmlns:a16="http://schemas.microsoft.com/office/drawing/2014/main" id="{4524D082-E050-617E-4ACB-ECDD3BE3E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334" y="1789418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498" name="Rectangle 1493">
            <a:extLst>
              <a:ext uri="{FF2B5EF4-FFF2-40B4-BE49-F238E27FC236}">
                <a16:creationId xmlns:a16="http://schemas.microsoft.com/office/drawing/2014/main" id="{F4BB5510-2F89-5875-2D49-EB4D21260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6275" y="1788690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499" name="Rectangle 152">
            <a:extLst>
              <a:ext uri="{FF2B5EF4-FFF2-40B4-BE49-F238E27FC236}">
                <a16:creationId xmlns:a16="http://schemas.microsoft.com/office/drawing/2014/main" id="{51AEACAF-491E-2D3C-452F-0B14B15CA947}"/>
              </a:ext>
            </a:extLst>
          </p:cNvPr>
          <p:cNvSpPr/>
          <p:nvPr/>
        </p:nvSpPr>
        <p:spPr>
          <a:xfrm>
            <a:off x="176999" y="1020720"/>
            <a:ext cx="2655306" cy="1350767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01" name="Rectangle 22">
            <a:extLst>
              <a:ext uri="{FF2B5EF4-FFF2-40B4-BE49-F238E27FC236}">
                <a16:creationId xmlns:a16="http://schemas.microsoft.com/office/drawing/2014/main" id="{ADAD1FAF-1C29-6B2C-E129-B1BB8DB3F506}"/>
              </a:ext>
            </a:extLst>
          </p:cNvPr>
          <p:cNvSpPr/>
          <p:nvPr/>
        </p:nvSpPr>
        <p:spPr>
          <a:xfrm>
            <a:off x="3343148" y="2756198"/>
            <a:ext cx="2800903" cy="1350652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02" name="Rectangle 1553">
            <a:extLst>
              <a:ext uri="{FF2B5EF4-FFF2-40B4-BE49-F238E27FC236}">
                <a16:creationId xmlns:a16="http://schemas.microsoft.com/office/drawing/2014/main" id="{75CEFD52-FF26-EDB3-964E-10A96242E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068" y="3087996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03" name="Rectangle 1554">
            <a:extLst>
              <a:ext uri="{FF2B5EF4-FFF2-40B4-BE49-F238E27FC236}">
                <a16:creationId xmlns:a16="http://schemas.microsoft.com/office/drawing/2014/main" id="{3FBBC705-5AD0-2C3D-0738-224C8CD41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470" y="2999308"/>
            <a:ext cx="2378662" cy="993102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04" name="Rectangle 1558">
            <a:extLst>
              <a:ext uri="{FF2B5EF4-FFF2-40B4-BE49-F238E27FC236}">
                <a16:creationId xmlns:a16="http://schemas.microsoft.com/office/drawing/2014/main" id="{66415AD7-B201-3F71-169E-5BB13E259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95" y="3375350"/>
            <a:ext cx="460135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05" name="Rectangle 1561">
            <a:extLst>
              <a:ext uri="{FF2B5EF4-FFF2-40B4-BE49-F238E27FC236}">
                <a16:creationId xmlns:a16="http://schemas.microsoft.com/office/drawing/2014/main" id="{439E5685-A4C9-4E1B-5444-E76CC6D0F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9930" y="337535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06" name="Rectangle 1490">
            <a:extLst>
              <a:ext uri="{FF2B5EF4-FFF2-40B4-BE49-F238E27FC236}">
                <a16:creationId xmlns:a16="http://schemas.microsoft.com/office/drawing/2014/main" id="{7628CA1D-33D8-1F85-56FC-6B419D6A0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3385" y="2798571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07" name="Rectangle 1621">
            <a:extLst>
              <a:ext uri="{FF2B5EF4-FFF2-40B4-BE49-F238E27FC236}">
                <a16:creationId xmlns:a16="http://schemas.microsoft.com/office/drawing/2014/main" id="{5E22357D-6F34-8007-F39B-17903B546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0925" y="3387741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08" name="Rectangle 1493">
            <a:extLst>
              <a:ext uri="{FF2B5EF4-FFF2-40B4-BE49-F238E27FC236}">
                <a16:creationId xmlns:a16="http://schemas.microsoft.com/office/drawing/2014/main" id="{AC72C5DA-0D8D-F791-8A8D-DDFE56854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700" y="3525508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509" name="Rectangle 1493">
            <a:extLst>
              <a:ext uri="{FF2B5EF4-FFF2-40B4-BE49-F238E27FC236}">
                <a16:creationId xmlns:a16="http://schemas.microsoft.com/office/drawing/2014/main" id="{C38B42A3-462B-74A3-0310-6E93A6E0E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317" y="3524780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510" name="Rectangle 1493">
            <a:extLst>
              <a:ext uri="{FF2B5EF4-FFF2-40B4-BE49-F238E27FC236}">
                <a16:creationId xmlns:a16="http://schemas.microsoft.com/office/drawing/2014/main" id="{29D82FC7-2742-036D-A0F1-3E5ED6659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258" y="3524052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511" name="Rectangle 152">
            <a:extLst>
              <a:ext uri="{FF2B5EF4-FFF2-40B4-BE49-F238E27FC236}">
                <a16:creationId xmlns:a16="http://schemas.microsoft.com/office/drawing/2014/main" id="{E3150E5C-DA7B-ADA6-D6B9-581089B2E3BC}"/>
              </a:ext>
            </a:extLst>
          </p:cNvPr>
          <p:cNvSpPr/>
          <p:nvPr/>
        </p:nvSpPr>
        <p:spPr>
          <a:xfrm>
            <a:off x="3342982" y="2756082"/>
            <a:ext cx="2655306" cy="1350767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12" name="Rectangle 230">
            <a:extLst>
              <a:ext uri="{FF2B5EF4-FFF2-40B4-BE49-F238E27FC236}">
                <a16:creationId xmlns:a16="http://schemas.microsoft.com/office/drawing/2014/main" id="{52E3FD78-2896-34A1-12D0-00F3195ED939}"/>
              </a:ext>
            </a:extLst>
          </p:cNvPr>
          <p:cNvSpPr/>
          <p:nvPr/>
        </p:nvSpPr>
        <p:spPr>
          <a:xfrm>
            <a:off x="211560" y="2662244"/>
            <a:ext cx="2756277" cy="1364633"/>
          </a:xfrm>
          <a:prstGeom prst="rect">
            <a:avLst/>
          </a:prstGeom>
          <a:solidFill>
            <a:schemeClr val="accent6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399" err="1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Lnx</a:t>
            </a:r>
            <a:r>
              <a:rPr lang="en-US" altLang="zh-TW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 Cluster</a:t>
            </a:r>
            <a:endParaRPr lang="en-US" sz="2399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9" name="Rectangle 228">
            <a:extLst>
              <a:ext uri="{FF2B5EF4-FFF2-40B4-BE49-F238E27FC236}">
                <a16:creationId xmlns:a16="http://schemas.microsoft.com/office/drawing/2014/main" id="{B29C68CC-7AE0-C9D7-CED5-A22E76AB765A}"/>
              </a:ext>
            </a:extLst>
          </p:cNvPr>
          <p:cNvSpPr/>
          <p:nvPr/>
        </p:nvSpPr>
        <p:spPr>
          <a:xfrm>
            <a:off x="9107075" y="2927532"/>
            <a:ext cx="2587722" cy="1149295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IN House</a:t>
            </a:r>
          </a:p>
        </p:txBody>
      </p:sp>
      <p:sp>
        <p:nvSpPr>
          <p:cNvPr id="40" name="Rectangle 228">
            <a:extLst>
              <a:ext uri="{FF2B5EF4-FFF2-40B4-BE49-F238E27FC236}">
                <a16:creationId xmlns:a16="http://schemas.microsoft.com/office/drawing/2014/main" id="{2C9EEB60-E0BD-C775-D291-4D3FB59A5915}"/>
              </a:ext>
            </a:extLst>
          </p:cNvPr>
          <p:cNvSpPr/>
          <p:nvPr/>
        </p:nvSpPr>
        <p:spPr>
          <a:xfrm>
            <a:off x="9048994" y="1303523"/>
            <a:ext cx="2645803" cy="1231943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TCS Cluster </a:t>
            </a:r>
          </a:p>
        </p:txBody>
      </p:sp>
      <p:sp>
        <p:nvSpPr>
          <p:cNvPr id="41" name="Rectangle 230">
            <a:extLst>
              <a:ext uri="{FF2B5EF4-FFF2-40B4-BE49-F238E27FC236}">
                <a16:creationId xmlns:a16="http://schemas.microsoft.com/office/drawing/2014/main" id="{5C4D327A-DE6A-B588-63CF-C1E5029DADB0}"/>
              </a:ext>
            </a:extLst>
          </p:cNvPr>
          <p:cNvSpPr/>
          <p:nvPr/>
        </p:nvSpPr>
        <p:spPr>
          <a:xfrm>
            <a:off x="219399" y="1020719"/>
            <a:ext cx="2684232" cy="1300538"/>
          </a:xfrm>
          <a:prstGeom prst="rect">
            <a:avLst/>
          </a:prstGeom>
          <a:solidFill>
            <a:schemeClr val="accent6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RD VM</a:t>
            </a:r>
          </a:p>
        </p:txBody>
      </p:sp>
      <p:sp>
        <p:nvSpPr>
          <p:cNvPr id="9522" name="Rectangle 230">
            <a:extLst>
              <a:ext uri="{FF2B5EF4-FFF2-40B4-BE49-F238E27FC236}">
                <a16:creationId xmlns:a16="http://schemas.microsoft.com/office/drawing/2014/main" id="{517E4B74-989D-0D58-4D52-F2038817F876}"/>
              </a:ext>
            </a:extLst>
          </p:cNvPr>
          <p:cNvSpPr/>
          <p:nvPr/>
        </p:nvSpPr>
        <p:spPr>
          <a:xfrm>
            <a:off x="3365460" y="2769564"/>
            <a:ext cx="2756277" cy="1364633"/>
          </a:xfrm>
          <a:prstGeom prst="rect">
            <a:avLst/>
          </a:prstGeom>
          <a:solidFill>
            <a:schemeClr val="accent6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OA</a:t>
            </a:r>
            <a:endParaRPr lang="en-US" sz="2399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23" name="Rectangle 22">
            <a:extLst>
              <a:ext uri="{FF2B5EF4-FFF2-40B4-BE49-F238E27FC236}">
                <a16:creationId xmlns:a16="http://schemas.microsoft.com/office/drawing/2014/main" id="{4C7546E5-2801-E024-4201-060DBA623356}"/>
              </a:ext>
            </a:extLst>
          </p:cNvPr>
          <p:cNvSpPr/>
          <p:nvPr/>
        </p:nvSpPr>
        <p:spPr>
          <a:xfrm>
            <a:off x="155394" y="4510990"/>
            <a:ext cx="2800903" cy="1350652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24" name="Rectangle 1553">
            <a:extLst>
              <a:ext uri="{FF2B5EF4-FFF2-40B4-BE49-F238E27FC236}">
                <a16:creationId xmlns:a16="http://schemas.microsoft.com/office/drawing/2014/main" id="{4C390E82-3430-B468-20F7-F63E97FD4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314" y="4842788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25" name="Rectangle 1554">
            <a:extLst>
              <a:ext uri="{FF2B5EF4-FFF2-40B4-BE49-F238E27FC236}">
                <a16:creationId xmlns:a16="http://schemas.microsoft.com/office/drawing/2014/main" id="{6CA3E1A8-A02C-7B47-66BC-8EAAC5F72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16" y="4754100"/>
            <a:ext cx="2378662" cy="993102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26" name="Rectangle 1558">
            <a:extLst>
              <a:ext uri="{FF2B5EF4-FFF2-40B4-BE49-F238E27FC236}">
                <a16:creationId xmlns:a16="http://schemas.microsoft.com/office/drawing/2014/main" id="{0DFD7CC4-C2A5-E629-9E10-C8A09E1E9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41" y="5130142"/>
            <a:ext cx="460135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27" name="Rectangle 1561">
            <a:extLst>
              <a:ext uri="{FF2B5EF4-FFF2-40B4-BE49-F238E27FC236}">
                <a16:creationId xmlns:a16="http://schemas.microsoft.com/office/drawing/2014/main" id="{D15DA604-5EEF-0421-07F5-3FBA6F481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176" y="5130142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28" name="Rectangle 1490">
            <a:extLst>
              <a:ext uri="{FF2B5EF4-FFF2-40B4-BE49-F238E27FC236}">
                <a16:creationId xmlns:a16="http://schemas.microsoft.com/office/drawing/2014/main" id="{0ED8F22D-5780-187E-50B2-040E8F295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1" y="4553363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29" name="Rectangle 1621">
            <a:extLst>
              <a:ext uri="{FF2B5EF4-FFF2-40B4-BE49-F238E27FC236}">
                <a16:creationId xmlns:a16="http://schemas.microsoft.com/office/drawing/2014/main" id="{069AC248-2C97-13C1-DE75-6A63BF267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171" y="5142533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30" name="Rectangle 1493">
            <a:extLst>
              <a:ext uri="{FF2B5EF4-FFF2-40B4-BE49-F238E27FC236}">
                <a16:creationId xmlns:a16="http://schemas.microsoft.com/office/drawing/2014/main" id="{762DE65D-B67D-52B2-59DB-6ABFA6DC9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46" y="5280300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531" name="Rectangle 1493">
            <a:extLst>
              <a:ext uri="{FF2B5EF4-FFF2-40B4-BE49-F238E27FC236}">
                <a16:creationId xmlns:a16="http://schemas.microsoft.com/office/drawing/2014/main" id="{34645AF9-EADD-EFD5-5EE8-2E0377738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563" y="5279572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532" name="Rectangle 1493">
            <a:extLst>
              <a:ext uri="{FF2B5EF4-FFF2-40B4-BE49-F238E27FC236}">
                <a16:creationId xmlns:a16="http://schemas.microsoft.com/office/drawing/2014/main" id="{1665F842-3808-326D-CF39-1FCF20E26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504" y="5278844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533" name="Rectangle 152">
            <a:extLst>
              <a:ext uri="{FF2B5EF4-FFF2-40B4-BE49-F238E27FC236}">
                <a16:creationId xmlns:a16="http://schemas.microsoft.com/office/drawing/2014/main" id="{50612585-E907-A4C6-B77C-32D92041C16F}"/>
              </a:ext>
            </a:extLst>
          </p:cNvPr>
          <p:cNvSpPr/>
          <p:nvPr/>
        </p:nvSpPr>
        <p:spPr>
          <a:xfrm>
            <a:off x="155228" y="4510874"/>
            <a:ext cx="2655306" cy="1350767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34" name="Rectangle 230">
            <a:extLst>
              <a:ext uri="{FF2B5EF4-FFF2-40B4-BE49-F238E27FC236}">
                <a16:creationId xmlns:a16="http://schemas.microsoft.com/office/drawing/2014/main" id="{3308DC59-FD28-476C-2793-8E46025E9925}"/>
              </a:ext>
            </a:extLst>
          </p:cNvPr>
          <p:cNvSpPr/>
          <p:nvPr/>
        </p:nvSpPr>
        <p:spPr>
          <a:xfrm>
            <a:off x="177706" y="4524356"/>
            <a:ext cx="2756277" cy="1364633"/>
          </a:xfrm>
          <a:prstGeom prst="rect">
            <a:avLst/>
          </a:prstGeom>
          <a:solidFill>
            <a:schemeClr val="accent6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My VM</a:t>
            </a:r>
            <a:endParaRPr lang="en-US" sz="2399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35" name="Rectangle 22">
            <a:extLst>
              <a:ext uri="{FF2B5EF4-FFF2-40B4-BE49-F238E27FC236}">
                <a16:creationId xmlns:a16="http://schemas.microsoft.com/office/drawing/2014/main" id="{28AED629-EBCD-A20F-F542-93CF6317DB87}"/>
              </a:ext>
            </a:extLst>
          </p:cNvPr>
          <p:cNvSpPr/>
          <p:nvPr/>
        </p:nvSpPr>
        <p:spPr>
          <a:xfrm>
            <a:off x="3325441" y="4471425"/>
            <a:ext cx="2800903" cy="1350652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92" name="Rectangle 1553">
            <a:extLst>
              <a:ext uri="{FF2B5EF4-FFF2-40B4-BE49-F238E27FC236}">
                <a16:creationId xmlns:a16="http://schemas.microsoft.com/office/drawing/2014/main" id="{E24836F2-D4B2-BB5E-9BD6-2E15F35CD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361" y="4803223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93" name="Rectangle 1554">
            <a:extLst>
              <a:ext uri="{FF2B5EF4-FFF2-40B4-BE49-F238E27FC236}">
                <a16:creationId xmlns:a16="http://schemas.microsoft.com/office/drawing/2014/main" id="{8FD6B070-BB40-2B6A-01D8-834DCEC87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763" y="4714535"/>
            <a:ext cx="2378662" cy="993102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94" name="Rectangle 1558">
            <a:extLst>
              <a:ext uri="{FF2B5EF4-FFF2-40B4-BE49-F238E27FC236}">
                <a16:creationId xmlns:a16="http://schemas.microsoft.com/office/drawing/2014/main" id="{9096AA79-B27B-3D97-C416-BBC8A7268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088" y="5090577"/>
            <a:ext cx="460135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95" name="Rectangle 1561">
            <a:extLst>
              <a:ext uri="{FF2B5EF4-FFF2-40B4-BE49-F238E27FC236}">
                <a16:creationId xmlns:a16="http://schemas.microsoft.com/office/drawing/2014/main" id="{9D017590-7EAC-7EBE-447B-A4CF0741C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2223" y="5090577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96" name="Rectangle 1490">
            <a:extLst>
              <a:ext uri="{FF2B5EF4-FFF2-40B4-BE49-F238E27FC236}">
                <a16:creationId xmlns:a16="http://schemas.microsoft.com/office/drawing/2014/main" id="{98713E91-BFBC-254C-957D-7FAC26156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678" y="4513798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97" name="Rectangle 1621">
            <a:extLst>
              <a:ext uri="{FF2B5EF4-FFF2-40B4-BE49-F238E27FC236}">
                <a16:creationId xmlns:a16="http://schemas.microsoft.com/office/drawing/2014/main" id="{F4F90CC5-94AE-26B1-7132-64DA7CFED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218" y="5102968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3">
            <a:extLst>
              <a:ext uri="{FF2B5EF4-FFF2-40B4-BE49-F238E27FC236}">
                <a16:creationId xmlns:a16="http://schemas.microsoft.com/office/drawing/2014/main" id="{BCFFF4EF-C0B5-0CB5-1B2D-F974A508B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993" y="5240735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315" name="Rectangle 1493">
            <a:extLst>
              <a:ext uri="{FF2B5EF4-FFF2-40B4-BE49-F238E27FC236}">
                <a16:creationId xmlns:a16="http://schemas.microsoft.com/office/drawing/2014/main" id="{4D18AB33-D68A-15ED-7DC5-6815B619A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9610" y="5240007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319" name="Rectangle 1493">
            <a:extLst>
              <a:ext uri="{FF2B5EF4-FFF2-40B4-BE49-F238E27FC236}">
                <a16:creationId xmlns:a16="http://schemas.microsoft.com/office/drawing/2014/main" id="{88124A1A-6DAD-0403-74A1-95EB08AB7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4551" y="5239279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9320" name="Rectangle 152">
            <a:extLst>
              <a:ext uri="{FF2B5EF4-FFF2-40B4-BE49-F238E27FC236}">
                <a16:creationId xmlns:a16="http://schemas.microsoft.com/office/drawing/2014/main" id="{92B18750-EAC5-D936-134C-BBC99F62E036}"/>
              </a:ext>
            </a:extLst>
          </p:cNvPr>
          <p:cNvSpPr/>
          <p:nvPr/>
        </p:nvSpPr>
        <p:spPr>
          <a:xfrm>
            <a:off x="3325275" y="4471309"/>
            <a:ext cx="2655306" cy="1350767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36" name="Rectangle 230">
            <a:extLst>
              <a:ext uri="{FF2B5EF4-FFF2-40B4-BE49-F238E27FC236}">
                <a16:creationId xmlns:a16="http://schemas.microsoft.com/office/drawing/2014/main" id="{BF0FA5BD-B804-7797-1D48-3B793142A12C}"/>
              </a:ext>
            </a:extLst>
          </p:cNvPr>
          <p:cNvSpPr/>
          <p:nvPr/>
        </p:nvSpPr>
        <p:spPr>
          <a:xfrm>
            <a:off x="3347753" y="4484791"/>
            <a:ext cx="2756277" cy="1364633"/>
          </a:xfrm>
          <a:prstGeom prst="rect">
            <a:avLst/>
          </a:prstGeom>
          <a:solidFill>
            <a:schemeClr val="accent6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RD</a:t>
            </a:r>
            <a:endParaRPr lang="en-US" sz="2399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" name="Rectangle 22">
            <a:extLst>
              <a:ext uri="{FF2B5EF4-FFF2-40B4-BE49-F238E27FC236}">
                <a16:creationId xmlns:a16="http://schemas.microsoft.com/office/drawing/2014/main" id="{CFA24860-24A3-8BFB-EE70-AC765C6C30E0}"/>
              </a:ext>
            </a:extLst>
          </p:cNvPr>
          <p:cNvSpPr/>
          <p:nvPr/>
        </p:nvSpPr>
        <p:spPr>
          <a:xfrm>
            <a:off x="6276342" y="2857483"/>
            <a:ext cx="2662550" cy="1269164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" name="Rectangle 1553">
            <a:extLst>
              <a:ext uri="{FF2B5EF4-FFF2-40B4-BE49-F238E27FC236}">
                <a16:creationId xmlns:a16="http://schemas.microsoft.com/office/drawing/2014/main" id="{3C3A0764-56F9-C873-79B1-82F5FD366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262" y="3117077"/>
            <a:ext cx="5196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" name="Rectangle 1554">
            <a:extLst>
              <a:ext uri="{FF2B5EF4-FFF2-40B4-BE49-F238E27FC236}">
                <a16:creationId xmlns:a16="http://schemas.microsoft.com/office/drawing/2014/main" id="{13B2FB95-A713-CDCE-D375-BD7B9A186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663" y="3079021"/>
            <a:ext cx="2261166" cy="933186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" name="Rectangle 1558">
            <a:extLst>
              <a:ext uri="{FF2B5EF4-FFF2-40B4-BE49-F238E27FC236}">
                <a16:creationId xmlns:a16="http://schemas.microsoft.com/office/drawing/2014/main" id="{391959A1-06E2-D1C9-95CD-C607AD122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9989" y="3422429"/>
            <a:ext cx="437406" cy="424920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561">
            <a:extLst>
              <a:ext uri="{FF2B5EF4-FFF2-40B4-BE49-F238E27FC236}">
                <a16:creationId xmlns:a16="http://schemas.microsoft.com/office/drawing/2014/main" id="{C564E6EC-8956-92F6-EA23-FE0CF10EC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3123" y="3422429"/>
            <a:ext cx="435900" cy="424920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0">
            <a:extLst>
              <a:ext uri="{FF2B5EF4-FFF2-40B4-BE49-F238E27FC236}">
                <a16:creationId xmlns:a16="http://schemas.microsoft.com/office/drawing/2014/main" id="{3AA0E03C-A9E2-B565-9E53-37D187609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578" y="2827650"/>
            <a:ext cx="186701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621">
            <a:extLst>
              <a:ext uri="{FF2B5EF4-FFF2-40B4-BE49-F238E27FC236}">
                <a16:creationId xmlns:a16="http://schemas.microsoft.com/office/drawing/2014/main" id="{C61E25A4-47A0-C26D-BA64-6E1DA4330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118" y="3434820"/>
            <a:ext cx="435900" cy="424920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493">
            <a:extLst>
              <a:ext uri="{FF2B5EF4-FFF2-40B4-BE49-F238E27FC236}">
                <a16:creationId xmlns:a16="http://schemas.microsoft.com/office/drawing/2014/main" id="{5ECDEC1A-1A7B-8033-C710-34E91930D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1893" y="3553197"/>
            <a:ext cx="17219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1" name="Rectangle 1493">
            <a:extLst>
              <a:ext uri="{FF2B5EF4-FFF2-40B4-BE49-F238E27FC236}">
                <a16:creationId xmlns:a16="http://schemas.microsoft.com/office/drawing/2014/main" id="{AC31FED5-4CD8-32DE-63E6-6A25C91E7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0510" y="3552469"/>
            <a:ext cx="17219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3" name="Rectangle 1493">
            <a:extLst>
              <a:ext uri="{FF2B5EF4-FFF2-40B4-BE49-F238E27FC236}">
                <a16:creationId xmlns:a16="http://schemas.microsoft.com/office/drawing/2014/main" id="{BE65B599-9107-3F8B-3624-4A1AC9394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5451" y="3551741"/>
            <a:ext cx="17219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6" name="Rectangle 228">
            <a:extLst>
              <a:ext uri="{FF2B5EF4-FFF2-40B4-BE49-F238E27FC236}">
                <a16:creationId xmlns:a16="http://schemas.microsoft.com/office/drawing/2014/main" id="{BE9CC003-CC96-F05D-9824-531A4F3AE58B}"/>
              </a:ext>
            </a:extLst>
          </p:cNvPr>
          <p:cNvSpPr/>
          <p:nvPr/>
        </p:nvSpPr>
        <p:spPr>
          <a:xfrm>
            <a:off x="6383685" y="2913010"/>
            <a:ext cx="2515111" cy="1157617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AI Cluster </a:t>
            </a: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9DC9D0DB-4C22-A020-A4FA-8C271FA87A9F}"/>
              </a:ext>
            </a:extLst>
          </p:cNvPr>
          <p:cNvSpPr/>
          <p:nvPr/>
        </p:nvSpPr>
        <p:spPr>
          <a:xfrm>
            <a:off x="6256911" y="4336880"/>
            <a:ext cx="2792083" cy="1524761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9" name="Rectangle 1553">
            <a:extLst>
              <a:ext uri="{FF2B5EF4-FFF2-40B4-BE49-F238E27FC236}">
                <a16:creationId xmlns:a16="http://schemas.microsoft.com/office/drawing/2014/main" id="{52584806-1C1B-730D-BB7A-ACB05FCF4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1831" y="4756085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0" name="Rectangle 1554">
            <a:extLst>
              <a:ext uri="{FF2B5EF4-FFF2-40B4-BE49-F238E27FC236}">
                <a16:creationId xmlns:a16="http://schemas.microsoft.com/office/drawing/2014/main" id="{FA690BAA-50D0-7AD2-84A5-8F6E807B2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233" y="4667397"/>
            <a:ext cx="2378662" cy="993102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1" name="Rectangle 1558">
            <a:extLst>
              <a:ext uri="{FF2B5EF4-FFF2-40B4-BE49-F238E27FC236}">
                <a16:creationId xmlns:a16="http://schemas.microsoft.com/office/drawing/2014/main" id="{C8D26229-B5A7-4414-A509-5C5F53EFE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2558" y="5043439"/>
            <a:ext cx="460135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2" name="Rectangle 1561">
            <a:extLst>
              <a:ext uri="{FF2B5EF4-FFF2-40B4-BE49-F238E27FC236}">
                <a16:creationId xmlns:a16="http://schemas.microsoft.com/office/drawing/2014/main" id="{08615104-7ACE-7BDA-BB99-0E621367F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693" y="5043439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3" name="Rectangle 1490">
            <a:extLst>
              <a:ext uri="{FF2B5EF4-FFF2-40B4-BE49-F238E27FC236}">
                <a16:creationId xmlns:a16="http://schemas.microsoft.com/office/drawing/2014/main" id="{4D160D61-F248-304E-070F-C12497A4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148" y="4466660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4" name="Rectangle 1621">
            <a:extLst>
              <a:ext uri="{FF2B5EF4-FFF2-40B4-BE49-F238E27FC236}">
                <a16:creationId xmlns:a16="http://schemas.microsoft.com/office/drawing/2014/main" id="{5664638D-F57D-96A7-A835-61B5D280F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688" y="505583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5" name="Rectangle 1493">
            <a:extLst>
              <a:ext uri="{FF2B5EF4-FFF2-40B4-BE49-F238E27FC236}">
                <a16:creationId xmlns:a16="http://schemas.microsoft.com/office/drawing/2014/main" id="{7E98F8F0-B4E3-3239-E116-D7565EF91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4463" y="5193597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26" name="Rectangle 1493">
            <a:extLst>
              <a:ext uri="{FF2B5EF4-FFF2-40B4-BE49-F238E27FC236}">
                <a16:creationId xmlns:a16="http://schemas.microsoft.com/office/drawing/2014/main" id="{3CFC768D-D4BF-6853-ADBA-644327CEF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3080" y="5192869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27" name="Rectangle 1493">
            <a:extLst>
              <a:ext uri="{FF2B5EF4-FFF2-40B4-BE49-F238E27FC236}">
                <a16:creationId xmlns:a16="http://schemas.microsoft.com/office/drawing/2014/main" id="{5FC4AECC-B254-2C09-FD93-5D571A18C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8021" y="5192141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28" name="Rectangle 152">
            <a:extLst>
              <a:ext uri="{FF2B5EF4-FFF2-40B4-BE49-F238E27FC236}">
                <a16:creationId xmlns:a16="http://schemas.microsoft.com/office/drawing/2014/main" id="{DB4F1D49-5C29-E4DD-6D7D-80F5E71A550E}"/>
              </a:ext>
            </a:extLst>
          </p:cNvPr>
          <p:cNvSpPr/>
          <p:nvPr/>
        </p:nvSpPr>
        <p:spPr>
          <a:xfrm>
            <a:off x="6318745" y="4424171"/>
            <a:ext cx="2655306" cy="1350767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9" name="Rectangle 228">
            <a:extLst>
              <a:ext uri="{FF2B5EF4-FFF2-40B4-BE49-F238E27FC236}">
                <a16:creationId xmlns:a16="http://schemas.microsoft.com/office/drawing/2014/main" id="{59314C12-734C-4528-9CBE-30A1F9357212}"/>
              </a:ext>
            </a:extLst>
          </p:cNvPr>
          <p:cNvSpPr/>
          <p:nvPr/>
        </p:nvSpPr>
        <p:spPr>
          <a:xfrm>
            <a:off x="6367821" y="4424157"/>
            <a:ext cx="2645803" cy="1231943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FDC Cluster </a:t>
            </a:r>
          </a:p>
        </p:txBody>
      </p:sp>
    </p:spTree>
    <p:extLst>
      <p:ext uri="{BB962C8B-B14F-4D97-AF65-F5344CB8AC3E}">
        <p14:creationId xmlns:p14="http://schemas.microsoft.com/office/powerpoint/2010/main" val="167963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898C2-83D8-2DB2-2ECC-35363DD7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AC92D-222A-187B-807B-ACEB2618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Arial (本文)"/>
              </a:rPr>
              <a:t>Isolating Different Types</a:t>
            </a:r>
            <a:r>
              <a:rPr lang="zh-TW" altLang="en-US">
                <a:latin typeface="Arial (本文)"/>
              </a:rPr>
              <a:t> </a:t>
            </a:r>
            <a:r>
              <a:rPr lang="en-US" altLang="zh-TW">
                <a:latin typeface="Arial (本文)"/>
              </a:rPr>
              <a:t>Standard Mode</a:t>
            </a:r>
            <a:r>
              <a:rPr lang="zh-TW" altLang="en-US">
                <a:latin typeface="Arial (本文)"/>
              </a:rPr>
              <a:t> </a:t>
            </a:r>
            <a:r>
              <a:rPr lang="en-US" altLang="zh-TW">
                <a:latin typeface="Arial (本文)"/>
              </a:rPr>
              <a:t>(MES)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D2D8D9-A963-1A16-184D-11ADA6B64C47}"/>
              </a:ext>
            </a:extLst>
          </p:cNvPr>
          <p:cNvSpPr/>
          <p:nvPr/>
        </p:nvSpPr>
        <p:spPr>
          <a:xfrm>
            <a:off x="9389146" y="3863529"/>
            <a:ext cx="2708324" cy="2293191"/>
          </a:xfrm>
          <a:prstGeom prst="rect">
            <a:avLst/>
          </a:prstGeom>
          <a:solidFill>
            <a:schemeClr val="accent5">
              <a:lumMod val="75000"/>
              <a:alpha val="14902"/>
            </a:schemeClr>
          </a:solidFill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ACABCB-54BA-7A86-92F0-784013EA0281}"/>
              </a:ext>
            </a:extLst>
          </p:cNvPr>
          <p:cNvSpPr/>
          <p:nvPr/>
        </p:nvSpPr>
        <p:spPr>
          <a:xfrm>
            <a:off x="6738332" y="3875887"/>
            <a:ext cx="2592599" cy="2293191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5" name="Rectangle 1553">
            <a:extLst>
              <a:ext uri="{FF2B5EF4-FFF2-40B4-BE49-F238E27FC236}">
                <a16:creationId xmlns:a16="http://schemas.microsoft.com/office/drawing/2014/main" id="{FD27ACC2-967C-64E2-79FA-5C5DFBE7D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252" y="4207686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6" name="Rectangle 1554">
            <a:extLst>
              <a:ext uri="{FF2B5EF4-FFF2-40B4-BE49-F238E27FC236}">
                <a16:creationId xmlns:a16="http://schemas.microsoft.com/office/drawing/2014/main" id="{7FA427EA-D435-0E86-9F09-9ED74E24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654" y="4118998"/>
            <a:ext cx="2367317" cy="1942088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7" name="Rectangle 1555">
            <a:extLst>
              <a:ext uri="{FF2B5EF4-FFF2-40B4-BE49-F238E27FC236}">
                <a16:creationId xmlns:a16="http://schemas.microsoft.com/office/drawing/2014/main" id="{56399472-BDEF-6AE5-3D25-2CA424945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547" y="449504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8" name="Rectangle 1558">
            <a:extLst>
              <a:ext uri="{FF2B5EF4-FFF2-40B4-BE49-F238E27FC236}">
                <a16:creationId xmlns:a16="http://schemas.microsoft.com/office/drawing/2014/main" id="{29106FCC-8169-EA22-DE85-B82159C1D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1979" y="4495040"/>
            <a:ext cx="460135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9" name="Rectangle 1561">
            <a:extLst>
              <a:ext uri="{FF2B5EF4-FFF2-40B4-BE49-F238E27FC236}">
                <a16:creationId xmlns:a16="http://schemas.microsoft.com/office/drawing/2014/main" id="{70B6BB79-1A56-2BCD-1DDB-2681D5A93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5114" y="449504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1" name="Rectangle 1490">
            <a:extLst>
              <a:ext uri="{FF2B5EF4-FFF2-40B4-BE49-F238E27FC236}">
                <a16:creationId xmlns:a16="http://schemas.microsoft.com/office/drawing/2014/main" id="{9D48DA9C-5799-48FD-901A-9F61B4AF0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569" y="3918261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2.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2" name="Rectangle 1619">
            <a:extLst>
              <a:ext uri="{FF2B5EF4-FFF2-40B4-BE49-F238E27FC236}">
                <a16:creationId xmlns:a16="http://schemas.microsoft.com/office/drawing/2014/main" id="{A324D6E6-6B62-E166-3075-1DC12CE46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5087" y="4242592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3" name="Rectangle 1620">
            <a:extLst>
              <a:ext uri="{FF2B5EF4-FFF2-40B4-BE49-F238E27FC236}">
                <a16:creationId xmlns:a16="http://schemas.microsoft.com/office/drawing/2014/main" id="{6891A073-5360-CB4D-2E6A-7AC939EA4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4635" y="4113731"/>
            <a:ext cx="1194498" cy="1942088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4" name="Rectangle 1621">
            <a:extLst>
              <a:ext uri="{FF2B5EF4-FFF2-40B4-BE49-F238E27FC236}">
                <a16:creationId xmlns:a16="http://schemas.microsoft.com/office/drawing/2014/main" id="{18117B92-855C-A69D-2FE6-201216B2F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2528" y="4489773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5" name="Rectangle 1622">
            <a:extLst>
              <a:ext uri="{FF2B5EF4-FFF2-40B4-BE49-F238E27FC236}">
                <a16:creationId xmlns:a16="http://schemas.microsoft.com/office/drawing/2014/main" id="{9D750741-E2C1-0C05-35E6-B88FBC043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8356" y="4597667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6" name="Rectangle 1623">
            <a:extLst>
              <a:ext uri="{FF2B5EF4-FFF2-40B4-BE49-F238E27FC236}">
                <a16:creationId xmlns:a16="http://schemas.microsoft.com/office/drawing/2014/main" id="{E1CFD241-9147-875F-FE09-737DF6F0D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1676" y="4727774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7" name="Rectangle 1624">
            <a:extLst>
              <a:ext uri="{FF2B5EF4-FFF2-40B4-BE49-F238E27FC236}">
                <a16:creationId xmlns:a16="http://schemas.microsoft.com/office/drawing/2014/main" id="{EDB9C140-3B00-C156-0530-D34D69682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6130" y="4489773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8" name="Rectangle 1625">
            <a:extLst>
              <a:ext uri="{FF2B5EF4-FFF2-40B4-BE49-F238E27FC236}">
                <a16:creationId xmlns:a16="http://schemas.microsoft.com/office/drawing/2014/main" id="{B30B3E69-3EE3-AD26-AD7B-F2402775C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3545" y="4597667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9" name="Rectangle 1626">
            <a:extLst>
              <a:ext uri="{FF2B5EF4-FFF2-40B4-BE49-F238E27FC236}">
                <a16:creationId xmlns:a16="http://schemas.microsoft.com/office/drawing/2014/main" id="{AF9EBC74-F96F-45E0-3E01-676590C9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5278" y="4727774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CD5F81B-2AC1-BBA5-0F13-7866FEF3E480}"/>
              </a:ext>
            </a:extLst>
          </p:cNvPr>
          <p:cNvGrpSpPr/>
          <p:nvPr/>
        </p:nvGrpSpPr>
        <p:grpSpPr>
          <a:xfrm>
            <a:off x="9602528" y="5500187"/>
            <a:ext cx="987291" cy="390472"/>
            <a:chOff x="9474433" y="5983972"/>
            <a:chExt cx="987548" cy="390574"/>
          </a:xfrm>
        </p:grpSpPr>
        <p:sp>
          <p:nvSpPr>
            <p:cNvPr id="41" name="Rectangle 1630">
              <a:extLst>
                <a:ext uri="{FF2B5EF4-FFF2-40B4-BE49-F238E27FC236}">
                  <a16:creationId xmlns:a16="http://schemas.microsoft.com/office/drawing/2014/main" id="{9D13369B-DC76-907E-185C-88E51F1BF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30">
              <a:extLst>
                <a:ext uri="{FF2B5EF4-FFF2-40B4-BE49-F238E27FC236}">
                  <a16:creationId xmlns:a16="http://schemas.microsoft.com/office/drawing/2014/main" id="{6BA96DEB-B283-03DA-2639-548E592B4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D37AB21-E160-E430-0D4D-D9401476605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44" name="Rectangle 1630">
                <a:extLst>
                  <a:ext uri="{FF2B5EF4-FFF2-40B4-BE49-F238E27FC236}">
                    <a16:creationId xmlns:a16="http://schemas.microsoft.com/office/drawing/2014/main" id="{014B5304-BBF7-7F45-0D11-A1714C4A6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5" name="Rectangle 1484">
                <a:extLst>
                  <a:ext uri="{FF2B5EF4-FFF2-40B4-BE49-F238E27FC236}">
                    <a16:creationId xmlns:a16="http://schemas.microsoft.com/office/drawing/2014/main" id="{DCAA29DE-4BFE-57C3-04F3-D61ADDD4A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9731" y="6225314"/>
                <a:ext cx="141232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46" name="Rectangle 1630">
            <a:extLst>
              <a:ext uri="{FF2B5EF4-FFF2-40B4-BE49-F238E27FC236}">
                <a16:creationId xmlns:a16="http://schemas.microsoft.com/office/drawing/2014/main" id="{178183A5-0CD3-CA02-A450-EBB704446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3721" y="5623526"/>
            <a:ext cx="842996" cy="261860"/>
          </a:xfrm>
          <a:prstGeom prst="rect">
            <a:avLst/>
          </a:prstGeom>
          <a:solidFill>
            <a:srgbClr val="003D7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630">
            <a:extLst>
              <a:ext uri="{FF2B5EF4-FFF2-40B4-BE49-F238E27FC236}">
                <a16:creationId xmlns:a16="http://schemas.microsoft.com/office/drawing/2014/main" id="{4C694150-1E4E-B67D-D521-48B6F05F2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6049" y="5556180"/>
            <a:ext cx="842996" cy="261860"/>
          </a:xfrm>
          <a:prstGeom prst="rect">
            <a:avLst/>
          </a:prstGeom>
          <a:solidFill>
            <a:srgbClr val="003D7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619">
            <a:extLst>
              <a:ext uri="{FF2B5EF4-FFF2-40B4-BE49-F238E27FC236}">
                <a16:creationId xmlns:a16="http://schemas.microsoft.com/office/drawing/2014/main" id="{6DF327FD-F6F5-8D66-4E6A-CF10BCF00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1985" y="4237318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0">
            <a:extLst>
              <a:ext uri="{FF2B5EF4-FFF2-40B4-BE49-F238E27FC236}">
                <a16:creationId xmlns:a16="http://schemas.microsoft.com/office/drawing/2014/main" id="{1EA12457-A788-DE3D-DF2C-91285EB0D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1532" y="4108457"/>
            <a:ext cx="1194498" cy="1942088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B5C3C865-2A21-A2DE-6A63-897756329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9426" y="448450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2">
            <a:extLst>
              <a:ext uri="{FF2B5EF4-FFF2-40B4-BE49-F238E27FC236}">
                <a16:creationId xmlns:a16="http://schemas.microsoft.com/office/drawing/2014/main" id="{E34F8C2F-5629-0C1A-027F-BC746C2D7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3741" y="4592393"/>
            <a:ext cx="1699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DB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3">
            <a:extLst>
              <a:ext uri="{FF2B5EF4-FFF2-40B4-BE49-F238E27FC236}">
                <a16:creationId xmlns:a16="http://schemas.microsoft.com/office/drawing/2014/main" id="{351A27EE-31A4-0510-6865-627A7C476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6146" y="4722501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4">
            <a:extLst>
              <a:ext uri="{FF2B5EF4-FFF2-40B4-BE49-F238E27FC236}">
                <a16:creationId xmlns:a16="http://schemas.microsoft.com/office/drawing/2014/main" id="{1F2EA439-6FAC-A5F7-7547-5766E16A2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3028" y="4484500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Rectangle 1625">
            <a:extLst>
              <a:ext uri="{FF2B5EF4-FFF2-40B4-BE49-F238E27FC236}">
                <a16:creationId xmlns:a16="http://schemas.microsoft.com/office/drawing/2014/main" id="{A6571D23-9FBF-3C4A-B162-F3B1E4CC0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7343" y="4592393"/>
            <a:ext cx="1699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DB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5" name="Rectangle 1626">
            <a:extLst>
              <a:ext uri="{FF2B5EF4-FFF2-40B4-BE49-F238E27FC236}">
                <a16:creationId xmlns:a16="http://schemas.microsoft.com/office/drawing/2014/main" id="{7E3CAEBA-CDC9-0FD6-96B3-CE4D944F1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9747" y="4722501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F840EFA-C34D-CFD7-BFF0-3D587B93C578}"/>
              </a:ext>
            </a:extLst>
          </p:cNvPr>
          <p:cNvGrpSpPr/>
          <p:nvPr/>
        </p:nvGrpSpPr>
        <p:grpSpPr>
          <a:xfrm>
            <a:off x="10939426" y="5494914"/>
            <a:ext cx="842996" cy="261860"/>
            <a:chOff x="9474434" y="6169899"/>
            <a:chExt cx="464202" cy="261928"/>
          </a:xfrm>
        </p:grpSpPr>
        <p:sp>
          <p:nvSpPr>
            <p:cNvPr id="57" name="Rectangle 1630">
              <a:extLst>
                <a:ext uri="{FF2B5EF4-FFF2-40B4-BE49-F238E27FC236}">
                  <a16:creationId xmlns:a16="http://schemas.microsoft.com/office/drawing/2014/main" id="{4B01B0C4-0144-E600-C175-C0645E406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4434" y="6169899"/>
              <a:ext cx="464202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58" name="Rectangle 1484">
              <a:extLst>
                <a:ext uri="{FF2B5EF4-FFF2-40B4-BE49-F238E27FC236}">
                  <a16:creationId xmlns:a16="http://schemas.microsoft.com/office/drawing/2014/main" id="{A528451F-DC8F-2BEA-2188-7D338277A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731" y="6225314"/>
              <a:ext cx="141233" cy="1385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ESXi</a:t>
              </a:r>
              <a:endParaRPr kumimoji="0" lang="en-US" altLang="en-US" sz="179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67" name="Rectangle 1621">
            <a:extLst>
              <a:ext uri="{FF2B5EF4-FFF2-40B4-BE49-F238E27FC236}">
                <a16:creationId xmlns:a16="http://schemas.microsoft.com/office/drawing/2014/main" id="{F77E2667-8A6A-FF5B-7454-6A066D73C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6109" y="4507431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4489F4E-65E2-CDED-4D25-8834EA0C9D80}"/>
              </a:ext>
            </a:extLst>
          </p:cNvPr>
          <p:cNvGrpSpPr/>
          <p:nvPr/>
        </p:nvGrpSpPr>
        <p:grpSpPr>
          <a:xfrm>
            <a:off x="7093364" y="5536854"/>
            <a:ext cx="987291" cy="390472"/>
            <a:chOff x="9474433" y="5983972"/>
            <a:chExt cx="987548" cy="390574"/>
          </a:xfrm>
        </p:grpSpPr>
        <p:sp>
          <p:nvSpPr>
            <p:cNvPr id="69" name="Rectangle 1630">
              <a:extLst>
                <a:ext uri="{FF2B5EF4-FFF2-40B4-BE49-F238E27FC236}">
                  <a16:creationId xmlns:a16="http://schemas.microsoft.com/office/drawing/2014/main" id="{A84EEF00-D33A-C0F1-5F11-97CA87E4A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70" name="Rectangle 1630">
              <a:extLst>
                <a:ext uri="{FF2B5EF4-FFF2-40B4-BE49-F238E27FC236}">
                  <a16:creationId xmlns:a16="http://schemas.microsoft.com/office/drawing/2014/main" id="{041E89D8-7506-8EFC-4A27-8204ACFDA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31F05B9C-74FD-7900-A819-90B3437903A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72" name="Rectangle 1630">
                <a:extLst>
                  <a:ext uri="{FF2B5EF4-FFF2-40B4-BE49-F238E27FC236}">
                    <a16:creationId xmlns:a16="http://schemas.microsoft.com/office/drawing/2014/main" id="{AD0B815F-450B-96F9-CF99-77FAA71D4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73" name="Rectangle 1484">
                <a:extLst>
                  <a:ext uri="{FF2B5EF4-FFF2-40B4-BE49-F238E27FC236}">
                    <a16:creationId xmlns:a16="http://schemas.microsoft.com/office/drawing/2014/main" id="{CBCD35DE-13A4-0786-67E3-A9D40FCAD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9731" y="6225314"/>
                <a:ext cx="141232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532E650-6E44-7387-6C54-3814FF22FAE7}"/>
              </a:ext>
            </a:extLst>
          </p:cNvPr>
          <p:cNvGrpSpPr/>
          <p:nvPr/>
        </p:nvGrpSpPr>
        <p:grpSpPr>
          <a:xfrm>
            <a:off x="8164250" y="5540432"/>
            <a:ext cx="987291" cy="390472"/>
            <a:chOff x="9474433" y="5983972"/>
            <a:chExt cx="987548" cy="390574"/>
          </a:xfrm>
        </p:grpSpPr>
        <p:sp>
          <p:nvSpPr>
            <p:cNvPr id="75" name="Rectangle 1630">
              <a:extLst>
                <a:ext uri="{FF2B5EF4-FFF2-40B4-BE49-F238E27FC236}">
                  <a16:creationId xmlns:a16="http://schemas.microsoft.com/office/drawing/2014/main" id="{52A3D74B-06C4-99BE-727D-7C6520B17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76" name="Rectangle 1630">
              <a:extLst>
                <a:ext uri="{FF2B5EF4-FFF2-40B4-BE49-F238E27FC236}">
                  <a16:creationId xmlns:a16="http://schemas.microsoft.com/office/drawing/2014/main" id="{E15712CB-ED51-51E2-53FA-A7572BF88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58329A9E-45F1-069B-C2AA-F4DE43012229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78" name="Rectangle 1630">
                <a:extLst>
                  <a:ext uri="{FF2B5EF4-FFF2-40B4-BE49-F238E27FC236}">
                    <a16:creationId xmlns:a16="http://schemas.microsoft.com/office/drawing/2014/main" id="{F508205B-299D-DA32-898B-0411D0840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79" name="Rectangle 1484">
                <a:extLst>
                  <a:ext uri="{FF2B5EF4-FFF2-40B4-BE49-F238E27FC236}">
                    <a16:creationId xmlns:a16="http://schemas.microsoft.com/office/drawing/2014/main" id="{369F58A5-11A2-7C55-F5EC-00A1761C9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9731" y="6225314"/>
                <a:ext cx="141232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3C2BC5A-6745-DB5E-6B0C-B5ED471EDD29}"/>
              </a:ext>
            </a:extLst>
          </p:cNvPr>
          <p:cNvGrpSpPr/>
          <p:nvPr/>
        </p:nvGrpSpPr>
        <p:grpSpPr>
          <a:xfrm>
            <a:off x="6731279" y="1456516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D5DAE32-8655-38D7-66A5-30326AEC1BF4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3" name="Rectangle 1490">
              <a:extLst>
                <a:ext uri="{FF2B5EF4-FFF2-40B4-BE49-F238E27FC236}">
                  <a16:creationId xmlns:a16="http://schemas.microsoft.com/office/drawing/2014/main" id="{1FEBDC78-5266-DC7E-7F3A-F69B5D0B2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2909" y="4181820"/>
              <a:ext cx="762300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Cluster 1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0569F8FD-3030-C1AA-37CA-EAC6FF47C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1942594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602212EE-FCDB-3AD9-E992-6D4825575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546767" cy="153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Cluster 2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42665F87-9426-0D7D-A982-C6096240A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1942594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7" name="Rectangle 1621">
              <a:extLst>
                <a:ext uri="{FF2B5EF4-FFF2-40B4-BE49-F238E27FC236}">
                  <a16:creationId xmlns:a16="http://schemas.microsoft.com/office/drawing/2014/main" id="{7592A713-008F-0040-9FCD-BF3AEF144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247" y="4415579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8" name="Rectangle 1622">
              <a:extLst>
                <a:ext uri="{FF2B5EF4-FFF2-40B4-BE49-F238E27FC236}">
                  <a16:creationId xmlns:a16="http://schemas.microsoft.com/office/drawing/2014/main" id="{BCF4DB28-660E-6A30-A4D1-2917435E8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8105" y="452350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9" name="Rectangle 1623">
              <a:extLst>
                <a:ext uri="{FF2B5EF4-FFF2-40B4-BE49-F238E27FC236}">
                  <a16:creationId xmlns:a16="http://schemas.microsoft.com/office/drawing/2014/main" id="{6F25A886-0F52-60FD-991A-47B16D1AC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433" y="465364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0" name="Rectangle 1624">
              <a:extLst>
                <a:ext uri="{FF2B5EF4-FFF2-40B4-BE49-F238E27FC236}">
                  <a16:creationId xmlns:a16="http://schemas.microsoft.com/office/drawing/2014/main" id="{06E3B9BB-E9B2-B067-8854-E3D3AEF36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3105" y="4415579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1" name="Rectangle 1625">
              <a:extLst>
                <a:ext uri="{FF2B5EF4-FFF2-40B4-BE49-F238E27FC236}">
                  <a16:creationId xmlns:a16="http://schemas.microsoft.com/office/drawing/2014/main" id="{05FC8643-8FB4-5B52-41B3-A8FF75E33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0549" y="452350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10D6E8E4-AE5F-26F3-CB11-647B6FD88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" name="Rectangle 1627">
              <a:extLst>
                <a:ext uri="{FF2B5EF4-FFF2-40B4-BE49-F238E27FC236}">
                  <a16:creationId xmlns:a16="http://schemas.microsoft.com/office/drawing/2014/main" id="{A00A9F76-2041-E960-08A8-D92364553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7256" y="4415579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4" name="Rectangle 1628">
              <a:extLst>
                <a:ext uri="{FF2B5EF4-FFF2-40B4-BE49-F238E27FC236}">
                  <a16:creationId xmlns:a16="http://schemas.microsoft.com/office/drawing/2014/main" id="{61A6882D-9E2B-E73F-F7BB-C2B0EF5B2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3113" y="452350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080E8958-ADE9-7346-063C-63C2ECB04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BB5340C-F75D-782E-D8CF-16421A29A392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C63ADCF4-481B-AC41-212E-850B466BF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A7323802-FB11-338B-6452-A969BCAB3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399377DE-1DA3-F389-32C4-33F472E049D9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AEA2E01D-1DC2-A6FA-620E-EE64755C50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5C0BD193-90DE-3D02-E19F-45F0065D60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B56C4CA6-03BC-67F5-C016-63E2F832E779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27A01CCF-B3A5-CCD6-6BD1-9F9A13A91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477F09FD-2D77-004C-6CC6-E8DEDBFA7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8EB41EF3-CD7B-BC39-9FF9-FBAA62DE581E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C7DFE2C5-237D-8A74-8D27-BC5522FA7A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EE5134E3-BEBE-23F3-EEA7-E000F26C8E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3D45A53F-7AFD-34E2-F759-08E0C2E55B07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F05614E0-0086-E91D-0B56-10648BD949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1DCF99E3-10FF-A627-21D3-A097666BE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B14B02F8-411D-7D6D-5E43-11D2B135BC6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F8DFA68F-887C-5600-29AC-F413CAFD06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D0DB15F2-9A4F-12DF-5947-5F0E465D06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302F516-94FC-1CA0-68F1-B2EABBACB869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6B3321EC-095D-748D-DD32-D7B396667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A0160EE7-C795-AF53-A5AC-3F32DFFF6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7EF40451-B44B-76CC-DF80-D8A4AFBE1B9D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A9FAE614-25EE-9647-62CD-6051FFBC18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CFA82AA8-EC9C-2BCE-1F15-E0E98A8338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6" name="Rectangle 1627">
              <a:extLst>
                <a:ext uri="{FF2B5EF4-FFF2-40B4-BE49-F238E27FC236}">
                  <a16:creationId xmlns:a16="http://schemas.microsoft.com/office/drawing/2014/main" id="{92227CF8-270F-6B86-1879-933D82492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3186" y="4408208"/>
              <a:ext cx="458669" cy="452320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07" name="Rectangle 1628">
              <a:extLst>
                <a:ext uri="{FF2B5EF4-FFF2-40B4-BE49-F238E27FC236}">
                  <a16:creationId xmlns:a16="http://schemas.microsoft.com/office/drawing/2014/main" id="{FB42A6DC-6505-C289-F7B5-47A708CB6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044" y="4516130"/>
              <a:ext cx="242117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887DB1A5-2051-84D2-CDF2-197F88630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165153" cy="138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50" name="Rectangle 1490">
            <a:extLst>
              <a:ext uri="{FF2B5EF4-FFF2-40B4-BE49-F238E27FC236}">
                <a16:creationId xmlns:a16="http://schemas.microsoft.com/office/drawing/2014/main" id="{5651B3FA-17D6-9D66-C9F6-BEAA391C4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213" y="3922892"/>
            <a:ext cx="196403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3. – </a:t>
            </a:r>
            <a:r>
              <a:rPr kumimoji="0" lang="en-US" alt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vLCM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2" name="Rectangle 1493">
            <a:extLst>
              <a:ext uri="{FF2B5EF4-FFF2-40B4-BE49-F238E27FC236}">
                <a16:creationId xmlns:a16="http://schemas.microsoft.com/office/drawing/2014/main" id="{84A3D864-FEC3-7149-3DB4-BA5CADB8C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3876" y="4664207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3" name="Rectangle 1493">
            <a:extLst>
              <a:ext uri="{FF2B5EF4-FFF2-40B4-BE49-F238E27FC236}">
                <a16:creationId xmlns:a16="http://schemas.microsoft.com/office/drawing/2014/main" id="{3A2AC8CF-9B18-2286-7365-AAA14F0B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3884" y="4645198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4" name="Rectangle 1493">
            <a:extLst>
              <a:ext uri="{FF2B5EF4-FFF2-40B4-BE49-F238E27FC236}">
                <a16:creationId xmlns:a16="http://schemas.microsoft.com/office/drawing/2014/main" id="{1FAEF1BA-05DE-2852-A9ED-51186BB48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2501" y="4644470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5" name="Rectangle 1493">
            <a:extLst>
              <a:ext uri="{FF2B5EF4-FFF2-40B4-BE49-F238E27FC236}">
                <a16:creationId xmlns:a16="http://schemas.microsoft.com/office/drawing/2014/main" id="{FB51C61E-3922-8C73-22D2-A00F12C4E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7442" y="4643742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A3F54585-74D7-7C04-214A-34FA245B2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4008" y="1545470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Workload Domain 1.  </a:t>
            </a: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Multi-Cluster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D3C9E6-3B38-C45A-B76A-1BEED6E58CD9}"/>
              </a:ext>
            </a:extLst>
          </p:cNvPr>
          <p:cNvGrpSpPr/>
          <p:nvPr/>
        </p:nvGrpSpPr>
        <p:grpSpPr>
          <a:xfrm>
            <a:off x="7031594" y="2008611"/>
            <a:ext cx="2142804" cy="464475"/>
            <a:chOff x="7031594" y="2008611"/>
            <a:chExt cx="2142804" cy="464475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A1198B70-761C-888E-A5CA-214395187DCD}"/>
                </a:ext>
              </a:extLst>
            </p:cNvPr>
            <p:cNvGrpSpPr/>
            <p:nvPr/>
          </p:nvGrpSpPr>
          <p:grpSpPr>
            <a:xfrm>
              <a:off x="7031594" y="2010862"/>
              <a:ext cx="458550" cy="452202"/>
              <a:chOff x="7081022" y="2010862"/>
              <a:chExt cx="458550" cy="452202"/>
            </a:xfrm>
          </p:grpSpPr>
          <p:sp>
            <p:nvSpPr>
              <p:cNvPr id="157" name="Rectangle 1621">
                <a:extLst>
                  <a:ext uri="{FF2B5EF4-FFF2-40B4-BE49-F238E27FC236}">
                    <a16:creationId xmlns:a16="http://schemas.microsoft.com/office/drawing/2014/main" id="{366ABDD7-B662-CC9A-001F-44D2A546F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1022" y="2010862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8" name="Rectangle 1622">
                <a:extLst>
                  <a:ext uri="{FF2B5EF4-FFF2-40B4-BE49-F238E27FC236}">
                    <a16:creationId xmlns:a16="http://schemas.microsoft.com/office/drawing/2014/main" id="{185C39DA-4FCC-DF67-86D2-1A65CFBBC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6850" y="2118755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1C57A2E-5C37-7756-8B07-33FD427D54F0}"/>
                </a:ext>
              </a:extLst>
            </p:cNvPr>
            <p:cNvGrpSpPr/>
            <p:nvPr/>
          </p:nvGrpSpPr>
          <p:grpSpPr>
            <a:xfrm>
              <a:off x="7601987" y="2008611"/>
              <a:ext cx="458550" cy="452202"/>
              <a:chOff x="7081022" y="2010862"/>
              <a:chExt cx="458550" cy="452202"/>
            </a:xfrm>
          </p:grpSpPr>
          <p:sp>
            <p:nvSpPr>
              <p:cNvPr id="180" name="Rectangle 1621">
                <a:extLst>
                  <a:ext uri="{FF2B5EF4-FFF2-40B4-BE49-F238E27FC236}">
                    <a16:creationId xmlns:a16="http://schemas.microsoft.com/office/drawing/2014/main" id="{F4BC53EC-7665-205B-7985-A6AD7B8D4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1022" y="2010862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1" name="Rectangle 1622">
                <a:extLst>
                  <a:ext uri="{FF2B5EF4-FFF2-40B4-BE49-F238E27FC236}">
                    <a16:creationId xmlns:a16="http://schemas.microsoft.com/office/drawing/2014/main" id="{0E7742A1-1E78-A94D-906D-8309B78FE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11480" y="2104125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6BD410C-7948-B44C-E073-AED85C94183B}"/>
                </a:ext>
              </a:extLst>
            </p:cNvPr>
            <p:cNvGrpSpPr/>
            <p:nvPr/>
          </p:nvGrpSpPr>
          <p:grpSpPr>
            <a:xfrm>
              <a:off x="8176364" y="2014843"/>
              <a:ext cx="458550" cy="452202"/>
              <a:chOff x="8176364" y="2014843"/>
              <a:chExt cx="458550" cy="452202"/>
            </a:xfrm>
          </p:grpSpPr>
          <p:sp>
            <p:nvSpPr>
              <p:cNvPr id="183" name="Rectangle 1621">
                <a:extLst>
                  <a:ext uri="{FF2B5EF4-FFF2-40B4-BE49-F238E27FC236}">
                    <a16:creationId xmlns:a16="http://schemas.microsoft.com/office/drawing/2014/main" id="{D155A31F-85A9-59FF-4CF6-05191947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6364" y="2014843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4" name="Rectangle 1622">
                <a:extLst>
                  <a:ext uri="{FF2B5EF4-FFF2-40B4-BE49-F238E27FC236}">
                    <a16:creationId xmlns:a16="http://schemas.microsoft.com/office/drawing/2014/main" id="{9BCA549D-B15E-C3F4-729E-D307E8C31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94906" y="2101221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E8489D8-B8DA-9125-27DE-8B117BFA6B06}"/>
                </a:ext>
              </a:extLst>
            </p:cNvPr>
            <p:cNvGrpSpPr/>
            <p:nvPr/>
          </p:nvGrpSpPr>
          <p:grpSpPr>
            <a:xfrm>
              <a:off x="8715848" y="2020884"/>
              <a:ext cx="458550" cy="452202"/>
              <a:chOff x="8715848" y="2020884"/>
              <a:chExt cx="458550" cy="452202"/>
            </a:xfrm>
          </p:grpSpPr>
          <p:sp>
            <p:nvSpPr>
              <p:cNvPr id="186" name="Rectangle 1621">
                <a:extLst>
                  <a:ext uri="{FF2B5EF4-FFF2-40B4-BE49-F238E27FC236}">
                    <a16:creationId xmlns:a16="http://schemas.microsoft.com/office/drawing/2014/main" id="{46F4E549-0AA5-CD5B-1B2F-C1E92FCD5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5848" y="2020884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7" name="Rectangle 1622">
                <a:extLst>
                  <a:ext uri="{FF2B5EF4-FFF2-40B4-BE49-F238E27FC236}">
                    <a16:creationId xmlns:a16="http://schemas.microsoft.com/office/drawing/2014/main" id="{33E183B9-52FF-AFA4-13E7-7EB50D840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6653" y="2099978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8E0C41E-9B57-D2C5-60EA-AF80B63BC50A}"/>
              </a:ext>
            </a:extLst>
          </p:cNvPr>
          <p:cNvGrpSpPr/>
          <p:nvPr/>
        </p:nvGrpSpPr>
        <p:grpSpPr>
          <a:xfrm>
            <a:off x="7969789" y="2668967"/>
            <a:ext cx="677510" cy="409361"/>
            <a:chOff x="7000548" y="5053549"/>
            <a:chExt cx="677510" cy="409361"/>
          </a:xfrm>
        </p:grpSpPr>
        <p:sp>
          <p:nvSpPr>
            <p:cNvPr id="143" name="Rectangle 1511">
              <a:extLst>
                <a:ext uri="{FF2B5EF4-FFF2-40B4-BE49-F238E27FC236}">
                  <a16:creationId xmlns:a16="http://schemas.microsoft.com/office/drawing/2014/main" id="{AC215FE1-168F-E917-EA40-70109C500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548" y="5053549"/>
              <a:ext cx="677510" cy="409361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1798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44" name="Rectangle 1493">
              <a:extLst>
                <a:ext uri="{FF2B5EF4-FFF2-40B4-BE49-F238E27FC236}">
                  <a16:creationId xmlns:a16="http://schemas.microsoft.com/office/drawing/2014/main" id="{353A24FD-BF97-8F01-5D2B-5CD85F3E3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5489" y="5127492"/>
              <a:ext cx="22762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Arial (本文)"/>
                  <a:ea typeface="Microsoft JhengHei" panose="020B0604030504040204" pitchFamily="34" charset="-120"/>
                </a:rPr>
                <a:t>NSX</a:t>
              </a:r>
            </a:p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Arial (本文)"/>
                  <a:ea typeface="Microsoft JhengHei" panose="020B0604030504040204" pitchFamily="34" charset="-120"/>
                </a:rPr>
                <a:t>ESG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5A13B8E-1197-33C0-5D59-3DBA6C3B8245}"/>
              </a:ext>
            </a:extLst>
          </p:cNvPr>
          <p:cNvGrpSpPr/>
          <p:nvPr/>
        </p:nvGrpSpPr>
        <p:grpSpPr>
          <a:xfrm>
            <a:off x="7827390" y="2587027"/>
            <a:ext cx="677510" cy="409361"/>
            <a:chOff x="7000548" y="5053549"/>
            <a:chExt cx="677510" cy="409361"/>
          </a:xfrm>
        </p:grpSpPr>
        <p:sp>
          <p:nvSpPr>
            <p:cNvPr id="147" name="Rectangle 1511">
              <a:extLst>
                <a:ext uri="{FF2B5EF4-FFF2-40B4-BE49-F238E27FC236}">
                  <a16:creationId xmlns:a16="http://schemas.microsoft.com/office/drawing/2014/main" id="{7A16D942-F79E-CFA7-C322-7116799A5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548" y="5053549"/>
              <a:ext cx="677510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1798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48" name="Rectangle 1493">
              <a:extLst>
                <a:ext uri="{FF2B5EF4-FFF2-40B4-BE49-F238E27FC236}">
                  <a16:creationId xmlns:a16="http://schemas.microsoft.com/office/drawing/2014/main" id="{6ACEBAD3-624F-1F2D-7DE6-89391A104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1863" y="5127492"/>
              <a:ext cx="25487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Arial (本文)"/>
                  <a:ea typeface="Microsoft JhengHei" panose="020B0604030504040204" pitchFamily="34" charset="-120"/>
                </a:rPr>
                <a:t>NSX</a:t>
              </a:r>
            </a:p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Arial (本文)"/>
                  <a:ea typeface="Microsoft JhengHei" panose="020B0604030504040204" pitchFamily="34" charset="-120"/>
                </a:rPr>
                <a:t>Edge</a:t>
              </a:r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279BB26-72AC-2867-0F37-B13A7DFCADA8}"/>
              </a:ext>
            </a:extLst>
          </p:cNvPr>
          <p:cNvSpPr/>
          <p:nvPr/>
        </p:nvSpPr>
        <p:spPr>
          <a:xfrm>
            <a:off x="9388288" y="3863417"/>
            <a:ext cx="2707619" cy="2292594"/>
          </a:xfrm>
          <a:prstGeom prst="rect">
            <a:avLst/>
          </a:prstGeom>
          <a:solidFill>
            <a:schemeClr val="accent5">
              <a:lumMod val="75000"/>
              <a:alpha val="14902"/>
            </a:schemeClr>
          </a:solidFill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B79A6F8-45C1-2EC4-8271-52C550424579}"/>
              </a:ext>
            </a:extLst>
          </p:cNvPr>
          <p:cNvSpPr/>
          <p:nvPr/>
        </p:nvSpPr>
        <p:spPr>
          <a:xfrm>
            <a:off x="6738166" y="3875772"/>
            <a:ext cx="2591924" cy="2292594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en-US" sz="2798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29A0CF2D-1D16-A59A-5155-D1F304008E0B}"/>
              </a:ext>
            </a:extLst>
          </p:cNvPr>
          <p:cNvGrpSpPr/>
          <p:nvPr/>
        </p:nvGrpSpPr>
        <p:grpSpPr>
          <a:xfrm>
            <a:off x="6738166" y="1496827"/>
            <a:ext cx="5183412" cy="2160780"/>
            <a:chOff x="6783768" y="1499567"/>
            <a:chExt cx="5236754" cy="2207494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B9897CD2-63A1-21F0-F88D-B883F353E811}"/>
                </a:ext>
              </a:extLst>
            </p:cNvPr>
            <p:cNvSpPr/>
            <p:nvPr/>
          </p:nvSpPr>
          <p:spPr>
            <a:xfrm>
              <a:off x="6783768" y="1499567"/>
              <a:ext cx="5236754" cy="2207494"/>
            </a:xfrm>
            <a:prstGeom prst="rect">
              <a:avLst/>
            </a:prstGeom>
            <a:solidFill>
              <a:schemeClr val="accent6">
                <a:alpha val="7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  <a:defRPr/>
              </a:pPr>
              <a:endPara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5C635AF4-3813-62D1-DCEA-3DEA3450890B}"/>
                </a:ext>
              </a:extLst>
            </p:cNvPr>
            <p:cNvSpPr txBox="1"/>
            <p:nvPr/>
          </p:nvSpPr>
          <p:spPr>
            <a:xfrm>
              <a:off x="7906883" y="2152020"/>
              <a:ext cx="2829796" cy="82873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  <a:b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</a:b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76054E58-4B20-CDDA-E729-B0D2C93EC2B9}"/>
                </a:ext>
              </a:extLst>
            </p:cNvPr>
            <p:cNvSpPr txBox="1"/>
            <p:nvPr/>
          </p:nvSpPr>
          <p:spPr>
            <a:xfrm>
              <a:off x="9579661" y="2446306"/>
              <a:ext cx="1800057" cy="3693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endPara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49" name="群組 148">
            <a:extLst>
              <a:ext uri="{FF2B5EF4-FFF2-40B4-BE49-F238E27FC236}">
                <a16:creationId xmlns:a16="http://schemas.microsoft.com/office/drawing/2014/main" id="{B52EBC06-D825-5FB8-EB1E-0604841A432B}"/>
              </a:ext>
            </a:extLst>
          </p:cNvPr>
          <p:cNvGrpSpPr/>
          <p:nvPr/>
        </p:nvGrpSpPr>
        <p:grpSpPr>
          <a:xfrm>
            <a:off x="2933025" y="4597667"/>
            <a:ext cx="3594092" cy="1570700"/>
            <a:chOff x="9541546" y="4015929"/>
            <a:chExt cx="2708324" cy="2293191"/>
          </a:xfrm>
        </p:grpSpPr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44A279E9-D12F-735C-7A03-82B7C04546A4}"/>
                </a:ext>
              </a:extLst>
            </p:cNvPr>
            <p:cNvSpPr/>
            <p:nvPr/>
          </p:nvSpPr>
          <p:spPr>
            <a:xfrm>
              <a:off x="9541546" y="4015929"/>
              <a:ext cx="2708324" cy="2293191"/>
            </a:xfrm>
            <a:prstGeom prst="rect">
              <a:avLst/>
            </a:prstGeom>
            <a:solidFill>
              <a:schemeClr val="accent5">
                <a:lumMod val="75000"/>
                <a:alpha val="14902"/>
              </a:schemeClr>
            </a:solidFill>
            <a:ln w="3810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0" name="Rectangle 1620">
              <a:extLst>
                <a:ext uri="{FF2B5EF4-FFF2-40B4-BE49-F238E27FC236}">
                  <a16:creationId xmlns:a16="http://schemas.microsoft.com/office/drawing/2014/main" id="{8972A0DC-4E21-B156-DE45-3DF4D919A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035" y="4266131"/>
              <a:ext cx="1194498" cy="1942088"/>
            </a:xfrm>
            <a:prstGeom prst="rect">
              <a:avLst/>
            </a:prstGeom>
            <a:noFill/>
            <a:ln w="6350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1" name="Rectangle 1621">
              <a:extLst>
                <a:ext uri="{FF2B5EF4-FFF2-40B4-BE49-F238E27FC236}">
                  <a16:creationId xmlns:a16="http://schemas.microsoft.com/office/drawing/2014/main" id="{F5BD1802-2697-AFCC-7570-76C0678C0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4928" y="4642173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2" name="Rectangle 1622">
              <a:extLst>
                <a:ext uri="{FF2B5EF4-FFF2-40B4-BE49-F238E27FC236}">
                  <a16:creationId xmlns:a16="http://schemas.microsoft.com/office/drawing/2014/main" id="{16927B2F-4583-46EC-C58F-C19B97F88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0756" y="4750067"/>
              <a:ext cx="178775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3" name="Rectangle 1623">
              <a:extLst>
                <a:ext uri="{FF2B5EF4-FFF2-40B4-BE49-F238E27FC236}">
                  <a16:creationId xmlns:a16="http://schemas.microsoft.com/office/drawing/2014/main" id="{7CF00F52-5C37-9E25-55D7-E79B40782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4076" y="4880175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4" name="Rectangle 1624">
              <a:extLst>
                <a:ext uri="{FF2B5EF4-FFF2-40B4-BE49-F238E27FC236}">
                  <a16:creationId xmlns:a16="http://schemas.microsoft.com/office/drawing/2014/main" id="{2ED8CA8F-C42B-8C8E-D511-F9E1B1BED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8530" y="4642173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5" name="Rectangle 1625">
              <a:extLst>
                <a:ext uri="{FF2B5EF4-FFF2-40B4-BE49-F238E27FC236}">
                  <a16:creationId xmlns:a16="http://schemas.microsoft.com/office/drawing/2014/main" id="{6FC8AF5D-B7DF-4C0F-123E-A5E0434E4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5945" y="4750067"/>
              <a:ext cx="178775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6" name="Rectangle 1626">
              <a:extLst>
                <a:ext uri="{FF2B5EF4-FFF2-40B4-BE49-F238E27FC236}">
                  <a16:creationId xmlns:a16="http://schemas.microsoft.com/office/drawing/2014/main" id="{0CEE0DF2-5DCD-0634-E3A1-C87EDF109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7678" y="4880175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82" name="Group 39">
              <a:extLst>
                <a:ext uri="{FF2B5EF4-FFF2-40B4-BE49-F238E27FC236}">
                  <a16:creationId xmlns:a16="http://schemas.microsoft.com/office/drawing/2014/main" id="{80931B00-B351-8A82-D738-1C3375F784BA}"/>
                </a:ext>
              </a:extLst>
            </p:cNvPr>
            <p:cNvGrpSpPr/>
            <p:nvPr/>
          </p:nvGrpSpPr>
          <p:grpSpPr>
            <a:xfrm>
              <a:off x="9754928" y="5652587"/>
              <a:ext cx="987291" cy="390472"/>
              <a:chOff x="9474433" y="5983972"/>
              <a:chExt cx="987548" cy="390574"/>
            </a:xfrm>
          </p:grpSpPr>
          <p:sp>
            <p:nvSpPr>
              <p:cNvPr id="96" name="Rectangle 1630">
                <a:extLst>
                  <a:ext uri="{FF2B5EF4-FFF2-40B4-BE49-F238E27FC236}">
                    <a16:creationId xmlns:a16="http://schemas.microsoft.com/office/drawing/2014/main" id="{1E46E2A2-CEAD-9E21-5A83-94E415750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7" name="Rectangle 1630">
                <a:extLst>
                  <a:ext uri="{FF2B5EF4-FFF2-40B4-BE49-F238E27FC236}">
                    <a16:creationId xmlns:a16="http://schemas.microsoft.com/office/drawing/2014/main" id="{6494FA8E-C225-37B0-2294-AA47FFB38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8" name="Group 42">
                <a:extLst>
                  <a:ext uri="{FF2B5EF4-FFF2-40B4-BE49-F238E27FC236}">
                    <a16:creationId xmlns:a16="http://schemas.microsoft.com/office/drawing/2014/main" id="{EE4EB1DA-49B9-A067-073B-E0D3E2F4F95B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9" name="Rectangle 1630">
                  <a:extLst>
                    <a:ext uri="{FF2B5EF4-FFF2-40B4-BE49-F238E27FC236}">
                      <a16:creationId xmlns:a16="http://schemas.microsoft.com/office/drawing/2014/main" id="{38E8B6B8-EB27-7C59-ABBD-3987956934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0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00" name="Rectangle 1484">
                  <a:extLst>
                    <a:ext uri="{FF2B5EF4-FFF2-40B4-BE49-F238E27FC236}">
                      <a16:creationId xmlns:a16="http://schemas.microsoft.com/office/drawing/2014/main" id="{70C3CF9B-DDBE-1564-D3B8-67D9D523D4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57135" y="6225314"/>
                  <a:ext cx="106426" cy="2022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1" name="Rectangle 1630">
              <a:extLst>
                <a:ext uri="{FF2B5EF4-FFF2-40B4-BE49-F238E27FC236}">
                  <a16:creationId xmlns:a16="http://schemas.microsoft.com/office/drawing/2014/main" id="{BC71AB93-A633-32A0-3C50-CC8FAE3CE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6121" y="5775926"/>
              <a:ext cx="842996" cy="261860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29" name="Rectangle 1630">
              <a:extLst>
                <a:ext uri="{FF2B5EF4-FFF2-40B4-BE49-F238E27FC236}">
                  <a16:creationId xmlns:a16="http://schemas.microsoft.com/office/drawing/2014/main" id="{83D07123-BEC9-6BF1-9D73-FD45FEAE1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8449" y="5708580"/>
              <a:ext cx="842996" cy="261860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1" name="Rectangle 1620">
              <a:extLst>
                <a:ext uri="{FF2B5EF4-FFF2-40B4-BE49-F238E27FC236}">
                  <a16:creationId xmlns:a16="http://schemas.microsoft.com/office/drawing/2014/main" id="{E2BE4C15-8F3A-328F-47A4-96B0C1157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32" y="4260857"/>
              <a:ext cx="1194498" cy="1942088"/>
            </a:xfrm>
            <a:prstGeom prst="rect">
              <a:avLst/>
            </a:prstGeom>
            <a:noFill/>
            <a:ln w="6350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2" name="Rectangle 1621">
              <a:extLst>
                <a:ext uri="{FF2B5EF4-FFF2-40B4-BE49-F238E27FC236}">
                  <a16:creationId xmlns:a16="http://schemas.microsoft.com/office/drawing/2014/main" id="{E5B938D3-B5E8-4FDA-59DC-04CB9F8F9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1826" y="4636900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3" name="Rectangle 1622">
              <a:extLst>
                <a:ext uri="{FF2B5EF4-FFF2-40B4-BE49-F238E27FC236}">
                  <a16:creationId xmlns:a16="http://schemas.microsoft.com/office/drawing/2014/main" id="{A9626662-8049-BCF1-B701-406E32BA6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8287" y="4744793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DB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4" name="Rectangle 1623">
              <a:extLst>
                <a:ext uri="{FF2B5EF4-FFF2-40B4-BE49-F238E27FC236}">
                  <a16:creationId xmlns:a16="http://schemas.microsoft.com/office/drawing/2014/main" id="{D9FA7874-F9AD-B888-A44F-A363995ED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8289" y="4874901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5" name="Rectangle 1624">
              <a:extLst>
                <a:ext uri="{FF2B5EF4-FFF2-40B4-BE49-F238E27FC236}">
                  <a16:creationId xmlns:a16="http://schemas.microsoft.com/office/drawing/2014/main" id="{4BE9A45D-C62D-C778-0B4E-8B883022D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5428" y="4636900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6" name="Rectangle 1625">
              <a:extLst>
                <a:ext uri="{FF2B5EF4-FFF2-40B4-BE49-F238E27FC236}">
                  <a16:creationId xmlns:a16="http://schemas.microsoft.com/office/drawing/2014/main" id="{6619E7EB-5C16-63BB-B6F2-0B6702356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1889" y="4744793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DB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7" name="Rectangle 1626">
              <a:extLst>
                <a:ext uri="{FF2B5EF4-FFF2-40B4-BE49-F238E27FC236}">
                  <a16:creationId xmlns:a16="http://schemas.microsoft.com/office/drawing/2014/main" id="{3A700117-198B-35CE-17D8-3A45F52CA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1889" y="4874901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38" name="Group 55">
              <a:extLst>
                <a:ext uri="{FF2B5EF4-FFF2-40B4-BE49-F238E27FC236}">
                  <a16:creationId xmlns:a16="http://schemas.microsoft.com/office/drawing/2014/main" id="{23D05AA8-1270-CA7F-E576-4A705542DF69}"/>
                </a:ext>
              </a:extLst>
            </p:cNvPr>
            <p:cNvGrpSpPr/>
            <p:nvPr/>
          </p:nvGrpSpPr>
          <p:grpSpPr>
            <a:xfrm>
              <a:off x="11091826" y="5647314"/>
              <a:ext cx="842996" cy="261860"/>
              <a:chOff x="9474434" y="6169899"/>
              <a:chExt cx="464202" cy="261928"/>
            </a:xfrm>
          </p:grpSpPr>
          <p:sp>
            <p:nvSpPr>
              <p:cNvPr id="139" name="Rectangle 1630">
                <a:extLst>
                  <a:ext uri="{FF2B5EF4-FFF2-40B4-BE49-F238E27FC236}">
                    <a16:creationId xmlns:a16="http://schemas.microsoft.com/office/drawing/2014/main" id="{AE65D4FC-BFD0-CD32-12F7-F90C250DD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40" name="Rectangle 1484">
                <a:extLst>
                  <a:ext uri="{FF2B5EF4-FFF2-40B4-BE49-F238E27FC236}">
                    <a16:creationId xmlns:a16="http://schemas.microsoft.com/office/drawing/2014/main" id="{EDD2BB11-A572-3B6C-62D1-33B613919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7135" y="6225314"/>
                <a:ext cx="106426" cy="2022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  <p:sp>
          <p:nvSpPr>
            <p:cNvPr id="146" name="Rectangle 1490">
              <a:extLst>
                <a:ext uri="{FF2B5EF4-FFF2-40B4-BE49-F238E27FC236}">
                  <a16:creationId xmlns:a16="http://schemas.microsoft.com/office/drawing/2014/main" id="{FF345E34-9ECE-AE03-831F-C31E56C42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0613" y="4075292"/>
              <a:ext cx="1964032" cy="224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b="1">
                  <a:solidFill>
                    <a:srgbClr val="717074"/>
                  </a:solidFill>
                  <a:latin typeface="Arial (本文)"/>
                  <a:ea typeface="Microsoft JhengHei" panose="020B0604030504040204" pitchFamily="34" charset="-120"/>
                </a:rPr>
                <a:t>Workload Cluster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4" name="Rectangle 230">
            <a:extLst>
              <a:ext uri="{FF2B5EF4-FFF2-40B4-BE49-F238E27FC236}">
                <a16:creationId xmlns:a16="http://schemas.microsoft.com/office/drawing/2014/main" id="{54D32037-7D0F-F668-E5F6-26BF6EE5269B}"/>
              </a:ext>
            </a:extLst>
          </p:cNvPr>
          <p:cNvSpPr/>
          <p:nvPr/>
        </p:nvSpPr>
        <p:spPr>
          <a:xfrm>
            <a:off x="6710308" y="3897758"/>
            <a:ext cx="2549532" cy="2251307"/>
          </a:xfrm>
          <a:prstGeom prst="rect">
            <a:avLst/>
          </a:prstGeom>
          <a:solidFill>
            <a:schemeClr val="accent6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AI Cluster x 3</a:t>
            </a:r>
            <a:endParaRPr lang="en-US" sz="2399">
              <a:solidFill>
                <a:prstClr val="white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228">
            <a:extLst>
              <a:ext uri="{FF2B5EF4-FFF2-40B4-BE49-F238E27FC236}">
                <a16:creationId xmlns:a16="http://schemas.microsoft.com/office/drawing/2014/main" id="{77D1134D-2643-E657-4F6E-CE4D0BA947DC}"/>
              </a:ext>
            </a:extLst>
          </p:cNvPr>
          <p:cNvSpPr/>
          <p:nvPr/>
        </p:nvSpPr>
        <p:spPr>
          <a:xfrm>
            <a:off x="9412940" y="3895071"/>
            <a:ext cx="2589485" cy="2253995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FDC Cluster 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D2F8D4CB-FBD7-CFFD-E919-4C78892D5BAD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0" name="Rectangle 1490">
            <a:extLst>
              <a:ext uri="{FF2B5EF4-FFF2-40B4-BE49-F238E27FC236}">
                <a16:creationId xmlns:a16="http://schemas.microsoft.com/office/drawing/2014/main" id="{E1AB539B-4BCA-B088-361D-C7AAA5733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169" y="1286659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MGMT Cluster 1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02" name="Rectangle 228">
            <a:extLst>
              <a:ext uri="{FF2B5EF4-FFF2-40B4-BE49-F238E27FC236}">
                <a16:creationId xmlns:a16="http://schemas.microsoft.com/office/drawing/2014/main" id="{E8A0E653-AA69-0670-267B-3AFFC524DEAD}"/>
              </a:ext>
            </a:extLst>
          </p:cNvPr>
          <p:cNvSpPr/>
          <p:nvPr/>
        </p:nvSpPr>
        <p:spPr>
          <a:xfrm>
            <a:off x="2927263" y="4597667"/>
            <a:ext cx="3652026" cy="1584096"/>
          </a:xfrm>
          <a:prstGeom prst="rect">
            <a:avLst/>
          </a:prstGeom>
          <a:solidFill>
            <a:schemeClr val="accent1"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IN House</a:t>
            </a:r>
          </a:p>
        </p:txBody>
      </p:sp>
      <p:grpSp>
        <p:nvGrpSpPr>
          <p:cNvPr id="6" name="Group 227">
            <a:extLst>
              <a:ext uri="{FF2B5EF4-FFF2-40B4-BE49-F238E27FC236}">
                <a16:creationId xmlns:a16="http://schemas.microsoft.com/office/drawing/2014/main" id="{6A25EB0E-6898-E575-ACCE-4636B06DB064}"/>
              </a:ext>
            </a:extLst>
          </p:cNvPr>
          <p:cNvGrpSpPr/>
          <p:nvPr/>
        </p:nvGrpSpPr>
        <p:grpSpPr>
          <a:xfrm>
            <a:off x="1603489" y="1629159"/>
            <a:ext cx="4989029" cy="582235"/>
            <a:chOff x="7013317" y="1563598"/>
            <a:chExt cx="4366401" cy="1698272"/>
          </a:xfrm>
        </p:grpSpPr>
        <p:sp>
          <p:nvSpPr>
            <p:cNvPr id="9" name="TextBox 231">
              <a:extLst>
                <a:ext uri="{FF2B5EF4-FFF2-40B4-BE49-F238E27FC236}">
                  <a16:creationId xmlns:a16="http://schemas.microsoft.com/office/drawing/2014/main" id="{B47BF73A-806A-C5CE-3D6E-CDBC0CED20BE}"/>
                </a:ext>
              </a:extLst>
            </p:cNvPr>
            <p:cNvSpPr txBox="1"/>
            <p:nvPr/>
          </p:nvSpPr>
          <p:spPr>
            <a:xfrm>
              <a:off x="7941651" y="1563598"/>
              <a:ext cx="2991984" cy="10769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endParaRPr lang="en-US" sz="2399" b="1" u="sng">
                <a:solidFill>
                  <a:schemeClr val="tx1">
                    <a:lumMod val="95000"/>
                    <a:lumOff val="5000"/>
                  </a:schemeClr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0" name="TextBox 232">
              <a:extLst>
                <a:ext uri="{FF2B5EF4-FFF2-40B4-BE49-F238E27FC236}">
                  <a16:creationId xmlns:a16="http://schemas.microsoft.com/office/drawing/2014/main" id="{DAC9D0B3-7910-9F27-5849-2329A089BDB8}"/>
                </a:ext>
              </a:extLst>
            </p:cNvPr>
            <p:cNvSpPr txBox="1"/>
            <p:nvPr/>
          </p:nvSpPr>
          <p:spPr>
            <a:xfrm>
              <a:off x="7013317" y="2442338"/>
              <a:ext cx="1904756" cy="7386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  <a:b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</a:b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  <p:sp>
          <p:nvSpPr>
            <p:cNvPr id="13" name="TextBox 233">
              <a:extLst>
                <a:ext uri="{FF2B5EF4-FFF2-40B4-BE49-F238E27FC236}">
                  <a16:creationId xmlns:a16="http://schemas.microsoft.com/office/drawing/2014/main" id="{C0E7E721-12BA-F2D3-68C3-3E1974B4FF6D}"/>
                </a:ext>
              </a:extLst>
            </p:cNvPr>
            <p:cNvSpPr txBox="1"/>
            <p:nvPr/>
          </p:nvSpPr>
          <p:spPr>
            <a:xfrm>
              <a:off x="9579661" y="2446306"/>
              <a:ext cx="1800057" cy="8155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</a:p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</p:grpSp>
      <p:grpSp>
        <p:nvGrpSpPr>
          <p:cNvPr id="19" name="Group 79">
            <a:extLst>
              <a:ext uri="{FF2B5EF4-FFF2-40B4-BE49-F238E27FC236}">
                <a16:creationId xmlns:a16="http://schemas.microsoft.com/office/drawing/2014/main" id="{EC263D97-0754-CEFC-5EA4-162424C2ABFA}"/>
              </a:ext>
            </a:extLst>
          </p:cNvPr>
          <p:cNvGrpSpPr/>
          <p:nvPr/>
        </p:nvGrpSpPr>
        <p:grpSpPr>
          <a:xfrm>
            <a:off x="1131495" y="1734889"/>
            <a:ext cx="5341574" cy="2293191"/>
            <a:chOff x="1317226" y="3852345"/>
            <a:chExt cx="5342965" cy="2293788"/>
          </a:xfrm>
        </p:grpSpPr>
        <p:sp>
          <p:nvSpPr>
            <p:cNvPr id="20" name="Rectangle 80">
              <a:extLst>
                <a:ext uri="{FF2B5EF4-FFF2-40B4-BE49-F238E27FC236}">
                  <a16:creationId xmlns:a16="http://schemas.microsoft.com/office/drawing/2014/main" id="{0172C1C9-28A5-D1D5-FE60-4B3AEBB5F318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41" name="Rectangle 1491">
              <a:extLst>
                <a:ext uri="{FF2B5EF4-FFF2-40B4-BE49-F238E27FC236}">
                  <a16:creationId xmlns:a16="http://schemas.microsoft.com/office/drawing/2014/main" id="{1739EB7A-830F-44A7-F155-7750425CA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01" name="Rectangle 1619">
              <a:extLst>
                <a:ext uri="{FF2B5EF4-FFF2-40B4-BE49-F238E27FC236}">
                  <a16:creationId xmlns:a16="http://schemas.microsoft.com/office/drawing/2014/main" id="{E1721FCE-D35F-4EF5-BF3B-305D6968A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03" name="Rectangle 1620">
              <a:extLst>
                <a:ext uri="{FF2B5EF4-FFF2-40B4-BE49-F238E27FC236}">
                  <a16:creationId xmlns:a16="http://schemas.microsoft.com/office/drawing/2014/main" id="{DEE60928-F988-0613-3ACC-94AFEE6CB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04" name="Rectangle 1626">
              <a:extLst>
                <a:ext uri="{FF2B5EF4-FFF2-40B4-BE49-F238E27FC236}">
                  <a16:creationId xmlns:a16="http://schemas.microsoft.com/office/drawing/2014/main" id="{DEB5D0F4-1D02-95F2-61B6-95ACFDA7F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05" name="Rectangle 1629">
              <a:extLst>
                <a:ext uri="{FF2B5EF4-FFF2-40B4-BE49-F238E27FC236}">
                  <a16:creationId xmlns:a16="http://schemas.microsoft.com/office/drawing/2014/main" id="{5D61C3CD-F172-D60B-DACA-FCFE0AC82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06" name="Group 101">
              <a:extLst>
                <a:ext uri="{FF2B5EF4-FFF2-40B4-BE49-F238E27FC236}">
                  <a16:creationId xmlns:a16="http://schemas.microsoft.com/office/drawing/2014/main" id="{A77829E2-2485-995C-7FF6-EB7B1DF73341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226" name="Rectangle 1630">
                <a:extLst>
                  <a:ext uri="{FF2B5EF4-FFF2-40B4-BE49-F238E27FC236}">
                    <a16:creationId xmlns:a16="http://schemas.microsoft.com/office/drawing/2014/main" id="{31A36558-267F-8568-ECDC-64C72E305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27" name="Rectangle 1630">
                <a:extLst>
                  <a:ext uri="{FF2B5EF4-FFF2-40B4-BE49-F238E27FC236}">
                    <a16:creationId xmlns:a16="http://schemas.microsoft.com/office/drawing/2014/main" id="{DDF1E062-5892-1C21-0C33-AC6F4B55D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229" name="Group 125">
                <a:extLst>
                  <a:ext uri="{FF2B5EF4-FFF2-40B4-BE49-F238E27FC236}">
                    <a16:creationId xmlns:a16="http://schemas.microsoft.com/office/drawing/2014/main" id="{F4991ACE-B7A2-EACF-A506-3FCB981A0880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230" name="Rectangle 1630">
                  <a:extLst>
                    <a:ext uri="{FF2B5EF4-FFF2-40B4-BE49-F238E27FC236}">
                      <a16:creationId xmlns:a16="http://schemas.microsoft.com/office/drawing/2014/main" id="{9CFF8BA9-C1CE-4B46-70EA-A9128293E4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235" name="Rectangle 1484">
                  <a:extLst>
                    <a:ext uri="{FF2B5EF4-FFF2-40B4-BE49-F238E27FC236}">
                      <a16:creationId xmlns:a16="http://schemas.microsoft.com/office/drawing/2014/main" id="{0C7F0D92-ED11-E261-1C2F-D2207BD50C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07" name="Group 102">
              <a:extLst>
                <a:ext uri="{FF2B5EF4-FFF2-40B4-BE49-F238E27FC236}">
                  <a16:creationId xmlns:a16="http://schemas.microsoft.com/office/drawing/2014/main" id="{15D8052A-3AEF-5C19-064E-A4330AEB47B6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221" name="Rectangle 1630">
                <a:extLst>
                  <a:ext uri="{FF2B5EF4-FFF2-40B4-BE49-F238E27FC236}">
                    <a16:creationId xmlns:a16="http://schemas.microsoft.com/office/drawing/2014/main" id="{1CA547C4-93DB-68DB-6693-6E426ABDE3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22" name="Rectangle 1630">
                <a:extLst>
                  <a:ext uri="{FF2B5EF4-FFF2-40B4-BE49-F238E27FC236}">
                    <a16:creationId xmlns:a16="http://schemas.microsoft.com/office/drawing/2014/main" id="{A9F83EDA-404A-072B-B60E-FD9CB1585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223" name="Group 120">
                <a:extLst>
                  <a:ext uri="{FF2B5EF4-FFF2-40B4-BE49-F238E27FC236}">
                    <a16:creationId xmlns:a16="http://schemas.microsoft.com/office/drawing/2014/main" id="{40093018-DA1A-09B0-BD24-9994BC1878A1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224" name="Rectangle 1630">
                  <a:extLst>
                    <a:ext uri="{FF2B5EF4-FFF2-40B4-BE49-F238E27FC236}">
                      <a16:creationId xmlns:a16="http://schemas.microsoft.com/office/drawing/2014/main" id="{1A621074-72AA-8B33-CBAF-17E9080C23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225" name="Rectangle 1484">
                  <a:extLst>
                    <a:ext uri="{FF2B5EF4-FFF2-40B4-BE49-F238E27FC236}">
                      <a16:creationId xmlns:a16="http://schemas.microsoft.com/office/drawing/2014/main" id="{3E618248-3E88-2FB3-4BAC-030142E6D0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08" name="Group 103">
              <a:extLst>
                <a:ext uri="{FF2B5EF4-FFF2-40B4-BE49-F238E27FC236}">
                  <a16:creationId xmlns:a16="http://schemas.microsoft.com/office/drawing/2014/main" id="{B57D9446-BAF8-512D-E3C3-C5832C3D80D4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216" name="Rectangle 1630">
                <a:extLst>
                  <a:ext uri="{FF2B5EF4-FFF2-40B4-BE49-F238E27FC236}">
                    <a16:creationId xmlns:a16="http://schemas.microsoft.com/office/drawing/2014/main" id="{547CBB1A-BADE-1743-5DAA-EC6688F8B5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17" name="Rectangle 1630">
                <a:extLst>
                  <a:ext uri="{FF2B5EF4-FFF2-40B4-BE49-F238E27FC236}">
                    <a16:creationId xmlns:a16="http://schemas.microsoft.com/office/drawing/2014/main" id="{0247151E-85CF-A3F8-3FE6-A048B997B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218" name="Group 115">
                <a:extLst>
                  <a:ext uri="{FF2B5EF4-FFF2-40B4-BE49-F238E27FC236}">
                    <a16:creationId xmlns:a16="http://schemas.microsoft.com/office/drawing/2014/main" id="{B8AFDC26-623F-F576-31D7-14598A3314B0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219" name="Rectangle 1630">
                  <a:extLst>
                    <a:ext uri="{FF2B5EF4-FFF2-40B4-BE49-F238E27FC236}">
                      <a16:creationId xmlns:a16="http://schemas.microsoft.com/office/drawing/2014/main" id="{41F2CF36-4EEF-D71B-CAB8-73516C08E1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220" name="Rectangle 1484">
                  <a:extLst>
                    <a:ext uri="{FF2B5EF4-FFF2-40B4-BE49-F238E27FC236}">
                      <a16:creationId xmlns:a16="http://schemas.microsoft.com/office/drawing/2014/main" id="{757FDBFA-ED95-1A0E-48D5-80E15E2969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09" name="Group 104">
              <a:extLst>
                <a:ext uri="{FF2B5EF4-FFF2-40B4-BE49-F238E27FC236}">
                  <a16:creationId xmlns:a16="http://schemas.microsoft.com/office/drawing/2014/main" id="{F07109A4-873B-84FE-97F4-966C7ECEE49C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211" name="Rectangle 1630">
                <a:extLst>
                  <a:ext uri="{FF2B5EF4-FFF2-40B4-BE49-F238E27FC236}">
                    <a16:creationId xmlns:a16="http://schemas.microsoft.com/office/drawing/2014/main" id="{855AAC99-5699-E2C1-BDF5-5AD390D6E6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12" name="Rectangle 1630">
                <a:extLst>
                  <a:ext uri="{FF2B5EF4-FFF2-40B4-BE49-F238E27FC236}">
                    <a16:creationId xmlns:a16="http://schemas.microsoft.com/office/drawing/2014/main" id="{83C4ED76-AD6C-81CC-2C14-0C283D04B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213" name="Group 110">
                <a:extLst>
                  <a:ext uri="{FF2B5EF4-FFF2-40B4-BE49-F238E27FC236}">
                    <a16:creationId xmlns:a16="http://schemas.microsoft.com/office/drawing/2014/main" id="{92D1EBC5-608C-09CD-9436-8307AE7DC7B6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214" name="Rectangle 1630">
                  <a:extLst>
                    <a:ext uri="{FF2B5EF4-FFF2-40B4-BE49-F238E27FC236}">
                      <a16:creationId xmlns:a16="http://schemas.microsoft.com/office/drawing/2014/main" id="{4838BA36-41EF-858A-5519-5E28EE658D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215" name="Rectangle 1484">
                  <a:extLst>
                    <a:ext uri="{FF2B5EF4-FFF2-40B4-BE49-F238E27FC236}">
                      <a16:creationId xmlns:a16="http://schemas.microsoft.com/office/drawing/2014/main" id="{89E620D6-B187-8A76-67E1-A673AFE7D3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210" name="Rectangle 1629">
              <a:extLst>
                <a:ext uri="{FF2B5EF4-FFF2-40B4-BE49-F238E27FC236}">
                  <a16:creationId xmlns:a16="http://schemas.microsoft.com/office/drawing/2014/main" id="{7F8C79DE-DB87-7BF6-2246-259005355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36" name="Rectangle 1490">
            <a:extLst>
              <a:ext uri="{FF2B5EF4-FFF2-40B4-BE49-F238E27FC236}">
                <a16:creationId xmlns:a16="http://schemas.microsoft.com/office/drawing/2014/main" id="{2BBA99CB-37BF-E644-5901-0BC4DD612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224" y="1823843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MGMT Cluster 1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237" name="Group 10">
            <a:extLst>
              <a:ext uri="{FF2B5EF4-FFF2-40B4-BE49-F238E27FC236}">
                <a16:creationId xmlns:a16="http://schemas.microsoft.com/office/drawing/2014/main" id="{1F9B3596-FCCE-2368-E58C-A7D4385E8BBB}"/>
              </a:ext>
            </a:extLst>
          </p:cNvPr>
          <p:cNvGrpSpPr/>
          <p:nvPr/>
        </p:nvGrpSpPr>
        <p:grpSpPr>
          <a:xfrm>
            <a:off x="2241296" y="2333245"/>
            <a:ext cx="1087284" cy="140395"/>
            <a:chOff x="7732445" y="2099978"/>
            <a:chExt cx="1104273" cy="140395"/>
          </a:xfrm>
        </p:grpSpPr>
        <p:sp>
          <p:nvSpPr>
            <p:cNvPr id="238" name="Rectangle 1622">
              <a:extLst>
                <a:ext uri="{FF2B5EF4-FFF2-40B4-BE49-F238E27FC236}">
                  <a16:creationId xmlns:a16="http://schemas.microsoft.com/office/drawing/2014/main" id="{1337F8B7-A071-5974-E4A1-7F2E7C8FD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9" name="Rectangle 1622">
              <a:extLst>
                <a:ext uri="{FF2B5EF4-FFF2-40B4-BE49-F238E27FC236}">
                  <a16:creationId xmlns:a16="http://schemas.microsoft.com/office/drawing/2014/main" id="{41131B01-CFF5-DCE0-2BCA-62448791B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40" name="Rectangle 1491">
            <a:extLst>
              <a:ext uri="{FF2B5EF4-FFF2-40B4-BE49-F238E27FC236}">
                <a16:creationId xmlns:a16="http://schemas.microsoft.com/office/drawing/2014/main" id="{A5C6A425-0C45-ABAE-A72D-4707F3653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0227" y="2957687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41" name="Rectangle 1620">
            <a:extLst>
              <a:ext uri="{FF2B5EF4-FFF2-40B4-BE49-F238E27FC236}">
                <a16:creationId xmlns:a16="http://schemas.microsoft.com/office/drawing/2014/main" id="{85AC148F-DD83-3C85-E33F-E66446CB9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854" y="3002676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42" name="Rectangle 1490">
            <a:extLst>
              <a:ext uri="{FF2B5EF4-FFF2-40B4-BE49-F238E27FC236}">
                <a16:creationId xmlns:a16="http://schemas.microsoft.com/office/drawing/2014/main" id="{815FFFA3-AD15-7C00-6C1C-5398CACAE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987" y="3010807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43" name="Rectangle 1490">
            <a:extLst>
              <a:ext uri="{FF2B5EF4-FFF2-40B4-BE49-F238E27FC236}">
                <a16:creationId xmlns:a16="http://schemas.microsoft.com/office/drawing/2014/main" id="{5A7C91DE-46C5-FE26-51C5-5BA43D8F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0738" y="303245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44" name="Rectangle 1621">
            <a:extLst>
              <a:ext uri="{FF2B5EF4-FFF2-40B4-BE49-F238E27FC236}">
                <a16:creationId xmlns:a16="http://schemas.microsoft.com/office/drawing/2014/main" id="{F764C120-6038-EE1E-FFEC-7A2CF2644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3232" y="2536578"/>
            <a:ext cx="1608454" cy="31695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MGMT 1 VC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45" name="Rectangle 1621">
            <a:extLst>
              <a:ext uri="{FF2B5EF4-FFF2-40B4-BE49-F238E27FC236}">
                <a16:creationId xmlns:a16="http://schemas.microsoft.com/office/drawing/2014/main" id="{7E05A0FD-6CA6-A8F6-A653-A58F09C60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4911" y="2581375"/>
            <a:ext cx="1829201" cy="324921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MGMT 1 Aira Suite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531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4CF3-AB7A-EC04-DBD8-9D4C1403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74C295-18B0-983D-9589-B52B4886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Arial (本文)"/>
              </a:rPr>
              <a:t>Isolating Different Types</a:t>
            </a:r>
            <a:r>
              <a:rPr lang="zh-TW" altLang="en-US">
                <a:latin typeface="Arial (本文)"/>
              </a:rPr>
              <a:t> </a:t>
            </a:r>
            <a:r>
              <a:rPr lang="en-US" altLang="zh-TW">
                <a:latin typeface="Arial (本文)"/>
              </a:rPr>
              <a:t>Standard Mode (OA)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7CAE9F-29EF-0567-9553-60F789646744}"/>
              </a:ext>
            </a:extLst>
          </p:cNvPr>
          <p:cNvSpPr/>
          <p:nvPr/>
        </p:nvSpPr>
        <p:spPr>
          <a:xfrm>
            <a:off x="6693219" y="4308026"/>
            <a:ext cx="5327528" cy="1874895"/>
          </a:xfrm>
          <a:prstGeom prst="rect">
            <a:avLst/>
          </a:prstGeom>
          <a:solidFill>
            <a:srgbClr val="003D79">
              <a:alpha val="14902"/>
            </a:srgbClr>
          </a:solidFill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6" name="Rectangle 1554">
            <a:extLst>
              <a:ext uri="{FF2B5EF4-FFF2-40B4-BE49-F238E27FC236}">
                <a16:creationId xmlns:a16="http://schemas.microsoft.com/office/drawing/2014/main" id="{87574B0B-57EA-11B7-6A90-C9D42DB89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7541" y="4551136"/>
            <a:ext cx="2297910" cy="1594083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8" name="Rectangle 1558">
            <a:extLst>
              <a:ext uri="{FF2B5EF4-FFF2-40B4-BE49-F238E27FC236}">
                <a16:creationId xmlns:a16="http://schemas.microsoft.com/office/drawing/2014/main" id="{810E48F6-49BA-7EF6-570E-D6C42A776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865" y="4927178"/>
            <a:ext cx="460135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9" name="Rectangle 1561">
            <a:extLst>
              <a:ext uri="{FF2B5EF4-FFF2-40B4-BE49-F238E27FC236}">
                <a16:creationId xmlns:a16="http://schemas.microsoft.com/office/drawing/2014/main" id="{E1C31292-C185-9C9C-9BBF-B2118682A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0000" y="4927178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3" name="Rectangle 1620">
            <a:extLst>
              <a:ext uri="{FF2B5EF4-FFF2-40B4-BE49-F238E27FC236}">
                <a16:creationId xmlns:a16="http://schemas.microsoft.com/office/drawing/2014/main" id="{05B5342C-4669-A3D9-C050-118B5F07E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9521" y="4545870"/>
            <a:ext cx="1165247" cy="1594084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4" name="Rectangle 1621">
            <a:extLst>
              <a:ext uri="{FF2B5EF4-FFF2-40B4-BE49-F238E27FC236}">
                <a16:creationId xmlns:a16="http://schemas.microsoft.com/office/drawing/2014/main" id="{7523C3EB-9894-328A-DF94-8A1B0BE89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7414" y="4921911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5" name="Rectangle 1622">
            <a:extLst>
              <a:ext uri="{FF2B5EF4-FFF2-40B4-BE49-F238E27FC236}">
                <a16:creationId xmlns:a16="http://schemas.microsoft.com/office/drawing/2014/main" id="{213BDBC6-E363-CCA0-168A-9AACB6E79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3242" y="5029805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6" name="Rectangle 1623">
            <a:extLst>
              <a:ext uri="{FF2B5EF4-FFF2-40B4-BE49-F238E27FC236}">
                <a16:creationId xmlns:a16="http://schemas.microsoft.com/office/drawing/2014/main" id="{738F9E12-A723-C328-507F-27B633118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6562" y="5159912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7" name="Rectangle 1624">
            <a:extLst>
              <a:ext uri="{FF2B5EF4-FFF2-40B4-BE49-F238E27FC236}">
                <a16:creationId xmlns:a16="http://schemas.microsoft.com/office/drawing/2014/main" id="{DA416CB8-D407-4F3D-8970-CB79310C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016" y="4921911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8" name="Rectangle 1625">
            <a:extLst>
              <a:ext uri="{FF2B5EF4-FFF2-40B4-BE49-F238E27FC236}">
                <a16:creationId xmlns:a16="http://schemas.microsoft.com/office/drawing/2014/main" id="{BDAE3660-F65D-5CE3-68C6-CB6795F28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8431" y="5029805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9" name="Rectangle 1626">
            <a:extLst>
              <a:ext uri="{FF2B5EF4-FFF2-40B4-BE49-F238E27FC236}">
                <a16:creationId xmlns:a16="http://schemas.microsoft.com/office/drawing/2014/main" id="{24DAE13E-B3E0-F1CD-C203-D59C1C7E7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0164" y="5159912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32019BD-CCF5-9C0D-09CA-162F841F4DBD}"/>
              </a:ext>
            </a:extLst>
          </p:cNvPr>
          <p:cNvGrpSpPr/>
          <p:nvPr/>
        </p:nvGrpSpPr>
        <p:grpSpPr>
          <a:xfrm>
            <a:off x="9520969" y="5655723"/>
            <a:ext cx="987291" cy="390472"/>
            <a:chOff x="9474433" y="5983972"/>
            <a:chExt cx="987548" cy="390574"/>
          </a:xfrm>
        </p:grpSpPr>
        <p:sp>
          <p:nvSpPr>
            <p:cNvPr id="41" name="Rectangle 1630">
              <a:extLst>
                <a:ext uri="{FF2B5EF4-FFF2-40B4-BE49-F238E27FC236}">
                  <a16:creationId xmlns:a16="http://schemas.microsoft.com/office/drawing/2014/main" id="{94817E0B-4616-AAD3-0390-4E77C0D57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30">
              <a:extLst>
                <a:ext uri="{FF2B5EF4-FFF2-40B4-BE49-F238E27FC236}">
                  <a16:creationId xmlns:a16="http://schemas.microsoft.com/office/drawing/2014/main" id="{7E83583A-48DF-577F-9BB8-4AE18C5CF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EEAF6EC-50D6-E1FC-7D6B-F8CF6517E1BE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44" name="Rectangle 1630">
                <a:extLst>
                  <a:ext uri="{FF2B5EF4-FFF2-40B4-BE49-F238E27FC236}">
                    <a16:creationId xmlns:a16="http://schemas.microsoft.com/office/drawing/2014/main" id="{5780AEF0-A3C9-E368-BE73-09BCF0C19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45" name="Rectangle 1484">
                <a:extLst>
                  <a:ext uri="{FF2B5EF4-FFF2-40B4-BE49-F238E27FC236}">
                    <a16:creationId xmlns:a16="http://schemas.microsoft.com/office/drawing/2014/main" id="{F0F6F307-E4F7-63F7-0D1E-639C98032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9731" y="6225314"/>
                <a:ext cx="141232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46" name="Rectangle 1630">
            <a:extLst>
              <a:ext uri="{FF2B5EF4-FFF2-40B4-BE49-F238E27FC236}">
                <a16:creationId xmlns:a16="http://schemas.microsoft.com/office/drawing/2014/main" id="{649F7F1E-E4EF-06A2-EC4E-AEB8254F6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2162" y="5779062"/>
            <a:ext cx="842996" cy="261860"/>
          </a:xfrm>
          <a:prstGeom prst="rect">
            <a:avLst/>
          </a:prstGeom>
          <a:solidFill>
            <a:srgbClr val="003D7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630">
            <a:extLst>
              <a:ext uri="{FF2B5EF4-FFF2-40B4-BE49-F238E27FC236}">
                <a16:creationId xmlns:a16="http://schemas.microsoft.com/office/drawing/2014/main" id="{D92354D1-F496-87AA-687E-D2EB71508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4490" y="5711716"/>
            <a:ext cx="842996" cy="261860"/>
          </a:xfrm>
          <a:prstGeom prst="rect">
            <a:avLst/>
          </a:prstGeom>
          <a:solidFill>
            <a:srgbClr val="003D7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0">
            <a:extLst>
              <a:ext uri="{FF2B5EF4-FFF2-40B4-BE49-F238E27FC236}">
                <a16:creationId xmlns:a16="http://schemas.microsoft.com/office/drawing/2014/main" id="{E9DBC0D7-73CC-E574-4A98-3A4119F8B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6418" y="4540595"/>
            <a:ext cx="1234328" cy="1604624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D606B62A-F7DD-EA1A-C90C-894E0B359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4312" y="4916638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2">
            <a:extLst>
              <a:ext uri="{FF2B5EF4-FFF2-40B4-BE49-F238E27FC236}">
                <a16:creationId xmlns:a16="http://schemas.microsoft.com/office/drawing/2014/main" id="{4384A784-4EDF-1202-F444-63D671455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8627" y="5024531"/>
            <a:ext cx="1699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DB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3">
            <a:extLst>
              <a:ext uri="{FF2B5EF4-FFF2-40B4-BE49-F238E27FC236}">
                <a16:creationId xmlns:a16="http://schemas.microsoft.com/office/drawing/2014/main" id="{CB730A00-8C6C-ED25-1113-68F20BA23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1032" y="5154639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4">
            <a:extLst>
              <a:ext uri="{FF2B5EF4-FFF2-40B4-BE49-F238E27FC236}">
                <a16:creationId xmlns:a16="http://schemas.microsoft.com/office/drawing/2014/main" id="{100D1964-4CAA-19B5-014C-6B4092EF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7914" y="4916638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Rectangle 1625">
            <a:extLst>
              <a:ext uri="{FF2B5EF4-FFF2-40B4-BE49-F238E27FC236}">
                <a16:creationId xmlns:a16="http://schemas.microsoft.com/office/drawing/2014/main" id="{64B6A6E2-1AB9-A699-D649-FC99C1746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2229" y="5024531"/>
            <a:ext cx="169918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DB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5" name="Rectangle 1626">
            <a:extLst>
              <a:ext uri="{FF2B5EF4-FFF2-40B4-BE49-F238E27FC236}">
                <a16:creationId xmlns:a16="http://schemas.microsoft.com/office/drawing/2014/main" id="{4885FB04-A0E2-0269-17A7-4953CBE17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633" y="5154639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73B3982-0B9A-A2F7-4E97-C46A2907DFD5}"/>
              </a:ext>
            </a:extLst>
          </p:cNvPr>
          <p:cNvGrpSpPr/>
          <p:nvPr/>
        </p:nvGrpSpPr>
        <p:grpSpPr>
          <a:xfrm>
            <a:off x="10857867" y="5650450"/>
            <a:ext cx="842996" cy="261860"/>
            <a:chOff x="9474434" y="6169899"/>
            <a:chExt cx="464202" cy="261928"/>
          </a:xfrm>
        </p:grpSpPr>
        <p:sp>
          <p:nvSpPr>
            <p:cNvPr id="57" name="Rectangle 1630">
              <a:extLst>
                <a:ext uri="{FF2B5EF4-FFF2-40B4-BE49-F238E27FC236}">
                  <a16:creationId xmlns:a16="http://schemas.microsoft.com/office/drawing/2014/main" id="{2A5ABDDA-DD39-84E8-3B44-A2475DE2E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4434" y="6169899"/>
              <a:ext cx="464202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58" name="Rectangle 1484">
              <a:extLst>
                <a:ext uri="{FF2B5EF4-FFF2-40B4-BE49-F238E27FC236}">
                  <a16:creationId xmlns:a16="http://schemas.microsoft.com/office/drawing/2014/main" id="{974EDCEC-B96A-58DC-804D-48EF3CAA0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731" y="6225314"/>
              <a:ext cx="141233" cy="1385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ESXi</a:t>
              </a:r>
              <a:endParaRPr kumimoji="0" lang="en-US" altLang="en-US" sz="179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67" name="Rectangle 1621">
            <a:extLst>
              <a:ext uri="{FF2B5EF4-FFF2-40B4-BE49-F238E27FC236}">
                <a16:creationId xmlns:a16="http://schemas.microsoft.com/office/drawing/2014/main" id="{AC268FEC-E238-8F20-A15D-657557ED8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995" y="4939569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8C84AD9-D916-B672-44E6-CD1D6AB32192}"/>
              </a:ext>
            </a:extLst>
          </p:cNvPr>
          <p:cNvGrpSpPr/>
          <p:nvPr/>
        </p:nvGrpSpPr>
        <p:grpSpPr>
          <a:xfrm>
            <a:off x="7011805" y="5692390"/>
            <a:ext cx="987291" cy="390472"/>
            <a:chOff x="9474433" y="5983972"/>
            <a:chExt cx="987548" cy="390574"/>
          </a:xfrm>
        </p:grpSpPr>
        <p:sp>
          <p:nvSpPr>
            <p:cNvPr id="69" name="Rectangle 1630">
              <a:extLst>
                <a:ext uri="{FF2B5EF4-FFF2-40B4-BE49-F238E27FC236}">
                  <a16:creationId xmlns:a16="http://schemas.microsoft.com/office/drawing/2014/main" id="{07885937-8646-0A80-D315-AC1F1B6B9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70" name="Rectangle 1630">
              <a:extLst>
                <a:ext uri="{FF2B5EF4-FFF2-40B4-BE49-F238E27FC236}">
                  <a16:creationId xmlns:a16="http://schemas.microsoft.com/office/drawing/2014/main" id="{F0356B34-0C28-78B3-BEE0-0EDF562FA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00E32A1-63B7-2490-0413-B5F36E134463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72" name="Rectangle 1630">
                <a:extLst>
                  <a:ext uri="{FF2B5EF4-FFF2-40B4-BE49-F238E27FC236}">
                    <a16:creationId xmlns:a16="http://schemas.microsoft.com/office/drawing/2014/main" id="{2D6FC8D4-0920-D59B-CDE9-D1CCB33CF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73" name="Rectangle 1484">
                <a:extLst>
                  <a:ext uri="{FF2B5EF4-FFF2-40B4-BE49-F238E27FC236}">
                    <a16:creationId xmlns:a16="http://schemas.microsoft.com/office/drawing/2014/main" id="{5479DC8C-3A65-3E06-3E7C-E389AE8AC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9731" y="6225314"/>
                <a:ext cx="141232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A696E44-FB1B-9009-A3A6-413495E12818}"/>
              </a:ext>
            </a:extLst>
          </p:cNvPr>
          <p:cNvGrpSpPr/>
          <p:nvPr/>
        </p:nvGrpSpPr>
        <p:grpSpPr>
          <a:xfrm>
            <a:off x="8082691" y="5695968"/>
            <a:ext cx="987291" cy="390472"/>
            <a:chOff x="9474433" y="5983972"/>
            <a:chExt cx="987548" cy="390574"/>
          </a:xfrm>
        </p:grpSpPr>
        <p:sp>
          <p:nvSpPr>
            <p:cNvPr id="75" name="Rectangle 1630">
              <a:extLst>
                <a:ext uri="{FF2B5EF4-FFF2-40B4-BE49-F238E27FC236}">
                  <a16:creationId xmlns:a16="http://schemas.microsoft.com/office/drawing/2014/main" id="{C291B4E1-668D-3591-10F2-BD3BC191B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76" name="Rectangle 1630">
              <a:extLst>
                <a:ext uri="{FF2B5EF4-FFF2-40B4-BE49-F238E27FC236}">
                  <a16:creationId xmlns:a16="http://schemas.microsoft.com/office/drawing/2014/main" id="{4384B07D-AEFA-2580-AC61-60EFF0A2E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5E6E8605-42F6-D649-A4FF-07DBDDE4A481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78" name="Rectangle 1630">
                <a:extLst>
                  <a:ext uri="{FF2B5EF4-FFF2-40B4-BE49-F238E27FC236}">
                    <a16:creationId xmlns:a16="http://schemas.microsoft.com/office/drawing/2014/main" id="{5C9A931E-D4B4-14E8-7B48-0584DC0FB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79" name="Rectangle 1484">
                <a:extLst>
                  <a:ext uri="{FF2B5EF4-FFF2-40B4-BE49-F238E27FC236}">
                    <a16:creationId xmlns:a16="http://schemas.microsoft.com/office/drawing/2014/main" id="{B1A60921-1B16-B4E6-D2C9-6F2DB9E4C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9731" y="6225314"/>
                <a:ext cx="141232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EADA5F1A-768C-742B-9938-AF81C3D4D5D4}"/>
              </a:ext>
            </a:extLst>
          </p:cNvPr>
          <p:cNvSpPr/>
          <p:nvPr/>
        </p:nvSpPr>
        <p:spPr>
          <a:xfrm>
            <a:off x="6556117" y="1364989"/>
            <a:ext cx="5464628" cy="2788207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3" name="Rectangle 1490">
            <a:extLst>
              <a:ext uri="{FF2B5EF4-FFF2-40B4-BE49-F238E27FC236}">
                <a16:creationId xmlns:a16="http://schemas.microsoft.com/office/drawing/2014/main" id="{2DA663F5-9104-954D-0E61-36289B621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325" y="2274610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4" name="Rectangle 1491">
            <a:extLst>
              <a:ext uri="{FF2B5EF4-FFF2-40B4-BE49-F238E27FC236}">
                <a16:creationId xmlns:a16="http://schemas.microsoft.com/office/drawing/2014/main" id="{A89BF385-53B0-B448-5852-45BDDAAF6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8596" y="2196975"/>
            <a:ext cx="2367316" cy="1942088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5" name="Rectangle 1619">
            <a:extLst>
              <a:ext uri="{FF2B5EF4-FFF2-40B4-BE49-F238E27FC236}">
                <a16:creationId xmlns:a16="http://schemas.microsoft.com/office/drawing/2014/main" id="{25D0359F-F5C0-4601-87FA-4FD9E371A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4851" y="2313201"/>
            <a:ext cx="54662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Cluster 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6" name="Rectangle 1620">
            <a:extLst>
              <a:ext uri="{FF2B5EF4-FFF2-40B4-BE49-F238E27FC236}">
                <a16:creationId xmlns:a16="http://schemas.microsoft.com/office/drawing/2014/main" id="{DAE36DAD-45A7-61A1-6A84-00A550040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1700" y="2196975"/>
            <a:ext cx="2368904" cy="1942088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7" name="Rectangle 1621">
            <a:extLst>
              <a:ext uri="{FF2B5EF4-FFF2-40B4-BE49-F238E27FC236}">
                <a16:creationId xmlns:a16="http://schemas.microsoft.com/office/drawing/2014/main" id="{9CDB8133-D255-E197-1F81-1A85BE99E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4129" y="2508308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8" name="Rectangle 1622">
            <a:extLst>
              <a:ext uri="{FF2B5EF4-FFF2-40B4-BE49-F238E27FC236}">
                <a16:creationId xmlns:a16="http://schemas.microsoft.com/office/drawing/2014/main" id="{79FD4AF0-7024-314B-0A8D-9EA016C3B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957" y="2616201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9" name="Rectangle 1623">
            <a:extLst>
              <a:ext uri="{FF2B5EF4-FFF2-40B4-BE49-F238E27FC236}">
                <a16:creationId xmlns:a16="http://schemas.microsoft.com/office/drawing/2014/main" id="{E065BA08-EB93-9A4B-844E-E18A81285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3276" y="2746309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0" name="Rectangle 1624">
            <a:extLst>
              <a:ext uri="{FF2B5EF4-FFF2-40B4-BE49-F238E27FC236}">
                <a16:creationId xmlns:a16="http://schemas.microsoft.com/office/drawing/2014/main" id="{AA367E19-75BB-355F-19F8-D8D06F27B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4836" y="2508308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1" name="Rectangle 1625">
            <a:extLst>
              <a:ext uri="{FF2B5EF4-FFF2-40B4-BE49-F238E27FC236}">
                <a16:creationId xmlns:a16="http://schemas.microsoft.com/office/drawing/2014/main" id="{92F1B391-2C15-A29C-2D7D-42200D31B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249" y="2616201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2" name="Rectangle 1626">
            <a:extLst>
              <a:ext uri="{FF2B5EF4-FFF2-40B4-BE49-F238E27FC236}">
                <a16:creationId xmlns:a16="http://schemas.microsoft.com/office/drawing/2014/main" id="{71EBB45F-2770-63F7-E76F-8412EF40C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3983" y="2746309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" name="Rectangle 1627">
            <a:extLst>
              <a:ext uri="{FF2B5EF4-FFF2-40B4-BE49-F238E27FC236}">
                <a16:creationId xmlns:a16="http://schemas.microsoft.com/office/drawing/2014/main" id="{5F04DF87-D9F1-C3A1-DDEF-D05B7D78E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8697" y="2508308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" name="Rectangle 1628">
            <a:extLst>
              <a:ext uri="{FF2B5EF4-FFF2-40B4-BE49-F238E27FC236}">
                <a16:creationId xmlns:a16="http://schemas.microsoft.com/office/drawing/2014/main" id="{C9461A71-42F3-3E86-AF39-3E89D9C75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523" y="2616201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" name="Rectangle 1629">
            <a:extLst>
              <a:ext uri="{FF2B5EF4-FFF2-40B4-BE49-F238E27FC236}">
                <a16:creationId xmlns:a16="http://schemas.microsoft.com/office/drawing/2014/main" id="{E41F2840-44C7-ACA6-419C-73770335D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7844" y="2746309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5F66ABA-5404-C4DC-789F-EBA697A6BD46}"/>
              </a:ext>
            </a:extLst>
          </p:cNvPr>
          <p:cNvGrpSpPr/>
          <p:nvPr/>
        </p:nvGrpSpPr>
        <p:grpSpPr>
          <a:xfrm>
            <a:off x="9507869" y="3653545"/>
            <a:ext cx="987291" cy="390472"/>
            <a:chOff x="9474433" y="5983972"/>
            <a:chExt cx="987548" cy="390574"/>
          </a:xfrm>
        </p:grpSpPr>
        <p:sp>
          <p:nvSpPr>
            <p:cNvPr id="124" name="Rectangle 1630">
              <a:extLst>
                <a:ext uri="{FF2B5EF4-FFF2-40B4-BE49-F238E27FC236}">
                  <a16:creationId xmlns:a16="http://schemas.microsoft.com/office/drawing/2014/main" id="{046A5E8B-42E2-1A9F-90E5-40478B5BD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25" name="Rectangle 1630">
              <a:extLst>
                <a:ext uri="{FF2B5EF4-FFF2-40B4-BE49-F238E27FC236}">
                  <a16:creationId xmlns:a16="http://schemas.microsoft.com/office/drawing/2014/main" id="{0F96520A-B7C9-DF5E-CAFD-B3AFCC5D8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235E7E23-7E2D-CE33-EFC3-A129EEECBAE6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27" name="Rectangle 1630">
                <a:extLst>
                  <a:ext uri="{FF2B5EF4-FFF2-40B4-BE49-F238E27FC236}">
                    <a16:creationId xmlns:a16="http://schemas.microsoft.com/office/drawing/2014/main" id="{F4E89D7E-0A1E-F3B7-F700-29A82D460D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8" name="Rectangle 1484">
                <a:extLst>
                  <a:ext uri="{FF2B5EF4-FFF2-40B4-BE49-F238E27FC236}">
                    <a16:creationId xmlns:a16="http://schemas.microsoft.com/office/drawing/2014/main" id="{3BBDAF1A-A29C-491B-90B2-D496A9D5C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057D31F-C363-E7BD-456A-2C6842797077}"/>
              </a:ext>
            </a:extLst>
          </p:cNvPr>
          <p:cNvGrpSpPr/>
          <p:nvPr/>
        </p:nvGrpSpPr>
        <p:grpSpPr>
          <a:xfrm>
            <a:off x="10617796" y="3656296"/>
            <a:ext cx="987291" cy="390472"/>
            <a:chOff x="9474433" y="5983972"/>
            <a:chExt cx="987548" cy="390574"/>
          </a:xfrm>
        </p:grpSpPr>
        <p:sp>
          <p:nvSpPr>
            <p:cNvPr id="119" name="Rectangle 1630">
              <a:extLst>
                <a:ext uri="{FF2B5EF4-FFF2-40B4-BE49-F238E27FC236}">
                  <a16:creationId xmlns:a16="http://schemas.microsoft.com/office/drawing/2014/main" id="{8B3FA0F8-FE4C-47AE-42B7-AA4688A82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20" name="Rectangle 1630">
              <a:extLst>
                <a:ext uri="{FF2B5EF4-FFF2-40B4-BE49-F238E27FC236}">
                  <a16:creationId xmlns:a16="http://schemas.microsoft.com/office/drawing/2014/main" id="{E287616C-4633-8B13-8C84-3AA712B18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E9AF7243-FBF7-3F96-3048-CEC6C172BC68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22" name="Rectangle 1630">
                <a:extLst>
                  <a:ext uri="{FF2B5EF4-FFF2-40B4-BE49-F238E27FC236}">
                    <a16:creationId xmlns:a16="http://schemas.microsoft.com/office/drawing/2014/main" id="{77E79061-F9FD-C15A-D4DC-4BB6BF6C7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3" name="Rectangle 1484">
                <a:extLst>
                  <a:ext uri="{FF2B5EF4-FFF2-40B4-BE49-F238E27FC236}">
                    <a16:creationId xmlns:a16="http://schemas.microsoft.com/office/drawing/2014/main" id="{532B2CCF-0C7B-DBB8-6B13-E5B2E7084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0BF46A1-EEA2-7310-2FBA-3DFE8C494F1F}"/>
              </a:ext>
            </a:extLst>
          </p:cNvPr>
          <p:cNvGrpSpPr/>
          <p:nvPr/>
        </p:nvGrpSpPr>
        <p:grpSpPr>
          <a:xfrm>
            <a:off x="6874903" y="3617755"/>
            <a:ext cx="987291" cy="390472"/>
            <a:chOff x="9474433" y="5983972"/>
            <a:chExt cx="987548" cy="390574"/>
          </a:xfrm>
        </p:grpSpPr>
        <p:sp>
          <p:nvSpPr>
            <p:cNvPr id="114" name="Rectangle 1630">
              <a:extLst>
                <a:ext uri="{FF2B5EF4-FFF2-40B4-BE49-F238E27FC236}">
                  <a16:creationId xmlns:a16="http://schemas.microsoft.com/office/drawing/2014/main" id="{5A0831F0-0BD3-556D-8C34-7CF2141E5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15" name="Rectangle 1630">
              <a:extLst>
                <a:ext uri="{FF2B5EF4-FFF2-40B4-BE49-F238E27FC236}">
                  <a16:creationId xmlns:a16="http://schemas.microsoft.com/office/drawing/2014/main" id="{C9688619-ED64-CDB9-2DD5-77113A225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5C7F2CEB-C4E7-D394-6AE6-562806FE1464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17" name="Rectangle 1630">
                <a:extLst>
                  <a:ext uri="{FF2B5EF4-FFF2-40B4-BE49-F238E27FC236}">
                    <a16:creationId xmlns:a16="http://schemas.microsoft.com/office/drawing/2014/main" id="{F50C15FE-7AB7-78EC-7369-56C73D269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8" name="Rectangle 1484">
                <a:extLst>
                  <a:ext uri="{FF2B5EF4-FFF2-40B4-BE49-F238E27FC236}">
                    <a16:creationId xmlns:a16="http://schemas.microsoft.com/office/drawing/2014/main" id="{874042DA-D39F-FED3-0F0F-FEAEB322A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8D00079-0C48-7AC9-CB00-3F6F8C887623}"/>
              </a:ext>
            </a:extLst>
          </p:cNvPr>
          <p:cNvGrpSpPr/>
          <p:nvPr/>
        </p:nvGrpSpPr>
        <p:grpSpPr>
          <a:xfrm>
            <a:off x="8025787" y="3623433"/>
            <a:ext cx="987291" cy="390472"/>
            <a:chOff x="9474433" y="5983972"/>
            <a:chExt cx="987548" cy="390574"/>
          </a:xfrm>
        </p:grpSpPr>
        <p:sp>
          <p:nvSpPr>
            <p:cNvPr id="109" name="Rectangle 1630">
              <a:extLst>
                <a:ext uri="{FF2B5EF4-FFF2-40B4-BE49-F238E27FC236}">
                  <a16:creationId xmlns:a16="http://schemas.microsoft.com/office/drawing/2014/main" id="{A644DF1D-874B-E56F-2D2E-92FE9A249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10" name="Rectangle 1630">
              <a:extLst>
                <a:ext uri="{FF2B5EF4-FFF2-40B4-BE49-F238E27FC236}">
                  <a16:creationId xmlns:a16="http://schemas.microsoft.com/office/drawing/2014/main" id="{390511AC-67AE-81DC-F556-0BD8496C9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D0F10C7-17A7-87D2-6DF6-986D7BFC3B34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12" name="Rectangle 1630">
                <a:extLst>
                  <a:ext uri="{FF2B5EF4-FFF2-40B4-BE49-F238E27FC236}">
                    <a16:creationId xmlns:a16="http://schemas.microsoft.com/office/drawing/2014/main" id="{82D123AD-71BE-7D7C-492D-44EEC53B3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3" name="Rectangle 1484">
                <a:extLst>
                  <a:ext uri="{FF2B5EF4-FFF2-40B4-BE49-F238E27FC236}">
                    <a16:creationId xmlns:a16="http://schemas.microsoft.com/office/drawing/2014/main" id="{8839295D-784A-7025-90A2-82BC23274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106" name="Rectangle 1627">
            <a:extLst>
              <a:ext uri="{FF2B5EF4-FFF2-40B4-BE49-F238E27FC236}">
                <a16:creationId xmlns:a16="http://schemas.microsoft.com/office/drawing/2014/main" id="{F376CDD8-B59B-B560-07A9-5569BA9C4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4768" y="2500939"/>
            <a:ext cx="458550" cy="452202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7" name="Rectangle 1628">
            <a:extLst>
              <a:ext uri="{FF2B5EF4-FFF2-40B4-BE49-F238E27FC236}">
                <a16:creationId xmlns:a16="http://schemas.microsoft.com/office/drawing/2014/main" id="{8273DFAB-A8DF-7E91-BF82-43D6E6B83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0596" y="2608833"/>
            <a:ext cx="2420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APP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8" name="Rectangle 1629">
            <a:extLst>
              <a:ext uri="{FF2B5EF4-FFF2-40B4-BE49-F238E27FC236}">
                <a16:creationId xmlns:a16="http://schemas.microsoft.com/office/drawing/2014/main" id="{3EC43F9B-4114-23A5-6134-64AACCA28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916" y="2738941"/>
            <a:ext cx="1651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OS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3" name="Rectangle 1493">
            <a:extLst>
              <a:ext uri="{FF2B5EF4-FFF2-40B4-BE49-F238E27FC236}">
                <a16:creationId xmlns:a16="http://schemas.microsoft.com/office/drawing/2014/main" id="{5F79EF9F-7C4F-EA3A-CD88-E0C626ACC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8770" y="5077336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4" name="Rectangle 1493">
            <a:extLst>
              <a:ext uri="{FF2B5EF4-FFF2-40B4-BE49-F238E27FC236}">
                <a16:creationId xmlns:a16="http://schemas.microsoft.com/office/drawing/2014/main" id="{4301157B-001C-AEC3-8D23-2CA868A7E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7387" y="5076608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sp>
        <p:nvSpPr>
          <p:cNvPr id="175" name="Rectangle 1493">
            <a:extLst>
              <a:ext uri="{FF2B5EF4-FFF2-40B4-BE49-F238E27FC236}">
                <a16:creationId xmlns:a16="http://schemas.microsoft.com/office/drawing/2014/main" id="{6062062E-B42F-5426-9287-923659ACE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2328" y="5075880"/>
            <a:ext cx="181139" cy="13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VDI</a:t>
            </a:r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5B0F3639-63AF-ACD6-7D5D-34F26F942558}"/>
              </a:ext>
            </a:extLst>
          </p:cNvPr>
          <p:cNvCxnSpPr>
            <a:cxnSpLocks/>
          </p:cNvCxnSpPr>
          <p:nvPr/>
        </p:nvCxnSpPr>
        <p:spPr bwMode="gray">
          <a:xfrm flipV="1">
            <a:off x="928051" y="4191382"/>
            <a:ext cx="5628066" cy="8132"/>
          </a:xfrm>
          <a:prstGeom prst="line">
            <a:avLst/>
          </a:prstGeom>
          <a:ln w="19050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7776A-5776-F1DD-37A3-A02CC900495B}"/>
              </a:ext>
            </a:extLst>
          </p:cNvPr>
          <p:cNvGrpSpPr/>
          <p:nvPr/>
        </p:nvGrpSpPr>
        <p:grpSpPr>
          <a:xfrm>
            <a:off x="6986480" y="2440749"/>
            <a:ext cx="2142804" cy="464475"/>
            <a:chOff x="7031594" y="2008611"/>
            <a:chExt cx="2142804" cy="464475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666B35AB-BBEA-7BAC-6F64-302B6BB20389}"/>
                </a:ext>
              </a:extLst>
            </p:cNvPr>
            <p:cNvGrpSpPr/>
            <p:nvPr/>
          </p:nvGrpSpPr>
          <p:grpSpPr>
            <a:xfrm>
              <a:off x="7031594" y="2010862"/>
              <a:ext cx="458550" cy="452202"/>
              <a:chOff x="7081022" y="2010862"/>
              <a:chExt cx="458550" cy="452202"/>
            </a:xfrm>
          </p:grpSpPr>
          <p:sp>
            <p:nvSpPr>
              <p:cNvPr id="157" name="Rectangle 1621">
                <a:extLst>
                  <a:ext uri="{FF2B5EF4-FFF2-40B4-BE49-F238E27FC236}">
                    <a16:creationId xmlns:a16="http://schemas.microsoft.com/office/drawing/2014/main" id="{395E1856-1553-26EF-170F-5BE5107B8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1022" y="2010862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58" name="Rectangle 1622">
                <a:extLst>
                  <a:ext uri="{FF2B5EF4-FFF2-40B4-BE49-F238E27FC236}">
                    <a16:creationId xmlns:a16="http://schemas.microsoft.com/office/drawing/2014/main" id="{2148328D-CCCB-EF0B-83D6-937991504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6850" y="2118755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08E4E815-6FCA-43ED-D8FE-C74BC9A1D262}"/>
                </a:ext>
              </a:extLst>
            </p:cNvPr>
            <p:cNvGrpSpPr/>
            <p:nvPr/>
          </p:nvGrpSpPr>
          <p:grpSpPr>
            <a:xfrm>
              <a:off x="7601987" y="2008611"/>
              <a:ext cx="458550" cy="452202"/>
              <a:chOff x="7081022" y="2010862"/>
              <a:chExt cx="458550" cy="452202"/>
            </a:xfrm>
          </p:grpSpPr>
          <p:sp>
            <p:nvSpPr>
              <p:cNvPr id="180" name="Rectangle 1621">
                <a:extLst>
                  <a:ext uri="{FF2B5EF4-FFF2-40B4-BE49-F238E27FC236}">
                    <a16:creationId xmlns:a16="http://schemas.microsoft.com/office/drawing/2014/main" id="{57EE3F43-1CA6-AE07-FD36-A48660115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1022" y="2010862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1" name="Rectangle 1622">
                <a:extLst>
                  <a:ext uri="{FF2B5EF4-FFF2-40B4-BE49-F238E27FC236}">
                    <a16:creationId xmlns:a16="http://schemas.microsoft.com/office/drawing/2014/main" id="{B9D57C0D-EB86-B7A8-8956-161046738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11480" y="2104125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FDDA7E1-3B54-FA2C-3FF5-138CD2C4C1A2}"/>
                </a:ext>
              </a:extLst>
            </p:cNvPr>
            <p:cNvGrpSpPr/>
            <p:nvPr/>
          </p:nvGrpSpPr>
          <p:grpSpPr>
            <a:xfrm>
              <a:off x="8176364" y="2014843"/>
              <a:ext cx="458550" cy="452202"/>
              <a:chOff x="8176364" y="2014843"/>
              <a:chExt cx="458550" cy="452202"/>
            </a:xfrm>
          </p:grpSpPr>
          <p:sp>
            <p:nvSpPr>
              <p:cNvPr id="183" name="Rectangle 1621">
                <a:extLst>
                  <a:ext uri="{FF2B5EF4-FFF2-40B4-BE49-F238E27FC236}">
                    <a16:creationId xmlns:a16="http://schemas.microsoft.com/office/drawing/2014/main" id="{CDBCB2BD-9684-C6CB-C872-8146A36CF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6364" y="2014843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4" name="Rectangle 1622">
                <a:extLst>
                  <a:ext uri="{FF2B5EF4-FFF2-40B4-BE49-F238E27FC236}">
                    <a16:creationId xmlns:a16="http://schemas.microsoft.com/office/drawing/2014/main" id="{760A3692-F854-C922-28B5-910763441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94906" y="2101221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156D81-B185-C235-0E53-3E119238E8FC}"/>
                </a:ext>
              </a:extLst>
            </p:cNvPr>
            <p:cNvGrpSpPr/>
            <p:nvPr/>
          </p:nvGrpSpPr>
          <p:grpSpPr>
            <a:xfrm>
              <a:off x="8715848" y="2020884"/>
              <a:ext cx="458550" cy="452202"/>
              <a:chOff x="8715848" y="2020884"/>
              <a:chExt cx="458550" cy="452202"/>
            </a:xfrm>
          </p:grpSpPr>
          <p:sp>
            <p:nvSpPr>
              <p:cNvPr id="186" name="Rectangle 1621">
                <a:extLst>
                  <a:ext uri="{FF2B5EF4-FFF2-40B4-BE49-F238E27FC236}">
                    <a16:creationId xmlns:a16="http://schemas.microsoft.com/office/drawing/2014/main" id="{D08E6E0F-5329-559A-CAE9-421F14674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5848" y="2020884"/>
                <a:ext cx="458550" cy="452202"/>
              </a:xfrm>
              <a:prstGeom prst="rect">
                <a:avLst/>
              </a:prstGeom>
              <a:solidFill>
                <a:srgbClr val="009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87" name="Rectangle 1622">
                <a:extLst>
                  <a:ext uri="{FF2B5EF4-FFF2-40B4-BE49-F238E27FC236}">
                    <a16:creationId xmlns:a16="http://schemas.microsoft.com/office/drawing/2014/main" id="{D69756BB-B829-4C59-07AB-244C294EB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6653" y="2099978"/>
                <a:ext cx="24205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APP</a:t>
                </a:r>
              </a:p>
              <a:p>
                <a:pPr marL="0" marR="0" lvl="0" indent="0" algn="l" defTabSz="913852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en-US" sz="900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 </a:t>
                </a:r>
                <a:r>
                  <a:rPr lang="en-US" altLang="en-US" sz="900" b="1">
                    <a:solidFill>
                      <a:srgbClr val="FFFFFF"/>
                    </a:solidFill>
                    <a:latin typeface="Arial (本文)"/>
                    <a:ea typeface="Microsoft JhengHei" panose="020B0604030504040204" pitchFamily="34" charset="-120"/>
                  </a:rPr>
                  <a:t>OS</a:t>
                </a:r>
                <a:endPara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D2C14B0-5070-3374-35E5-BF61E740B541}"/>
              </a:ext>
            </a:extLst>
          </p:cNvPr>
          <p:cNvGrpSpPr/>
          <p:nvPr/>
        </p:nvGrpSpPr>
        <p:grpSpPr>
          <a:xfrm>
            <a:off x="7924675" y="3101105"/>
            <a:ext cx="677510" cy="409361"/>
            <a:chOff x="7000548" y="5053549"/>
            <a:chExt cx="677510" cy="409361"/>
          </a:xfrm>
        </p:grpSpPr>
        <p:sp>
          <p:nvSpPr>
            <p:cNvPr id="143" name="Rectangle 1511">
              <a:extLst>
                <a:ext uri="{FF2B5EF4-FFF2-40B4-BE49-F238E27FC236}">
                  <a16:creationId xmlns:a16="http://schemas.microsoft.com/office/drawing/2014/main" id="{C982A607-FFD5-83AA-1A3C-42F3F1649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548" y="5053549"/>
              <a:ext cx="677510" cy="409361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1798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44" name="Rectangle 1493">
              <a:extLst>
                <a:ext uri="{FF2B5EF4-FFF2-40B4-BE49-F238E27FC236}">
                  <a16:creationId xmlns:a16="http://schemas.microsoft.com/office/drawing/2014/main" id="{FC51A61D-178F-FBC6-B49E-027407251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5489" y="5127492"/>
              <a:ext cx="22762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Arial (本文)"/>
                  <a:ea typeface="Microsoft JhengHei" panose="020B0604030504040204" pitchFamily="34" charset="-120"/>
                </a:rPr>
                <a:t>NSX</a:t>
              </a:r>
            </a:p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Arial (本文)"/>
                  <a:ea typeface="Microsoft JhengHei" panose="020B0604030504040204" pitchFamily="34" charset="-120"/>
                </a:rPr>
                <a:t>ESG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47A53E6-2EF4-D7EC-4C67-8F7EDE2D5478}"/>
              </a:ext>
            </a:extLst>
          </p:cNvPr>
          <p:cNvGrpSpPr/>
          <p:nvPr/>
        </p:nvGrpSpPr>
        <p:grpSpPr>
          <a:xfrm>
            <a:off x="7782276" y="3019165"/>
            <a:ext cx="677510" cy="409361"/>
            <a:chOff x="7000548" y="5053549"/>
            <a:chExt cx="677510" cy="409361"/>
          </a:xfrm>
        </p:grpSpPr>
        <p:sp>
          <p:nvSpPr>
            <p:cNvPr id="147" name="Rectangle 1511">
              <a:extLst>
                <a:ext uri="{FF2B5EF4-FFF2-40B4-BE49-F238E27FC236}">
                  <a16:creationId xmlns:a16="http://schemas.microsoft.com/office/drawing/2014/main" id="{AE927B1F-6F4F-1E77-2283-F8BF44642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548" y="5053549"/>
              <a:ext cx="677510" cy="409361"/>
            </a:xfrm>
            <a:prstGeom prst="rect">
              <a:avLst/>
            </a:prstGeom>
            <a:solidFill>
              <a:srgbClr val="0094D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IN" sz="1798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48" name="Rectangle 1493">
              <a:extLst>
                <a:ext uri="{FF2B5EF4-FFF2-40B4-BE49-F238E27FC236}">
                  <a16:creationId xmlns:a16="http://schemas.microsoft.com/office/drawing/2014/main" id="{A2C55373-E38B-99CD-4EED-9C2C2643E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1863" y="5127492"/>
              <a:ext cx="25487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Arial (本文)"/>
                  <a:ea typeface="Microsoft JhengHei" panose="020B0604030504040204" pitchFamily="34" charset="-120"/>
                </a:rPr>
                <a:t>NSX</a:t>
              </a:r>
            </a:p>
            <a:p>
              <a:pPr algn="ctr">
                <a:defRPr/>
              </a:pPr>
              <a:r>
                <a:rPr lang="en-US" altLang="en-US" sz="850">
                  <a:solidFill>
                    <a:schemeClr val="bg1"/>
                  </a:solidFill>
                  <a:latin typeface="Arial (本文)"/>
                  <a:ea typeface="Microsoft JhengHei" panose="020B0604030504040204" pitchFamily="34" charset="-120"/>
                </a:rPr>
                <a:t>Edge</a:t>
              </a: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D604571-20F6-D1DA-B3A0-36AE901858FF}"/>
              </a:ext>
            </a:extLst>
          </p:cNvPr>
          <p:cNvGrpSpPr/>
          <p:nvPr/>
        </p:nvGrpSpPr>
        <p:grpSpPr>
          <a:xfrm>
            <a:off x="6750654" y="1408780"/>
            <a:ext cx="6385172" cy="6867987"/>
            <a:chOff x="6637244" y="1563598"/>
            <a:chExt cx="6386835" cy="6869780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817D3D7C-FCA1-EF35-4B51-FFF7743B5512}"/>
                </a:ext>
              </a:extLst>
            </p:cNvPr>
            <p:cNvSpPr/>
            <p:nvPr/>
          </p:nvSpPr>
          <p:spPr>
            <a:xfrm>
              <a:off x="6637244" y="2318210"/>
              <a:ext cx="2491399" cy="1819856"/>
            </a:xfrm>
            <a:prstGeom prst="rect">
              <a:avLst/>
            </a:prstGeom>
            <a:solidFill>
              <a:schemeClr val="accent6">
                <a:alpha val="77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  <a:defRPr/>
              </a:pPr>
              <a:endPara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0F469BD-1B17-608E-B923-D4D2290B5126}"/>
                </a:ext>
              </a:extLst>
            </p:cNvPr>
            <p:cNvSpPr txBox="1"/>
            <p:nvPr/>
          </p:nvSpPr>
          <p:spPr>
            <a:xfrm>
              <a:off x="7941651" y="1563598"/>
              <a:ext cx="5082428" cy="3693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endParaRPr lang="en-US" sz="2399" b="1" u="sng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C4E9F499-3CBD-6E16-D8BF-870F10691F61}"/>
                </a:ext>
              </a:extLst>
            </p:cNvPr>
            <p:cNvSpPr txBox="1"/>
            <p:nvPr/>
          </p:nvSpPr>
          <p:spPr>
            <a:xfrm>
              <a:off x="7066033" y="2927907"/>
              <a:ext cx="1644043" cy="7386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RD </a:t>
              </a:r>
              <a:b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</a:b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61871AF4-07A9-5F7C-66AA-76E6A51B5B7C}"/>
                </a:ext>
              </a:extLst>
            </p:cNvPr>
            <p:cNvSpPr txBox="1"/>
            <p:nvPr/>
          </p:nvSpPr>
          <p:spPr>
            <a:xfrm>
              <a:off x="9618214" y="7248514"/>
              <a:ext cx="1644043" cy="11848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 b="1" err="1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Lnx</a:t>
              </a:r>
              <a:endParaRPr lang="en-US" sz="2399" b="1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endParaRPr>
            </a:p>
            <a:p>
              <a:pPr algn="ctr">
                <a:spcAft>
                  <a:spcPts val="600"/>
                </a:spcAft>
                <a:defRPr/>
              </a:pPr>
              <a:r>
                <a:rPr lang="en-US" sz="2399" b="1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X10</a:t>
              </a:r>
            </a:p>
          </p:txBody>
        </p:sp>
      </p:grpSp>
      <p:grpSp>
        <p:nvGrpSpPr>
          <p:cNvPr id="149" name="群組 148">
            <a:extLst>
              <a:ext uri="{FF2B5EF4-FFF2-40B4-BE49-F238E27FC236}">
                <a16:creationId xmlns:a16="http://schemas.microsoft.com/office/drawing/2014/main" id="{3AE02D7A-4FB8-06DF-43F3-1E0A321EFC7E}"/>
              </a:ext>
            </a:extLst>
          </p:cNvPr>
          <p:cNvGrpSpPr/>
          <p:nvPr/>
        </p:nvGrpSpPr>
        <p:grpSpPr>
          <a:xfrm>
            <a:off x="1743381" y="4343551"/>
            <a:ext cx="3594092" cy="1811381"/>
            <a:chOff x="9541546" y="3664539"/>
            <a:chExt cx="2708324" cy="2644581"/>
          </a:xfrm>
        </p:grpSpPr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6E3A6BE0-8D80-85A0-1F09-3E89B6B8069D}"/>
                </a:ext>
              </a:extLst>
            </p:cNvPr>
            <p:cNvSpPr/>
            <p:nvPr/>
          </p:nvSpPr>
          <p:spPr>
            <a:xfrm>
              <a:off x="9541546" y="3664539"/>
              <a:ext cx="2708324" cy="2644581"/>
            </a:xfrm>
            <a:prstGeom prst="rect">
              <a:avLst/>
            </a:prstGeom>
            <a:solidFill>
              <a:schemeClr val="accent5">
                <a:lumMod val="75000"/>
                <a:alpha val="14902"/>
              </a:schemeClr>
            </a:solidFill>
            <a:ln w="3810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59" name="Rectangle 1619">
              <a:extLst>
                <a:ext uri="{FF2B5EF4-FFF2-40B4-BE49-F238E27FC236}">
                  <a16:creationId xmlns:a16="http://schemas.microsoft.com/office/drawing/2014/main" id="{B9169BD9-8AE7-1E78-E2ED-AF4697081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7487" y="4394992"/>
              <a:ext cx="411909" cy="224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Cluster 1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1" name="Rectangle 1621">
              <a:extLst>
                <a:ext uri="{FF2B5EF4-FFF2-40B4-BE49-F238E27FC236}">
                  <a16:creationId xmlns:a16="http://schemas.microsoft.com/office/drawing/2014/main" id="{288390CB-45C6-D45C-7B74-4A702CF54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4928" y="4642173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2" name="Rectangle 1622">
              <a:extLst>
                <a:ext uri="{FF2B5EF4-FFF2-40B4-BE49-F238E27FC236}">
                  <a16:creationId xmlns:a16="http://schemas.microsoft.com/office/drawing/2014/main" id="{937161A0-3CF5-0F0C-2643-A7CF65CCE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0756" y="4750067"/>
              <a:ext cx="178775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3" name="Rectangle 1623">
              <a:extLst>
                <a:ext uri="{FF2B5EF4-FFF2-40B4-BE49-F238E27FC236}">
                  <a16:creationId xmlns:a16="http://schemas.microsoft.com/office/drawing/2014/main" id="{FA8F60A6-F395-C784-7EAD-8493FA979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4076" y="4880174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4" name="Rectangle 1624">
              <a:extLst>
                <a:ext uri="{FF2B5EF4-FFF2-40B4-BE49-F238E27FC236}">
                  <a16:creationId xmlns:a16="http://schemas.microsoft.com/office/drawing/2014/main" id="{0F9500DD-853B-2F7F-7F6F-8FA5D6A69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8530" y="4642173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5" name="Rectangle 1625">
              <a:extLst>
                <a:ext uri="{FF2B5EF4-FFF2-40B4-BE49-F238E27FC236}">
                  <a16:creationId xmlns:a16="http://schemas.microsoft.com/office/drawing/2014/main" id="{0146F001-4B3E-B0BE-906C-32866CF77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5945" y="4750067"/>
              <a:ext cx="178775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APP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66" name="Rectangle 1626">
              <a:extLst>
                <a:ext uri="{FF2B5EF4-FFF2-40B4-BE49-F238E27FC236}">
                  <a16:creationId xmlns:a16="http://schemas.microsoft.com/office/drawing/2014/main" id="{55C577A8-28A3-EA34-5383-6DCF58B9F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7678" y="4880174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82" name="Group 39">
              <a:extLst>
                <a:ext uri="{FF2B5EF4-FFF2-40B4-BE49-F238E27FC236}">
                  <a16:creationId xmlns:a16="http://schemas.microsoft.com/office/drawing/2014/main" id="{C6235C70-91BD-0070-914B-B1103F5C8F83}"/>
                </a:ext>
              </a:extLst>
            </p:cNvPr>
            <p:cNvGrpSpPr/>
            <p:nvPr/>
          </p:nvGrpSpPr>
          <p:grpSpPr>
            <a:xfrm>
              <a:off x="9754928" y="5652587"/>
              <a:ext cx="987291" cy="390472"/>
              <a:chOff x="9474433" y="5983972"/>
              <a:chExt cx="987548" cy="390574"/>
            </a:xfrm>
          </p:grpSpPr>
          <p:sp>
            <p:nvSpPr>
              <p:cNvPr id="96" name="Rectangle 1630">
                <a:extLst>
                  <a:ext uri="{FF2B5EF4-FFF2-40B4-BE49-F238E27FC236}">
                    <a16:creationId xmlns:a16="http://schemas.microsoft.com/office/drawing/2014/main" id="{9BB82EA3-81C0-98FB-1F06-2C2C152251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7" name="Rectangle 1630">
                <a:extLst>
                  <a:ext uri="{FF2B5EF4-FFF2-40B4-BE49-F238E27FC236}">
                    <a16:creationId xmlns:a16="http://schemas.microsoft.com/office/drawing/2014/main" id="{C8309409-675F-46CC-535C-E714C8C549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8" name="Group 42">
                <a:extLst>
                  <a:ext uri="{FF2B5EF4-FFF2-40B4-BE49-F238E27FC236}">
                    <a16:creationId xmlns:a16="http://schemas.microsoft.com/office/drawing/2014/main" id="{73C5CA87-96A4-D5A2-B9AC-4CA1C526688B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9" name="Rectangle 1630">
                  <a:extLst>
                    <a:ext uri="{FF2B5EF4-FFF2-40B4-BE49-F238E27FC236}">
                      <a16:creationId xmlns:a16="http://schemas.microsoft.com/office/drawing/2014/main" id="{AE24970A-3311-514C-55EB-A25F0CDDCC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0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00" name="Rectangle 1484">
                  <a:extLst>
                    <a:ext uri="{FF2B5EF4-FFF2-40B4-BE49-F238E27FC236}">
                      <a16:creationId xmlns:a16="http://schemas.microsoft.com/office/drawing/2014/main" id="{C6983DDC-0240-3DFF-2C05-A6E787C3E7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57135" y="6225314"/>
                  <a:ext cx="106426" cy="2022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1" name="Rectangle 1630">
              <a:extLst>
                <a:ext uri="{FF2B5EF4-FFF2-40B4-BE49-F238E27FC236}">
                  <a16:creationId xmlns:a16="http://schemas.microsoft.com/office/drawing/2014/main" id="{E2613AE9-A161-97F3-CCB3-37D6401DE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6121" y="5775926"/>
              <a:ext cx="842996" cy="261860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29" name="Rectangle 1630">
              <a:extLst>
                <a:ext uri="{FF2B5EF4-FFF2-40B4-BE49-F238E27FC236}">
                  <a16:creationId xmlns:a16="http://schemas.microsoft.com/office/drawing/2014/main" id="{22627A12-E23A-74AC-A42C-2CC7DE6CC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8449" y="5708580"/>
              <a:ext cx="842996" cy="261860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1" name="Rectangle 1620">
              <a:extLst>
                <a:ext uri="{FF2B5EF4-FFF2-40B4-BE49-F238E27FC236}">
                  <a16:creationId xmlns:a16="http://schemas.microsoft.com/office/drawing/2014/main" id="{45BD0F7D-344A-BAE6-946F-28CAC5FA2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32" y="4260857"/>
              <a:ext cx="1194498" cy="1942088"/>
            </a:xfrm>
            <a:prstGeom prst="rect">
              <a:avLst/>
            </a:prstGeom>
            <a:noFill/>
            <a:ln w="6350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2" name="Rectangle 1621">
              <a:extLst>
                <a:ext uri="{FF2B5EF4-FFF2-40B4-BE49-F238E27FC236}">
                  <a16:creationId xmlns:a16="http://schemas.microsoft.com/office/drawing/2014/main" id="{6C4BEBBF-62FB-936D-E5E5-91B1C90CA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1826" y="4636900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3" name="Rectangle 1622">
              <a:extLst>
                <a:ext uri="{FF2B5EF4-FFF2-40B4-BE49-F238E27FC236}">
                  <a16:creationId xmlns:a16="http://schemas.microsoft.com/office/drawing/2014/main" id="{9A5385C9-C0BC-1062-E1CC-584D02892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8287" y="4744793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DB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4" name="Rectangle 1623">
              <a:extLst>
                <a:ext uri="{FF2B5EF4-FFF2-40B4-BE49-F238E27FC236}">
                  <a16:creationId xmlns:a16="http://schemas.microsoft.com/office/drawing/2014/main" id="{56D5EF5C-1065-B8FB-BF5C-58E846181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8289" y="4874901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5" name="Rectangle 1624">
              <a:extLst>
                <a:ext uri="{FF2B5EF4-FFF2-40B4-BE49-F238E27FC236}">
                  <a16:creationId xmlns:a16="http://schemas.microsoft.com/office/drawing/2014/main" id="{9CE9C382-04DB-4316-4B5D-14320087C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5428" y="4636900"/>
              <a:ext cx="458550" cy="452202"/>
            </a:xfrm>
            <a:prstGeom prst="rect">
              <a:avLst/>
            </a:prstGeom>
            <a:solidFill>
              <a:srgbClr val="0094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0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6" name="Rectangle 1625">
              <a:extLst>
                <a:ext uri="{FF2B5EF4-FFF2-40B4-BE49-F238E27FC236}">
                  <a16:creationId xmlns:a16="http://schemas.microsoft.com/office/drawing/2014/main" id="{513790A3-95B8-FBD2-8694-DF05BABE8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1889" y="4744793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DB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37" name="Rectangle 1626">
              <a:extLst>
                <a:ext uri="{FF2B5EF4-FFF2-40B4-BE49-F238E27FC236}">
                  <a16:creationId xmlns:a16="http://schemas.microsoft.com/office/drawing/2014/main" id="{5DE471D4-46FE-0DF0-38FB-3093150DF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1889" y="4874901"/>
              <a:ext cx="125626" cy="202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rPr>
                <a:t>OS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38" name="Group 55">
              <a:extLst>
                <a:ext uri="{FF2B5EF4-FFF2-40B4-BE49-F238E27FC236}">
                  <a16:creationId xmlns:a16="http://schemas.microsoft.com/office/drawing/2014/main" id="{FFE4F84D-6C82-AEC4-D9F7-CD286D3728BC}"/>
                </a:ext>
              </a:extLst>
            </p:cNvPr>
            <p:cNvGrpSpPr/>
            <p:nvPr/>
          </p:nvGrpSpPr>
          <p:grpSpPr>
            <a:xfrm>
              <a:off x="11091826" y="5647314"/>
              <a:ext cx="842996" cy="261860"/>
              <a:chOff x="9474434" y="6169899"/>
              <a:chExt cx="464202" cy="261928"/>
            </a:xfrm>
          </p:grpSpPr>
          <p:sp>
            <p:nvSpPr>
              <p:cNvPr id="139" name="Rectangle 1630">
                <a:extLst>
                  <a:ext uri="{FF2B5EF4-FFF2-40B4-BE49-F238E27FC236}">
                    <a16:creationId xmlns:a16="http://schemas.microsoft.com/office/drawing/2014/main" id="{0D82B28E-4655-FE8F-5C05-941CDAA5D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0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40" name="Rectangle 1484">
                <a:extLst>
                  <a:ext uri="{FF2B5EF4-FFF2-40B4-BE49-F238E27FC236}">
                    <a16:creationId xmlns:a16="http://schemas.microsoft.com/office/drawing/2014/main" id="{D8B8F177-D473-1473-4233-B264EA6B1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7135" y="6225314"/>
                <a:ext cx="106426" cy="2022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  <p:sp>
          <p:nvSpPr>
            <p:cNvPr id="146" name="Rectangle 1490">
              <a:extLst>
                <a:ext uri="{FF2B5EF4-FFF2-40B4-BE49-F238E27FC236}">
                  <a16:creationId xmlns:a16="http://schemas.microsoft.com/office/drawing/2014/main" id="{BC3B5BC8-C612-F8C4-B890-98784F10E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0310" y="3889976"/>
              <a:ext cx="1964032" cy="2246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n-US" sz="1000" b="1">
                  <a:solidFill>
                    <a:srgbClr val="717074"/>
                  </a:solidFill>
                  <a:latin typeface="Arial (本文)"/>
                  <a:ea typeface="Microsoft JhengHei" panose="020B0604030504040204" pitchFamily="34" charset="-120"/>
                </a:rPr>
                <a:t>Cluster</a:t>
              </a: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4" name="Rectangle 230">
            <a:extLst>
              <a:ext uri="{FF2B5EF4-FFF2-40B4-BE49-F238E27FC236}">
                <a16:creationId xmlns:a16="http://schemas.microsoft.com/office/drawing/2014/main" id="{914753BF-9038-C357-2AFE-2D9148B2E0E0}"/>
              </a:ext>
            </a:extLst>
          </p:cNvPr>
          <p:cNvSpPr/>
          <p:nvPr/>
        </p:nvSpPr>
        <p:spPr>
          <a:xfrm>
            <a:off x="9386100" y="2131496"/>
            <a:ext cx="2490364" cy="2068545"/>
          </a:xfrm>
          <a:prstGeom prst="rect">
            <a:avLst/>
          </a:prstGeom>
          <a:solidFill>
            <a:schemeClr val="accent5">
              <a:lumMod val="60000"/>
              <a:lumOff val="40000"/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My VM </a:t>
            </a:r>
            <a:br>
              <a:rPr lang="en-US" altLang="zh-TW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</a:br>
            <a:r>
              <a:rPr lang="en-US" altLang="zh-TW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Cluster</a:t>
            </a:r>
          </a:p>
        </p:txBody>
      </p:sp>
      <p:sp>
        <p:nvSpPr>
          <p:cNvPr id="16" name="Rectangle 228">
            <a:extLst>
              <a:ext uri="{FF2B5EF4-FFF2-40B4-BE49-F238E27FC236}">
                <a16:creationId xmlns:a16="http://schemas.microsoft.com/office/drawing/2014/main" id="{8625EBC2-2378-A67D-7350-B6CBE882DE63}"/>
              </a:ext>
            </a:extLst>
          </p:cNvPr>
          <p:cNvSpPr/>
          <p:nvPr/>
        </p:nvSpPr>
        <p:spPr>
          <a:xfrm>
            <a:off x="1746511" y="4399517"/>
            <a:ext cx="1838809" cy="1739507"/>
          </a:xfrm>
          <a:prstGeom prst="rect">
            <a:avLst/>
          </a:prstGeom>
          <a:solidFill>
            <a:schemeClr val="accent2">
              <a:lumMod val="40000"/>
              <a:lumOff val="60000"/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Net Cluster</a:t>
            </a:r>
          </a:p>
        </p:txBody>
      </p:sp>
      <p:sp>
        <p:nvSpPr>
          <p:cNvPr id="225" name="Rectangle 1620">
            <a:extLst>
              <a:ext uri="{FF2B5EF4-FFF2-40B4-BE49-F238E27FC236}">
                <a16:creationId xmlns:a16="http://schemas.microsoft.com/office/drawing/2014/main" id="{495928A2-9571-4A35-A415-2028C7632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981" y="4716175"/>
            <a:ext cx="1585163" cy="1330215"/>
          </a:xfrm>
          <a:prstGeom prst="rect">
            <a:avLst/>
          </a:prstGeom>
          <a:noFill/>
          <a:ln w="6350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228">
            <a:extLst>
              <a:ext uri="{FF2B5EF4-FFF2-40B4-BE49-F238E27FC236}">
                <a16:creationId xmlns:a16="http://schemas.microsoft.com/office/drawing/2014/main" id="{F59D6CDC-1C9C-AA9A-35E6-DAECC2225FB3}"/>
              </a:ext>
            </a:extLst>
          </p:cNvPr>
          <p:cNvSpPr/>
          <p:nvPr/>
        </p:nvSpPr>
        <p:spPr>
          <a:xfrm>
            <a:off x="3648473" y="4381560"/>
            <a:ext cx="1720217" cy="1801361"/>
          </a:xfrm>
          <a:prstGeom prst="rect">
            <a:avLst/>
          </a:prstGeom>
          <a:solidFill>
            <a:schemeClr val="accent4">
              <a:lumMod val="75000"/>
              <a:alpha val="6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OA VM Cluster </a:t>
            </a:r>
          </a:p>
        </p:txBody>
      </p:sp>
      <p:sp>
        <p:nvSpPr>
          <p:cNvPr id="227" name="副標題 226">
            <a:extLst>
              <a:ext uri="{FF2B5EF4-FFF2-40B4-BE49-F238E27FC236}">
                <a16:creationId xmlns:a16="http://schemas.microsoft.com/office/drawing/2014/main" id="{5B91DFB3-8053-EBC1-3A8C-E6AC91576F95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zh-TW" altLang="en-US">
              <a:latin typeface="Arial (本文)"/>
            </a:endParaRPr>
          </a:p>
        </p:txBody>
      </p:sp>
      <p:sp>
        <p:nvSpPr>
          <p:cNvPr id="230" name="Rectangle 230">
            <a:extLst>
              <a:ext uri="{FF2B5EF4-FFF2-40B4-BE49-F238E27FC236}">
                <a16:creationId xmlns:a16="http://schemas.microsoft.com/office/drawing/2014/main" id="{4026212D-1E85-ACE5-C479-D9A32406D115}"/>
              </a:ext>
            </a:extLst>
          </p:cNvPr>
          <p:cNvSpPr/>
          <p:nvPr/>
        </p:nvSpPr>
        <p:spPr>
          <a:xfrm>
            <a:off x="6693218" y="4337554"/>
            <a:ext cx="5327527" cy="1858346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399" err="1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Lnx</a:t>
            </a:r>
            <a:r>
              <a:rPr lang="en-US" altLang="zh-TW" sz="2399">
                <a:solidFill>
                  <a:prstClr val="white"/>
                </a:solidFill>
                <a:latin typeface="Arial (本文)"/>
                <a:ea typeface="Microsoft JhengHei" panose="020B0604030504040204" pitchFamily="34" charset="-120"/>
              </a:rPr>
              <a:t> Cluster</a:t>
            </a:r>
          </a:p>
        </p:txBody>
      </p:sp>
      <p:grpSp>
        <p:nvGrpSpPr>
          <p:cNvPr id="211" name="Group 79">
            <a:extLst>
              <a:ext uri="{FF2B5EF4-FFF2-40B4-BE49-F238E27FC236}">
                <a16:creationId xmlns:a16="http://schemas.microsoft.com/office/drawing/2014/main" id="{0D1FD871-BA10-67C9-5F71-B7892491D833}"/>
              </a:ext>
            </a:extLst>
          </p:cNvPr>
          <p:cNvGrpSpPr/>
          <p:nvPr/>
        </p:nvGrpSpPr>
        <p:grpSpPr>
          <a:xfrm>
            <a:off x="993295" y="1519038"/>
            <a:ext cx="5341574" cy="2293191"/>
            <a:chOff x="1317226" y="3852345"/>
            <a:chExt cx="5342965" cy="2293788"/>
          </a:xfrm>
        </p:grpSpPr>
        <p:sp>
          <p:nvSpPr>
            <p:cNvPr id="212" name="Rectangle 80">
              <a:extLst>
                <a:ext uri="{FF2B5EF4-FFF2-40B4-BE49-F238E27FC236}">
                  <a16:creationId xmlns:a16="http://schemas.microsoft.com/office/drawing/2014/main" id="{F3D4906F-7D80-6D03-D6BC-A46F74D82268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3" name="Rectangle 1491">
              <a:extLst>
                <a:ext uri="{FF2B5EF4-FFF2-40B4-BE49-F238E27FC236}">
                  <a16:creationId xmlns:a16="http://schemas.microsoft.com/office/drawing/2014/main" id="{8AE8BEDB-A77C-09C4-02AC-7BCEFDB3C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4" name="Rectangle 1619">
              <a:extLst>
                <a:ext uri="{FF2B5EF4-FFF2-40B4-BE49-F238E27FC236}">
                  <a16:creationId xmlns:a16="http://schemas.microsoft.com/office/drawing/2014/main" id="{4B3A8F3B-AA8A-CD47-AFF6-215956835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5" name="Rectangle 1620">
              <a:extLst>
                <a:ext uri="{FF2B5EF4-FFF2-40B4-BE49-F238E27FC236}">
                  <a16:creationId xmlns:a16="http://schemas.microsoft.com/office/drawing/2014/main" id="{525865CE-86C4-5E64-CE7B-CBAC85FB5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6" name="Rectangle 1626">
              <a:extLst>
                <a:ext uri="{FF2B5EF4-FFF2-40B4-BE49-F238E27FC236}">
                  <a16:creationId xmlns:a16="http://schemas.microsoft.com/office/drawing/2014/main" id="{1CF63430-0C9B-9679-7D75-BEA5D13B4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17" name="Rectangle 1629">
              <a:extLst>
                <a:ext uri="{FF2B5EF4-FFF2-40B4-BE49-F238E27FC236}">
                  <a16:creationId xmlns:a16="http://schemas.microsoft.com/office/drawing/2014/main" id="{818A6E26-8737-DA65-2296-7B8BC5A3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18" name="Group 101">
              <a:extLst>
                <a:ext uri="{FF2B5EF4-FFF2-40B4-BE49-F238E27FC236}">
                  <a16:creationId xmlns:a16="http://schemas.microsoft.com/office/drawing/2014/main" id="{9CB4059B-47FD-FD96-7F74-D356A3A5E2B5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247" name="Rectangle 1630">
                <a:extLst>
                  <a:ext uri="{FF2B5EF4-FFF2-40B4-BE49-F238E27FC236}">
                    <a16:creationId xmlns:a16="http://schemas.microsoft.com/office/drawing/2014/main" id="{98D01027-5134-0382-3726-051C3FDA3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48" name="Rectangle 1630">
                <a:extLst>
                  <a:ext uri="{FF2B5EF4-FFF2-40B4-BE49-F238E27FC236}">
                    <a16:creationId xmlns:a16="http://schemas.microsoft.com/office/drawing/2014/main" id="{4FDB96CD-731B-A431-CA91-614CA63B2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249" name="Group 125">
                <a:extLst>
                  <a:ext uri="{FF2B5EF4-FFF2-40B4-BE49-F238E27FC236}">
                    <a16:creationId xmlns:a16="http://schemas.microsoft.com/office/drawing/2014/main" id="{8D386C36-D2AC-5AFC-843E-FCED834A563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250" name="Rectangle 1630">
                  <a:extLst>
                    <a:ext uri="{FF2B5EF4-FFF2-40B4-BE49-F238E27FC236}">
                      <a16:creationId xmlns:a16="http://schemas.microsoft.com/office/drawing/2014/main" id="{FC2317E2-A8F6-6250-C630-3850D89D89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251" name="Rectangle 1484">
                  <a:extLst>
                    <a:ext uri="{FF2B5EF4-FFF2-40B4-BE49-F238E27FC236}">
                      <a16:creationId xmlns:a16="http://schemas.microsoft.com/office/drawing/2014/main" id="{06FE1D9B-A4FC-9A44-0B56-8A265FEE1A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19" name="Group 102">
              <a:extLst>
                <a:ext uri="{FF2B5EF4-FFF2-40B4-BE49-F238E27FC236}">
                  <a16:creationId xmlns:a16="http://schemas.microsoft.com/office/drawing/2014/main" id="{A2B9C4C5-90DF-DF23-3BA0-EE666E49CC92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242" name="Rectangle 1630">
                <a:extLst>
                  <a:ext uri="{FF2B5EF4-FFF2-40B4-BE49-F238E27FC236}">
                    <a16:creationId xmlns:a16="http://schemas.microsoft.com/office/drawing/2014/main" id="{BE7D6D31-7C2B-BB31-4EA0-794AFB1FE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43" name="Rectangle 1630">
                <a:extLst>
                  <a:ext uri="{FF2B5EF4-FFF2-40B4-BE49-F238E27FC236}">
                    <a16:creationId xmlns:a16="http://schemas.microsoft.com/office/drawing/2014/main" id="{EB4CFD2D-70E3-35D6-8C34-BEDE334E1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244" name="Group 120">
                <a:extLst>
                  <a:ext uri="{FF2B5EF4-FFF2-40B4-BE49-F238E27FC236}">
                    <a16:creationId xmlns:a16="http://schemas.microsoft.com/office/drawing/2014/main" id="{53E62BBD-C2D7-5750-EBEE-5728BD180AD2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245" name="Rectangle 1630">
                  <a:extLst>
                    <a:ext uri="{FF2B5EF4-FFF2-40B4-BE49-F238E27FC236}">
                      <a16:creationId xmlns:a16="http://schemas.microsoft.com/office/drawing/2014/main" id="{95884ADE-1B07-AB22-27A6-77D4C9833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246" name="Rectangle 1484">
                  <a:extLst>
                    <a:ext uri="{FF2B5EF4-FFF2-40B4-BE49-F238E27FC236}">
                      <a16:creationId xmlns:a16="http://schemas.microsoft.com/office/drawing/2014/main" id="{89303677-2B7D-84ED-89F0-1497C56C5E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20" name="Group 103">
              <a:extLst>
                <a:ext uri="{FF2B5EF4-FFF2-40B4-BE49-F238E27FC236}">
                  <a16:creationId xmlns:a16="http://schemas.microsoft.com/office/drawing/2014/main" id="{7B4A1616-00C8-3B43-BAE2-8FE3D79BAE90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237" name="Rectangle 1630">
                <a:extLst>
                  <a:ext uri="{FF2B5EF4-FFF2-40B4-BE49-F238E27FC236}">
                    <a16:creationId xmlns:a16="http://schemas.microsoft.com/office/drawing/2014/main" id="{A97F525C-060D-4FA4-4994-6A1D745C1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38" name="Rectangle 1630">
                <a:extLst>
                  <a:ext uri="{FF2B5EF4-FFF2-40B4-BE49-F238E27FC236}">
                    <a16:creationId xmlns:a16="http://schemas.microsoft.com/office/drawing/2014/main" id="{261B4417-8649-5A01-728C-CF23A776F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239" name="Group 115">
                <a:extLst>
                  <a:ext uri="{FF2B5EF4-FFF2-40B4-BE49-F238E27FC236}">
                    <a16:creationId xmlns:a16="http://schemas.microsoft.com/office/drawing/2014/main" id="{D5472023-2B83-D6E9-54B1-303DB8A5A7A0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240" name="Rectangle 1630">
                  <a:extLst>
                    <a:ext uri="{FF2B5EF4-FFF2-40B4-BE49-F238E27FC236}">
                      <a16:creationId xmlns:a16="http://schemas.microsoft.com/office/drawing/2014/main" id="{195C38AA-2540-17C5-08F6-F94B4AFE06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241" name="Rectangle 1484">
                  <a:extLst>
                    <a:ext uri="{FF2B5EF4-FFF2-40B4-BE49-F238E27FC236}">
                      <a16:creationId xmlns:a16="http://schemas.microsoft.com/office/drawing/2014/main" id="{F12ACA5D-3D68-47FE-ED5C-A2198863A0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221" name="Group 104">
              <a:extLst>
                <a:ext uri="{FF2B5EF4-FFF2-40B4-BE49-F238E27FC236}">
                  <a16:creationId xmlns:a16="http://schemas.microsoft.com/office/drawing/2014/main" id="{ED52778B-BE8D-BCC5-5715-8693B5E66329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223" name="Rectangle 1630">
                <a:extLst>
                  <a:ext uri="{FF2B5EF4-FFF2-40B4-BE49-F238E27FC236}">
                    <a16:creationId xmlns:a16="http://schemas.microsoft.com/office/drawing/2014/main" id="{5B6D72F5-0668-271F-5637-C92468570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26" name="Rectangle 1630">
                <a:extLst>
                  <a:ext uri="{FF2B5EF4-FFF2-40B4-BE49-F238E27FC236}">
                    <a16:creationId xmlns:a16="http://schemas.microsoft.com/office/drawing/2014/main" id="{FA8144DF-2FC2-F85F-A83D-DD491DAC29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229" name="Group 110">
                <a:extLst>
                  <a:ext uri="{FF2B5EF4-FFF2-40B4-BE49-F238E27FC236}">
                    <a16:creationId xmlns:a16="http://schemas.microsoft.com/office/drawing/2014/main" id="{C6A2D3CF-FF5E-53EB-2308-019711D689F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235" name="Rectangle 1630">
                  <a:extLst>
                    <a:ext uri="{FF2B5EF4-FFF2-40B4-BE49-F238E27FC236}">
                      <a16:creationId xmlns:a16="http://schemas.microsoft.com/office/drawing/2014/main" id="{30E12AB9-3668-534F-B57C-E7A7A451D8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236" name="Rectangle 1484">
                  <a:extLst>
                    <a:ext uri="{FF2B5EF4-FFF2-40B4-BE49-F238E27FC236}">
                      <a16:creationId xmlns:a16="http://schemas.microsoft.com/office/drawing/2014/main" id="{C21181D5-FB21-65EF-C217-B7B3C71E5A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222" name="Rectangle 1629">
              <a:extLst>
                <a:ext uri="{FF2B5EF4-FFF2-40B4-BE49-F238E27FC236}">
                  <a16:creationId xmlns:a16="http://schemas.microsoft.com/office/drawing/2014/main" id="{7A0B65F9-69D0-D0D6-D469-379017680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52" name="Rectangle 1490">
            <a:extLst>
              <a:ext uri="{FF2B5EF4-FFF2-40B4-BE49-F238E27FC236}">
                <a16:creationId xmlns:a16="http://schemas.microsoft.com/office/drawing/2014/main" id="{589A56EB-0CA4-B844-82AE-3B2C49513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169" y="1286659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MGMT Cluster 1 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253" name="Group 10">
            <a:extLst>
              <a:ext uri="{FF2B5EF4-FFF2-40B4-BE49-F238E27FC236}">
                <a16:creationId xmlns:a16="http://schemas.microsoft.com/office/drawing/2014/main" id="{FA77235F-EF1A-9620-F4CC-CA1551EE9C7C}"/>
              </a:ext>
            </a:extLst>
          </p:cNvPr>
          <p:cNvGrpSpPr/>
          <p:nvPr/>
        </p:nvGrpSpPr>
        <p:grpSpPr>
          <a:xfrm>
            <a:off x="2191728" y="1708765"/>
            <a:ext cx="1093644" cy="140395"/>
            <a:chOff x="7732445" y="2099978"/>
            <a:chExt cx="1104273" cy="140395"/>
          </a:xfrm>
        </p:grpSpPr>
        <p:sp>
          <p:nvSpPr>
            <p:cNvPr id="254" name="Rectangle 1622">
              <a:extLst>
                <a:ext uri="{FF2B5EF4-FFF2-40B4-BE49-F238E27FC236}">
                  <a16:creationId xmlns:a16="http://schemas.microsoft.com/office/drawing/2014/main" id="{582CFAC4-2A0F-8377-3632-EEF091B06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55" name="Rectangle 1622">
              <a:extLst>
                <a:ext uri="{FF2B5EF4-FFF2-40B4-BE49-F238E27FC236}">
                  <a16:creationId xmlns:a16="http://schemas.microsoft.com/office/drawing/2014/main" id="{DE58296C-2A8B-365D-4ACF-503B99323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384" name="Rectangle 1491">
            <a:extLst>
              <a:ext uri="{FF2B5EF4-FFF2-40B4-BE49-F238E27FC236}">
                <a16:creationId xmlns:a16="http://schemas.microsoft.com/office/drawing/2014/main" id="{5E6F88D1-5032-A6B3-BD3B-7BE32AAD9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125" y="2333207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85" name="Rectangle 1620">
            <a:extLst>
              <a:ext uri="{FF2B5EF4-FFF2-40B4-BE49-F238E27FC236}">
                <a16:creationId xmlns:a16="http://schemas.microsoft.com/office/drawing/2014/main" id="{0E45EAA5-35A3-C7F7-B873-5E08C5452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752" y="2378196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86" name="Rectangle 1490">
            <a:extLst>
              <a:ext uri="{FF2B5EF4-FFF2-40B4-BE49-F238E27FC236}">
                <a16:creationId xmlns:a16="http://schemas.microsoft.com/office/drawing/2014/main" id="{994C5F71-36BB-643F-EF72-A9801749E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885" y="2386327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87" name="Rectangle 1490">
            <a:extLst>
              <a:ext uri="{FF2B5EF4-FFF2-40B4-BE49-F238E27FC236}">
                <a16:creationId xmlns:a16="http://schemas.microsoft.com/office/drawing/2014/main" id="{896DB135-C1A7-40E4-2DDA-8541A5FB4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636" y="240797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</a:t>
            </a:r>
            <a:r>
              <a:rPr kumimoji="0" lang="en-US" altLang="zh-TW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1</a:t>
            </a: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88" name="Rectangle 1621">
            <a:extLst>
              <a:ext uri="{FF2B5EF4-FFF2-40B4-BE49-F238E27FC236}">
                <a16:creationId xmlns:a16="http://schemas.microsoft.com/office/drawing/2014/main" id="{19ACD663-D81E-601F-5022-9905DE065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130" y="1912098"/>
            <a:ext cx="1608454" cy="31695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MGMT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VC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89" name="Rectangle 1621">
            <a:extLst>
              <a:ext uri="{FF2B5EF4-FFF2-40B4-BE49-F238E27FC236}">
                <a16:creationId xmlns:a16="http://schemas.microsoft.com/office/drawing/2014/main" id="{5D1B3352-FC85-065B-D82F-EEF5CCE8C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809" y="1956895"/>
            <a:ext cx="1829201" cy="324921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MGMT 1 Aira Suite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546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A73E0-8BA4-A757-1D89-1A664A91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65550D-3C25-1267-6A0E-3651B514B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MGMT Domain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562E74E-DFC7-64BA-AC19-53DD00CA4045}"/>
              </a:ext>
            </a:extLst>
          </p:cNvPr>
          <p:cNvGrpSpPr/>
          <p:nvPr/>
        </p:nvGrpSpPr>
        <p:grpSpPr>
          <a:xfrm>
            <a:off x="593910" y="1135809"/>
            <a:ext cx="5341574" cy="2293191"/>
            <a:chOff x="1317226" y="3852345"/>
            <a:chExt cx="5342965" cy="2293788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FEA37EC-EDB9-937B-8E14-7CE44C5F885C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4" name="Rectangle 1491">
              <a:extLst>
                <a:ext uri="{FF2B5EF4-FFF2-40B4-BE49-F238E27FC236}">
                  <a16:creationId xmlns:a16="http://schemas.microsoft.com/office/drawing/2014/main" id="{D6389AEE-35B5-FB4F-6E47-74B8D07DC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5" name="Rectangle 1619">
              <a:extLst>
                <a:ext uri="{FF2B5EF4-FFF2-40B4-BE49-F238E27FC236}">
                  <a16:creationId xmlns:a16="http://schemas.microsoft.com/office/drawing/2014/main" id="{8B477FA1-B38A-931E-65F7-8AC406875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86" name="Rectangle 1620">
              <a:extLst>
                <a:ext uri="{FF2B5EF4-FFF2-40B4-BE49-F238E27FC236}">
                  <a16:creationId xmlns:a16="http://schemas.microsoft.com/office/drawing/2014/main" id="{17766941-2B19-D323-7DBC-7ABC0A8EF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2" name="Rectangle 1626">
              <a:extLst>
                <a:ext uri="{FF2B5EF4-FFF2-40B4-BE49-F238E27FC236}">
                  <a16:creationId xmlns:a16="http://schemas.microsoft.com/office/drawing/2014/main" id="{99A13088-55FA-E620-D8CF-26B827255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5" name="Rectangle 1629">
              <a:extLst>
                <a:ext uri="{FF2B5EF4-FFF2-40B4-BE49-F238E27FC236}">
                  <a16:creationId xmlns:a16="http://schemas.microsoft.com/office/drawing/2014/main" id="{611B3DE3-EA00-741E-BA99-4646FBCE7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AB412A19-2DB3-3E4F-31A8-DA0BEFC09387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124" name="Rectangle 1630">
                <a:extLst>
                  <a:ext uri="{FF2B5EF4-FFF2-40B4-BE49-F238E27FC236}">
                    <a16:creationId xmlns:a16="http://schemas.microsoft.com/office/drawing/2014/main" id="{48F250EF-7320-FF64-774B-BE34F565A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5" name="Rectangle 1630">
                <a:extLst>
                  <a:ext uri="{FF2B5EF4-FFF2-40B4-BE49-F238E27FC236}">
                    <a16:creationId xmlns:a16="http://schemas.microsoft.com/office/drawing/2014/main" id="{A05C696F-B899-35AD-A8FF-6029E085D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5CC6328A-7448-8417-18A4-4839253704EB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7" name="Rectangle 1630">
                  <a:extLst>
                    <a:ext uri="{FF2B5EF4-FFF2-40B4-BE49-F238E27FC236}">
                      <a16:creationId xmlns:a16="http://schemas.microsoft.com/office/drawing/2014/main" id="{83B893DF-B175-F227-013E-6F54C30037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8" name="Rectangle 1484">
                  <a:extLst>
                    <a:ext uri="{FF2B5EF4-FFF2-40B4-BE49-F238E27FC236}">
                      <a16:creationId xmlns:a16="http://schemas.microsoft.com/office/drawing/2014/main" id="{03848222-F266-F855-E184-F058B14649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E10CB500-0608-01CD-1D6C-1BD1B25EBF71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119" name="Rectangle 1630">
                <a:extLst>
                  <a:ext uri="{FF2B5EF4-FFF2-40B4-BE49-F238E27FC236}">
                    <a16:creationId xmlns:a16="http://schemas.microsoft.com/office/drawing/2014/main" id="{77E229FD-EACC-56D6-30C3-D8B46C73C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0" name="Rectangle 1630">
                <a:extLst>
                  <a:ext uri="{FF2B5EF4-FFF2-40B4-BE49-F238E27FC236}">
                    <a16:creationId xmlns:a16="http://schemas.microsoft.com/office/drawing/2014/main" id="{E65353A7-D168-3400-198B-A8B604255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051DD6B2-9791-36B5-B03E-29F3E3236ADF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22" name="Rectangle 1630">
                  <a:extLst>
                    <a:ext uri="{FF2B5EF4-FFF2-40B4-BE49-F238E27FC236}">
                      <a16:creationId xmlns:a16="http://schemas.microsoft.com/office/drawing/2014/main" id="{2260B697-3427-7685-0B10-5F7BA8454F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23" name="Rectangle 1484">
                  <a:extLst>
                    <a:ext uri="{FF2B5EF4-FFF2-40B4-BE49-F238E27FC236}">
                      <a16:creationId xmlns:a16="http://schemas.microsoft.com/office/drawing/2014/main" id="{A10301F4-7F87-F0AC-5B6F-01FB37DB85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897C2D6-3173-9096-4ABB-A576C04CC512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114" name="Rectangle 1630">
                <a:extLst>
                  <a:ext uri="{FF2B5EF4-FFF2-40B4-BE49-F238E27FC236}">
                    <a16:creationId xmlns:a16="http://schemas.microsoft.com/office/drawing/2014/main" id="{0D44F01A-2F46-A1A5-FC05-7F1E6AE8D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5" name="Rectangle 1630">
                <a:extLst>
                  <a:ext uri="{FF2B5EF4-FFF2-40B4-BE49-F238E27FC236}">
                    <a16:creationId xmlns:a16="http://schemas.microsoft.com/office/drawing/2014/main" id="{77F0E11C-24BA-7B7A-F685-40C9871B5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7F5B204A-1D74-F429-5CE5-60BBB9A1ED89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7" name="Rectangle 1630">
                  <a:extLst>
                    <a:ext uri="{FF2B5EF4-FFF2-40B4-BE49-F238E27FC236}">
                      <a16:creationId xmlns:a16="http://schemas.microsoft.com/office/drawing/2014/main" id="{D6401FAF-D08F-AC65-ED48-8FA1DCBEA0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8" name="Rectangle 1484">
                  <a:extLst>
                    <a:ext uri="{FF2B5EF4-FFF2-40B4-BE49-F238E27FC236}">
                      <a16:creationId xmlns:a16="http://schemas.microsoft.com/office/drawing/2014/main" id="{BFB5734F-8F17-9DD9-8516-7BBD1087C9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B716EB68-719C-84C0-95E6-1E43CBB50060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109" name="Rectangle 1630">
                <a:extLst>
                  <a:ext uri="{FF2B5EF4-FFF2-40B4-BE49-F238E27FC236}">
                    <a16:creationId xmlns:a16="http://schemas.microsoft.com/office/drawing/2014/main" id="{CB7B9BF2-A463-5199-6696-5B99AE12C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0" name="Rectangle 1630">
                <a:extLst>
                  <a:ext uri="{FF2B5EF4-FFF2-40B4-BE49-F238E27FC236}">
                    <a16:creationId xmlns:a16="http://schemas.microsoft.com/office/drawing/2014/main" id="{A9E17257-6AE5-339C-91C7-21F34F8A6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00E58BE4-650D-9508-B012-45DBCC77B0B7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112" name="Rectangle 1630">
                  <a:extLst>
                    <a:ext uri="{FF2B5EF4-FFF2-40B4-BE49-F238E27FC236}">
                      <a16:creationId xmlns:a16="http://schemas.microsoft.com/office/drawing/2014/main" id="{34AC80A5-903E-47EE-FBBE-88DEE63DB3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113" name="Rectangle 1484">
                  <a:extLst>
                    <a:ext uri="{FF2B5EF4-FFF2-40B4-BE49-F238E27FC236}">
                      <a16:creationId xmlns:a16="http://schemas.microsoft.com/office/drawing/2014/main" id="{2F4C8A3D-60BD-0EBD-73AD-3A626D20E8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108" name="Rectangle 1629">
              <a:extLst>
                <a:ext uri="{FF2B5EF4-FFF2-40B4-BE49-F238E27FC236}">
                  <a16:creationId xmlns:a16="http://schemas.microsoft.com/office/drawing/2014/main" id="{DBC6959C-5826-920B-CCAB-B33FD872C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76" name="Rectangle 1490">
            <a:extLst>
              <a:ext uri="{FF2B5EF4-FFF2-40B4-BE49-F238E27FC236}">
                <a16:creationId xmlns:a16="http://schemas.microsoft.com/office/drawing/2014/main" id="{DC6E0458-1103-710F-D343-58FBFD5E0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639" y="1224763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MGMT Cluster 1　DC1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75F21B-15AA-2E0E-2C25-CB8115E7F5A0}"/>
              </a:ext>
            </a:extLst>
          </p:cNvPr>
          <p:cNvGrpSpPr/>
          <p:nvPr/>
        </p:nvGrpSpPr>
        <p:grpSpPr>
          <a:xfrm>
            <a:off x="1703711" y="1734165"/>
            <a:ext cx="108728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A2F21658-6EA7-4685-B53A-093EA998D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079200EF-7CD5-134D-3EC5-F824321F0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69D338A-D4DF-F315-8FD1-2A4F31776E98}"/>
              </a:ext>
            </a:extLst>
          </p:cNvPr>
          <p:cNvGrpSpPr/>
          <p:nvPr/>
        </p:nvGrpSpPr>
        <p:grpSpPr>
          <a:xfrm>
            <a:off x="3694430" y="127947"/>
            <a:ext cx="4989030" cy="582235"/>
            <a:chOff x="7013317" y="1563598"/>
            <a:chExt cx="4366401" cy="1698272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E65D626-5103-D1F4-EC4F-E389E6EB01E0}"/>
                </a:ext>
              </a:extLst>
            </p:cNvPr>
            <p:cNvSpPr txBox="1"/>
            <p:nvPr/>
          </p:nvSpPr>
          <p:spPr>
            <a:xfrm>
              <a:off x="7941651" y="1563598"/>
              <a:ext cx="2991984" cy="10769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  <a:defRPr/>
              </a:pPr>
              <a:endParaRPr lang="en-US" sz="2399" b="1" u="sng">
                <a:solidFill>
                  <a:schemeClr val="tx1">
                    <a:lumMod val="95000"/>
                    <a:lumOff val="5000"/>
                  </a:schemeClr>
                </a:solidFill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C2774796-AFB4-B26A-9CA5-07CBB54BF81D}"/>
                </a:ext>
              </a:extLst>
            </p:cNvPr>
            <p:cNvSpPr txBox="1"/>
            <p:nvPr/>
          </p:nvSpPr>
          <p:spPr>
            <a:xfrm>
              <a:off x="7013317" y="2442338"/>
              <a:ext cx="1904756" cy="738600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  <a:b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</a:b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3B2AE4B-9E9F-379F-702C-5B8061EE49A3}"/>
                </a:ext>
              </a:extLst>
            </p:cNvPr>
            <p:cNvSpPr txBox="1"/>
            <p:nvPr/>
          </p:nvSpPr>
          <p:spPr>
            <a:xfrm>
              <a:off x="9579661" y="2446306"/>
              <a:ext cx="1800057" cy="8155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EAP/TCS</a:t>
              </a:r>
            </a:p>
            <a:p>
              <a:pPr algn="ctr">
                <a:spcAft>
                  <a:spcPts val="600"/>
                </a:spcAft>
                <a:defRPr/>
              </a:pPr>
              <a:r>
                <a:rPr lang="en-US" sz="2399">
                  <a:solidFill>
                    <a:prstClr val="white"/>
                  </a:solidFill>
                  <a:latin typeface="Arial (本文)"/>
                  <a:ea typeface="Microsoft JhengHei" panose="020B0604030504040204" pitchFamily="34" charset="-120"/>
                </a:rPr>
                <a:t>Cluster </a:t>
              </a:r>
            </a:p>
          </p:txBody>
        </p:sp>
      </p:grpSp>
      <p:sp>
        <p:nvSpPr>
          <p:cNvPr id="12" name="副標題 11">
            <a:extLst>
              <a:ext uri="{FF2B5EF4-FFF2-40B4-BE49-F238E27FC236}">
                <a16:creationId xmlns:a16="http://schemas.microsoft.com/office/drawing/2014/main" id="{AFCF290C-E077-42FF-1A86-B02562B48BEB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 altLang="zh-TW" b="1"/>
              <a:t>Future architecture recommendation</a:t>
            </a:r>
            <a:endParaRPr lang="en-US" altLang="zh-TW"/>
          </a:p>
          <a:p>
            <a:endParaRPr lang="en-US"/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767A09BA-96E1-324F-64DF-E174BB48B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42" y="2358607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B818F942-BCA1-1E63-1751-D2F59664F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69" y="2403596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70C789DD-9CC3-5270-87A8-2FFEEC451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402" y="2411727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DB4AD1FC-777D-89CC-DA86-6373C3949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3153" y="243337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198D3E52-B99A-61EA-3A0C-1787CC4F0D35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pSp>
        <p:nvGrpSpPr>
          <p:cNvPr id="9364" name="Group 79">
            <a:extLst>
              <a:ext uri="{FF2B5EF4-FFF2-40B4-BE49-F238E27FC236}">
                <a16:creationId xmlns:a16="http://schemas.microsoft.com/office/drawing/2014/main" id="{C8C8D44D-19FB-3A9B-7C07-BE3E40EF47C6}"/>
              </a:ext>
            </a:extLst>
          </p:cNvPr>
          <p:cNvGrpSpPr/>
          <p:nvPr/>
        </p:nvGrpSpPr>
        <p:grpSpPr>
          <a:xfrm>
            <a:off x="6133794" y="1109742"/>
            <a:ext cx="5341574" cy="2293191"/>
            <a:chOff x="1317226" y="3852345"/>
            <a:chExt cx="5342965" cy="2293788"/>
          </a:xfrm>
        </p:grpSpPr>
        <p:sp>
          <p:nvSpPr>
            <p:cNvPr id="9365" name="Rectangle 80">
              <a:extLst>
                <a:ext uri="{FF2B5EF4-FFF2-40B4-BE49-F238E27FC236}">
                  <a16:creationId xmlns:a16="http://schemas.microsoft.com/office/drawing/2014/main" id="{0D0BA667-18EE-A9A8-C1AD-4A6BBE26DC14}"/>
                </a:ext>
              </a:extLst>
            </p:cNvPr>
            <p:cNvSpPr/>
            <p:nvPr/>
          </p:nvSpPr>
          <p:spPr>
            <a:xfrm>
              <a:off x="1317226" y="3852345"/>
              <a:ext cx="5342965" cy="2293788"/>
            </a:xfrm>
            <a:prstGeom prst="rect">
              <a:avLst/>
            </a:prstGeom>
            <a:solidFill>
              <a:srgbClr val="387C2C">
                <a:alpha val="14902"/>
              </a:srgbClr>
            </a:solidFill>
            <a:ln w="38100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7" name="Rectangle 1491">
              <a:extLst>
                <a:ext uri="{FF2B5EF4-FFF2-40B4-BE49-F238E27FC236}">
                  <a16:creationId xmlns:a16="http://schemas.microsoft.com/office/drawing/2014/main" id="{A59C8D16-7E33-3DB8-4121-E522A41FF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012" y="4104165"/>
              <a:ext cx="2367933" cy="920766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8" name="Rectangle 1619">
              <a:extLst>
                <a:ext uri="{FF2B5EF4-FFF2-40B4-BE49-F238E27FC236}">
                  <a16:creationId xmlns:a16="http://schemas.microsoft.com/office/drawing/2014/main" id="{CB14B5DE-380D-B7CE-D09A-70A3717B9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165" y="4220421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69" name="Rectangle 1620">
              <a:extLst>
                <a:ext uri="{FF2B5EF4-FFF2-40B4-BE49-F238E27FC236}">
                  <a16:creationId xmlns:a16="http://schemas.microsoft.com/office/drawing/2014/main" id="{81221725-EE54-1ABE-76A6-F573C0EFE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789" y="4104165"/>
              <a:ext cx="2369521" cy="971297"/>
            </a:xfrm>
            <a:prstGeom prst="rect">
              <a:avLst/>
            </a:prstGeom>
            <a:noFill/>
            <a:ln w="6350">
              <a:solidFill>
                <a:schemeClr val="accent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0" name="Rectangle 1626">
              <a:extLst>
                <a:ext uri="{FF2B5EF4-FFF2-40B4-BE49-F238E27FC236}">
                  <a16:creationId xmlns:a16="http://schemas.microsoft.com/office/drawing/2014/main" id="{11FDF519-ECF2-F7B1-7D41-A3467880B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291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371" name="Rectangle 1629">
              <a:extLst>
                <a:ext uri="{FF2B5EF4-FFF2-40B4-BE49-F238E27FC236}">
                  <a16:creationId xmlns:a16="http://schemas.microsoft.com/office/drawing/2014/main" id="{28056E6E-0726-7457-3114-B18713EC6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6442" y="465364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9372" name="Group 101">
              <a:extLst>
                <a:ext uri="{FF2B5EF4-FFF2-40B4-BE49-F238E27FC236}">
                  <a16:creationId xmlns:a16="http://schemas.microsoft.com/office/drawing/2014/main" id="{3692865B-B67C-83CB-AD5D-4F18A769EF8D}"/>
                </a:ext>
              </a:extLst>
            </p:cNvPr>
            <p:cNvGrpSpPr/>
            <p:nvPr/>
          </p:nvGrpSpPr>
          <p:grpSpPr>
            <a:xfrm>
              <a:off x="4265999" y="5561114"/>
              <a:ext cx="987548" cy="390574"/>
              <a:chOff x="9474433" y="5983972"/>
              <a:chExt cx="987548" cy="390574"/>
            </a:xfrm>
          </p:grpSpPr>
          <p:sp>
            <p:nvSpPr>
              <p:cNvPr id="9392" name="Rectangle 1630">
                <a:extLst>
                  <a:ext uri="{FF2B5EF4-FFF2-40B4-BE49-F238E27FC236}">
                    <a16:creationId xmlns:a16="http://schemas.microsoft.com/office/drawing/2014/main" id="{FDA4348A-F408-B24F-81BA-4C967B103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93" name="Rectangle 1630">
                <a:extLst>
                  <a:ext uri="{FF2B5EF4-FFF2-40B4-BE49-F238E27FC236}">
                    <a16:creationId xmlns:a16="http://schemas.microsoft.com/office/drawing/2014/main" id="{0B3240D0-1029-FCEB-178E-917725722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94" name="Group 125">
                <a:extLst>
                  <a:ext uri="{FF2B5EF4-FFF2-40B4-BE49-F238E27FC236}">
                    <a16:creationId xmlns:a16="http://schemas.microsoft.com/office/drawing/2014/main" id="{4443D1D5-8750-2897-4758-12B9B86D301C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5" name="Rectangle 1630">
                  <a:extLst>
                    <a:ext uri="{FF2B5EF4-FFF2-40B4-BE49-F238E27FC236}">
                      <a16:creationId xmlns:a16="http://schemas.microsoft.com/office/drawing/2014/main" id="{3699F557-5F64-64CE-A112-B34C95FB64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6" name="Rectangle 1484">
                  <a:extLst>
                    <a:ext uri="{FF2B5EF4-FFF2-40B4-BE49-F238E27FC236}">
                      <a16:creationId xmlns:a16="http://schemas.microsoft.com/office/drawing/2014/main" id="{517108C4-E815-91C9-A4D6-DB91C13237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3" name="Group 102">
              <a:extLst>
                <a:ext uri="{FF2B5EF4-FFF2-40B4-BE49-F238E27FC236}">
                  <a16:creationId xmlns:a16="http://schemas.microsoft.com/office/drawing/2014/main" id="{F25DF2D3-B0C9-E6A8-8769-0FF52CFB02C5}"/>
                </a:ext>
              </a:extLst>
            </p:cNvPr>
            <p:cNvGrpSpPr/>
            <p:nvPr/>
          </p:nvGrpSpPr>
          <p:grpSpPr>
            <a:xfrm>
              <a:off x="5376215" y="5563866"/>
              <a:ext cx="987548" cy="390574"/>
              <a:chOff x="9474433" y="5983972"/>
              <a:chExt cx="987548" cy="390574"/>
            </a:xfrm>
          </p:grpSpPr>
          <p:sp>
            <p:nvSpPr>
              <p:cNvPr id="9387" name="Rectangle 1630">
                <a:extLst>
                  <a:ext uri="{FF2B5EF4-FFF2-40B4-BE49-F238E27FC236}">
                    <a16:creationId xmlns:a16="http://schemas.microsoft.com/office/drawing/2014/main" id="{62B6B512-9AC0-40BB-ACDE-599EE57A8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8" name="Rectangle 1630">
                <a:extLst>
                  <a:ext uri="{FF2B5EF4-FFF2-40B4-BE49-F238E27FC236}">
                    <a16:creationId xmlns:a16="http://schemas.microsoft.com/office/drawing/2014/main" id="{F8FF3AE1-4FB1-B5CD-95D1-C190D596D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9" name="Group 120">
                <a:extLst>
                  <a:ext uri="{FF2B5EF4-FFF2-40B4-BE49-F238E27FC236}">
                    <a16:creationId xmlns:a16="http://schemas.microsoft.com/office/drawing/2014/main" id="{250FCD8C-1597-A9CB-02EE-38BEFE98957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90" name="Rectangle 1630">
                  <a:extLst>
                    <a:ext uri="{FF2B5EF4-FFF2-40B4-BE49-F238E27FC236}">
                      <a16:creationId xmlns:a16="http://schemas.microsoft.com/office/drawing/2014/main" id="{7278ECC0-751B-9134-2C7C-64E3CDD164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91" name="Rectangle 1484">
                  <a:extLst>
                    <a:ext uri="{FF2B5EF4-FFF2-40B4-BE49-F238E27FC236}">
                      <a16:creationId xmlns:a16="http://schemas.microsoft.com/office/drawing/2014/main" id="{202CB7D6-EF8A-BD6A-4DA7-1DF7ED2EC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4" name="Group 103">
              <a:extLst>
                <a:ext uri="{FF2B5EF4-FFF2-40B4-BE49-F238E27FC236}">
                  <a16:creationId xmlns:a16="http://schemas.microsoft.com/office/drawing/2014/main" id="{FFBB56EF-B2CF-6294-0749-2E6715DE5DBB}"/>
                </a:ext>
              </a:extLst>
            </p:cNvPr>
            <p:cNvGrpSpPr/>
            <p:nvPr/>
          </p:nvGrpSpPr>
          <p:grpSpPr>
            <a:xfrm>
              <a:off x="1632347" y="5525314"/>
              <a:ext cx="987548" cy="390574"/>
              <a:chOff x="9474433" y="5983972"/>
              <a:chExt cx="987548" cy="390574"/>
            </a:xfrm>
          </p:grpSpPr>
          <p:sp>
            <p:nvSpPr>
              <p:cNvPr id="9382" name="Rectangle 1630">
                <a:extLst>
                  <a:ext uri="{FF2B5EF4-FFF2-40B4-BE49-F238E27FC236}">
                    <a16:creationId xmlns:a16="http://schemas.microsoft.com/office/drawing/2014/main" id="{EB75B149-4398-1591-50F8-6ED0EE654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83" name="Rectangle 1630">
                <a:extLst>
                  <a:ext uri="{FF2B5EF4-FFF2-40B4-BE49-F238E27FC236}">
                    <a16:creationId xmlns:a16="http://schemas.microsoft.com/office/drawing/2014/main" id="{FDD3A814-B2A2-6FAB-4B5A-0E9D4EF1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84" name="Group 115">
                <a:extLst>
                  <a:ext uri="{FF2B5EF4-FFF2-40B4-BE49-F238E27FC236}">
                    <a16:creationId xmlns:a16="http://schemas.microsoft.com/office/drawing/2014/main" id="{F896A643-4B52-261F-5E52-9A9638785613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5" name="Rectangle 1630">
                  <a:extLst>
                    <a:ext uri="{FF2B5EF4-FFF2-40B4-BE49-F238E27FC236}">
                      <a16:creationId xmlns:a16="http://schemas.microsoft.com/office/drawing/2014/main" id="{C3D39A75-7B4E-751E-4871-D8557F6887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6" name="Rectangle 1484">
                  <a:extLst>
                    <a:ext uri="{FF2B5EF4-FFF2-40B4-BE49-F238E27FC236}">
                      <a16:creationId xmlns:a16="http://schemas.microsoft.com/office/drawing/2014/main" id="{A7920B5A-EAC3-8720-6668-05DB3864E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grpSp>
          <p:nvGrpSpPr>
            <p:cNvPr id="9375" name="Group 104">
              <a:extLst>
                <a:ext uri="{FF2B5EF4-FFF2-40B4-BE49-F238E27FC236}">
                  <a16:creationId xmlns:a16="http://schemas.microsoft.com/office/drawing/2014/main" id="{2A216F11-E500-B762-5652-5F4B5E94C59A}"/>
                </a:ext>
              </a:extLst>
            </p:cNvPr>
            <p:cNvGrpSpPr/>
            <p:nvPr/>
          </p:nvGrpSpPr>
          <p:grpSpPr>
            <a:xfrm>
              <a:off x="2783530" y="5530994"/>
              <a:ext cx="987548" cy="390574"/>
              <a:chOff x="9474433" y="5983972"/>
              <a:chExt cx="987548" cy="390574"/>
            </a:xfrm>
          </p:grpSpPr>
          <p:sp>
            <p:nvSpPr>
              <p:cNvPr id="9377" name="Rectangle 1630">
                <a:extLst>
                  <a:ext uri="{FF2B5EF4-FFF2-40B4-BE49-F238E27FC236}">
                    <a16:creationId xmlns:a16="http://schemas.microsoft.com/office/drawing/2014/main" id="{CDD2E67F-289F-D372-A049-207FFF71D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8765" y="6112618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9378" name="Rectangle 1630">
                <a:extLst>
                  <a:ext uri="{FF2B5EF4-FFF2-40B4-BE49-F238E27FC236}">
                    <a16:creationId xmlns:a16="http://schemas.microsoft.com/office/drawing/2014/main" id="{BE2DB091-D1D0-F726-4D15-2CAD1AECB2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1076" y="6045254"/>
                <a:ext cx="843216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grpSp>
            <p:nvGrpSpPr>
              <p:cNvPr id="9379" name="Group 110">
                <a:extLst>
                  <a:ext uri="{FF2B5EF4-FFF2-40B4-BE49-F238E27FC236}">
                    <a16:creationId xmlns:a16="http://schemas.microsoft.com/office/drawing/2014/main" id="{94701D0A-003C-BA85-7993-D0F929E1BC38}"/>
                  </a:ext>
                </a:extLst>
              </p:cNvPr>
              <p:cNvGrpSpPr/>
              <p:nvPr/>
            </p:nvGrpSpPr>
            <p:grpSpPr>
              <a:xfrm>
                <a:off x="9474433" y="5983972"/>
                <a:ext cx="843216" cy="261928"/>
                <a:chOff x="9474434" y="6169899"/>
                <a:chExt cx="464202" cy="261928"/>
              </a:xfrm>
            </p:grpSpPr>
            <p:sp>
              <p:nvSpPr>
                <p:cNvPr id="9380" name="Rectangle 1630">
                  <a:extLst>
                    <a:ext uri="{FF2B5EF4-FFF2-40B4-BE49-F238E27FC236}">
                      <a16:creationId xmlns:a16="http://schemas.microsoft.com/office/drawing/2014/main" id="{408B8491-2CC0-AC11-8C37-5B8A4B8D62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4434" y="6169899"/>
                  <a:ext cx="464202" cy="261928"/>
                </a:xfrm>
                <a:prstGeom prst="rect">
                  <a:avLst/>
                </a:prstGeom>
                <a:solidFill>
                  <a:srgbClr val="003D79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</p:spPr>
              <p:txBody>
                <a:bodyPr vert="horz" wrap="square" lIns="91392" tIns="45696" rIns="91392" bIns="45696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798" b="1" i="0" u="none" strike="noStrike" kern="1200" cap="none" spc="0" normalizeH="0" baseline="0" noProof="0">
                    <a:ln>
                      <a:noFill/>
                    </a:ln>
                    <a:solidFill>
                      <a:srgbClr val="717074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9381" name="Rectangle 1484">
                  <a:extLst>
                    <a:ext uri="{FF2B5EF4-FFF2-40B4-BE49-F238E27FC236}">
                      <a16:creationId xmlns:a16="http://schemas.microsoft.com/office/drawing/2014/main" id="{E6E0516E-6BBB-8871-B6BC-1BF2F86C9B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37965" y="6225314"/>
                  <a:ext cx="144763" cy="13853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900" b="1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(本文)"/>
                      <a:ea typeface="Microsoft JhengHei" panose="020B0604030504040204" pitchFamily="34" charset="-120"/>
                    </a:rPr>
                    <a:t>ESXi</a:t>
                  </a:r>
                  <a:endParaRPr kumimoji="0" lang="en-US" altLang="en-US" sz="1798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endParaRPr>
                </a:p>
              </p:txBody>
            </p:sp>
          </p:grpSp>
        </p:grpSp>
        <p:sp>
          <p:nvSpPr>
            <p:cNvPr id="9376" name="Rectangle 1629">
              <a:extLst>
                <a:ext uri="{FF2B5EF4-FFF2-40B4-BE49-F238E27FC236}">
                  <a16:creationId xmlns:a16="http://schemas.microsoft.com/office/drawing/2014/main" id="{2DFA7BD8-0F12-46C5-72B3-FBE22D472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373" y="4646272"/>
              <a:ext cx="65" cy="27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397" name="Rectangle 1490">
            <a:extLst>
              <a:ext uri="{FF2B5EF4-FFF2-40B4-BE49-F238E27FC236}">
                <a16:creationId xmlns:a16="http://schemas.microsoft.com/office/drawing/2014/main" id="{513A7A7C-0E42-11A0-8B63-461281464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523" y="1198696"/>
            <a:ext cx="3082546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000" b="1">
                <a:solidFill>
                  <a:srgbClr val="717074"/>
                </a:solidFill>
                <a:latin typeface="Arial (本文)"/>
                <a:ea typeface="Microsoft JhengHei" panose="020B0604030504040204" pitchFamily="34" charset="-120"/>
              </a:rPr>
              <a:t>MGMT Cluster 2 DC2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9398" name="Group 10">
            <a:extLst>
              <a:ext uri="{FF2B5EF4-FFF2-40B4-BE49-F238E27FC236}">
                <a16:creationId xmlns:a16="http://schemas.microsoft.com/office/drawing/2014/main" id="{1925AF24-8BA2-C166-4928-781918077229}"/>
              </a:ext>
            </a:extLst>
          </p:cNvPr>
          <p:cNvGrpSpPr/>
          <p:nvPr/>
        </p:nvGrpSpPr>
        <p:grpSpPr>
          <a:xfrm>
            <a:off x="7243595" y="1708098"/>
            <a:ext cx="1087284" cy="140395"/>
            <a:chOff x="7732445" y="2099978"/>
            <a:chExt cx="1104273" cy="140395"/>
          </a:xfrm>
        </p:grpSpPr>
        <p:sp>
          <p:nvSpPr>
            <p:cNvPr id="9399" name="Rectangle 1622">
              <a:extLst>
                <a:ext uri="{FF2B5EF4-FFF2-40B4-BE49-F238E27FC236}">
                  <a16:creationId xmlns:a16="http://schemas.microsoft.com/office/drawing/2014/main" id="{4B92243C-A52A-23AF-5E5F-0D75A9514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9400" name="Rectangle 1622">
              <a:extLst>
                <a:ext uri="{FF2B5EF4-FFF2-40B4-BE49-F238E27FC236}">
                  <a16:creationId xmlns:a16="http://schemas.microsoft.com/office/drawing/2014/main" id="{8EC8677E-545F-D846-31A8-88036903A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9402" name="Rectangle 1491">
            <a:extLst>
              <a:ext uri="{FF2B5EF4-FFF2-40B4-BE49-F238E27FC236}">
                <a16:creationId xmlns:a16="http://schemas.microsoft.com/office/drawing/2014/main" id="{69EB45A0-8ECC-CF00-C051-34A785848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526" y="2332540"/>
            <a:ext cx="2367317" cy="920526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3" name="Rectangle 1620">
            <a:extLst>
              <a:ext uri="{FF2B5EF4-FFF2-40B4-BE49-F238E27FC236}">
                <a16:creationId xmlns:a16="http://schemas.microsoft.com/office/drawing/2014/main" id="{7373087B-F5BA-D81F-C0D2-9B6343460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8153" y="2377529"/>
            <a:ext cx="2367317" cy="84133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4" name="Rectangle 1490">
            <a:extLst>
              <a:ext uri="{FF2B5EF4-FFF2-40B4-BE49-F238E27FC236}">
                <a16:creationId xmlns:a16="http://schemas.microsoft.com/office/drawing/2014/main" id="{ADC6650E-5BF0-FA1E-CA9E-54F5ACABF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1286" y="2385660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405" name="Rectangle 1490">
            <a:extLst>
              <a:ext uri="{FF2B5EF4-FFF2-40B4-BE49-F238E27FC236}">
                <a16:creationId xmlns:a16="http://schemas.microsoft.com/office/drawing/2014/main" id="{06C988F5-80A7-806C-B0AF-AF4D63B31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3037" y="2407309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598249D9-D13D-60C0-D64F-1FE00A679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531" y="1911431"/>
            <a:ext cx="1608454" cy="31695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MGMT 1 VC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0B7BDB24-FBB9-44A0-406B-855F6415B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2710" y="1922797"/>
            <a:ext cx="1829201" cy="324921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MGMT 1 Aira Suite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" name="Rectangle 1621">
            <a:extLst>
              <a:ext uri="{FF2B5EF4-FFF2-40B4-BE49-F238E27FC236}">
                <a16:creationId xmlns:a16="http://schemas.microsoft.com/office/drawing/2014/main" id="{3B419E58-EE74-73C5-0C0C-C19E17829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028" y="1855962"/>
            <a:ext cx="1608454" cy="31695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MGMT </a:t>
            </a:r>
            <a:r>
              <a:rPr lang="en-US" sz="14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2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 VC</a:t>
            </a: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" name="Rectangle 230">
            <a:extLst>
              <a:ext uri="{FF2B5EF4-FFF2-40B4-BE49-F238E27FC236}">
                <a16:creationId xmlns:a16="http://schemas.microsoft.com/office/drawing/2014/main" id="{D9092718-973B-516B-403B-83A5CDBCA671}"/>
              </a:ext>
            </a:extLst>
          </p:cNvPr>
          <p:cNvSpPr/>
          <p:nvPr/>
        </p:nvSpPr>
        <p:spPr>
          <a:xfrm>
            <a:off x="6186950" y="1604338"/>
            <a:ext cx="5198466" cy="1632924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Future</a:t>
            </a:r>
            <a:r>
              <a:rPr lang="zh-TW" altLang="en-US" sz="2400"/>
              <a:t>  </a:t>
            </a:r>
            <a:endParaRPr lang="en" altLang="zh-TW" sz="2400"/>
          </a:p>
        </p:txBody>
      </p:sp>
    </p:spTree>
    <p:extLst>
      <p:ext uri="{BB962C8B-B14F-4D97-AF65-F5344CB8AC3E}">
        <p14:creationId xmlns:p14="http://schemas.microsoft.com/office/powerpoint/2010/main" val="275765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34495-A69A-90DA-5023-19A09F2BC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4B1451DB-1468-41B2-26F4-5E8ACC82160C}"/>
              </a:ext>
            </a:extLst>
          </p:cNvPr>
          <p:cNvCxnSpPr>
            <a:cxnSpLocks/>
            <a:stCxn id="14" idx="2"/>
          </p:cNvCxnSpPr>
          <p:nvPr/>
        </p:nvCxnSpPr>
        <p:spPr bwMode="gray">
          <a:xfrm>
            <a:off x="8292123" y="2845476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2F43A3B-3A2D-71BD-5B76-AE7575980931}"/>
              </a:ext>
            </a:extLst>
          </p:cNvPr>
          <p:cNvCxnSpPr>
            <a:stCxn id="17" idx="2"/>
          </p:cNvCxnSpPr>
          <p:nvPr/>
        </p:nvCxnSpPr>
        <p:spPr bwMode="gray">
          <a:xfrm>
            <a:off x="7038300" y="2855144"/>
            <a:ext cx="0" cy="2374559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itle 1">
            <a:extLst>
              <a:ext uri="{FF2B5EF4-FFF2-40B4-BE49-F238E27FC236}">
                <a16:creationId xmlns:a16="http://schemas.microsoft.com/office/drawing/2014/main" id="{CBF43E3A-E199-70DA-6D3F-6FA2E9A98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chemeClr val="accent1"/>
                </a:solidFill>
              </a:rPr>
              <a:t>虛擬主機與元件管理員存取的網段</a:t>
            </a:r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A0A571D-D5B0-99C4-7329-4507E6477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0653" y="2960361"/>
            <a:ext cx="835903" cy="288079"/>
            <a:chOff x="5378328" y="1591929"/>
            <a:chExt cx="836339" cy="84633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0E99415-1EDD-90A7-0531-A026BC7D092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C9B838A-7EAA-5A50-7649-01BA0E020C5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1B9AA2-A11A-0B16-EAEB-B97488E74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0653" y="3356148"/>
            <a:ext cx="835903" cy="863372"/>
            <a:chOff x="5378328" y="1591929"/>
            <a:chExt cx="836339" cy="8463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69F60A7-8DE9-DC63-CB67-3B47ED8822D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9AAA5B4-FC2C-A464-0BCB-8ADD610098E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EBF13-926E-7902-0F97-EE4C9FF347EE}"/>
              </a:ext>
            </a:extLst>
          </p:cNvPr>
          <p:cNvSpPr/>
          <p:nvPr/>
        </p:nvSpPr>
        <p:spPr>
          <a:xfrm>
            <a:off x="2289546" y="4837771"/>
            <a:ext cx="2157122" cy="381476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Service VLAN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50CB74-E024-39E3-815F-F56000E46D11}"/>
              </a:ext>
            </a:extLst>
          </p:cNvPr>
          <p:cNvSpPr/>
          <p:nvPr/>
        </p:nvSpPr>
        <p:spPr>
          <a:xfrm>
            <a:off x="3615548" y="2709353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7047DA-3B40-5737-3CE6-CD5F5B784C27}"/>
              </a:ext>
            </a:extLst>
          </p:cNvPr>
          <p:cNvSpPr/>
          <p:nvPr/>
        </p:nvSpPr>
        <p:spPr>
          <a:xfrm>
            <a:off x="4448520" y="2702411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vmnic6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C376546-5014-D7C1-D32F-3B5E67FF3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5742" y="4591740"/>
            <a:ext cx="280915" cy="4427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2D0ACF4-8FB7-0AD0-A36E-01BEC962A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5744" y="4598713"/>
            <a:ext cx="422891" cy="8783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A6E480-F3E4-E9B8-7E9C-D2900F41A54A}"/>
              </a:ext>
            </a:extLst>
          </p:cNvPr>
          <p:cNvSpPr/>
          <p:nvPr/>
        </p:nvSpPr>
        <p:spPr>
          <a:xfrm>
            <a:off x="3025474" y="4208819"/>
            <a:ext cx="2867100" cy="381476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vf12ptcsvds01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3626A3-8D60-A032-250B-DDC596E893F3}"/>
              </a:ext>
            </a:extLst>
          </p:cNvPr>
          <p:cNvSpPr/>
          <p:nvPr/>
        </p:nvSpPr>
        <p:spPr>
          <a:xfrm>
            <a:off x="2288310" y="528635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 Management VLAN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52E58-35BB-CE17-E2BE-B8AE530B2386}"/>
              </a:ext>
            </a:extLst>
          </p:cNvPr>
          <p:cNvSpPr/>
          <p:nvPr/>
        </p:nvSpPr>
        <p:spPr>
          <a:xfrm>
            <a:off x="3025474" y="3038708"/>
            <a:ext cx="8226702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VCF ESXi Host</a:t>
            </a: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C5BAA5A5-D345-D8D1-87F0-947D1FBD4336}"/>
              </a:ext>
            </a:extLst>
          </p:cNvPr>
          <p:cNvSpPr/>
          <p:nvPr/>
        </p:nvSpPr>
        <p:spPr>
          <a:xfrm>
            <a:off x="6616562" y="4233272"/>
            <a:ext cx="2010140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vf12ptcsvsan01</a:t>
            </a: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C57D722E-1B08-F4F2-7EEC-A9CD26551685}"/>
              </a:ext>
            </a:extLst>
          </p:cNvPr>
          <p:cNvSpPr/>
          <p:nvPr/>
        </p:nvSpPr>
        <p:spPr>
          <a:xfrm>
            <a:off x="7870385" y="2611627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vmnic10</a:t>
            </a: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6F235617-46F6-EC64-58A5-861C32D53205}"/>
              </a:ext>
            </a:extLst>
          </p:cNvPr>
          <p:cNvSpPr/>
          <p:nvPr/>
        </p:nvSpPr>
        <p:spPr>
          <a:xfrm>
            <a:off x="6616562" y="2621295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vmnic2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5D15D953-4477-D6A5-7A12-E5DF84C99C15}"/>
              </a:ext>
            </a:extLst>
          </p:cNvPr>
          <p:cNvSpPr/>
          <p:nvPr/>
        </p:nvSpPr>
        <p:spPr>
          <a:xfrm>
            <a:off x="6543071" y="524282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VSAN </a:t>
            </a:r>
            <a:r>
              <a:rPr lang="en-US" sz="1200" err="1">
                <a:solidFill>
                  <a:srgbClr val="3F3F3F"/>
                </a:solidFill>
              </a:rPr>
              <a:t>VMKernel</a:t>
            </a:r>
            <a:endParaRPr lang="en-US" sz="1200">
              <a:solidFill>
                <a:srgbClr val="3F3F3F"/>
              </a:solidFill>
            </a:endParaRPr>
          </a:p>
        </p:txBody>
      </p:sp>
      <p:sp>
        <p:nvSpPr>
          <p:cNvPr id="43" name="Rectangle 268">
            <a:extLst>
              <a:ext uri="{FF2B5EF4-FFF2-40B4-BE49-F238E27FC236}">
                <a16:creationId xmlns:a16="http://schemas.microsoft.com/office/drawing/2014/main" id="{27102CDE-54AB-37CC-241D-2DDC8E140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5230" y="1683997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4" name="Rectangle 276">
            <a:extLst>
              <a:ext uri="{FF2B5EF4-FFF2-40B4-BE49-F238E27FC236}">
                <a16:creationId xmlns:a16="http://schemas.microsoft.com/office/drawing/2014/main" id="{DA0890DF-BE7E-C7FF-A69B-CA2A99E320DD}"/>
              </a:ext>
            </a:extLst>
          </p:cNvPr>
          <p:cNvSpPr/>
          <p:nvPr/>
        </p:nvSpPr>
        <p:spPr>
          <a:xfrm>
            <a:off x="7835384" y="1664197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5" name="Rectangle 276">
            <a:extLst>
              <a:ext uri="{FF2B5EF4-FFF2-40B4-BE49-F238E27FC236}">
                <a16:creationId xmlns:a16="http://schemas.microsoft.com/office/drawing/2014/main" id="{DE051AD3-1D10-09D6-9E17-20D9AC326B0D}"/>
              </a:ext>
            </a:extLst>
          </p:cNvPr>
          <p:cNvSpPr/>
          <p:nvPr/>
        </p:nvSpPr>
        <p:spPr>
          <a:xfrm>
            <a:off x="4459024" y="167993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7" name="Rectangle 276">
            <a:extLst>
              <a:ext uri="{FF2B5EF4-FFF2-40B4-BE49-F238E27FC236}">
                <a16:creationId xmlns:a16="http://schemas.microsoft.com/office/drawing/2014/main" id="{A0E1367A-E9E0-F087-C331-37C896D9A3A7}"/>
              </a:ext>
            </a:extLst>
          </p:cNvPr>
          <p:cNvSpPr/>
          <p:nvPr/>
        </p:nvSpPr>
        <p:spPr>
          <a:xfrm>
            <a:off x="6472832" y="1664197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07CDC441-F7F8-A7F3-3A07-FBBCA1556974}"/>
              </a:ext>
            </a:extLst>
          </p:cNvPr>
          <p:cNvCxnSpPr>
            <a:cxnSpLocks/>
          </p:cNvCxnSpPr>
          <p:nvPr/>
        </p:nvCxnSpPr>
        <p:spPr bwMode="gray">
          <a:xfrm flipV="1">
            <a:off x="4027993" y="2312754"/>
            <a:ext cx="8082" cy="39421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C4CEE99A-B38A-7805-416C-4238BE2E5205}"/>
              </a:ext>
            </a:extLst>
          </p:cNvPr>
          <p:cNvCxnSpPr>
            <a:cxnSpLocks/>
          </p:cNvCxnSpPr>
          <p:nvPr/>
        </p:nvCxnSpPr>
        <p:spPr bwMode="gray">
          <a:xfrm flipV="1">
            <a:off x="4866556" y="2292121"/>
            <a:ext cx="0" cy="37842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B6256131-7E93-16B5-DE9B-43FB55E05A98}"/>
              </a:ext>
            </a:extLst>
          </p:cNvPr>
          <p:cNvCxnSpPr>
            <a:cxnSpLocks/>
          </p:cNvCxnSpPr>
          <p:nvPr/>
        </p:nvCxnSpPr>
        <p:spPr bwMode="gray">
          <a:xfrm flipV="1">
            <a:off x="7040560" y="2254426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29">
            <a:extLst>
              <a:ext uri="{FF2B5EF4-FFF2-40B4-BE49-F238E27FC236}">
                <a16:creationId xmlns:a16="http://schemas.microsoft.com/office/drawing/2014/main" id="{9A404DCF-341F-6BD9-959B-D908D69F12CF}"/>
              </a:ext>
            </a:extLst>
          </p:cNvPr>
          <p:cNvSpPr/>
          <p:nvPr/>
        </p:nvSpPr>
        <p:spPr>
          <a:xfrm>
            <a:off x="6675320" y="1182975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97DDF6CC-9402-C402-EA07-00FD1934DFA4}"/>
              </a:ext>
            </a:extLst>
          </p:cNvPr>
          <p:cNvSpPr/>
          <p:nvPr/>
        </p:nvSpPr>
        <p:spPr>
          <a:xfrm>
            <a:off x="3366871" y="1190172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B398D0C-4E8A-1A22-C0D1-291E40FF200D}"/>
              </a:ext>
            </a:extLst>
          </p:cNvPr>
          <p:cNvCxnSpPr>
            <a:cxnSpLocks/>
          </p:cNvCxnSpPr>
          <p:nvPr/>
        </p:nvCxnSpPr>
        <p:spPr bwMode="gray">
          <a:xfrm flipV="1">
            <a:off x="8292123" y="2244758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98800"/>
      </p:ext>
    </p:extLst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6F27-A2B0-C7A0-222C-F9947326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6A791155-30EA-5E64-F58E-D536EC035B46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kumimoji="1" lang="en-US" altLang="zh-TW"/>
              <a:t>vmnic</a:t>
            </a:r>
            <a:r>
              <a:rPr kumimoji="1" lang="zh-TW" altLang="en-US"/>
              <a:t>編號確認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BA6EA66-C98B-E68E-143C-6D42E62E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err="1"/>
              <a:t>vSAN</a:t>
            </a:r>
            <a:r>
              <a:rPr lang="en" altLang="zh-TW"/>
              <a:t> host node network interface numbering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1353511-D08F-25E1-186E-92708F797485}"/>
              </a:ext>
            </a:extLst>
          </p:cNvPr>
          <p:cNvSpPr/>
          <p:nvPr/>
        </p:nvSpPr>
        <p:spPr>
          <a:xfrm>
            <a:off x="4245152" y="3963670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AAF18C8-8CE4-3734-F131-3BFDB4729018}"/>
              </a:ext>
            </a:extLst>
          </p:cNvPr>
          <p:cNvSpPr/>
          <p:nvPr/>
        </p:nvSpPr>
        <p:spPr>
          <a:xfrm>
            <a:off x="5556240" y="5225007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244EC8D-9CFF-E623-C9DE-BACD4A924AA6}"/>
              </a:ext>
            </a:extLst>
          </p:cNvPr>
          <p:cNvSpPr/>
          <p:nvPr/>
        </p:nvSpPr>
        <p:spPr>
          <a:xfrm>
            <a:off x="4332130" y="406038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A0FB345-071E-BF47-CB82-29E7F940F3E8}"/>
              </a:ext>
            </a:extLst>
          </p:cNvPr>
          <p:cNvSpPr/>
          <p:nvPr/>
        </p:nvSpPr>
        <p:spPr>
          <a:xfrm>
            <a:off x="4823002" y="406229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B2B80D2-E9BE-C1EF-A650-B93916A91939}"/>
              </a:ext>
            </a:extLst>
          </p:cNvPr>
          <p:cNvSpPr/>
          <p:nvPr/>
        </p:nvSpPr>
        <p:spPr>
          <a:xfrm>
            <a:off x="4332130" y="443238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(2)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F20842D-79B5-EC45-AF79-7AFBFFC6532F}"/>
              </a:ext>
            </a:extLst>
          </p:cNvPr>
          <p:cNvSpPr/>
          <p:nvPr/>
        </p:nvSpPr>
        <p:spPr>
          <a:xfrm>
            <a:off x="4823002" y="443429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9EC417B-70A5-B927-BFFD-96E7C84D2E7E}"/>
              </a:ext>
            </a:extLst>
          </p:cNvPr>
          <p:cNvSpPr/>
          <p:nvPr/>
        </p:nvSpPr>
        <p:spPr>
          <a:xfrm>
            <a:off x="4332130" y="480811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F93BBA3-9156-0207-7B68-BC251B60D499}"/>
              </a:ext>
            </a:extLst>
          </p:cNvPr>
          <p:cNvSpPr/>
          <p:nvPr/>
        </p:nvSpPr>
        <p:spPr>
          <a:xfrm>
            <a:off x="4823002" y="481002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975671D-1AF3-595A-B774-F6932780B065}"/>
              </a:ext>
            </a:extLst>
          </p:cNvPr>
          <p:cNvSpPr/>
          <p:nvPr/>
        </p:nvSpPr>
        <p:spPr>
          <a:xfrm>
            <a:off x="6513176" y="405847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51FAEE2-3BE8-B588-1BB8-1183B4027B69}"/>
              </a:ext>
            </a:extLst>
          </p:cNvPr>
          <p:cNvSpPr/>
          <p:nvPr/>
        </p:nvSpPr>
        <p:spPr>
          <a:xfrm>
            <a:off x="7004048" y="406038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638A736-91FB-9399-515C-347A9DC8491E}"/>
              </a:ext>
            </a:extLst>
          </p:cNvPr>
          <p:cNvSpPr/>
          <p:nvPr/>
        </p:nvSpPr>
        <p:spPr>
          <a:xfrm>
            <a:off x="6513176" y="443047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6C87170-B9D5-F02F-47F1-1E624584FF30}"/>
              </a:ext>
            </a:extLst>
          </p:cNvPr>
          <p:cNvSpPr/>
          <p:nvPr/>
        </p:nvSpPr>
        <p:spPr>
          <a:xfrm>
            <a:off x="7004048" y="443238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AFC6E0F-4827-208B-63E4-8CB2D410FE14}"/>
              </a:ext>
            </a:extLst>
          </p:cNvPr>
          <p:cNvSpPr/>
          <p:nvPr/>
        </p:nvSpPr>
        <p:spPr>
          <a:xfrm>
            <a:off x="6513176" y="480620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ABC0195-B066-3DD5-BD57-1AE182C0A298}"/>
              </a:ext>
            </a:extLst>
          </p:cNvPr>
          <p:cNvSpPr/>
          <p:nvPr/>
        </p:nvSpPr>
        <p:spPr>
          <a:xfrm>
            <a:off x="7004048" y="4808117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83432DE-0FE8-AFD2-AFA7-32CE16651AD9}"/>
              </a:ext>
            </a:extLst>
          </p:cNvPr>
          <p:cNvSpPr/>
          <p:nvPr/>
        </p:nvSpPr>
        <p:spPr>
          <a:xfrm>
            <a:off x="8694222" y="406810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487F460-9FB8-4EA6-6750-FA17A20B9561}"/>
              </a:ext>
            </a:extLst>
          </p:cNvPr>
          <p:cNvSpPr/>
          <p:nvPr/>
        </p:nvSpPr>
        <p:spPr>
          <a:xfrm>
            <a:off x="9185094" y="407001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5F6C7E4-6EE8-2457-4C76-7C73888A21B4}"/>
              </a:ext>
            </a:extLst>
          </p:cNvPr>
          <p:cNvSpPr/>
          <p:nvPr/>
        </p:nvSpPr>
        <p:spPr>
          <a:xfrm>
            <a:off x="8694222" y="444010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4275566-5EB6-309A-17F6-8CDF1DBFF649}"/>
              </a:ext>
            </a:extLst>
          </p:cNvPr>
          <p:cNvSpPr/>
          <p:nvPr/>
        </p:nvSpPr>
        <p:spPr>
          <a:xfrm>
            <a:off x="9185094" y="444201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6DF7EA0-2909-6651-4C56-FF2E453DE4CC}"/>
              </a:ext>
            </a:extLst>
          </p:cNvPr>
          <p:cNvSpPr/>
          <p:nvPr/>
        </p:nvSpPr>
        <p:spPr>
          <a:xfrm>
            <a:off x="9688701" y="4844706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B6573B3-08C7-3769-25C0-CD3AD90DB9D9}"/>
              </a:ext>
            </a:extLst>
          </p:cNvPr>
          <p:cNvSpPr/>
          <p:nvPr/>
        </p:nvSpPr>
        <p:spPr>
          <a:xfrm>
            <a:off x="8431731" y="484206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736D719B-F019-C96E-E838-E89307BFC3FF}"/>
              </a:ext>
            </a:extLst>
          </p:cNvPr>
          <p:cNvGrpSpPr/>
          <p:nvPr/>
        </p:nvGrpSpPr>
        <p:grpSpPr>
          <a:xfrm>
            <a:off x="5270579" y="4531749"/>
            <a:ext cx="231924" cy="139700"/>
            <a:chOff x="2672312" y="4346575"/>
            <a:chExt cx="231924" cy="139700"/>
          </a:xfrm>
        </p:grpSpPr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1D8735F2-5106-DEEE-3BC3-FD707066395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301F9A5A-DA34-B81E-D8F0-2A0BE6DF798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2FB58ACA-5F9D-5A7D-ACDC-46D364AC49C0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C257465D-7783-3E6A-48E4-26921C1D4EAA}"/>
              </a:ext>
            </a:extLst>
          </p:cNvPr>
          <p:cNvGrpSpPr/>
          <p:nvPr/>
        </p:nvGrpSpPr>
        <p:grpSpPr>
          <a:xfrm>
            <a:off x="5663008" y="4531749"/>
            <a:ext cx="231924" cy="139700"/>
            <a:chOff x="2672312" y="4346575"/>
            <a:chExt cx="231924" cy="139700"/>
          </a:xfrm>
        </p:grpSpPr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E3D7FA5A-98EE-C939-0B47-F3B9D6DDFD44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8EAA9B67-BA6C-D292-09DC-844BF76808F9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09E6E3D9-7A35-5ABF-5BF2-93AA440A0A91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15EAD9F7-8ECE-C24F-0378-C0AE27FA9B9E}"/>
              </a:ext>
            </a:extLst>
          </p:cNvPr>
          <p:cNvGrpSpPr/>
          <p:nvPr/>
        </p:nvGrpSpPr>
        <p:grpSpPr>
          <a:xfrm>
            <a:off x="7416557" y="4534826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5EE368BC-1CA6-7725-6AD3-2F067661202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7CCB2E1C-2802-89B3-FE42-83E97E87908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8289FC2A-BBD9-F3B7-2841-8086774A46C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22B4F26A-AFA3-C529-A91B-3C77F7763CFE}"/>
              </a:ext>
            </a:extLst>
          </p:cNvPr>
          <p:cNvGrpSpPr/>
          <p:nvPr/>
        </p:nvGrpSpPr>
        <p:grpSpPr>
          <a:xfrm>
            <a:off x="7808986" y="4534826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AD191D58-01BC-1139-EFED-0608ED43BA9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A551E246-52BD-B335-17F3-23D1D842DC9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685E54F0-0A60-0746-58C8-E6533AD71F1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3CA77473-B432-DFEA-28AE-F47AC068C8CD}"/>
              </a:ext>
            </a:extLst>
          </p:cNvPr>
          <p:cNvGrpSpPr/>
          <p:nvPr/>
        </p:nvGrpSpPr>
        <p:grpSpPr>
          <a:xfrm>
            <a:off x="4403474" y="5284397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7E6464C9-93B6-33B5-5BEC-53F6A07F2565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734E4DB2-887F-080D-B276-5D257FF8FBBB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27E76CEF-1ACC-2202-58B4-9CA0B95ED968}"/>
              </a:ext>
            </a:extLst>
          </p:cNvPr>
          <p:cNvGrpSpPr/>
          <p:nvPr/>
        </p:nvGrpSpPr>
        <p:grpSpPr>
          <a:xfrm>
            <a:off x="6422398" y="5305528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2AF87E0B-3139-0366-654C-0756C20F7662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29CAD7A7-108C-7B67-E096-82A7B1B289DA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F59B6239-89BF-25AF-36D8-CA0DBAD5928C}"/>
              </a:ext>
            </a:extLst>
          </p:cNvPr>
          <p:cNvGrpSpPr/>
          <p:nvPr/>
        </p:nvGrpSpPr>
        <p:grpSpPr>
          <a:xfrm>
            <a:off x="6795346" y="5306198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EF14D06D-7293-EB66-EC92-466DE987D30C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D7C2F6EB-8434-7A43-1F21-53E3D3CA16C1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7C989198-59F6-305E-CF7C-DBE4E883CB60}"/>
              </a:ext>
            </a:extLst>
          </p:cNvPr>
          <p:cNvSpPr/>
          <p:nvPr/>
        </p:nvSpPr>
        <p:spPr>
          <a:xfrm>
            <a:off x="4182652" y="5997504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6D44E3B1-D7ED-46B9-5052-50F4EA18BBA5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4519890" y="5448673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A57B5966-C038-FA43-8329-E18837F9AA02}"/>
              </a:ext>
            </a:extLst>
          </p:cNvPr>
          <p:cNvGrpSpPr/>
          <p:nvPr/>
        </p:nvGrpSpPr>
        <p:grpSpPr>
          <a:xfrm>
            <a:off x="5666670" y="5305649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FFDE4F05-11A9-5463-C347-46EB2D5651EE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87BD480A-0428-8C61-E230-8CC891D0ED70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1CCF4313-B11C-B049-AA84-950E0215F334}"/>
              </a:ext>
            </a:extLst>
          </p:cNvPr>
          <p:cNvGrpSpPr/>
          <p:nvPr/>
        </p:nvGrpSpPr>
        <p:grpSpPr>
          <a:xfrm>
            <a:off x="6039618" y="5306319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2665705A-1CED-D1C6-B286-69F2CC0899B6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180AE8F3-9D22-A693-3094-696682F36A81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0E001809-6733-EBEB-3BF6-CD13FAE6BD88}"/>
              </a:ext>
            </a:extLst>
          </p:cNvPr>
          <p:cNvGrpSpPr/>
          <p:nvPr/>
        </p:nvGrpSpPr>
        <p:grpSpPr>
          <a:xfrm>
            <a:off x="5294218" y="4898839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9DF0D2D1-2580-A2E5-DDC6-F6F418B43F2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F7D5A659-971A-0A70-D96A-4C1E840B3C9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E1BFCD46-D94A-AB6D-DF1F-C13721AB3B5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AA065DBD-3DD4-2325-A570-78EE1DD8E20F}"/>
              </a:ext>
            </a:extLst>
          </p:cNvPr>
          <p:cNvGrpSpPr/>
          <p:nvPr/>
        </p:nvGrpSpPr>
        <p:grpSpPr>
          <a:xfrm>
            <a:off x="5661240" y="4901103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4BE33A08-9D01-1E9A-D215-E9197EB1C6A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DA5FD0FC-3893-96EB-5105-B9E543F739F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291399E9-2058-FA13-BDC4-62C17716647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DB0DB24B-CAA2-F90F-910A-2094FF0FBC73}"/>
              </a:ext>
            </a:extLst>
          </p:cNvPr>
          <p:cNvGrpSpPr/>
          <p:nvPr/>
        </p:nvGrpSpPr>
        <p:grpSpPr>
          <a:xfrm>
            <a:off x="1490015" y="3229577"/>
            <a:ext cx="2158703" cy="658272"/>
            <a:chOff x="808489" y="982294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B7382730-4C20-0907-CDE2-4D6F2D7F4990}"/>
                </a:ext>
              </a:extLst>
            </p:cNvPr>
            <p:cNvSpPr/>
            <p:nvPr/>
          </p:nvSpPr>
          <p:spPr>
            <a:xfrm>
              <a:off x="808489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81A3D406-7514-8142-ACCE-738A3EC818E1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20E9EDE8-F6BD-6BE2-A17D-596C5F6CBB82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D7AD0445-4ECB-A01C-EF45-54ADFFA7E44A}"/>
              </a:ext>
            </a:extLst>
          </p:cNvPr>
          <p:cNvGrpSpPr/>
          <p:nvPr/>
        </p:nvGrpSpPr>
        <p:grpSpPr>
          <a:xfrm>
            <a:off x="5287722" y="4141561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37D17D46-B2B6-7AF4-692D-3FAE58FAAA8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AB2A780E-C2D3-EFB9-B063-2BA9784F04F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7CE47391-7049-47E8-E01A-ACEEA809B3B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441A2E12-51E9-BEC9-5651-D2AF23F40459}"/>
              </a:ext>
            </a:extLst>
          </p:cNvPr>
          <p:cNvGrpSpPr/>
          <p:nvPr/>
        </p:nvGrpSpPr>
        <p:grpSpPr>
          <a:xfrm>
            <a:off x="5680151" y="4141561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FE247748-3694-E697-FC4A-845909386E4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83B31307-1863-0585-C24D-DDFF39C772E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FC61A57E-6A1A-CE30-EAF9-DEC553074A3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88EA9646-19B9-8654-4A62-843AC5C9A327}"/>
              </a:ext>
            </a:extLst>
          </p:cNvPr>
          <p:cNvGrpSpPr/>
          <p:nvPr/>
        </p:nvGrpSpPr>
        <p:grpSpPr>
          <a:xfrm>
            <a:off x="7413232" y="4138697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9BE4F4C0-5534-B854-2D96-52B73AE3A359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1C0AC0D5-072E-9C4F-9170-80825A9DB9F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3E2FBF2C-A4C1-4C07-B3D6-A60856223B2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14B61E9C-152D-2E56-B9BB-D838D546F93D}"/>
              </a:ext>
            </a:extLst>
          </p:cNvPr>
          <p:cNvGrpSpPr/>
          <p:nvPr/>
        </p:nvGrpSpPr>
        <p:grpSpPr>
          <a:xfrm>
            <a:off x="7805661" y="4138697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26F57CCA-0884-3B2E-017F-E130AD140919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7CC24E1B-F5A0-754C-3B0A-8F4C18B0FCC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1736C73B-9616-8367-25BA-1BF4B09A9288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E28F2384-3318-FD96-AE3A-6DBF26E74E97}"/>
              </a:ext>
            </a:extLst>
          </p:cNvPr>
          <p:cNvGrpSpPr/>
          <p:nvPr/>
        </p:nvGrpSpPr>
        <p:grpSpPr>
          <a:xfrm>
            <a:off x="8164586" y="4534826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39E07079-83D1-FA3F-2ED0-BAFFC3C1C16D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680AC4BE-498B-6D5F-0290-56FF0C21C12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6060507-69DC-77CD-95C6-DCFB87BF2366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2C5659F8-8C78-B3F0-C172-E053EDC87B4E}"/>
              </a:ext>
            </a:extLst>
          </p:cNvPr>
          <p:cNvGrpSpPr/>
          <p:nvPr/>
        </p:nvGrpSpPr>
        <p:grpSpPr>
          <a:xfrm>
            <a:off x="7073954" y="4532721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59D240A7-3CC5-E158-1D04-C1EA845160D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9BB38381-B6CF-6206-71F3-50CA44C664D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A0D0E08-8557-C828-E026-FAB26DF2747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BC28BECD-DD4C-FE70-78B2-4F285FA11B87}"/>
              </a:ext>
            </a:extLst>
          </p:cNvPr>
          <p:cNvGrpSpPr/>
          <p:nvPr/>
        </p:nvGrpSpPr>
        <p:grpSpPr>
          <a:xfrm>
            <a:off x="7159436" y="4887075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6ED2F36F-6640-541A-98A2-32B664BC9B0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04D8A217-5100-5D3D-4C1D-903BCDE6268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B477D56-70E7-281D-CB46-D1D79D4C93B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690A27CC-96BB-07D8-0CD0-61C91CB79D4D}"/>
              </a:ext>
            </a:extLst>
          </p:cNvPr>
          <p:cNvGrpSpPr/>
          <p:nvPr/>
        </p:nvGrpSpPr>
        <p:grpSpPr>
          <a:xfrm>
            <a:off x="7805646" y="4910886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521B6CB6-49DE-3A94-A27C-545B78879AE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3402ED47-2C13-5DB2-C204-CF7F37F5CD1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3E6C15E-719B-77E8-299E-50F12EE2FF2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318092B9-FD63-F4E5-CD39-E87C95DEEA86}"/>
              </a:ext>
            </a:extLst>
          </p:cNvPr>
          <p:cNvCxnSpPr>
            <a:cxnSpLocks/>
            <a:stCxn id="170" idx="2"/>
          </p:cNvCxnSpPr>
          <p:nvPr/>
        </p:nvCxnSpPr>
        <p:spPr bwMode="gray">
          <a:xfrm>
            <a:off x="2569367" y="3887849"/>
            <a:ext cx="1644764" cy="1081840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F4E6745-9E95-63EE-EA19-EDC52CE0D403}"/>
              </a:ext>
            </a:extLst>
          </p:cNvPr>
          <p:cNvGrpSpPr/>
          <p:nvPr/>
        </p:nvGrpSpPr>
        <p:grpSpPr>
          <a:xfrm>
            <a:off x="9148336" y="3124760"/>
            <a:ext cx="2158703" cy="658272"/>
            <a:chOff x="808489" y="1107027"/>
            <a:chExt cx="2158703" cy="65827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BA7B6DB-67F9-7535-24BE-0EE887632911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95F0877-0A20-5237-1D38-3D40C3914547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vmnic6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2046F46F-5F63-FDD9-235B-25CE7BA1C054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vmnic7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F6F2829A-0BBC-3219-009F-24D816348E04}"/>
              </a:ext>
            </a:extLst>
          </p:cNvPr>
          <p:cNvCxnSpPr>
            <a:cxnSpLocks/>
            <a:stCxn id="75" idx="3"/>
            <a:endCxn id="29" idx="2"/>
          </p:cNvCxnSpPr>
          <p:nvPr/>
        </p:nvCxnSpPr>
        <p:spPr bwMode="gray">
          <a:xfrm flipV="1">
            <a:off x="8196916" y="3783032"/>
            <a:ext cx="2030772" cy="1187745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68">
            <a:extLst>
              <a:ext uri="{FF2B5EF4-FFF2-40B4-BE49-F238E27FC236}">
                <a16:creationId xmlns:a16="http://schemas.microsoft.com/office/drawing/2014/main" id="{8F5D6348-7196-217A-3E42-C322583AD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3320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36" name="Rectangle 276">
            <a:extLst>
              <a:ext uri="{FF2B5EF4-FFF2-40B4-BE49-F238E27FC236}">
                <a16:creationId xmlns:a16="http://schemas.microsoft.com/office/drawing/2014/main" id="{EF000346-46AC-ACAB-5156-47CB87348222}"/>
              </a:ext>
            </a:extLst>
          </p:cNvPr>
          <p:cNvSpPr/>
          <p:nvPr/>
        </p:nvSpPr>
        <p:spPr>
          <a:xfrm>
            <a:off x="3554167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37" name="Straight Connector 260">
            <a:extLst>
              <a:ext uri="{FF2B5EF4-FFF2-40B4-BE49-F238E27FC236}">
                <a16:creationId xmlns:a16="http://schemas.microsoft.com/office/drawing/2014/main" id="{AD694249-58C7-0262-BA02-37DEBE6E2A0B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 flipV="1">
            <a:off x="2928836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8CB1A80F-3B35-F4A5-6623-97E693591085}"/>
              </a:ext>
            </a:extLst>
          </p:cNvPr>
          <p:cNvCxnSpPr>
            <a:stCxn id="171" idx="0"/>
          </p:cNvCxnSpPr>
          <p:nvPr/>
        </p:nvCxnSpPr>
        <p:spPr bwMode="gray">
          <a:xfrm flipV="1">
            <a:off x="1838168" y="1935921"/>
            <a:ext cx="251" cy="131072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375D0480-3135-6FC1-78EC-8629512F7112}"/>
              </a:ext>
            </a:extLst>
          </p:cNvPr>
          <p:cNvCxnSpPr>
            <a:cxnSpLocks/>
            <a:stCxn id="30" idx="0"/>
            <a:endCxn id="36" idx="2"/>
          </p:cNvCxnSpPr>
          <p:nvPr/>
        </p:nvCxnSpPr>
        <p:spPr bwMode="gray">
          <a:xfrm flipH="1" flipV="1">
            <a:off x="4182652" y="1931283"/>
            <a:ext cx="5313837" cy="1194669"/>
          </a:xfrm>
          <a:prstGeom prst="line">
            <a:avLst/>
          </a:prstGeom>
          <a:ln w="3175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7B50E0C7-035C-2BAC-AB0B-421181D27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0473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95AB4BC6-43BD-3F48-0A4F-A2C8730A23BB}"/>
              </a:ext>
            </a:extLst>
          </p:cNvPr>
          <p:cNvSpPr/>
          <p:nvPr/>
        </p:nvSpPr>
        <p:spPr>
          <a:xfrm>
            <a:off x="9531320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2EDB600C-61FB-D3AA-A72A-074DF50D61A5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 flipV="1">
            <a:off x="8905989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1EDC496A-0845-1BA7-C70D-F83C0D1A4612}"/>
              </a:ext>
            </a:extLst>
          </p:cNvPr>
          <p:cNvCxnSpPr>
            <a:cxnSpLocks/>
            <a:endCxn id="91" idx="2"/>
          </p:cNvCxnSpPr>
          <p:nvPr/>
        </p:nvCxnSpPr>
        <p:spPr bwMode="gray">
          <a:xfrm flipV="1">
            <a:off x="2600388" y="1940560"/>
            <a:ext cx="5672843" cy="128901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216DAD76-E18B-A057-1872-8219FFE8C3AC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H="1" flipV="1">
            <a:off x="10159805" y="1931283"/>
            <a:ext cx="23506" cy="119448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29">
            <a:extLst>
              <a:ext uri="{FF2B5EF4-FFF2-40B4-BE49-F238E27FC236}">
                <a16:creationId xmlns:a16="http://schemas.microsoft.com/office/drawing/2014/main" id="{D91F48AA-A56F-1761-7A90-5C9136357706}"/>
              </a:ext>
            </a:extLst>
          </p:cNvPr>
          <p:cNvSpPr/>
          <p:nvPr/>
        </p:nvSpPr>
        <p:spPr>
          <a:xfrm>
            <a:off x="2292571" y="1145126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E66613CB-3321-0A29-AF13-F9C2730EA7A9}"/>
              </a:ext>
            </a:extLst>
          </p:cNvPr>
          <p:cNvSpPr/>
          <p:nvPr/>
        </p:nvSpPr>
        <p:spPr>
          <a:xfrm>
            <a:off x="8196916" y="1105310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</p:spTree>
    <p:extLst>
      <p:ext uri="{BB962C8B-B14F-4D97-AF65-F5344CB8AC3E}">
        <p14:creationId xmlns:p14="http://schemas.microsoft.com/office/powerpoint/2010/main" val="136637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7D6BF5F-0D53-B34A-AA86-B3AF62B1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Physical connectivity diagram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7BF19C-E94A-4542-8098-466A338155A6}"/>
              </a:ext>
            </a:extLst>
          </p:cNvPr>
          <p:cNvSpPr/>
          <p:nvPr/>
        </p:nvSpPr>
        <p:spPr>
          <a:xfrm>
            <a:off x="4245152" y="3963670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A5979DB-86BC-EF44-A89F-86AC9621BD46}"/>
              </a:ext>
            </a:extLst>
          </p:cNvPr>
          <p:cNvSpPr/>
          <p:nvPr/>
        </p:nvSpPr>
        <p:spPr>
          <a:xfrm>
            <a:off x="5556240" y="5225007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7DB82BC-BDE1-2C4D-986D-3777303005C4}"/>
              </a:ext>
            </a:extLst>
          </p:cNvPr>
          <p:cNvSpPr/>
          <p:nvPr/>
        </p:nvSpPr>
        <p:spPr>
          <a:xfrm>
            <a:off x="4332130" y="406038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33320AF-7E9C-6E41-81D5-07DE098BDDE7}"/>
              </a:ext>
            </a:extLst>
          </p:cNvPr>
          <p:cNvSpPr/>
          <p:nvPr/>
        </p:nvSpPr>
        <p:spPr>
          <a:xfrm>
            <a:off x="4823002" y="406229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52550FC-83BF-F44D-908C-E0F1AB2F07E9}"/>
              </a:ext>
            </a:extLst>
          </p:cNvPr>
          <p:cNvSpPr/>
          <p:nvPr/>
        </p:nvSpPr>
        <p:spPr>
          <a:xfrm>
            <a:off x="4332130" y="480811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50359DD-C999-1640-93FF-B81DFE17348F}"/>
              </a:ext>
            </a:extLst>
          </p:cNvPr>
          <p:cNvSpPr/>
          <p:nvPr/>
        </p:nvSpPr>
        <p:spPr>
          <a:xfrm>
            <a:off x="4823002" y="481002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3B11701-BB94-CF4B-B81C-FB15A127FCE7}"/>
              </a:ext>
            </a:extLst>
          </p:cNvPr>
          <p:cNvSpPr/>
          <p:nvPr/>
        </p:nvSpPr>
        <p:spPr>
          <a:xfrm>
            <a:off x="6513176" y="405847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0515BC9-D596-6647-99AE-37A4B615B07A}"/>
              </a:ext>
            </a:extLst>
          </p:cNvPr>
          <p:cNvSpPr/>
          <p:nvPr/>
        </p:nvSpPr>
        <p:spPr>
          <a:xfrm>
            <a:off x="7004048" y="406038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8554D31-5C70-BB4C-B671-CAAC7D8B5E88}"/>
              </a:ext>
            </a:extLst>
          </p:cNvPr>
          <p:cNvSpPr/>
          <p:nvPr/>
        </p:nvSpPr>
        <p:spPr>
          <a:xfrm>
            <a:off x="6513176" y="443047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B4F2778-4DB3-3D44-871A-6C5B45153F25}"/>
              </a:ext>
            </a:extLst>
          </p:cNvPr>
          <p:cNvSpPr/>
          <p:nvPr/>
        </p:nvSpPr>
        <p:spPr>
          <a:xfrm>
            <a:off x="7004048" y="443238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1681E52-FD4D-7D40-AEB8-F8AED59C7E30}"/>
              </a:ext>
            </a:extLst>
          </p:cNvPr>
          <p:cNvSpPr/>
          <p:nvPr/>
        </p:nvSpPr>
        <p:spPr>
          <a:xfrm>
            <a:off x="6513176" y="480620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32F6E9C-C627-C447-BD9C-A091C7DE12C9}"/>
              </a:ext>
            </a:extLst>
          </p:cNvPr>
          <p:cNvSpPr/>
          <p:nvPr/>
        </p:nvSpPr>
        <p:spPr>
          <a:xfrm>
            <a:off x="7004048" y="4808117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608CBD3-16B7-604D-BC00-55B06583A605}"/>
              </a:ext>
            </a:extLst>
          </p:cNvPr>
          <p:cNvSpPr/>
          <p:nvPr/>
        </p:nvSpPr>
        <p:spPr>
          <a:xfrm>
            <a:off x="8694222" y="406810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F2208F7-5467-2C40-88B2-C9B9B4216667}"/>
              </a:ext>
            </a:extLst>
          </p:cNvPr>
          <p:cNvSpPr/>
          <p:nvPr/>
        </p:nvSpPr>
        <p:spPr>
          <a:xfrm>
            <a:off x="9185094" y="407001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22768C1-CF12-9344-8C9D-990F7D1B249D}"/>
              </a:ext>
            </a:extLst>
          </p:cNvPr>
          <p:cNvSpPr/>
          <p:nvPr/>
        </p:nvSpPr>
        <p:spPr>
          <a:xfrm>
            <a:off x="8694222" y="444010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236E4E6-97FD-C049-8A28-39CB6FAE545E}"/>
              </a:ext>
            </a:extLst>
          </p:cNvPr>
          <p:cNvSpPr/>
          <p:nvPr/>
        </p:nvSpPr>
        <p:spPr>
          <a:xfrm>
            <a:off x="9185094" y="444201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2BE17F8-9CCE-0648-8182-E3D25713052D}"/>
              </a:ext>
            </a:extLst>
          </p:cNvPr>
          <p:cNvSpPr/>
          <p:nvPr/>
        </p:nvSpPr>
        <p:spPr>
          <a:xfrm>
            <a:off x="9688701" y="4844706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0E92205-2D9F-6A4E-B189-2128AEC2040A}"/>
              </a:ext>
            </a:extLst>
          </p:cNvPr>
          <p:cNvSpPr/>
          <p:nvPr/>
        </p:nvSpPr>
        <p:spPr>
          <a:xfrm>
            <a:off x="8431731" y="484206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6E261C62-342C-354A-B9FF-DC14C5A80B82}"/>
              </a:ext>
            </a:extLst>
          </p:cNvPr>
          <p:cNvGrpSpPr/>
          <p:nvPr/>
        </p:nvGrpSpPr>
        <p:grpSpPr>
          <a:xfrm>
            <a:off x="7416557" y="4534826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80787934-7D3F-A04A-8DF8-9280218E2C5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92A1CF9D-0E73-9D4F-B344-4E17FEE2597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CE79FA28-DB90-864F-B61F-4A60427B2C7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BA6D336D-D870-7E4E-BCE3-CF629CC3E3BA}"/>
              </a:ext>
            </a:extLst>
          </p:cNvPr>
          <p:cNvGrpSpPr/>
          <p:nvPr/>
        </p:nvGrpSpPr>
        <p:grpSpPr>
          <a:xfrm>
            <a:off x="7808986" y="4534826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5E8D41F3-6141-A345-90B4-D2E0FF1B78E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D1228F60-C8A9-A045-8D7E-23F6D13E0D2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541C598C-3E14-FF41-A04F-5A1E3C32B32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D3CDFF8D-4D4A-F341-9781-FDD580615A89}"/>
              </a:ext>
            </a:extLst>
          </p:cNvPr>
          <p:cNvGrpSpPr/>
          <p:nvPr/>
        </p:nvGrpSpPr>
        <p:grpSpPr>
          <a:xfrm>
            <a:off x="4403474" y="5284397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3EAC1C99-3541-C841-BCB6-284AAF96F771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2F6BF6D2-BB0E-3249-BB31-CF2073F43879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96B3D4E7-AD79-D241-8651-31EB8C87C08F}"/>
              </a:ext>
            </a:extLst>
          </p:cNvPr>
          <p:cNvGrpSpPr/>
          <p:nvPr/>
        </p:nvGrpSpPr>
        <p:grpSpPr>
          <a:xfrm>
            <a:off x="6422398" y="5305528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818A5CF8-698E-CA45-8153-94673E94BBDC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4C9C2978-0272-644C-AF76-B9C975A1D27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2C59C56F-9EB2-B94C-B2DE-B0711A510A90}"/>
              </a:ext>
            </a:extLst>
          </p:cNvPr>
          <p:cNvGrpSpPr/>
          <p:nvPr/>
        </p:nvGrpSpPr>
        <p:grpSpPr>
          <a:xfrm>
            <a:off x="6795346" y="5306198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87848AA2-D652-0D48-BC0E-C7FD18114E8C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E7E4D026-2884-7449-9F14-9B9DA05EEF78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1D08F242-683E-614E-A3F2-A4259AE06A00}"/>
              </a:ext>
            </a:extLst>
          </p:cNvPr>
          <p:cNvSpPr/>
          <p:nvPr/>
        </p:nvSpPr>
        <p:spPr>
          <a:xfrm>
            <a:off x="4182652" y="5997504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881CE639-013E-614E-98D0-C67974CF50DD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4519890" y="5448673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06025BE5-F8F9-E14F-8AF8-4FD11B299E67}"/>
              </a:ext>
            </a:extLst>
          </p:cNvPr>
          <p:cNvGrpSpPr/>
          <p:nvPr/>
        </p:nvGrpSpPr>
        <p:grpSpPr>
          <a:xfrm>
            <a:off x="5666670" y="5305649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20DCEBA2-653E-4140-91B7-E2BBE29A7AC4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251F7BDB-70B3-4D46-9776-34EBC0ABBA7B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E1C032A1-30E5-934F-879D-3D91ECADC7AF}"/>
              </a:ext>
            </a:extLst>
          </p:cNvPr>
          <p:cNvGrpSpPr/>
          <p:nvPr/>
        </p:nvGrpSpPr>
        <p:grpSpPr>
          <a:xfrm>
            <a:off x="6039618" y="5306319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55D27C0E-9427-B44B-8847-1A64FC715F36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34D41B03-4ECD-D348-8CCF-077667411B2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51B5781C-B6E8-D64A-A07D-01F08F164BE6}"/>
              </a:ext>
            </a:extLst>
          </p:cNvPr>
          <p:cNvGrpSpPr/>
          <p:nvPr/>
        </p:nvGrpSpPr>
        <p:grpSpPr>
          <a:xfrm>
            <a:off x="5294218" y="4898839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CC40E434-D6A6-D54B-9515-A98AC682B3C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7D05D804-7980-EB4C-B90C-3558A2F3D2A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0F17F21C-CFB4-974D-A9B8-F4095FA3419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BB52188F-22B2-1A44-B09A-BBEC82BC7D9E}"/>
              </a:ext>
            </a:extLst>
          </p:cNvPr>
          <p:cNvGrpSpPr/>
          <p:nvPr/>
        </p:nvGrpSpPr>
        <p:grpSpPr>
          <a:xfrm>
            <a:off x="5661240" y="4901103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6DC11BDF-F941-DA43-B949-EC3F440DFFF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F7DA8636-644F-EB4A-AA42-262F133E53C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B0E9190A-3800-0F48-AA16-A728672EA65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42029DB-08CE-FE43-9724-0C617EFC0D0C}"/>
              </a:ext>
            </a:extLst>
          </p:cNvPr>
          <p:cNvGrpSpPr/>
          <p:nvPr/>
        </p:nvGrpSpPr>
        <p:grpSpPr>
          <a:xfrm>
            <a:off x="1490015" y="3229577"/>
            <a:ext cx="2158703" cy="658272"/>
            <a:chOff x="808489" y="982294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3E742ACF-8BB6-544B-B982-DDAF696A80AF}"/>
                </a:ext>
              </a:extLst>
            </p:cNvPr>
            <p:cNvSpPr/>
            <p:nvPr/>
          </p:nvSpPr>
          <p:spPr>
            <a:xfrm>
              <a:off x="808489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F93A5180-89A6-1A47-839A-69E32178E010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8A36EAA3-AE33-6D43-BE4B-F652EA485EDF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39196986-2748-8E40-B0E3-388025733D68}"/>
              </a:ext>
            </a:extLst>
          </p:cNvPr>
          <p:cNvGrpSpPr/>
          <p:nvPr/>
        </p:nvGrpSpPr>
        <p:grpSpPr>
          <a:xfrm>
            <a:off x="5287722" y="4141561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A46EC711-C58F-7C4B-984C-4B14D4D425E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9EBE1F41-0806-3B47-8BF7-83E6E4D2CD0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D4D7CEB3-4D3E-9B4B-9E2E-37C0F4EE982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D12A6367-E3C2-F841-A75C-632210493722}"/>
              </a:ext>
            </a:extLst>
          </p:cNvPr>
          <p:cNvGrpSpPr/>
          <p:nvPr/>
        </p:nvGrpSpPr>
        <p:grpSpPr>
          <a:xfrm>
            <a:off x="5680151" y="4141561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BBF021E8-4D66-8A45-9707-1770349CE2CC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994A0ACC-0486-BA41-8A4D-07131D6A77D6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36B761AA-6164-2840-8D4A-BE92D563D8E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93D0E2D5-CC67-354E-99B3-29FB61D8C5B4}"/>
              </a:ext>
            </a:extLst>
          </p:cNvPr>
          <p:cNvGrpSpPr/>
          <p:nvPr/>
        </p:nvGrpSpPr>
        <p:grpSpPr>
          <a:xfrm>
            <a:off x="7413232" y="4138697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2AF44FC9-6D58-8341-A194-933D9DCE99E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6D20B849-F225-ED4F-9C25-AD28F67AC74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78161BEA-54EF-C641-BA52-5307831226C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29FB4DA3-1EC6-4544-A63C-D75599A42318}"/>
              </a:ext>
            </a:extLst>
          </p:cNvPr>
          <p:cNvGrpSpPr/>
          <p:nvPr/>
        </p:nvGrpSpPr>
        <p:grpSpPr>
          <a:xfrm>
            <a:off x="7805661" y="4138697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BB308121-1803-8F43-A404-05F391F1119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8D75D1C6-1EBC-334B-B8D7-CD79083728B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4B30CF7C-0653-C545-97D4-958B2B44337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B4751D86-3CAD-4BAA-5F4F-5D805751DBB6}"/>
              </a:ext>
            </a:extLst>
          </p:cNvPr>
          <p:cNvGrpSpPr/>
          <p:nvPr/>
        </p:nvGrpSpPr>
        <p:grpSpPr>
          <a:xfrm>
            <a:off x="8164586" y="4534826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23AB3B64-D003-E340-CEF0-71BAA93ACA6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8DEDFD66-82A3-EAC7-E701-DA2E6141597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0AED5EF-CB3C-7843-5DE1-0428C0804EA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3FD8F598-1D4F-78EC-09AC-C055BBCB3187}"/>
              </a:ext>
            </a:extLst>
          </p:cNvPr>
          <p:cNvGrpSpPr/>
          <p:nvPr/>
        </p:nvGrpSpPr>
        <p:grpSpPr>
          <a:xfrm>
            <a:off x="7073954" y="4532721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2784D688-C046-3CC3-F859-36F036C064BF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05D2EC81-6CE4-C8DC-7FDB-4B521AC26B0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E6FCE67-FC0D-F90C-D14E-8B8009300E5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E893F6E4-2381-DE50-2A25-6F685144A615}"/>
              </a:ext>
            </a:extLst>
          </p:cNvPr>
          <p:cNvGrpSpPr/>
          <p:nvPr/>
        </p:nvGrpSpPr>
        <p:grpSpPr>
          <a:xfrm>
            <a:off x="7159436" y="4887075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1DD5860-F261-4992-AC96-1BB117C0DE1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07D52140-5CF8-AF65-BE19-0B43A713E35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A3F008B-2CAC-D25C-AEF0-B43C32D085E0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4EB317BB-1D7B-EFB7-313F-1E05061B2F69}"/>
              </a:ext>
            </a:extLst>
          </p:cNvPr>
          <p:cNvGrpSpPr/>
          <p:nvPr/>
        </p:nvGrpSpPr>
        <p:grpSpPr>
          <a:xfrm>
            <a:off x="7805646" y="4910886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9F5AF40-09CD-D5FB-ADA0-C9BA962BBB4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08C91B7D-7F84-4868-3AA6-63BAF185682D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23D4994-1357-89F3-F423-A9862C60F66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CC9B6700-D144-FD94-A1BE-3437D0874EE5}"/>
              </a:ext>
            </a:extLst>
          </p:cNvPr>
          <p:cNvCxnSpPr>
            <a:cxnSpLocks/>
            <a:stCxn id="170" idx="2"/>
            <a:endCxn id="68" idx="1"/>
          </p:cNvCxnSpPr>
          <p:nvPr/>
        </p:nvCxnSpPr>
        <p:spPr bwMode="gray">
          <a:xfrm>
            <a:off x="2569367" y="3887849"/>
            <a:ext cx="1762763" cy="1082928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5070424E-A156-A463-4E3B-3660CCC6C977}"/>
              </a:ext>
            </a:extLst>
          </p:cNvPr>
          <p:cNvGrpSpPr/>
          <p:nvPr/>
        </p:nvGrpSpPr>
        <p:grpSpPr>
          <a:xfrm>
            <a:off x="7122081" y="3108303"/>
            <a:ext cx="2158703" cy="658272"/>
            <a:chOff x="808489" y="1107027"/>
            <a:chExt cx="2158703" cy="65827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16EF294-F8C9-D7BB-76E4-0F96CC8F8930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A750C32-7370-E508-9553-759CEC999D6C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vmnic6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30106EC-63C5-E0F5-440C-3440EC57CB83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vmnic7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6D51BF97-2CFF-401B-FBBB-9C09F28F5954}"/>
              </a:ext>
            </a:extLst>
          </p:cNvPr>
          <p:cNvCxnSpPr>
            <a:cxnSpLocks/>
            <a:stCxn id="75" idx="3"/>
            <a:endCxn id="29" idx="2"/>
          </p:cNvCxnSpPr>
          <p:nvPr/>
        </p:nvCxnSpPr>
        <p:spPr bwMode="gray">
          <a:xfrm flipV="1">
            <a:off x="8196916" y="3766575"/>
            <a:ext cx="4517" cy="1204202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68">
            <a:extLst>
              <a:ext uri="{FF2B5EF4-FFF2-40B4-BE49-F238E27FC236}">
                <a16:creationId xmlns:a16="http://schemas.microsoft.com/office/drawing/2014/main" id="{B58181A0-DE23-3BBB-2DD8-F426881D2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3320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36" name="Rectangle 276">
            <a:extLst>
              <a:ext uri="{FF2B5EF4-FFF2-40B4-BE49-F238E27FC236}">
                <a16:creationId xmlns:a16="http://schemas.microsoft.com/office/drawing/2014/main" id="{CBDB4B6C-FBE0-0B50-EB12-B9725C86CDBF}"/>
              </a:ext>
            </a:extLst>
          </p:cNvPr>
          <p:cNvSpPr/>
          <p:nvPr/>
        </p:nvSpPr>
        <p:spPr>
          <a:xfrm>
            <a:off x="3554167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37" name="Straight Connector 260">
            <a:extLst>
              <a:ext uri="{FF2B5EF4-FFF2-40B4-BE49-F238E27FC236}">
                <a16:creationId xmlns:a16="http://schemas.microsoft.com/office/drawing/2014/main" id="{C3143EAE-38E9-74F4-10BD-6196FE368348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 flipV="1">
            <a:off x="2928836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B1BCDFD1-86FE-CC5B-2F70-09974FD0F2F5}"/>
              </a:ext>
            </a:extLst>
          </p:cNvPr>
          <p:cNvCxnSpPr>
            <a:stCxn id="171" idx="0"/>
          </p:cNvCxnSpPr>
          <p:nvPr/>
        </p:nvCxnSpPr>
        <p:spPr bwMode="gray">
          <a:xfrm flipV="1">
            <a:off x="1838168" y="1935921"/>
            <a:ext cx="251" cy="131072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7B984DAD-CF9C-B074-430E-CF9ACCF1E617}"/>
              </a:ext>
            </a:extLst>
          </p:cNvPr>
          <p:cNvCxnSpPr>
            <a:cxnSpLocks/>
            <a:stCxn id="30" idx="0"/>
            <a:endCxn id="36" idx="2"/>
          </p:cNvCxnSpPr>
          <p:nvPr/>
        </p:nvCxnSpPr>
        <p:spPr bwMode="gray">
          <a:xfrm flipH="1" flipV="1">
            <a:off x="4182652" y="1931283"/>
            <a:ext cx="3287582" cy="1178212"/>
          </a:xfrm>
          <a:prstGeom prst="line">
            <a:avLst/>
          </a:prstGeom>
          <a:ln w="3175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570EB71F-B435-168E-1650-7322E9D1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0788" y="140570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EA300D37-F23A-6603-56BB-F36D35846543}"/>
              </a:ext>
            </a:extLst>
          </p:cNvPr>
          <p:cNvSpPr/>
          <p:nvPr/>
        </p:nvSpPr>
        <p:spPr>
          <a:xfrm>
            <a:off x="7542590" y="1406941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290CE2C4-120C-1C90-7C96-CBE5EB27E394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>
            <a:off x="7066304" y="1655971"/>
            <a:ext cx="476286" cy="1240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E13EB53D-9F7D-EEE2-45B8-1E749A13DD03}"/>
              </a:ext>
            </a:extLst>
          </p:cNvPr>
          <p:cNvCxnSpPr>
            <a:cxnSpLocks/>
            <a:stCxn id="170" idx="0"/>
            <a:endCxn id="91" idx="2"/>
          </p:cNvCxnSpPr>
          <p:nvPr/>
        </p:nvCxnSpPr>
        <p:spPr bwMode="gray">
          <a:xfrm flipV="1">
            <a:off x="2569367" y="1906240"/>
            <a:ext cx="3864179" cy="132333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3B9F7C5D-8CE2-EC52-F415-A722993756A6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V="1">
            <a:off x="8157056" y="1907480"/>
            <a:ext cx="14019" cy="120183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29">
            <a:extLst>
              <a:ext uri="{FF2B5EF4-FFF2-40B4-BE49-F238E27FC236}">
                <a16:creationId xmlns:a16="http://schemas.microsoft.com/office/drawing/2014/main" id="{AC83588A-3E8A-AA72-B33F-5383560D20B9}"/>
              </a:ext>
            </a:extLst>
          </p:cNvPr>
          <p:cNvSpPr/>
          <p:nvPr/>
        </p:nvSpPr>
        <p:spPr>
          <a:xfrm>
            <a:off x="2292571" y="1145126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F77B5328-A9CF-97AF-A0E0-81E2D92E39AE}"/>
              </a:ext>
            </a:extLst>
          </p:cNvPr>
          <p:cNvSpPr/>
          <p:nvPr/>
        </p:nvSpPr>
        <p:spPr>
          <a:xfrm>
            <a:off x="6357231" y="1070990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  <p:sp>
        <p:nvSpPr>
          <p:cNvPr id="45" name="副標題 44">
            <a:extLst>
              <a:ext uri="{FF2B5EF4-FFF2-40B4-BE49-F238E27FC236}">
                <a16:creationId xmlns:a16="http://schemas.microsoft.com/office/drawing/2014/main" id="{8FAF489B-9751-2EBD-6E2F-D8A59D4ED13A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47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AF30C1-C0F4-0433-3803-0A7F4DB8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F7C5020-A4BB-BDAB-2195-8FF879422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Physical connectivity diagram</a:t>
            </a:r>
            <a:endParaRPr lang="en-US" altLang="zh-TW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3CA32A4-830A-BF2D-1318-6D11B3AB565A}"/>
              </a:ext>
            </a:extLst>
          </p:cNvPr>
          <p:cNvSpPr/>
          <p:nvPr/>
        </p:nvSpPr>
        <p:spPr>
          <a:xfrm>
            <a:off x="2796974" y="3970332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E80306B-A11B-DF26-7014-17B46C50C80E}"/>
              </a:ext>
            </a:extLst>
          </p:cNvPr>
          <p:cNvSpPr/>
          <p:nvPr/>
        </p:nvSpPr>
        <p:spPr>
          <a:xfrm>
            <a:off x="4108062" y="5231669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9BA952E-DF81-F6D0-5629-FEE67E94E2F4}"/>
              </a:ext>
            </a:extLst>
          </p:cNvPr>
          <p:cNvSpPr/>
          <p:nvPr/>
        </p:nvSpPr>
        <p:spPr>
          <a:xfrm>
            <a:off x="2883952" y="406704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ED7A04A-DAB3-0801-0D26-754CD8C51F63}"/>
              </a:ext>
            </a:extLst>
          </p:cNvPr>
          <p:cNvSpPr/>
          <p:nvPr/>
        </p:nvSpPr>
        <p:spPr>
          <a:xfrm>
            <a:off x="3374824" y="406896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A973496-A49A-9B8A-0AA5-F740C8B04DB3}"/>
              </a:ext>
            </a:extLst>
          </p:cNvPr>
          <p:cNvSpPr/>
          <p:nvPr/>
        </p:nvSpPr>
        <p:spPr>
          <a:xfrm>
            <a:off x="2883952" y="481477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E514813-21E7-60FC-120E-543563B64DD5}"/>
              </a:ext>
            </a:extLst>
          </p:cNvPr>
          <p:cNvSpPr/>
          <p:nvPr/>
        </p:nvSpPr>
        <p:spPr>
          <a:xfrm>
            <a:off x="3374824" y="481669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84C611B-F0E3-360F-5EEC-D925916CB11A}"/>
              </a:ext>
            </a:extLst>
          </p:cNvPr>
          <p:cNvSpPr/>
          <p:nvPr/>
        </p:nvSpPr>
        <p:spPr>
          <a:xfrm>
            <a:off x="5064998" y="4065138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BA37C65-A8F0-4AA1-A605-EC5217E5875E}"/>
              </a:ext>
            </a:extLst>
          </p:cNvPr>
          <p:cNvSpPr/>
          <p:nvPr/>
        </p:nvSpPr>
        <p:spPr>
          <a:xfrm>
            <a:off x="5555870" y="4067049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52549B7-5D84-1884-14A8-6DCF85D5A57A}"/>
              </a:ext>
            </a:extLst>
          </p:cNvPr>
          <p:cNvSpPr/>
          <p:nvPr/>
        </p:nvSpPr>
        <p:spPr>
          <a:xfrm>
            <a:off x="5064998" y="443713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B8E3F49-666C-6060-FC37-25AD6F5F6205}"/>
              </a:ext>
            </a:extLst>
          </p:cNvPr>
          <p:cNvSpPr/>
          <p:nvPr/>
        </p:nvSpPr>
        <p:spPr>
          <a:xfrm>
            <a:off x="5555870" y="443904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9EFF41A-8625-4E55-8D5C-B5952124CB3A}"/>
              </a:ext>
            </a:extLst>
          </p:cNvPr>
          <p:cNvSpPr/>
          <p:nvPr/>
        </p:nvSpPr>
        <p:spPr>
          <a:xfrm>
            <a:off x="5064998" y="4812868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E0F377B-AF22-F8FF-2261-59787CBEED94}"/>
              </a:ext>
            </a:extLst>
          </p:cNvPr>
          <p:cNvSpPr/>
          <p:nvPr/>
        </p:nvSpPr>
        <p:spPr>
          <a:xfrm>
            <a:off x="5555870" y="4814779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E6BEBB5-D907-48BD-8707-B269FD5E4A20}"/>
              </a:ext>
            </a:extLst>
          </p:cNvPr>
          <p:cNvSpPr/>
          <p:nvPr/>
        </p:nvSpPr>
        <p:spPr>
          <a:xfrm>
            <a:off x="7246044" y="4074769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9A2121B-EF97-0DEC-F9EF-30239B9B264A}"/>
              </a:ext>
            </a:extLst>
          </p:cNvPr>
          <p:cNvSpPr/>
          <p:nvPr/>
        </p:nvSpPr>
        <p:spPr>
          <a:xfrm>
            <a:off x="7736916" y="4076680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C32469A-CEF7-DCE1-5D3A-2158D32E2466}"/>
              </a:ext>
            </a:extLst>
          </p:cNvPr>
          <p:cNvSpPr/>
          <p:nvPr/>
        </p:nvSpPr>
        <p:spPr>
          <a:xfrm>
            <a:off x="7246044" y="444676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BBC91FD-2A46-B70E-BCA3-E24B53434CEA}"/>
              </a:ext>
            </a:extLst>
          </p:cNvPr>
          <p:cNvSpPr/>
          <p:nvPr/>
        </p:nvSpPr>
        <p:spPr>
          <a:xfrm>
            <a:off x="7736916" y="444867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1DC750C-54E4-E669-F75A-551D5B96EA90}"/>
              </a:ext>
            </a:extLst>
          </p:cNvPr>
          <p:cNvSpPr/>
          <p:nvPr/>
        </p:nvSpPr>
        <p:spPr>
          <a:xfrm>
            <a:off x="8240523" y="4851368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45B4C72-15FC-C090-5630-8DC85AF06B6A}"/>
              </a:ext>
            </a:extLst>
          </p:cNvPr>
          <p:cNvSpPr/>
          <p:nvPr/>
        </p:nvSpPr>
        <p:spPr>
          <a:xfrm>
            <a:off x="6983553" y="4848727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3AC40710-0F63-A1BF-098F-FE7E1E0D9CA1}"/>
              </a:ext>
            </a:extLst>
          </p:cNvPr>
          <p:cNvGrpSpPr/>
          <p:nvPr/>
        </p:nvGrpSpPr>
        <p:grpSpPr>
          <a:xfrm>
            <a:off x="5968379" y="4541488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3FFEFC17-07A4-2EA3-B1EA-843F67FE6129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A62560BE-8F69-FCC2-C720-D9FC25AE764B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D361A8DD-FF14-5EC0-2DA7-4B5DA663CD37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94682ECB-6ABB-B556-FF38-1F28BDA17E3B}"/>
              </a:ext>
            </a:extLst>
          </p:cNvPr>
          <p:cNvGrpSpPr/>
          <p:nvPr/>
        </p:nvGrpSpPr>
        <p:grpSpPr>
          <a:xfrm>
            <a:off x="6360808" y="4541488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FA283245-AE83-6F0C-0263-B5CC9CDA059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DC0186C6-9295-3D54-7864-FD717E06340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07ADBDFD-DD8B-565F-F7FF-32E6AB7B8DE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72EDCA33-DF7E-978D-C1AB-B883F4C683B2}"/>
              </a:ext>
            </a:extLst>
          </p:cNvPr>
          <p:cNvGrpSpPr/>
          <p:nvPr/>
        </p:nvGrpSpPr>
        <p:grpSpPr>
          <a:xfrm>
            <a:off x="2955296" y="5291059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DACC537C-0B03-34AC-D571-99FC14F9677F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03DEEF57-742E-C4F1-25C0-B8F035CEF332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6811D2A6-8C23-9988-FEDB-C09365BAABF1}"/>
              </a:ext>
            </a:extLst>
          </p:cNvPr>
          <p:cNvGrpSpPr/>
          <p:nvPr/>
        </p:nvGrpSpPr>
        <p:grpSpPr>
          <a:xfrm>
            <a:off x="4974220" y="5312190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EE518786-6F31-9F0A-ABB0-A0CFA86E43BD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B7F93279-8D99-AFD0-661C-4FC83757D55C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95ADC36D-D772-D5B9-9260-48E37BC8B2B2}"/>
              </a:ext>
            </a:extLst>
          </p:cNvPr>
          <p:cNvGrpSpPr/>
          <p:nvPr/>
        </p:nvGrpSpPr>
        <p:grpSpPr>
          <a:xfrm>
            <a:off x="5347168" y="5312860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3AD83161-BCED-7698-798C-E6657B1A4253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46C590BC-A0D7-9B8E-FC62-208BD8C57614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A4067622-F6CA-A384-429F-5F9414EC87D9}"/>
              </a:ext>
            </a:extLst>
          </p:cNvPr>
          <p:cNvSpPr/>
          <p:nvPr/>
        </p:nvSpPr>
        <p:spPr>
          <a:xfrm>
            <a:off x="2734474" y="6004166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C21AEFF2-1DF0-0C50-E563-96A3DF828CAA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3071712" y="5455335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D6B0B31D-1476-5CFF-85C2-98BD197DC975}"/>
              </a:ext>
            </a:extLst>
          </p:cNvPr>
          <p:cNvGrpSpPr/>
          <p:nvPr/>
        </p:nvGrpSpPr>
        <p:grpSpPr>
          <a:xfrm>
            <a:off x="4218492" y="5312311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14BA49EE-DAD4-6459-F63C-268DB08418D7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6FB78627-139A-477F-644C-7440C71D3888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B8DDF63C-E25D-E7D2-1B67-48F994A9872F}"/>
              </a:ext>
            </a:extLst>
          </p:cNvPr>
          <p:cNvGrpSpPr/>
          <p:nvPr/>
        </p:nvGrpSpPr>
        <p:grpSpPr>
          <a:xfrm>
            <a:off x="4591440" y="5312981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C446AB22-7117-642C-9D4B-56E6EA18E317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BABDCEAC-597A-A914-5863-FBE7144D666F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9873F5F1-DE05-17CB-2292-5EE4FED4EF4B}"/>
              </a:ext>
            </a:extLst>
          </p:cNvPr>
          <p:cNvGrpSpPr/>
          <p:nvPr/>
        </p:nvGrpSpPr>
        <p:grpSpPr>
          <a:xfrm>
            <a:off x="3846040" y="4905501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FBCAE318-030C-C503-E53B-AA6F4100CBD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51AA9953-F00E-F224-ABD0-B51D9F79040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3E5FA29E-803F-F815-DB72-809F9E9AF670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3584C8F3-2233-4B2D-33B9-598F08A467EC}"/>
              </a:ext>
            </a:extLst>
          </p:cNvPr>
          <p:cNvGrpSpPr/>
          <p:nvPr/>
        </p:nvGrpSpPr>
        <p:grpSpPr>
          <a:xfrm>
            <a:off x="4213062" y="4907765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7EF12C64-2928-42D6-E0B3-CEC69626590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5458D039-4AE0-2FC3-7B81-7AF5546DE78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A2E715F2-A572-45EA-F254-7E0E40B033A3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AEB5BCC9-E945-93C1-1817-24E57DC417EA}"/>
              </a:ext>
            </a:extLst>
          </p:cNvPr>
          <p:cNvGrpSpPr/>
          <p:nvPr/>
        </p:nvGrpSpPr>
        <p:grpSpPr>
          <a:xfrm>
            <a:off x="3839544" y="4148223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0AADDC28-5953-2F47-6F69-2247A07D2C7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0E2EFEA4-B48D-1422-D732-034608B932E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E16A03C3-243E-A25E-2D8C-95000938D365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D6ABD9C9-8278-4AFB-B63A-5F2413E554DB}"/>
              </a:ext>
            </a:extLst>
          </p:cNvPr>
          <p:cNvGrpSpPr/>
          <p:nvPr/>
        </p:nvGrpSpPr>
        <p:grpSpPr>
          <a:xfrm>
            <a:off x="4231973" y="4148223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26B6A06A-39DA-604C-6F1A-CABC838B800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AE6BEB57-E22D-A187-0DB1-D008C5EA667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F46F3CF4-CCF1-6652-AD9A-9DCB152F82B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86B13A7A-5FF8-FF29-CF6D-01EAF522A52E}"/>
              </a:ext>
            </a:extLst>
          </p:cNvPr>
          <p:cNvGrpSpPr/>
          <p:nvPr/>
        </p:nvGrpSpPr>
        <p:grpSpPr>
          <a:xfrm>
            <a:off x="5965054" y="4145359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DF2AE76D-9BAD-97B6-F81B-82A3FA0502A4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1CB89C6D-0C8C-7DDA-42A0-7B13FDE802B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49CF60F7-280A-5E47-D39B-759E1AD2B641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175BCE23-A820-636D-3988-BA7E23E48133}"/>
              </a:ext>
            </a:extLst>
          </p:cNvPr>
          <p:cNvGrpSpPr/>
          <p:nvPr/>
        </p:nvGrpSpPr>
        <p:grpSpPr>
          <a:xfrm>
            <a:off x="6357483" y="4145359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4FD4BBA2-A0BF-7A72-935D-4FABD9B791F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58917A0D-5C67-425E-C5EB-DC83BB995D2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D2653C93-345C-CD15-D756-365CA229E198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AC038C30-519A-41B8-A2C5-1D2C05BB40FE}"/>
              </a:ext>
            </a:extLst>
          </p:cNvPr>
          <p:cNvGrpSpPr/>
          <p:nvPr/>
        </p:nvGrpSpPr>
        <p:grpSpPr>
          <a:xfrm>
            <a:off x="6716408" y="4541488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59E2AADB-4A7B-3AA4-09AD-E2837866213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76815D2F-4F73-1AD6-DFDB-101C9AC6784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AA5DE44-16DC-68C1-1F09-0D74A8D05202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8199A903-8A95-4EF7-5179-5F6ACB95AF3D}"/>
              </a:ext>
            </a:extLst>
          </p:cNvPr>
          <p:cNvGrpSpPr/>
          <p:nvPr/>
        </p:nvGrpSpPr>
        <p:grpSpPr>
          <a:xfrm>
            <a:off x="5625776" y="4539383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C8529BC4-3216-3498-69B6-0A12C31046C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7FD8C2C6-5529-FF44-9C00-A9962A555C2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BEE3D00-5B52-B6BE-F477-8EA7772DA6C5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F6F0B8BD-E568-07E8-DB11-81E9204C858D}"/>
              </a:ext>
            </a:extLst>
          </p:cNvPr>
          <p:cNvGrpSpPr/>
          <p:nvPr/>
        </p:nvGrpSpPr>
        <p:grpSpPr>
          <a:xfrm>
            <a:off x="5711258" y="4893737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C50EDD71-F61A-A7C5-C2AA-9B6DE339D42F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604E91B3-F408-17D1-1EF7-976958027CF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649FB61-D7BC-A85F-21F3-F572A3714B3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4036031B-1BEB-8EAF-EBB1-630C0781DD62}"/>
              </a:ext>
            </a:extLst>
          </p:cNvPr>
          <p:cNvGrpSpPr/>
          <p:nvPr/>
        </p:nvGrpSpPr>
        <p:grpSpPr>
          <a:xfrm>
            <a:off x="6357468" y="4917548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4A9B9C0E-2FB6-8A41-C4BF-E5A6F59C13E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714C2BB6-D7BE-09BD-5A03-35507748A2B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F4575AE-0AA0-215C-C445-86081E90EEA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DB953D6B-41C9-A09E-3C75-680501DAA175}"/>
              </a:ext>
            </a:extLst>
          </p:cNvPr>
          <p:cNvGrpSpPr/>
          <p:nvPr/>
        </p:nvGrpSpPr>
        <p:grpSpPr>
          <a:xfrm>
            <a:off x="7162104" y="3096076"/>
            <a:ext cx="2174152" cy="668722"/>
            <a:chOff x="2296690" y="1088138"/>
            <a:chExt cx="2174152" cy="66872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B2E9011-C086-0119-1B20-3CD61F392266}"/>
                </a:ext>
              </a:extLst>
            </p:cNvPr>
            <p:cNvSpPr/>
            <p:nvPr/>
          </p:nvSpPr>
          <p:spPr>
            <a:xfrm>
              <a:off x="2312139" y="1098588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9C36454-24E4-D979-B154-5A8A974D587B}"/>
                </a:ext>
              </a:extLst>
            </p:cNvPr>
            <p:cNvSpPr/>
            <p:nvPr/>
          </p:nvSpPr>
          <p:spPr>
            <a:xfrm>
              <a:off x="2296690" y="1088318"/>
              <a:ext cx="674475" cy="251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vmnic12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43499E5-2BA1-060F-8BC9-3BA7C35AE9F0}"/>
                </a:ext>
              </a:extLst>
            </p:cNvPr>
            <p:cNvSpPr/>
            <p:nvPr/>
          </p:nvSpPr>
          <p:spPr>
            <a:xfrm>
              <a:off x="2983512" y="1088138"/>
              <a:ext cx="674475" cy="251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vmnic13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54866CA-7B9C-1E85-9CD7-F8D2A12FF892}"/>
              </a:ext>
            </a:extLst>
          </p:cNvPr>
          <p:cNvCxnSpPr>
            <a:cxnSpLocks/>
          </p:cNvCxnSpPr>
          <p:nvPr/>
        </p:nvCxnSpPr>
        <p:spPr bwMode="gray">
          <a:xfrm flipV="1">
            <a:off x="7162532" y="3150484"/>
            <a:ext cx="4517" cy="1204202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64922005-A586-FF34-3DDA-02EF44EF0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52610" y="1412363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F480FFB4-C429-64AA-D594-248D4E3C2D50}"/>
              </a:ext>
            </a:extLst>
          </p:cNvPr>
          <p:cNvSpPr/>
          <p:nvPr/>
        </p:nvSpPr>
        <p:spPr>
          <a:xfrm>
            <a:off x="6094412" y="1413603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DE7583FE-E2EE-2BD9-BE37-20CA09AB7ABB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>
            <a:off x="5618126" y="1662633"/>
            <a:ext cx="476286" cy="1240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D1FF3CCB-A993-B680-35DD-3FCC22D22D2B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H="1" flipV="1">
            <a:off x="6722897" y="1914142"/>
            <a:ext cx="1463267" cy="118193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29">
            <a:extLst>
              <a:ext uri="{FF2B5EF4-FFF2-40B4-BE49-F238E27FC236}">
                <a16:creationId xmlns:a16="http://schemas.microsoft.com/office/drawing/2014/main" id="{ED51B525-DBF1-8267-2110-C9D3BFA14279}"/>
              </a:ext>
            </a:extLst>
          </p:cNvPr>
          <p:cNvSpPr/>
          <p:nvPr/>
        </p:nvSpPr>
        <p:spPr>
          <a:xfrm>
            <a:off x="4909053" y="1077652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Backup switch</a:t>
            </a:r>
          </a:p>
        </p:txBody>
      </p:sp>
      <p:sp>
        <p:nvSpPr>
          <p:cNvPr id="45" name="副標題 44">
            <a:extLst>
              <a:ext uri="{FF2B5EF4-FFF2-40B4-BE49-F238E27FC236}">
                <a16:creationId xmlns:a16="http://schemas.microsoft.com/office/drawing/2014/main" id="{7EB34974-BC97-B438-7F2D-120352F6BC85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9253052-B80B-58D7-1016-37D0B0BC1DE3}"/>
              </a:ext>
            </a:extLst>
          </p:cNvPr>
          <p:cNvCxnSpPr>
            <a:cxnSpLocks/>
            <a:stCxn id="30" idx="0"/>
            <a:endCxn id="91" idx="2"/>
          </p:cNvCxnSpPr>
          <p:nvPr/>
        </p:nvCxnSpPr>
        <p:spPr bwMode="gray">
          <a:xfrm flipH="1" flipV="1">
            <a:off x="4985368" y="1912902"/>
            <a:ext cx="2513974" cy="118335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BA778B9B-2F48-1204-AD58-61C1EA83342A}"/>
              </a:ext>
            </a:extLst>
          </p:cNvPr>
          <p:cNvGrpSpPr/>
          <p:nvPr/>
        </p:nvGrpSpPr>
        <p:grpSpPr>
          <a:xfrm>
            <a:off x="2905286" y="2886263"/>
            <a:ext cx="2213104" cy="658272"/>
            <a:chOff x="819404" y="982294"/>
            <a:chExt cx="2213104" cy="658272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8AE8368-21C1-5AA0-3376-7CC43A1F0922}"/>
                </a:ext>
              </a:extLst>
            </p:cNvPr>
            <p:cNvSpPr/>
            <p:nvPr/>
          </p:nvSpPr>
          <p:spPr>
            <a:xfrm>
              <a:off x="873805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9776CD2-1DB2-7B18-5C69-E55B33341CA8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9CC6FFE-83F1-13CA-2563-9E4A898E999C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40A44005-0C4F-B77F-38BD-09F67623C45D}"/>
              </a:ext>
            </a:extLst>
          </p:cNvPr>
          <p:cNvCxnSpPr>
            <a:cxnSpLocks/>
            <a:stCxn id="32" idx="1"/>
            <a:endCxn id="63" idx="1"/>
          </p:cNvCxnSpPr>
          <p:nvPr/>
        </p:nvCxnSpPr>
        <p:spPr bwMode="gray">
          <a:xfrm flipH="1">
            <a:off x="2883952" y="3012955"/>
            <a:ext cx="21334" cy="1216754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CDFA6AEC-FB49-BACF-22B7-9A39ACAA4775}"/>
              </a:ext>
            </a:extLst>
          </p:cNvPr>
          <p:cNvCxnSpPr>
            <a:cxnSpLocks/>
            <a:stCxn id="27" idx="0"/>
            <a:endCxn id="92" idx="2"/>
          </p:cNvCxnSpPr>
          <p:nvPr/>
        </p:nvCxnSpPr>
        <p:spPr bwMode="gray">
          <a:xfrm flipV="1">
            <a:off x="4039039" y="1914142"/>
            <a:ext cx="2683858" cy="972121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2844B372-F0DA-5B66-E303-470749CBE8B5}"/>
              </a:ext>
            </a:extLst>
          </p:cNvPr>
          <p:cNvCxnSpPr>
            <a:cxnSpLocks/>
            <a:stCxn id="32" idx="0"/>
            <a:endCxn id="91" idx="2"/>
          </p:cNvCxnSpPr>
          <p:nvPr/>
        </p:nvCxnSpPr>
        <p:spPr bwMode="gray">
          <a:xfrm flipV="1">
            <a:off x="3242524" y="1912902"/>
            <a:ext cx="1742844" cy="99042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57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3CE9C-2304-070D-63AA-AEFAFF63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A1C36D-D03B-C22A-A0FB-CC3D5F4F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lang="en" altLang="zh-TW"/>
              <a:t>Architecture</a:t>
            </a:r>
            <a:r>
              <a:rPr lang="zh-TW" altLang="en-US"/>
              <a:t> </a:t>
            </a:r>
            <a:r>
              <a:rPr lang="en" altLang="zh-TW"/>
              <a:t>Design For In House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92A0BBE-651A-49B9-CE16-38F3D2E067EE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91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F85E-0387-7B16-7B60-5BC9F691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35F9EC56-259A-8D21-5659-959B633C3A2E}"/>
              </a:ext>
            </a:extLst>
          </p:cNvPr>
          <p:cNvCxnSpPr>
            <a:cxnSpLocks/>
            <a:stCxn id="14" idx="2"/>
          </p:cNvCxnSpPr>
          <p:nvPr/>
        </p:nvCxnSpPr>
        <p:spPr bwMode="gray">
          <a:xfrm>
            <a:off x="8292123" y="2845476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C02EBE15-C663-03F9-AE5C-B3AD9F553002}"/>
              </a:ext>
            </a:extLst>
          </p:cNvPr>
          <p:cNvCxnSpPr>
            <a:stCxn id="17" idx="2"/>
          </p:cNvCxnSpPr>
          <p:nvPr/>
        </p:nvCxnSpPr>
        <p:spPr bwMode="gray">
          <a:xfrm>
            <a:off x="7038300" y="2855144"/>
            <a:ext cx="0" cy="2374559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itle 1">
            <a:extLst>
              <a:ext uri="{FF2B5EF4-FFF2-40B4-BE49-F238E27FC236}">
                <a16:creationId xmlns:a16="http://schemas.microsoft.com/office/drawing/2014/main" id="{81E82276-E795-52F0-3EF8-1478C45A0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solidFill>
                  <a:schemeClr val="accent1"/>
                </a:solidFill>
              </a:rPr>
              <a:t>Logical Network Architecture for Hosts</a:t>
            </a:r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3ACD4C-4984-BEE8-1AC4-8245ED64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0653" y="2960361"/>
            <a:ext cx="835903" cy="288079"/>
            <a:chOff x="5378328" y="1591929"/>
            <a:chExt cx="836339" cy="84633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3B6DE1-7BE0-895F-121A-68F31DFE1B1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062612E-342B-215C-BFF6-DF66CB1FE32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77134A9-A53D-6FAB-7E0E-3AC511770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0653" y="3356148"/>
            <a:ext cx="835903" cy="863372"/>
            <a:chOff x="5378328" y="1591929"/>
            <a:chExt cx="836339" cy="8463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5AC84D3-ABC7-2B3F-B930-1740AC8F71D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2DDBEED-8244-DEA1-6D19-30A4C6A3E57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59F2A7E-34AC-EE5B-66F6-3FD0858B39BA}"/>
              </a:ext>
            </a:extLst>
          </p:cNvPr>
          <p:cNvSpPr/>
          <p:nvPr/>
        </p:nvSpPr>
        <p:spPr>
          <a:xfrm>
            <a:off x="2289546" y="4837771"/>
            <a:ext cx="2157122" cy="381476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Service VLAN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C404DF-9F69-2D21-AB56-DC91D83DD98D}"/>
              </a:ext>
            </a:extLst>
          </p:cNvPr>
          <p:cNvSpPr/>
          <p:nvPr/>
        </p:nvSpPr>
        <p:spPr>
          <a:xfrm>
            <a:off x="3615548" y="2709353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C73583-A29A-494B-FB31-A20ABD17FBF5}"/>
              </a:ext>
            </a:extLst>
          </p:cNvPr>
          <p:cNvSpPr/>
          <p:nvPr/>
        </p:nvSpPr>
        <p:spPr>
          <a:xfrm>
            <a:off x="4448520" y="2702411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6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7710ED5-F729-2D2A-8D54-35AF350DE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5742" y="4591740"/>
            <a:ext cx="280915" cy="4427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A29C54C-F94C-AA71-82E1-C6F2CF2EF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5744" y="4598713"/>
            <a:ext cx="422891" cy="8783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96C0E5-DF13-2440-7523-8E13B366556F}"/>
              </a:ext>
            </a:extLst>
          </p:cNvPr>
          <p:cNvSpPr/>
          <p:nvPr/>
        </p:nvSpPr>
        <p:spPr>
          <a:xfrm>
            <a:off x="3025474" y="4208819"/>
            <a:ext cx="2867100" cy="381476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vf12p1tcsvds01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03425F-7E53-8862-DAFC-1278F7DC6874}"/>
              </a:ext>
            </a:extLst>
          </p:cNvPr>
          <p:cNvSpPr/>
          <p:nvPr/>
        </p:nvSpPr>
        <p:spPr>
          <a:xfrm>
            <a:off x="2288310" y="528635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 Management VLAN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7828B2-8775-C981-3E82-F1F56897FE14}"/>
              </a:ext>
            </a:extLst>
          </p:cNvPr>
          <p:cNvSpPr/>
          <p:nvPr/>
        </p:nvSpPr>
        <p:spPr>
          <a:xfrm>
            <a:off x="3025474" y="3038708"/>
            <a:ext cx="8226702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VCF ESXi Host</a:t>
            </a: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D8E1869D-514C-BFCA-8576-4FD9232AFE5B}"/>
              </a:ext>
            </a:extLst>
          </p:cNvPr>
          <p:cNvSpPr/>
          <p:nvPr/>
        </p:nvSpPr>
        <p:spPr>
          <a:xfrm>
            <a:off x="6616562" y="4233272"/>
            <a:ext cx="2010140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vf12p1tcsvsan01</a:t>
            </a: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96174135-9856-2BE4-DE23-A082A88327A6}"/>
              </a:ext>
            </a:extLst>
          </p:cNvPr>
          <p:cNvSpPr/>
          <p:nvPr/>
        </p:nvSpPr>
        <p:spPr>
          <a:xfrm>
            <a:off x="7870385" y="2611627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7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801C126F-FFD2-E1E4-D372-0B90DE08B680}"/>
              </a:ext>
            </a:extLst>
          </p:cNvPr>
          <p:cNvSpPr/>
          <p:nvPr/>
        </p:nvSpPr>
        <p:spPr>
          <a:xfrm>
            <a:off x="6616562" y="2621295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1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17B81D97-DDAD-6B1F-90DD-D02427AAFAF8}"/>
              </a:ext>
            </a:extLst>
          </p:cNvPr>
          <p:cNvSpPr/>
          <p:nvPr/>
        </p:nvSpPr>
        <p:spPr>
          <a:xfrm>
            <a:off x="6543071" y="524282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VSAN </a:t>
            </a:r>
            <a:r>
              <a:rPr lang="en-US" sz="1200" err="1">
                <a:solidFill>
                  <a:srgbClr val="3F3F3F"/>
                </a:solidFill>
              </a:rPr>
              <a:t>VMKernel</a:t>
            </a:r>
            <a:endParaRPr lang="en-US" sz="1200">
              <a:solidFill>
                <a:srgbClr val="3F3F3F"/>
              </a:solidFill>
            </a:endParaRPr>
          </a:p>
        </p:txBody>
      </p:sp>
      <p:sp>
        <p:nvSpPr>
          <p:cNvPr id="43" name="Rectangle 268">
            <a:extLst>
              <a:ext uri="{FF2B5EF4-FFF2-40B4-BE49-F238E27FC236}">
                <a16:creationId xmlns:a16="http://schemas.microsoft.com/office/drawing/2014/main" id="{6A7D1EA6-9517-CC36-4EE9-D37856E8F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5230" y="1683997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4" name="Rectangle 276">
            <a:extLst>
              <a:ext uri="{FF2B5EF4-FFF2-40B4-BE49-F238E27FC236}">
                <a16:creationId xmlns:a16="http://schemas.microsoft.com/office/drawing/2014/main" id="{F798AA76-3221-197F-4C3D-DBEE901AECF4}"/>
              </a:ext>
            </a:extLst>
          </p:cNvPr>
          <p:cNvSpPr/>
          <p:nvPr/>
        </p:nvSpPr>
        <p:spPr>
          <a:xfrm>
            <a:off x="7835384" y="1664197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5" name="Rectangle 276">
            <a:extLst>
              <a:ext uri="{FF2B5EF4-FFF2-40B4-BE49-F238E27FC236}">
                <a16:creationId xmlns:a16="http://schemas.microsoft.com/office/drawing/2014/main" id="{AC77E3E1-6A9A-6EBC-6009-33522341A17F}"/>
              </a:ext>
            </a:extLst>
          </p:cNvPr>
          <p:cNvSpPr/>
          <p:nvPr/>
        </p:nvSpPr>
        <p:spPr>
          <a:xfrm>
            <a:off x="4459024" y="167993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7" name="Rectangle 276">
            <a:extLst>
              <a:ext uri="{FF2B5EF4-FFF2-40B4-BE49-F238E27FC236}">
                <a16:creationId xmlns:a16="http://schemas.microsoft.com/office/drawing/2014/main" id="{7D9F9834-6290-120F-56EF-2EEB8A172480}"/>
              </a:ext>
            </a:extLst>
          </p:cNvPr>
          <p:cNvSpPr/>
          <p:nvPr/>
        </p:nvSpPr>
        <p:spPr>
          <a:xfrm>
            <a:off x="6472832" y="1664197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016B8B94-AEBB-68F2-90BD-124CFB5F0402}"/>
              </a:ext>
            </a:extLst>
          </p:cNvPr>
          <p:cNvCxnSpPr>
            <a:cxnSpLocks/>
          </p:cNvCxnSpPr>
          <p:nvPr/>
        </p:nvCxnSpPr>
        <p:spPr bwMode="gray">
          <a:xfrm flipV="1">
            <a:off x="4027993" y="2312754"/>
            <a:ext cx="8082" cy="39421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33EF9771-6F60-5718-CD47-C0438B2D0657}"/>
              </a:ext>
            </a:extLst>
          </p:cNvPr>
          <p:cNvCxnSpPr>
            <a:cxnSpLocks/>
          </p:cNvCxnSpPr>
          <p:nvPr/>
        </p:nvCxnSpPr>
        <p:spPr bwMode="gray">
          <a:xfrm flipV="1">
            <a:off x="4866556" y="2292121"/>
            <a:ext cx="0" cy="37842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8CF0976A-FE59-C6DE-EBED-0CEE4E68B258}"/>
              </a:ext>
            </a:extLst>
          </p:cNvPr>
          <p:cNvCxnSpPr>
            <a:cxnSpLocks/>
          </p:cNvCxnSpPr>
          <p:nvPr/>
        </p:nvCxnSpPr>
        <p:spPr bwMode="gray">
          <a:xfrm flipV="1">
            <a:off x="7040560" y="2254426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29">
            <a:extLst>
              <a:ext uri="{FF2B5EF4-FFF2-40B4-BE49-F238E27FC236}">
                <a16:creationId xmlns:a16="http://schemas.microsoft.com/office/drawing/2014/main" id="{20A745D6-B818-0183-3730-E410FAB552EC}"/>
              </a:ext>
            </a:extLst>
          </p:cNvPr>
          <p:cNvSpPr/>
          <p:nvPr/>
        </p:nvSpPr>
        <p:spPr>
          <a:xfrm>
            <a:off x="6675320" y="1182975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92404F68-FCE1-65DA-13F9-437C761DA1EA}"/>
              </a:ext>
            </a:extLst>
          </p:cNvPr>
          <p:cNvSpPr/>
          <p:nvPr/>
        </p:nvSpPr>
        <p:spPr>
          <a:xfrm>
            <a:off x="3366871" y="1190172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EED9D388-53DC-1026-DEB8-F8F872DC47EC}"/>
              </a:ext>
            </a:extLst>
          </p:cNvPr>
          <p:cNvCxnSpPr>
            <a:cxnSpLocks/>
          </p:cNvCxnSpPr>
          <p:nvPr/>
        </p:nvCxnSpPr>
        <p:spPr bwMode="gray">
          <a:xfrm flipV="1">
            <a:off x="8292123" y="2244758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100BA23B-FBA0-CF38-6C15-8CD10ACABE2F}"/>
              </a:ext>
            </a:extLst>
          </p:cNvPr>
          <p:cNvSpPr/>
          <p:nvPr/>
        </p:nvSpPr>
        <p:spPr>
          <a:xfrm>
            <a:off x="2301902" y="573493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vMotion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506313-3A67-67A3-D476-A3443D77A74A}"/>
              </a:ext>
            </a:extLst>
          </p:cNvPr>
          <p:cNvSpPr/>
          <p:nvPr/>
        </p:nvSpPr>
        <p:spPr>
          <a:xfrm>
            <a:off x="2301902" y="619885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vTEP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</p:spTree>
    <p:extLst>
      <p:ext uri="{BB962C8B-B14F-4D97-AF65-F5344CB8AC3E}">
        <p14:creationId xmlns:p14="http://schemas.microsoft.com/office/powerpoint/2010/main" val="995376866"/>
      </p:ext>
    </p:extLst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6264-3284-A972-0140-B235DA9E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D0F6A20D-C0D5-7E09-7EDF-8A64A02CDF9B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kumimoji="1" lang="en-US" altLang="zh-TW"/>
              <a:t>vmnic</a:t>
            </a:r>
            <a:r>
              <a:rPr kumimoji="1" lang="zh-TW" altLang="en-US"/>
              <a:t>編號確認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3B98A2E-2F09-CA32-8F19-03634515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solidFill>
                  <a:schemeClr val="accent1"/>
                </a:solidFill>
              </a:rPr>
              <a:t>Physical</a:t>
            </a:r>
            <a:r>
              <a:rPr lang="en-US" altLang="zh-TW" b="1"/>
              <a:t> </a:t>
            </a:r>
            <a:r>
              <a:rPr lang="en-US" altLang="zh-TW">
                <a:solidFill>
                  <a:schemeClr val="accent1"/>
                </a:solidFill>
              </a:rPr>
              <a:t>connectivity diagram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C1C0F4D-EF6E-6EF4-4CCD-431EF7873D2A}"/>
              </a:ext>
            </a:extLst>
          </p:cNvPr>
          <p:cNvSpPr/>
          <p:nvPr/>
        </p:nvSpPr>
        <p:spPr>
          <a:xfrm>
            <a:off x="4245152" y="3963670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0A7E1E1-2C4D-4F34-552C-5A5240E7BA31}"/>
              </a:ext>
            </a:extLst>
          </p:cNvPr>
          <p:cNvSpPr/>
          <p:nvPr/>
        </p:nvSpPr>
        <p:spPr>
          <a:xfrm>
            <a:off x="5556240" y="5225007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FD25D99-2B1F-A56A-BE75-3B8B2C01DA3B}"/>
              </a:ext>
            </a:extLst>
          </p:cNvPr>
          <p:cNvSpPr/>
          <p:nvPr/>
        </p:nvSpPr>
        <p:spPr>
          <a:xfrm>
            <a:off x="4332130" y="406038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BCD80E6-1396-B565-0C04-0C4DA5B9C49B}"/>
              </a:ext>
            </a:extLst>
          </p:cNvPr>
          <p:cNvSpPr/>
          <p:nvPr/>
        </p:nvSpPr>
        <p:spPr>
          <a:xfrm>
            <a:off x="4823002" y="406229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D977838-0FE1-EE22-F6BE-8B78BBD2D42F}"/>
              </a:ext>
            </a:extLst>
          </p:cNvPr>
          <p:cNvSpPr/>
          <p:nvPr/>
        </p:nvSpPr>
        <p:spPr>
          <a:xfrm>
            <a:off x="4332130" y="443238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(2)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E33CE40-C2BA-3028-B3B7-746AA59E3E7A}"/>
              </a:ext>
            </a:extLst>
          </p:cNvPr>
          <p:cNvSpPr/>
          <p:nvPr/>
        </p:nvSpPr>
        <p:spPr>
          <a:xfrm>
            <a:off x="4823002" y="443429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E824400-7FFA-30D8-238B-429B58343C19}"/>
              </a:ext>
            </a:extLst>
          </p:cNvPr>
          <p:cNvSpPr/>
          <p:nvPr/>
        </p:nvSpPr>
        <p:spPr>
          <a:xfrm>
            <a:off x="4332130" y="480811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B6C1003-877B-EB4A-D95B-E4EF6A2491A1}"/>
              </a:ext>
            </a:extLst>
          </p:cNvPr>
          <p:cNvSpPr/>
          <p:nvPr/>
        </p:nvSpPr>
        <p:spPr>
          <a:xfrm>
            <a:off x="4823002" y="481002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83665D3-9BF2-67ED-41C5-CDA791D766E8}"/>
              </a:ext>
            </a:extLst>
          </p:cNvPr>
          <p:cNvSpPr/>
          <p:nvPr/>
        </p:nvSpPr>
        <p:spPr>
          <a:xfrm>
            <a:off x="6513176" y="405847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772735F-4913-57F2-72E3-B5B67CD7BF2C}"/>
              </a:ext>
            </a:extLst>
          </p:cNvPr>
          <p:cNvSpPr/>
          <p:nvPr/>
        </p:nvSpPr>
        <p:spPr>
          <a:xfrm>
            <a:off x="7004048" y="406038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960A1BE-E51E-25CF-5E76-1D6D7B15EBE6}"/>
              </a:ext>
            </a:extLst>
          </p:cNvPr>
          <p:cNvSpPr/>
          <p:nvPr/>
        </p:nvSpPr>
        <p:spPr>
          <a:xfrm>
            <a:off x="6513176" y="443047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EDC2FAC-2E62-BD84-37A0-B6CD2149ACF1}"/>
              </a:ext>
            </a:extLst>
          </p:cNvPr>
          <p:cNvSpPr/>
          <p:nvPr/>
        </p:nvSpPr>
        <p:spPr>
          <a:xfrm>
            <a:off x="7004048" y="443238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BE9D696-9D5D-E52C-E6C0-F60E8AEB5350}"/>
              </a:ext>
            </a:extLst>
          </p:cNvPr>
          <p:cNvSpPr/>
          <p:nvPr/>
        </p:nvSpPr>
        <p:spPr>
          <a:xfrm>
            <a:off x="6513176" y="480620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C5A11BF-5CAB-8FFF-24B7-64DA11E8A027}"/>
              </a:ext>
            </a:extLst>
          </p:cNvPr>
          <p:cNvSpPr/>
          <p:nvPr/>
        </p:nvSpPr>
        <p:spPr>
          <a:xfrm>
            <a:off x="7004048" y="4808117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8616883-DBD1-5D3B-8924-F1BD447053C3}"/>
              </a:ext>
            </a:extLst>
          </p:cNvPr>
          <p:cNvSpPr/>
          <p:nvPr/>
        </p:nvSpPr>
        <p:spPr>
          <a:xfrm>
            <a:off x="8694222" y="406810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A17CE13-57FD-B557-7325-BB88A858907E}"/>
              </a:ext>
            </a:extLst>
          </p:cNvPr>
          <p:cNvSpPr/>
          <p:nvPr/>
        </p:nvSpPr>
        <p:spPr>
          <a:xfrm>
            <a:off x="9185094" y="407001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D8A9223-932A-5A33-EEF4-6FB84C46D6B6}"/>
              </a:ext>
            </a:extLst>
          </p:cNvPr>
          <p:cNvSpPr/>
          <p:nvPr/>
        </p:nvSpPr>
        <p:spPr>
          <a:xfrm>
            <a:off x="8694222" y="444010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21984A3-5350-CE4D-C4D2-A4C2A1E33FB4}"/>
              </a:ext>
            </a:extLst>
          </p:cNvPr>
          <p:cNvSpPr/>
          <p:nvPr/>
        </p:nvSpPr>
        <p:spPr>
          <a:xfrm>
            <a:off x="9185094" y="444201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455D10B-744F-FC22-EB40-FA5A7A7A5D9C}"/>
              </a:ext>
            </a:extLst>
          </p:cNvPr>
          <p:cNvSpPr/>
          <p:nvPr/>
        </p:nvSpPr>
        <p:spPr>
          <a:xfrm>
            <a:off x="9688701" y="4844706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8F986AC-0427-C288-2B1B-88226BBCB6ED}"/>
              </a:ext>
            </a:extLst>
          </p:cNvPr>
          <p:cNvSpPr/>
          <p:nvPr/>
        </p:nvSpPr>
        <p:spPr>
          <a:xfrm>
            <a:off x="8431731" y="484206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EA99C9D8-0A28-BBA0-BE14-53C744034386}"/>
              </a:ext>
            </a:extLst>
          </p:cNvPr>
          <p:cNvGrpSpPr/>
          <p:nvPr/>
        </p:nvGrpSpPr>
        <p:grpSpPr>
          <a:xfrm>
            <a:off x="5270579" y="4531749"/>
            <a:ext cx="231924" cy="139700"/>
            <a:chOff x="2672312" y="4346575"/>
            <a:chExt cx="231924" cy="139700"/>
          </a:xfrm>
        </p:grpSpPr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BBD63C1C-5295-E631-172F-46E126567652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4999B19F-3F58-FF9B-7755-ACE2B4A7C7A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2FE3FC50-8CEE-8FD8-2491-85B26330667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288D382C-7A7F-D670-E7E7-22A7ADD88CE1}"/>
              </a:ext>
            </a:extLst>
          </p:cNvPr>
          <p:cNvGrpSpPr/>
          <p:nvPr/>
        </p:nvGrpSpPr>
        <p:grpSpPr>
          <a:xfrm>
            <a:off x="5663008" y="4531749"/>
            <a:ext cx="231924" cy="139700"/>
            <a:chOff x="2672312" y="4346575"/>
            <a:chExt cx="231924" cy="139700"/>
          </a:xfrm>
        </p:grpSpPr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35DF26FB-BAE3-C301-1372-540EA4FA144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01E75129-58E5-14CD-2D8C-4661D7140A1D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34A2DE72-7B1F-20FB-F760-A58A6E9B23F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769FBC56-AA74-F4BA-F1A1-14E42939A4FB}"/>
              </a:ext>
            </a:extLst>
          </p:cNvPr>
          <p:cNvGrpSpPr/>
          <p:nvPr/>
        </p:nvGrpSpPr>
        <p:grpSpPr>
          <a:xfrm>
            <a:off x="7416557" y="4534826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E34C7631-8949-9931-0A18-0E225949164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83198104-ADCB-4DF3-6606-C2DCA232078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37E69E47-A176-DA7B-774C-2B0A04474B7E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F764B3B6-467B-63B0-76DD-6024DBE717B3}"/>
              </a:ext>
            </a:extLst>
          </p:cNvPr>
          <p:cNvGrpSpPr/>
          <p:nvPr/>
        </p:nvGrpSpPr>
        <p:grpSpPr>
          <a:xfrm>
            <a:off x="7808986" y="4534826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5D6ABBCC-6AB7-5D08-07EF-0600EF84CB9D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EDF70B32-FF7E-5FC3-649E-09C926AE995A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A1F6040C-B084-D96B-94C7-65134A54A5F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9116D2ED-9C91-0801-2205-9EE9E5E0670F}"/>
              </a:ext>
            </a:extLst>
          </p:cNvPr>
          <p:cNvGrpSpPr/>
          <p:nvPr/>
        </p:nvGrpSpPr>
        <p:grpSpPr>
          <a:xfrm>
            <a:off x="4403474" y="5284397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8005EF81-50EB-565F-874A-E72A04E72238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830D3A98-2A02-1665-3269-7931A9982E6A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6F49A0DC-3E3E-5BD7-A038-6C9308D31969}"/>
              </a:ext>
            </a:extLst>
          </p:cNvPr>
          <p:cNvGrpSpPr/>
          <p:nvPr/>
        </p:nvGrpSpPr>
        <p:grpSpPr>
          <a:xfrm>
            <a:off x="6422398" y="5305528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3101E7F2-AD7A-76D8-75D4-B66EE55CBD59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C88CFE1C-3082-54E9-0A4B-68E1FBE95545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1737EA28-C739-6C18-9986-467CE8FBBF40}"/>
              </a:ext>
            </a:extLst>
          </p:cNvPr>
          <p:cNvGrpSpPr/>
          <p:nvPr/>
        </p:nvGrpSpPr>
        <p:grpSpPr>
          <a:xfrm>
            <a:off x="6795346" y="5306198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1F55BA89-EED5-9626-9001-322337E4C986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3A9EF486-ECBF-739C-AF5E-32492107AB59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E9425810-6B2E-FD89-FFBD-1566F9C97692}"/>
              </a:ext>
            </a:extLst>
          </p:cNvPr>
          <p:cNvSpPr/>
          <p:nvPr/>
        </p:nvSpPr>
        <p:spPr>
          <a:xfrm>
            <a:off x="4182652" y="5997504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1652D7A8-BAB3-4B23-5BDC-63DA2DC40FED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4519890" y="5448673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A9E28262-B216-456F-0BE2-21A2370FA4E7}"/>
              </a:ext>
            </a:extLst>
          </p:cNvPr>
          <p:cNvGrpSpPr/>
          <p:nvPr/>
        </p:nvGrpSpPr>
        <p:grpSpPr>
          <a:xfrm>
            <a:off x="5666670" y="5305649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09B88841-30F2-F4C9-F5DA-020C465AA58E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D21A421-E9E0-5960-F092-B65424CC6A7C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5DEE7A8B-9D1B-789D-DE93-40C6E7732D6A}"/>
              </a:ext>
            </a:extLst>
          </p:cNvPr>
          <p:cNvGrpSpPr/>
          <p:nvPr/>
        </p:nvGrpSpPr>
        <p:grpSpPr>
          <a:xfrm>
            <a:off x="6039618" y="5306319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AC0DC2D9-5BE2-84E9-E4E7-A410B0504F2F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67DD9A45-51A2-1447-77C8-AF1FF86CEAB1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C7526519-50F5-FB96-183E-B3BB6AC6966A}"/>
              </a:ext>
            </a:extLst>
          </p:cNvPr>
          <p:cNvGrpSpPr/>
          <p:nvPr/>
        </p:nvGrpSpPr>
        <p:grpSpPr>
          <a:xfrm>
            <a:off x="5294218" y="4898839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AD0C7C2C-EFC9-8B28-F7B9-A6F5EB64D5A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B9518965-8588-D6BD-D644-73299B77428E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A1C781E7-26CB-AAF7-30F8-5E1979F798BB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97D4450A-7013-36D2-7FD6-8F757C5266B8}"/>
              </a:ext>
            </a:extLst>
          </p:cNvPr>
          <p:cNvGrpSpPr/>
          <p:nvPr/>
        </p:nvGrpSpPr>
        <p:grpSpPr>
          <a:xfrm>
            <a:off x="5661240" y="4901103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999DC1C7-4134-9305-12B5-B22D6C2ECC7B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5EEA6D38-A820-61FD-91E9-390DC135644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FF0E6988-5D9D-6F34-0191-80F5F105C40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E8631AEA-F8D6-052F-1B98-1D04AB6D1C11}"/>
              </a:ext>
            </a:extLst>
          </p:cNvPr>
          <p:cNvGrpSpPr/>
          <p:nvPr/>
        </p:nvGrpSpPr>
        <p:grpSpPr>
          <a:xfrm>
            <a:off x="1490015" y="3229577"/>
            <a:ext cx="2158703" cy="658272"/>
            <a:chOff x="808489" y="982294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D8B80951-0B9C-5B47-3EBD-7A1B6D5C4F5F}"/>
                </a:ext>
              </a:extLst>
            </p:cNvPr>
            <p:cNvSpPr/>
            <p:nvPr/>
          </p:nvSpPr>
          <p:spPr>
            <a:xfrm>
              <a:off x="808489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E96D882E-6785-326D-1A9F-AA4620E699BD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BCCA6080-8A9D-5C87-E76B-566CB6166FBA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85C09070-C1FE-E9E3-E8C1-7DCE9C923E12}"/>
              </a:ext>
            </a:extLst>
          </p:cNvPr>
          <p:cNvGrpSpPr/>
          <p:nvPr/>
        </p:nvGrpSpPr>
        <p:grpSpPr>
          <a:xfrm>
            <a:off x="5287722" y="4141561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B09FD429-0F02-4F92-8FD4-66EC7700E98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DA17C4A3-5857-0789-86E6-8011EB50D87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8FE025E4-CD02-491D-D765-8A5B81D0E936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6190EEBD-99EE-4240-95E2-11971C6F0FB7}"/>
              </a:ext>
            </a:extLst>
          </p:cNvPr>
          <p:cNvGrpSpPr/>
          <p:nvPr/>
        </p:nvGrpSpPr>
        <p:grpSpPr>
          <a:xfrm>
            <a:off x="5680151" y="4141561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40F0206C-E7D2-F1E3-9848-99CB82745A7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6EB028FC-EDCC-A976-B881-168DF620F986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315A7526-4759-5416-0A67-3CA43E8EBE0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23813BED-B061-55A8-6097-22F7A9B5B5C4}"/>
              </a:ext>
            </a:extLst>
          </p:cNvPr>
          <p:cNvGrpSpPr/>
          <p:nvPr/>
        </p:nvGrpSpPr>
        <p:grpSpPr>
          <a:xfrm>
            <a:off x="7413232" y="4138697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28CE409D-284C-72CD-3D3E-9C85C0E646C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F35AE96C-F486-6F04-521C-7D1A4FA20F9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7C50EA8D-C9B9-68F2-FF60-ACD611E0EC9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55FA9B5B-7277-6C62-113B-00D91DA8439F}"/>
              </a:ext>
            </a:extLst>
          </p:cNvPr>
          <p:cNvGrpSpPr/>
          <p:nvPr/>
        </p:nvGrpSpPr>
        <p:grpSpPr>
          <a:xfrm>
            <a:off x="7805661" y="4138697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16F76E9A-D86F-F961-46E1-EA5E89A660E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B792E888-AB92-E097-9133-8191BD6B4B1C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45A6F300-89D9-0BFE-E3B9-5B924CD5C8BB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1AC7E522-D583-53D0-EE11-68E25A96652E}"/>
              </a:ext>
            </a:extLst>
          </p:cNvPr>
          <p:cNvGrpSpPr/>
          <p:nvPr/>
        </p:nvGrpSpPr>
        <p:grpSpPr>
          <a:xfrm>
            <a:off x="8164586" y="4534826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FC60F508-DC81-E259-BA4E-2C60544D497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C5C12547-D7CF-88F8-AE1D-48FF5EE36CB9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6832BFE-A1D0-6D74-0389-55B675C10436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F9773D7B-4ECB-AC6C-0C1B-3523A7711D03}"/>
              </a:ext>
            </a:extLst>
          </p:cNvPr>
          <p:cNvGrpSpPr/>
          <p:nvPr/>
        </p:nvGrpSpPr>
        <p:grpSpPr>
          <a:xfrm>
            <a:off x="7073954" y="4532721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48935E39-BADD-2563-61B3-4841C5A0D6E7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3F5C0ED2-D603-C90D-E49D-145FC08A7BC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98D0D1D-8201-543C-CBD1-1597F2AEB01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86DE9BB-DD65-8C2B-B8D2-16163ACF9F6A}"/>
              </a:ext>
            </a:extLst>
          </p:cNvPr>
          <p:cNvGrpSpPr/>
          <p:nvPr/>
        </p:nvGrpSpPr>
        <p:grpSpPr>
          <a:xfrm>
            <a:off x="7159436" y="4887075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6B16D7B3-7850-EDB0-038F-6334E4462319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7232AA02-FF0B-BA49-9A1D-2420BF6224E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B26D391-925E-0668-0B6F-FB7F48BE044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422A3FB-D71D-5757-75BD-A614EE99A20C}"/>
              </a:ext>
            </a:extLst>
          </p:cNvPr>
          <p:cNvGrpSpPr/>
          <p:nvPr/>
        </p:nvGrpSpPr>
        <p:grpSpPr>
          <a:xfrm>
            <a:off x="7805646" y="4910886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6DCB4E61-24A1-BB63-E616-33282CC1F53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D836154B-2B6F-C7BA-8C9C-17F90374AC76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2BCFFAE-E63E-8094-3152-B6270F63C5E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6D67B7F4-2078-B699-DA78-0D207609366F}"/>
              </a:ext>
            </a:extLst>
          </p:cNvPr>
          <p:cNvCxnSpPr>
            <a:cxnSpLocks/>
            <a:stCxn id="170" idx="2"/>
            <a:endCxn id="68" idx="1"/>
          </p:cNvCxnSpPr>
          <p:nvPr/>
        </p:nvCxnSpPr>
        <p:spPr bwMode="gray">
          <a:xfrm>
            <a:off x="2569367" y="3887849"/>
            <a:ext cx="1762763" cy="1082928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3D048331-6B10-E896-CADD-D36BE1457441}"/>
              </a:ext>
            </a:extLst>
          </p:cNvPr>
          <p:cNvGrpSpPr/>
          <p:nvPr/>
        </p:nvGrpSpPr>
        <p:grpSpPr>
          <a:xfrm>
            <a:off x="7130213" y="3103675"/>
            <a:ext cx="2158703" cy="658272"/>
            <a:chOff x="808489" y="1107027"/>
            <a:chExt cx="2158703" cy="65827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4CB3DCA-3F3A-9730-D037-8CB26DFAAF3C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5B19E5E-5728-B1A8-C7D4-28801ED13C46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vmnic6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BA64789-047F-6848-D7DF-BACF871CAB95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vmnic7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CDABCDD8-C8BA-E674-452A-06B3805B860F}"/>
              </a:ext>
            </a:extLst>
          </p:cNvPr>
          <p:cNvCxnSpPr>
            <a:cxnSpLocks/>
            <a:stCxn id="75" idx="3"/>
            <a:endCxn id="29" idx="2"/>
          </p:cNvCxnSpPr>
          <p:nvPr/>
        </p:nvCxnSpPr>
        <p:spPr bwMode="gray">
          <a:xfrm flipV="1">
            <a:off x="8196916" y="3761947"/>
            <a:ext cx="12649" cy="1208830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68">
            <a:extLst>
              <a:ext uri="{FF2B5EF4-FFF2-40B4-BE49-F238E27FC236}">
                <a16:creationId xmlns:a16="http://schemas.microsoft.com/office/drawing/2014/main" id="{703BA543-95F6-2068-6191-5F2B5355D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3320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36" name="Rectangle 276">
            <a:extLst>
              <a:ext uri="{FF2B5EF4-FFF2-40B4-BE49-F238E27FC236}">
                <a16:creationId xmlns:a16="http://schemas.microsoft.com/office/drawing/2014/main" id="{FB58B88A-D23D-083F-5637-372EBE286CF5}"/>
              </a:ext>
            </a:extLst>
          </p:cNvPr>
          <p:cNvSpPr/>
          <p:nvPr/>
        </p:nvSpPr>
        <p:spPr>
          <a:xfrm>
            <a:off x="3554167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37" name="Straight Connector 260">
            <a:extLst>
              <a:ext uri="{FF2B5EF4-FFF2-40B4-BE49-F238E27FC236}">
                <a16:creationId xmlns:a16="http://schemas.microsoft.com/office/drawing/2014/main" id="{D87CEFA5-C23B-239A-B816-C0FBB27A79D3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 flipV="1">
            <a:off x="2928836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10CE6C7B-89D0-CB98-F4A1-1E7FBF473380}"/>
              </a:ext>
            </a:extLst>
          </p:cNvPr>
          <p:cNvCxnSpPr>
            <a:stCxn id="171" idx="0"/>
          </p:cNvCxnSpPr>
          <p:nvPr/>
        </p:nvCxnSpPr>
        <p:spPr bwMode="gray">
          <a:xfrm flipV="1">
            <a:off x="1838168" y="1935921"/>
            <a:ext cx="251" cy="131072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71985119-8B0A-0DDB-82EE-2796DA3DBB70}"/>
              </a:ext>
            </a:extLst>
          </p:cNvPr>
          <p:cNvCxnSpPr>
            <a:cxnSpLocks/>
            <a:stCxn id="30" idx="0"/>
            <a:endCxn id="36" idx="2"/>
          </p:cNvCxnSpPr>
          <p:nvPr/>
        </p:nvCxnSpPr>
        <p:spPr bwMode="gray">
          <a:xfrm flipH="1" flipV="1">
            <a:off x="4182652" y="1931283"/>
            <a:ext cx="3295714" cy="1173584"/>
          </a:xfrm>
          <a:prstGeom prst="line">
            <a:avLst/>
          </a:prstGeom>
          <a:ln w="3175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8035CC14-E694-0DFB-7D2B-63420CD0E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0788" y="140570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14D16392-39CA-6D10-8603-C0EE8CFB57DA}"/>
              </a:ext>
            </a:extLst>
          </p:cNvPr>
          <p:cNvSpPr/>
          <p:nvPr/>
        </p:nvSpPr>
        <p:spPr>
          <a:xfrm>
            <a:off x="7691635" y="139642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CCDFCD1B-7C54-0270-AEF9-76969A70A618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 flipV="1">
            <a:off x="7066304" y="164669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BBF36B9C-FDCB-A4F4-67CF-0D09A586C3F3}"/>
              </a:ext>
            </a:extLst>
          </p:cNvPr>
          <p:cNvCxnSpPr>
            <a:cxnSpLocks/>
            <a:stCxn id="170" idx="0"/>
            <a:endCxn id="91" idx="2"/>
          </p:cNvCxnSpPr>
          <p:nvPr/>
        </p:nvCxnSpPr>
        <p:spPr bwMode="gray">
          <a:xfrm flipV="1">
            <a:off x="2569367" y="1906240"/>
            <a:ext cx="3864179" cy="132333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FABBAC0D-DA1D-12BA-4012-94771B3000DD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V="1">
            <a:off x="8165188" y="1896963"/>
            <a:ext cx="154932" cy="120772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29">
            <a:extLst>
              <a:ext uri="{FF2B5EF4-FFF2-40B4-BE49-F238E27FC236}">
                <a16:creationId xmlns:a16="http://schemas.microsoft.com/office/drawing/2014/main" id="{E866FED7-3F48-2A59-698E-D05BE8D35FBA}"/>
              </a:ext>
            </a:extLst>
          </p:cNvPr>
          <p:cNvSpPr/>
          <p:nvPr/>
        </p:nvSpPr>
        <p:spPr>
          <a:xfrm>
            <a:off x="2292571" y="1145126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2E88DEC9-0308-3FAA-6D54-00FC689439BF}"/>
              </a:ext>
            </a:extLst>
          </p:cNvPr>
          <p:cNvSpPr/>
          <p:nvPr/>
        </p:nvSpPr>
        <p:spPr>
          <a:xfrm>
            <a:off x="6357231" y="1070990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</p:spTree>
    <p:extLst>
      <p:ext uri="{BB962C8B-B14F-4D97-AF65-F5344CB8AC3E}">
        <p14:creationId xmlns:p14="http://schemas.microsoft.com/office/powerpoint/2010/main" val="339658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9166E-5993-95DC-17F3-4EFDBA36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C32E4F-B40D-5A75-DF0A-D838E6A1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lang="en" altLang="zh-TW"/>
              <a:t>Architecture</a:t>
            </a:r>
            <a:r>
              <a:rPr lang="zh-TW" altLang="en-US"/>
              <a:t> </a:t>
            </a:r>
            <a:r>
              <a:rPr lang="en" altLang="zh-TW"/>
              <a:t>Design For OA Zone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4843503-AFA7-5A7F-824F-6D174E1E239A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937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283A2-75C3-9935-AD83-D8BA386C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51E9B1F0-ABE0-89BE-4924-CC271DE60B2C}"/>
              </a:ext>
            </a:extLst>
          </p:cNvPr>
          <p:cNvCxnSpPr>
            <a:cxnSpLocks/>
            <a:stCxn id="14" idx="2"/>
          </p:cNvCxnSpPr>
          <p:nvPr/>
        </p:nvCxnSpPr>
        <p:spPr bwMode="gray">
          <a:xfrm>
            <a:off x="8292123" y="2845476"/>
            <a:ext cx="0" cy="2397347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F108EE86-C34F-71C1-F655-00517D3DCEBF}"/>
              </a:ext>
            </a:extLst>
          </p:cNvPr>
          <p:cNvCxnSpPr>
            <a:stCxn id="17" idx="2"/>
          </p:cNvCxnSpPr>
          <p:nvPr/>
        </p:nvCxnSpPr>
        <p:spPr bwMode="gray">
          <a:xfrm>
            <a:off x="7038300" y="2855144"/>
            <a:ext cx="0" cy="2374559"/>
          </a:xfrm>
          <a:prstGeom prst="line">
            <a:avLst/>
          </a:prstGeom>
          <a:ln w="190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itle 1">
            <a:extLst>
              <a:ext uri="{FF2B5EF4-FFF2-40B4-BE49-F238E27FC236}">
                <a16:creationId xmlns:a16="http://schemas.microsoft.com/office/drawing/2014/main" id="{5820BDD9-9A05-587C-1D2E-5B11A45E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solidFill>
                  <a:schemeClr val="accent1"/>
                </a:solidFill>
              </a:rPr>
              <a:t>Logical Network Architecture for Hosts</a:t>
            </a:r>
            <a:endParaRPr lang="en-US">
              <a:solidFill>
                <a:schemeClr val="accent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104ED0-5918-FEE4-7DF7-28E592CE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0653" y="2960361"/>
            <a:ext cx="835903" cy="288079"/>
            <a:chOff x="5378328" y="1591929"/>
            <a:chExt cx="836339" cy="846333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7AC4296-91FE-B2E7-ADE4-D56CD21356A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97063AC-56E9-A183-CE36-D2273351E129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flat">
              <a:solidFill>
                <a:schemeClr val="tx1"/>
              </a:solidFill>
              <a:prstDash val="solid"/>
              <a:miter lim="800000"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F22FAE-9065-5581-091A-D6FBA503E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0653" y="3356148"/>
            <a:ext cx="835903" cy="863372"/>
            <a:chOff x="5378328" y="1591929"/>
            <a:chExt cx="836339" cy="846333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B36B628-7CDD-332F-DCD3-ABEA89970D9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378328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4A14261-8961-2B87-4B26-D119D5B3BEA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214667" y="1591929"/>
              <a:ext cx="0" cy="846333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olid"/>
              <a:round/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D72897D-9162-7489-26EA-9CBE689E742C}"/>
              </a:ext>
            </a:extLst>
          </p:cNvPr>
          <p:cNvSpPr/>
          <p:nvPr/>
        </p:nvSpPr>
        <p:spPr>
          <a:xfrm>
            <a:off x="2289546" y="4837771"/>
            <a:ext cx="2157122" cy="381476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Service VLAN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8F0D51-60DC-762E-22BC-5ACEC34843C7}"/>
              </a:ext>
            </a:extLst>
          </p:cNvPr>
          <p:cNvSpPr/>
          <p:nvPr/>
        </p:nvSpPr>
        <p:spPr>
          <a:xfrm>
            <a:off x="3615548" y="2709353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ACD893-F00F-64F9-B7DB-C354293BB634}"/>
              </a:ext>
            </a:extLst>
          </p:cNvPr>
          <p:cNvSpPr/>
          <p:nvPr/>
        </p:nvSpPr>
        <p:spPr>
          <a:xfrm>
            <a:off x="4448520" y="2702411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6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7685F54-37AE-CE9D-98EE-4B72E559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5742" y="4591740"/>
            <a:ext cx="280915" cy="4427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559B37BE-8F76-BDFA-11BC-9DB07BF66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5744" y="4598713"/>
            <a:ext cx="422891" cy="878370"/>
          </a:xfrm>
          <a:custGeom>
            <a:avLst/>
            <a:gdLst>
              <a:gd name="connsiteX0" fmla="*/ 250825 w 250825"/>
              <a:gd name="connsiteY0" fmla="*/ 0 h 436562"/>
              <a:gd name="connsiteX1" fmla="*/ 250825 w 250825"/>
              <a:gd name="connsiteY1" fmla="*/ 436562 h 436562"/>
              <a:gd name="connsiteX2" fmla="*/ 0 w 250825"/>
              <a:gd name="connsiteY2" fmla="*/ 436562 h 4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825" h="436562">
                <a:moveTo>
                  <a:pt x="250825" y="0"/>
                </a:moveTo>
                <a:lnTo>
                  <a:pt x="250825" y="436562"/>
                </a:lnTo>
                <a:lnTo>
                  <a:pt x="0" y="436562"/>
                </a:lnTo>
              </a:path>
            </a:pathLst>
          </a:cu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 sz="1799">
              <a:solidFill>
                <a:srgbClr val="717074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E9138E-5E8A-5AED-00B1-6EB7D98C25DA}"/>
              </a:ext>
            </a:extLst>
          </p:cNvPr>
          <p:cNvSpPr/>
          <p:nvPr/>
        </p:nvSpPr>
        <p:spPr>
          <a:xfrm>
            <a:off x="3025474" y="4208819"/>
            <a:ext cx="2867100" cy="381476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vf12p1tcsvds01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C9D44-0E1D-4EE8-214C-A40BCA63BFE3}"/>
              </a:ext>
            </a:extLst>
          </p:cNvPr>
          <p:cNvSpPr/>
          <p:nvPr/>
        </p:nvSpPr>
        <p:spPr>
          <a:xfrm>
            <a:off x="2288310" y="5286352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 Management VLAN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4797C5-13C9-5512-867D-37703FC47EAD}"/>
              </a:ext>
            </a:extLst>
          </p:cNvPr>
          <p:cNvSpPr/>
          <p:nvPr/>
        </p:nvSpPr>
        <p:spPr>
          <a:xfrm>
            <a:off x="3025474" y="3038708"/>
            <a:ext cx="8226702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VCF ESXi Host</a:t>
            </a:r>
          </a:p>
        </p:txBody>
      </p:sp>
      <p:sp>
        <p:nvSpPr>
          <p:cNvPr id="13" name="Rectangle 33">
            <a:extLst>
              <a:ext uri="{FF2B5EF4-FFF2-40B4-BE49-F238E27FC236}">
                <a16:creationId xmlns:a16="http://schemas.microsoft.com/office/drawing/2014/main" id="{24A02D57-29B0-B03C-617E-EA768599429C}"/>
              </a:ext>
            </a:extLst>
          </p:cNvPr>
          <p:cNvSpPr/>
          <p:nvPr/>
        </p:nvSpPr>
        <p:spPr>
          <a:xfrm>
            <a:off x="6616562" y="4233272"/>
            <a:ext cx="2010140" cy="357023"/>
          </a:xfrm>
          <a:prstGeom prst="rect">
            <a:avLst/>
          </a:prstGeom>
          <a:solidFill>
            <a:srgbClr val="F4F8FA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400">
                <a:solidFill>
                  <a:srgbClr val="3F3F3F"/>
                </a:solidFill>
              </a:rPr>
              <a:t>vf12p1tcsvsan01</a:t>
            </a:r>
          </a:p>
        </p:txBody>
      </p:sp>
      <p:sp>
        <p:nvSpPr>
          <p:cNvPr id="14" name="Rectangle 29">
            <a:extLst>
              <a:ext uri="{FF2B5EF4-FFF2-40B4-BE49-F238E27FC236}">
                <a16:creationId xmlns:a16="http://schemas.microsoft.com/office/drawing/2014/main" id="{082F9FA9-AA15-5895-087C-3095DED57CD1}"/>
              </a:ext>
            </a:extLst>
          </p:cNvPr>
          <p:cNvSpPr/>
          <p:nvPr/>
        </p:nvSpPr>
        <p:spPr>
          <a:xfrm>
            <a:off x="7870385" y="2611627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7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7A4E1749-72D3-4F79-4091-ED356651F592}"/>
              </a:ext>
            </a:extLst>
          </p:cNvPr>
          <p:cNvSpPr/>
          <p:nvPr/>
        </p:nvSpPr>
        <p:spPr>
          <a:xfrm>
            <a:off x="6616562" y="2621295"/>
            <a:ext cx="843476" cy="2338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vmnic</a:t>
            </a:r>
            <a:r>
              <a:rPr lang="en-US" altLang="zh-TW" sz="1600">
                <a:solidFill>
                  <a:srgbClr val="3F3F3F"/>
                </a:solidFill>
              </a:rPr>
              <a:t>1</a:t>
            </a:r>
            <a:endParaRPr lang="en-US" sz="1600">
              <a:solidFill>
                <a:srgbClr val="3F3F3F"/>
              </a:solidFill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F3C51B4E-6B59-B9FB-3DB9-0EB10D34F0B5}"/>
              </a:ext>
            </a:extLst>
          </p:cNvPr>
          <p:cNvSpPr/>
          <p:nvPr/>
        </p:nvSpPr>
        <p:spPr>
          <a:xfrm>
            <a:off x="6543071" y="524282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>
                <a:solidFill>
                  <a:srgbClr val="3F3F3F"/>
                </a:solidFill>
              </a:rPr>
              <a:t>VSAN </a:t>
            </a:r>
            <a:r>
              <a:rPr lang="en-US" sz="1200" err="1">
                <a:solidFill>
                  <a:srgbClr val="3F3F3F"/>
                </a:solidFill>
              </a:rPr>
              <a:t>VMKernel</a:t>
            </a:r>
            <a:endParaRPr lang="en-US" sz="1200">
              <a:solidFill>
                <a:srgbClr val="3F3F3F"/>
              </a:solidFill>
            </a:endParaRPr>
          </a:p>
        </p:txBody>
      </p:sp>
      <p:sp>
        <p:nvSpPr>
          <p:cNvPr id="43" name="Rectangle 268">
            <a:extLst>
              <a:ext uri="{FF2B5EF4-FFF2-40B4-BE49-F238E27FC236}">
                <a16:creationId xmlns:a16="http://schemas.microsoft.com/office/drawing/2014/main" id="{4D14F212-3339-3449-5345-C9056B108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5230" y="1683997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4" name="Rectangle 276">
            <a:extLst>
              <a:ext uri="{FF2B5EF4-FFF2-40B4-BE49-F238E27FC236}">
                <a16:creationId xmlns:a16="http://schemas.microsoft.com/office/drawing/2014/main" id="{756079C7-4040-8487-75DD-C621DA8438C8}"/>
              </a:ext>
            </a:extLst>
          </p:cNvPr>
          <p:cNvSpPr/>
          <p:nvPr/>
        </p:nvSpPr>
        <p:spPr>
          <a:xfrm>
            <a:off x="7835384" y="1664197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5" name="Rectangle 276">
            <a:extLst>
              <a:ext uri="{FF2B5EF4-FFF2-40B4-BE49-F238E27FC236}">
                <a16:creationId xmlns:a16="http://schemas.microsoft.com/office/drawing/2014/main" id="{85BE8BFE-9712-571F-83EC-944B66070D95}"/>
              </a:ext>
            </a:extLst>
          </p:cNvPr>
          <p:cNvSpPr/>
          <p:nvPr/>
        </p:nvSpPr>
        <p:spPr>
          <a:xfrm>
            <a:off x="4459024" y="1679936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57" name="Rectangle 276">
            <a:extLst>
              <a:ext uri="{FF2B5EF4-FFF2-40B4-BE49-F238E27FC236}">
                <a16:creationId xmlns:a16="http://schemas.microsoft.com/office/drawing/2014/main" id="{B7130596-477D-5622-6A06-505D5ABC32F0}"/>
              </a:ext>
            </a:extLst>
          </p:cNvPr>
          <p:cNvSpPr/>
          <p:nvPr/>
        </p:nvSpPr>
        <p:spPr>
          <a:xfrm>
            <a:off x="6472832" y="1664197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9F33A982-7BAE-28AF-304F-389BA9CC19D1}"/>
              </a:ext>
            </a:extLst>
          </p:cNvPr>
          <p:cNvCxnSpPr>
            <a:cxnSpLocks/>
          </p:cNvCxnSpPr>
          <p:nvPr/>
        </p:nvCxnSpPr>
        <p:spPr bwMode="gray">
          <a:xfrm flipV="1">
            <a:off x="4027993" y="2312754"/>
            <a:ext cx="8082" cy="39421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F713C629-6C39-B948-DDFC-27B6F1BB8E42}"/>
              </a:ext>
            </a:extLst>
          </p:cNvPr>
          <p:cNvCxnSpPr>
            <a:cxnSpLocks/>
          </p:cNvCxnSpPr>
          <p:nvPr/>
        </p:nvCxnSpPr>
        <p:spPr bwMode="gray">
          <a:xfrm flipV="1">
            <a:off x="4866556" y="2292121"/>
            <a:ext cx="0" cy="37842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470E84AB-7BB8-3087-DF81-755BFD6529D8}"/>
              </a:ext>
            </a:extLst>
          </p:cNvPr>
          <p:cNvCxnSpPr>
            <a:cxnSpLocks/>
          </p:cNvCxnSpPr>
          <p:nvPr/>
        </p:nvCxnSpPr>
        <p:spPr bwMode="gray">
          <a:xfrm flipV="1">
            <a:off x="7040560" y="2254426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29">
            <a:extLst>
              <a:ext uri="{FF2B5EF4-FFF2-40B4-BE49-F238E27FC236}">
                <a16:creationId xmlns:a16="http://schemas.microsoft.com/office/drawing/2014/main" id="{1573F9A0-433A-1F71-9FC4-9F0B1EA231BD}"/>
              </a:ext>
            </a:extLst>
          </p:cNvPr>
          <p:cNvSpPr/>
          <p:nvPr/>
        </p:nvSpPr>
        <p:spPr>
          <a:xfrm>
            <a:off x="6675320" y="1182975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  <p:sp>
        <p:nvSpPr>
          <p:cNvPr id="72" name="Rectangle 29">
            <a:extLst>
              <a:ext uri="{FF2B5EF4-FFF2-40B4-BE49-F238E27FC236}">
                <a16:creationId xmlns:a16="http://schemas.microsoft.com/office/drawing/2014/main" id="{762B7D0B-2666-0983-CB47-E26BD7DB435A}"/>
              </a:ext>
            </a:extLst>
          </p:cNvPr>
          <p:cNvSpPr/>
          <p:nvPr/>
        </p:nvSpPr>
        <p:spPr>
          <a:xfrm>
            <a:off x="3366871" y="1190172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AAA1A67D-B498-D87F-6149-DA591756E11D}"/>
              </a:ext>
            </a:extLst>
          </p:cNvPr>
          <p:cNvCxnSpPr>
            <a:cxnSpLocks/>
          </p:cNvCxnSpPr>
          <p:nvPr/>
        </p:nvCxnSpPr>
        <p:spPr bwMode="gray">
          <a:xfrm flipV="1">
            <a:off x="8292123" y="2244758"/>
            <a:ext cx="0" cy="36686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0400E3B4-BBCD-70D2-F615-EB7101B4D2DD}"/>
              </a:ext>
            </a:extLst>
          </p:cNvPr>
          <p:cNvSpPr/>
          <p:nvPr/>
        </p:nvSpPr>
        <p:spPr>
          <a:xfrm>
            <a:off x="2301902" y="573493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vMotion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6FF24B-FBE5-C66D-E356-4183BE7BC518}"/>
              </a:ext>
            </a:extLst>
          </p:cNvPr>
          <p:cNvSpPr/>
          <p:nvPr/>
        </p:nvSpPr>
        <p:spPr>
          <a:xfrm>
            <a:off x="2301902" y="6198853"/>
            <a:ext cx="2157122" cy="381476"/>
          </a:xfrm>
          <a:prstGeom prst="rect">
            <a:avLst/>
          </a:prstGeom>
          <a:noFill/>
          <a:ln w="25400">
            <a:solidFill>
              <a:schemeClr val="accent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sz="1200" err="1">
                <a:solidFill>
                  <a:srgbClr val="3F3F3F"/>
                </a:solidFill>
              </a:rPr>
              <a:t>vTEP</a:t>
            </a:r>
            <a:r>
              <a:rPr lang="en-US" sz="1200">
                <a:solidFill>
                  <a:srgbClr val="3F3F3F"/>
                </a:solidFill>
              </a:rPr>
              <a:t> VLAN</a:t>
            </a:r>
          </a:p>
        </p:txBody>
      </p:sp>
    </p:spTree>
    <p:extLst>
      <p:ext uri="{BB962C8B-B14F-4D97-AF65-F5344CB8AC3E}">
        <p14:creationId xmlns:p14="http://schemas.microsoft.com/office/powerpoint/2010/main" val="997232667"/>
      </p:ext>
    </p:extLst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B18D6-F292-71BA-EEF4-508911A9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2C998CC9-50A7-27DC-0E03-2CDF5085CB16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kumimoji="1" lang="en-US" altLang="zh-TW"/>
              <a:t>vmnic</a:t>
            </a:r>
            <a:r>
              <a:rPr kumimoji="1" lang="zh-TW" altLang="en-US"/>
              <a:t>編號確認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6C39980-EEB4-DA02-77FF-1996A91E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solidFill>
                  <a:schemeClr val="accent1"/>
                </a:solidFill>
              </a:rPr>
              <a:t>Physical</a:t>
            </a:r>
            <a:r>
              <a:rPr lang="en-US" altLang="zh-TW" b="1"/>
              <a:t> </a:t>
            </a:r>
            <a:r>
              <a:rPr lang="en-US" altLang="zh-TW">
                <a:solidFill>
                  <a:schemeClr val="accent1"/>
                </a:solidFill>
              </a:rPr>
              <a:t>connectivity diagram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8A60053-05B0-8FDE-5108-27A9162A37DD}"/>
              </a:ext>
            </a:extLst>
          </p:cNvPr>
          <p:cNvSpPr/>
          <p:nvPr/>
        </p:nvSpPr>
        <p:spPr>
          <a:xfrm>
            <a:off x="4245152" y="3963670"/>
            <a:ext cx="6679303" cy="1656470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911D54E-8EAD-B058-2ABA-E4F914CE4B57}"/>
              </a:ext>
            </a:extLst>
          </p:cNvPr>
          <p:cNvSpPr/>
          <p:nvPr/>
        </p:nvSpPr>
        <p:spPr>
          <a:xfrm>
            <a:off x="5556240" y="5225007"/>
            <a:ext cx="1603196" cy="325319"/>
          </a:xfrm>
          <a:prstGeom prst="rect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C4586F4-E959-F229-899F-8A7BADF875F2}"/>
              </a:ext>
            </a:extLst>
          </p:cNvPr>
          <p:cNvSpPr/>
          <p:nvPr/>
        </p:nvSpPr>
        <p:spPr>
          <a:xfrm>
            <a:off x="4332130" y="406038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(1)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ABE9DE6-0A20-E25B-8AC8-E47E4375BDCF}"/>
              </a:ext>
            </a:extLst>
          </p:cNvPr>
          <p:cNvSpPr/>
          <p:nvPr/>
        </p:nvSpPr>
        <p:spPr>
          <a:xfrm>
            <a:off x="4823002" y="406229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995BE35-B4C1-9E67-53D6-C06AD72AAEE3}"/>
              </a:ext>
            </a:extLst>
          </p:cNvPr>
          <p:cNvSpPr/>
          <p:nvPr/>
        </p:nvSpPr>
        <p:spPr>
          <a:xfrm>
            <a:off x="4332130" y="443238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(2)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C65A658-EA6F-7A17-3B87-944CC3DC640E}"/>
              </a:ext>
            </a:extLst>
          </p:cNvPr>
          <p:cNvSpPr/>
          <p:nvPr/>
        </p:nvSpPr>
        <p:spPr>
          <a:xfrm>
            <a:off x="4823002" y="443429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42E7518-E301-4869-5F2D-9400391A888D}"/>
              </a:ext>
            </a:extLst>
          </p:cNvPr>
          <p:cNvSpPr/>
          <p:nvPr/>
        </p:nvSpPr>
        <p:spPr>
          <a:xfrm>
            <a:off x="4332130" y="480811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(3)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97CA23B-E706-5227-CEE7-0CDA7D3735F8}"/>
              </a:ext>
            </a:extLst>
          </p:cNvPr>
          <p:cNvSpPr/>
          <p:nvPr/>
        </p:nvSpPr>
        <p:spPr>
          <a:xfrm>
            <a:off x="4823002" y="481002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421F341-ABC2-FDEC-55A2-6300AAEE6BA9}"/>
              </a:ext>
            </a:extLst>
          </p:cNvPr>
          <p:cNvSpPr/>
          <p:nvPr/>
        </p:nvSpPr>
        <p:spPr>
          <a:xfrm>
            <a:off x="6513176" y="405847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(4)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F52C6DD-6BC5-AB4F-6D9F-874BDE84ECCC}"/>
              </a:ext>
            </a:extLst>
          </p:cNvPr>
          <p:cNvSpPr/>
          <p:nvPr/>
        </p:nvSpPr>
        <p:spPr>
          <a:xfrm>
            <a:off x="7004048" y="4060387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A69D043-B33C-6821-1A89-271AE0BD1BF8}"/>
              </a:ext>
            </a:extLst>
          </p:cNvPr>
          <p:cNvSpPr/>
          <p:nvPr/>
        </p:nvSpPr>
        <p:spPr>
          <a:xfrm>
            <a:off x="6513176" y="4430474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(5)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2A31B68-0164-A510-0BAD-ACC99E086061}"/>
              </a:ext>
            </a:extLst>
          </p:cNvPr>
          <p:cNvSpPr/>
          <p:nvPr/>
        </p:nvSpPr>
        <p:spPr>
          <a:xfrm>
            <a:off x="7004048" y="4432385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26C6C3F-8D34-9480-6134-32B5D8D21CC6}"/>
              </a:ext>
            </a:extLst>
          </p:cNvPr>
          <p:cNvSpPr/>
          <p:nvPr/>
        </p:nvSpPr>
        <p:spPr>
          <a:xfrm>
            <a:off x="6513176" y="4806206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(6)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E0F5633-84EE-34A5-0FAB-BB60218D77E1}"/>
              </a:ext>
            </a:extLst>
          </p:cNvPr>
          <p:cNvSpPr/>
          <p:nvPr/>
        </p:nvSpPr>
        <p:spPr>
          <a:xfrm>
            <a:off x="7004048" y="4808117"/>
            <a:ext cx="1192868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B0F5FB1-C5BF-918E-41A4-04DE00A5CFDE}"/>
              </a:ext>
            </a:extLst>
          </p:cNvPr>
          <p:cNvSpPr/>
          <p:nvPr/>
        </p:nvSpPr>
        <p:spPr>
          <a:xfrm>
            <a:off x="8694222" y="4068107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(7)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9BCC36D-CD68-E7C4-DD0C-224629310CC7}"/>
              </a:ext>
            </a:extLst>
          </p:cNvPr>
          <p:cNvSpPr/>
          <p:nvPr/>
        </p:nvSpPr>
        <p:spPr>
          <a:xfrm>
            <a:off x="9185094" y="4070018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9097E05-FA98-E67A-8CCF-7F04C14D39C0}"/>
              </a:ext>
            </a:extLst>
          </p:cNvPr>
          <p:cNvSpPr/>
          <p:nvPr/>
        </p:nvSpPr>
        <p:spPr>
          <a:xfrm>
            <a:off x="8694222" y="4440105"/>
            <a:ext cx="482681" cy="325319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800">
                <a:solidFill>
                  <a:schemeClr val="bg1"/>
                </a:solidFill>
              </a:rPr>
              <a:t>PCI-E </a:t>
            </a:r>
            <a:br>
              <a:rPr kumimoji="1" lang="en-US" altLang="zh-TW" sz="800">
                <a:solidFill>
                  <a:schemeClr val="bg1"/>
                </a:solidFill>
              </a:rPr>
            </a:br>
            <a:r>
              <a:rPr kumimoji="1" lang="en-US" altLang="zh-TW" sz="800">
                <a:solidFill>
                  <a:schemeClr val="bg1"/>
                </a:solidFill>
              </a:rPr>
              <a:t>(8)</a:t>
            </a:r>
            <a:endParaRPr kumimoji="1" lang="zh-TW" altLang="en-US" sz="800">
              <a:solidFill>
                <a:schemeClr val="bg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4A1E5F3-764B-2F5D-AC9C-E8D2ABD7A06F}"/>
              </a:ext>
            </a:extLst>
          </p:cNvPr>
          <p:cNvSpPr/>
          <p:nvPr/>
        </p:nvSpPr>
        <p:spPr>
          <a:xfrm>
            <a:off x="9185094" y="4442016"/>
            <a:ext cx="1603196" cy="32531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C66AA88-CF15-709F-B715-C2B59139561E}"/>
              </a:ext>
            </a:extLst>
          </p:cNvPr>
          <p:cNvSpPr/>
          <p:nvPr/>
        </p:nvSpPr>
        <p:spPr>
          <a:xfrm>
            <a:off x="9688701" y="4844706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9C283CE-FBE5-39E3-3020-3F348EC67FB4}"/>
              </a:ext>
            </a:extLst>
          </p:cNvPr>
          <p:cNvSpPr/>
          <p:nvPr/>
        </p:nvSpPr>
        <p:spPr>
          <a:xfrm>
            <a:off x="8431731" y="4842065"/>
            <a:ext cx="1091398" cy="68408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200">
                <a:solidFill>
                  <a:schemeClr val="tx1"/>
                </a:solidFill>
              </a:rPr>
              <a:t>PSU</a:t>
            </a:r>
            <a:endParaRPr kumimoji="1" lang="zh-TW" altLang="en-US" sz="1200">
              <a:solidFill>
                <a:schemeClr val="tx1"/>
              </a:solidFill>
            </a:endParaRPr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774E5566-642D-2E86-CBA8-3B1A5224EAB6}"/>
              </a:ext>
            </a:extLst>
          </p:cNvPr>
          <p:cNvGrpSpPr/>
          <p:nvPr/>
        </p:nvGrpSpPr>
        <p:grpSpPr>
          <a:xfrm>
            <a:off x="5270579" y="4531749"/>
            <a:ext cx="231924" cy="139700"/>
            <a:chOff x="2672312" y="4346575"/>
            <a:chExt cx="231924" cy="139700"/>
          </a:xfrm>
        </p:grpSpPr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F31C820C-C497-F517-BF53-768E88BAB81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CDC9A627-F68C-A457-1174-F0E25396DE21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8BF4D8DA-0241-48BE-8860-9582FB7DBF46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36419DDD-2D52-0286-C8D0-D003167A3DD2}"/>
              </a:ext>
            </a:extLst>
          </p:cNvPr>
          <p:cNvGrpSpPr/>
          <p:nvPr/>
        </p:nvGrpSpPr>
        <p:grpSpPr>
          <a:xfrm>
            <a:off x="5663008" y="4531749"/>
            <a:ext cx="231924" cy="139700"/>
            <a:chOff x="2672312" y="4346575"/>
            <a:chExt cx="231924" cy="139700"/>
          </a:xfrm>
        </p:grpSpPr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2970142B-0DE2-682B-8BAB-6217E1A9EF50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E5F7CE37-B26B-AE32-FD01-BADA5B703F20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60880B1A-6814-40E3-C2CF-C4F7370971E9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231A55EA-8119-5C39-526B-46884F21854F}"/>
              </a:ext>
            </a:extLst>
          </p:cNvPr>
          <p:cNvGrpSpPr/>
          <p:nvPr/>
        </p:nvGrpSpPr>
        <p:grpSpPr>
          <a:xfrm>
            <a:off x="7416557" y="4534826"/>
            <a:ext cx="231924" cy="139700"/>
            <a:chOff x="2672312" y="4346575"/>
            <a:chExt cx="231924" cy="139700"/>
          </a:xfrm>
        </p:grpSpPr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4776035D-7309-0DF6-B2E3-4FB0CD5F037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35CC8573-E887-8BFC-3585-5E586BCC0AF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7A72523A-6C53-026C-3496-1E4F78FAA6BB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200C1C40-CD76-15B4-4055-7BA3667C4C6C}"/>
              </a:ext>
            </a:extLst>
          </p:cNvPr>
          <p:cNvGrpSpPr/>
          <p:nvPr/>
        </p:nvGrpSpPr>
        <p:grpSpPr>
          <a:xfrm>
            <a:off x="7808986" y="4534826"/>
            <a:ext cx="231924" cy="139700"/>
            <a:chOff x="2672312" y="4346575"/>
            <a:chExt cx="231924" cy="1397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3A978858-9A2C-D4B8-568D-6E561AE1810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5D1D670A-925B-9E5D-F475-2FA8DA373DB5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903DDD5D-0F10-0059-3CDB-ADBAF3525E9B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269CF239-0A10-8977-182B-EEE840F934C9}"/>
              </a:ext>
            </a:extLst>
          </p:cNvPr>
          <p:cNvGrpSpPr/>
          <p:nvPr/>
        </p:nvGrpSpPr>
        <p:grpSpPr>
          <a:xfrm>
            <a:off x="4403474" y="5284397"/>
            <a:ext cx="253658" cy="164276"/>
            <a:chOff x="751188" y="3554716"/>
            <a:chExt cx="253658" cy="16427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387A92B9-B68D-0040-639A-72C89DCCDD43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BD2862F5-440A-D5B0-DD7C-0B8E326B474F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66C5B7F8-C9C5-4182-7582-6FAB95B8AEEF}"/>
              </a:ext>
            </a:extLst>
          </p:cNvPr>
          <p:cNvGrpSpPr/>
          <p:nvPr/>
        </p:nvGrpSpPr>
        <p:grpSpPr>
          <a:xfrm>
            <a:off x="6422398" y="5305528"/>
            <a:ext cx="253658" cy="164276"/>
            <a:chOff x="751188" y="3554716"/>
            <a:chExt cx="253658" cy="164276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51FA1047-6FE2-1712-E616-666E3820E410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696B3B05-58FF-0CB2-0F24-3A4639053C92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BCC0FEFD-B397-384B-7531-EA40EFDB4AAE}"/>
              </a:ext>
            </a:extLst>
          </p:cNvPr>
          <p:cNvGrpSpPr/>
          <p:nvPr/>
        </p:nvGrpSpPr>
        <p:grpSpPr>
          <a:xfrm>
            <a:off x="6795346" y="5306198"/>
            <a:ext cx="253658" cy="164276"/>
            <a:chOff x="751188" y="3554716"/>
            <a:chExt cx="253658" cy="164276"/>
          </a:xfrm>
        </p:grpSpPr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2D7A20AB-59EC-7B43-F01B-9E743993F476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063D56E9-63E5-1411-B502-797FF5BAD5F8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80" name="矩形 179">
            <a:extLst>
              <a:ext uri="{FF2B5EF4-FFF2-40B4-BE49-F238E27FC236}">
                <a16:creationId xmlns:a16="http://schemas.microsoft.com/office/drawing/2014/main" id="{A08018C8-61AF-3041-91A6-6C10B094D66C}"/>
              </a:ext>
            </a:extLst>
          </p:cNvPr>
          <p:cNvSpPr/>
          <p:nvPr/>
        </p:nvSpPr>
        <p:spPr>
          <a:xfrm>
            <a:off x="4182652" y="5997504"/>
            <a:ext cx="674475" cy="21925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kumimoji="1" lang="en-US" altLang="zh-TW" sz="1000">
                <a:solidFill>
                  <a:schemeClr val="tx2"/>
                </a:solidFill>
              </a:rPr>
              <a:t>IPMI</a:t>
            </a:r>
            <a:endParaRPr kumimoji="1" lang="zh-TW" altLang="en-US" sz="1000">
              <a:solidFill>
                <a:schemeClr val="tx2"/>
              </a:solidFill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C3B21C8F-18A4-FD56-CB08-02D9278903CE}"/>
              </a:ext>
            </a:extLst>
          </p:cNvPr>
          <p:cNvCxnSpPr>
            <a:cxnSpLocks/>
            <a:stCxn id="117" idx="2"/>
            <a:endCxn id="180" idx="0"/>
          </p:cNvCxnSpPr>
          <p:nvPr/>
        </p:nvCxnSpPr>
        <p:spPr bwMode="gray">
          <a:xfrm flipH="1">
            <a:off x="4519890" y="5448673"/>
            <a:ext cx="10413" cy="548831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C021D7D5-B354-B46C-300C-A6F46A54B46D}"/>
              </a:ext>
            </a:extLst>
          </p:cNvPr>
          <p:cNvGrpSpPr/>
          <p:nvPr/>
        </p:nvGrpSpPr>
        <p:grpSpPr>
          <a:xfrm>
            <a:off x="5666670" y="5305649"/>
            <a:ext cx="253658" cy="164276"/>
            <a:chOff x="751188" y="3554716"/>
            <a:chExt cx="253658" cy="16427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F5C5EF03-E354-DC67-64DE-38E912A019F1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5D95B4FC-7491-D20D-4E4B-6A8B0BD68C04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29384552-D29E-927B-AE25-270E8A72D974}"/>
              </a:ext>
            </a:extLst>
          </p:cNvPr>
          <p:cNvGrpSpPr/>
          <p:nvPr/>
        </p:nvGrpSpPr>
        <p:grpSpPr>
          <a:xfrm>
            <a:off x="6039618" y="5306319"/>
            <a:ext cx="253658" cy="164276"/>
            <a:chOff x="751188" y="3554716"/>
            <a:chExt cx="253658" cy="164276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CBD4A2E8-7360-B8F7-34BC-4D699AE3C1EE}"/>
                </a:ext>
              </a:extLst>
            </p:cNvPr>
            <p:cNvSpPr/>
            <p:nvPr/>
          </p:nvSpPr>
          <p:spPr>
            <a:xfrm>
              <a:off x="751188" y="3606580"/>
              <a:ext cx="253658" cy="11241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600">
                <a:solidFill>
                  <a:schemeClr val="bg1"/>
                </a:solidFill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65B2F946-76E2-3966-2E25-076208105F7B}"/>
                </a:ext>
              </a:extLst>
            </p:cNvPr>
            <p:cNvSpPr/>
            <p:nvPr/>
          </p:nvSpPr>
          <p:spPr>
            <a:xfrm>
              <a:off x="806273" y="3554716"/>
              <a:ext cx="150681" cy="546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1677F74E-0F47-3DCB-12E7-1ACE6D5D62C0}"/>
              </a:ext>
            </a:extLst>
          </p:cNvPr>
          <p:cNvGrpSpPr/>
          <p:nvPr/>
        </p:nvGrpSpPr>
        <p:grpSpPr>
          <a:xfrm>
            <a:off x="5294218" y="4898839"/>
            <a:ext cx="231924" cy="139700"/>
            <a:chOff x="2672312" y="4346575"/>
            <a:chExt cx="231924" cy="139700"/>
          </a:xfrm>
        </p:grpSpPr>
        <p:sp>
          <p:nvSpPr>
            <p:cNvPr id="140" name="橢圓 139">
              <a:extLst>
                <a:ext uri="{FF2B5EF4-FFF2-40B4-BE49-F238E27FC236}">
                  <a16:creationId xmlns:a16="http://schemas.microsoft.com/office/drawing/2014/main" id="{C7C9B3B4-4F3B-3D52-8154-B58FFD5DDBB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B96FD5DF-CD0E-4857-ABD0-67C237524027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22929539-08D1-A03F-1D8E-267F08825E67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0F9A4FC8-AF2F-FFFE-BAE7-733841E0AEC2}"/>
              </a:ext>
            </a:extLst>
          </p:cNvPr>
          <p:cNvGrpSpPr/>
          <p:nvPr/>
        </p:nvGrpSpPr>
        <p:grpSpPr>
          <a:xfrm>
            <a:off x="5661240" y="4901103"/>
            <a:ext cx="231924" cy="139700"/>
            <a:chOff x="2672312" y="4346575"/>
            <a:chExt cx="231924" cy="139700"/>
          </a:xfrm>
        </p:grpSpPr>
        <p:sp>
          <p:nvSpPr>
            <p:cNvPr id="147" name="橢圓 146">
              <a:extLst>
                <a:ext uri="{FF2B5EF4-FFF2-40B4-BE49-F238E27FC236}">
                  <a16:creationId xmlns:a16="http://schemas.microsoft.com/office/drawing/2014/main" id="{6A28062D-3D8F-ED20-FC42-70DE58322091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9768CE8F-0D09-04C7-242F-5BCD45A55BC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94479538-2DA1-D42B-F8D5-8A6A9E00560D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9BBBD364-5630-B305-523E-87985520AA0E}"/>
              </a:ext>
            </a:extLst>
          </p:cNvPr>
          <p:cNvGrpSpPr/>
          <p:nvPr/>
        </p:nvGrpSpPr>
        <p:grpSpPr>
          <a:xfrm>
            <a:off x="1490015" y="3229577"/>
            <a:ext cx="2158703" cy="658272"/>
            <a:chOff x="808489" y="982294"/>
            <a:chExt cx="2158703" cy="658272"/>
          </a:xfrm>
        </p:grpSpPr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EF3425BB-0378-19D2-0C18-DC77A8A28193}"/>
                </a:ext>
              </a:extLst>
            </p:cNvPr>
            <p:cNvSpPr/>
            <p:nvPr/>
          </p:nvSpPr>
          <p:spPr>
            <a:xfrm>
              <a:off x="808489" y="982294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10</a:t>
              </a: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Gb[ConnectX-4 Lx]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C50F80A7-3EB1-9B37-50D2-E873CB660401}"/>
                </a:ext>
              </a:extLst>
            </p:cNvPr>
            <p:cNvSpPr/>
            <p:nvPr/>
          </p:nvSpPr>
          <p:spPr>
            <a:xfrm>
              <a:off x="819404" y="999360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vmnic0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EE3EAB80-CC49-EA20-C3E8-2FDA69E4C4AE}"/>
                </a:ext>
              </a:extLst>
            </p:cNvPr>
            <p:cNvSpPr/>
            <p:nvPr/>
          </p:nvSpPr>
          <p:spPr>
            <a:xfrm>
              <a:off x="1506226" y="1010067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vmnic1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349B6179-AEB7-5DCE-6785-FC494DB74568}"/>
              </a:ext>
            </a:extLst>
          </p:cNvPr>
          <p:cNvGrpSpPr/>
          <p:nvPr/>
        </p:nvGrpSpPr>
        <p:grpSpPr>
          <a:xfrm>
            <a:off x="5287722" y="4141561"/>
            <a:ext cx="231924" cy="139700"/>
            <a:chOff x="2672312" y="4346575"/>
            <a:chExt cx="231924" cy="139700"/>
          </a:xfrm>
        </p:grpSpPr>
        <p:sp>
          <p:nvSpPr>
            <p:cNvPr id="164" name="橢圓 163">
              <a:extLst>
                <a:ext uri="{FF2B5EF4-FFF2-40B4-BE49-F238E27FC236}">
                  <a16:creationId xmlns:a16="http://schemas.microsoft.com/office/drawing/2014/main" id="{F5B2507D-F411-2683-4112-33415882F273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66" name="橢圓 165">
              <a:extLst>
                <a:ext uri="{FF2B5EF4-FFF2-40B4-BE49-F238E27FC236}">
                  <a16:creationId xmlns:a16="http://schemas.microsoft.com/office/drawing/2014/main" id="{D55500FC-A1EA-2A09-D8BB-72181991DF2F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E62287F0-F25D-26A8-5095-A6BD9547B158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DEF5117A-2321-9E92-E064-872BFB49E003}"/>
              </a:ext>
            </a:extLst>
          </p:cNvPr>
          <p:cNvGrpSpPr/>
          <p:nvPr/>
        </p:nvGrpSpPr>
        <p:grpSpPr>
          <a:xfrm>
            <a:off x="5680151" y="4141561"/>
            <a:ext cx="231924" cy="139700"/>
            <a:chOff x="2672312" y="4346575"/>
            <a:chExt cx="231924" cy="139700"/>
          </a:xfrm>
        </p:grpSpPr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BBCE8144-458B-95E7-24CA-ABA5F4CDB2BF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6" name="橢圓 175">
              <a:extLst>
                <a:ext uri="{FF2B5EF4-FFF2-40B4-BE49-F238E27FC236}">
                  <a16:creationId xmlns:a16="http://schemas.microsoft.com/office/drawing/2014/main" id="{3130E962-938E-E398-629B-A6CD91E66E6B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230105F6-11B4-B297-AD5C-7BDC826FB5F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98" name="群組 197">
            <a:extLst>
              <a:ext uri="{FF2B5EF4-FFF2-40B4-BE49-F238E27FC236}">
                <a16:creationId xmlns:a16="http://schemas.microsoft.com/office/drawing/2014/main" id="{B9449D61-82EF-1C2A-1E88-DFE3D66E61A2}"/>
              </a:ext>
            </a:extLst>
          </p:cNvPr>
          <p:cNvGrpSpPr/>
          <p:nvPr/>
        </p:nvGrpSpPr>
        <p:grpSpPr>
          <a:xfrm>
            <a:off x="7413232" y="4138697"/>
            <a:ext cx="231924" cy="139700"/>
            <a:chOff x="2672312" y="4346575"/>
            <a:chExt cx="231924" cy="139700"/>
          </a:xfrm>
        </p:grpSpPr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5A49566B-BF42-B1BB-AF8E-C65F48752146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1A69876B-D334-F587-FF4A-176CDF257332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D5C996D1-6A42-6C13-86B6-C7F6477CA9C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3268E16D-D93E-D49F-3CAE-C8A47DD5C1EA}"/>
              </a:ext>
            </a:extLst>
          </p:cNvPr>
          <p:cNvGrpSpPr/>
          <p:nvPr/>
        </p:nvGrpSpPr>
        <p:grpSpPr>
          <a:xfrm>
            <a:off x="7805661" y="4138697"/>
            <a:ext cx="231924" cy="139700"/>
            <a:chOff x="2672312" y="4346575"/>
            <a:chExt cx="231924" cy="139700"/>
          </a:xfrm>
        </p:grpSpPr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2E344D24-5675-6452-B48F-D7B55246172F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5493F374-3197-2EC0-7F1C-57A7121D7B46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rgbClr val="F89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024BA9D1-7F7D-D653-A998-7CAEA243042C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DF5E7DB4-2666-2E50-BAF4-B9C985A7090A}"/>
              </a:ext>
            </a:extLst>
          </p:cNvPr>
          <p:cNvGrpSpPr/>
          <p:nvPr/>
        </p:nvGrpSpPr>
        <p:grpSpPr>
          <a:xfrm>
            <a:off x="8164586" y="4534826"/>
            <a:ext cx="231924" cy="139700"/>
            <a:chOff x="2672312" y="4346575"/>
            <a:chExt cx="231924" cy="139700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2BE5F89F-8697-F2A7-F152-7E8A0BFFE515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755DFBDF-98D2-B7CA-A915-30831472A8D3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0362D5C-9CD1-039D-C61F-0AE76C3936D5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5B6AB85C-4F45-62B4-75D8-9C2B6E4A7208}"/>
              </a:ext>
            </a:extLst>
          </p:cNvPr>
          <p:cNvGrpSpPr/>
          <p:nvPr/>
        </p:nvGrpSpPr>
        <p:grpSpPr>
          <a:xfrm>
            <a:off x="7073954" y="4532721"/>
            <a:ext cx="231924" cy="139700"/>
            <a:chOff x="2672312" y="4346575"/>
            <a:chExt cx="231924" cy="139700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F9A072A0-40EF-03E0-2A9D-7823BC412658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33472B19-004A-27E8-E29D-6D3A150278E9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04BB2A4-206D-1A4C-0D2B-588973B0DF7F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417FD57-01C4-B705-56F3-A0AAAFA483EF}"/>
              </a:ext>
            </a:extLst>
          </p:cNvPr>
          <p:cNvGrpSpPr/>
          <p:nvPr/>
        </p:nvGrpSpPr>
        <p:grpSpPr>
          <a:xfrm>
            <a:off x="7159436" y="4887075"/>
            <a:ext cx="231924" cy="139700"/>
            <a:chOff x="2672312" y="4346575"/>
            <a:chExt cx="231924" cy="139700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797215D3-6E38-6AD9-A46D-1752F2457FBA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5D4328D4-C1A4-6A4C-42D2-98B26208CAC8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55138CA-50D2-FAFA-A14C-53EEFEFC0A1A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834B3EF-F792-062E-94C2-B1C3C2D52965}"/>
              </a:ext>
            </a:extLst>
          </p:cNvPr>
          <p:cNvGrpSpPr/>
          <p:nvPr/>
        </p:nvGrpSpPr>
        <p:grpSpPr>
          <a:xfrm>
            <a:off x="7805646" y="4910886"/>
            <a:ext cx="231924" cy="139700"/>
            <a:chOff x="2672312" y="4346575"/>
            <a:chExt cx="231924" cy="139700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5E2F252A-34D7-424E-6B5B-7C6501987F4E}"/>
                </a:ext>
              </a:extLst>
            </p:cNvPr>
            <p:cNvSpPr/>
            <p:nvPr/>
          </p:nvSpPr>
          <p:spPr>
            <a:xfrm>
              <a:off x="2685012" y="4374134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2DC6832F-2074-175D-D5B5-0ADE20E8B854}"/>
                </a:ext>
              </a:extLst>
            </p:cNvPr>
            <p:cNvSpPr/>
            <p:nvPr/>
          </p:nvSpPr>
          <p:spPr>
            <a:xfrm>
              <a:off x="2798077" y="4373900"/>
              <a:ext cx="90192" cy="9019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2C39FE1-C854-55D9-B589-B5683F0BD5B4}"/>
                </a:ext>
              </a:extLst>
            </p:cNvPr>
            <p:cNvSpPr/>
            <p:nvPr/>
          </p:nvSpPr>
          <p:spPr>
            <a:xfrm>
              <a:off x="2672312" y="4346575"/>
              <a:ext cx="231924" cy="1397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kumimoji="1" lang="zh-TW" altLang="en-US" sz="120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6127F13A-CF42-D33D-3C06-BD4518EF1F4D}"/>
              </a:ext>
            </a:extLst>
          </p:cNvPr>
          <p:cNvCxnSpPr>
            <a:cxnSpLocks/>
            <a:stCxn id="170" idx="2"/>
            <a:endCxn id="68" idx="1"/>
          </p:cNvCxnSpPr>
          <p:nvPr/>
        </p:nvCxnSpPr>
        <p:spPr bwMode="gray">
          <a:xfrm>
            <a:off x="2569367" y="3887849"/>
            <a:ext cx="1762763" cy="1082928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1A0A5869-E280-D62A-5819-288A51616D09}"/>
              </a:ext>
            </a:extLst>
          </p:cNvPr>
          <p:cNvGrpSpPr/>
          <p:nvPr/>
        </p:nvGrpSpPr>
        <p:grpSpPr>
          <a:xfrm>
            <a:off x="7130213" y="3103675"/>
            <a:ext cx="2158703" cy="658272"/>
            <a:chOff x="808489" y="1107027"/>
            <a:chExt cx="2158703" cy="65827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C100731-208F-6908-6E85-DC61AC6A044F}"/>
                </a:ext>
              </a:extLst>
            </p:cNvPr>
            <p:cNvSpPr/>
            <p:nvPr/>
          </p:nvSpPr>
          <p:spPr>
            <a:xfrm>
              <a:off x="808489" y="1107027"/>
              <a:ext cx="2158703" cy="65827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600"/>
                </a:spcAft>
              </a:pPr>
              <a:endParaRPr kumimoji="1" lang="en" altLang="zh-TW" sz="1000">
                <a:solidFill>
                  <a:schemeClr val="tx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Mellanox Technologies </a:t>
              </a:r>
            </a:p>
            <a:p>
              <a:pPr>
                <a:spcAft>
                  <a:spcPts val="600"/>
                </a:spcAft>
              </a:pPr>
              <a:r>
                <a:rPr kumimoji="1" lang="en" altLang="zh-TW" sz="1000">
                  <a:solidFill>
                    <a:schemeClr val="tx2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MT27710 Family [ConnectX-4 Lx]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1C4EB38-04A4-914F-3B87-9F9821F32770}"/>
                </a:ext>
              </a:extLst>
            </p:cNvPr>
            <p:cNvSpPr/>
            <p:nvPr/>
          </p:nvSpPr>
          <p:spPr>
            <a:xfrm>
              <a:off x="819404" y="110821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vmnic6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6CFEBAF-8FE5-9909-E626-114780A625B6}"/>
                </a:ext>
              </a:extLst>
            </p:cNvPr>
            <p:cNvSpPr/>
            <p:nvPr/>
          </p:nvSpPr>
          <p:spPr>
            <a:xfrm>
              <a:off x="1506226" y="1108039"/>
              <a:ext cx="674475" cy="2192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TW" sz="1000">
                  <a:solidFill>
                    <a:schemeClr val="tx2"/>
                  </a:solidFill>
                </a:rPr>
                <a:t>vmnic7</a:t>
              </a:r>
              <a:endParaRPr kumimoji="1" lang="zh-TW" altLang="en-US" sz="1000">
                <a:solidFill>
                  <a:schemeClr val="tx2"/>
                </a:solidFill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E6664656-F94A-6AA6-86B6-F88B2AE736BF}"/>
              </a:ext>
            </a:extLst>
          </p:cNvPr>
          <p:cNvCxnSpPr>
            <a:cxnSpLocks/>
            <a:stCxn id="75" idx="3"/>
            <a:endCxn id="29" idx="2"/>
          </p:cNvCxnSpPr>
          <p:nvPr/>
        </p:nvCxnSpPr>
        <p:spPr bwMode="gray">
          <a:xfrm flipV="1">
            <a:off x="8196916" y="3761947"/>
            <a:ext cx="12649" cy="1208830"/>
          </a:xfrm>
          <a:prstGeom prst="line">
            <a:avLst/>
          </a:prstGeom>
          <a:ln w="254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68">
            <a:extLst>
              <a:ext uri="{FF2B5EF4-FFF2-40B4-BE49-F238E27FC236}">
                <a16:creationId xmlns:a16="http://schemas.microsoft.com/office/drawing/2014/main" id="{D0CA97C0-9E70-5517-92C0-93598C74B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3320" y="144002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36" name="Rectangle 276">
            <a:extLst>
              <a:ext uri="{FF2B5EF4-FFF2-40B4-BE49-F238E27FC236}">
                <a16:creationId xmlns:a16="http://schemas.microsoft.com/office/drawing/2014/main" id="{2EF1E530-E2D6-3413-40E8-1B835EC55B03}"/>
              </a:ext>
            </a:extLst>
          </p:cNvPr>
          <p:cNvSpPr/>
          <p:nvPr/>
        </p:nvSpPr>
        <p:spPr>
          <a:xfrm>
            <a:off x="3554167" y="143074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37" name="Straight Connector 260">
            <a:extLst>
              <a:ext uri="{FF2B5EF4-FFF2-40B4-BE49-F238E27FC236}">
                <a16:creationId xmlns:a16="http://schemas.microsoft.com/office/drawing/2014/main" id="{AB5B43BE-85BC-FC7D-06E0-7858C749BD24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 bwMode="gray">
          <a:xfrm flipV="1">
            <a:off x="2928836" y="168101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AC000B9B-3C3A-AA5D-DB6A-2117B6FDEB10}"/>
              </a:ext>
            </a:extLst>
          </p:cNvPr>
          <p:cNvCxnSpPr>
            <a:stCxn id="171" idx="0"/>
          </p:cNvCxnSpPr>
          <p:nvPr/>
        </p:nvCxnSpPr>
        <p:spPr bwMode="gray">
          <a:xfrm flipV="1">
            <a:off x="1838168" y="1935921"/>
            <a:ext cx="251" cy="131072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D615BF0F-DF27-8D16-E65D-8441B672D0A2}"/>
              </a:ext>
            </a:extLst>
          </p:cNvPr>
          <p:cNvCxnSpPr>
            <a:cxnSpLocks/>
            <a:stCxn id="30" idx="0"/>
            <a:endCxn id="36" idx="2"/>
          </p:cNvCxnSpPr>
          <p:nvPr/>
        </p:nvCxnSpPr>
        <p:spPr bwMode="gray">
          <a:xfrm flipH="1" flipV="1">
            <a:off x="4182652" y="1931283"/>
            <a:ext cx="3295714" cy="1173584"/>
          </a:xfrm>
          <a:prstGeom prst="line">
            <a:avLst/>
          </a:prstGeom>
          <a:ln w="3175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268">
            <a:extLst>
              <a:ext uri="{FF2B5EF4-FFF2-40B4-BE49-F238E27FC236}">
                <a16:creationId xmlns:a16="http://schemas.microsoft.com/office/drawing/2014/main" id="{2AC7C1CD-2D2B-1254-7DF0-04AAA2250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0788" y="1405701"/>
            <a:ext cx="1265516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sp>
        <p:nvSpPr>
          <p:cNvPr id="92" name="Rectangle 276">
            <a:extLst>
              <a:ext uri="{FF2B5EF4-FFF2-40B4-BE49-F238E27FC236}">
                <a16:creationId xmlns:a16="http://schemas.microsoft.com/office/drawing/2014/main" id="{C593BEE8-C1C5-254D-4859-651B94342CE5}"/>
              </a:ext>
            </a:extLst>
          </p:cNvPr>
          <p:cNvSpPr/>
          <p:nvPr/>
        </p:nvSpPr>
        <p:spPr>
          <a:xfrm>
            <a:off x="7691635" y="1396424"/>
            <a:ext cx="1256970" cy="500539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4" tIns="45672" rIns="91344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Metropolis"/>
                <a:ea typeface="+mn-ea"/>
                <a:cs typeface="+mn-cs"/>
              </a:rPr>
              <a:t>ToR Switch</a:t>
            </a:r>
          </a:p>
        </p:txBody>
      </p:sp>
      <p:cxnSp>
        <p:nvCxnSpPr>
          <p:cNvPr id="93" name="Straight Connector 260">
            <a:extLst>
              <a:ext uri="{FF2B5EF4-FFF2-40B4-BE49-F238E27FC236}">
                <a16:creationId xmlns:a16="http://schemas.microsoft.com/office/drawing/2014/main" id="{6FDCBB16-FE53-858A-260F-1A73C09399FD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 bwMode="gray">
          <a:xfrm flipV="1">
            <a:off x="7066304" y="1646694"/>
            <a:ext cx="625331" cy="9277"/>
          </a:xfrm>
          <a:prstGeom prst="line">
            <a:avLst/>
          </a:prstGeom>
          <a:ln w="63500" cmpd="dbl">
            <a:solidFill>
              <a:schemeClr val="tx1"/>
            </a:solidFill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B344E054-0A0F-BC8D-EC85-BCBA3B79CB05}"/>
              </a:ext>
            </a:extLst>
          </p:cNvPr>
          <p:cNvCxnSpPr>
            <a:cxnSpLocks/>
            <a:stCxn id="170" idx="0"/>
            <a:endCxn id="91" idx="2"/>
          </p:cNvCxnSpPr>
          <p:nvPr/>
        </p:nvCxnSpPr>
        <p:spPr bwMode="gray">
          <a:xfrm flipV="1">
            <a:off x="2569367" y="1906240"/>
            <a:ext cx="3864179" cy="132333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EABB3E0D-00C8-B3F8-EE40-D031A2CAF0B8}"/>
              </a:ext>
            </a:extLst>
          </p:cNvPr>
          <p:cNvCxnSpPr>
            <a:cxnSpLocks/>
            <a:stCxn id="31" idx="0"/>
            <a:endCxn id="92" idx="2"/>
          </p:cNvCxnSpPr>
          <p:nvPr/>
        </p:nvCxnSpPr>
        <p:spPr bwMode="gray">
          <a:xfrm flipV="1">
            <a:off x="8165188" y="1896963"/>
            <a:ext cx="154932" cy="120772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29">
            <a:extLst>
              <a:ext uri="{FF2B5EF4-FFF2-40B4-BE49-F238E27FC236}">
                <a16:creationId xmlns:a16="http://schemas.microsoft.com/office/drawing/2014/main" id="{19190238-A38F-A15E-AA9B-72943DC5DCB6}"/>
              </a:ext>
            </a:extLst>
          </p:cNvPr>
          <p:cNvSpPr/>
          <p:nvPr/>
        </p:nvSpPr>
        <p:spPr>
          <a:xfrm>
            <a:off x="2292571" y="1145126"/>
            <a:ext cx="1921560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Service switch</a:t>
            </a:r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B57CBFA8-051F-C933-D6FE-50EF688ED756}"/>
              </a:ext>
            </a:extLst>
          </p:cNvPr>
          <p:cNvSpPr/>
          <p:nvPr/>
        </p:nvSpPr>
        <p:spPr>
          <a:xfrm>
            <a:off x="6357231" y="1070990"/>
            <a:ext cx="2052313" cy="233910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  <a:defRPr/>
            </a:pPr>
            <a:r>
              <a:rPr lang="en-US" sz="1600">
                <a:solidFill>
                  <a:srgbClr val="3F3F3F"/>
                </a:solidFill>
              </a:rPr>
              <a:t>Functional switch</a:t>
            </a:r>
          </a:p>
        </p:txBody>
      </p:sp>
    </p:spTree>
    <p:extLst>
      <p:ext uri="{BB962C8B-B14F-4D97-AF65-F5344CB8AC3E}">
        <p14:creationId xmlns:p14="http://schemas.microsoft.com/office/powerpoint/2010/main" val="1427218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C2132-C8D1-17AF-0D0D-31535566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5CAA5EF9-4CDF-9FD3-58FD-E0726DC780A1}"/>
              </a:ext>
            </a:extLst>
          </p:cNvPr>
          <p:cNvSpPr/>
          <p:nvPr/>
        </p:nvSpPr>
        <p:spPr>
          <a:xfrm>
            <a:off x="658662" y="1253493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995C57-5B39-3F52-14CE-0FEDC97F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(OA VM)</a:t>
            </a:r>
          </a:p>
        </p:txBody>
      </p:sp>
      <p:sp>
        <p:nvSpPr>
          <p:cNvPr id="83" name="Rectangle 1490">
            <a:extLst>
              <a:ext uri="{FF2B5EF4-FFF2-40B4-BE49-F238E27FC236}">
                <a16:creationId xmlns:a16="http://schemas.microsoft.com/office/drawing/2014/main" id="{C6801B80-AC36-4397-5C34-A8CD3BD88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407" y="1830083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4" name="Rectangle 1491">
            <a:extLst>
              <a:ext uri="{FF2B5EF4-FFF2-40B4-BE49-F238E27FC236}">
                <a16:creationId xmlns:a16="http://schemas.microsoft.com/office/drawing/2014/main" id="{06F44835-DB0D-B1CA-92BF-9BC38E46B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785" y="1796137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5" name="Rectangle 1619">
            <a:extLst>
              <a:ext uri="{FF2B5EF4-FFF2-40B4-BE49-F238E27FC236}">
                <a16:creationId xmlns:a16="http://schemas.microsoft.com/office/drawing/2014/main" id="{D0A88CA5-7329-16DD-EB16-748E66CB0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4903" y="2016659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6" name="Rectangle 1620">
            <a:extLst>
              <a:ext uri="{FF2B5EF4-FFF2-40B4-BE49-F238E27FC236}">
                <a16:creationId xmlns:a16="http://schemas.microsoft.com/office/drawing/2014/main" id="{CCACF4DC-2675-D675-3635-9E829D717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531" y="1796136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2" name="Rectangle 1626">
            <a:extLst>
              <a:ext uri="{FF2B5EF4-FFF2-40B4-BE49-F238E27FC236}">
                <a16:creationId xmlns:a16="http://schemas.microsoft.com/office/drawing/2014/main" id="{675B0300-DAAD-F070-18F3-C6282A1D8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034" y="2838422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5" name="Rectangle 1629">
            <a:extLst>
              <a:ext uri="{FF2B5EF4-FFF2-40B4-BE49-F238E27FC236}">
                <a16:creationId xmlns:a16="http://schemas.microsoft.com/office/drawing/2014/main" id="{86920F0B-3FCB-A577-5CA5-D56FDAB62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895" y="2838422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884C5BE-F2B3-7377-B286-075011639877}"/>
              </a:ext>
            </a:extLst>
          </p:cNvPr>
          <p:cNvGrpSpPr/>
          <p:nvPr/>
        </p:nvGrpSpPr>
        <p:grpSpPr>
          <a:xfrm>
            <a:off x="3667921" y="4559777"/>
            <a:ext cx="987291" cy="740867"/>
            <a:chOff x="9474433" y="5983972"/>
            <a:chExt cx="987548" cy="390574"/>
          </a:xfrm>
        </p:grpSpPr>
        <p:sp>
          <p:nvSpPr>
            <p:cNvPr id="124" name="Rectangle 1630">
              <a:extLst>
                <a:ext uri="{FF2B5EF4-FFF2-40B4-BE49-F238E27FC236}">
                  <a16:creationId xmlns:a16="http://schemas.microsoft.com/office/drawing/2014/main" id="{9F46EAA6-20F3-CDA4-E755-C452D61F1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25" name="Rectangle 1630">
              <a:extLst>
                <a:ext uri="{FF2B5EF4-FFF2-40B4-BE49-F238E27FC236}">
                  <a16:creationId xmlns:a16="http://schemas.microsoft.com/office/drawing/2014/main" id="{D0149BB2-7BE6-7162-9F94-EEE46D9A5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5C28903-3907-C554-95CE-CEAE1A9A7BE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27" name="Rectangle 1630">
                <a:extLst>
                  <a:ext uri="{FF2B5EF4-FFF2-40B4-BE49-F238E27FC236}">
                    <a16:creationId xmlns:a16="http://schemas.microsoft.com/office/drawing/2014/main" id="{57E5FE79-EAB5-33CC-6220-06D23B5B9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8" name="Rectangle 1484">
                <a:extLst>
                  <a:ext uri="{FF2B5EF4-FFF2-40B4-BE49-F238E27FC236}">
                    <a16:creationId xmlns:a16="http://schemas.microsoft.com/office/drawing/2014/main" id="{81EAA23F-2382-D7F2-3BA5-56A2908A9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A52612F-7003-5050-C33E-262FD1E60563}"/>
              </a:ext>
            </a:extLst>
          </p:cNvPr>
          <p:cNvGrpSpPr/>
          <p:nvPr/>
        </p:nvGrpSpPr>
        <p:grpSpPr>
          <a:xfrm>
            <a:off x="4777848" y="4564997"/>
            <a:ext cx="987291" cy="740867"/>
            <a:chOff x="9474433" y="5983972"/>
            <a:chExt cx="987548" cy="390574"/>
          </a:xfrm>
        </p:grpSpPr>
        <p:sp>
          <p:nvSpPr>
            <p:cNvPr id="119" name="Rectangle 1630">
              <a:extLst>
                <a:ext uri="{FF2B5EF4-FFF2-40B4-BE49-F238E27FC236}">
                  <a16:creationId xmlns:a16="http://schemas.microsoft.com/office/drawing/2014/main" id="{1DD59D20-DCD6-16A4-F14F-4D2707C1E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20" name="Rectangle 1630">
              <a:extLst>
                <a:ext uri="{FF2B5EF4-FFF2-40B4-BE49-F238E27FC236}">
                  <a16:creationId xmlns:a16="http://schemas.microsoft.com/office/drawing/2014/main" id="{3868F73D-F89F-0B2E-190F-260DB1A8E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88DCF6B7-2B56-E992-448B-8A542849284E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22" name="Rectangle 1630">
                <a:extLst>
                  <a:ext uri="{FF2B5EF4-FFF2-40B4-BE49-F238E27FC236}">
                    <a16:creationId xmlns:a16="http://schemas.microsoft.com/office/drawing/2014/main" id="{1632DD1C-1475-C5E6-2E9C-57090CD00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23" name="Rectangle 1484">
                <a:extLst>
                  <a:ext uri="{FF2B5EF4-FFF2-40B4-BE49-F238E27FC236}">
                    <a16:creationId xmlns:a16="http://schemas.microsoft.com/office/drawing/2014/main" id="{251E7F8D-A401-82F8-464C-62EB7FC12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8F62983-60A7-DB1D-6F2B-00C0C67EEDA7}"/>
              </a:ext>
            </a:extLst>
          </p:cNvPr>
          <p:cNvGrpSpPr/>
          <p:nvPr/>
        </p:nvGrpSpPr>
        <p:grpSpPr>
          <a:xfrm>
            <a:off x="1034954" y="4491869"/>
            <a:ext cx="987291" cy="740867"/>
            <a:chOff x="9474433" y="5983972"/>
            <a:chExt cx="987548" cy="390574"/>
          </a:xfrm>
        </p:grpSpPr>
        <p:sp>
          <p:nvSpPr>
            <p:cNvPr id="114" name="Rectangle 1630">
              <a:extLst>
                <a:ext uri="{FF2B5EF4-FFF2-40B4-BE49-F238E27FC236}">
                  <a16:creationId xmlns:a16="http://schemas.microsoft.com/office/drawing/2014/main" id="{77F6CDAF-D94B-D441-65C7-3567C3F9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15" name="Rectangle 1630">
              <a:extLst>
                <a:ext uri="{FF2B5EF4-FFF2-40B4-BE49-F238E27FC236}">
                  <a16:creationId xmlns:a16="http://schemas.microsoft.com/office/drawing/2014/main" id="{BD7BB778-6D69-9EB5-7921-7B2BDE3AE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65C22C5-4D8F-CB3E-E64F-03F8C9379639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17" name="Rectangle 1630">
                <a:extLst>
                  <a:ext uri="{FF2B5EF4-FFF2-40B4-BE49-F238E27FC236}">
                    <a16:creationId xmlns:a16="http://schemas.microsoft.com/office/drawing/2014/main" id="{5A3964A7-397E-61E1-3F56-1A1DEDEC6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8" name="Rectangle 1484">
                <a:extLst>
                  <a:ext uri="{FF2B5EF4-FFF2-40B4-BE49-F238E27FC236}">
                    <a16:creationId xmlns:a16="http://schemas.microsoft.com/office/drawing/2014/main" id="{049D8D3F-45F4-CF67-796C-C5D58067B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ED52BAA-B15B-1D9D-B20E-0304C9A41504}"/>
              </a:ext>
            </a:extLst>
          </p:cNvPr>
          <p:cNvGrpSpPr/>
          <p:nvPr/>
        </p:nvGrpSpPr>
        <p:grpSpPr>
          <a:xfrm>
            <a:off x="2185838" y="4502643"/>
            <a:ext cx="987291" cy="740867"/>
            <a:chOff x="9474433" y="5983972"/>
            <a:chExt cx="987548" cy="390574"/>
          </a:xfrm>
        </p:grpSpPr>
        <p:sp>
          <p:nvSpPr>
            <p:cNvPr id="109" name="Rectangle 1630">
              <a:extLst>
                <a:ext uri="{FF2B5EF4-FFF2-40B4-BE49-F238E27FC236}">
                  <a16:creationId xmlns:a16="http://schemas.microsoft.com/office/drawing/2014/main" id="{A1CDB3B6-95AC-3E49-C079-211C5EB89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10" name="Rectangle 1630">
              <a:extLst>
                <a:ext uri="{FF2B5EF4-FFF2-40B4-BE49-F238E27FC236}">
                  <a16:creationId xmlns:a16="http://schemas.microsoft.com/office/drawing/2014/main" id="{5F3F906A-C114-4284-BD2C-A294055E2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EB53E7D-8D62-C152-8EA3-21D9AE26BA82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12" name="Rectangle 1630">
                <a:extLst>
                  <a:ext uri="{FF2B5EF4-FFF2-40B4-BE49-F238E27FC236}">
                    <a16:creationId xmlns:a16="http://schemas.microsoft.com/office/drawing/2014/main" id="{EC2FFE67-E761-BE63-5ED9-1BF7469BB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113" name="Rectangle 1484">
                <a:extLst>
                  <a:ext uri="{FF2B5EF4-FFF2-40B4-BE49-F238E27FC236}">
                    <a16:creationId xmlns:a16="http://schemas.microsoft.com/office/drawing/2014/main" id="{9CDEA58D-D1D3-7D6A-40CC-A84C17AA9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108" name="Rectangle 1629">
            <a:extLst>
              <a:ext uri="{FF2B5EF4-FFF2-40B4-BE49-F238E27FC236}">
                <a16:creationId xmlns:a16="http://schemas.microsoft.com/office/drawing/2014/main" id="{5E7939DD-BF1A-4B0F-A0E6-BA91F9650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968" y="2824442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8AE40BE-E1B8-C563-FF12-C7F5DAB301E2}"/>
              </a:ext>
            </a:extLst>
          </p:cNvPr>
          <p:cNvGrpSpPr/>
          <p:nvPr/>
        </p:nvGrpSpPr>
        <p:grpSpPr>
          <a:xfrm>
            <a:off x="1583136" y="1713697"/>
            <a:ext cx="1093644" cy="140395"/>
            <a:chOff x="7732445" y="2099978"/>
            <a:chExt cx="1104273" cy="140395"/>
          </a:xfrm>
        </p:grpSpPr>
        <p:sp>
          <p:nvSpPr>
            <p:cNvPr id="181" name="Rectangle 1622">
              <a:extLst>
                <a:ext uri="{FF2B5EF4-FFF2-40B4-BE49-F238E27FC236}">
                  <a16:creationId xmlns:a16="http://schemas.microsoft.com/office/drawing/2014/main" id="{181B9720-0EED-4190-E16F-CDD0507DA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7" name="Rectangle 1622">
              <a:extLst>
                <a:ext uri="{FF2B5EF4-FFF2-40B4-BE49-F238E27FC236}">
                  <a16:creationId xmlns:a16="http://schemas.microsoft.com/office/drawing/2014/main" id="{70449007-2292-7278-0B19-5BD78F3D6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2" name="副標題 11">
            <a:extLst>
              <a:ext uri="{FF2B5EF4-FFF2-40B4-BE49-F238E27FC236}">
                <a16:creationId xmlns:a16="http://schemas.microsoft.com/office/drawing/2014/main" id="{9826BBDD-A161-5702-8CE0-65FA29A1481B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2" name="Rectangle 1490">
            <a:extLst>
              <a:ext uri="{FF2B5EF4-FFF2-40B4-BE49-F238E27FC236}">
                <a16:creationId xmlns:a16="http://schemas.microsoft.com/office/drawing/2014/main" id="{972D11F4-93E6-D765-2F0A-05ECD737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302" y="1853520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4" name="Rectangle 1491">
            <a:extLst>
              <a:ext uri="{FF2B5EF4-FFF2-40B4-BE49-F238E27FC236}">
                <a16:creationId xmlns:a16="http://schemas.microsoft.com/office/drawing/2014/main" id="{E2F1FC1F-C562-88A0-AF17-3ADC358C9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864" y="3949054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5" name="Rectangle 1620">
            <a:extLst>
              <a:ext uri="{FF2B5EF4-FFF2-40B4-BE49-F238E27FC236}">
                <a16:creationId xmlns:a16="http://schemas.microsoft.com/office/drawing/2014/main" id="{8C4F73E6-6108-7E11-2D74-80A023B35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93" y="3971622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19" name="Rectangle 1490">
            <a:extLst>
              <a:ext uri="{FF2B5EF4-FFF2-40B4-BE49-F238E27FC236}">
                <a16:creationId xmlns:a16="http://schemas.microsoft.com/office/drawing/2014/main" id="{F8A1D475-8D09-B438-3277-0DF3426BF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1872" y="4053977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20" name="Rectangle 1490">
            <a:extLst>
              <a:ext uri="{FF2B5EF4-FFF2-40B4-BE49-F238E27FC236}">
                <a16:creationId xmlns:a16="http://schemas.microsoft.com/office/drawing/2014/main" id="{B297E93C-C09B-6C63-9577-B3B554AA4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935" y="4088234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98232911-9614-57DD-1CDF-5C5CBDF62F3E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sp>
        <p:nvSpPr>
          <p:cNvPr id="9353" name="Rectangle 1621">
            <a:extLst>
              <a:ext uri="{FF2B5EF4-FFF2-40B4-BE49-F238E27FC236}">
                <a16:creationId xmlns:a16="http://schemas.microsoft.com/office/drawing/2014/main" id="{0604219A-DF7A-F3E5-83E7-B780EA80A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805" y="1836551"/>
            <a:ext cx="505046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24F86FB-6CC3-AAC2-E978-09228159DFDF}"/>
              </a:ext>
            </a:extLst>
          </p:cNvPr>
          <p:cNvGraphicFramePr>
            <a:graphicFrameLocks noGrp="1"/>
          </p:cNvGraphicFramePr>
          <p:nvPr/>
        </p:nvGraphicFramePr>
        <p:xfrm>
          <a:off x="6036824" y="3501909"/>
          <a:ext cx="6108668" cy="108344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0.541666667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1254926"/>
                  </a:ext>
                </a:extLst>
              </a:tr>
            </a:tbl>
          </a:graphicData>
        </a:graphic>
      </p:graphicFrame>
      <p:sp>
        <p:nvSpPr>
          <p:cNvPr id="6" name="Rectangle 1621">
            <a:extLst>
              <a:ext uri="{FF2B5EF4-FFF2-40B4-BE49-F238E27FC236}">
                <a16:creationId xmlns:a16="http://schemas.microsoft.com/office/drawing/2014/main" id="{1ACEAF80-C4B4-1598-91E8-F4DDE0A0B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702" y="2419995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ADFS1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621">
            <a:extLst>
              <a:ext uri="{FF2B5EF4-FFF2-40B4-BE49-F238E27FC236}">
                <a16:creationId xmlns:a16="http://schemas.microsoft.com/office/drawing/2014/main" id="{C64B33E7-33D5-8847-5C18-0F65E1301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647" y="1836551"/>
            <a:ext cx="505046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621">
            <a:extLst>
              <a:ext uri="{FF2B5EF4-FFF2-40B4-BE49-F238E27FC236}">
                <a16:creationId xmlns:a16="http://schemas.microsoft.com/office/drawing/2014/main" id="{65DA94C5-857C-AA10-42B8-9900148B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986" y="2450216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ADFS2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1">
            <a:extLst>
              <a:ext uri="{FF2B5EF4-FFF2-40B4-BE49-F238E27FC236}">
                <a16:creationId xmlns:a16="http://schemas.microsoft.com/office/drawing/2014/main" id="{958E4D30-45EF-CC44-9C7B-55FEE0A97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986" y="2156885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AADC2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1">
            <a:extLst>
              <a:ext uri="{FF2B5EF4-FFF2-40B4-BE49-F238E27FC236}">
                <a16:creationId xmlns:a16="http://schemas.microsoft.com/office/drawing/2014/main" id="{5D71BEF7-077D-807C-6F36-DFF345EE6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905" y="2139142"/>
            <a:ext cx="644039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ADDC1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1">
            <a:extLst>
              <a:ext uri="{FF2B5EF4-FFF2-40B4-BE49-F238E27FC236}">
                <a16:creationId xmlns:a16="http://schemas.microsoft.com/office/drawing/2014/main" id="{4C97D325-E106-548A-2926-D97DE19C5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944" y="2709252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1">
            <a:extLst>
              <a:ext uri="{FF2B5EF4-FFF2-40B4-BE49-F238E27FC236}">
                <a16:creationId xmlns:a16="http://schemas.microsoft.com/office/drawing/2014/main" id="{2679F66B-44B7-F1BB-5F95-92461946D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944" y="3021888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6" name="Rectangle 1621">
            <a:extLst>
              <a:ext uri="{FF2B5EF4-FFF2-40B4-BE49-F238E27FC236}">
                <a16:creationId xmlns:a16="http://schemas.microsoft.com/office/drawing/2014/main" id="{55B2D3A0-D378-E4E5-D843-447299E40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702" y="3336232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ECJOB03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7" name="Rectangle 1621">
            <a:extLst>
              <a:ext uri="{FF2B5EF4-FFF2-40B4-BE49-F238E27FC236}">
                <a16:creationId xmlns:a16="http://schemas.microsoft.com/office/drawing/2014/main" id="{03A9203B-AEB6-3A32-6A21-9CB8D9FB4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987" y="2748060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ECJOB04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8" name="Rectangle 1621">
            <a:extLst>
              <a:ext uri="{FF2B5EF4-FFF2-40B4-BE49-F238E27FC236}">
                <a16:creationId xmlns:a16="http://schemas.microsoft.com/office/drawing/2014/main" id="{1B300628-18C4-60F1-C0FC-AAEE6DCEA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8277" y="3325737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ECJOB06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9" name="Rectangle 1621">
            <a:extLst>
              <a:ext uri="{FF2B5EF4-FFF2-40B4-BE49-F238E27FC236}">
                <a16:creationId xmlns:a16="http://schemas.microsoft.com/office/drawing/2014/main" id="{DB7573E4-41E3-6039-0231-33D6D7DC1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5987" y="3021888"/>
            <a:ext cx="1040514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ECJOB05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5C2E6AD5-8D3A-6845-CBB7-B40D8192B0C2}"/>
              </a:ext>
            </a:extLst>
          </p:cNvPr>
          <p:cNvSpPr/>
          <p:nvPr/>
        </p:nvSpPr>
        <p:spPr bwMode="gray">
          <a:xfrm>
            <a:off x="6036824" y="178294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OA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21638147-9C3C-E6BE-780F-B433342FA429}"/>
              </a:ext>
            </a:extLst>
          </p:cNvPr>
          <p:cNvSpPr/>
          <p:nvPr/>
        </p:nvSpPr>
        <p:spPr bwMode="gray">
          <a:xfrm>
            <a:off x="6036825" y="2651278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01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B3F5-8B89-E47D-5EBE-3AFB9D91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8D4759-F6D2-783C-8F53-4D404054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(RD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AFEBD7EC-BBB9-0EF8-66AB-C6D4E20C02E6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9374714C-5BB0-1B3F-2344-905DF4591E76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D206180-8E65-5B02-F978-236A938863D7}"/>
              </a:ext>
            </a:extLst>
          </p:cNvPr>
          <p:cNvGraphicFramePr>
            <a:graphicFrameLocks noGrp="1"/>
          </p:cNvGraphicFramePr>
          <p:nvPr/>
        </p:nvGraphicFramePr>
        <p:xfrm>
          <a:off x="6002819" y="3616703"/>
          <a:ext cx="6108668" cy="311656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7918898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My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416GB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0.40625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156922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Net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992GB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125492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RD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896GB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0.416666667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805718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VCF MGMT / OA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0.541666667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108351"/>
                  </a:ext>
                </a:extLst>
              </a:tr>
            </a:tbl>
          </a:graphicData>
        </a:graphic>
      </p:graphicFrame>
      <p:sp>
        <p:nvSpPr>
          <p:cNvPr id="6" name="Rectangle 80">
            <a:extLst>
              <a:ext uri="{FF2B5EF4-FFF2-40B4-BE49-F238E27FC236}">
                <a16:creationId xmlns:a16="http://schemas.microsoft.com/office/drawing/2014/main" id="{9A80822F-B399-3978-9E65-E5171044ED14}"/>
              </a:ext>
            </a:extLst>
          </p:cNvPr>
          <p:cNvSpPr/>
          <p:nvPr/>
        </p:nvSpPr>
        <p:spPr>
          <a:xfrm>
            <a:off x="365364" y="1167229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490">
            <a:extLst>
              <a:ext uri="{FF2B5EF4-FFF2-40B4-BE49-F238E27FC236}">
                <a16:creationId xmlns:a16="http://schemas.microsoft.com/office/drawing/2014/main" id="{22C51AD4-2A87-292F-AC2A-195C60BC1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109" y="1743819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1">
            <a:extLst>
              <a:ext uri="{FF2B5EF4-FFF2-40B4-BE49-F238E27FC236}">
                <a16:creationId xmlns:a16="http://schemas.microsoft.com/office/drawing/2014/main" id="{8513241F-3152-2747-3CC8-E33759A12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" y="1709873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619">
            <a:extLst>
              <a:ext uri="{FF2B5EF4-FFF2-40B4-BE49-F238E27FC236}">
                <a16:creationId xmlns:a16="http://schemas.microsoft.com/office/drawing/2014/main" id="{AB956BEB-9F9F-F4A4-B023-AB05E909D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605" y="1930395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0">
            <a:extLst>
              <a:ext uri="{FF2B5EF4-FFF2-40B4-BE49-F238E27FC236}">
                <a16:creationId xmlns:a16="http://schemas.microsoft.com/office/drawing/2014/main" id="{2001BAB3-0183-6C22-6F26-72A749596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233" y="1709872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6">
            <a:extLst>
              <a:ext uri="{FF2B5EF4-FFF2-40B4-BE49-F238E27FC236}">
                <a16:creationId xmlns:a16="http://schemas.microsoft.com/office/drawing/2014/main" id="{653EB4D1-AE8B-5788-34A2-42CD08D81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736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9">
            <a:extLst>
              <a:ext uri="{FF2B5EF4-FFF2-40B4-BE49-F238E27FC236}">
                <a16:creationId xmlns:a16="http://schemas.microsoft.com/office/drawing/2014/main" id="{31F0764F-360F-6BD2-D6A4-9A30AAE91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597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5" name="Group 101">
            <a:extLst>
              <a:ext uri="{FF2B5EF4-FFF2-40B4-BE49-F238E27FC236}">
                <a16:creationId xmlns:a16="http://schemas.microsoft.com/office/drawing/2014/main" id="{3E248A06-C0C0-C444-1726-3BDD41E7561A}"/>
              </a:ext>
            </a:extLst>
          </p:cNvPr>
          <p:cNvGrpSpPr/>
          <p:nvPr/>
        </p:nvGrpSpPr>
        <p:grpSpPr>
          <a:xfrm>
            <a:off x="3374623" y="4473513"/>
            <a:ext cx="987291" cy="740867"/>
            <a:chOff x="9474433" y="5983972"/>
            <a:chExt cx="987548" cy="390574"/>
          </a:xfrm>
        </p:grpSpPr>
        <p:sp>
          <p:nvSpPr>
            <p:cNvPr id="16" name="Rectangle 1630">
              <a:extLst>
                <a:ext uri="{FF2B5EF4-FFF2-40B4-BE49-F238E27FC236}">
                  <a16:creationId xmlns:a16="http://schemas.microsoft.com/office/drawing/2014/main" id="{F844016E-C1A5-C59B-A8A7-AFE61B418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A69502B6-F425-A1B8-98B5-8543293F9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8" name="Group 125">
              <a:extLst>
                <a:ext uri="{FF2B5EF4-FFF2-40B4-BE49-F238E27FC236}">
                  <a16:creationId xmlns:a16="http://schemas.microsoft.com/office/drawing/2014/main" id="{4A415A0D-858D-0852-CC4C-C2980173B3B1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9" name="Rectangle 1630">
                <a:extLst>
                  <a:ext uri="{FF2B5EF4-FFF2-40B4-BE49-F238E27FC236}">
                    <a16:creationId xmlns:a16="http://schemas.microsoft.com/office/drawing/2014/main" id="{52069DC5-2794-4140-5736-1F820157D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Rectangle 1484">
                <a:extLst>
                  <a:ext uri="{FF2B5EF4-FFF2-40B4-BE49-F238E27FC236}">
                    <a16:creationId xmlns:a16="http://schemas.microsoft.com/office/drawing/2014/main" id="{D7AAD5F4-872E-87D4-308A-703A1B21B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1" name="Group 102">
            <a:extLst>
              <a:ext uri="{FF2B5EF4-FFF2-40B4-BE49-F238E27FC236}">
                <a16:creationId xmlns:a16="http://schemas.microsoft.com/office/drawing/2014/main" id="{C72BA8E3-7B8F-E920-A2D2-F41314E612F9}"/>
              </a:ext>
            </a:extLst>
          </p:cNvPr>
          <p:cNvGrpSpPr/>
          <p:nvPr/>
        </p:nvGrpSpPr>
        <p:grpSpPr>
          <a:xfrm>
            <a:off x="4484550" y="4478733"/>
            <a:ext cx="987291" cy="740867"/>
            <a:chOff x="9474433" y="5983972"/>
            <a:chExt cx="987548" cy="390574"/>
          </a:xfrm>
        </p:grpSpPr>
        <p:sp>
          <p:nvSpPr>
            <p:cNvPr id="22" name="Rectangle 1630">
              <a:extLst>
                <a:ext uri="{FF2B5EF4-FFF2-40B4-BE49-F238E27FC236}">
                  <a16:creationId xmlns:a16="http://schemas.microsoft.com/office/drawing/2014/main" id="{2580B0F6-6C78-4F35-A26A-031A98BAA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71C1C577-0C21-8D01-F1C5-4823A6EE5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4" name="Group 120">
              <a:extLst>
                <a:ext uri="{FF2B5EF4-FFF2-40B4-BE49-F238E27FC236}">
                  <a16:creationId xmlns:a16="http://schemas.microsoft.com/office/drawing/2014/main" id="{EC8BA0A7-5896-CA0C-FB39-1B4DDC240A03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5" name="Rectangle 1630">
                <a:extLst>
                  <a:ext uri="{FF2B5EF4-FFF2-40B4-BE49-F238E27FC236}">
                    <a16:creationId xmlns:a16="http://schemas.microsoft.com/office/drawing/2014/main" id="{5ECF27BB-7359-F067-D258-BF83CC223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6" name="Rectangle 1484">
                <a:extLst>
                  <a:ext uri="{FF2B5EF4-FFF2-40B4-BE49-F238E27FC236}">
                    <a16:creationId xmlns:a16="http://schemas.microsoft.com/office/drawing/2014/main" id="{AE94311A-881F-A68B-13ED-88D8CC4EC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7" name="Group 103">
            <a:extLst>
              <a:ext uri="{FF2B5EF4-FFF2-40B4-BE49-F238E27FC236}">
                <a16:creationId xmlns:a16="http://schemas.microsoft.com/office/drawing/2014/main" id="{C540B129-7313-229A-8D87-1BCFB392F8E6}"/>
              </a:ext>
            </a:extLst>
          </p:cNvPr>
          <p:cNvGrpSpPr/>
          <p:nvPr/>
        </p:nvGrpSpPr>
        <p:grpSpPr>
          <a:xfrm>
            <a:off x="741656" y="4405605"/>
            <a:ext cx="987291" cy="740867"/>
            <a:chOff x="9474433" y="5983972"/>
            <a:chExt cx="987548" cy="390574"/>
          </a:xfrm>
        </p:grpSpPr>
        <p:sp>
          <p:nvSpPr>
            <p:cNvPr id="28" name="Rectangle 1630">
              <a:extLst>
                <a:ext uri="{FF2B5EF4-FFF2-40B4-BE49-F238E27FC236}">
                  <a16:creationId xmlns:a16="http://schemas.microsoft.com/office/drawing/2014/main" id="{66E84B62-D512-6134-F795-66A395D6F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B5B107F9-1F3D-8746-7894-F1375F88D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0" name="Group 115">
              <a:extLst>
                <a:ext uri="{FF2B5EF4-FFF2-40B4-BE49-F238E27FC236}">
                  <a16:creationId xmlns:a16="http://schemas.microsoft.com/office/drawing/2014/main" id="{EDE60B59-09F9-626E-2ABB-6B2DC687B693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852484D5-905F-7EC2-79C0-E851150A6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484">
                <a:extLst>
                  <a:ext uri="{FF2B5EF4-FFF2-40B4-BE49-F238E27FC236}">
                    <a16:creationId xmlns:a16="http://schemas.microsoft.com/office/drawing/2014/main" id="{6A092667-FD6F-81F3-C7AD-76A892514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3" name="Group 104">
            <a:extLst>
              <a:ext uri="{FF2B5EF4-FFF2-40B4-BE49-F238E27FC236}">
                <a16:creationId xmlns:a16="http://schemas.microsoft.com/office/drawing/2014/main" id="{225AF55E-AC99-54F0-8871-1AEE6C10150D}"/>
              </a:ext>
            </a:extLst>
          </p:cNvPr>
          <p:cNvGrpSpPr/>
          <p:nvPr/>
        </p:nvGrpSpPr>
        <p:grpSpPr>
          <a:xfrm>
            <a:off x="1892540" y="4416379"/>
            <a:ext cx="987291" cy="740867"/>
            <a:chOff x="9474433" y="5983972"/>
            <a:chExt cx="987548" cy="390574"/>
          </a:xfrm>
        </p:grpSpPr>
        <p:sp>
          <p:nvSpPr>
            <p:cNvPr id="34" name="Rectangle 1630">
              <a:extLst>
                <a:ext uri="{FF2B5EF4-FFF2-40B4-BE49-F238E27FC236}">
                  <a16:creationId xmlns:a16="http://schemas.microsoft.com/office/drawing/2014/main" id="{70701A08-17BD-FBD6-103F-4688E051A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BFA9DCFB-4F72-C77F-6DCC-E38557631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6" name="Group 110">
              <a:extLst>
                <a:ext uri="{FF2B5EF4-FFF2-40B4-BE49-F238E27FC236}">
                  <a16:creationId xmlns:a16="http://schemas.microsoft.com/office/drawing/2014/main" id="{104D8393-EBAC-29AA-B531-B931EABF4F0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FF873EC8-9DF8-9CA9-A5A2-D01A04746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Rectangle 1484">
                <a:extLst>
                  <a:ext uri="{FF2B5EF4-FFF2-40B4-BE49-F238E27FC236}">
                    <a16:creationId xmlns:a16="http://schemas.microsoft.com/office/drawing/2014/main" id="{CE7D9BB6-BCED-E040-FF2E-56620F8E6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39" name="Rectangle 1629">
            <a:extLst>
              <a:ext uri="{FF2B5EF4-FFF2-40B4-BE49-F238E27FC236}">
                <a16:creationId xmlns:a16="http://schemas.microsoft.com/office/drawing/2014/main" id="{C8B4B2FC-EA20-DA3E-D85A-F8C41B0C7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670" y="273817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10">
            <a:extLst>
              <a:ext uri="{FF2B5EF4-FFF2-40B4-BE49-F238E27FC236}">
                <a16:creationId xmlns:a16="http://schemas.microsoft.com/office/drawing/2014/main" id="{2DB84656-C1FA-1AB6-A542-9339B7D24E64}"/>
              </a:ext>
            </a:extLst>
          </p:cNvPr>
          <p:cNvGrpSpPr/>
          <p:nvPr/>
        </p:nvGrpSpPr>
        <p:grpSpPr>
          <a:xfrm>
            <a:off x="1289838" y="1627433"/>
            <a:ext cx="1093644" cy="140395"/>
            <a:chOff x="7732445" y="2099978"/>
            <a:chExt cx="1104273" cy="140395"/>
          </a:xfrm>
        </p:grpSpPr>
        <p:sp>
          <p:nvSpPr>
            <p:cNvPr id="41" name="Rectangle 1622">
              <a:extLst>
                <a:ext uri="{FF2B5EF4-FFF2-40B4-BE49-F238E27FC236}">
                  <a16:creationId xmlns:a16="http://schemas.microsoft.com/office/drawing/2014/main" id="{3AAE11BF-B930-10A1-2C5E-CD03B5081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9C772611-9196-B254-C7EF-18F937B95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3" name="Rectangle 1490">
            <a:extLst>
              <a:ext uri="{FF2B5EF4-FFF2-40B4-BE49-F238E27FC236}">
                <a16:creationId xmlns:a16="http://schemas.microsoft.com/office/drawing/2014/main" id="{8549E8E0-4646-9D9B-52A9-2C4139CA4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004" y="1767256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4" name="Rectangle 1491">
            <a:extLst>
              <a:ext uri="{FF2B5EF4-FFF2-40B4-BE49-F238E27FC236}">
                <a16:creationId xmlns:a16="http://schemas.microsoft.com/office/drawing/2014/main" id="{09DAC3D4-F7AA-8E43-25F5-18C9D0A10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66" y="3862790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620">
            <a:extLst>
              <a:ext uri="{FF2B5EF4-FFF2-40B4-BE49-F238E27FC236}">
                <a16:creationId xmlns:a16="http://schemas.microsoft.com/office/drawing/2014/main" id="{FABC0B4B-CD3A-2A94-59A8-B651308E9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095" y="3885358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490">
            <a:extLst>
              <a:ext uri="{FF2B5EF4-FFF2-40B4-BE49-F238E27FC236}">
                <a16:creationId xmlns:a16="http://schemas.microsoft.com/office/drawing/2014/main" id="{BC45FF9E-DEB3-CA5F-43D7-4D3CB663A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574" y="3967713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3F767794-9B6A-465B-3AB6-061F552CB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637" y="4001970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621">
            <a:extLst>
              <a:ext uri="{FF2B5EF4-FFF2-40B4-BE49-F238E27FC236}">
                <a16:creationId xmlns:a16="http://schemas.microsoft.com/office/drawing/2014/main" id="{C1311448-1942-E33C-A808-71E2A3ACB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55" y="2069864"/>
            <a:ext cx="644039" cy="285437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ADM08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9AB1DC7B-5054-F8F7-CD4D-C12E1C4CD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05" y="2332537"/>
            <a:ext cx="74320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JVD01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34CD7BC4-BD96-5382-C71D-74D6BF9FF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528" y="2068699"/>
            <a:ext cx="71636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ADM09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F19DF614-A10A-1203-8472-942F3420C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687" y="2363952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JVD02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0EA031BD-9E47-9487-A4B5-6175D607D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688" y="2070621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IPSCAN</a:t>
            </a:r>
            <a:endParaRPr lang="en-IN" altLang="zh-TW" sz="1000">
              <a:solidFill>
                <a:srgbClr val="717074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BAC426FA-031A-3431-E6F4-C25D29FB1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17" y="2076136"/>
            <a:ext cx="732825" cy="23125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IPSCAN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52B947AE-B7A6-B7F0-8AF0-981D4C8FF3FA}"/>
              </a:ext>
            </a:extLst>
          </p:cNvPr>
          <p:cNvSpPr/>
          <p:nvPr/>
        </p:nvSpPr>
        <p:spPr bwMode="gray">
          <a:xfrm>
            <a:off x="6036824" y="178294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RD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5" name="Rectangle 1621">
            <a:extLst>
              <a:ext uri="{FF2B5EF4-FFF2-40B4-BE49-F238E27FC236}">
                <a16:creationId xmlns:a16="http://schemas.microsoft.com/office/drawing/2014/main" id="{0186A762-96D3-0896-ACA7-EF5C6415D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042" y="2668627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DRC02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6" name="Rectangle 1621">
            <a:extLst>
              <a:ext uri="{FF2B5EF4-FFF2-40B4-BE49-F238E27FC236}">
                <a16:creationId xmlns:a16="http://schemas.microsoft.com/office/drawing/2014/main" id="{A74F7AC9-E8EE-CD57-A3D7-2885A77E2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05" y="2638901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DRC01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7" name="Rectangle 1621">
            <a:extLst>
              <a:ext uri="{FF2B5EF4-FFF2-40B4-BE49-F238E27FC236}">
                <a16:creationId xmlns:a16="http://schemas.microsoft.com/office/drawing/2014/main" id="{9B8FD3A9-7D28-922C-73B2-84AD89C2C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04" y="2945265"/>
            <a:ext cx="732825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S3sun7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621">
            <a:extLst>
              <a:ext uri="{FF2B5EF4-FFF2-40B4-BE49-F238E27FC236}">
                <a16:creationId xmlns:a16="http://schemas.microsoft.com/office/drawing/2014/main" id="{CC98E1A8-7908-EF91-40E1-A1287BE79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351" y="2965486"/>
            <a:ext cx="747771" cy="24306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S3sun7t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855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D33A-FE7A-8501-1812-BEAE1772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3B117A-FA34-647F-3C2B-E92E4A82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(NET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DE4B796C-9A1B-C8B2-F864-990D07B90A96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CFB9358E-9171-F183-89A8-0FF5A5BF276E}"/>
              </a:ext>
            </a:extLst>
          </p:cNvPr>
          <p:cNvSpPr txBox="1"/>
          <p:nvPr/>
        </p:nvSpPr>
        <p:spPr>
          <a:xfrm>
            <a:off x="1665312" y="615739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DAE69D3-61EF-4216-6539-B1AA47BE62D9}"/>
              </a:ext>
            </a:extLst>
          </p:cNvPr>
          <p:cNvGraphicFramePr>
            <a:graphicFrameLocks noGrp="1"/>
          </p:cNvGraphicFramePr>
          <p:nvPr/>
        </p:nvGraphicFramePr>
        <p:xfrm>
          <a:off x="5986132" y="4229710"/>
          <a:ext cx="6108668" cy="108344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E2E3E4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Net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992GB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1254926"/>
                  </a:ext>
                </a:extLst>
              </a:tr>
            </a:tbl>
          </a:graphicData>
        </a:graphic>
      </p:graphicFrame>
      <p:sp>
        <p:nvSpPr>
          <p:cNvPr id="7" name="Rectangle 80">
            <a:extLst>
              <a:ext uri="{FF2B5EF4-FFF2-40B4-BE49-F238E27FC236}">
                <a16:creationId xmlns:a16="http://schemas.microsoft.com/office/drawing/2014/main" id="{54292397-FE08-D123-7554-2B5307D15AAC}"/>
              </a:ext>
            </a:extLst>
          </p:cNvPr>
          <p:cNvSpPr/>
          <p:nvPr/>
        </p:nvSpPr>
        <p:spPr>
          <a:xfrm>
            <a:off x="365364" y="1167229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0">
            <a:extLst>
              <a:ext uri="{FF2B5EF4-FFF2-40B4-BE49-F238E27FC236}">
                <a16:creationId xmlns:a16="http://schemas.microsoft.com/office/drawing/2014/main" id="{D8DE1956-E2B4-AF23-BBF9-AF3F5B785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109" y="1743819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491">
            <a:extLst>
              <a:ext uri="{FF2B5EF4-FFF2-40B4-BE49-F238E27FC236}">
                <a16:creationId xmlns:a16="http://schemas.microsoft.com/office/drawing/2014/main" id="{AF1B18C6-D504-95FB-8128-69ECA2AB5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" y="1709873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19">
            <a:extLst>
              <a:ext uri="{FF2B5EF4-FFF2-40B4-BE49-F238E27FC236}">
                <a16:creationId xmlns:a16="http://schemas.microsoft.com/office/drawing/2014/main" id="{0A88EA23-11C4-75BE-EC82-E5358B013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605" y="1930395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0">
            <a:extLst>
              <a:ext uri="{FF2B5EF4-FFF2-40B4-BE49-F238E27FC236}">
                <a16:creationId xmlns:a16="http://schemas.microsoft.com/office/drawing/2014/main" id="{2AAFB4E6-9B31-9561-FC90-348E010E0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233" y="1709872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6">
            <a:extLst>
              <a:ext uri="{FF2B5EF4-FFF2-40B4-BE49-F238E27FC236}">
                <a16:creationId xmlns:a16="http://schemas.microsoft.com/office/drawing/2014/main" id="{2A9545BE-1248-5905-470F-CBB30257A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736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5" name="Rectangle 1629">
            <a:extLst>
              <a:ext uri="{FF2B5EF4-FFF2-40B4-BE49-F238E27FC236}">
                <a16:creationId xmlns:a16="http://schemas.microsoft.com/office/drawing/2014/main" id="{8EEF5E63-7326-E60A-5209-1EE304E80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4597" y="275215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6" name="Group 101">
            <a:extLst>
              <a:ext uri="{FF2B5EF4-FFF2-40B4-BE49-F238E27FC236}">
                <a16:creationId xmlns:a16="http://schemas.microsoft.com/office/drawing/2014/main" id="{E150C7C2-F17F-CE8F-BC46-72A75186D904}"/>
              </a:ext>
            </a:extLst>
          </p:cNvPr>
          <p:cNvGrpSpPr/>
          <p:nvPr/>
        </p:nvGrpSpPr>
        <p:grpSpPr>
          <a:xfrm>
            <a:off x="3374623" y="4473513"/>
            <a:ext cx="987291" cy="740867"/>
            <a:chOff x="9474433" y="5983972"/>
            <a:chExt cx="987548" cy="390574"/>
          </a:xfrm>
        </p:grpSpPr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ADC1F2BB-8B0D-4260-5F68-D8E3CE6F5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8" name="Rectangle 1630">
              <a:extLst>
                <a:ext uri="{FF2B5EF4-FFF2-40B4-BE49-F238E27FC236}">
                  <a16:creationId xmlns:a16="http://schemas.microsoft.com/office/drawing/2014/main" id="{FAC91E0D-695E-0FB0-8763-816F468C7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9" name="Group 125">
              <a:extLst>
                <a:ext uri="{FF2B5EF4-FFF2-40B4-BE49-F238E27FC236}">
                  <a16:creationId xmlns:a16="http://schemas.microsoft.com/office/drawing/2014/main" id="{E8D275C1-0CF4-D9F4-8EB1-CDB98E6270D1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0" name="Rectangle 1630">
                <a:extLst>
                  <a:ext uri="{FF2B5EF4-FFF2-40B4-BE49-F238E27FC236}">
                    <a16:creationId xmlns:a16="http://schemas.microsoft.com/office/drawing/2014/main" id="{11BE70D0-95DE-E513-77DE-A96C99BF7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1" name="Rectangle 1484">
                <a:extLst>
                  <a:ext uri="{FF2B5EF4-FFF2-40B4-BE49-F238E27FC236}">
                    <a16:creationId xmlns:a16="http://schemas.microsoft.com/office/drawing/2014/main" id="{52DE5600-3A0B-E4F1-B506-6D968A29B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2" name="Group 102">
            <a:extLst>
              <a:ext uri="{FF2B5EF4-FFF2-40B4-BE49-F238E27FC236}">
                <a16:creationId xmlns:a16="http://schemas.microsoft.com/office/drawing/2014/main" id="{4C4F4AA1-D54A-FEF0-B973-C9300A5271BE}"/>
              </a:ext>
            </a:extLst>
          </p:cNvPr>
          <p:cNvGrpSpPr/>
          <p:nvPr/>
        </p:nvGrpSpPr>
        <p:grpSpPr>
          <a:xfrm>
            <a:off x="4484550" y="4478733"/>
            <a:ext cx="987291" cy="740867"/>
            <a:chOff x="9474433" y="5983972"/>
            <a:chExt cx="987548" cy="390574"/>
          </a:xfrm>
        </p:grpSpPr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67E0D262-48EB-6E73-73AA-25AC2D5E9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4" name="Rectangle 1630">
              <a:extLst>
                <a:ext uri="{FF2B5EF4-FFF2-40B4-BE49-F238E27FC236}">
                  <a16:creationId xmlns:a16="http://schemas.microsoft.com/office/drawing/2014/main" id="{92288712-EFAF-79D0-FDDF-EC7050EB1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5" name="Group 120">
              <a:extLst>
                <a:ext uri="{FF2B5EF4-FFF2-40B4-BE49-F238E27FC236}">
                  <a16:creationId xmlns:a16="http://schemas.microsoft.com/office/drawing/2014/main" id="{70062099-779F-FC05-49BB-681C61C7421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6" name="Rectangle 1630">
                <a:extLst>
                  <a:ext uri="{FF2B5EF4-FFF2-40B4-BE49-F238E27FC236}">
                    <a16:creationId xmlns:a16="http://schemas.microsoft.com/office/drawing/2014/main" id="{817D187D-B552-89B8-7F54-B01F5BE89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7" name="Rectangle 1484">
                <a:extLst>
                  <a:ext uri="{FF2B5EF4-FFF2-40B4-BE49-F238E27FC236}">
                    <a16:creationId xmlns:a16="http://schemas.microsoft.com/office/drawing/2014/main" id="{377870B2-B8F3-12CC-7DAE-41434A3D1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8" name="Group 103">
            <a:extLst>
              <a:ext uri="{FF2B5EF4-FFF2-40B4-BE49-F238E27FC236}">
                <a16:creationId xmlns:a16="http://schemas.microsoft.com/office/drawing/2014/main" id="{8F507D9E-C87F-5B8E-D861-2A6A95091161}"/>
              </a:ext>
            </a:extLst>
          </p:cNvPr>
          <p:cNvGrpSpPr/>
          <p:nvPr/>
        </p:nvGrpSpPr>
        <p:grpSpPr>
          <a:xfrm>
            <a:off x="741656" y="4405605"/>
            <a:ext cx="987291" cy="740867"/>
            <a:chOff x="9474433" y="5983972"/>
            <a:chExt cx="987548" cy="390574"/>
          </a:xfrm>
        </p:grpSpPr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77CB7E47-0CB4-0100-89A2-C6C8E1C71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0" name="Rectangle 1630">
              <a:extLst>
                <a:ext uri="{FF2B5EF4-FFF2-40B4-BE49-F238E27FC236}">
                  <a16:creationId xmlns:a16="http://schemas.microsoft.com/office/drawing/2014/main" id="{CA8F98BC-A58E-BFCB-3BC3-D6FA26D83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1" name="Group 115">
              <a:extLst>
                <a:ext uri="{FF2B5EF4-FFF2-40B4-BE49-F238E27FC236}">
                  <a16:creationId xmlns:a16="http://schemas.microsoft.com/office/drawing/2014/main" id="{023887CD-D9FF-5D9B-9C16-2C0FA1BA376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2" name="Rectangle 1630">
                <a:extLst>
                  <a:ext uri="{FF2B5EF4-FFF2-40B4-BE49-F238E27FC236}">
                    <a16:creationId xmlns:a16="http://schemas.microsoft.com/office/drawing/2014/main" id="{0414DD97-0411-4290-1838-BD9E6AC4D0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3" name="Rectangle 1484">
                <a:extLst>
                  <a:ext uri="{FF2B5EF4-FFF2-40B4-BE49-F238E27FC236}">
                    <a16:creationId xmlns:a16="http://schemas.microsoft.com/office/drawing/2014/main" id="{B94DF8E5-D71A-A0D2-93A6-6204B2CB9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4" name="Group 104">
            <a:extLst>
              <a:ext uri="{FF2B5EF4-FFF2-40B4-BE49-F238E27FC236}">
                <a16:creationId xmlns:a16="http://schemas.microsoft.com/office/drawing/2014/main" id="{DE138190-E9C1-07A1-8970-BA7E2603BA6D}"/>
              </a:ext>
            </a:extLst>
          </p:cNvPr>
          <p:cNvGrpSpPr/>
          <p:nvPr/>
        </p:nvGrpSpPr>
        <p:grpSpPr>
          <a:xfrm>
            <a:off x="1892540" y="4416379"/>
            <a:ext cx="987291" cy="740867"/>
            <a:chOff x="9474433" y="5983972"/>
            <a:chExt cx="987548" cy="390574"/>
          </a:xfrm>
        </p:grpSpPr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D4BDAEF9-7B8B-C2FD-ABF8-4753620A2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6" name="Rectangle 1630">
              <a:extLst>
                <a:ext uri="{FF2B5EF4-FFF2-40B4-BE49-F238E27FC236}">
                  <a16:creationId xmlns:a16="http://schemas.microsoft.com/office/drawing/2014/main" id="{A0ECD735-8C75-7060-D8CB-412E38AB6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7" name="Group 110">
              <a:extLst>
                <a:ext uri="{FF2B5EF4-FFF2-40B4-BE49-F238E27FC236}">
                  <a16:creationId xmlns:a16="http://schemas.microsoft.com/office/drawing/2014/main" id="{93DF8DF5-AAC2-A112-1CC5-F5C6D99128BA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8" name="Rectangle 1630">
                <a:extLst>
                  <a:ext uri="{FF2B5EF4-FFF2-40B4-BE49-F238E27FC236}">
                    <a16:creationId xmlns:a16="http://schemas.microsoft.com/office/drawing/2014/main" id="{D9C1B5DE-8015-0272-5BB5-9502F8FE9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9" name="Rectangle 1484">
                <a:extLst>
                  <a:ext uri="{FF2B5EF4-FFF2-40B4-BE49-F238E27FC236}">
                    <a16:creationId xmlns:a16="http://schemas.microsoft.com/office/drawing/2014/main" id="{F049C09C-52C2-B6DF-026C-224B128EB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40" name="Rectangle 1629">
            <a:extLst>
              <a:ext uri="{FF2B5EF4-FFF2-40B4-BE49-F238E27FC236}">
                <a16:creationId xmlns:a16="http://schemas.microsoft.com/office/drawing/2014/main" id="{5EB93B04-7392-AB0F-0524-238565EF9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670" y="2738178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1" name="Group 10">
            <a:extLst>
              <a:ext uri="{FF2B5EF4-FFF2-40B4-BE49-F238E27FC236}">
                <a16:creationId xmlns:a16="http://schemas.microsoft.com/office/drawing/2014/main" id="{41E88521-8C69-762A-FD5A-4F256B4B9B4C}"/>
              </a:ext>
            </a:extLst>
          </p:cNvPr>
          <p:cNvGrpSpPr/>
          <p:nvPr/>
        </p:nvGrpSpPr>
        <p:grpSpPr>
          <a:xfrm>
            <a:off x="1289838" y="1627433"/>
            <a:ext cx="1093644" cy="140395"/>
            <a:chOff x="7732445" y="2099978"/>
            <a:chExt cx="1104273" cy="140395"/>
          </a:xfrm>
        </p:grpSpPr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CCE2F3F1-A591-BAAC-11D6-BBC51FDD2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3" name="Rectangle 1622">
              <a:extLst>
                <a:ext uri="{FF2B5EF4-FFF2-40B4-BE49-F238E27FC236}">
                  <a16:creationId xmlns:a16="http://schemas.microsoft.com/office/drawing/2014/main" id="{09C8EABA-1184-CC37-6DB6-6AB3C386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4" name="Rectangle 1490">
            <a:extLst>
              <a:ext uri="{FF2B5EF4-FFF2-40B4-BE49-F238E27FC236}">
                <a16:creationId xmlns:a16="http://schemas.microsoft.com/office/drawing/2014/main" id="{6A2E4507-1BAE-4F8E-B598-80E1F9642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004" y="1767256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491">
            <a:extLst>
              <a:ext uri="{FF2B5EF4-FFF2-40B4-BE49-F238E27FC236}">
                <a16:creationId xmlns:a16="http://schemas.microsoft.com/office/drawing/2014/main" id="{310C9F69-8EFE-52B2-7C3B-8BB51A20D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66" y="3862790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620">
            <a:extLst>
              <a:ext uri="{FF2B5EF4-FFF2-40B4-BE49-F238E27FC236}">
                <a16:creationId xmlns:a16="http://schemas.microsoft.com/office/drawing/2014/main" id="{38F5F246-C92A-CC49-7F5D-3847402F0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095" y="3885358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9CC16EFB-0E18-DF1F-67B4-5639B710D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574" y="3967713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490">
            <a:extLst>
              <a:ext uri="{FF2B5EF4-FFF2-40B4-BE49-F238E27FC236}">
                <a16:creationId xmlns:a16="http://schemas.microsoft.com/office/drawing/2014/main" id="{1A0508D0-07F1-A41B-9280-DB1D0D2E1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637" y="4001970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C1015072-69FF-291F-9933-7A5589CB8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246" y="2251763"/>
            <a:ext cx="61579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srgbClr val="E2E3E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DNS1</a:t>
            </a: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F9C325D8-31A8-C1FE-4AA5-4E2A4FB83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737" y="2577864"/>
            <a:ext cx="780810" cy="278890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Proxy1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9E064D06-6854-9B4D-D074-F009ECC0D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650" y="2242715"/>
            <a:ext cx="669791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DNS2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CB2AA336-D54F-8785-1035-4D334E07F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91" y="2604392"/>
            <a:ext cx="73269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Proxy2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89C003D7-009B-7ADD-BCC0-0DEF4F9D7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145" y="2197331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DHCP2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Rectangle 1621">
            <a:extLst>
              <a:ext uri="{FF2B5EF4-FFF2-40B4-BE49-F238E27FC236}">
                <a16:creationId xmlns:a16="http://schemas.microsoft.com/office/drawing/2014/main" id="{C3F4DAB2-1BD3-892D-5DE0-373DDB940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06" y="2268134"/>
            <a:ext cx="772737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DHCP1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6F7DC810-3B91-BCEC-F90D-F528EF818DC6}"/>
              </a:ext>
            </a:extLst>
          </p:cNvPr>
          <p:cNvSpPr/>
          <p:nvPr/>
        </p:nvSpPr>
        <p:spPr bwMode="gray">
          <a:xfrm>
            <a:off x="6036824" y="178294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Net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8CBC84EC-BD7F-6ED2-9F25-354A446D140F}"/>
              </a:ext>
            </a:extLst>
          </p:cNvPr>
          <p:cNvSpPr/>
          <p:nvPr/>
        </p:nvSpPr>
        <p:spPr bwMode="gray">
          <a:xfrm>
            <a:off x="6036825" y="2651278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7" name="Rectangle 1621">
            <a:extLst>
              <a:ext uri="{FF2B5EF4-FFF2-40B4-BE49-F238E27FC236}">
                <a16:creationId xmlns:a16="http://schemas.microsoft.com/office/drawing/2014/main" id="{40AFD05C-B551-6D89-C1E0-84A7F5F25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66" y="2588730"/>
            <a:ext cx="781877" cy="263621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Proxy3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621">
            <a:extLst>
              <a:ext uri="{FF2B5EF4-FFF2-40B4-BE49-F238E27FC236}">
                <a16:creationId xmlns:a16="http://schemas.microsoft.com/office/drawing/2014/main" id="{9FD7A334-558F-B3A1-BFBB-FA791B8B3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288" y="2645887"/>
            <a:ext cx="73269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Proxy4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9" name="Rectangle 1621">
            <a:extLst>
              <a:ext uri="{FF2B5EF4-FFF2-40B4-BE49-F238E27FC236}">
                <a16:creationId xmlns:a16="http://schemas.microsoft.com/office/drawing/2014/main" id="{B35D651C-3A09-8F58-8917-B89AA384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951" y="2925350"/>
            <a:ext cx="795357" cy="298860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TS01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0" name="Rectangle 1621">
            <a:extLst>
              <a:ext uri="{FF2B5EF4-FFF2-40B4-BE49-F238E27FC236}">
                <a16:creationId xmlns:a16="http://schemas.microsoft.com/office/drawing/2014/main" id="{29F31E85-ABE1-CFB7-830F-48F73972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023" y="2957186"/>
            <a:ext cx="761910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TS02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1" name="Rectangle 1621">
            <a:extLst>
              <a:ext uri="{FF2B5EF4-FFF2-40B4-BE49-F238E27FC236}">
                <a16:creationId xmlns:a16="http://schemas.microsoft.com/office/drawing/2014/main" id="{DE580384-210B-7C30-3A07-A9EB01224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595" y="3280199"/>
            <a:ext cx="795358" cy="287226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TS03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2" name="Rectangle 1621">
            <a:extLst>
              <a:ext uri="{FF2B5EF4-FFF2-40B4-BE49-F238E27FC236}">
                <a16:creationId xmlns:a16="http://schemas.microsoft.com/office/drawing/2014/main" id="{9067B2E9-4A64-B088-7DBA-14F0CA640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233" y="2952107"/>
            <a:ext cx="761910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TS04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3" name="Rectangle 1621">
            <a:extLst>
              <a:ext uri="{FF2B5EF4-FFF2-40B4-BE49-F238E27FC236}">
                <a16:creationId xmlns:a16="http://schemas.microsoft.com/office/drawing/2014/main" id="{03D96DE2-7CCF-CEC9-651B-D5A6128F2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145" y="3259736"/>
            <a:ext cx="754933" cy="280525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TS05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64" name="Rectangle 1621">
            <a:extLst>
              <a:ext uri="{FF2B5EF4-FFF2-40B4-BE49-F238E27FC236}">
                <a16:creationId xmlns:a16="http://schemas.microsoft.com/office/drawing/2014/main" id="{F54227A6-E899-5E2E-D0BF-43846049A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057" y="2942362"/>
            <a:ext cx="761910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TS06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038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80A6B-F403-5D91-DB0B-91A35DE2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AC3860-0263-A66C-CD69-9FCD77481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(My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C096DC45-B357-9C79-84BA-A56922C6B5B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52FD48E2-486E-7A04-5DD0-E9587797A698}"/>
              </a:ext>
            </a:extLst>
          </p:cNvPr>
          <p:cNvSpPr txBox="1"/>
          <p:nvPr/>
        </p:nvSpPr>
        <p:spPr>
          <a:xfrm>
            <a:off x="1626424" y="5639813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F2C9392-47C4-5C5E-418D-555295233FBE}"/>
              </a:ext>
            </a:extLst>
          </p:cNvPr>
          <p:cNvGraphicFramePr>
            <a:graphicFrameLocks noGrp="1"/>
          </p:cNvGraphicFramePr>
          <p:nvPr/>
        </p:nvGraphicFramePr>
        <p:xfrm>
          <a:off x="5780791" y="4714155"/>
          <a:ext cx="6108668" cy="108344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My 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416GB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0.40625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156922"/>
                  </a:ext>
                </a:extLst>
              </a:tr>
            </a:tbl>
          </a:graphicData>
        </a:graphic>
      </p:graphicFrame>
      <p:sp>
        <p:nvSpPr>
          <p:cNvPr id="6" name="Rectangle 80">
            <a:extLst>
              <a:ext uri="{FF2B5EF4-FFF2-40B4-BE49-F238E27FC236}">
                <a16:creationId xmlns:a16="http://schemas.microsoft.com/office/drawing/2014/main" id="{3AA561F9-A40D-3817-29A0-1902E5C9169E}"/>
              </a:ext>
            </a:extLst>
          </p:cNvPr>
          <p:cNvSpPr/>
          <p:nvPr/>
        </p:nvSpPr>
        <p:spPr>
          <a:xfrm>
            <a:off x="113981" y="1382109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490">
            <a:extLst>
              <a:ext uri="{FF2B5EF4-FFF2-40B4-BE49-F238E27FC236}">
                <a16:creationId xmlns:a16="http://schemas.microsoft.com/office/drawing/2014/main" id="{18E9820A-D5BD-A4BE-0968-40B41A021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211" y="1747955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1">
            <a:extLst>
              <a:ext uri="{FF2B5EF4-FFF2-40B4-BE49-F238E27FC236}">
                <a16:creationId xmlns:a16="http://schemas.microsoft.com/office/drawing/2014/main" id="{01954583-2646-01A7-1E5B-FC4C5A655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589" y="1714009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619">
            <a:extLst>
              <a:ext uri="{FF2B5EF4-FFF2-40B4-BE49-F238E27FC236}">
                <a16:creationId xmlns:a16="http://schemas.microsoft.com/office/drawing/2014/main" id="{DC8A4EBA-DEFA-DC5F-B354-9D855975B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707" y="1934531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0">
            <a:extLst>
              <a:ext uri="{FF2B5EF4-FFF2-40B4-BE49-F238E27FC236}">
                <a16:creationId xmlns:a16="http://schemas.microsoft.com/office/drawing/2014/main" id="{A5FE7E37-FBFE-9C0F-2752-CB3400113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5335" y="1714008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6">
            <a:extLst>
              <a:ext uri="{FF2B5EF4-FFF2-40B4-BE49-F238E27FC236}">
                <a16:creationId xmlns:a16="http://schemas.microsoft.com/office/drawing/2014/main" id="{6950A559-5DE8-61C9-0A51-B0DAE2397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838" y="275629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9">
            <a:extLst>
              <a:ext uri="{FF2B5EF4-FFF2-40B4-BE49-F238E27FC236}">
                <a16:creationId xmlns:a16="http://schemas.microsoft.com/office/drawing/2014/main" id="{18B4E2F6-FF86-5A38-0382-5C67C0AAA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699" y="275629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5" name="Group 101">
            <a:extLst>
              <a:ext uri="{FF2B5EF4-FFF2-40B4-BE49-F238E27FC236}">
                <a16:creationId xmlns:a16="http://schemas.microsoft.com/office/drawing/2014/main" id="{FA26809B-74B6-9C8F-899F-D69EA7CDE9CE}"/>
              </a:ext>
            </a:extLst>
          </p:cNvPr>
          <p:cNvGrpSpPr/>
          <p:nvPr/>
        </p:nvGrpSpPr>
        <p:grpSpPr>
          <a:xfrm>
            <a:off x="3156725" y="4477649"/>
            <a:ext cx="987291" cy="740867"/>
            <a:chOff x="9474433" y="5983972"/>
            <a:chExt cx="987548" cy="390574"/>
          </a:xfrm>
        </p:grpSpPr>
        <p:sp>
          <p:nvSpPr>
            <p:cNvPr id="16" name="Rectangle 1630">
              <a:extLst>
                <a:ext uri="{FF2B5EF4-FFF2-40B4-BE49-F238E27FC236}">
                  <a16:creationId xmlns:a16="http://schemas.microsoft.com/office/drawing/2014/main" id="{BC38DCF9-0456-1BD5-7279-4B844012B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0443C71A-1B08-B2E2-3758-1E9769678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8" name="Group 125">
              <a:extLst>
                <a:ext uri="{FF2B5EF4-FFF2-40B4-BE49-F238E27FC236}">
                  <a16:creationId xmlns:a16="http://schemas.microsoft.com/office/drawing/2014/main" id="{59040484-F8F0-A39B-4A6B-0037435D83ED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9" name="Rectangle 1630">
                <a:extLst>
                  <a:ext uri="{FF2B5EF4-FFF2-40B4-BE49-F238E27FC236}">
                    <a16:creationId xmlns:a16="http://schemas.microsoft.com/office/drawing/2014/main" id="{42FC375B-C258-2DB0-9C72-420BF376A7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Rectangle 1484">
                <a:extLst>
                  <a:ext uri="{FF2B5EF4-FFF2-40B4-BE49-F238E27FC236}">
                    <a16:creationId xmlns:a16="http://schemas.microsoft.com/office/drawing/2014/main" id="{02B15305-C24A-F1D5-12E0-9AB3AA7B5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1" name="Group 102">
            <a:extLst>
              <a:ext uri="{FF2B5EF4-FFF2-40B4-BE49-F238E27FC236}">
                <a16:creationId xmlns:a16="http://schemas.microsoft.com/office/drawing/2014/main" id="{6F518A7E-953E-0501-50EF-5511617E42EC}"/>
              </a:ext>
            </a:extLst>
          </p:cNvPr>
          <p:cNvGrpSpPr/>
          <p:nvPr/>
        </p:nvGrpSpPr>
        <p:grpSpPr>
          <a:xfrm>
            <a:off x="4266652" y="4482869"/>
            <a:ext cx="987291" cy="740867"/>
            <a:chOff x="9474433" y="5983972"/>
            <a:chExt cx="987548" cy="390574"/>
          </a:xfrm>
        </p:grpSpPr>
        <p:sp>
          <p:nvSpPr>
            <p:cNvPr id="22" name="Rectangle 1630">
              <a:extLst>
                <a:ext uri="{FF2B5EF4-FFF2-40B4-BE49-F238E27FC236}">
                  <a16:creationId xmlns:a16="http://schemas.microsoft.com/office/drawing/2014/main" id="{9CFAE9A2-0A63-47D5-9C3F-D8C573D30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FD8E2A59-D431-D603-0789-775F74A49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4" name="Group 120">
              <a:extLst>
                <a:ext uri="{FF2B5EF4-FFF2-40B4-BE49-F238E27FC236}">
                  <a16:creationId xmlns:a16="http://schemas.microsoft.com/office/drawing/2014/main" id="{B7BD1D59-608A-6A05-640B-B5B671B48509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5" name="Rectangle 1630">
                <a:extLst>
                  <a:ext uri="{FF2B5EF4-FFF2-40B4-BE49-F238E27FC236}">
                    <a16:creationId xmlns:a16="http://schemas.microsoft.com/office/drawing/2014/main" id="{528476B2-F273-1C56-6450-7483106E3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6" name="Rectangle 1484">
                <a:extLst>
                  <a:ext uri="{FF2B5EF4-FFF2-40B4-BE49-F238E27FC236}">
                    <a16:creationId xmlns:a16="http://schemas.microsoft.com/office/drawing/2014/main" id="{DA135706-4893-1124-4A1A-8F40F34DB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7" name="Group 103">
            <a:extLst>
              <a:ext uri="{FF2B5EF4-FFF2-40B4-BE49-F238E27FC236}">
                <a16:creationId xmlns:a16="http://schemas.microsoft.com/office/drawing/2014/main" id="{ED14D4E5-A8CD-1CC9-91D0-B0D29492077D}"/>
              </a:ext>
            </a:extLst>
          </p:cNvPr>
          <p:cNvGrpSpPr/>
          <p:nvPr/>
        </p:nvGrpSpPr>
        <p:grpSpPr>
          <a:xfrm>
            <a:off x="523758" y="4409741"/>
            <a:ext cx="987291" cy="740867"/>
            <a:chOff x="9474433" y="5983972"/>
            <a:chExt cx="987548" cy="390574"/>
          </a:xfrm>
        </p:grpSpPr>
        <p:sp>
          <p:nvSpPr>
            <p:cNvPr id="28" name="Rectangle 1630">
              <a:extLst>
                <a:ext uri="{FF2B5EF4-FFF2-40B4-BE49-F238E27FC236}">
                  <a16:creationId xmlns:a16="http://schemas.microsoft.com/office/drawing/2014/main" id="{657C3E26-1D0C-6794-0B25-5105A1805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F8AEB0BF-15CC-CBCD-3F5B-ECAA630A8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0" name="Group 115">
              <a:extLst>
                <a:ext uri="{FF2B5EF4-FFF2-40B4-BE49-F238E27FC236}">
                  <a16:creationId xmlns:a16="http://schemas.microsoft.com/office/drawing/2014/main" id="{AF3EC093-293A-188C-A1E3-DF4364FF7DC6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E29E625E-E5C5-9500-CCF8-A8F437D72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484">
                <a:extLst>
                  <a:ext uri="{FF2B5EF4-FFF2-40B4-BE49-F238E27FC236}">
                    <a16:creationId xmlns:a16="http://schemas.microsoft.com/office/drawing/2014/main" id="{BFEA76FE-FDCA-86B5-30BC-8DC992E5A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3" name="Group 104">
            <a:extLst>
              <a:ext uri="{FF2B5EF4-FFF2-40B4-BE49-F238E27FC236}">
                <a16:creationId xmlns:a16="http://schemas.microsoft.com/office/drawing/2014/main" id="{8F65725A-AAA5-0569-9187-E9CD1D32E001}"/>
              </a:ext>
            </a:extLst>
          </p:cNvPr>
          <p:cNvGrpSpPr/>
          <p:nvPr/>
        </p:nvGrpSpPr>
        <p:grpSpPr>
          <a:xfrm>
            <a:off x="1674642" y="4420515"/>
            <a:ext cx="987291" cy="740867"/>
            <a:chOff x="9474433" y="5983972"/>
            <a:chExt cx="987548" cy="390574"/>
          </a:xfrm>
        </p:grpSpPr>
        <p:sp>
          <p:nvSpPr>
            <p:cNvPr id="34" name="Rectangle 1630">
              <a:extLst>
                <a:ext uri="{FF2B5EF4-FFF2-40B4-BE49-F238E27FC236}">
                  <a16:creationId xmlns:a16="http://schemas.microsoft.com/office/drawing/2014/main" id="{4225D2FF-36CC-E48C-4CEE-90F39C25D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CD32145E-2A62-6D9A-53FE-D439430AC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6" name="Group 110">
              <a:extLst>
                <a:ext uri="{FF2B5EF4-FFF2-40B4-BE49-F238E27FC236}">
                  <a16:creationId xmlns:a16="http://schemas.microsoft.com/office/drawing/2014/main" id="{1E4B2C36-C91A-750B-1B5E-8D30CCAB1E66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3790A1F3-F1E1-E376-A03F-B4C5DC9A5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Rectangle 1484">
                <a:extLst>
                  <a:ext uri="{FF2B5EF4-FFF2-40B4-BE49-F238E27FC236}">
                    <a16:creationId xmlns:a16="http://schemas.microsoft.com/office/drawing/2014/main" id="{4A1F16C6-9F62-3685-0AA5-8E60643DD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39" name="Rectangle 1629">
            <a:extLst>
              <a:ext uri="{FF2B5EF4-FFF2-40B4-BE49-F238E27FC236}">
                <a16:creationId xmlns:a16="http://schemas.microsoft.com/office/drawing/2014/main" id="{624F733A-99D2-5A42-6AAD-575B0B48B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2772" y="274231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10">
            <a:extLst>
              <a:ext uri="{FF2B5EF4-FFF2-40B4-BE49-F238E27FC236}">
                <a16:creationId xmlns:a16="http://schemas.microsoft.com/office/drawing/2014/main" id="{C2E48322-F41E-FDC9-08DD-81DD95109061}"/>
              </a:ext>
            </a:extLst>
          </p:cNvPr>
          <p:cNvGrpSpPr/>
          <p:nvPr/>
        </p:nvGrpSpPr>
        <p:grpSpPr>
          <a:xfrm>
            <a:off x="1071940" y="1631569"/>
            <a:ext cx="1093644" cy="140395"/>
            <a:chOff x="7732445" y="2099978"/>
            <a:chExt cx="1104273" cy="140395"/>
          </a:xfrm>
        </p:grpSpPr>
        <p:sp>
          <p:nvSpPr>
            <p:cNvPr id="41" name="Rectangle 1622">
              <a:extLst>
                <a:ext uri="{FF2B5EF4-FFF2-40B4-BE49-F238E27FC236}">
                  <a16:creationId xmlns:a16="http://schemas.microsoft.com/office/drawing/2014/main" id="{517D2611-2D21-941F-F0B6-F923E137E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0E0E1436-9A6B-9576-640F-F86ACD8CF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3" name="Rectangle 1490">
            <a:extLst>
              <a:ext uri="{FF2B5EF4-FFF2-40B4-BE49-F238E27FC236}">
                <a16:creationId xmlns:a16="http://schemas.microsoft.com/office/drawing/2014/main" id="{A7DAFD19-35B1-E439-35F7-4FFA3AB0B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106" y="1771392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4" name="Rectangle 1491">
            <a:extLst>
              <a:ext uri="{FF2B5EF4-FFF2-40B4-BE49-F238E27FC236}">
                <a16:creationId xmlns:a16="http://schemas.microsoft.com/office/drawing/2014/main" id="{9E853433-4AF1-3686-F435-708A47FF5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668" y="3866926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620">
            <a:extLst>
              <a:ext uri="{FF2B5EF4-FFF2-40B4-BE49-F238E27FC236}">
                <a16:creationId xmlns:a16="http://schemas.microsoft.com/office/drawing/2014/main" id="{CE289F9A-323D-62E1-BE53-CC3624B58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197" y="3889494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490">
            <a:extLst>
              <a:ext uri="{FF2B5EF4-FFF2-40B4-BE49-F238E27FC236}">
                <a16:creationId xmlns:a16="http://schemas.microsoft.com/office/drawing/2014/main" id="{A262DDB6-16E2-98A2-7216-521D2BA6B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676" y="3971849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7DD9323B-E0E6-1CF3-BFE9-413169F01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739" y="400610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621">
            <a:extLst>
              <a:ext uri="{FF2B5EF4-FFF2-40B4-BE49-F238E27FC236}">
                <a16:creationId xmlns:a16="http://schemas.microsoft.com/office/drawing/2014/main" id="{383F4ADE-DF62-C8A6-8589-03EFE9E11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036" y="3031052"/>
            <a:ext cx="615601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myw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B4635239-BD55-8982-3253-EA6924BA1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933" y="2578461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08005BDC-74D5-8465-858E-E58C081A2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253" y="2402208"/>
            <a:ext cx="732759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zh-TW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myw</a:t>
            </a:r>
            <a:endParaRPr lang="en-IN" altLang="zh-TW" sz="1000">
              <a:solidFill>
                <a:srgbClr val="717074"/>
              </a:solidFill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C57959F4-6143-91D3-7B69-EFD647270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345" y="3018774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crmwt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92DC9985-48B8-00B5-9B00-BEA59CF05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132" y="2402208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myw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CFDE761E-25C8-4E36-9A27-FAAB5C581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84" y="3032974"/>
            <a:ext cx="644039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myw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Rectangle 1621">
            <a:extLst>
              <a:ext uri="{FF2B5EF4-FFF2-40B4-BE49-F238E27FC236}">
                <a16:creationId xmlns:a16="http://schemas.microsoft.com/office/drawing/2014/main" id="{DCC262BE-ABA0-5A98-7486-F09757588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7482" y="2567298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F51ED372-47CF-36ED-6611-44486ED3C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030" y="2094741"/>
            <a:ext cx="6580401" cy="2442018"/>
          </a:xfrm>
          <a:prstGeom prst="rect">
            <a:avLst/>
          </a:prstGeom>
        </p:spPr>
      </p:pic>
      <p:sp>
        <p:nvSpPr>
          <p:cNvPr id="57" name="圓角矩形 56">
            <a:extLst>
              <a:ext uri="{FF2B5EF4-FFF2-40B4-BE49-F238E27FC236}">
                <a16:creationId xmlns:a16="http://schemas.microsoft.com/office/drawing/2014/main" id="{EB1C7C6A-317A-1152-70DE-4FBBA30DB2EB}"/>
              </a:ext>
            </a:extLst>
          </p:cNvPr>
          <p:cNvSpPr/>
          <p:nvPr/>
        </p:nvSpPr>
        <p:spPr bwMode="gray">
          <a:xfrm>
            <a:off x="5950835" y="598538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Net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8" name="圓角矩形 57">
            <a:extLst>
              <a:ext uri="{FF2B5EF4-FFF2-40B4-BE49-F238E27FC236}">
                <a16:creationId xmlns:a16="http://schemas.microsoft.com/office/drawing/2014/main" id="{6FB93947-4ED4-EA1E-41E5-C4967C3DC659}"/>
              </a:ext>
            </a:extLst>
          </p:cNvPr>
          <p:cNvSpPr/>
          <p:nvPr/>
        </p:nvSpPr>
        <p:spPr bwMode="gray">
          <a:xfrm>
            <a:off x="5950836" y="1466870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9" name="Rectangle 1621">
            <a:extLst>
              <a:ext uri="{FF2B5EF4-FFF2-40B4-BE49-F238E27FC236}">
                <a16:creationId xmlns:a16="http://schemas.microsoft.com/office/drawing/2014/main" id="{3E8CC039-3381-EEC5-54BD-083312427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618" y="3017626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crmwt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205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75F97-3E9B-1EBB-C3AE-D4D7673A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E517E1-4ADC-AF24-7742-D2BD33E6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10" y="208214"/>
            <a:ext cx="11001004" cy="381000"/>
          </a:xfrm>
        </p:spPr>
        <p:txBody>
          <a:bodyPr/>
          <a:lstStyle/>
          <a:p>
            <a:r>
              <a:rPr lang="en-US" altLang="zh-TW">
                <a:latin typeface="Arial (本文)"/>
              </a:rPr>
              <a:t>(</a:t>
            </a:r>
            <a:r>
              <a:rPr lang="en-US" altLang="zh-TW" err="1">
                <a:latin typeface="Arial (本文)"/>
              </a:rPr>
              <a:t>Lnx</a:t>
            </a:r>
            <a:r>
              <a:rPr lang="en-US" altLang="zh-TW">
                <a:latin typeface="Arial (本文)"/>
              </a:rPr>
              <a:t> VM)</a:t>
            </a:r>
          </a:p>
        </p:txBody>
      </p:sp>
      <p:sp>
        <p:nvSpPr>
          <p:cNvPr id="12" name="副標題 11">
            <a:extLst>
              <a:ext uri="{FF2B5EF4-FFF2-40B4-BE49-F238E27FC236}">
                <a16:creationId xmlns:a16="http://schemas.microsoft.com/office/drawing/2014/main" id="{BECA3340-20CE-FAD8-0AB3-4F7960D9123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06967" y="607293"/>
            <a:ext cx="10962687" cy="247743"/>
          </a:xfrm>
        </p:spPr>
        <p:txBody>
          <a:bodyPr/>
          <a:lstStyle/>
          <a:p>
            <a:r>
              <a:rPr lang="en-US"/>
              <a:t>VM Placement Design</a:t>
            </a:r>
          </a:p>
        </p:txBody>
      </p:sp>
      <p:sp>
        <p:nvSpPr>
          <p:cNvPr id="9350" name="文字方塊 9349">
            <a:extLst>
              <a:ext uri="{FF2B5EF4-FFF2-40B4-BE49-F238E27FC236}">
                <a16:creationId xmlns:a16="http://schemas.microsoft.com/office/drawing/2014/main" id="{EDD70687-4082-3BC4-365D-7388BC88634F}"/>
              </a:ext>
            </a:extLst>
          </p:cNvPr>
          <p:cNvSpPr txBox="1"/>
          <p:nvPr/>
        </p:nvSpPr>
        <p:spPr>
          <a:xfrm>
            <a:off x="1444190" y="5337888"/>
            <a:ext cx="2057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/>
              <a:t>#DRS Setup: Manual</a:t>
            </a:r>
            <a:endParaRPr lang="zh-TW" altLang="en-US" sz="14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B2E0A8C-F4DF-1B90-0B26-EEA5D9C44885}"/>
              </a:ext>
            </a:extLst>
          </p:cNvPr>
          <p:cNvGraphicFramePr>
            <a:graphicFrameLocks noGrp="1"/>
          </p:cNvGraphicFramePr>
          <p:nvPr/>
        </p:nvGraphicFramePr>
        <p:xfrm>
          <a:off x="5869387" y="5337888"/>
          <a:ext cx="6108668" cy="1066785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72526">
                  <a:extLst>
                    <a:ext uri="{9D8B030D-6E8A-4147-A177-3AD203B41FA5}">
                      <a16:colId xmlns:a16="http://schemas.microsoft.com/office/drawing/2014/main" val="902336679"/>
                    </a:ext>
                  </a:extLst>
                </a:gridCol>
                <a:gridCol w="472526">
                  <a:extLst>
                    <a:ext uri="{9D8B030D-6E8A-4147-A177-3AD203B41FA5}">
                      <a16:colId xmlns:a16="http://schemas.microsoft.com/office/drawing/2014/main" val="208440178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745443239"/>
                    </a:ext>
                  </a:extLst>
                </a:gridCol>
                <a:gridCol w="445525">
                  <a:extLst>
                    <a:ext uri="{9D8B030D-6E8A-4147-A177-3AD203B41FA5}">
                      <a16:colId xmlns:a16="http://schemas.microsoft.com/office/drawing/2014/main" val="267639571"/>
                    </a:ext>
                  </a:extLst>
                </a:gridCol>
                <a:gridCol w="519779">
                  <a:extLst>
                    <a:ext uri="{9D8B030D-6E8A-4147-A177-3AD203B41FA5}">
                      <a16:colId xmlns:a16="http://schemas.microsoft.com/office/drawing/2014/main" val="2307777613"/>
                    </a:ext>
                  </a:extLst>
                </a:gridCol>
                <a:gridCol w="498191">
                  <a:extLst>
                    <a:ext uri="{9D8B030D-6E8A-4147-A177-3AD203B41FA5}">
                      <a16:colId xmlns:a16="http://schemas.microsoft.com/office/drawing/2014/main" val="2117028811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471376863"/>
                    </a:ext>
                  </a:extLst>
                </a:gridCol>
                <a:gridCol w="813649">
                  <a:extLst>
                    <a:ext uri="{9D8B030D-6E8A-4147-A177-3AD203B41FA5}">
                      <a16:colId xmlns:a16="http://schemas.microsoft.com/office/drawing/2014/main" val="3167028976"/>
                    </a:ext>
                  </a:extLst>
                </a:gridCol>
                <a:gridCol w="738777">
                  <a:extLst>
                    <a:ext uri="{9D8B030D-6E8A-4147-A177-3AD203B41FA5}">
                      <a16:colId xmlns:a16="http://schemas.microsoft.com/office/drawing/2014/main" val="2612643454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817511163"/>
                    </a:ext>
                  </a:extLst>
                </a:gridCol>
              </a:tblGrid>
              <a:tr h="708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Host Number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Core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VSAN FTT1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VCPU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vMemory For Service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Storage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CPU Overcommit Ratio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7442506"/>
                  </a:ext>
                </a:extLst>
              </a:tr>
              <a:tr h="35862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Lnx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5TB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928GB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11500GB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7918898"/>
                  </a:ext>
                </a:extLst>
              </a:tr>
            </a:tbl>
          </a:graphicData>
        </a:graphic>
      </p:graphicFrame>
      <p:sp>
        <p:nvSpPr>
          <p:cNvPr id="6" name="Rectangle 80">
            <a:extLst>
              <a:ext uri="{FF2B5EF4-FFF2-40B4-BE49-F238E27FC236}">
                <a16:creationId xmlns:a16="http://schemas.microsoft.com/office/drawing/2014/main" id="{E6E14118-A4B8-B62C-765D-808C07B8472B}"/>
              </a:ext>
            </a:extLst>
          </p:cNvPr>
          <p:cNvSpPr/>
          <p:nvPr/>
        </p:nvSpPr>
        <p:spPr>
          <a:xfrm>
            <a:off x="152869" y="986875"/>
            <a:ext cx="5341574" cy="4351013"/>
          </a:xfrm>
          <a:prstGeom prst="rect">
            <a:avLst/>
          </a:prstGeom>
          <a:solidFill>
            <a:srgbClr val="387C2C">
              <a:alpha val="14902"/>
            </a:srgbClr>
          </a:solidFill>
          <a:ln w="381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7" name="Rectangle 1490">
            <a:extLst>
              <a:ext uri="{FF2B5EF4-FFF2-40B4-BE49-F238E27FC236}">
                <a16:creationId xmlns:a16="http://schemas.microsoft.com/office/drawing/2014/main" id="{C039CC05-F408-4008-32EE-E31B0BD64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4" y="1563465"/>
            <a:ext cx="762102" cy="291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8" name="Rectangle 1491">
            <a:extLst>
              <a:ext uri="{FF2B5EF4-FFF2-40B4-BE49-F238E27FC236}">
                <a16:creationId xmlns:a16="http://schemas.microsoft.com/office/drawing/2014/main" id="{8E81D8CE-1EA9-42CE-F7EA-E78E344F8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92" y="1529519"/>
            <a:ext cx="2531179" cy="1963022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9" name="Rectangle 1619">
            <a:extLst>
              <a:ext uri="{FF2B5EF4-FFF2-40B4-BE49-F238E27FC236}">
                <a16:creationId xmlns:a16="http://schemas.microsoft.com/office/drawing/2014/main" id="{EB435257-0409-0B04-77B6-978FD45C6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110" y="1750041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0" name="Rectangle 1620">
            <a:extLst>
              <a:ext uri="{FF2B5EF4-FFF2-40B4-BE49-F238E27FC236}">
                <a16:creationId xmlns:a16="http://schemas.microsoft.com/office/drawing/2014/main" id="{C7315A2B-EB77-22BB-C972-BCB5F2F05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0738" y="1529518"/>
            <a:ext cx="2354123" cy="1985351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3" name="Rectangle 1626">
            <a:extLst>
              <a:ext uri="{FF2B5EF4-FFF2-40B4-BE49-F238E27FC236}">
                <a16:creationId xmlns:a16="http://schemas.microsoft.com/office/drawing/2014/main" id="{B4F8B18C-4E79-9006-1FF2-DC671E667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241" y="257180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14" name="Rectangle 1629">
            <a:extLst>
              <a:ext uri="{FF2B5EF4-FFF2-40B4-BE49-F238E27FC236}">
                <a16:creationId xmlns:a16="http://schemas.microsoft.com/office/drawing/2014/main" id="{3DE50ACB-DEF6-A352-64BF-869E6586C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102" y="257180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15" name="Group 101">
            <a:extLst>
              <a:ext uri="{FF2B5EF4-FFF2-40B4-BE49-F238E27FC236}">
                <a16:creationId xmlns:a16="http://schemas.microsoft.com/office/drawing/2014/main" id="{8473205C-5D96-1EAA-5D61-C2947D25B70E}"/>
              </a:ext>
            </a:extLst>
          </p:cNvPr>
          <p:cNvGrpSpPr/>
          <p:nvPr/>
        </p:nvGrpSpPr>
        <p:grpSpPr>
          <a:xfrm>
            <a:off x="3162128" y="4293159"/>
            <a:ext cx="987291" cy="740867"/>
            <a:chOff x="9474433" y="5983972"/>
            <a:chExt cx="987548" cy="390574"/>
          </a:xfrm>
        </p:grpSpPr>
        <p:sp>
          <p:nvSpPr>
            <p:cNvPr id="16" name="Rectangle 1630">
              <a:extLst>
                <a:ext uri="{FF2B5EF4-FFF2-40B4-BE49-F238E27FC236}">
                  <a16:creationId xmlns:a16="http://schemas.microsoft.com/office/drawing/2014/main" id="{01CADC7A-6CA4-DBB6-9320-F52308864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17" name="Rectangle 1630">
              <a:extLst>
                <a:ext uri="{FF2B5EF4-FFF2-40B4-BE49-F238E27FC236}">
                  <a16:creationId xmlns:a16="http://schemas.microsoft.com/office/drawing/2014/main" id="{3C047D11-88D6-4C64-674D-512F30495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18" name="Group 125">
              <a:extLst>
                <a:ext uri="{FF2B5EF4-FFF2-40B4-BE49-F238E27FC236}">
                  <a16:creationId xmlns:a16="http://schemas.microsoft.com/office/drawing/2014/main" id="{690C9F25-8717-BAB7-BC37-078DEF09DCA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19" name="Rectangle 1630">
                <a:extLst>
                  <a:ext uri="{FF2B5EF4-FFF2-40B4-BE49-F238E27FC236}">
                    <a16:creationId xmlns:a16="http://schemas.microsoft.com/office/drawing/2014/main" id="{B5B3BB92-D559-FDB1-BDB1-5BE9D5BDF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0" name="Rectangle 1484">
                <a:extLst>
                  <a:ext uri="{FF2B5EF4-FFF2-40B4-BE49-F238E27FC236}">
                    <a16:creationId xmlns:a16="http://schemas.microsoft.com/office/drawing/2014/main" id="{BBACA13F-07C3-1021-D6FB-B01FF2CB1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1" name="Group 102">
            <a:extLst>
              <a:ext uri="{FF2B5EF4-FFF2-40B4-BE49-F238E27FC236}">
                <a16:creationId xmlns:a16="http://schemas.microsoft.com/office/drawing/2014/main" id="{B587E700-B129-76A5-70C4-0428D5E3B907}"/>
              </a:ext>
            </a:extLst>
          </p:cNvPr>
          <p:cNvGrpSpPr/>
          <p:nvPr/>
        </p:nvGrpSpPr>
        <p:grpSpPr>
          <a:xfrm>
            <a:off x="4272055" y="4298379"/>
            <a:ext cx="987291" cy="740867"/>
            <a:chOff x="9474433" y="5983972"/>
            <a:chExt cx="987548" cy="390574"/>
          </a:xfrm>
        </p:grpSpPr>
        <p:sp>
          <p:nvSpPr>
            <p:cNvPr id="22" name="Rectangle 1630">
              <a:extLst>
                <a:ext uri="{FF2B5EF4-FFF2-40B4-BE49-F238E27FC236}">
                  <a16:creationId xmlns:a16="http://schemas.microsoft.com/office/drawing/2014/main" id="{3EA932B6-F3B1-60ED-094A-F96ECF261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3" name="Rectangle 1630">
              <a:extLst>
                <a:ext uri="{FF2B5EF4-FFF2-40B4-BE49-F238E27FC236}">
                  <a16:creationId xmlns:a16="http://schemas.microsoft.com/office/drawing/2014/main" id="{EA9F6614-E773-5109-1E4F-7F97C73E9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24" name="Group 120">
              <a:extLst>
                <a:ext uri="{FF2B5EF4-FFF2-40B4-BE49-F238E27FC236}">
                  <a16:creationId xmlns:a16="http://schemas.microsoft.com/office/drawing/2014/main" id="{ED86B2FF-4395-500D-482F-C4F03465A2E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25" name="Rectangle 1630">
                <a:extLst>
                  <a:ext uri="{FF2B5EF4-FFF2-40B4-BE49-F238E27FC236}">
                    <a16:creationId xmlns:a16="http://schemas.microsoft.com/office/drawing/2014/main" id="{665CC0B2-BF99-D9BF-778D-0BE98082E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26" name="Rectangle 1484">
                <a:extLst>
                  <a:ext uri="{FF2B5EF4-FFF2-40B4-BE49-F238E27FC236}">
                    <a16:creationId xmlns:a16="http://schemas.microsoft.com/office/drawing/2014/main" id="{C0B0B5C0-1F63-D1EF-17CC-09A822B0E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27" name="Group 103">
            <a:extLst>
              <a:ext uri="{FF2B5EF4-FFF2-40B4-BE49-F238E27FC236}">
                <a16:creationId xmlns:a16="http://schemas.microsoft.com/office/drawing/2014/main" id="{1DD88CA2-4F0C-2108-1BC6-BE858EE76C32}"/>
              </a:ext>
            </a:extLst>
          </p:cNvPr>
          <p:cNvGrpSpPr/>
          <p:nvPr/>
        </p:nvGrpSpPr>
        <p:grpSpPr>
          <a:xfrm>
            <a:off x="529161" y="4225251"/>
            <a:ext cx="987291" cy="740867"/>
            <a:chOff x="9474433" y="5983972"/>
            <a:chExt cx="987548" cy="390574"/>
          </a:xfrm>
        </p:grpSpPr>
        <p:sp>
          <p:nvSpPr>
            <p:cNvPr id="28" name="Rectangle 1630">
              <a:extLst>
                <a:ext uri="{FF2B5EF4-FFF2-40B4-BE49-F238E27FC236}">
                  <a16:creationId xmlns:a16="http://schemas.microsoft.com/office/drawing/2014/main" id="{A0F2D3A5-BA92-9156-0D10-4C25066A1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29" name="Rectangle 1630">
              <a:extLst>
                <a:ext uri="{FF2B5EF4-FFF2-40B4-BE49-F238E27FC236}">
                  <a16:creationId xmlns:a16="http://schemas.microsoft.com/office/drawing/2014/main" id="{7751FD0B-F093-7853-EB44-8A7A84B66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0" name="Group 115">
              <a:extLst>
                <a:ext uri="{FF2B5EF4-FFF2-40B4-BE49-F238E27FC236}">
                  <a16:creationId xmlns:a16="http://schemas.microsoft.com/office/drawing/2014/main" id="{8AF32A9D-E824-D013-D94E-25B0F7270460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1" name="Rectangle 1630">
                <a:extLst>
                  <a:ext uri="{FF2B5EF4-FFF2-40B4-BE49-F238E27FC236}">
                    <a16:creationId xmlns:a16="http://schemas.microsoft.com/office/drawing/2014/main" id="{800DB577-EBED-B224-0336-4B21480EC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2" name="Rectangle 1484">
                <a:extLst>
                  <a:ext uri="{FF2B5EF4-FFF2-40B4-BE49-F238E27FC236}">
                    <a16:creationId xmlns:a16="http://schemas.microsoft.com/office/drawing/2014/main" id="{E9306A3D-DCFA-881A-E513-792B5D15A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grpSp>
        <p:nvGrpSpPr>
          <p:cNvPr id="33" name="Group 104">
            <a:extLst>
              <a:ext uri="{FF2B5EF4-FFF2-40B4-BE49-F238E27FC236}">
                <a16:creationId xmlns:a16="http://schemas.microsoft.com/office/drawing/2014/main" id="{12990CAA-5599-49F1-8F16-2083AB2A52E0}"/>
              </a:ext>
            </a:extLst>
          </p:cNvPr>
          <p:cNvGrpSpPr/>
          <p:nvPr/>
        </p:nvGrpSpPr>
        <p:grpSpPr>
          <a:xfrm>
            <a:off x="1680045" y="4236025"/>
            <a:ext cx="987291" cy="740867"/>
            <a:chOff x="9474433" y="5983972"/>
            <a:chExt cx="987548" cy="390574"/>
          </a:xfrm>
        </p:grpSpPr>
        <p:sp>
          <p:nvSpPr>
            <p:cNvPr id="34" name="Rectangle 1630">
              <a:extLst>
                <a:ext uri="{FF2B5EF4-FFF2-40B4-BE49-F238E27FC236}">
                  <a16:creationId xmlns:a16="http://schemas.microsoft.com/office/drawing/2014/main" id="{BA3C98C1-C6B8-75EF-3918-608A96287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765" y="6112618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35" name="Rectangle 1630">
              <a:extLst>
                <a:ext uri="{FF2B5EF4-FFF2-40B4-BE49-F238E27FC236}">
                  <a16:creationId xmlns:a16="http://schemas.microsoft.com/office/drawing/2014/main" id="{BCDC31F1-07D2-1809-3B93-B2899FA7F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076" y="6045254"/>
              <a:ext cx="843216" cy="261928"/>
            </a:xfrm>
            <a:prstGeom prst="rect">
              <a:avLst/>
            </a:prstGeom>
            <a:solidFill>
              <a:srgbClr val="003D7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798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grpSp>
          <p:nvGrpSpPr>
            <p:cNvPr id="36" name="Group 110">
              <a:extLst>
                <a:ext uri="{FF2B5EF4-FFF2-40B4-BE49-F238E27FC236}">
                  <a16:creationId xmlns:a16="http://schemas.microsoft.com/office/drawing/2014/main" id="{64DC4291-06BD-B4A4-1BE4-CE69793A2615}"/>
                </a:ext>
              </a:extLst>
            </p:cNvPr>
            <p:cNvGrpSpPr/>
            <p:nvPr/>
          </p:nvGrpSpPr>
          <p:grpSpPr>
            <a:xfrm>
              <a:off x="9474433" y="5983972"/>
              <a:ext cx="843216" cy="261928"/>
              <a:chOff x="9474434" y="6169899"/>
              <a:chExt cx="464202" cy="261928"/>
            </a:xfrm>
          </p:grpSpPr>
          <p:sp>
            <p:nvSpPr>
              <p:cNvPr id="37" name="Rectangle 1630">
                <a:extLst>
                  <a:ext uri="{FF2B5EF4-FFF2-40B4-BE49-F238E27FC236}">
                    <a16:creationId xmlns:a16="http://schemas.microsoft.com/office/drawing/2014/main" id="{4A9C114E-CCFC-D220-263D-D6AFEFE79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4434" y="6169899"/>
                <a:ext cx="464202" cy="261928"/>
              </a:xfrm>
              <a:prstGeom prst="rect">
                <a:avLst/>
              </a:prstGeom>
              <a:solidFill>
                <a:srgbClr val="003D79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798" b="1" i="0" u="none" strike="noStrike" kern="1200" cap="none" spc="0" normalizeH="0" baseline="0" noProof="0">
                  <a:ln>
                    <a:noFill/>
                  </a:ln>
                  <a:solidFill>
                    <a:srgbClr val="717074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  <p:sp>
            <p:nvSpPr>
              <p:cNvPr id="38" name="Rectangle 1484">
                <a:extLst>
                  <a:ext uri="{FF2B5EF4-FFF2-40B4-BE49-F238E27FC236}">
                    <a16:creationId xmlns:a16="http://schemas.microsoft.com/office/drawing/2014/main" id="{9EC351D5-7FE2-CBB7-D49B-88DA482D9B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7965" y="6225314"/>
                <a:ext cx="144763" cy="1385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9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(本文)"/>
                    <a:ea typeface="Microsoft JhengHei" panose="020B0604030504040204" pitchFamily="34" charset="-120"/>
                  </a:rPr>
                  <a:t>ESXi</a:t>
                </a:r>
                <a:endParaRPr kumimoji="0" lang="en-US" altLang="en-US" sz="1798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(本文)"/>
                  <a:ea typeface="Microsoft JhengHei" panose="020B0604030504040204" pitchFamily="34" charset="-120"/>
                </a:endParaRPr>
              </a:p>
            </p:txBody>
          </p:sp>
        </p:grpSp>
      </p:grpSp>
      <p:sp>
        <p:nvSpPr>
          <p:cNvPr id="39" name="Rectangle 1629">
            <a:extLst>
              <a:ext uri="{FF2B5EF4-FFF2-40B4-BE49-F238E27FC236}">
                <a16:creationId xmlns:a16="http://schemas.microsoft.com/office/drawing/2014/main" id="{D6FC1804-CB67-C938-25AD-F0A0E75CC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175" y="2557824"/>
            <a:ext cx="65" cy="524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grpSp>
        <p:nvGrpSpPr>
          <p:cNvPr id="40" name="Group 10">
            <a:extLst>
              <a:ext uri="{FF2B5EF4-FFF2-40B4-BE49-F238E27FC236}">
                <a16:creationId xmlns:a16="http://schemas.microsoft.com/office/drawing/2014/main" id="{2242012F-1AB7-E0E5-2CF1-B87B515CD2D8}"/>
              </a:ext>
            </a:extLst>
          </p:cNvPr>
          <p:cNvGrpSpPr/>
          <p:nvPr/>
        </p:nvGrpSpPr>
        <p:grpSpPr>
          <a:xfrm>
            <a:off x="1077343" y="1447079"/>
            <a:ext cx="1093644" cy="140395"/>
            <a:chOff x="7732445" y="2099978"/>
            <a:chExt cx="1104273" cy="140395"/>
          </a:xfrm>
        </p:grpSpPr>
        <p:sp>
          <p:nvSpPr>
            <p:cNvPr id="41" name="Rectangle 1622">
              <a:extLst>
                <a:ext uri="{FF2B5EF4-FFF2-40B4-BE49-F238E27FC236}">
                  <a16:creationId xmlns:a16="http://schemas.microsoft.com/office/drawing/2014/main" id="{B03E7E3A-FBF7-4E99-6D5C-69ADFE604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2445" y="2101874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  <p:sp>
          <p:nvSpPr>
            <p:cNvPr id="42" name="Rectangle 1622">
              <a:extLst>
                <a:ext uri="{FF2B5EF4-FFF2-40B4-BE49-F238E27FC236}">
                  <a16:creationId xmlns:a16="http://schemas.microsoft.com/office/drawing/2014/main" id="{6E4A8FAA-E3D5-9756-8DB9-D459C89B7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653" y="2099978"/>
              <a:ext cx="65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3852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endParaRPr>
            </a:p>
          </p:txBody>
        </p:sp>
      </p:grpSp>
      <p:sp>
        <p:nvSpPr>
          <p:cNvPr id="43" name="Rectangle 1490">
            <a:extLst>
              <a:ext uri="{FF2B5EF4-FFF2-40B4-BE49-F238E27FC236}">
                <a16:creationId xmlns:a16="http://schemas.microsoft.com/office/drawing/2014/main" id="{F638F1A0-66AE-B078-3762-6679B4406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509" y="1586902"/>
            <a:ext cx="10444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DC2-vm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4" name="Rectangle 1491">
            <a:extLst>
              <a:ext uri="{FF2B5EF4-FFF2-40B4-BE49-F238E27FC236}">
                <a16:creationId xmlns:a16="http://schemas.microsoft.com/office/drawing/2014/main" id="{914A3A97-4F6D-F5A9-EECC-EAE9E8D7C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71" y="3682436"/>
            <a:ext cx="2531179" cy="1437785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5" name="Rectangle 1620">
            <a:extLst>
              <a:ext uri="{FF2B5EF4-FFF2-40B4-BE49-F238E27FC236}">
                <a16:creationId xmlns:a16="http://schemas.microsoft.com/office/drawing/2014/main" id="{88F58470-A3EA-F5D1-22F4-1F235194B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600" y="3705004"/>
            <a:ext cx="2368903" cy="1415217"/>
          </a:xfrm>
          <a:prstGeom prst="rect">
            <a:avLst/>
          </a:prstGeom>
          <a:noFill/>
          <a:ln w="6350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6" name="Rectangle 1490">
            <a:extLst>
              <a:ext uri="{FF2B5EF4-FFF2-40B4-BE49-F238E27FC236}">
                <a16:creationId xmlns:a16="http://schemas.microsoft.com/office/drawing/2014/main" id="{D4BBF1AB-A875-DC95-BDD6-E1F9A0FF0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079" y="3787359"/>
            <a:ext cx="762102" cy="153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DC1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7" name="Rectangle 1490">
            <a:extLst>
              <a:ext uri="{FF2B5EF4-FFF2-40B4-BE49-F238E27FC236}">
                <a16:creationId xmlns:a16="http://schemas.microsoft.com/office/drawing/2014/main" id="{B9C5FA03-8796-0E62-061A-029183F08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142" y="3821616"/>
            <a:ext cx="102093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385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 (本文)"/>
                <a:ea typeface="Microsoft JhengHei" panose="020B0604030504040204" pitchFamily="34" charset="-120"/>
              </a:rPr>
              <a:t>DC 2 ESXI</a:t>
            </a:r>
            <a:endParaRPr kumimoji="0" lang="en-US" altLang="en-US" sz="1798" b="1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8" name="Rectangle 1621">
            <a:extLst>
              <a:ext uri="{FF2B5EF4-FFF2-40B4-BE49-F238E27FC236}">
                <a16:creationId xmlns:a16="http://schemas.microsoft.com/office/drawing/2014/main" id="{C2DACD7A-E2CF-9E61-9D3A-620CC29A0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658" y="2349063"/>
            <a:ext cx="505046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49" name="Rectangle 1621">
            <a:extLst>
              <a:ext uri="{FF2B5EF4-FFF2-40B4-BE49-F238E27FC236}">
                <a16:creationId xmlns:a16="http://schemas.microsoft.com/office/drawing/2014/main" id="{AB9D9B6E-4DD6-32E6-97D6-7ACB9F267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214" y="2909993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0" name="Rectangle 1621">
            <a:extLst>
              <a:ext uri="{FF2B5EF4-FFF2-40B4-BE49-F238E27FC236}">
                <a16:creationId xmlns:a16="http://schemas.microsoft.com/office/drawing/2014/main" id="{E8E0B226-B89E-32D2-BC1D-05A681579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475" y="3002428"/>
            <a:ext cx="732627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1" name="Rectangle 1621">
            <a:extLst>
              <a:ext uri="{FF2B5EF4-FFF2-40B4-BE49-F238E27FC236}">
                <a16:creationId xmlns:a16="http://schemas.microsoft.com/office/drawing/2014/main" id="{65B4C46D-39E0-247E-041A-873D3F891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916" y="2540824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ecwap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2" name="Rectangle 1621">
            <a:extLst>
              <a:ext uri="{FF2B5EF4-FFF2-40B4-BE49-F238E27FC236}">
                <a16:creationId xmlns:a16="http://schemas.microsoft.com/office/drawing/2014/main" id="{2263E8A7-DBB5-56DC-655D-F91439A3D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114" y="2984960"/>
            <a:ext cx="733023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eHR</a:t>
            </a: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3" name="Rectangle 1621">
            <a:extLst>
              <a:ext uri="{FF2B5EF4-FFF2-40B4-BE49-F238E27FC236}">
                <a16:creationId xmlns:a16="http://schemas.microsoft.com/office/drawing/2014/main" id="{1D834799-E99D-B558-F63D-A9907E5FB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029" y="2355776"/>
            <a:ext cx="644039" cy="243018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 err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eHR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B079D80B-7570-F2FA-4426-A0C613D07A9F}"/>
              </a:ext>
            </a:extLst>
          </p:cNvPr>
          <p:cNvSpPr/>
          <p:nvPr/>
        </p:nvSpPr>
        <p:spPr bwMode="gray">
          <a:xfrm>
            <a:off x="5926985" y="3742476"/>
            <a:ext cx="5984401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Use DRS  to evenly distribute Net VMs across the two racks.</a:t>
            </a:r>
            <a:br>
              <a:rPr lang="en-US" altLang="zh-TW" sz="1600"/>
            </a:br>
            <a:r>
              <a:rPr lang="en-US" altLang="zh-TW" sz="1600"/>
              <a:t>(Separate Virtual Machine)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49107BF1-56B0-2A7F-F770-0DDC00D398BE}"/>
              </a:ext>
            </a:extLst>
          </p:cNvPr>
          <p:cNvSpPr/>
          <p:nvPr/>
        </p:nvSpPr>
        <p:spPr bwMode="gray">
          <a:xfrm>
            <a:off x="5894271" y="4541580"/>
            <a:ext cx="5984400" cy="621852"/>
          </a:xfrm>
          <a:prstGeom prst="roundRect">
            <a:avLst/>
          </a:prstGeom>
          <a:solidFill>
            <a:schemeClr val="accent2"/>
          </a:solidFill>
          <a:ln w="12700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/>
              <a:t>VMs that are not shown in the diagram will be automatically assigned. </a:t>
            </a:r>
            <a:endParaRPr kumimoji="1" lang="zh-TW" altLang="en-US" sz="1600">
              <a:solidFill>
                <a:schemeClr val="bg1"/>
              </a:solidFill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C7338684-3022-2F5C-B2DD-09AD86499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118" y="1005188"/>
            <a:ext cx="6604707" cy="2471466"/>
          </a:xfrm>
          <a:prstGeom prst="rect">
            <a:avLst/>
          </a:prstGeom>
        </p:spPr>
      </p:pic>
      <p:sp>
        <p:nvSpPr>
          <p:cNvPr id="57" name="Rectangle 1621">
            <a:extLst>
              <a:ext uri="{FF2B5EF4-FFF2-40B4-BE49-F238E27FC236}">
                <a16:creationId xmlns:a16="http://schemas.microsoft.com/office/drawing/2014/main" id="{A582AA59-36E6-8A68-DFEF-5A1D2B528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38" y="2909993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EAI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  <p:sp>
        <p:nvSpPr>
          <p:cNvPr id="58" name="Rectangle 1621">
            <a:extLst>
              <a:ext uri="{FF2B5EF4-FFF2-40B4-BE49-F238E27FC236}">
                <a16:creationId xmlns:a16="http://schemas.microsoft.com/office/drawing/2014/main" id="{36BA5585-B680-02AF-9E7E-2C71D4DAA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588" y="2540824"/>
            <a:ext cx="601662" cy="256444"/>
          </a:xfrm>
          <a:prstGeom prst="rect">
            <a:avLst/>
          </a:prstGeom>
          <a:solidFill>
            <a:srgbClr val="0094D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en-US" altLang="en-US" sz="1000" b="1">
                <a:solidFill>
                  <a:srgbClr val="FFFFFF"/>
                </a:solidFill>
                <a:latin typeface="Arial (本文)"/>
                <a:ea typeface="Microsoft JhengHei" panose="020B0604030504040204" pitchFamily="34" charset="-120"/>
              </a:rPr>
              <a:t>EAI 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 (本文)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237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76929-C796-E2EC-89C1-1292DD60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47995A-8398-BA33-48C9-6E40B8491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lang="en" altLang="zh-TW"/>
              <a:t>Aira Operation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A43617-95DA-05DB-49DF-53338C8D1BCE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kumimoji="1" lang="en-US" altLang="zh-TW"/>
              <a:t>Performance Monitor and Alert 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6062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874" y="1524497"/>
            <a:ext cx="5323088" cy="4751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4863" y="1524497"/>
            <a:ext cx="5323088" cy="475173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0874" y="581767"/>
            <a:ext cx="11578431" cy="5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Utilization vs. Contention</a:t>
            </a:r>
            <a:endParaRPr sz="1799"/>
          </a:p>
        </p:txBody>
      </p:sp>
      <p:sp>
        <p:nvSpPr>
          <p:cNvPr id="95" name="Google Shape;95;p14"/>
          <p:cNvSpPr txBox="1"/>
          <p:nvPr/>
        </p:nvSpPr>
        <p:spPr>
          <a:xfrm>
            <a:off x="971296" y="1914919"/>
            <a:ext cx="4769354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0082" tIns="0" rIns="0" bIns="0" anchor="t" anchorCtr="0">
            <a:spAutoFit/>
          </a:bodyPr>
          <a:lstStyle/>
          <a:p>
            <a:r>
              <a:rPr lang="en-US" sz="2099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Utilization</a:t>
            </a:r>
            <a:endParaRPr sz="1799"/>
          </a:p>
        </p:txBody>
      </p:sp>
      <p:sp>
        <p:nvSpPr>
          <p:cNvPr id="96" name="Google Shape;96;p14"/>
          <p:cNvSpPr txBox="1"/>
          <p:nvPr/>
        </p:nvSpPr>
        <p:spPr>
          <a:xfrm>
            <a:off x="971297" y="2581496"/>
            <a:ext cx="4542242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Definition: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How active a resource is.</a:t>
            </a:r>
            <a:endParaRPr sz="1799"/>
          </a:p>
        </p:txBody>
      </p:sp>
      <p:sp>
        <p:nvSpPr>
          <p:cNvPr id="97" name="Google Shape;97;p14"/>
          <p:cNvSpPr txBox="1"/>
          <p:nvPr/>
        </p:nvSpPr>
        <p:spPr>
          <a:xfrm>
            <a:off x="971297" y="3267117"/>
            <a:ext cx="4542242" cy="110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utilization isn't necessarily bad; it means you are getting value out of your hardware investment. A busy CPU is a working CPU.</a:t>
            </a:r>
            <a:endParaRPr sz="1799"/>
          </a:p>
        </p:txBody>
      </p:sp>
      <p:sp>
        <p:nvSpPr>
          <p:cNvPr id="98" name="Google Shape;98;p14"/>
          <p:cNvSpPr txBox="1"/>
          <p:nvPr/>
        </p:nvSpPr>
        <p:spPr>
          <a:xfrm>
            <a:off x="971297" y="4562180"/>
            <a:ext cx="4542242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BEF2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Status: Informational</a:t>
            </a:r>
            <a:endParaRPr sz="1799"/>
          </a:p>
        </p:txBody>
      </p:sp>
      <p:sp>
        <p:nvSpPr>
          <p:cNvPr id="99" name="Google Shape;99;p14"/>
          <p:cNvSpPr txBox="1"/>
          <p:nvPr/>
        </p:nvSpPr>
        <p:spPr>
          <a:xfrm>
            <a:off x="6675286" y="1914919"/>
            <a:ext cx="4769354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0082" tIns="0" rIns="0" bIns="0" anchor="t" anchorCtr="0">
            <a:spAutoFit/>
          </a:bodyPr>
          <a:lstStyle/>
          <a:p>
            <a:r>
              <a:rPr lang="en-US" sz="2099" b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Contention</a:t>
            </a:r>
            <a:endParaRPr sz="1799"/>
          </a:p>
        </p:txBody>
      </p:sp>
      <p:sp>
        <p:nvSpPr>
          <p:cNvPr id="100" name="Google Shape;100;p14"/>
          <p:cNvSpPr txBox="1"/>
          <p:nvPr/>
        </p:nvSpPr>
        <p:spPr>
          <a:xfrm>
            <a:off x="6675286" y="2581496"/>
            <a:ext cx="4542242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Definition: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time a VM spends </a:t>
            </a:r>
            <a:r>
              <a:rPr lang="en-US" sz="1500" i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waiting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a resource.</a:t>
            </a:r>
            <a:endParaRPr sz="1799"/>
          </a:p>
        </p:txBody>
      </p:sp>
      <p:sp>
        <p:nvSpPr>
          <p:cNvPr id="101" name="Google Shape;101;p14"/>
          <p:cNvSpPr txBox="1"/>
          <p:nvPr/>
        </p:nvSpPr>
        <p:spPr>
          <a:xfrm>
            <a:off x="6675286" y="3571838"/>
            <a:ext cx="4542242" cy="110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is the true performance killer. It means the VM wants to work but the hypervisor cannot schedule it. This equals lag.</a:t>
            </a:r>
            <a:endParaRPr sz="1799"/>
          </a:p>
        </p:txBody>
      </p:sp>
      <p:sp>
        <p:nvSpPr>
          <p:cNvPr id="102" name="Google Shape;102;p14"/>
          <p:cNvSpPr txBox="1"/>
          <p:nvPr/>
        </p:nvSpPr>
        <p:spPr>
          <a:xfrm>
            <a:off x="6675286" y="4866900"/>
            <a:ext cx="4542242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Status: Critical</a:t>
            </a:r>
            <a:endParaRPr sz="1799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297" y="1943487"/>
            <a:ext cx="260083" cy="266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5286" y="1943487"/>
            <a:ext cx="260083" cy="266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873" y="2019668"/>
            <a:ext cx="3485242" cy="3761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1791" y="2019668"/>
            <a:ext cx="3485242" cy="3761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2709" y="2019668"/>
            <a:ext cx="3485242" cy="376139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80874" y="581767"/>
            <a:ext cx="11578431" cy="5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Capacity &amp; Risk Alerts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803700" y="3067144"/>
            <a:ext cx="3039588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Disk Space</a:t>
            </a:r>
            <a:endParaRPr sz="1799"/>
          </a:p>
        </p:txBody>
      </p:sp>
      <p:sp>
        <p:nvSpPr>
          <p:cNvPr id="163" name="Google Shape;163;p19"/>
          <p:cNvSpPr txBox="1"/>
          <p:nvPr/>
        </p:nvSpPr>
        <p:spPr>
          <a:xfrm>
            <a:off x="876071" y="3581360"/>
            <a:ext cx="2894846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Datastore Full</a:t>
            </a:r>
            <a:endParaRPr sz="1799"/>
          </a:p>
        </p:txBody>
      </p:sp>
      <p:sp>
        <p:nvSpPr>
          <p:cNvPr id="164" name="Google Shape;164;p19"/>
          <p:cNvSpPr txBox="1"/>
          <p:nvPr/>
        </p:nvSpPr>
        <p:spPr>
          <a:xfrm>
            <a:off x="876071" y="4076531"/>
            <a:ext cx="2894846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a datastore fills up, all VMs on it will "Stun" (Freeze). Keep &gt;10% free.</a:t>
            </a:r>
            <a:endParaRPr sz="1799"/>
          </a:p>
        </p:txBody>
      </p:sp>
      <p:sp>
        <p:nvSpPr>
          <p:cNvPr id="165" name="Google Shape;165;p19"/>
          <p:cNvSpPr txBox="1"/>
          <p:nvPr/>
        </p:nvSpPr>
        <p:spPr>
          <a:xfrm>
            <a:off x="4574618" y="3067144"/>
            <a:ext cx="3039588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Snapshots</a:t>
            </a:r>
            <a:endParaRPr sz="1799"/>
          </a:p>
        </p:txBody>
      </p:sp>
      <p:sp>
        <p:nvSpPr>
          <p:cNvPr id="166" name="Google Shape;166;p19"/>
          <p:cNvSpPr txBox="1"/>
          <p:nvPr/>
        </p:nvSpPr>
        <p:spPr>
          <a:xfrm>
            <a:off x="4646989" y="3581360"/>
            <a:ext cx="2894846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Snapshot Age &gt; 3 Days</a:t>
            </a:r>
            <a:endParaRPr sz="1799"/>
          </a:p>
        </p:txBody>
      </p:sp>
      <p:sp>
        <p:nvSpPr>
          <p:cNvPr id="167" name="Google Shape;167;p19"/>
          <p:cNvSpPr txBox="1"/>
          <p:nvPr/>
        </p:nvSpPr>
        <p:spPr>
          <a:xfrm>
            <a:off x="4646989" y="4076532"/>
            <a:ext cx="2894846" cy="110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Old snapshots consume space and degrade storage performance during consolidation.</a:t>
            </a:r>
            <a:endParaRPr sz="1799"/>
          </a:p>
        </p:txBody>
      </p:sp>
      <p:sp>
        <p:nvSpPr>
          <p:cNvPr id="168" name="Google Shape;168;p19"/>
          <p:cNvSpPr txBox="1"/>
          <p:nvPr/>
        </p:nvSpPr>
        <p:spPr>
          <a:xfrm>
            <a:off x="8345536" y="3067144"/>
            <a:ext cx="3039588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Availability</a:t>
            </a:r>
            <a:endParaRPr sz="1799"/>
          </a:p>
        </p:txBody>
      </p:sp>
      <p:sp>
        <p:nvSpPr>
          <p:cNvPr id="169" name="Google Shape;169;p19"/>
          <p:cNvSpPr txBox="1"/>
          <p:nvPr/>
        </p:nvSpPr>
        <p:spPr>
          <a:xfrm>
            <a:off x="8417907" y="3581360"/>
            <a:ext cx="2894846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Host Connection Lost</a:t>
            </a:r>
            <a:endParaRPr sz="1799"/>
          </a:p>
        </p:txBody>
      </p:sp>
      <p:sp>
        <p:nvSpPr>
          <p:cNvPr id="170" name="Google Shape;170;p19"/>
          <p:cNvSpPr txBox="1"/>
          <p:nvPr/>
        </p:nvSpPr>
        <p:spPr>
          <a:xfrm>
            <a:off x="8417907" y="4076531"/>
            <a:ext cx="2894846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Indicates a potential PSOD (Purple Screen) or network isolation event.</a:t>
            </a:r>
            <a:endParaRPr sz="1799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94954" y="2362478"/>
            <a:ext cx="457081" cy="45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5872" y="2362478"/>
            <a:ext cx="457081" cy="45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9654" y="2362478"/>
            <a:ext cx="571351" cy="457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580874" y="581767"/>
            <a:ext cx="11578431" cy="5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Diagnostic Cheat Sheet</a:t>
            </a:r>
            <a:endParaRPr sz="1799">
              <a:solidFill>
                <a:schemeClr val="accent2"/>
              </a:solidFill>
            </a:endParaRPr>
          </a:p>
        </p:txBody>
      </p:sp>
      <p:graphicFrame>
        <p:nvGraphicFramePr>
          <p:cNvPr id="180" name="Google Shape;180;p20"/>
          <p:cNvGraphicFramePr/>
          <p:nvPr/>
        </p:nvGraphicFramePr>
        <p:xfrm>
          <a:off x="580873" y="2292993"/>
          <a:ext cx="11027077" cy="321479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406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0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5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Symptom</a:t>
                      </a:r>
                      <a:endParaRPr sz="1800"/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Metric</a:t>
                      </a:r>
                      <a:endParaRPr sz="1800"/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Criteria</a:t>
                      </a:r>
                      <a:endParaRPr sz="1800"/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First Action</a:t>
                      </a:r>
                      <a:endParaRPr sz="1800"/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5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VM Lag / Stutter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CPU Ready %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 5 - 10%</a:t>
                      </a:r>
                      <a:endParaRPr sz="1800"/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Right-size vCPU (Reduce count)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5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Application Slow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Memory Swap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 0 KBps</a:t>
                      </a:r>
                      <a:endParaRPr sz="1800"/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Set Memory Reservation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5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DB Query Slow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Disk Latency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ACC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 10-20ms</a:t>
                      </a:r>
                      <a:endParaRPr sz="1800"/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 for active Backups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5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Network Drops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Dropped Packets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ACC1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 0.1%</a:t>
                      </a:r>
                      <a:endParaRPr sz="1800"/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accent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 Uplink Saturation</a:t>
                      </a:r>
                      <a:endParaRPr sz="1800">
                        <a:solidFill>
                          <a:schemeClr val="accent2"/>
                        </a:solidFill>
                      </a:endParaRPr>
                    </a:p>
                  </a:txBody>
                  <a:tcPr marL="63483" marR="63483" marT="25393" marB="2539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1" name="Google Shape;181;p20"/>
          <p:cNvSpPr/>
          <p:nvPr/>
        </p:nvSpPr>
        <p:spPr>
          <a:xfrm>
            <a:off x="580873" y="2874760"/>
            <a:ext cx="2406221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987095" y="2874760"/>
            <a:ext cx="2663180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650276" y="2874760"/>
            <a:ext cx="1787108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7437384" y="2874760"/>
            <a:ext cx="4170566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80873" y="3531813"/>
            <a:ext cx="2406221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987095" y="3531813"/>
            <a:ext cx="2663180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650276" y="3531813"/>
            <a:ext cx="1787108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437384" y="3531813"/>
            <a:ext cx="4170566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80873" y="4188867"/>
            <a:ext cx="2406221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987095" y="4188867"/>
            <a:ext cx="2663180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650276" y="4188867"/>
            <a:ext cx="1787108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7437384" y="4188867"/>
            <a:ext cx="4170566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80873" y="4845921"/>
            <a:ext cx="2406221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987095" y="4845921"/>
            <a:ext cx="2663180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650276" y="4845921"/>
            <a:ext cx="1787108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7437384" y="4845921"/>
            <a:ext cx="4170566" cy="9523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BDC5918F-E9B9-9537-A39A-9627A598C2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B182E15-1675-1119-53F3-18CDB36E36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87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5FCEFC1-522E-F2C9-98BC-3878556ED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995" y="1143596"/>
            <a:ext cx="9460187" cy="5212755"/>
          </a:xfrm>
          <a:prstGeom prst="rect">
            <a:avLst/>
          </a:prstGeom>
        </p:spPr>
      </p:pic>
      <p:sp>
        <p:nvSpPr>
          <p:cNvPr id="6" name="Google Shape;179;p20">
            <a:extLst>
              <a:ext uri="{FF2B5EF4-FFF2-40B4-BE49-F238E27FC236}">
                <a16:creationId xmlns:a16="http://schemas.microsoft.com/office/drawing/2014/main" id="{2C9DF56D-DCAA-F73D-036B-E163CA266B30}"/>
              </a:ext>
            </a:extLst>
          </p:cNvPr>
          <p:cNvSpPr txBox="1"/>
          <p:nvPr/>
        </p:nvSpPr>
        <p:spPr>
          <a:xfrm>
            <a:off x="580874" y="581767"/>
            <a:ext cx="11578431" cy="5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VM Performance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7" name="Rectangle 230">
            <a:extLst>
              <a:ext uri="{FF2B5EF4-FFF2-40B4-BE49-F238E27FC236}">
                <a16:creationId xmlns:a16="http://schemas.microsoft.com/office/drawing/2014/main" id="{0F888C41-0F10-F2C8-D86A-9CD8DA6809B7}"/>
              </a:ext>
            </a:extLst>
          </p:cNvPr>
          <p:cNvSpPr/>
          <p:nvPr/>
        </p:nvSpPr>
        <p:spPr>
          <a:xfrm>
            <a:off x="4846224" y="3201912"/>
            <a:ext cx="6253957" cy="365125"/>
          </a:xfrm>
          <a:prstGeom prst="rect">
            <a:avLst/>
          </a:prstGeom>
          <a:solidFill>
            <a:schemeClr val="accent1">
              <a:alpha val="5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zh-TW" altLang="en-US" sz="2400"/>
              <a:t> </a:t>
            </a:r>
            <a:r>
              <a:rPr lang="en-US" altLang="zh-TW" sz="2400"/>
              <a:t>CPU</a:t>
            </a:r>
            <a:r>
              <a:rPr lang="zh-TW" altLang="en-US" sz="2400"/>
              <a:t>  </a:t>
            </a:r>
            <a:endParaRPr lang="en" altLang="zh-TW" sz="2400"/>
          </a:p>
        </p:txBody>
      </p:sp>
      <p:sp>
        <p:nvSpPr>
          <p:cNvPr id="9" name="Rectangle 230">
            <a:extLst>
              <a:ext uri="{FF2B5EF4-FFF2-40B4-BE49-F238E27FC236}">
                <a16:creationId xmlns:a16="http://schemas.microsoft.com/office/drawing/2014/main" id="{5C9E4DF7-837A-B1FB-E09D-64B4CE5C8E4F}"/>
              </a:ext>
            </a:extLst>
          </p:cNvPr>
          <p:cNvSpPr/>
          <p:nvPr/>
        </p:nvSpPr>
        <p:spPr>
          <a:xfrm>
            <a:off x="4846224" y="3772704"/>
            <a:ext cx="6253957" cy="365125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400"/>
              <a:t>Memory</a:t>
            </a:r>
            <a:endParaRPr lang="en" altLang="zh-TW" sz="2400"/>
          </a:p>
        </p:txBody>
      </p:sp>
      <p:sp>
        <p:nvSpPr>
          <p:cNvPr id="10" name="Rectangle 230">
            <a:extLst>
              <a:ext uri="{FF2B5EF4-FFF2-40B4-BE49-F238E27FC236}">
                <a16:creationId xmlns:a16="http://schemas.microsoft.com/office/drawing/2014/main" id="{A1FE5CE5-9A4E-959F-5B88-32BBC79474A9}"/>
              </a:ext>
            </a:extLst>
          </p:cNvPr>
          <p:cNvSpPr/>
          <p:nvPr/>
        </p:nvSpPr>
        <p:spPr>
          <a:xfrm>
            <a:off x="4846223" y="4311172"/>
            <a:ext cx="6253957" cy="365125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400"/>
              <a:t>Disk</a:t>
            </a:r>
            <a:endParaRPr lang="en" altLang="zh-TW" sz="2400"/>
          </a:p>
        </p:txBody>
      </p:sp>
      <p:sp>
        <p:nvSpPr>
          <p:cNvPr id="11" name="Rectangle 230">
            <a:extLst>
              <a:ext uri="{FF2B5EF4-FFF2-40B4-BE49-F238E27FC236}">
                <a16:creationId xmlns:a16="http://schemas.microsoft.com/office/drawing/2014/main" id="{C4453B9C-A9A3-09E7-7667-C971CB5D02F7}"/>
              </a:ext>
            </a:extLst>
          </p:cNvPr>
          <p:cNvSpPr/>
          <p:nvPr/>
        </p:nvSpPr>
        <p:spPr>
          <a:xfrm>
            <a:off x="4846222" y="4890370"/>
            <a:ext cx="6253957" cy="365125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400"/>
              <a:t>Network</a:t>
            </a:r>
            <a:endParaRPr lang="en" altLang="zh-TW" sz="2400"/>
          </a:p>
        </p:txBody>
      </p:sp>
      <p:sp>
        <p:nvSpPr>
          <p:cNvPr id="12" name="Rectangle 230">
            <a:extLst>
              <a:ext uri="{FF2B5EF4-FFF2-40B4-BE49-F238E27FC236}">
                <a16:creationId xmlns:a16="http://schemas.microsoft.com/office/drawing/2014/main" id="{5EEC1B41-B4A4-D525-285B-8420785FD637}"/>
              </a:ext>
            </a:extLst>
          </p:cNvPr>
          <p:cNvSpPr/>
          <p:nvPr/>
        </p:nvSpPr>
        <p:spPr>
          <a:xfrm>
            <a:off x="4846222" y="5452199"/>
            <a:ext cx="6253957" cy="676752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400"/>
              <a:t>Alert</a:t>
            </a:r>
            <a:endParaRPr lang="en" altLang="zh-TW" sz="2400"/>
          </a:p>
        </p:txBody>
      </p:sp>
      <p:sp>
        <p:nvSpPr>
          <p:cNvPr id="13" name="Rectangle 230">
            <a:extLst>
              <a:ext uri="{FF2B5EF4-FFF2-40B4-BE49-F238E27FC236}">
                <a16:creationId xmlns:a16="http://schemas.microsoft.com/office/drawing/2014/main" id="{016EB16B-6F42-2C46-F464-E46B49279342}"/>
              </a:ext>
            </a:extLst>
          </p:cNvPr>
          <p:cNvSpPr/>
          <p:nvPr/>
        </p:nvSpPr>
        <p:spPr>
          <a:xfrm>
            <a:off x="1639994" y="2546827"/>
            <a:ext cx="3117357" cy="3729405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400"/>
              <a:t>VM Status / List</a:t>
            </a:r>
            <a:endParaRPr lang="en" altLang="zh-TW" sz="2400"/>
          </a:p>
        </p:txBody>
      </p:sp>
      <p:sp>
        <p:nvSpPr>
          <p:cNvPr id="14" name="Rectangle 230">
            <a:extLst>
              <a:ext uri="{FF2B5EF4-FFF2-40B4-BE49-F238E27FC236}">
                <a16:creationId xmlns:a16="http://schemas.microsoft.com/office/drawing/2014/main" id="{C64640C3-2AC1-065C-0701-8189F7F60035}"/>
              </a:ext>
            </a:extLst>
          </p:cNvPr>
          <p:cNvSpPr/>
          <p:nvPr/>
        </p:nvSpPr>
        <p:spPr>
          <a:xfrm>
            <a:off x="1639995" y="1370996"/>
            <a:ext cx="2338882" cy="810706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400"/>
              <a:t>Datacenter</a:t>
            </a:r>
            <a:endParaRPr lang="en" altLang="zh-TW" sz="2400"/>
          </a:p>
        </p:txBody>
      </p:sp>
      <p:sp>
        <p:nvSpPr>
          <p:cNvPr id="15" name="Rectangle 230">
            <a:extLst>
              <a:ext uri="{FF2B5EF4-FFF2-40B4-BE49-F238E27FC236}">
                <a16:creationId xmlns:a16="http://schemas.microsoft.com/office/drawing/2014/main" id="{0B177AA9-F118-5EA6-12F6-1B487555CD6B}"/>
              </a:ext>
            </a:extLst>
          </p:cNvPr>
          <p:cNvSpPr/>
          <p:nvPr/>
        </p:nvSpPr>
        <p:spPr>
          <a:xfrm>
            <a:off x="4031206" y="1388933"/>
            <a:ext cx="2338882" cy="810706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400"/>
              <a:t>CPU Ready</a:t>
            </a:r>
            <a:endParaRPr lang="en" altLang="zh-TW" sz="2400"/>
          </a:p>
        </p:txBody>
      </p:sp>
      <p:sp>
        <p:nvSpPr>
          <p:cNvPr id="16" name="Rectangle 230">
            <a:extLst>
              <a:ext uri="{FF2B5EF4-FFF2-40B4-BE49-F238E27FC236}">
                <a16:creationId xmlns:a16="http://schemas.microsoft.com/office/drawing/2014/main" id="{DAF09B37-AB08-F8C6-CC56-8BE3838B6E1D}"/>
              </a:ext>
            </a:extLst>
          </p:cNvPr>
          <p:cNvSpPr/>
          <p:nvPr/>
        </p:nvSpPr>
        <p:spPr>
          <a:xfrm>
            <a:off x="6448575" y="1340300"/>
            <a:ext cx="2338882" cy="810706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400"/>
              <a:t>CPU Contention</a:t>
            </a:r>
            <a:endParaRPr lang="en" altLang="zh-TW" sz="2400"/>
          </a:p>
        </p:txBody>
      </p:sp>
      <p:sp>
        <p:nvSpPr>
          <p:cNvPr id="17" name="Rectangle 230">
            <a:extLst>
              <a:ext uri="{FF2B5EF4-FFF2-40B4-BE49-F238E27FC236}">
                <a16:creationId xmlns:a16="http://schemas.microsoft.com/office/drawing/2014/main" id="{ED1899F0-9023-A9B2-CCDB-7F631FDBFF50}"/>
              </a:ext>
            </a:extLst>
          </p:cNvPr>
          <p:cNvSpPr/>
          <p:nvPr/>
        </p:nvSpPr>
        <p:spPr>
          <a:xfrm>
            <a:off x="8787457" y="1357668"/>
            <a:ext cx="2312722" cy="836833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400"/>
              <a:t>Disk Latency</a:t>
            </a:r>
            <a:endParaRPr lang="en" altLang="zh-TW" sz="2400"/>
          </a:p>
        </p:txBody>
      </p:sp>
    </p:spTree>
    <p:extLst>
      <p:ext uri="{BB962C8B-B14F-4D97-AF65-F5344CB8AC3E}">
        <p14:creationId xmlns:p14="http://schemas.microsoft.com/office/powerpoint/2010/main" val="390435696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6AB9EC96-5727-16F6-81A6-83516A4E3E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C0F5B1B-6EDF-5BA7-E193-7E095BDF90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4" name="Google Shape;179;p20">
            <a:extLst>
              <a:ext uri="{FF2B5EF4-FFF2-40B4-BE49-F238E27FC236}">
                <a16:creationId xmlns:a16="http://schemas.microsoft.com/office/drawing/2014/main" id="{E94482C3-1D88-0C41-27D0-BC6473414D4B}"/>
              </a:ext>
            </a:extLst>
          </p:cNvPr>
          <p:cNvSpPr txBox="1"/>
          <p:nvPr/>
        </p:nvSpPr>
        <p:spPr>
          <a:xfrm>
            <a:off x="580874" y="581767"/>
            <a:ext cx="11578431" cy="5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 err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vSAN</a:t>
            </a:r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Performance</a:t>
            </a:r>
            <a:endParaRPr sz="1799">
              <a:solidFill>
                <a:schemeClr val="accent2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294091-5487-F6F5-05A9-DA65FEA2C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45" y="1143596"/>
            <a:ext cx="8794908" cy="5306631"/>
          </a:xfrm>
          <a:prstGeom prst="rect">
            <a:avLst/>
          </a:prstGeom>
        </p:spPr>
      </p:pic>
      <p:sp>
        <p:nvSpPr>
          <p:cNvPr id="6" name="Rectangle 230">
            <a:extLst>
              <a:ext uri="{FF2B5EF4-FFF2-40B4-BE49-F238E27FC236}">
                <a16:creationId xmlns:a16="http://schemas.microsoft.com/office/drawing/2014/main" id="{1441254E-DAD1-63D0-E3C3-A5048A83DD94}"/>
              </a:ext>
            </a:extLst>
          </p:cNvPr>
          <p:cNvSpPr/>
          <p:nvPr/>
        </p:nvSpPr>
        <p:spPr>
          <a:xfrm>
            <a:off x="1694372" y="1550868"/>
            <a:ext cx="2894846" cy="561829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-US" altLang="zh-TW" sz="2400" err="1"/>
              <a:t>vSAN</a:t>
            </a:r>
            <a:r>
              <a:rPr lang="en-US" altLang="zh-TW" sz="2400"/>
              <a:t> Cluster</a:t>
            </a:r>
            <a:endParaRPr lang="en" altLang="zh-TW" sz="2400"/>
          </a:p>
        </p:txBody>
      </p:sp>
      <p:sp>
        <p:nvSpPr>
          <p:cNvPr id="7" name="Rectangle 230">
            <a:extLst>
              <a:ext uri="{FF2B5EF4-FFF2-40B4-BE49-F238E27FC236}">
                <a16:creationId xmlns:a16="http://schemas.microsoft.com/office/drawing/2014/main" id="{E8415FDB-2815-D587-15AD-8051A7046672}"/>
              </a:ext>
            </a:extLst>
          </p:cNvPr>
          <p:cNvSpPr/>
          <p:nvPr/>
        </p:nvSpPr>
        <p:spPr>
          <a:xfrm>
            <a:off x="4712789" y="1357524"/>
            <a:ext cx="5658092" cy="736970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R/W Latency</a:t>
            </a:r>
          </a:p>
        </p:txBody>
      </p:sp>
      <p:sp>
        <p:nvSpPr>
          <p:cNvPr id="8" name="Rectangle 230">
            <a:extLst>
              <a:ext uri="{FF2B5EF4-FFF2-40B4-BE49-F238E27FC236}">
                <a16:creationId xmlns:a16="http://schemas.microsoft.com/office/drawing/2014/main" id="{126658D2-B1E9-06BB-F567-ACB8B2F0A65D}"/>
              </a:ext>
            </a:extLst>
          </p:cNvPr>
          <p:cNvSpPr/>
          <p:nvPr/>
        </p:nvSpPr>
        <p:spPr>
          <a:xfrm>
            <a:off x="1694372" y="2326625"/>
            <a:ext cx="4323860" cy="309114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 err="1"/>
              <a:t>vSAN</a:t>
            </a:r>
            <a:r>
              <a:rPr lang="en" altLang="zh-TW" sz="2400"/>
              <a:t> Contention</a:t>
            </a:r>
          </a:p>
        </p:txBody>
      </p:sp>
      <p:sp>
        <p:nvSpPr>
          <p:cNvPr id="9" name="Rectangle 230">
            <a:extLst>
              <a:ext uri="{FF2B5EF4-FFF2-40B4-BE49-F238E27FC236}">
                <a16:creationId xmlns:a16="http://schemas.microsoft.com/office/drawing/2014/main" id="{4C0BE5A6-4C88-22D5-92CF-D14111F007D0}"/>
              </a:ext>
            </a:extLst>
          </p:cNvPr>
          <p:cNvSpPr/>
          <p:nvPr/>
        </p:nvSpPr>
        <p:spPr>
          <a:xfrm>
            <a:off x="6094412" y="2347209"/>
            <a:ext cx="4323860" cy="309114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Unitization</a:t>
            </a:r>
          </a:p>
        </p:txBody>
      </p:sp>
      <p:sp>
        <p:nvSpPr>
          <p:cNvPr id="10" name="Rectangle 230">
            <a:extLst>
              <a:ext uri="{FF2B5EF4-FFF2-40B4-BE49-F238E27FC236}">
                <a16:creationId xmlns:a16="http://schemas.microsoft.com/office/drawing/2014/main" id="{F2D5A854-3924-8EE2-45D7-9C3C997891CE}"/>
              </a:ext>
            </a:extLst>
          </p:cNvPr>
          <p:cNvSpPr/>
          <p:nvPr/>
        </p:nvSpPr>
        <p:spPr>
          <a:xfrm>
            <a:off x="6094412" y="2877330"/>
            <a:ext cx="4323860" cy="309114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Read Cache</a:t>
            </a:r>
          </a:p>
        </p:txBody>
      </p:sp>
      <p:sp>
        <p:nvSpPr>
          <p:cNvPr id="11" name="Rectangle 230">
            <a:extLst>
              <a:ext uri="{FF2B5EF4-FFF2-40B4-BE49-F238E27FC236}">
                <a16:creationId xmlns:a16="http://schemas.microsoft.com/office/drawing/2014/main" id="{8353FEE4-BDAF-40B5-B6FA-5A58F57D3FF1}"/>
              </a:ext>
            </a:extLst>
          </p:cNvPr>
          <p:cNvSpPr/>
          <p:nvPr/>
        </p:nvSpPr>
        <p:spPr>
          <a:xfrm>
            <a:off x="1694371" y="2896283"/>
            <a:ext cx="4323860" cy="309114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Disk Group Alert</a:t>
            </a:r>
          </a:p>
        </p:txBody>
      </p:sp>
      <p:sp>
        <p:nvSpPr>
          <p:cNvPr id="12" name="Rectangle 230">
            <a:extLst>
              <a:ext uri="{FF2B5EF4-FFF2-40B4-BE49-F238E27FC236}">
                <a16:creationId xmlns:a16="http://schemas.microsoft.com/office/drawing/2014/main" id="{E27006A4-E1A1-6548-6518-37B3C8595B23}"/>
              </a:ext>
            </a:extLst>
          </p:cNvPr>
          <p:cNvSpPr/>
          <p:nvPr/>
        </p:nvSpPr>
        <p:spPr>
          <a:xfrm>
            <a:off x="1694371" y="3407795"/>
            <a:ext cx="4323860" cy="309114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Net Lost package</a:t>
            </a:r>
          </a:p>
        </p:txBody>
      </p:sp>
      <p:sp>
        <p:nvSpPr>
          <p:cNvPr id="13" name="Rectangle 230">
            <a:extLst>
              <a:ext uri="{FF2B5EF4-FFF2-40B4-BE49-F238E27FC236}">
                <a16:creationId xmlns:a16="http://schemas.microsoft.com/office/drawing/2014/main" id="{F6DC10D4-0A04-C7AD-17AC-F22B61F3618A}"/>
              </a:ext>
            </a:extLst>
          </p:cNvPr>
          <p:cNvSpPr/>
          <p:nvPr/>
        </p:nvSpPr>
        <p:spPr>
          <a:xfrm>
            <a:off x="6165420" y="3407451"/>
            <a:ext cx="4323860" cy="309114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 err="1"/>
              <a:t>vSAN</a:t>
            </a:r>
            <a:r>
              <a:rPr lang="en" altLang="zh-TW" sz="2400"/>
              <a:t> </a:t>
            </a:r>
            <a:r>
              <a:rPr lang="en" altLang="zh-TW" sz="2400" err="1"/>
              <a:t>Reync</a:t>
            </a:r>
            <a:endParaRPr lang="en" altLang="zh-TW" sz="2400"/>
          </a:p>
        </p:txBody>
      </p:sp>
      <p:sp>
        <p:nvSpPr>
          <p:cNvPr id="14" name="Rectangle 230">
            <a:extLst>
              <a:ext uri="{FF2B5EF4-FFF2-40B4-BE49-F238E27FC236}">
                <a16:creationId xmlns:a16="http://schemas.microsoft.com/office/drawing/2014/main" id="{D9798BB1-C7AB-B975-8D04-D8742443ED66}"/>
              </a:ext>
            </a:extLst>
          </p:cNvPr>
          <p:cNvSpPr/>
          <p:nvPr/>
        </p:nvSpPr>
        <p:spPr>
          <a:xfrm>
            <a:off x="1694371" y="3919306"/>
            <a:ext cx="4323860" cy="375243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Configuration</a:t>
            </a:r>
          </a:p>
        </p:txBody>
      </p:sp>
      <p:sp>
        <p:nvSpPr>
          <p:cNvPr id="15" name="Rectangle 230">
            <a:extLst>
              <a:ext uri="{FF2B5EF4-FFF2-40B4-BE49-F238E27FC236}">
                <a16:creationId xmlns:a16="http://schemas.microsoft.com/office/drawing/2014/main" id="{3A6B49FD-9C14-06B3-2DB3-781D3963B3DE}"/>
              </a:ext>
            </a:extLst>
          </p:cNvPr>
          <p:cNvSpPr/>
          <p:nvPr/>
        </p:nvSpPr>
        <p:spPr>
          <a:xfrm>
            <a:off x="6165420" y="3943472"/>
            <a:ext cx="4323860" cy="375243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Properties</a:t>
            </a:r>
          </a:p>
        </p:txBody>
      </p:sp>
      <p:sp>
        <p:nvSpPr>
          <p:cNvPr id="16" name="Rectangle 230">
            <a:extLst>
              <a:ext uri="{FF2B5EF4-FFF2-40B4-BE49-F238E27FC236}">
                <a16:creationId xmlns:a16="http://schemas.microsoft.com/office/drawing/2014/main" id="{A9C0F398-A191-F75E-DB03-0E7784387DB5}"/>
              </a:ext>
            </a:extLst>
          </p:cNvPr>
          <p:cNvSpPr/>
          <p:nvPr/>
        </p:nvSpPr>
        <p:spPr>
          <a:xfrm>
            <a:off x="1675963" y="4617120"/>
            <a:ext cx="2894846" cy="681928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Disk Group List</a:t>
            </a:r>
          </a:p>
        </p:txBody>
      </p:sp>
      <p:sp>
        <p:nvSpPr>
          <p:cNvPr id="17" name="Rectangle 230">
            <a:extLst>
              <a:ext uri="{FF2B5EF4-FFF2-40B4-BE49-F238E27FC236}">
                <a16:creationId xmlns:a16="http://schemas.microsoft.com/office/drawing/2014/main" id="{F829EE28-A388-C646-DE7E-2551C0D79C3E}"/>
              </a:ext>
            </a:extLst>
          </p:cNvPr>
          <p:cNvSpPr/>
          <p:nvPr/>
        </p:nvSpPr>
        <p:spPr>
          <a:xfrm>
            <a:off x="4613406" y="4545621"/>
            <a:ext cx="5804866" cy="252113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Disk Group Contention</a:t>
            </a:r>
          </a:p>
        </p:txBody>
      </p:sp>
      <p:sp>
        <p:nvSpPr>
          <p:cNvPr id="18" name="Rectangle 230">
            <a:extLst>
              <a:ext uri="{FF2B5EF4-FFF2-40B4-BE49-F238E27FC236}">
                <a16:creationId xmlns:a16="http://schemas.microsoft.com/office/drawing/2014/main" id="{55189B61-36F6-A93D-D04D-D09A1B0666FE}"/>
              </a:ext>
            </a:extLst>
          </p:cNvPr>
          <p:cNvSpPr/>
          <p:nvPr/>
        </p:nvSpPr>
        <p:spPr>
          <a:xfrm>
            <a:off x="4646988" y="5010888"/>
            <a:ext cx="5865873" cy="288160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Disk Group List</a:t>
            </a:r>
          </a:p>
        </p:txBody>
      </p:sp>
      <p:sp>
        <p:nvSpPr>
          <p:cNvPr id="19" name="Rectangle 230">
            <a:extLst>
              <a:ext uri="{FF2B5EF4-FFF2-40B4-BE49-F238E27FC236}">
                <a16:creationId xmlns:a16="http://schemas.microsoft.com/office/drawing/2014/main" id="{0BE6D4BB-CA06-BFA1-8CC9-F2348F33F0D8}"/>
              </a:ext>
            </a:extLst>
          </p:cNvPr>
          <p:cNvSpPr/>
          <p:nvPr/>
        </p:nvSpPr>
        <p:spPr>
          <a:xfrm>
            <a:off x="1675963" y="5621619"/>
            <a:ext cx="2894846" cy="681928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Cache Disk List</a:t>
            </a:r>
          </a:p>
        </p:txBody>
      </p:sp>
      <p:sp>
        <p:nvSpPr>
          <p:cNvPr id="20" name="Rectangle 230">
            <a:extLst>
              <a:ext uri="{FF2B5EF4-FFF2-40B4-BE49-F238E27FC236}">
                <a16:creationId xmlns:a16="http://schemas.microsoft.com/office/drawing/2014/main" id="{187C7F9E-5148-46A7-8112-DCDEED0DB0A7}"/>
              </a:ext>
            </a:extLst>
          </p:cNvPr>
          <p:cNvSpPr/>
          <p:nvPr/>
        </p:nvSpPr>
        <p:spPr>
          <a:xfrm>
            <a:off x="4685079" y="5548388"/>
            <a:ext cx="5865873" cy="288160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Cache Disk contention</a:t>
            </a:r>
          </a:p>
        </p:txBody>
      </p:sp>
      <p:sp>
        <p:nvSpPr>
          <p:cNvPr id="21" name="Rectangle 230">
            <a:extLst>
              <a:ext uri="{FF2B5EF4-FFF2-40B4-BE49-F238E27FC236}">
                <a16:creationId xmlns:a16="http://schemas.microsoft.com/office/drawing/2014/main" id="{6413F830-DC36-2752-9C63-A3438C7D649E}"/>
              </a:ext>
            </a:extLst>
          </p:cNvPr>
          <p:cNvSpPr/>
          <p:nvPr/>
        </p:nvSpPr>
        <p:spPr>
          <a:xfrm>
            <a:off x="4646987" y="6111225"/>
            <a:ext cx="5865873" cy="339001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Cache Disk Unitization</a:t>
            </a:r>
          </a:p>
        </p:txBody>
      </p:sp>
    </p:spTree>
    <p:extLst>
      <p:ext uri="{BB962C8B-B14F-4D97-AF65-F5344CB8AC3E}">
        <p14:creationId xmlns:p14="http://schemas.microsoft.com/office/powerpoint/2010/main" val="38825728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34C64A26-BAAA-7E2B-9CB8-BB0EF5B9C0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313C382-EB54-8CCF-7D1C-201B7318C4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89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6A73C84-FA31-2DBD-81B5-4830B9DB2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323" y="1135637"/>
            <a:ext cx="7772400" cy="5210898"/>
          </a:xfrm>
          <a:prstGeom prst="rect">
            <a:avLst/>
          </a:prstGeom>
        </p:spPr>
      </p:pic>
      <p:sp>
        <p:nvSpPr>
          <p:cNvPr id="5" name="Google Shape;179;p20">
            <a:extLst>
              <a:ext uri="{FF2B5EF4-FFF2-40B4-BE49-F238E27FC236}">
                <a16:creationId xmlns:a16="http://schemas.microsoft.com/office/drawing/2014/main" id="{0403B82B-8E06-FBDD-87D3-60C60D87E40E}"/>
              </a:ext>
            </a:extLst>
          </p:cNvPr>
          <p:cNvSpPr txBox="1"/>
          <p:nvPr/>
        </p:nvSpPr>
        <p:spPr>
          <a:xfrm>
            <a:off x="580874" y="581767"/>
            <a:ext cx="11578431" cy="55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sym typeface="Inter"/>
              </a:rPr>
              <a:t>VM Availability 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6" name="Rectangle 230">
            <a:extLst>
              <a:ext uri="{FF2B5EF4-FFF2-40B4-BE49-F238E27FC236}">
                <a16:creationId xmlns:a16="http://schemas.microsoft.com/office/drawing/2014/main" id="{326FAD0D-D2DD-61F1-2883-445B5075E94A}"/>
              </a:ext>
            </a:extLst>
          </p:cNvPr>
          <p:cNvSpPr/>
          <p:nvPr/>
        </p:nvSpPr>
        <p:spPr>
          <a:xfrm>
            <a:off x="1934323" y="1534949"/>
            <a:ext cx="3823010" cy="996583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Data Center List</a:t>
            </a:r>
          </a:p>
        </p:txBody>
      </p:sp>
      <p:sp>
        <p:nvSpPr>
          <p:cNvPr id="7" name="Rectangle 230">
            <a:extLst>
              <a:ext uri="{FF2B5EF4-FFF2-40B4-BE49-F238E27FC236}">
                <a16:creationId xmlns:a16="http://schemas.microsoft.com/office/drawing/2014/main" id="{4D05626D-0515-EAE4-B221-B588DD1AE84E}"/>
              </a:ext>
            </a:extLst>
          </p:cNvPr>
          <p:cNvSpPr/>
          <p:nvPr/>
        </p:nvSpPr>
        <p:spPr>
          <a:xfrm>
            <a:off x="6018232" y="1534948"/>
            <a:ext cx="3823010" cy="996583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Unitization</a:t>
            </a:r>
          </a:p>
        </p:txBody>
      </p:sp>
      <p:sp>
        <p:nvSpPr>
          <p:cNvPr id="8" name="Rectangle 230">
            <a:extLst>
              <a:ext uri="{FF2B5EF4-FFF2-40B4-BE49-F238E27FC236}">
                <a16:creationId xmlns:a16="http://schemas.microsoft.com/office/drawing/2014/main" id="{548E395D-F44E-9F27-5F68-4C6260C21FD7}"/>
              </a:ext>
            </a:extLst>
          </p:cNvPr>
          <p:cNvSpPr/>
          <p:nvPr/>
        </p:nvSpPr>
        <p:spPr>
          <a:xfrm>
            <a:off x="1988803" y="3263925"/>
            <a:ext cx="2447487" cy="3082610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VM List</a:t>
            </a:r>
          </a:p>
        </p:txBody>
      </p:sp>
      <p:sp>
        <p:nvSpPr>
          <p:cNvPr id="9" name="Rectangle 230">
            <a:extLst>
              <a:ext uri="{FF2B5EF4-FFF2-40B4-BE49-F238E27FC236}">
                <a16:creationId xmlns:a16="http://schemas.microsoft.com/office/drawing/2014/main" id="{5C6C3E2A-ADEB-FF97-E091-D6E261486F8B}"/>
              </a:ext>
            </a:extLst>
          </p:cNvPr>
          <p:cNvSpPr/>
          <p:nvPr/>
        </p:nvSpPr>
        <p:spPr>
          <a:xfrm>
            <a:off x="4570809" y="3085401"/>
            <a:ext cx="5135914" cy="3190832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VM Status</a:t>
            </a:r>
          </a:p>
        </p:txBody>
      </p:sp>
    </p:spTree>
    <p:extLst>
      <p:ext uri="{BB962C8B-B14F-4D97-AF65-F5344CB8AC3E}">
        <p14:creationId xmlns:p14="http://schemas.microsoft.com/office/powerpoint/2010/main" val="173668144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E77C809A-CDD3-012C-18D6-0B24645E66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3E03768-59CB-A7CD-38D8-7CDED7A98B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90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079765-BBAB-A548-7992-50191009C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2" y="1296032"/>
            <a:ext cx="7772400" cy="4980201"/>
          </a:xfrm>
          <a:prstGeom prst="rect">
            <a:avLst/>
          </a:prstGeom>
        </p:spPr>
      </p:pic>
      <p:sp>
        <p:nvSpPr>
          <p:cNvPr id="5" name="Google Shape;179;p20">
            <a:extLst>
              <a:ext uri="{FF2B5EF4-FFF2-40B4-BE49-F238E27FC236}">
                <a16:creationId xmlns:a16="http://schemas.microsoft.com/office/drawing/2014/main" id="{C61B8E79-6FCE-08C2-0631-27CCE3C5E15A}"/>
              </a:ext>
            </a:extLst>
          </p:cNvPr>
          <p:cNvSpPr txBox="1"/>
          <p:nvPr/>
        </p:nvSpPr>
        <p:spPr>
          <a:xfrm>
            <a:off x="580874" y="581767"/>
            <a:ext cx="11578431" cy="55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 err="1">
                <a:solidFill>
                  <a:schemeClr val="accent2"/>
                </a:solidFill>
                <a:latin typeface="Inter"/>
                <a:ea typeface="Inter"/>
                <a:sym typeface="Inter"/>
              </a:rPr>
              <a:t>vSpher</a:t>
            </a:r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sym typeface="Inter"/>
              </a:rPr>
              <a:t> Availability 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6" name="Rectangle 230">
            <a:extLst>
              <a:ext uri="{FF2B5EF4-FFF2-40B4-BE49-F238E27FC236}">
                <a16:creationId xmlns:a16="http://schemas.microsoft.com/office/drawing/2014/main" id="{B615FFDE-DAD6-6AA1-2948-4067545F8851}"/>
              </a:ext>
            </a:extLst>
          </p:cNvPr>
          <p:cNvSpPr/>
          <p:nvPr/>
        </p:nvSpPr>
        <p:spPr>
          <a:xfrm>
            <a:off x="2208211" y="1741858"/>
            <a:ext cx="3810020" cy="1835577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Datacenter list</a:t>
            </a:r>
          </a:p>
        </p:txBody>
      </p:sp>
      <p:sp>
        <p:nvSpPr>
          <p:cNvPr id="7" name="Rectangle 230">
            <a:extLst>
              <a:ext uri="{FF2B5EF4-FFF2-40B4-BE49-F238E27FC236}">
                <a16:creationId xmlns:a16="http://schemas.microsoft.com/office/drawing/2014/main" id="{12FD562B-D349-ED16-F66B-CF79B8CF4FF6}"/>
              </a:ext>
            </a:extLst>
          </p:cNvPr>
          <p:cNvSpPr/>
          <p:nvPr/>
        </p:nvSpPr>
        <p:spPr>
          <a:xfrm>
            <a:off x="6170594" y="1741858"/>
            <a:ext cx="3810020" cy="1835577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Host Status</a:t>
            </a:r>
          </a:p>
        </p:txBody>
      </p:sp>
      <p:sp>
        <p:nvSpPr>
          <p:cNvPr id="8" name="Rectangle 230">
            <a:extLst>
              <a:ext uri="{FF2B5EF4-FFF2-40B4-BE49-F238E27FC236}">
                <a16:creationId xmlns:a16="http://schemas.microsoft.com/office/drawing/2014/main" id="{5B79C0BF-9BDB-F004-A37D-2421D762BA40}"/>
              </a:ext>
            </a:extLst>
          </p:cNvPr>
          <p:cNvSpPr/>
          <p:nvPr/>
        </p:nvSpPr>
        <p:spPr>
          <a:xfrm>
            <a:off x="2284393" y="4023261"/>
            <a:ext cx="3733838" cy="1010441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Cluster Up Time</a:t>
            </a:r>
          </a:p>
        </p:txBody>
      </p:sp>
      <p:sp>
        <p:nvSpPr>
          <p:cNvPr id="9" name="Rectangle 230">
            <a:extLst>
              <a:ext uri="{FF2B5EF4-FFF2-40B4-BE49-F238E27FC236}">
                <a16:creationId xmlns:a16="http://schemas.microsoft.com/office/drawing/2014/main" id="{3C225C87-2C70-26C8-6334-9C8DBD94529A}"/>
              </a:ext>
            </a:extLst>
          </p:cNvPr>
          <p:cNvSpPr/>
          <p:nvPr/>
        </p:nvSpPr>
        <p:spPr>
          <a:xfrm>
            <a:off x="6094412" y="3953933"/>
            <a:ext cx="3810020" cy="1010441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VM List</a:t>
            </a:r>
          </a:p>
        </p:txBody>
      </p:sp>
      <p:sp>
        <p:nvSpPr>
          <p:cNvPr id="10" name="Rectangle 230">
            <a:extLst>
              <a:ext uri="{FF2B5EF4-FFF2-40B4-BE49-F238E27FC236}">
                <a16:creationId xmlns:a16="http://schemas.microsoft.com/office/drawing/2014/main" id="{02B37E4A-8A93-6F01-B8B1-56A54ADCD9D2}"/>
              </a:ext>
            </a:extLst>
          </p:cNvPr>
          <p:cNvSpPr/>
          <p:nvPr/>
        </p:nvSpPr>
        <p:spPr>
          <a:xfrm>
            <a:off x="6132503" y="5224895"/>
            <a:ext cx="3733838" cy="1010441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Net Port Status</a:t>
            </a:r>
          </a:p>
        </p:txBody>
      </p:sp>
      <p:sp>
        <p:nvSpPr>
          <p:cNvPr id="11" name="Rectangle 230">
            <a:extLst>
              <a:ext uri="{FF2B5EF4-FFF2-40B4-BE49-F238E27FC236}">
                <a16:creationId xmlns:a16="http://schemas.microsoft.com/office/drawing/2014/main" id="{39117FC5-F891-9A61-D1A4-FD9CA30AC7C9}"/>
              </a:ext>
            </a:extLst>
          </p:cNvPr>
          <p:cNvSpPr/>
          <p:nvPr/>
        </p:nvSpPr>
        <p:spPr>
          <a:xfrm>
            <a:off x="2208210" y="5265792"/>
            <a:ext cx="3733838" cy="1010441"/>
          </a:xfrm>
          <a:prstGeom prst="rect">
            <a:avLst/>
          </a:prstGeom>
          <a:solidFill>
            <a:schemeClr val="accent1">
              <a:alpha val="5400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en" altLang="zh-TW" sz="2400"/>
              <a:t>Lost Datastore list</a:t>
            </a:r>
          </a:p>
        </p:txBody>
      </p:sp>
    </p:spTree>
    <p:extLst>
      <p:ext uri="{BB962C8B-B14F-4D97-AF65-F5344CB8AC3E}">
        <p14:creationId xmlns:p14="http://schemas.microsoft.com/office/powerpoint/2010/main" val="84733295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B9AE6-4EC5-C6F4-F00B-309D18BB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FA06E3-6C8C-6FF1-F93C-46BAB1766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8" y="938794"/>
            <a:ext cx="8387624" cy="1229360"/>
          </a:xfrm>
        </p:spPr>
        <p:txBody>
          <a:bodyPr/>
          <a:lstStyle/>
          <a:p>
            <a:r>
              <a:rPr kumimoji="1" lang="en" altLang="zh-TW"/>
              <a:t>vCenter Alert List</a:t>
            </a:r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0ECB72-8299-59D5-0FEF-AB355790768D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kumimoji="1" lang="en-US" altLang="zh-TW"/>
              <a:t>Performance Monitor and Alert 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987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981" y="845848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793096" y="1893325"/>
            <a:ext cx="1060794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vCenter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76071" y="2331361"/>
            <a:ext cx="2894846" cy="110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Certificate expiration and Solution User health to prevent control plane outages.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5899" y="845848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579013" y="1893325"/>
            <a:ext cx="1030797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Storage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646989" y="2331361"/>
            <a:ext cx="2894846" cy="110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Datastore usage, APD/PDL events, and path redundancy for core VM I/O.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36816" y="845848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939048" y="1893325"/>
            <a:ext cx="1852561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Network &amp; HA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8417907" y="2331360"/>
            <a:ext cx="2894846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Host connectivity, Distributed Switch sync, and HA restart failures.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51899" y="4121594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3146306" y="5169071"/>
            <a:ext cx="1668211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vSAN Health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2304449" y="5607107"/>
            <a:ext cx="3351927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Skyline Health, capacity, object status, and cluster partition checks.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79898" y="4121594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7570842" y="5169071"/>
            <a:ext cx="1275139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Hardware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532448" y="5607107"/>
            <a:ext cx="3351927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Physical disk congestion, capacity consumption, and HCL compliance.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4954" y="1045821"/>
            <a:ext cx="457081" cy="45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4439" y="1045821"/>
            <a:ext cx="399946" cy="45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9654" y="1045821"/>
            <a:ext cx="571351" cy="45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80440" y="4321567"/>
            <a:ext cx="399946" cy="45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979871" y="4321567"/>
            <a:ext cx="457081" cy="457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80873" y="1234059"/>
            <a:ext cx="5189296" cy="276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799" b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Storage Criticals </a:t>
            </a:r>
            <a:r>
              <a:rPr lang="en-US" sz="1799">
                <a:solidFill>
                  <a:srgbClr val="F8717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(P1)</a:t>
            </a:r>
            <a:endParaRPr sz="1799"/>
          </a:p>
        </p:txBody>
      </p:sp>
      <p:sp>
        <p:nvSpPr>
          <p:cNvPr id="149" name="Google Shape;149;p16"/>
          <p:cNvSpPr txBox="1"/>
          <p:nvPr/>
        </p:nvSpPr>
        <p:spPr>
          <a:xfrm>
            <a:off x="580873" y="1795887"/>
            <a:ext cx="5189296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99">
                <a:solidFill>
                  <a:srgbClr val="F8717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All Paths Down (APD)</a:t>
            </a:r>
            <a:endParaRPr sz="1799"/>
          </a:p>
        </p:txBody>
      </p:sp>
      <p:sp>
        <p:nvSpPr>
          <p:cNvPr id="150" name="Google Shape;150;p16"/>
          <p:cNvSpPr txBox="1"/>
          <p:nvPr/>
        </p:nvSpPr>
        <p:spPr>
          <a:xfrm>
            <a:off x="580874" y="2233923"/>
            <a:ext cx="4942188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Transient but critical. I/O halts, VMs may hang. Requires immediate triage of fabric/array.</a:t>
            </a:r>
            <a:endParaRPr sz="1799"/>
          </a:p>
        </p:txBody>
      </p:sp>
      <p:sp>
        <p:nvSpPr>
          <p:cNvPr id="151" name="Google Shape;151;p16"/>
          <p:cNvSpPr txBox="1"/>
          <p:nvPr/>
        </p:nvSpPr>
        <p:spPr>
          <a:xfrm>
            <a:off x="580873" y="3033815"/>
            <a:ext cx="5189296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99">
                <a:solidFill>
                  <a:srgbClr val="F8717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Permanent Device Loss (PDL)</a:t>
            </a:r>
            <a:endParaRPr sz="1799"/>
          </a:p>
        </p:txBody>
      </p:sp>
      <p:sp>
        <p:nvSpPr>
          <p:cNvPr id="152" name="Google Shape;152;p16"/>
          <p:cNvSpPr txBox="1"/>
          <p:nvPr/>
        </p:nvSpPr>
        <p:spPr>
          <a:xfrm>
            <a:off x="580874" y="3471851"/>
            <a:ext cx="4942188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Device is gone. Requires immediate remediation or failover. Setup custom alarms for .</a:t>
            </a:r>
            <a:endParaRPr sz="1799"/>
          </a:p>
        </p:txBody>
      </p:sp>
      <p:sp>
        <p:nvSpPr>
          <p:cNvPr id="153" name="Google Shape;153;p16"/>
          <p:cNvSpPr txBox="1"/>
          <p:nvPr/>
        </p:nvSpPr>
        <p:spPr>
          <a:xfrm>
            <a:off x="580873" y="4576463"/>
            <a:ext cx="5189296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99">
                <a:solidFill>
                  <a:srgbClr val="FACC1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Datastore Usage</a:t>
            </a:r>
            <a:endParaRPr sz="1799"/>
          </a:p>
        </p:txBody>
      </p:sp>
      <p:sp>
        <p:nvSpPr>
          <p:cNvPr id="154" name="Google Shape;154;p16"/>
          <p:cNvSpPr txBox="1"/>
          <p:nvPr/>
        </p:nvSpPr>
        <p:spPr>
          <a:xfrm>
            <a:off x="580874" y="5014499"/>
            <a:ext cx="4942188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Set absolute guardrails (e.g., Warning &lt; 200GB, Critical &lt; 50GB) to prevent file system lockups.</a:t>
            </a:r>
            <a:endParaRPr sz="1799"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4412" y="10416"/>
            <a:ext cx="6084890" cy="683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874" y="4090815"/>
            <a:ext cx="3190044" cy="295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874" y="2338671"/>
            <a:ext cx="5227863" cy="333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396" y="2348193"/>
            <a:ext cx="5208818" cy="331383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6665763" y="2195833"/>
            <a:ext cx="4942188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Host Not Responding: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6665763" y="3300445"/>
            <a:ext cx="4942188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HA Restart Failures: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6665763" y="4709778"/>
            <a:ext cx="4942188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Connection State: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665763" y="2500554"/>
            <a:ext cx="4942188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Direct impact to capacity headroom and HA behavior. Ensure alerting routes to 24x7 coverage.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6665763" y="3605166"/>
            <a:ext cx="4942188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Indicates a protected VM </a:t>
            </a:r>
            <a:r>
              <a:rPr lang="en-US" sz="1500" i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cannot</a:t>
            </a: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restart. Direct RTO breach. Investigate resource isolation or storage locks immediately.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80874" y="581767"/>
            <a:ext cx="11578431" cy="553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Host &amp; Availability </a:t>
            </a:r>
            <a:r>
              <a:rPr lang="en-US" sz="3599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(P1)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80873" y="1334046"/>
            <a:ext cx="11027078" cy="1904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0088" y="2195833"/>
            <a:ext cx="228540" cy="24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0088" y="3300445"/>
            <a:ext cx="228540" cy="24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0088" y="4709778"/>
            <a:ext cx="228540" cy="24758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6665763" y="5014499"/>
            <a:ext cx="4942188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Trigger actions on state change. Filter for maintenance mode events to reduce noise.</a:t>
            </a:r>
            <a:endParaRPr sz="1799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071" y="2652914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876072" y="3700391"/>
            <a:ext cx="3026465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Host Network Lost (P1)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876071" y="4138427"/>
            <a:ext cx="4551764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Trigger:</a:t>
            </a: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Mgmt/vMotion/Storage connectivity loss.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876071" y="4443148"/>
            <a:ext cx="4780305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Loss of management cascades into HA/DRS failures (Split-brain risk). Prioritize Mgmt network routing.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2448" y="2652914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6532448" y="3700391"/>
            <a:ext cx="2673388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DSwitch Config (P2)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532448" y="4138427"/>
            <a:ext cx="4780305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Trigger:</a:t>
            </a: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VLAN/MTU mismatch on Distributed Switch.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532448" y="4747868"/>
            <a:ext cx="4780305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Intermittent outages or blackholing traffic. Route to Network Ops for governance.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909" y="2852887"/>
            <a:ext cx="571351" cy="45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2421" y="2852887"/>
            <a:ext cx="457081" cy="45708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580874" y="581767"/>
            <a:ext cx="11578431" cy="553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Network Resilience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80873" y="1334046"/>
            <a:ext cx="11027078" cy="1904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lang="zh-TW" altLang="en-US" sz="1799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0088" y="2100608"/>
            <a:ext cx="5227863" cy="380900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580873" y="1881590"/>
            <a:ext cx="5489256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Capacity vs. Datastore Alarms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580874" y="2319626"/>
            <a:ext cx="5227863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Do not rely solely on generic Datastore Usage alarms for vSAN.</a:t>
            </a:r>
            <a:endParaRPr sz="1799">
              <a:solidFill>
                <a:schemeClr val="accent2"/>
              </a:solidFill>
            </a:endParaRPr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9611" y="2110130"/>
            <a:ext cx="5208818" cy="378996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866549" y="3119518"/>
            <a:ext cx="4942188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Warning Threshold (~80%):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866549" y="3919409"/>
            <a:ext cx="4942188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Critical Threshold (~90%):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866549" y="5024021"/>
            <a:ext cx="4942188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Space: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866549" y="3424238"/>
            <a:ext cx="4942188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Time to add nodes/disks or reclaim space.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866549" y="4224130"/>
            <a:ext cx="4942188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Immediate P1. Risk of component suspension and write failures.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80874" y="581767"/>
            <a:ext cx="11578431" cy="553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 err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vSAN</a:t>
            </a:r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Capacity Management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580873" y="1334046"/>
            <a:ext cx="11027078" cy="1904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sz="1799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873" y="3119517"/>
            <a:ext cx="228540" cy="24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0873" y="3919409"/>
            <a:ext cx="228540" cy="24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0873" y="5024021"/>
            <a:ext cx="228540" cy="24758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866549" y="5328742"/>
            <a:ext cx="4942188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Always maintain 25-30% slack for rebuilds and snapshots.</a:t>
            </a:r>
            <a:endParaRPr sz="1799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981" y="2652914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1424869" y="3700391"/>
            <a:ext cx="1797100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Object Health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318868" y="4138427"/>
            <a:ext cx="2009252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 Black"/>
                <a:ea typeface="Inter Black"/>
                <a:cs typeface="Inter Black"/>
                <a:sym typeface="Inter Black"/>
              </a:rPr>
              <a:t>Inaccessible / Absent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876071" y="4443148"/>
            <a:ext cx="2894846" cy="110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Direct data availability risk. Start triage immediately (Disk, Network, Resync).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226" name="Google Shape;22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5899" y="2652914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5394663" y="3700391"/>
            <a:ext cx="1399497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Time Sync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5294521" y="4138427"/>
            <a:ext cx="1599783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 Black"/>
                <a:ea typeface="Inter Black"/>
                <a:cs typeface="Inter Black"/>
                <a:sym typeface="Inter Black"/>
              </a:rPr>
              <a:t>Time Skew &gt; 60s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646989" y="4443148"/>
            <a:ext cx="2894846" cy="110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Causes control-plane and storage coordination failures. Verify NTP on ESXi/VC.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230" name="Google Shape;23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36816" y="2652914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8712989" y="3700391"/>
            <a:ext cx="2304531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Network Partition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9122573" y="4138427"/>
            <a:ext cx="1485513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 Black"/>
                <a:ea typeface="Inter Black"/>
                <a:cs typeface="Inter Black"/>
                <a:sym typeface="Inter Black"/>
              </a:rPr>
              <a:t>Cluster Partition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417907" y="4443148"/>
            <a:ext cx="2894846" cy="110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High-impact fault. Check </a:t>
            </a:r>
            <a:r>
              <a:rPr lang="en-US" sz="1500" err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vmk</a:t>
            </a: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connectivity, Unicast/Multicast config.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234" name="Google Shape;23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6386" y="2852887"/>
            <a:ext cx="514216" cy="45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5872" y="2852887"/>
            <a:ext cx="457081" cy="45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9654" y="2852887"/>
            <a:ext cx="571351" cy="45708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580874" y="581767"/>
            <a:ext cx="11578431" cy="553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 err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vSAN</a:t>
            </a:r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Cluster Health </a:t>
            </a:r>
            <a:r>
              <a:rPr lang="en-US" sz="3599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(P1)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580873" y="1334046"/>
            <a:ext cx="11027078" cy="1904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lang="zh-TW" altLang="en-US" sz="1799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893"/>
            <a:ext cx="12188825" cy="6856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3" y="10416"/>
            <a:ext cx="6084890" cy="683716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6665763" y="1105505"/>
            <a:ext cx="5189296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99" b="1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Physical Disk Health</a:t>
            </a:r>
            <a:endParaRPr sz="1799"/>
          </a:p>
        </p:txBody>
      </p:sp>
      <p:sp>
        <p:nvSpPr>
          <p:cNvPr id="246" name="Google Shape;246;p21"/>
          <p:cNvSpPr txBox="1"/>
          <p:nvPr/>
        </p:nvSpPr>
        <p:spPr>
          <a:xfrm>
            <a:off x="6665763" y="1543541"/>
            <a:ext cx="4942188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foundation of vSAN reliability.</a:t>
            </a:r>
            <a:endParaRPr sz="1799"/>
          </a:p>
        </p:txBody>
      </p:sp>
      <p:sp>
        <p:nvSpPr>
          <p:cNvPr id="247" name="Google Shape;247;p21"/>
          <p:cNvSpPr txBox="1"/>
          <p:nvPr/>
        </p:nvSpPr>
        <p:spPr>
          <a:xfrm>
            <a:off x="6951439" y="2133937"/>
            <a:ext cx="4656512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Congestion (P1/P2):</a:t>
            </a:r>
            <a:endParaRPr sz="1799"/>
          </a:p>
        </p:txBody>
      </p:sp>
      <p:sp>
        <p:nvSpPr>
          <p:cNvPr id="248" name="Google Shape;248;p21"/>
          <p:cNvSpPr txBox="1"/>
          <p:nvPr/>
        </p:nvSpPr>
        <p:spPr>
          <a:xfrm>
            <a:off x="6951439" y="3543270"/>
            <a:ext cx="4656512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Disk Endurance (P2):</a:t>
            </a:r>
            <a:endParaRPr sz="1799"/>
          </a:p>
        </p:txBody>
      </p:sp>
      <p:sp>
        <p:nvSpPr>
          <p:cNvPr id="249" name="Google Shape;249;p21"/>
          <p:cNvSpPr txBox="1"/>
          <p:nvPr/>
        </p:nvSpPr>
        <p:spPr>
          <a:xfrm>
            <a:off x="6951439" y="4647882"/>
            <a:ext cx="4656512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Encryption (P1):</a:t>
            </a:r>
            <a:endParaRPr sz="1799"/>
          </a:p>
        </p:txBody>
      </p:sp>
      <p:pic>
        <p:nvPicPr>
          <p:cNvPr id="250" name="Google Shape;25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5763" y="2133937"/>
            <a:ext cx="228540" cy="24758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6951439" y="2438658"/>
            <a:ext cx="4656512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Indicates device latency, queue depth issues, or controller saturation. Can cause cascading performance drops.</a:t>
            </a:r>
            <a:endParaRPr sz="1799"/>
          </a:p>
        </p:txBody>
      </p:sp>
      <p:pic>
        <p:nvPicPr>
          <p:cNvPr id="252" name="Google Shape;25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5763" y="3543270"/>
            <a:ext cx="228540" cy="24758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6951439" y="3847991"/>
            <a:ext cx="4656512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New in vSAN 8 U3. Monitor SSD wear-out. Treat "Exceeded" as Critical P1.</a:t>
            </a:r>
            <a:endParaRPr sz="1799"/>
          </a:p>
        </p:txBody>
      </p:sp>
      <p:pic>
        <p:nvPicPr>
          <p:cNvPr id="254" name="Google Shape;25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5763" y="4647882"/>
            <a:ext cx="228540" cy="24758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6951439" y="4952603"/>
            <a:ext cx="4656512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KMS Connection check. Critical for encrypted vSAN I/O.</a:t>
            </a:r>
            <a:endParaRPr sz="1799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071" y="2652914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876072" y="3700391"/>
            <a:ext cx="3768395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Snapshot Consolidation (P2)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876072" y="4138427"/>
            <a:ext cx="2847233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Trigger:</a:t>
            </a: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Consolidation needed.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876071" y="4443148"/>
            <a:ext cx="4780305" cy="91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3333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Unmanaged snapshots impact performance and backup chains. </a:t>
            </a:r>
            <a:br>
              <a:rPr lang="en-US" sz="1799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i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Policy:</a:t>
            </a: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Warning &gt; 72h, Critical &gt; 7 days.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267" name="Google Shape;26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2448" y="2652914"/>
            <a:ext cx="857027" cy="85702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6532448" y="3700391"/>
            <a:ext cx="3295178" cy="32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HCL &amp; Compatibility (P3)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6532448" y="4138427"/>
            <a:ext cx="4018503" cy="36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Trigger:</a:t>
            </a: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Controller Driver / DB Auto Update.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6532448" y="4443148"/>
            <a:ext cx="4780305" cy="73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Reduces risk of unsupported driver/firmware combos. Daily check item, not immediate incident.</a:t>
            </a:r>
            <a:endParaRPr lang="zh-TW" altLang="en-US" sz="1799">
              <a:solidFill>
                <a:schemeClr val="accent2"/>
              </a:solidFill>
            </a:endParaRPr>
          </a:p>
        </p:txBody>
      </p:sp>
      <p:pic>
        <p:nvPicPr>
          <p:cNvPr id="271" name="Google Shape;27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6044" y="2852887"/>
            <a:ext cx="457081" cy="45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0988" y="2852887"/>
            <a:ext cx="399946" cy="45708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580874" y="581767"/>
            <a:ext cx="11578431" cy="553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99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Operational Hygiene &amp; Governance</a:t>
            </a:r>
            <a:endParaRPr sz="1799">
              <a:solidFill>
                <a:schemeClr val="accent2"/>
              </a:solidFill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580873" y="1334046"/>
            <a:ext cx="11027078" cy="1904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/>
            <a:endParaRPr lang="zh-TW" altLang="en-US" sz="1799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33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23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 w="12700">
          <a:noFill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800" dirty="0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Orange">
      <a:srgbClr val="E68C28"/>
    </a:custClr>
    <a:custClr name="Red">
      <a:srgbClr val="CC092F"/>
    </a:custClr>
    <a:custClr name="Light Grey">
      <a:srgbClr val="E2E3E4"/>
    </a:custClr>
    <a:custClr name="Cool Grey 7">
      <a:srgbClr val="97999B"/>
    </a:custClr>
    <a:custClr name="Dark Grey">
      <a:srgbClr val="53565A"/>
    </a:custClr>
    <a:custClr name="2nd Green">
      <a:srgbClr val="23800A"/>
    </a:custClr>
    <a:custClr name="2nd Blue">
      <a:srgbClr val="007DA3"/>
    </a:custClr>
    <a:custClr name="187 Red">
      <a:srgbClr val="A6192E"/>
    </a:custClr>
  </a:custClrLst>
  <a:extLst>
    <a:ext uri="{05A4C25C-085E-4340-85A3-A5531E510DB2}">
      <thm15:themeFamily xmlns:thm15="http://schemas.microsoft.com/office/thememl/2012/main" name="簡報3" id="{0DECBCE0-A8BA-B743-9103-747245CCA97A}" vid="{E56517FB-9D9B-B741-833B-0C3E909E44B5}"/>
    </a:ext>
  </a:extLst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3F91C0C4ECEE479555FEA4A4EB2B48" ma:contentTypeVersion="15" ma:contentTypeDescription="Create a new document." ma:contentTypeScope="" ma:versionID="c6a87b1e4bc033b72f454e04dac54d88">
  <xsd:schema xmlns:xsd="http://www.w3.org/2001/XMLSchema" xmlns:xs="http://www.w3.org/2001/XMLSchema" xmlns:p="http://schemas.microsoft.com/office/2006/metadata/properties" xmlns:ns2="34d4d772-b3f2-47fc-9a2d-2126f9957ae8" xmlns:ns3="d345b56e-75a0-4ca8-9b4b-110cb999efd5" targetNamespace="http://schemas.microsoft.com/office/2006/metadata/properties" ma:root="true" ma:fieldsID="6eb14a52ad1190b1f78ecaeae027f828" ns2:_="" ns3:_="">
    <xsd:import namespace="34d4d772-b3f2-47fc-9a2d-2126f9957ae8"/>
    <xsd:import namespace="d345b56e-75a0-4ca8-9b4b-110cb999ef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d4d772-b3f2-47fc-9a2d-2126f9957a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2db59af-f8a6-47a7-a7a2-8d3f5d7884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5b56e-75a0-4ca8-9b4b-110cb999ef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e60bf06-978e-4056-b583-56563198eef8}" ma:internalName="TaxCatchAll" ma:showField="CatchAllData" ma:web="d345b56e-75a0-4ca8-9b4b-110cb999ef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d4d772-b3f2-47fc-9a2d-2126f9957ae8">
      <Terms xmlns="http://schemas.microsoft.com/office/infopath/2007/PartnerControls"/>
    </lcf76f155ced4ddcb4097134ff3c332f>
    <TaxCatchAll xmlns="d345b56e-75a0-4ca8-9b4b-110cb999efd5" xsi:nil="true"/>
    <SharedWithUsers xmlns="d345b56e-75a0-4ca8-9b4b-110cb999efd5">
      <UserInfo>
        <DisplayName>Juanly Cabrera</DisplayName>
        <AccountId>17</AccountId>
        <AccountType/>
      </UserInfo>
      <UserInfo>
        <DisplayName>Andre Fernandes</DisplayName>
        <AccountId>20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FF4D8F-9B19-4DA8-8A71-562BBA95DCB6}">
  <ds:schemaRefs>
    <ds:schemaRef ds:uri="34d4d772-b3f2-47fc-9a2d-2126f9957ae8"/>
    <ds:schemaRef ds:uri="d345b56e-75a0-4ca8-9b4b-110cb999ef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1634573-F7D8-4ECC-B5FF-91D1E5D2E650}">
  <ds:schemaRefs>
    <ds:schemaRef ds:uri="34d4d772-b3f2-47fc-9a2d-2126f9957ae8"/>
    <ds:schemaRef ds:uri="d345b56e-75a0-4ca8-9b4b-110cb999efd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AD99180-4DF7-4231-B572-5E5D5B192D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VMware 2025 Light</Template>
  <TotalTime>3</TotalTime>
  <Words>11483</Words>
  <Application>Microsoft Macintosh PowerPoint</Application>
  <PresentationFormat>自訂</PresentationFormat>
  <Paragraphs>3073</Paragraphs>
  <Slides>101</Slides>
  <Notes>57</Notes>
  <HiddenSlides>3</HiddenSlides>
  <MMClips>0</MMClips>
  <ScaleCrop>false</ScaleCrop>
  <HeadingPairs>
    <vt:vector size="6" baseType="variant">
      <vt:variant>
        <vt:lpstr>使用字型</vt:lpstr>
      </vt:variant>
      <vt:variant>
        <vt:i4>19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101</vt:i4>
      </vt:variant>
    </vt:vector>
  </HeadingPairs>
  <TitlesOfParts>
    <vt:vector size="121" baseType="lpstr">
      <vt:lpstr>微軟正黑體</vt:lpstr>
      <vt:lpstr>微軟正黑體</vt:lpstr>
      <vt:lpstr>Arial (本文)</vt:lpstr>
      <vt:lpstr>Camphor Std</vt:lpstr>
      <vt:lpstr>Inter</vt:lpstr>
      <vt:lpstr>Inter Black</vt:lpstr>
      <vt:lpstr>Inter SemiBold</vt:lpstr>
      <vt:lpstr>JetBrains Mono</vt:lpstr>
      <vt:lpstr>Metropolis</vt:lpstr>
      <vt:lpstr>Metropolis-Regular</vt:lpstr>
      <vt:lpstr>Microsoft YaHei</vt:lpstr>
      <vt:lpstr>System Font Regular</vt:lpstr>
      <vt:lpstr>Arial</vt:lpstr>
      <vt:lpstr>Arial Rounded MT Bold</vt:lpstr>
      <vt:lpstr>Calibri</vt:lpstr>
      <vt:lpstr>Helvetica</vt:lpstr>
      <vt:lpstr>Open Sans</vt:lpstr>
      <vt:lpstr>Wingdings</vt:lpstr>
      <vt:lpstr>Wingdings 2</vt:lpstr>
      <vt:lpstr>VMware 2025 Light</vt:lpstr>
      <vt:lpstr>VSMC Design</vt:lpstr>
      <vt:lpstr>PowerPoint 簡報</vt:lpstr>
      <vt:lpstr>FQDN Naming Rule For Sample</vt:lpstr>
      <vt:lpstr>FQDN Naming Rule For Sample</vt:lpstr>
      <vt:lpstr>IP Addressing Design Principles</vt:lpstr>
      <vt:lpstr>VCF High Level Design </vt:lpstr>
      <vt:lpstr>Isolating Different Types Standard Mode (MES)</vt:lpstr>
      <vt:lpstr>Isolating Different Types Standard Mode (OA)</vt:lpstr>
      <vt:lpstr>Isolating Different Types Standard Mode (DMZ)</vt:lpstr>
      <vt:lpstr>VCF Management Component Architecture Design </vt:lpstr>
      <vt:lpstr>NSX-T 4.2 Recommended Resources- Manager</vt:lpstr>
      <vt:lpstr>Simple VCF Operations for Networks Model v1.0</vt:lpstr>
      <vt:lpstr>Architecture Design of VCF Components </vt:lpstr>
      <vt:lpstr>VCF Multiple Sites in a Single Region </vt:lpstr>
      <vt:lpstr>VCF HA and DR Design</vt:lpstr>
      <vt:lpstr>PowerPoint 簡報</vt:lpstr>
      <vt:lpstr>PowerPoint 簡報</vt:lpstr>
      <vt:lpstr>PowerPoint 簡報</vt:lpstr>
      <vt:lpstr>PowerPoint 簡報</vt:lpstr>
      <vt:lpstr>MES TCS Cluster VSAN Design </vt:lpstr>
      <vt:lpstr>VMware Cloud Foundation Low-Level Design </vt:lpstr>
      <vt:lpstr>PowerPoint 簡報</vt:lpstr>
      <vt:lpstr>Network Logic Architecture</vt:lpstr>
      <vt:lpstr>Architecture Design For MES</vt:lpstr>
      <vt:lpstr>MES </vt:lpstr>
      <vt:lpstr>Logical Network Architecture for Hosts</vt:lpstr>
      <vt:lpstr>Physical connectivity diagram</vt:lpstr>
      <vt:lpstr>Architecture Placement Design For OA</vt:lpstr>
      <vt:lpstr>(OA VM)</vt:lpstr>
      <vt:lpstr>(RD VM)</vt:lpstr>
      <vt:lpstr>(NET VM)</vt:lpstr>
      <vt:lpstr>(My VM)</vt:lpstr>
      <vt:lpstr>(Lnx VM)</vt:lpstr>
      <vt:lpstr>VCF Fleet with Multiple Datacenter  in a Single Region</vt:lpstr>
      <vt:lpstr>vSAN host node network interface numbering</vt:lpstr>
      <vt:lpstr>Physical connectivity diagram</vt:lpstr>
      <vt:lpstr>Architecture Design For MES</vt:lpstr>
      <vt:lpstr>MES </vt:lpstr>
      <vt:lpstr>MES </vt:lpstr>
      <vt:lpstr>MES </vt:lpstr>
      <vt:lpstr>MES-Rack Design</vt:lpstr>
      <vt:lpstr>Logical Network Architecture for Hosts</vt:lpstr>
      <vt:lpstr>Physical connectivity diagram</vt:lpstr>
      <vt:lpstr>Physical connectivity diagram</vt:lpstr>
      <vt:lpstr>MES </vt:lpstr>
      <vt:lpstr>MES </vt:lpstr>
      <vt:lpstr>MES </vt:lpstr>
      <vt:lpstr>Physical connectivity diagram</vt:lpstr>
      <vt:lpstr>Architecture Design For In House</vt:lpstr>
      <vt:lpstr>IN House AP</vt:lpstr>
      <vt:lpstr>Physical connectivity diagram</vt:lpstr>
      <vt:lpstr>Logical Network Architecture for Hosts</vt:lpstr>
      <vt:lpstr>Physical connectivity diagram</vt:lpstr>
      <vt:lpstr>Architecture Placement Design For OA</vt:lpstr>
      <vt:lpstr>Logical Network Architecture for Hosts</vt:lpstr>
      <vt:lpstr>Physical connectivity diagram</vt:lpstr>
      <vt:lpstr>Physical connectivity diagram</vt:lpstr>
      <vt:lpstr>(OA VM)</vt:lpstr>
      <vt:lpstr>(RD VM)</vt:lpstr>
      <vt:lpstr>(NET VM)</vt:lpstr>
      <vt:lpstr>(My VM)</vt:lpstr>
      <vt:lpstr>(Lnx VM)</vt:lpstr>
      <vt:lpstr>Architecture Design For MGMT</vt:lpstr>
      <vt:lpstr>MGMT Domain </vt:lpstr>
      <vt:lpstr>Isolating Different Types Standard Mode (MES)</vt:lpstr>
      <vt:lpstr>Isolating Different Types Standard Mode (OA)</vt:lpstr>
      <vt:lpstr>MGMT Domain </vt:lpstr>
      <vt:lpstr>虛擬主機與元件管理員存取的網段</vt:lpstr>
      <vt:lpstr>vSAN host node network interface numbering</vt:lpstr>
      <vt:lpstr>Physical connectivity diagram</vt:lpstr>
      <vt:lpstr>Physical connectivity diagram</vt:lpstr>
      <vt:lpstr>Architecture Design For In House</vt:lpstr>
      <vt:lpstr>Logical Network Architecture for Hosts</vt:lpstr>
      <vt:lpstr>Physical connectivity diagram</vt:lpstr>
      <vt:lpstr>Architecture Design For OA Zone</vt:lpstr>
      <vt:lpstr>Logical Network Architecture for Hosts</vt:lpstr>
      <vt:lpstr>Physical connectivity diagram</vt:lpstr>
      <vt:lpstr>(OA VM)</vt:lpstr>
      <vt:lpstr>(RD VM)</vt:lpstr>
      <vt:lpstr>(NET VM)</vt:lpstr>
      <vt:lpstr>(My VM)</vt:lpstr>
      <vt:lpstr>(Lnx VM)</vt:lpstr>
      <vt:lpstr>Aira Operation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vCenter Alert List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Kosten Yang</dc:creator>
  <cp:keywords>VMware</cp:keywords>
  <cp:lastModifiedBy>育昕 楊</cp:lastModifiedBy>
  <cp:revision>2</cp:revision>
  <dcterms:created xsi:type="dcterms:W3CDTF">2025-07-07T06:32:45Z</dcterms:created>
  <dcterms:modified xsi:type="dcterms:W3CDTF">2026-04-02T07:53:23Z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0x0101008B3F91C0C4ECEE479555FEA4A4EB2B48</vt:lpwstr>
  </property>
  <property fmtid="{D5CDD505-2E9C-101B-9397-08002B2CF9AE}" pid="3" name="MediaServiceImageTags">
    <vt:lpwstr/>
  </property>
</Properties>
</file>