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4195" r:id="rId4"/>
    <p:sldMasterId id="2147484380" r:id="rId5"/>
  </p:sldMasterIdLst>
  <p:notesMasterIdLst>
    <p:notesMasterId r:id="rId35"/>
  </p:notesMasterIdLst>
  <p:handoutMasterIdLst>
    <p:handoutMasterId r:id="rId36"/>
  </p:handoutMasterIdLst>
  <p:sldIdLst>
    <p:sldId id="2147483506" r:id="rId6"/>
    <p:sldId id="2026819427" r:id="rId7"/>
    <p:sldId id="267" r:id="rId8"/>
    <p:sldId id="271" r:id="rId9"/>
    <p:sldId id="2147483511" r:id="rId10"/>
    <p:sldId id="256" r:id="rId11"/>
    <p:sldId id="2147483530" r:id="rId12"/>
    <p:sldId id="2147483520" r:id="rId13"/>
    <p:sldId id="2147483516" r:id="rId14"/>
    <p:sldId id="263" r:id="rId15"/>
    <p:sldId id="2147483518" r:id="rId16"/>
    <p:sldId id="2147483604" r:id="rId17"/>
    <p:sldId id="2147483519" r:id="rId18"/>
    <p:sldId id="261" r:id="rId19"/>
    <p:sldId id="270" r:id="rId20"/>
    <p:sldId id="2147483525" r:id="rId21"/>
    <p:sldId id="2147483527" r:id="rId22"/>
    <p:sldId id="2147483528" r:id="rId23"/>
    <p:sldId id="2147483529" r:id="rId24"/>
    <p:sldId id="260" r:id="rId25"/>
    <p:sldId id="2147483647" r:id="rId26"/>
    <p:sldId id="262" r:id="rId27"/>
    <p:sldId id="313" r:id="rId28"/>
    <p:sldId id="264" r:id="rId29"/>
    <p:sldId id="2147483608" r:id="rId30"/>
    <p:sldId id="269" r:id="rId31"/>
    <p:sldId id="258" r:id="rId32"/>
    <p:sldId id="259" r:id="rId33"/>
    <p:sldId id="257" r:id="rId34"/>
  </p:sldIdLst>
  <p:sldSz cx="12188825" cy="6858000"/>
  <p:notesSz cx="7315200" cy="9601200"/>
  <p:custDataLst>
    <p:tags r:id="rId3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32EF0C3-FCF6-4FAA-A0B8-09C23CC65E5B}">
          <p14:sldIdLst>
            <p14:sldId id="2147483506"/>
          </p14:sldIdLst>
        </p14:section>
        <p14:section name="Title" id="{353F7D0A-8EDA-4540-BE68-6F4C0CC7A8F8}">
          <p14:sldIdLst>
            <p14:sldId id="2026819427"/>
          </p14:sldIdLst>
        </p14:section>
        <p14:section name="Lifecycle" id="{51A19FF1-50A9-9D44-8F11-947D1C8B3AC6}">
          <p14:sldIdLst>
            <p14:sldId id="267"/>
            <p14:sldId id="271"/>
            <p14:sldId id="2147483511"/>
            <p14:sldId id="256"/>
            <p14:sldId id="2147483530"/>
            <p14:sldId id="2147483520"/>
            <p14:sldId id="2147483516"/>
            <p14:sldId id="263"/>
            <p14:sldId id="2147483518"/>
            <p14:sldId id="2147483604"/>
            <p14:sldId id="2147483519"/>
            <p14:sldId id="261"/>
          </p14:sldIdLst>
        </p14:section>
        <p14:section name="VM Management" id="{0179FF27-A88D-354B-B48E-F79A1B36E470}">
          <p14:sldIdLst>
            <p14:sldId id="270"/>
            <p14:sldId id="2147483525"/>
            <p14:sldId id="2147483527"/>
            <p14:sldId id="2147483528"/>
            <p14:sldId id="2147483529"/>
            <p14:sldId id="260"/>
          </p14:sldIdLst>
        </p14:section>
        <p14:section name="Workload Acceleration" id="{47D124A8-12B7-D347-90C3-A4DCFCB28837}">
          <p14:sldIdLst>
            <p14:sldId id="2147483647"/>
            <p14:sldId id="262"/>
            <p14:sldId id="313"/>
            <p14:sldId id="264"/>
            <p14:sldId id="2147483608"/>
            <p14:sldId id="269"/>
            <p14:sldId id="258"/>
            <p14:sldId id="259"/>
          </p14:sldIdLst>
        </p14:section>
        <p14:section name="Security" id="{F26BD105-2D3E-824B-9814-DB05E7F1B062}">
          <p14:sldIdLst>
            <p14:sldId id="25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43" clrIdx="1"/>
  <p:cmAuthor id="3" name="Wendy Ouellette" initials="WO" lastIdx="1" clrIdx="2">
    <p:extLst>
      <p:ext uri="{19B8F6BF-5375-455C-9EA6-DF929625EA0E}">
        <p15:presenceInfo xmlns:p15="http://schemas.microsoft.com/office/powerpoint/2012/main" userId="S::wouellette@vmware.com::1423423b-46e9-448d-b172-f148f3fbf4f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F9FA"/>
    <a:srgbClr val="BED5E0"/>
    <a:srgbClr val="CC092F"/>
    <a:srgbClr val="930722"/>
    <a:srgbClr val="79051B"/>
    <a:srgbClr val="E68C28"/>
    <a:srgbClr val="F98787"/>
    <a:srgbClr val="37FF9B"/>
    <a:srgbClr val="97999B"/>
    <a:srgbClr val="9999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6E25E649-3F16-4E02-A733-19D2CDBF48F0}">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175" autoAdjust="0"/>
    <p:restoredTop sz="83600" autoAdjust="0"/>
  </p:normalViewPr>
  <p:slideViewPr>
    <p:cSldViewPr snapToGrid="0">
      <p:cViewPr varScale="1">
        <p:scale>
          <a:sx n="147" d="100"/>
          <a:sy n="147" d="100"/>
        </p:scale>
        <p:origin x="1488" y="192"/>
      </p:cViewPr>
      <p:guideLst/>
    </p:cSldViewPr>
  </p:slideViewPr>
  <p:notesTextViewPr>
    <p:cViewPr>
      <p:scale>
        <a:sx n="3" d="2"/>
        <a:sy n="3" d="2"/>
      </p:scale>
      <p:origin x="0" y="0"/>
    </p:cViewPr>
  </p:notesTextViewPr>
  <p:sorterViewPr>
    <p:cViewPr varScale="1">
      <p:scale>
        <a:sx n="100" d="100"/>
        <a:sy n="100" d="100"/>
      </p:scale>
      <p:origin x="0" y="0"/>
    </p:cViewPr>
  </p:sorterViewPr>
  <p:notesViewPr>
    <p:cSldViewPr snapToGrid="0">
      <p:cViewPr varScale="1">
        <p:scale>
          <a:sx n="140" d="100"/>
          <a:sy n="140" d="100"/>
        </p:scale>
        <p:origin x="3712" y="208"/>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presProps" Target="presProps.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tags" Target="tags/tag1.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notesMaster" Target="notesMasters/notesMaster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FB004553-04C5-4BB3-AD4E-8B2EF3CDDAF9}" type="datetimeFigureOut">
              <a:rPr lang="en-US" smtClean="0"/>
              <a:t>5/11/26</a:t>
            </a:fld>
            <a:endParaRPr lang="en-US" dirty="0"/>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dirty="0"/>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2E6A881F-0910-47D3-BD01-4F68834EC353}" type="slidenum">
              <a:rPr lang="en-US" smtClean="0"/>
              <a:t>‹#›</a:t>
            </a:fld>
            <a:endParaRPr lang="en-US" dirty="0"/>
          </a:p>
        </p:txBody>
      </p:sp>
    </p:spTree>
    <p:extLst>
      <p:ext uri="{BB962C8B-B14F-4D97-AF65-F5344CB8AC3E}">
        <p14:creationId xmlns:p14="http://schemas.microsoft.com/office/powerpoint/2010/main" val="32686676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atin typeface="+mn-lt"/>
              </a:defRPr>
            </a:lvl1pPr>
          </a:lstStyle>
          <a:p>
            <a:endParaRPr lang="en-US" dirty="0"/>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atin typeface="+mn-lt"/>
              </a:defRPr>
            </a:lvl1pPr>
          </a:lstStyle>
          <a:p>
            <a:fld id="{3CB6F0DB-E055-41D0-9102-627A646E4242}" type="datetimeFigureOut">
              <a:rPr lang="en-US" smtClean="0"/>
              <a:pPr/>
              <a:t>5/11/26</a:t>
            </a:fld>
            <a:endParaRPr lang="en-US" dirty="0"/>
          </a:p>
        </p:txBody>
      </p:sp>
      <p:sp>
        <p:nvSpPr>
          <p:cNvPr id="4" name="Slide Image Placeholder 3"/>
          <p:cNvSpPr>
            <a:spLocks noGrp="1" noRot="1" noChangeAspect="1"/>
          </p:cNvSpPr>
          <p:nvPr>
            <p:ph type="sldImg" idx="2"/>
          </p:nvPr>
        </p:nvSpPr>
        <p:spPr>
          <a:xfrm>
            <a:off x="884238" y="639763"/>
            <a:ext cx="5546725" cy="3121025"/>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487680" y="4000500"/>
            <a:ext cx="6339840" cy="512064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atin typeface="+mn-lt"/>
              </a:defRPr>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atin typeface="+mn-lt"/>
              </a:defRPr>
            </a:lvl1pPr>
          </a:lstStyle>
          <a:p>
            <a:fld id="{9F4FBC3A-A12C-40F9-BB8D-BC30C7901396}" type="slidenum">
              <a:rPr lang="en-US" smtClean="0"/>
              <a:pPr/>
              <a:t>‹#›</a:t>
            </a:fld>
            <a:endParaRPr lang="en-US" dirty="0"/>
          </a:p>
        </p:txBody>
      </p:sp>
    </p:spTree>
    <p:extLst>
      <p:ext uri="{BB962C8B-B14F-4D97-AF65-F5344CB8AC3E}">
        <p14:creationId xmlns:p14="http://schemas.microsoft.com/office/powerpoint/2010/main" val="201290979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E" b="1" dirty="0"/>
              <a:t>Title:</a:t>
            </a:r>
            <a:br>
              <a:rPr lang="en-IE" dirty="0"/>
            </a:br>
            <a:r>
              <a:rPr lang="en-IE" dirty="0"/>
              <a:t>What's New in vSphere 9.1: Features That Actually Matter</a:t>
            </a:r>
            <a:br>
              <a:rPr lang="en-IE" dirty="0"/>
            </a:br>
            <a:r>
              <a:rPr lang="en-IE" b="1" dirty="0"/>
              <a:t>Abstract:</a:t>
            </a:r>
            <a:br>
              <a:rPr lang="en-IE" dirty="0"/>
            </a:br>
            <a:r>
              <a:rPr lang="en-IE" dirty="0"/>
              <a:t>Cut through the marketing and get the practitioner's view of vSphere 9.1's most impactful capabilities. This session covers what's new, what's improved, and what you need to know to leverage these features in your environment. We'll focus on practical use cases including performance improvements, operational simplifications, and cost optimization features you can implement immediately. </a:t>
            </a:r>
            <a:r>
              <a:rPr lang="en-IE"/>
              <a:t>Learn what's new, how it works, and when you should adopt it—with practitioner perspective included.</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200" b="0" i="0" u="none" strike="noStrike" kern="1200" cap="none" spc="0" normalizeH="0" baseline="0" noProof="0" smtClean="0">
                <a:ln>
                  <a:noFill/>
                </a:ln>
                <a:solidFill>
                  <a:srgbClr val="717074"/>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srgbClr val="717074"/>
              </a:solidFill>
              <a:effectLst/>
              <a:uLnTx/>
              <a:uFillTx/>
              <a:ea typeface="+mn-ea"/>
              <a:cs typeface="+mn-cs"/>
            </a:endParaRPr>
          </a:p>
        </p:txBody>
      </p:sp>
    </p:spTree>
    <p:extLst>
      <p:ext uri="{BB962C8B-B14F-4D97-AF65-F5344CB8AC3E}">
        <p14:creationId xmlns:p14="http://schemas.microsoft.com/office/powerpoint/2010/main" val="12651104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trike="noStrike" baseline="0" dirty="0"/>
              <a:t>Don’t forget to review the VCF and vSphere 9.1 Release Notes.</a:t>
            </a:r>
          </a:p>
        </p:txBody>
      </p:sp>
      <p:sp>
        <p:nvSpPr>
          <p:cNvPr id="4" name="Slide Number Placeholder 3"/>
          <p:cNvSpPr>
            <a:spLocks noGrp="1"/>
          </p:cNvSpPr>
          <p:nvPr>
            <p:ph type="sldNum" sz="quarter" idx="10"/>
          </p:nvPr>
        </p:nvSpPr>
        <p:spPr/>
        <p:txBody>
          <a:bodyPr/>
          <a:lstStyle/>
          <a:p>
            <a:fld id="{9F4FBC3A-A12C-40F9-BB8D-BC30C7901396}" type="slidenum">
              <a:rPr lang="en-US" smtClean="0"/>
              <a:t>2</a:t>
            </a:fld>
            <a:endParaRPr lang="en-US"/>
          </a:p>
        </p:txBody>
      </p:sp>
    </p:spTree>
    <p:extLst>
      <p:ext uri="{BB962C8B-B14F-4D97-AF65-F5344CB8AC3E}">
        <p14:creationId xmlns:p14="http://schemas.microsoft.com/office/powerpoint/2010/main" val="6587100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CEEAB-4A07-CC9B-9CEB-26619E6792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8828DB-7C89-0EDC-81F2-220FD8AE333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896EFC8-C1F4-D6E5-D062-9A624C9C1D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465C9A-F3F7-57EC-65C6-FD6C76613BC1}"/>
              </a:ext>
            </a:extLst>
          </p:cNvPr>
          <p:cNvSpPr>
            <a:spLocks noGrp="1"/>
          </p:cNvSpPr>
          <p:nvPr>
            <p:ph type="sldNum" sz="quarter" idx="5"/>
          </p:nvPr>
        </p:nvSpPr>
        <p:spPr/>
        <p:txBody>
          <a:bodyPr/>
          <a:lstStyle/>
          <a:p>
            <a:fld id="{9F4FBC3A-A12C-40F9-BB8D-BC30C7901396}" type="slidenum">
              <a:rPr lang="en-US" smtClean="0"/>
              <a:pPr/>
              <a:t>3</a:t>
            </a:fld>
            <a:endParaRPr lang="en-US" dirty="0"/>
          </a:p>
        </p:txBody>
      </p:sp>
    </p:spTree>
    <p:extLst>
      <p:ext uri="{BB962C8B-B14F-4D97-AF65-F5344CB8AC3E}">
        <p14:creationId xmlns:p14="http://schemas.microsoft.com/office/powerpoint/2010/main" val="25977577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7"/>
        <p:cNvGrpSpPr/>
        <p:nvPr/>
      </p:nvGrpSpPr>
      <p:grpSpPr>
        <a:xfrm>
          <a:off x="0" y="0"/>
          <a:ext cx="0" cy="0"/>
          <a:chOff x="0" y="0"/>
          <a:chExt cx="0" cy="0"/>
        </a:xfrm>
      </p:grpSpPr>
      <p:sp>
        <p:nvSpPr>
          <p:cNvPr id="3438" name="Google Shape;3438;g3cf02dd855a_0_2067: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Key Message:</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IE" dirty="0"/>
              <a:t>Quickest Upgrade Path to VCF 9.1 Capabilities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Talk Track:</a:t>
            </a: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rtl="0">
              <a:lnSpc>
                <a:spcPct val="100000"/>
              </a:lnSpc>
              <a:spcBef>
                <a:spcPts val="0"/>
              </a:spcBef>
              <a:spcAft>
                <a:spcPts val="0"/>
              </a:spcAft>
              <a:buClr>
                <a:srgbClr val="000000"/>
              </a:buClr>
              <a:buSzPts val="1400"/>
              <a:buFont typeface="Arial"/>
              <a:buNone/>
            </a:pPr>
            <a:r>
              <a:rPr lang="en-US" sz="1200" b="0" i="0" u="none" strike="noStrike" cap="none" dirty="0">
                <a:solidFill>
                  <a:srgbClr val="646464"/>
                </a:solidFill>
                <a:latin typeface="+mn-lt"/>
                <a:ea typeface="Arial"/>
                <a:cs typeface="Arial"/>
                <a:sym typeface="Arial"/>
              </a:rPr>
              <a:t>Upgrade Path:</a:t>
            </a:r>
            <a:endParaRPr lang="en-US" sz="1200" b="0" i="0" u="none" strike="noStrike" cap="none" dirty="0">
              <a:solidFill>
                <a:srgbClr val="000000"/>
              </a:solidFill>
              <a:latin typeface="+mn-lt"/>
              <a:ea typeface="Arial"/>
              <a:cs typeface="Arial"/>
              <a:sym typeface="Arial"/>
            </a:endParaRPr>
          </a:p>
          <a:p>
            <a:pPr marL="457200" marR="0" lvl="0" indent="-304800" algn="l" rtl="0">
              <a:lnSpc>
                <a:spcPct val="100000"/>
              </a:lnSpc>
              <a:spcBef>
                <a:spcPts val="0"/>
              </a:spcBef>
              <a:spcAft>
                <a:spcPts val="0"/>
              </a:spcAft>
              <a:buClr>
                <a:srgbClr val="646464"/>
              </a:buClr>
              <a:buSzPts val="1200"/>
              <a:buFont typeface="Calibri"/>
              <a:buChar char="●"/>
            </a:pPr>
            <a:r>
              <a:rPr lang="en-US" sz="1200" b="0" i="0" u="none" strike="noStrike" cap="none" dirty="0">
                <a:solidFill>
                  <a:srgbClr val="646464"/>
                </a:solidFill>
                <a:latin typeface="+mn-lt"/>
                <a:ea typeface="Arial"/>
                <a:cs typeface="Arial"/>
                <a:sym typeface="Arial"/>
              </a:rPr>
              <a:t>Upgrade Aria Operations 8.18.x to VCF Operations 9.1 (Or deploy VCF Operations 9.1 greenfield)</a:t>
            </a:r>
          </a:p>
          <a:p>
            <a:pPr marL="457200" marR="0" lvl="0" indent="-304800" algn="l" rtl="0">
              <a:lnSpc>
                <a:spcPct val="100000"/>
              </a:lnSpc>
              <a:spcBef>
                <a:spcPts val="0"/>
              </a:spcBef>
              <a:spcAft>
                <a:spcPts val="0"/>
              </a:spcAft>
              <a:buClr>
                <a:srgbClr val="646464"/>
              </a:buClr>
              <a:buSzPts val="1200"/>
              <a:buFont typeface="Calibri"/>
              <a:buChar char="●"/>
            </a:pPr>
            <a:r>
              <a:rPr lang="en-US" sz="1200" b="0" i="0" u="none" strike="noStrike" cap="none" dirty="0">
                <a:solidFill>
                  <a:srgbClr val="646464"/>
                </a:solidFill>
                <a:latin typeface="+mn-lt"/>
                <a:ea typeface="Arial"/>
                <a:cs typeface="Arial"/>
                <a:sym typeface="Arial"/>
              </a:rPr>
              <a:t>License VCF Operations 9,.1</a:t>
            </a:r>
            <a:endParaRPr lang="en-US" sz="1200" b="0" i="0" u="none" strike="noStrike" cap="none" dirty="0">
              <a:solidFill>
                <a:srgbClr val="000000"/>
              </a:solidFill>
              <a:latin typeface="+mn-lt"/>
              <a:ea typeface="Arial"/>
              <a:cs typeface="Arial"/>
              <a:sym typeface="Arial"/>
            </a:endParaRPr>
          </a:p>
          <a:p>
            <a:pPr marL="457200" marR="0" lvl="0" indent="-304800" algn="l" rtl="0">
              <a:lnSpc>
                <a:spcPct val="100000"/>
              </a:lnSpc>
              <a:spcBef>
                <a:spcPts val="0"/>
              </a:spcBef>
              <a:spcAft>
                <a:spcPts val="0"/>
              </a:spcAft>
              <a:buClr>
                <a:srgbClr val="646464"/>
              </a:buClr>
              <a:buSzPts val="1200"/>
              <a:buFont typeface="Calibri"/>
              <a:buChar char="●"/>
            </a:pPr>
            <a:r>
              <a:rPr lang="en-US" sz="1200" b="0" i="0" u="none" strike="noStrike" cap="none" dirty="0">
                <a:solidFill>
                  <a:srgbClr val="646464"/>
                </a:solidFill>
                <a:latin typeface="+mn-lt"/>
                <a:ea typeface="Arial"/>
                <a:cs typeface="Arial"/>
                <a:sym typeface="Arial"/>
              </a:rPr>
              <a:t>Upgrade vCenter 8.0u3a to vCenter 9.1</a:t>
            </a:r>
          </a:p>
          <a:p>
            <a:pPr marL="457200" marR="0" lvl="0" indent="-317500" algn="l" rtl="0">
              <a:lnSpc>
                <a:spcPct val="100000"/>
              </a:lnSpc>
              <a:spcBef>
                <a:spcPts val="0"/>
              </a:spcBef>
              <a:spcAft>
                <a:spcPts val="0"/>
              </a:spcAft>
              <a:buClr>
                <a:srgbClr val="646464"/>
              </a:buClr>
              <a:buSzPts val="1400"/>
              <a:buFont typeface="Arial"/>
              <a:buChar char="●"/>
            </a:pPr>
            <a:r>
              <a:rPr lang="en-US" sz="1200" b="0" i="0" u="none" strike="noStrike" cap="none" dirty="0">
                <a:solidFill>
                  <a:srgbClr val="646464"/>
                </a:solidFill>
                <a:latin typeface="+mn-lt"/>
                <a:ea typeface="Arial"/>
                <a:cs typeface="Arial"/>
                <a:sym typeface="Arial"/>
              </a:rPr>
              <a:t>Upgrade of ESX 8.0u3 to ESX 9.1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Notes:</a:t>
            </a: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References:</a:t>
            </a:r>
          </a:p>
          <a:p>
            <a:endParaRPr lang="en-US" dirty="0"/>
          </a:p>
          <a:p>
            <a:endParaRPr lang="en-US" dirty="0"/>
          </a:p>
          <a:p>
            <a:pPr marL="0" lvl="0" indent="0" algn="l" rtl="0">
              <a:lnSpc>
                <a:spcPct val="100000"/>
              </a:lnSpc>
              <a:spcBef>
                <a:spcPts val="0"/>
              </a:spcBef>
              <a:spcAft>
                <a:spcPts val="0"/>
              </a:spcAft>
              <a:buSzPts val="1400"/>
              <a:buNone/>
            </a:pPr>
            <a:endParaRPr dirty="0"/>
          </a:p>
        </p:txBody>
      </p:sp>
      <p:sp>
        <p:nvSpPr>
          <p:cNvPr id="3439" name="Google Shape;3439;g3cf02dd855a_0_2067: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3BFCE-6228-A628-3B8C-ED3F3A72DE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5A9DBB-58AF-2B30-F873-982B355AB4B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BAEB4FA-0FC4-0B86-E719-3A61571C2D8E}"/>
              </a:ext>
            </a:extLst>
          </p:cNvPr>
          <p:cNvSpPr>
            <a:spLocks noGrp="1"/>
          </p:cNvSpPr>
          <p:nvPr>
            <p:ph type="body" idx="1"/>
          </p:nvPr>
        </p:nvSpPr>
        <p:spPr/>
        <p:txBody>
          <a:bodyPr/>
          <a:lstStyle/>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**ANIMATED**</a:t>
            </a: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&lt;Click 1&gt; </a:t>
            </a: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Apply Critical Patch</a:t>
            </a: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&lt;Click 2&gt; </a:t>
            </a: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Patch Successful without vCenter downtime</a:t>
            </a:r>
          </a:p>
          <a:p>
            <a:pPr marL="0" lvl="0" indent="0" algn="l" rtl="0">
              <a:lnSpc>
                <a:spcPct val="80000"/>
              </a:lnSpc>
              <a:spcBef>
                <a:spcPts val="0"/>
              </a:spcBef>
              <a:spcAft>
                <a:spcPts val="0"/>
              </a:spcAft>
              <a:buNone/>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Key Message:</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Rapid Rollout of vCenter Security Patches.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vCenter Quick Patch allows for rapid patching of vCenter with minimal downtime, sometimes zero downtime. The level of downtime depends on the service(s) being patched.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Similar to ESX live patch, vCenter Quick Patch targets rapid deployment of important security fixes for vCenter. Enabling customers to apply these patches with minimal, sometimes zero, downtime.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vCenter Quick Patch is recommended for minor maintenance patches. For example, vCenter 9.1.0 to 9.1.1. Reduced Downtime Update is recommended for minor update releases. For example, vCenter 9.0.0 to 9.1.0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Notes:</a:t>
            </a: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Leaf services are vCenter services that are updated/patched asynchronously. For example, the vCenter Lifecycle Service (</a:t>
            </a:r>
            <a:r>
              <a:rPr lang="en-US" sz="1200" b="0" dirty="0" err="1">
                <a:solidFill>
                  <a:schemeClr val="dk1"/>
                </a:solidFill>
                <a:ea typeface="Arial" panose="020B0604020202020204" pitchFamily="34" charset="0"/>
                <a:cs typeface="Arial" panose="020B0604020202020204" pitchFamily="34" charset="0"/>
                <a:sym typeface="Arial" panose="020B0604020202020204" pitchFamily="34" charset="0"/>
              </a:rPr>
              <a:t>vlcm</a:t>
            </a: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 is a leaf service that is asynchronously updated prior to an RDU operation. If the update/patch of a leaf service fails, the system is automatically rolled back to the prior service version to maintain system functionality.</a:t>
            </a:r>
          </a:p>
          <a:p>
            <a:pPr marL="0" lvl="0" indent="0" algn="l" rtl="0">
              <a:lnSpc>
                <a:spcPct val="80000"/>
              </a:lnSpc>
              <a:spcBef>
                <a:spcPts val="0"/>
              </a:spcBef>
              <a:spcAft>
                <a:spcPts val="0"/>
              </a:spcAft>
              <a:buNone/>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References:</a:t>
            </a:r>
            <a:endParaRPr lang="en-US" sz="1200" dirty="0"/>
          </a:p>
          <a:p>
            <a:r>
              <a:rPr lang="en-US" dirty="0"/>
              <a:t>VGL-24210	Eliminate downtime when applying certain security patches on vCenter appliance</a:t>
            </a:r>
          </a:p>
          <a:p>
            <a:r>
              <a:rPr lang="en-US" dirty="0"/>
              <a:t>VGL-20040	Automatic revert capability for VC Leaf Service Patching failures</a:t>
            </a:r>
          </a:p>
          <a:p>
            <a:endParaRPr lang="en-US" dirty="0"/>
          </a:p>
        </p:txBody>
      </p:sp>
      <p:sp>
        <p:nvSpPr>
          <p:cNvPr id="4" name="Slide Number Placeholder 3">
            <a:extLst>
              <a:ext uri="{FF2B5EF4-FFF2-40B4-BE49-F238E27FC236}">
                <a16:creationId xmlns:a16="http://schemas.microsoft.com/office/drawing/2014/main" id="{D950757F-2D9C-5CE7-4109-87BA87BDA3D9}"/>
              </a:ext>
            </a:extLst>
          </p:cNvPr>
          <p:cNvSpPr>
            <a:spLocks noGrp="1"/>
          </p:cNvSpPr>
          <p:nvPr>
            <p:ph type="sldNum" sz="quarter" idx="5"/>
          </p:nvPr>
        </p:nvSpPr>
        <p:spPr/>
        <p:txBody>
          <a:bodyPr/>
          <a:lstStyle/>
          <a:p>
            <a:fld id="{9F4FBC3A-A12C-40F9-BB8D-BC30C7901396}" type="slidenum">
              <a:rPr lang="en-US" smtClean="0"/>
              <a:pPr/>
              <a:t>5</a:t>
            </a:fld>
            <a:endParaRPr lang="en-US" dirty="0"/>
          </a:p>
        </p:txBody>
      </p:sp>
    </p:spTree>
    <p:extLst>
      <p:ext uri="{BB962C8B-B14F-4D97-AF65-F5344CB8AC3E}">
        <p14:creationId xmlns:p14="http://schemas.microsoft.com/office/powerpoint/2010/main" val="30077558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6</a:t>
            </a:fld>
            <a:endParaRPr lang="en-US" dirty="0"/>
          </a:p>
        </p:txBody>
      </p:sp>
    </p:spTree>
    <p:extLst>
      <p:ext uri="{BB962C8B-B14F-4D97-AF65-F5344CB8AC3E}">
        <p14:creationId xmlns:p14="http://schemas.microsoft.com/office/powerpoint/2010/main" val="20593931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fontScale="55000" lnSpcReduction="20000"/>
          </a:bodyPr>
          <a:lstStyle/>
          <a:p>
            <a:pPr marL="0" lvl="0" indent="0" algn="l" rtl="0">
              <a:lnSpc>
                <a:spcPct val="80000"/>
              </a:lnSpc>
              <a:spcBef>
                <a:spcPts val="0"/>
              </a:spcBef>
              <a:spcAft>
                <a:spcPts val="0"/>
              </a:spcAft>
              <a:buNone/>
            </a:pPr>
            <a:r>
              <a:rPr lang="en-US" sz="1200" b="1"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Key Message:</a:t>
            </a:r>
            <a:endParaRPr lang="en-US" sz="120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Making vCenter Maintenance Easier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Talk Track: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RDU with Online Depot</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Reduced downtime upgrade of vCenter uses online depot connectivity. This makes using the RDU method easier for online connected vCenter instances. Offline method using the mounted ISO is available. Future vCenter 9.1.x and later patches, updates and upgrades can be applied using the RDU method and the online depot. Simplifies the use of RDU for online connected instances. Manually mounting the vCenter installation media (ISO) is available for offline instances.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latin typeface="+mn-lt"/>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vCenter Maintenance Notification</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vCenter exposes an API that other components can query to be notified if vCenter maintenance is planned or currently underway. Envoy reverse proxy will also display a 503 Header indicating that vCenter maintenance is in progress and the estimated time of completion.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latin typeface="+mn-lt"/>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vCenter Virtual Hardware Upgrade</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During major upgrades (8.x to 9.1.0) or minor patching (9.0.x to 9.1.0) using the reduced downtime upgrade method the vCenter virtual machine hardware version is upgraded automatically from VM hardware version 10 to hardware version 17– because a new vCenter virtual machine is created.</a:t>
            </a:r>
          </a:p>
          <a:p>
            <a:pPr marL="457200" marR="0" lvl="1"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After performing an in-place update (9.0.x to 9.1.0) of vCenter requires the vCenter virtual machine hardware version to be upgraded once the update is complete. This process requires the vCenter VM to be powered-off. </a:t>
            </a:r>
          </a:p>
          <a:p>
            <a:pPr marL="457200" marR="0" lvl="1"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If vCenter VM is “self-managed” – power off the vCenter VM and perform the virtual machine hardware version upgrade to version 17 using the ESX host client.</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If the vCenter VM is managed by another vCenter – power off the vCenter VM and perform the virtual machine hardware version upgrade to version 17 using the vSphere Client.</a:t>
            </a:r>
          </a:p>
          <a:p>
            <a:pPr marL="457200" marR="0" lvl="1"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Virtual machine hardware upgrades are not reversible, and you cannot downgrade VM hardware versions. Before making the update of the vCenter VM hardware version, a VM snapshot should be taken.</a:t>
            </a:r>
          </a:p>
          <a:p>
            <a:pPr marL="457200" marR="0" lvl="1"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vCenter Re-size API</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Next slide</a:t>
            </a:r>
            <a:endParaRPr lang="en-US" sz="1200" b="0" dirty="0">
              <a:solidFill>
                <a:schemeClr val="dk1"/>
              </a:solidFill>
              <a:latin typeface="+mn-lt"/>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latin typeface="+mn-lt"/>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Notes:</a:t>
            </a:r>
            <a:endPar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Virtual hardware version 17 enables support for virtual machines with higher resource maximums, and:</a:t>
            </a:r>
          </a:p>
          <a:p>
            <a:pPr marL="171450" lvl="0" indent="-171450" algn="l" rtl="0">
              <a:lnSpc>
                <a:spcPct val="80000"/>
              </a:lnSpc>
              <a:spcBef>
                <a:spcPts val="0"/>
              </a:spcBef>
              <a:spcAft>
                <a:spcPts val="0"/>
              </a:spcAft>
              <a:buFont typeface="Arial" panose="020B0604020202020204" pitchFamily="34" charset="0"/>
              <a:buChar char="•"/>
            </a:pPr>
            <a:r>
              <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Virtual NUMA Topology</a:t>
            </a:r>
          </a:p>
          <a:p>
            <a:pPr marL="171450" lvl="0" indent="-171450" algn="l" rtl="0">
              <a:lnSpc>
                <a:spcPct val="80000"/>
              </a:lnSpc>
              <a:spcBef>
                <a:spcPts val="0"/>
              </a:spcBef>
              <a:spcAft>
                <a:spcPts val="0"/>
              </a:spcAft>
              <a:buFont typeface="Arial" panose="020B0604020202020204" pitchFamily="34" charset="0"/>
              <a:buChar char="•"/>
            </a:pPr>
            <a:r>
              <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Enhanced Direct Path I/O</a:t>
            </a:r>
          </a:p>
          <a:p>
            <a:pPr marL="171450" lvl="0" indent="-171450" algn="l" rtl="0">
              <a:lnSpc>
                <a:spcPct val="80000"/>
              </a:lnSpc>
              <a:spcBef>
                <a:spcPts val="0"/>
              </a:spcBef>
              <a:spcAft>
                <a:spcPts val="0"/>
              </a:spcAft>
              <a:buFont typeface="Arial" panose="020B0604020202020204" pitchFamily="34" charset="0"/>
              <a:buChar char="•"/>
            </a:pPr>
            <a:r>
              <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Virtual Hyperthreading</a:t>
            </a:r>
          </a:p>
          <a:p>
            <a:pPr marL="171450" lvl="0" indent="-171450" algn="l" rtl="0">
              <a:lnSpc>
                <a:spcPct val="80000"/>
              </a:lnSpc>
              <a:spcBef>
                <a:spcPts val="0"/>
              </a:spcBef>
              <a:spcAft>
                <a:spcPts val="0"/>
              </a:spcAft>
              <a:buFont typeface="Arial" panose="020B0604020202020204" pitchFamily="34" charset="0"/>
              <a:buChar char="•"/>
            </a:pPr>
            <a:r>
              <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vMotion App Notification</a:t>
            </a:r>
          </a:p>
          <a:p>
            <a:pPr marL="171450" lvl="0" indent="-171450" algn="l" rtl="0">
              <a:lnSpc>
                <a:spcPct val="80000"/>
              </a:lnSpc>
              <a:spcBef>
                <a:spcPts val="0"/>
              </a:spcBef>
              <a:spcAft>
                <a:spcPts val="0"/>
              </a:spcAft>
              <a:buFont typeface="Arial" panose="020B0604020202020204" pitchFamily="34" charset="0"/>
              <a:buChar char="•"/>
            </a:pPr>
            <a:r>
              <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VM </a:t>
            </a:r>
            <a:r>
              <a:rPr lang="en-US" sz="1200" b="0" i="0" u="none" strike="noStrike" dirty="0" err="1">
                <a:solidFill>
                  <a:schemeClr val="dk1"/>
                </a:solidFill>
                <a:latin typeface="+mn-lt"/>
                <a:ea typeface="Arial" panose="020B0604020202020204" pitchFamily="34" charset="0"/>
                <a:cs typeface="Arial" panose="020B0604020202020204" pitchFamily="34" charset="0"/>
                <a:sym typeface="Arial" panose="020B0604020202020204" pitchFamily="34" charset="0"/>
              </a:rPr>
              <a:t>DataSets</a:t>
            </a:r>
            <a:endPar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endParaRPr>
          </a:p>
          <a:p>
            <a:pPr marL="171450" lvl="0" indent="-171450" algn="l" rtl="0">
              <a:lnSpc>
                <a:spcPct val="80000"/>
              </a:lnSpc>
              <a:spcBef>
                <a:spcPts val="0"/>
              </a:spcBef>
              <a:spcAft>
                <a:spcPts val="0"/>
              </a:spcAft>
              <a:buFont typeface="Arial" panose="020B0604020202020204" pitchFamily="34" charset="0"/>
              <a:buChar char="•"/>
            </a:pPr>
            <a:r>
              <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OpenGL 4.3</a:t>
            </a:r>
          </a:p>
          <a:p>
            <a:pPr marL="171450" lvl="0" indent="-171450" algn="l" rtl="0">
              <a:lnSpc>
                <a:spcPct val="80000"/>
              </a:lnSpc>
              <a:spcBef>
                <a:spcPts val="0"/>
              </a:spcBef>
              <a:spcAft>
                <a:spcPts val="0"/>
              </a:spcAft>
              <a:buFont typeface="Arial" panose="020B0604020202020204" pitchFamily="34" charset="0"/>
              <a:buChar char="•"/>
            </a:pPr>
            <a:r>
              <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UEFI 2.7A</a:t>
            </a:r>
          </a:p>
          <a:p>
            <a:pPr marL="0" lvl="0" indent="0" algn="l" rtl="0">
              <a:lnSpc>
                <a:spcPct val="80000"/>
              </a:lnSpc>
              <a:spcBef>
                <a:spcPts val="0"/>
              </a:spcBef>
              <a:spcAft>
                <a:spcPts val="0"/>
              </a:spcAft>
              <a:buNone/>
            </a:pPr>
            <a:endParaRPr lang="en-US" sz="1200" b="1"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Some of the security benefits virtual hardware version 17 enables:</a:t>
            </a:r>
          </a:p>
          <a:p>
            <a:pPr marL="171450" lvl="0" indent="-171450" algn="l" rtl="0">
              <a:lnSpc>
                <a:spcPct val="80000"/>
              </a:lnSpc>
              <a:spcBef>
                <a:spcPts val="0"/>
              </a:spcBef>
              <a:spcAft>
                <a:spcPts val="0"/>
              </a:spcAft>
              <a:buFont typeface="Arial" panose="020B0604020202020204" pitchFamily="34" charset="0"/>
              <a:buChar char="•"/>
            </a:pPr>
            <a:r>
              <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SGX: Not currently used by vCenter</a:t>
            </a:r>
          </a:p>
          <a:p>
            <a:pPr marL="171450" lvl="0" indent="-171450" algn="l" rtl="0">
              <a:lnSpc>
                <a:spcPct val="80000"/>
              </a:lnSpc>
              <a:spcBef>
                <a:spcPts val="0"/>
              </a:spcBef>
              <a:spcAft>
                <a:spcPts val="0"/>
              </a:spcAft>
              <a:buFont typeface="Arial" panose="020B0604020202020204" pitchFamily="34" charset="0"/>
              <a:buChar char="•"/>
            </a:pPr>
            <a:r>
              <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AVX2: Significant speedup in some cases.</a:t>
            </a:r>
          </a:p>
          <a:p>
            <a:pPr marL="171450" lvl="0" indent="-171450" algn="l" rtl="0">
              <a:lnSpc>
                <a:spcPct val="80000"/>
              </a:lnSpc>
              <a:spcBef>
                <a:spcPts val="0"/>
              </a:spcBef>
              <a:spcAft>
                <a:spcPts val="0"/>
              </a:spcAft>
              <a:buFont typeface="Arial" panose="020B0604020202020204" pitchFamily="34" charset="0"/>
              <a:buChar char="•"/>
            </a:pPr>
            <a:r>
              <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RDSEED: Random numbers are weaker without it.</a:t>
            </a:r>
          </a:p>
          <a:p>
            <a:pPr marL="171450" lvl="0" indent="-171450" algn="l" rtl="0">
              <a:lnSpc>
                <a:spcPct val="80000"/>
              </a:lnSpc>
              <a:spcBef>
                <a:spcPts val="0"/>
              </a:spcBef>
              <a:spcAft>
                <a:spcPts val="0"/>
              </a:spcAft>
              <a:buFont typeface="Arial" panose="020B0604020202020204" pitchFamily="34" charset="0"/>
              <a:buChar char="•"/>
            </a:pPr>
            <a:r>
              <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SMAP: Linux to better protect against kernel vulnerabilities.</a:t>
            </a:r>
          </a:p>
          <a:p>
            <a:pPr marL="171450" lvl="0" indent="-171450" algn="l" rtl="0">
              <a:lnSpc>
                <a:spcPct val="80000"/>
              </a:lnSpc>
              <a:spcBef>
                <a:spcPts val="0"/>
              </a:spcBef>
              <a:spcAft>
                <a:spcPts val="0"/>
              </a:spcAft>
              <a:buFont typeface="Arial" panose="020B0604020202020204" pitchFamily="34" charset="0"/>
              <a:buChar char="•"/>
            </a:pPr>
            <a:r>
              <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SHA: Faster hashing</a:t>
            </a:r>
          </a:p>
          <a:p>
            <a:pPr marL="0" lvl="0" indent="0" algn="l" rtl="0">
              <a:lnSpc>
                <a:spcPct val="80000"/>
              </a:lnSpc>
              <a:spcBef>
                <a:spcPts val="0"/>
              </a:spcBef>
              <a:spcAft>
                <a:spcPts val="0"/>
              </a:spcAft>
              <a:buNone/>
            </a:pPr>
            <a:endParaRPr lang="en-US" sz="1200" b="1"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80000"/>
              </a:lnSpc>
              <a:spcBef>
                <a:spcPts val="0"/>
              </a:spcBef>
              <a:spcAft>
                <a:spcPts val="0"/>
              </a:spcAft>
              <a:buClrTx/>
              <a:buSzTx/>
              <a:buFontTx/>
              <a:buNone/>
              <a:tabLst/>
              <a:defRPr/>
            </a:pPr>
            <a:r>
              <a:rPr lang="en-US" sz="1200" b="0"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Making virtual machine hardware version changes or upgrades to VMware appliances remains unsupported in-general.</a:t>
            </a:r>
            <a:endParaRPr lang="en-US" sz="1200" b="1"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endParaRPr>
          </a:p>
          <a:p>
            <a:pPr marL="457200" lvl="1" indent="0" algn="l" rtl="0">
              <a:lnSpc>
                <a:spcPct val="80000"/>
              </a:lnSpc>
              <a:spcBef>
                <a:spcPts val="0"/>
              </a:spcBef>
              <a:spcAft>
                <a:spcPts val="0"/>
              </a:spcAft>
              <a:buNone/>
            </a:pPr>
            <a:r>
              <a:rPr lang="en-US" sz="1200" b="1"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VMware Virtual Appliances and customizations to operating system and included packages</a:t>
            </a:r>
          </a:p>
          <a:p>
            <a:pPr marL="457200" lvl="1" indent="0" algn="l" rtl="0">
              <a:lnSpc>
                <a:spcPct val="80000"/>
              </a:lnSpc>
              <a:spcBef>
                <a:spcPts val="0"/>
              </a:spcBef>
              <a:spcAft>
                <a:spcPts val="0"/>
              </a:spcAft>
              <a:buNone/>
            </a:pPr>
            <a:r>
              <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https://</a:t>
            </a:r>
            <a:r>
              <a:rPr lang="en-US" sz="1200" b="0" i="0" u="none" strike="noStrike" dirty="0" err="1">
                <a:solidFill>
                  <a:schemeClr val="dk1"/>
                </a:solidFill>
                <a:latin typeface="+mn-lt"/>
                <a:ea typeface="Arial" panose="020B0604020202020204" pitchFamily="34" charset="0"/>
                <a:cs typeface="Arial" panose="020B0604020202020204" pitchFamily="34" charset="0"/>
                <a:sym typeface="Arial" panose="020B0604020202020204" pitchFamily="34" charset="0"/>
              </a:rPr>
              <a:t>knowledge.broadcom.com</a:t>
            </a:r>
            <a:r>
              <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/external/article/367354/</a:t>
            </a:r>
            <a:r>
              <a:rPr lang="en-US" sz="1200" b="0" i="0" u="none" strike="noStrike" dirty="0" err="1">
                <a:solidFill>
                  <a:schemeClr val="dk1"/>
                </a:solidFill>
                <a:latin typeface="+mn-lt"/>
                <a:ea typeface="Arial" panose="020B0604020202020204" pitchFamily="34" charset="0"/>
                <a:cs typeface="Arial" panose="020B0604020202020204" pitchFamily="34" charset="0"/>
                <a:sym typeface="Arial" panose="020B0604020202020204" pitchFamily="34" charset="0"/>
              </a:rPr>
              <a:t>vmware</a:t>
            </a:r>
            <a:r>
              <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-virtual-appliances-and-</a:t>
            </a:r>
            <a:r>
              <a:rPr lang="en-US" sz="1200" b="0" i="0" u="none" strike="noStrike" dirty="0" err="1">
                <a:solidFill>
                  <a:schemeClr val="dk1"/>
                </a:solidFill>
                <a:latin typeface="+mn-lt"/>
                <a:ea typeface="Arial" panose="020B0604020202020204" pitchFamily="34" charset="0"/>
                <a:cs typeface="Arial" panose="020B0604020202020204" pitchFamily="34" charset="0"/>
                <a:sym typeface="Arial" panose="020B0604020202020204" pitchFamily="34" charset="0"/>
              </a:rPr>
              <a:t>customizat.html</a:t>
            </a:r>
            <a:endPar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endParaRPr lang="en-US" sz="1200" b="1"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1"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References:</a:t>
            </a:r>
          </a:p>
          <a:p>
            <a:pPr marL="0" marR="0" lvl="0" indent="0" algn="l" defTabSz="914400" rtl="0" eaLnBrk="1" fontAlgn="auto" latinLnBrk="0" hangingPunct="1">
              <a:lnSpc>
                <a:spcPct val="80000"/>
              </a:lnSpc>
              <a:spcBef>
                <a:spcPts val="0"/>
              </a:spcBef>
              <a:spcAft>
                <a:spcPts val="0"/>
              </a:spcAft>
              <a:buClrTx/>
              <a:buSzTx/>
              <a:buFontTx/>
              <a:buNone/>
              <a:tabLst/>
              <a:defRPr/>
            </a:pPr>
            <a:r>
              <a:rPr lang="en-US" sz="1200" dirty="0">
                <a:latin typeface="+mn-lt"/>
              </a:rPr>
              <a:t>VGL-30999	Support for online repos for downloading the payload directly from the portal using RDU workflow</a:t>
            </a:r>
          </a:p>
          <a:p>
            <a:pPr marL="0" marR="0" lvl="0" indent="0" algn="l" defTabSz="914400" rtl="0" eaLnBrk="1" fontAlgn="auto" latinLnBrk="0" hangingPunct="1">
              <a:lnSpc>
                <a:spcPct val="80000"/>
              </a:lnSpc>
              <a:spcBef>
                <a:spcPts val="0"/>
              </a:spcBef>
              <a:spcAft>
                <a:spcPts val="0"/>
              </a:spcAft>
              <a:buClrTx/>
              <a:buSzTx/>
              <a:buFontTx/>
              <a:buNone/>
              <a:tabLst/>
              <a:defRPr/>
            </a:pPr>
            <a:r>
              <a:rPr lang="en-US" sz="1200" dirty="0">
                <a:latin typeface="+mn-lt"/>
              </a:rPr>
              <a:t>VGL-42101	[VC Maintenance mode] VCF components to handle VC upgrade downtime gracefully</a:t>
            </a:r>
          </a:p>
          <a:p>
            <a:pPr marL="0" marR="0" lvl="0" indent="0" algn="l" defTabSz="914400" rtl="0" eaLnBrk="1" fontAlgn="auto" latinLnBrk="0" hangingPunct="1">
              <a:lnSpc>
                <a:spcPct val="80000"/>
              </a:lnSpc>
              <a:spcBef>
                <a:spcPts val="0"/>
              </a:spcBef>
              <a:spcAft>
                <a:spcPts val="0"/>
              </a:spcAft>
              <a:buClrTx/>
              <a:buSzTx/>
              <a:buFontTx/>
              <a:buNone/>
              <a:tabLst/>
              <a:defRPr/>
            </a:pPr>
            <a:r>
              <a:rPr lang="en-US" sz="1200" dirty="0">
                <a:latin typeface="+mn-lt"/>
              </a:rPr>
              <a:t>VGL-32827	[Security and Performance] Upgrade VCSA VM's </a:t>
            </a:r>
            <a:r>
              <a:rPr lang="en-US" sz="1200" dirty="0" err="1">
                <a:latin typeface="+mn-lt"/>
              </a:rPr>
              <a:t>vHW</a:t>
            </a:r>
            <a:r>
              <a:rPr lang="en-US" sz="1200" dirty="0">
                <a:latin typeface="+mn-lt"/>
              </a:rPr>
              <a:t> Version to 17</a:t>
            </a:r>
          </a:p>
        </p:txBody>
      </p:sp>
      <p:sp>
        <p:nvSpPr>
          <p:cNvPr id="4" name="Slide Number Placeholder 3"/>
          <p:cNvSpPr>
            <a:spLocks noGrp="1"/>
          </p:cNvSpPr>
          <p:nvPr>
            <p:ph type="sldNum" sz="quarter" idx="5"/>
          </p:nvPr>
        </p:nvSpPr>
        <p:spPr/>
        <p:txBody>
          <a:bodyPr/>
          <a:lstStyle/>
          <a:p>
            <a:fld id="{9F4FBC3A-A12C-40F9-BB8D-BC30C7901396}" type="slidenum">
              <a:rPr lang="en-US" smtClean="0"/>
              <a:pPr/>
              <a:t>7</a:t>
            </a:fld>
            <a:endParaRPr lang="en-US" dirty="0"/>
          </a:p>
        </p:txBody>
      </p:sp>
    </p:spTree>
    <p:extLst>
      <p:ext uri="{BB962C8B-B14F-4D97-AF65-F5344CB8AC3E}">
        <p14:creationId xmlns:p14="http://schemas.microsoft.com/office/powerpoint/2010/main" val="2425721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2E647-089F-0A2E-0F06-E4810359C9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FB283D-00A8-2D5B-6EDD-0DEF0393FCE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D5CA1A3-51D5-3B5C-C6DD-AD4114461B1C}"/>
              </a:ext>
            </a:extLst>
          </p:cNvPr>
          <p:cNvSpPr>
            <a:spLocks noGrp="1"/>
          </p:cNvSpPr>
          <p:nvPr>
            <p:ph type="body" idx="1"/>
          </p:nvPr>
        </p:nvSpPr>
        <p:spPr/>
        <p:txBody>
          <a:bodyPr/>
          <a:lstStyle/>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Key Message:</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Making vCenter Maintenance Easier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Talk Track:</a:t>
            </a:r>
            <a:endParaRPr lang="en-US" sz="1200" b="1"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Zero Touch Provisioning</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See next slide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Image Definition Checksum</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Images created managed by vSphere Lifecycle Manager include a SHA256 checksum. This checksum allows images that are exported and imported into other vCenter instances to be verified for integrity. The administrator can compare the checksum at the source and destination to confirm the integrity of the image definition. This is not a checksum of the ESX VIBs but simply a checksum of the image definition.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Firmware and Driver Prechecks without HSM</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In previous versions, vSphere Lifecycle Manager validates device firmware and drivers against the HCL when a third-party Hardware Support Manager (HSM) is present. In 9.1, vSphere Lifecycle Manager reports the current running driver and firmware of a device and validates against the HCL for vSAN clusters. Some devices may not report their firmware without an appropriate HSM. This provides a first-level validation of devices when used in a vSAN cluster.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Notes:</a:t>
            </a: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References:</a:t>
            </a:r>
          </a:p>
          <a:p>
            <a:pPr marL="0" marR="0" lvl="0" indent="0" algn="l" defTabSz="914400" rtl="0" eaLnBrk="1" fontAlgn="auto" latinLnBrk="0" hangingPunct="1">
              <a:lnSpc>
                <a:spcPct val="8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VGL-41607</a:t>
            </a:r>
          </a:p>
          <a:p>
            <a:pPr marL="0" marR="0" lvl="0" indent="0" algn="l" defTabSz="914400" rtl="0" eaLnBrk="1" fontAlgn="auto" latinLnBrk="0" hangingPunct="1">
              <a:lnSpc>
                <a:spcPct val="8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VGL-43999</a:t>
            </a:r>
            <a:endParaRPr lang="en-US" sz="1200" b="0" dirty="0"/>
          </a:p>
        </p:txBody>
      </p:sp>
      <p:sp>
        <p:nvSpPr>
          <p:cNvPr id="4" name="Slide Number Placeholder 3">
            <a:extLst>
              <a:ext uri="{FF2B5EF4-FFF2-40B4-BE49-F238E27FC236}">
                <a16:creationId xmlns:a16="http://schemas.microsoft.com/office/drawing/2014/main" id="{D769B640-C905-A978-2E08-DA76D9473D7B}"/>
              </a:ext>
            </a:extLst>
          </p:cNvPr>
          <p:cNvSpPr>
            <a:spLocks noGrp="1"/>
          </p:cNvSpPr>
          <p:nvPr>
            <p:ph type="sldNum" sz="quarter" idx="5"/>
          </p:nvPr>
        </p:nvSpPr>
        <p:spPr/>
        <p:txBody>
          <a:bodyPr/>
          <a:lstStyle/>
          <a:p>
            <a:fld id="{9F4FBC3A-A12C-40F9-BB8D-BC30C7901396}" type="slidenum">
              <a:rPr lang="en-US" smtClean="0"/>
              <a:pPr/>
              <a:t>8</a:t>
            </a:fld>
            <a:endParaRPr lang="en-US" dirty="0"/>
          </a:p>
        </p:txBody>
      </p:sp>
    </p:spTree>
    <p:extLst>
      <p:ext uri="{BB962C8B-B14F-4D97-AF65-F5344CB8AC3E}">
        <p14:creationId xmlns:p14="http://schemas.microsoft.com/office/powerpoint/2010/main" val="14286462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4CA21-6132-0054-9FFF-30F407494E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E9998F-6D0E-9C8F-8750-29F399A9916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0B58DC8-F8FE-7D84-1992-64D839B15E37}"/>
              </a:ext>
            </a:extLst>
          </p:cNvPr>
          <p:cNvSpPr>
            <a:spLocks noGrp="1"/>
          </p:cNvSpPr>
          <p:nvPr>
            <p:ph type="body" idx="1"/>
          </p:nvPr>
        </p:nvSpPr>
        <p:spPr/>
        <p:txBody>
          <a:bodyPr/>
          <a:lstStyle/>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**ANIMATED**</a:t>
            </a: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&lt;Click 1&gt; </a:t>
            </a: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Server is powered on</a:t>
            </a: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&lt;Click 2&gt; </a:t>
            </a: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UEFI configured to boot from URL (vCenter)</a:t>
            </a: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&lt;Click 3&gt; </a:t>
            </a: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vCenter pushes the Image, Configuration and Cluster location</a:t>
            </a:r>
          </a:p>
          <a:p>
            <a:pPr marL="0" lvl="0" indent="0" algn="l" rtl="0">
              <a:lnSpc>
                <a:spcPct val="80000"/>
              </a:lnSpc>
              <a:spcBef>
                <a:spcPts val="0"/>
              </a:spcBef>
              <a:spcAft>
                <a:spcPts val="0"/>
              </a:spcAft>
              <a:buNone/>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Key Message:</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Provision Imaged and Configured vSphere Clusters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Talk Track: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Zero touch provisioning builds on the existing foundation of vSphere Auto-Deploy. It uses newer boot protocol technologies, UEFI HTTP/S Boot, and supports modern server configurations such as secure boot and TPM.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Zero touch provisioning does not require an external TFTP server. Simply configure the UEFI boot URL to point to the vCenter and boot the host over the network. A DHCP server is required if the UEFI cannot be configured with a static IP for boot.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The ESX image and configuration is determined by the cluster location you choose to place the ESX host. If you do not have a vSphere Configuration Profile complete on the destination cluster, you can boot to a non-VCP enabled cluster and the cluster will boot and join the cluster with a default configuration.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Notes:</a:t>
            </a: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Zero touch provisioning does not support Host Profiles (deprecated) or standalone hosts (coming in the future).</a:t>
            </a:r>
          </a:p>
          <a:p>
            <a:pPr marL="0" lvl="0" indent="0" algn="l" rtl="0">
              <a:lnSpc>
                <a:spcPct val="80000"/>
              </a:lnSpc>
              <a:spcBef>
                <a:spcPts val="0"/>
              </a:spcBef>
              <a:spcAft>
                <a:spcPts val="0"/>
              </a:spcAft>
              <a:buNone/>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References:</a:t>
            </a:r>
            <a:endParaRPr lang="en-US" sz="1200" dirty="0"/>
          </a:p>
          <a:p>
            <a:r>
              <a:rPr lang="en-US" dirty="0"/>
              <a:t>VGL-4431	[ZTP][VCF][</a:t>
            </a:r>
            <a:r>
              <a:rPr lang="en-US" dirty="0" err="1"/>
              <a:t>vLCM</a:t>
            </a:r>
            <a:r>
              <a:rPr lang="en-US" dirty="0"/>
              <a:t>] Provide automated and simplified ESX installation for VCF with Auto bootstrap UEFI HTTP/S boot</a:t>
            </a:r>
          </a:p>
        </p:txBody>
      </p:sp>
      <p:sp>
        <p:nvSpPr>
          <p:cNvPr id="4" name="Slide Number Placeholder 3">
            <a:extLst>
              <a:ext uri="{FF2B5EF4-FFF2-40B4-BE49-F238E27FC236}">
                <a16:creationId xmlns:a16="http://schemas.microsoft.com/office/drawing/2014/main" id="{5521AAC8-ED2B-F1DA-7469-E5611A731176}"/>
              </a:ext>
            </a:extLst>
          </p:cNvPr>
          <p:cNvSpPr>
            <a:spLocks noGrp="1"/>
          </p:cNvSpPr>
          <p:nvPr>
            <p:ph type="sldNum" sz="quarter" idx="5"/>
          </p:nvPr>
        </p:nvSpPr>
        <p:spPr/>
        <p:txBody>
          <a:bodyPr/>
          <a:lstStyle/>
          <a:p>
            <a:fld id="{9F4FBC3A-A12C-40F9-BB8D-BC30C7901396}" type="slidenum">
              <a:rPr lang="en-US" smtClean="0"/>
              <a:pPr/>
              <a:t>9</a:t>
            </a:fld>
            <a:endParaRPr lang="en-US" dirty="0"/>
          </a:p>
        </p:txBody>
      </p:sp>
    </p:spTree>
    <p:extLst>
      <p:ext uri="{BB962C8B-B14F-4D97-AF65-F5344CB8AC3E}">
        <p14:creationId xmlns:p14="http://schemas.microsoft.com/office/powerpoint/2010/main" val="34616562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07387-6EE2-ACA2-F21D-8A9CBBCAD6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C8F438-58B6-0609-F545-EBD27586EC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24CFF6-FA39-F952-D77B-F7677FF93F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7788BA-9BE3-A1F6-1F25-CE4324F922D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3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3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33843225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71548-4737-D71E-740D-FE1F2C30F0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0090B0-687B-36F1-3DD9-1CB5993AB3E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BEFD873-6007-9846-0627-CD340DAA9EF6}"/>
              </a:ext>
            </a:extLst>
          </p:cNvPr>
          <p:cNvSpPr>
            <a:spLocks noGrp="1"/>
          </p:cNvSpPr>
          <p:nvPr>
            <p:ph type="body" idx="1"/>
          </p:nvPr>
        </p:nvSpPr>
        <p:spPr/>
        <p:txBody>
          <a:bodyPr>
            <a:normAutofit fontScale="92500" lnSpcReduction="10000"/>
          </a:bodyPr>
          <a:lstStyle/>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Key Message:</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Patch vSphere Clusters Faster and Less Disruptive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Talk Track:</a:t>
            </a:r>
            <a:endParaRPr lang="en-US" sz="1200" b="1"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Enabled by Default</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ESX live patch is enabled by default on all clusters and configured to use live patch automatically if a capable patch is being applied. If the patch is not live patch capable, the default response is to fall back to normal maintenance mode and reboot patch method.</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The setting can be modified to enforce live patch. Enforce allows live patch remediation only and any will block remediation on hosts that require normal maintenance mode and reboot. These settings can be configured at a cluster level or at a vCenter level. The vCenter level settings apply to all clusters unless overridden at the cluster level.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TPM Support</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ESX live patch supports TPM enabled servers. Customers do not need to disable TPM or forgo using live patch with ESX 9.1 and later.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Expanded Coverage</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ESX live patch supports more of the vmkernel and improves the performance of live patching vmkernel. ESX live patch supports additional user space daemons and services including vSAN daemons, core storage daemons, libraries and firewall rules. vSAN user world daemons include </a:t>
            </a:r>
            <a:r>
              <a:rPr lang="en-US" sz="1200" b="0" dirty="0" err="1">
                <a:solidFill>
                  <a:schemeClr val="dk1"/>
                </a:solidFill>
                <a:ea typeface="Arial" panose="020B0604020202020204" pitchFamily="34" charset="0"/>
                <a:cs typeface="Arial" panose="020B0604020202020204" pitchFamily="34" charset="0"/>
                <a:sym typeface="Arial" panose="020B0604020202020204" pitchFamily="34" charset="0"/>
              </a:rPr>
              <a:t>vsantraced</a:t>
            </a: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 </a:t>
            </a:r>
            <a:r>
              <a:rPr lang="en-US" sz="1200" b="0" dirty="0" err="1">
                <a:solidFill>
                  <a:schemeClr val="dk1"/>
                </a:solidFill>
                <a:ea typeface="Arial" panose="020B0604020202020204" pitchFamily="34" charset="0"/>
                <a:cs typeface="Arial" panose="020B0604020202020204" pitchFamily="34" charset="0"/>
                <a:sym typeface="Arial" panose="020B0604020202020204" pitchFamily="34" charset="0"/>
              </a:rPr>
              <a:t>swapobjd</a:t>
            </a: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 </a:t>
            </a:r>
            <a:r>
              <a:rPr lang="en-US" sz="1200" b="0" dirty="0" err="1">
                <a:solidFill>
                  <a:schemeClr val="dk1"/>
                </a:solidFill>
                <a:ea typeface="Arial" panose="020B0604020202020204" pitchFamily="34" charset="0"/>
                <a:cs typeface="Arial" panose="020B0604020202020204" pitchFamily="34" charset="0"/>
                <a:sym typeface="Arial" panose="020B0604020202020204" pitchFamily="34" charset="0"/>
              </a:rPr>
              <a:t>vdfs</a:t>
            </a: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-server, </a:t>
            </a:r>
            <a:r>
              <a:rPr lang="en-US" sz="1200" b="0" dirty="0" err="1">
                <a:solidFill>
                  <a:schemeClr val="dk1"/>
                </a:solidFill>
                <a:ea typeface="Arial" panose="020B0604020202020204" pitchFamily="34" charset="0"/>
                <a:cs typeface="Arial" panose="020B0604020202020204" pitchFamily="34" charset="0"/>
                <a:sym typeface="Arial" panose="020B0604020202020204" pitchFamily="34" charset="0"/>
              </a:rPr>
              <a:t>vdfs</a:t>
            </a: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-proxy.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Notes:</a:t>
            </a: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Live patch is not supported in conjunction with parallel remediation and must be disabled to perform parallel remediation.</a:t>
            </a:r>
          </a:p>
          <a:p>
            <a:pPr marL="0" lvl="0" indent="0" algn="l" rtl="0">
              <a:lnSpc>
                <a:spcPct val="80000"/>
              </a:lnSpc>
              <a:spcBef>
                <a:spcPts val="0"/>
              </a:spcBef>
              <a:spcAft>
                <a:spcPts val="0"/>
              </a:spcAft>
              <a:buNone/>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References:</a:t>
            </a:r>
          </a:p>
          <a:p>
            <a:pPr marL="0" marR="0" lvl="0" indent="0" algn="l" defTabSz="914400" rtl="0" eaLnBrk="1" fontAlgn="auto" latinLnBrk="0" hangingPunct="1">
              <a:lnSpc>
                <a:spcPct val="8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Enabled by default VGL-40498</a:t>
            </a:r>
          </a:p>
          <a:p>
            <a:pPr marL="0" marR="0" lvl="0" indent="0" algn="l" defTabSz="914400" rtl="0" eaLnBrk="1" fontAlgn="auto" latinLnBrk="0" hangingPunct="1">
              <a:lnSpc>
                <a:spcPct val="8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TPM Servers VGL-36629</a:t>
            </a:r>
          </a:p>
          <a:p>
            <a:pPr marL="0" marR="0" lvl="0" indent="0" algn="l" defTabSz="914400" rtl="0" eaLnBrk="1" fontAlgn="auto" latinLnBrk="0" hangingPunct="1">
              <a:lnSpc>
                <a:spcPct val="8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Vmkernel VGL-40492 VGL-46860</a:t>
            </a:r>
          </a:p>
          <a:p>
            <a:pPr marL="0" marR="0" lvl="0" indent="0" algn="l" defTabSz="914400" rtl="0" eaLnBrk="1" fontAlgn="auto" latinLnBrk="0" hangingPunct="1">
              <a:lnSpc>
                <a:spcPct val="8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vSAN daemons VGL-48684</a:t>
            </a:r>
          </a:p>
          <a:p>
            <a:pPr marL="0" marR="0" lvl="0" indent="0" algn="l" defTabSz="914400" rtl="0" eaLnBrk="1" fontAlgn="auto" latinLnBrk="0" hangingPunct="1">
              <a:lnSpc>
                <a:spcPct val="8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User space daemons VGL-32311</a:t>
            </a:r>
          </a:p>
          <a:p>
            <a:pPr marL="0" lvl="0" indent="0" algn="l" rtl="0">
              <a:lnSpc>
                <a:spcPct val="80000"/>
              </a:lnSpc>
              <a:spcBef>
                <a:spcPts val="0"/>
              </a:spcBef>
              <a:spcAft>
                <a:spcPts val="0"/>
              </a:spcAft>
              <a:buNone/>
            </a:pPr>
            <a:endParaRPr lang="en-US" sz="1200" dirty="0"/>
          </a:p>
        </p:txBody>
      </p:sp>
      <p:sp>
        <p:nvSpPr>
          <p:cNvPr id="4" name="Slide Number Placeholder 3">
            <a:extLst>
              <a:ext uri="{FF2B5EF4-FFF2-40B4-BE49-F238E27FC236}">
                <a16:creationId xmlns:a16="http://schemas.microsoft.com/office/drawing/2014/main" id="{7667F15E-9513-88D1-F235-BA242F35437C}"/>
              </a:ext>
            </a:extLst>
          </p:cNvPr>
          <p:cNvSpPr>
            <a:spLocks noGrp="1"/>
          </p:cNvSpPr>
          <p:nvPr>
            <p:ph type="sldNum" sz="quarter" idx="5"/>
          </p:nvPr>
        </p:nvSpPr>
        <p:spPr/>
        <p:txBody>
          <a:bodyPr/>
          <a:lstStyle/>
          <a:p>
            <a:fld id="{9F4FBC3A-A12C-40F9-BB8D-BC30C7901396}" type="slidenum">
              <a:rPr lang="en-US" smtClean="0"/>
              <a:pPr/>
              <a:t>11</a:t>
            </a:fld>
            <a:endParaRPr lang="en-US" dirty="0"/>
          </a:p>
        </p:txBody>
      </p:sp>
    </p:spTree>
    <p:extLst>
      <p:ext uri="{BB962C8B-B14F-4D97-AF65-F5344CB8AC3E}">
        <p14:creationId xmlns:p14="http://schemas.microsoft.com/office/powerpoint/2010/main" val="28631346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58265-AB56-EDA2-44A2-515EBFF95D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F606FB-8EFD-2A11-934B-3F395C0CDD9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4A715E2-8101-12D5-5F23-204276153EB8}"/>
              </a:ext>
            </a:extLst>
          </p:cNvPr>
          <p:cNvSpPr>
            <a:spLocks noGrp="1"/>
          </p:cNvSpPr>
          <p:nvPr>
            <p:ph type="body" idx="1"/>
          </p:nvPr>
        </p:nvSpPr>
        <p:spPr/>
        <p:txBody>
          <a:bodyPr/>
          <a:lstStyle/>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Key Message:</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Expanding Desired State Configuration Integration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Talk Track:</a:t>
            </a:r>
            <a:endParaRPr lang="en-US" sz="1200" b="1"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Automatic Remediation</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See next slide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vSAN Integration</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vSphere Configuration Profiles ensures that configuration and remediation changes do not negatively impact vSAN. vSAN maintenance mode policies and object accessibility policies are honored when remediating vSAN clusters. Advanced vSAN configuration can be applied cluster-wide.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Memory Tiering Configuration</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vSphere Configuration Profiles is used to configure memory tiering for hosts in the cluster. The NVME devices can be claimed for memory tiering. An additional NVME device can be optionally claimed as a mirror device for software mirroring.</a:t>
            </a:r>
          </a:p>
          <a:p>
            <a:pPr marL="457200" marR="0" lvl="1"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VDS Bootstrap with Zero Touch Provisioning</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vSphere Configuration Profiles provides host configuration when installing hosts using Zero Touch Provisioning and supports vSphere Distributed Switch configuration being bootstrapped during host deployment.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Notes:</a:t>
            </a: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References:</a:t>
            </a:r>
            <a:endParaRPr lang="en-US" sz="1200" dirty="0"/>
          </a:p>
          <a:p>
            <a:endParaRPr lang="en-US" dirty="0"/>
          </a:p>
        </p:txBody>
      </p:sp>
      <p:sp>
        <p:nvSpPr>
          <p:cNvPr id="4" name="Slide Number Placeholder 3">
            <a:extLst>
              <a:ext uri="{FF2B5EF4-FFF2-40B4-BE49-F238E27FC236}">
                <a16:creationId xmlns:a16="http://schemas.microsoft.com/office/drawing/2014/main" id="{3574E841-E0D9-529C-9F34-31CEDF279F01}"/>
              </a:ext>
            </a:extLst>
          </p:cNvPr>
          <p:cNvSpPr>
            <a:spLocks noGrp="1"/>
          </p:cNvSpPr>
          <p:nvPr>
            <p:ph type="sldNum" sz="quarter" idx="5"/>
          </p:nvPr>
        </p:nvSpPr>
        <p:spPr/>
        <p:txBody>
          <a:bodyPr/>
          <a:lstStyle/>
          <a:p>
            <a:fld id="{9F4FBC3A-A12C-40F9-BB8D-BC30C7901396}" type="slidenum">
              <a:rPr lang="en-US" smtClean="0"/>
              <a:pPr/>
              <a:t>12</a:t>
            </a:fld>
            <a:endParaRPr lang="en-US" dirty="0"/>
          </a:p>
        </p:txBody>
      </p:sp>
    </p:spTree>
    <p:extLst>
      <p:ext uri="{BB962C8B-B14F-4D97-AF65-F5344CB8AC3E}">
        <p14:creationId xmlns:p14="http://schemas.microsoft.com/office/powerpoint/2010/main" val="32513173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AB825-4797-D7C3-02B8-B997CC0188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8DDF9A-0B28-CB35-F011-1E9CBD86969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101E38F-0D19-15FD-2307-71890104B36C}"/>
              </a:ext>
            </a:extLst>
          </p:cNvPr>
          <p:cNvSpPr>
            <a:spLocks noGrp="1"/>
          </p:cNvSpPr>
          <p:nvPr>
            <p:ph type="body" idx="1"/>
          </p:nvPr>
        </p:nvSpPr>
        <p:spPr/>
        <p:txBody>
          <a:bodyPr>
            <a:normAutofit lnSpcReduction="10000"/>
          </a:bodyPr>
          <a:lstStyle/>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Key Message:</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Talk Track: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Automatic Renewal</a:t>
            </a: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The vCenter TLS certificate is automatically renewed 5 days prior to expiration. ESX certificate is renewed 30 days prior to expiration - although this is configurable in Advanced vCenter Server Setting </a:t>
            </a:r>
            <a:r>
              <a:rPr lang="en-US" sz="1200" b="0" dirty="0" err="1">
                <a:solidFill>
                  <a:schemeClr val="dk1"/>
                </a:solidFill>
                <a:ea typeface="Arial" panose="020B0604020202020204" pitchFamily="34" charset="0"/>
                <a:cs typeface="Arial" panose="020B0604020202020204" pitchFamily="34" charset="0"/>
                <a:sym typeface="Arial" panose="020B0604020202020204" pitchFamily="34" charset="0"/>
              </a:rPr>
              <a:t>vpxd.certmgmt.certs.autoRenewThreshold</a:t>
            </a: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a:t>
            </a:r>
          </a:p>
          <a:p>
            <a:pPr marL="457200" marR="0" lvl="1"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In both cases, automatic renewal takes place for VMCA managed certificates. Certificates issued by an external certificate authority are not automatically renewed, It is the responsibility of the administrator to manage externally issued certificates.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Renewal during upgrade</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If the VMCA root certificate expiration is less than 1 year away, the VMCA root, and subsequent leaf solution user certificates, are renewed during an upgrade of vCenter. vCenter TLS and ESX TLS certificates are not renewed during this operation.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Notes:</a:t>
            </a: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Automatic renewal is enabled by default. It can be disabled using the Advanced vCenter Server Setting </a:t>
            </a:r>
            <a:r>
              <a:rPr lang="en-US" sz="1200" b="0" i="0" u="none" strike="noStrike" dirty="0" err="1">
                <a:solidFill>
                  <a:schemeClr val="dk1"/>
                </a:solidFill>
                <a:ea typeface="Arial" panose="020B0604020202020204" pitchFamily="34" charset="0"/>
                <a:cs typeface="Arial" panose="020B0604020202020204" pitchFamily="34" charset="0"/>
                <a:sym typeface="Arial" panose="020B0604020202020204" pitchFamily="34" charset="0"/>
              </a:rPr>
              <a:t>vpxd.certmgmt.certs.autoRenewEnabled</a:t>
            </a: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a:t>
            </a:r>
          </a:p>
          <a:p>
            <a:pPr marL="0" lvl="0" indent="0" algn="l" rtl="0">
              <a:lnSpc>
                <a:spcPct val="80000"/>
              </a:lnSpc>
              <a:spcBef>
                <a:spcPts val="0"/>
              </a:spcBef>
              <a:spcAft>
                <a:spcPts val="0"/>
              </a:spcAft>
              <a:buNone/>
            </a:pP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As a reminder, the validity length of VMCA issued ESX certificates is configurable using the Advanced vCenter Server Setting </a:t>
            </a:r>
            <a:r>
              <a:rPr lang="en-US" sz="1200" b="0" i="0" u="none" strike="noStrike" dirty="0" err="1">
                <a:solidFill>
                  <a:schemeClr val="dk1"/>
                </a:solidFill>
                <a:ea typeface="Arial" panose="020B0604020202020204" pitchFamily="34" charset="0"/>
                <a:cs typeface="Arial" panose="020B0604020202020204" pitchFamily="34" charset="0"/>
                <a:sym typeface="Arial" panose="020B0604020202020204" pitchFamily="34" charset="0"/>
              </a:rPr>
              <a:t>vpxd.certmgmt.certs.daysValid</a:t>
            </a: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a:t>
            </a:r>
          </a:p>
          <a:p>
            <a:pPr marL="0" lvl="0" indent="0" algn="l" rtl="0">
              <a:lnSpc>
                <a:spcPct val="80000"/>
              </a:lnSpc>
              <a:spcBef>
                <a:spcPts val="0"/>
              </a:spcBef>
              <a:spcAft>
                <a:spcPts val="0"/>
              </a:spcAft>
              <a:buNone/>
            </a:pP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VCF Operations can perform automatic renewal of certificates for vCenter, ESX, VCF Operations, VCF Management Services and more - including VMCA issued certificates or external certificate authority issued certificates.</a:t>
            </a:r>
          </a:p>
          <a:p>
            <a:pPr marL="0" lvl="0" indent="0" algn="l" rtl="0">
              <a:lnSpc>
                <a:spcPct val="80000"/>
              </a:lnSpc>
              <a:spcBef>
                <a:spcPts val="0"/>
              </a:spcBef>
              <a:spcAft>
                <a:spcPts val="0"/>
              </a:spcAft>
              <a:buNone/>
            </a:pP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References:</a:t>
            </a:r>
          </a:p>
          <a:p>
            <a:pPr marL="0" lvl="0" indent="0" algn="l" rtl="0">
              <a:lnSpc>
                <a:spcPct val="80000"/>
              </a:lnSpc>
              <a:spcBef>
                <a:spcPts val="0"/>
              </a:spcBef>
              <a:spcAft>
                <a:spcPts val="0"/>
              </a:spcAft>
              <a:buNone/>
            </a:pPr>
            <a:r>
              <a:rPr lang="en-US" sz="1200" dirty="0"/>
              <a:t>VGL-53567	Renewal of root and solution user certificates during upgrade</a:t>
            </a:r>
          </a:p>
          <a:p>
            <a:pPr marL="0" lvl="0" indent="0" algn="l" rtl="0">
              <a:lnSpc>
                <a:spcPct val="80000"/>
              </a:lnSpc>
              <a:spcBef>
                <a:spcPts val="0"/>
              </a:spcBef>
              <a:spcAft>
                <a:spcPts val="0"/>
              </a:spcAft>
              <a:buNone/>
            </a:pPr>
            <a:r>
              <a:rPr lang="en-US" sz="1200" dirty="0"/>
              <a:t>VGL-45826	</a:t>
            </a:r>
            <a:r>
              <a:rPr lang="en-US" sz="1200" dirty="0" err="1"/>
              <a:t>Autorenew</a:t>
            </a:r>
            <a:r>
              <a:rPr lang="en-US" sz="1200" dirty="0"/>
              <a:t> vCenter/ESXi Certificates if they are VMCA issued and improve the VC Alarms</a:t>
            </a:r>
          </a:p>
        </p:txBody>
      </p:sp>
      <p:sp>
        <p:nvSpPr>
          <p:cNvPr id="4" name="Slide Number Placeholder 3">
            <a:extLst>
              <a:ext uri="{FF2B5EF4-FFF2-40B4-BE49-F238E27FC236}">
                <a16:creationId xmlns:a16="http://schemas.microsoft.com/office/drawing/2014/main" id="{58A15F83-8FF2-10F7-D0DB-5FACB72CD3DC}"/>
              </a:ext>
            </a:extLst>
          </p:cNvPr>
          <p:cNvSpPr>
            <a:spLocks noGrp="1"/>
          </p:cNvSpPr>
          <p:nvPr>
            <p:ph type="sldNum" sz="quarter" idx="5"/>
          </p:nvPr>
        </p:nvSpPr>
        <p:spPr/>
        <p:txBody>
          <a:bodyPr/>
          <a:lstStyle/>
          <a:p>
            <a:fld id="{9F4FBC3A-A12C-40F9-BB8D-BC30C7901396}" type="slidenum">
              <a:rPr lang="en-US" smtClean="0"/>
              <a:pPr/>
              <a:t>13</a:t>
            </a:fld>
            <a:endParaRPr lang="en-US" dirty="0"/>
          </a:p>
        </p:txBody>
      </p:sp>
    </p:spTree>
    <p:extLst>
      <p:ext uri="{BB962C8B-B14F-4D97-AF65-F5344CB8AC3E}">
        <p14:creationId xmlns:p14="http://schemas.microsoft.com/office/powerpoint/2010/main" val="34169457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fontScale="85000" lnSpcReduction="10000"/>
          </a:bodyPr>
          <a:lstStyle/>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Key Message:</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Scalable Responsiveness, Stability and Performance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Talk Track: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Up to 25% increase in vCenter Operations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Up to 25% increase in operations per minute can be expected in large &amp; extra-large sized vCenter deployments. This includes many VM and host operations and configuration changes</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Large scale simultaneous backup operations</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Large scale VM backup operations scale for more simultaneous operations (500-1000) depending on vCenter size. VM backup operations are safeguarded to no longer consume all available vCenter resources. File transfers use dedicated threads which means other vCenter operations are not impacted. Backup operation advanced vCenter settings can customize scalability depending on the environment.</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vCenter Utilization Monitoring API</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Monitor active connections to customer vCenter and compare with max allowed limits. Track number of request across all vCenter Services. Verify that service requests remains within allowed thresholds to avoid bottlenecks.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New vCenter Alarms</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Two new alarms </a:t>
            </a:r>
            <a:r>
              <a:rPr lang="en-US" sz="1200" b="1" i="1" dirty="0">
                <a:solidFill>
                  <a:schemeClr val="dk1"/>
                </a:solidFill>
                <a:ea typeface="Arial" panose="020B0604020202020204" pitchFamily="34" charset="0"/>
                <a:cs typeface="Arial" panose="020B0604020202020204" pitchFamily="34" charset="0"/>
                <a:sym typeface="Arial" panose="020B0604020202020204" pitchFamily="34" charset="0"/>
              </a:rPr>
              <a:t>High Session Count</a:t>
            </a:r>
            <a:r>
              <a:rPr lang="en-US" sz="1200" b="0" i="1" dirty="0">
                <a:solidFill>
                  <a:schemeClr val="dk1"/>
                </a:solidFill>
                <a:ea typeface="Arial" panose="020B0604020202020204" pitchFamily="34" charset="0"/>
                <a:cs typeface="Arial" panose="020B0604020202020204" pitchFamily="34" charset="0"/>
                <a:sym typeface="Arial" panose="020B0604020202020204" pitchFamily="34" charset="0"/>
              </a:rPr>
              <a:t> </a:t>
            </a: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and </a:t>
            </a:r>
            <a:r>
              <a:rPr lang="en-US" sz="1200" b="1" i="1" dirty="0">
                <a:solidFill>
                  <a:schemeClr val="dk1"/>
                </a:solidFill>
                <a:ea typeface="Arial" panose="020B0604020202020204" pitchFamily="34" charset="0"/>
                <a:cs typeface="Arial" panose="020B0604020202020204" pitchFamily="34" charset="0"/>
                <a:sym typeface="Arial" panose="020B0604020202020204" pitchFamily="34" charset="0"/>
              </a:rPr>
              <a:t>Increased request load</a:t>
            </a:r>
            <a:r>
              <a:rPr lang="en-US" sz="1200" b="0" i="1" dirty="0">
                <a:solidFill>
                  <a:schemeClr val="dk1"/>
                </a:solidFill>
                <a:ea typeface="Arial" panose="020B0604020202020204" pitchFamily="34" charset="0"/>
                <a:cs typeface="Arial" panose="020B0604020202020204" pitchFamily="34" charset="0"/>
                <a:sym typeface="Arial" panose="020B0604020202020204" pitchFamily="34" charset="0"/>
              </a:rPr>
              <a:t> on one or more vCenter services</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i="1"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The </a:t>
            </a:r>
            <a:r>
              <a:rPr lang="en-US" sz="1200" b="1" i="1" dirty="0">
                <a:solidFill>
                  <a:schemeClr val="dk1"/>
                </a:solidFill>
                <a:ea typeface="Arial" panose="020B0604020202020204" pitchFamily="34" charset="0"/>
                <a:cs typeface="Arial" panose="020B0604020202020204" pitchFamily="34" charset="0"/>
                <a:sym typeface="Arial" panose="020B0604020202020204" pitchFamily="34" charset="0"/>
              </a:rPr>
              <a:t>High Session Count</a:t>
            </a:r>
            <a:r>
              <a:rPr lang="en-US" sz="1200" b="0" i="1" dirty="0">
                <a:solidFill>
                  <a:schemeClr val="dk1"/>
                </a:solidFill>
                <a:ea typeface="Arial" panose="020B0604020202020204" pitchFamily="34" charset="0"/>
                <a:cs typeface="Arial" panose="020B0604020202020204" pitchFamily="34" charset="0"/>
                <a:sym typeface="Arial" panose="020B0604020202020204" pitchFamily="34" charset="0"/>
              </a:rPr>
              <a:t> </a:t>
            </a: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alarm notifies the user when the number of sessions is reaching the limit (3000 by default). The message contains information about the IPs and usernames of the top 5 users overloading the system that have more than 100 sessions. If the order of the top 5 users change, a new event will be fired to inform the user. Any user who can create a session is eligible to be listed in the alarm, including all service accounts.</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The </a:t>
            </a:r>
            <a:r>
              <a:rPr lang="en-US" sz="1200" b="1" i="1" dirty="0">
                <a:solidFill>
                  <a:schemeClr val="dk1"/>
                </a:solidFill>
                <a:ea typeface="Arial" panose="020B0604020202020204" pitchFamily="34" charset="0"/>
                <a:cs typeface="Arial" panose="020B0604020202020204" pitchFamily="34" charset="0"/>
                <a:sym typeface="Arial" panose="020B0604020202020204" pitchFamily="34" charset="0"/>
              </a:rPr>
              <a:t>Increased request load</a:t>
            </a:r>
            <a:r>
              <a:rPr lang="en-US" sz="1200" b="0" i="1" dirty="0">
                <a:solidFill>
                  <a:schemeClr val="dk1"/>
                </a:solidFill>
                <a:ea typeface="Arial" panose="020B0604020202020204" pitchFamily="34" charset="0"/>
                <a:cs typeface="Arial" panose="020B0604020202020204" pitchFamily="34" charset="0"/>
                <a:sym typeface="Arial" panose="020B0604020202020204" pitchFamily="34" charset="0"/>
              </a:rPr>
              <a:t> </a:t>
            </a:r>
            <a:r>
              <a:rPr lang="en-US" sz="1200" b="0" i="0" dirty="0">
                <a:solidFill>
                  <a:schemeClr val="dk1"/>
                </a:solidFill>
                <a:ea typeface="Arial" panose="020B0604020202020204" pitchFamily="34" charset="0"/>
                <a:cs typeface="Arial" panose="020B0604020202020204" pitchFamily="34" charset="0"/>
                <a:sym typeface="Arial" panose="020B0604020202020204" pitchFamily="34" charset="0"/>
              </a:rPr>
              <a:t>alarm notifies the user when a service endpoint is reaching its active request limit (1024 for most endpoints).The alarm message contains information about the impacted services and which endpoints are impacted.</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1"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Notes:</a:t>
            </a: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References:</a:t>
            </a:r>
            <a:endParaRPr lang="en-US" sz="1200" dirty="0"/>
          </a:p>
          <a:p>
            <a:r>
              <a:rPr lang="en-US" dirty="0"/>
              <a:t>VGL-16219	Improve vCenter's responsiveness and performance by monitoring and refining service connections</a:t>
            </a:r>
          </a:p>
        </p:txBody>
      </p:sp>
      <p:sp>
        <p:nvSpPr>
          <p:cNvPr id="4" name="Slide Number Placeholder 3"/>
          <p:cNvSpPr>
            <a:spLocks noGrp="1"/>
          </p:cNvSpPr>
          <p:nvPr>
            <p:ph type="sldNum" sz="quarter" idx="5"/>
          </p:nvPr>
        </p:nvSpPr>
        <p:spPr/>
        <p:txBody>
          <a:bodyPr/>
          <a:lstStyle/>
          <a:p>
            <a:fld id="{9F4FBC3A-A12C-40F9-BB8D-BC30C7901396}" type="slidenum">
              <a:rPr lang="en-US" smtClean="0"/>
              <a:pPr/>
              <a:t>14</a:t>
            </a:fld>
            <a:endParaRPr lang="en-US" dirty="0"/>
          </a:p>
        </p:txBody>
      </p:sp>
    </p:spTree>
    <p:extLst>
      <p:ext uri="{BB962C8B-B14F-4D97-AF65-F5344CB8AC3E}">
        <p14:creationId xmlns:p14="http://schemas.microsoft.com/office/powerpoint/2010/main" val="35168199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74C35-8FCA-4516-5B62-6FE9CCCF7C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D7E965-AA2E-5AA4-9DE2-F0F4A4C817F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E7E0660-EFE8-8777-6FFD-5FC8BA7112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87A1D3-8177-D1F0-9F06-25663AC7D4C1}"/>
              </a:ext>
            </a:extLst>
          </p:cNvPr>
          <p:cNvSpPr>
            <a:spLocks noGrp="1"/>
          </p:cNvSpPr>
          <p:nvPr>
            <p:ph type="sldNum" sz="quarter" idx="5"/>
          </p:nvPr>
        </p:nvSpPr>
        <p:spPr/>
        <p:txBody>
          <a:bodyPr/>
          <a:lstStyle/>
          <a:p>
            <a:fld id="{9F4FBC3A-A12C-40F9-BB8D-BC30C7901396}" type="slidenum">
              <a:rPr lang="en-US" smtClean="0"/>
              <a:pPr/>
              <a:t>15</a:t>
            </a:fld>
            <a:endParaRPr lang="en-US" dirty="0"/>
          </a:p>
        </p:txBody>
      </p:sp>
    </p:spTree>
    <p:extLst>
      <p:ext uri="{BB962C8B-B14F-4D97-AF65-F5344CB8AC3E}">
        <p14:creationId xmlns:p14="http://schemas.microsoft.com/office/powerpoint/2010/main" val="33312326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fontScale="92500"/>
          </a:bodyPr>
          <a:lstStyle/>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Key Message:</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Flexible Virtual Machine Customization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Talk Track: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Enhanced guest OS customization</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To support the strategic migration from VMware Cloud Director(</a:t>
            </a:r>
            <a:r>
              <a:rPr lang="en-US" sz="1200" b="0" i="0" u="none" strike="noStrike" dirty="0" err="1">
                <a:solidFill>
                  <a:schemeClr val="dk1"/>
                </a:solidFill>
                <a:ea typeface="Arial" panose="020B0604020202020204" pitchFamily="34" charset="0"/>
                <a:cs typeface="Arial" panose="020B0604020202020204" pitchFamily="34" charset="0"/>
                <a:sym typeface="Arial" panose="020B0604020202020204" pitchFamily="34" charset="0"/>
              </a:rPr>
              <a:t>vCD</a:t>
            </a: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 to VMware Cloud Foundation Automation(VCFA), Guest OS Customization(GOSC) VIM API needs to be enhanced to achieve parity with </a:t>
            </a:r>
            <a:r>
              <a:rPr lang="en-US" sz="1200" b="0" i="0" u="none" strike="noStrike" dirty="0" err="1">
                <a:solidFill>
                  <a:schemeClr val="dk1"/>
                </a:solidFill>
                <a:ea typeface="Arial" panose="020B0604020202020204" pitchFamily="34" charset="0"/>
                <a:cs typeface="Arial" panose="020B0604020202020204" pitchFamily="34" charset="0"/>
                <a:sym typeface="Arial" panose="020B0604020202020204" pitchFamily="34" charset="0"/>
              </a:rPr>
              <a:t>vCD</a:t>
            </a: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 customization features and capabilities.</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Thus, this initiative enhances GOSC VIM API to support new customization features as below:</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Set root account password in Linux</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Reset root accounts password in Linux</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Reset administrators group accounts password in Windows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Execute customization scripts in Windows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E" sz="1200" b="0" i="0" kern="1200" dirty="0">
                <a:solidFill>
                  <a:schemeClr val="tx1"/>
                </a:solidFill>
                <a:effectLst/>
                <a:latin typeface="+mn-lt"/>
                <a:ea typeface="+mn-ea"/>
                <a:cs typeface="+mn-cs"/>
              </a:rPr>
              <a:t>IPv6-Only Customization </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IE" sz="1200" b="0" i="0" kern="1200" dirty="0">
                <a:solidFill>
                  <a:schemeClr val="tx1"/>
                </a:solidFill>
                <a:effectLst/>
                <a:latin typeface="+mn-lt"/>
                <a:ea typeface="+mn-ea"/>
                <a:cs typeface="+mn-cs"/>
              </a:rPr>
              <a:t>Customers can now explicitly disable IPv4 to configure IPv6-only networking in guest customization via both the UI and API. This eliminates the previous requirement to maintain a parallel IPv4 configuration.</a:t>
            </a: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Network Customization Only</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Allows virtual machines to have only the networking configuration customized. This can be done for powered off or powered on virtual machines. Allowing for real-time networking changes for powered on virtual machines.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Notes:</a:t>
            </a: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References:</a:t>
            </a:r>
          </a:p>
          <a:p>
            <a:pPr marL="0" lvl="0" indent="0" algn="l" rtl="0">
              <a:lnSpc>
                <a:spcPct val="80000"/>
              </a:lnSpc>
              <a:spcBef>
                <a:spcPts val="0"/>
              </a:spcBef>
              <a:spcAft>
                <a:spcPts val="0"/>
              </a:spcAft>
              <a:buNone/>
            </a:pPr>
            <a:r>
              <a:rPr lang="en-US" sz="1200" b="0" dirty="0"/>
              <a:t>VGL-45856	[GOSC] Support </a:t>
            </a:r>
            <a:r>
              <a:rPr lang="en-US" sz="1200" b="0" dirty="0" err="1"/>
              <a:t>vCD</a:t>
            </a:r>
            <a:r>
              <a:rPr lang="en-US" sz="1200" b="0" dirty="0"/>
              <a:t> enhancements to guest customization</a:t>
            </a:r>
          </a:p>
          <a:p>
            <a:pPr marL="0" lvl="0" indent="0" algn="l" rtl="0">
              <a:lnSpc>
                <a:spcPct val="80000"/>
              </a:lnSpc>
              <a:spcBef>
                <a:spcPts val="0"/>
              </a:spcBef>
              <a:spcAft>
                <a:spcPts val="0"/>
              </a:spcAft>
              <a:buNone/>
            </a:pPr>
            <a:r>
              <a:rPr lang="en-US" sz="1200" b="0" dirty="0"/>
              <a:t>VGL-45828	[GOSC] Support network-only customization for offline VM</a:t>
            </a:r>
          </a:p>
          <a:p>
            <a:pPr marL="0" lvl="0" indent="0" algn="l" rtl="0">
              <a:lnSpc>
                <a:spcPct val="80000"/>
              </a:lnSpc>
              <a:spcBef>
                <a:spcPts val="0"/>
              </a:spcBef>
              <a:spcAft>
                <a:spcPts val="0"/>
              </a:spcAft>
              <a:buNone/>
            </a:pPr>
            <a:r>
              <a:rPr lang="en-US" sz="1200" b="0" dirty="0"/>
              <a:t>VGL-45827	[GOSC] Support network customization for online VM</a:t>
            </a:r>
          </a:p>
          <a:p>
            <a:pPr marL="0" lvl="0" indent="0" algn="l" rtl="0">
              <a:lnSpc>
                <a:spcPct val="80000"/>
              </a:lnSpc>
              <a:spcBef>
                <a:spcPts val="0"/>
              </a:spcBef>
              <a:spcAft>
                <a:spcPts val="0"/>
              </a:spcAft>
              <a:buNone/>
            </a:pPr>
            <a:r>
              <a:rPr lang="en-US" sz="1200" b="0" dirty="0"/>
              <a:t>VGL-15897	[GOSC] Support IPv6 only configuration</a:t>
            </a:r>
          </a:p>
          <a:p>
            <a:pPr marL="0" lvl="0" indent="0" algn="l" rtl="0">
              <a:lnSpc>
                <a:spcPct val="80000"/>
              </a:lnSpc>
              <a:spcBef>
                <a:spcPts val="0"/>
              </a:spcBef>
              <a:spcAft>
                <a:spcPts val="0"/>
              </a:spcAft>
              <a:buNone/>
            </a:pPr>
            <a:endParaRPr lang="en-US" sz="1200" b="0"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16</a:t>
            </a:fld>
            <a:endParaRPr lang="en-US" dirty="0"/>
          </a:p>
        </p:txBody>
      </p:sp>
    </p:spTree>
    <p:extLst>
      <p:ext uri="{BB962C8B-B14F-4D97-AF65-F5344CB8AC3E}">
        <p14:creationId xmlns:p14="http://schemas.microsoft.com/office/powerpoint/2010/main" val="15759366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**ANIMATED Slide Group 1/3**</a:t>
            </a:r>
          </a:p>
          <a:p>
            <a:pPr marL="0" lvl="0" indent="0" algn="l" rtl="0">
              <a:lnSpc>
                <a:spcPct val="80000"/>
              </a:lnSpc>
              <a:spcBef>
                <a:spcPts val="0"/>
              </a:spcBef>
              <a:spcAft>
                <a:spcPts val="0"/>
              </a:spcAft>
              <a:buNone/>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Key Message:</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Preserve Workload Performance during Host Maintenance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Talk Track:</a:t>
            </a:r>
            <a:endParaRPr lang="en-US" sz="1200" b="1"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DRS optimized vMotion Evacuation ensures that the VMs on the host will only migrate if there is enough remaining compute capacity to accommodate the VMs without contention. vSphere DRS may re-balance the remaining hosts to create non-contentious capacity for the evacuating VMs.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Enter maintenance mode operations presents two options for DRS enabled clusters.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solidFill>
                  <a:schemeClr val="dk1"/>
                </a:solidFill>
                <a:ea typeface="Arial" panose="020B0604020202020204" pitchFamily="34" charset="0"/>
                <a:cs typeface="Arial" panose="020B0604020202020204" pitchFamily="34" charset="0"/>
                <a:sym typeface="Arial" panose="020B0604020202020204" pitchFamily="34" charset="0"/>
              </a:rPr>
              <a:t>Standard vMotion Evacuation</a:t>
            </a: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 VMs will be evacuated to the other hosts in the same cluster as long as the destination hosts are compatible and meet the required resource constraints.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solidFill>
                  <a:schemeClr val="dk1"/>
                </a:solidFill>
                <a:ea typeface="Arial" panose="020B0604020202020204" pitchFamily="34" charset="0"/>
                <a:cs typeface="Arial" panose="020B0604020202020204" pitchFamily="34" charset="0"/>
                <a:sym typeface="Arial" panose="020B0604020202020204" pitchFamily="34" charset="0"/>
              </a:rPr>
              <a:t>Non-Disruptive vMotion Evacuation</a:t>
            </a: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 VMs will be evacuated only when their current compute demand can be satisfied by the destination hosts.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Notes:</a:t>
            </a: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References:</a:t>
            </a:r>
          </a:p>
          <a:p>
            <a:pPr marL="0" lvl="0" indent="0" algn="l" rtl="0">
              <a:lnSpc>
                <a:spcPct val="80000"/>
              </a:lnSpc>
              <a:spcBef>
                <a:spcPts val="0"/>
              </a:spcBef>
              <a:spcAft>
                <a:spcPts val="0"/>
              </a:spcAft>
              <a:buNone/>
            </a:pPr>
            <a:r>
              <a:rPr lang="en-US" sz="1200" b="0" dirty="0"/>
              <a:t>VGL-42669	[JPMC]DRS enhancements to minimize the downtime for workloads due to host being put into maintenance mode</a:t>
            </a:r>
          </a:p>
        </p:txBody>
      </p:sp>
      <p:sp>
        <p:nvSpPr>
          <p:cNvPr id="4" name="Slide Number Placeholder 3"/>
          <p:cNvSpPr>
            <a:spLocks noGrp="1"/>
          </p:cNvSpPr>
          <p:nvPr>
            <p:ph type="sldNum" sz="quarter" idx="5"/>
          </p:nvPr>
        </p:nvSpPr>
        <p:spPr/>
        <p:txBody>
          <a:bodyPr/>
          <a:lstStyle/>
          <a:p>
            <a:fld id="{9F4FBC3A-A12C-40F9-BB8D-BC30C7901396}" type="slidenum">
              <a:rPr lang="en-US" smtClean="0"/>
              <a:pPr/>
              <a:t>17</a:t>
            </a:fld>
            <a:endParaRPr lang="en-US" dirty="0"/>
          </a:p>
        </p:txBody>
      </p:sp>
    </p:spTree>
    <p:extLst>
      <p:ext uri="{BB962C8B-B14F-4D97-AF65-F5344CB8AC3E}">
        <p14:creationId xmlns:p14="http://schemas.microsoft.com/office/powerpoint/2010/main" val="9371717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2F65-BF12-FF6F-4F26-FCCCF95A1E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A7BF28-AA9D-E08B-9E29-C38C3282B9A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187CD16-9D3C-3753-51D4-ACDE57B61449}"/>
              </a:ext>
            </a:extLst>
          </p:cNvPr>
          <p:cNvSpPr>
            <a:spLocks noGrp="1"/>
          </p:cNvSpPr>
          <p:nvPr>
            <p:ph type="body" idx="1"/>
          </p:nvPr>
        </p:nvSpPr>
        <p:spPr/>
        <p:txBody>
          <a:bodyPr/>
          <a:lstStyle/>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**ANIMATED Slide Group 2/3**</a:t>
            </a:r>
          </a:p>
          <a:p>
            <a:pPr marL="0" lvl="0" indent="0" algn="l" rtl="0">
              <a:lnSpc>
                <a:spcPct val="80000"/>
              </a:lnSpc>
              <a:spcBef>
                <a:spcPts val="0"/>
              </a:spcBef>
              <a:spcAft>
                <a:spcPts val="0"/>
              </a:spcAft>
              <a:buNone/>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Key Message:</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Preserve Workload Performance during Host Maintenance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Talk Track:</a:t>
            </a:r>
            <a:endParaRPr lang="en-US" sz="1200" b="1"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DRS optimized vMotion Evacuation ensures that the VMs on the host will only migrate if there is enough remaining compute capacity to accommodate the VMs without contention. vSphere DRS may re-balance the remaining hosts to create non-contentious capacity for the evacuating VMs.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Enter maintenance mode operations presents two options for DRS enabled clusters.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solidFill>
                  <a:schemeClr val="dk1"/>
                </a:solidFill>
                <a:ea typeface="Arial" panose="020B0604020202020204" pitchFamily="34" charset="0"/>
                <a:cs typeface="Arial" panose="020B0604020202020204" pitchFamily="34" charset="0"/>
                <a:sym typeface="Arial" panose="020B0604020202020204" pitchFamily="34" charset="0"/>
              </a:rPr>
              <a:t>Standard vMotion Evacuation</a:t>
            </a: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 VMs will be evacuated to the other hosts in the same cluster as long as the destination hosts are compatible and meet the required resource constraints.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solidFill>
                  <a:schemeClr val="dk1"/>
                </a:solidFill>
                <a:ea typeface="Arial" panose="020B0604020202020204" pitchFamily="34" charset="0"/>
                <a:cs typeface="Arial" panose="020B0604020202020204" pitchFamily="34" charset="0"/>
                <a:sym typeface="Arial" panose="020B0604020202020204" pitchFamily="34" charset="0"/>
              </a:rPr>
              <a:t>Non-Disruptive vMotion Evacuation</a:t>
            </a: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 VMs will be evacuated only when their current compute demand can be satisfied by the destination hosts.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Notes:</a:t>
            </a: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References:</a:t>
            </a:r>
          </a:p>
          <a:p>
            <a:pPr marL="0" lvl="0" indent="0" algn="l" rtl="0">
              <a:lnSpc>
                <a:spcPct val="80000"/>
              </a:lnSpc>
              <a:spcBef>
                <a:spcPts val="0"/>
              </a:spcBef>
              <a:spcAft>
                <a:spcPts val="0"/>
              </a:spcAft>
              <a:buNone/>
            </a:pPr>
            <a:r>
              <a:rPr lang="en-US" sz="1200" b="0" dirty="0"/>
              <a:t>VGL-42669	[JPMC]DRS enhancements to minimize the downtime for workloads due to host being put into maintenance mode</a:t>
            </a:r>
          </a:p>
        </p:txBody>
      </p:sp>
      <p:sp>
        <p:nvSpPr>
          <p:cNvPr id="4" name="Slide Number Placeholder 3">
            <a:extLst>
              <a:ext uri="{FF2B5EF4-FFF2-40B4-BE49-F238E27FC236}">
                <a16:creationId xmlns:a16="http://schemas.microsoft.com/office/drawing/2014/main" id="{B1498963-444F-C554-A1CC-B8D7E499BC8A}"/>
              </a:ext>
            </a:extLst>
          </p:cNvPr>
          <p:cNvSpPr>
            <a:spLocks noGrp="1"/>
          </p:cNvSpPr>
          <p:nvPr>
            <p:ph type="sldNum" sz="quarter" idx="5"/>
          </p:nvPr>
        </p:nvSpPr>
        <p:spPr/>
        <p:txBody>
          <a:bodyPr/>
          <a:lstStyle/>
          <a:p>
            <a:fld id="{9F4FBC3A-A12C-40F9-BB8D-BC30C7901396}" type="slidenum">
              <a:rPr lang="en-US" smtClean="0"/>
              <a:pPr/>
              <a:t>18</a:t>
            </a:fld>
            <a:endParaRPr lang="en-US" dirty="0"/>
          </a:p>
        </p:txBody>
      </p:sp>
    </p:spTree>
    <p:extLst>
      <p:ext uri="{BB962C8B-B14F-4D97-AF65-F5344CB8AC3E}">
        <p14:creationId xmlns:p14="http://schemas.microsoft.com/office/powerpoint/2010/main" val="24874038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5EC9E-D2F5-4F9C-4ECF-79FABC69EF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95068-CB98-E4BB-3B00-2924EC87007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19E2F74-A01E-7C4C-D228-C2A974F735FF}"/>
              </a:ext>
            </a:extLst>
          </p:cNvPr>
          <p:cNvSpPr>
            <a:spLocks noGrp="1"/>
          </p:cNvSpPr>
          <p:nvPr>
            <p:ph type="body" idx="1"/>
          </p:nvPr>
        </p:nvSpPr>
        <p:spPr/>
        <p:txBody>
          <a:bodyPr/>
          <a:lstStyle/>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**ANIMATED Slide Group 3/3**</a:t>
            </a:r>
          </a:p>
          <a:p>
            <a:pPr marL="0" lvl="0" indent="0" algn="l" rtl="0">
              <a:lnSpc>
                <a:spcPct val="80000"/>
              </a:lnSpc>
              <a:spcBef>
                <a:spcPts val="0"/>
              </a:spcBef>
              <a:spcAft>
                <a:spcPts val="0"/>
              </a:spcAft>
              <a:buNone/>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Key Message:</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Preserve Workload Performance during Host Maintenance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Talk Track:</a:t>
            </a:r>
            <a:endParaRPr lang="en-US" sz="1200" b="1"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DRS optimized vMotion Evacuation ensures that the VMs on the host will only migrate if there is enough remaining compute capacity to accommodate the VMs without contention. vSphere DRS may re-balance the remaining hosts to create non-contentious capacity for the evacuating VMs.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Enter maintenance mode operations presents two options for DRS enabled clusters.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solidFill>
                  <a:schemeClr val="dk1"/>
                </a:solidFill>
                <a:ea typeface="Arial" panose="020B0604020202020204" pitchFamily="34" charset="0"/>
                <a:cs typeface="Arial" panose="020B0604020202020204" pitchFamily="34" charset="0"/>
                <a:sym typeface="Arial" panose="020B0604020202020204" pitchFamily="34" charset="0"/>
              </a:rPr>
              <a:t>Standard vMotion Evacuation</a:t>
            </a: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 VMs will be evacuated to the other hosts in the same cluster as long as the destination hosts are compatible and meet the required resource constraints.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solidFill>
                  <a:schemeClr val="dk1"/>
                </a:solidFill>
                <a:ea typeface="Arial" panose="020B0604020202020204" pitchFamily="34" charset="0"/>
                <a:cs typeface="Arial" panose="020B0604020202020204" pitchFamily="34" charset="0"/>
                <a:sym typeface="Arial" panose="020B0604020202020204" pitchFamily="34" charset="0"/>
              </a:rPr>
              <a:t>Non-Disruptive vMotion Evacuation</a:t>
            </a: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 VMs will be evacuated only when their current compute demand can be satisfied by the destination hosts.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Notes:</a:t>
            </a: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References:</a:t>
            </a:r>
          </a:p>
          <a:p>
            <a:pPr marL="0" lvl="0" indent="0" algn="l" rtl="0">
              <a:lnSpc>
                <a:spcPct val="80000"/>
              </a:lnSpc>
              <a:spcBef>
                <a:spcPts val="0"/>
              </a:spcBef>
              <a:spcAft>
                <a:spcPts val="0"/>
              </a:spcAft>
              <a:buNone/>
            </a:pPr>
            <a:r>
              <a:rPr lang="en-US" sz="1200" b="0" dirty="0"/>
              <a:t>VGL-42669	[JPMC]DRS enhancements to minimize the downtime for workloads due to host being put into maintenance mode</a:t>
            </a:r>
          </a:p>
        </p:txBody>
      </p:sp>
      <p:sp>
        <p:nvSpPr>
          <p:cNvPr id="4" name="Slide Number Placeholder 3">
            <a:extLst>
              <a:ext uri="{FF2B5EF4-FFF2-40B4-BE49-F238E27FC236}">
                <a16:creationId xmlns:a16="http://schemas.microsoft.com/office/drawing/2014/main" id="{1E895546-C55A-0840-7A46-5632A2BB27F6}"/>
              </a:ext>
            </a:extLst>
          </p:cNvPr>
          <p:cNvSpPr>
            <a:spLocks noGrp="1"/>
          </p:cNvSpPr>
          <p:nvPr>
            <p:ph type="sldNum" sz="quarter" idx="5"/>
          </p:nvPr>
        </p:nvSpPr>
        <p:spPr/>
        <p:txBody>
          <a:bodyPr/>
          <a:lstStyle/>
          <a:p>
            <a:fld id="{9F4FBC3A-A12C-40F9-BB8D-BC30C7901396}" type="slidenum">
              <a:rPr lang="en-US" smtClean="0"/>
              <a:pPr/>
              <a:t>19</a:t>
            </a:fld>
            <a:endParaRPr lang="en-US" dirty="0"/>
          </a:p>
        </p:txBody>
      </p:sp>
    </p:spTree>
    <p:extLst>
      <p:ext uri="{BB962C8B-B14F-4D97-AF65-F5344CB8AC3E}">
        <p14:creationId xmlns:p14="http://schemas.microsoft.com/office/powerpoint/2010/main" val="21638720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37454-B961-4284-B292-81A38BF2A4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5B311E-7FD0-B95B-6CD8-2DC8C6E6B7C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72ECA58-3DB3-BBCB-BD25-C76C3CF23946}"/>
              </a:ext>
            </a:extLst>
          </p:cNvPr>
          <p:cNvSpPr>
            <a:spLocks noGrp="1"/>
          </p:cNvSpPr>
          <p:nvPr>
            <p:ph type="body" idx="1"/>
          </p:nvPr>
        </p:nvSpPr>
        <p:spPr/>
        <p:txBody>
          <a:bodyPr/>
          <a:lstStyle/>
          <a:p>
            <a:pPr marL="0" marR="0" lvl="0" indent="0" algn="l" defTabSz="914400" rtl="0" eaLnBrk="1" fontAlgn="auto" latinLnBrk="0" hangingPunct="1">
              <a:lnSpc>
                <a:spcPct val="8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**Slide Group 2/2**</a:t>
            </a: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**ANIMATED**</a:t>
            </a: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&lt;Click 1&gt; </a:t>
            </a: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9.0 batch</a:t>
            </a: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&lt;Click 3&gt; </a:t>
            </a: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9.1 batch</a:t>
            </a:r>
          </a:p>
          <a:p>
            <a:pPr marL="0" lvl="0" indent="0" algn="l" rtl="0">
              <a:lnSpc>
                <a:spcPct val="80000"/>
              </a:lnSpc>
              <a:spcBef>
                <a:spcPts val="0"/>
              </a:spcBef>
              <a:spcAft>
                <a:spcPts val="0"/>
              </a:spcAft>
              <a:buNone/>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Key Message:</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Better vMotion Resource Utilization and Reduced Contention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Talk Track:</a:t>
            </a:r>
            <a:endParaRPr lang="en-US" sz="1200" b="1"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The default maximum number of concurrent vMotion tasks is 8. In previous releases, if 8 vMotion tasks are in progress, as a batch operation, no additional vMotion task will begin until all previous 8 have completed. In vSphere 9.1, once one vMotion task has completed and a vMotion slot has been released, an additional vMotion task can begin.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This improved processing of vMotion tasks provides: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Better Resource Utilization: More even distribution of vMotion load across cluster hosts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Reduced Contention: Fewer hosts experience peak concurrent vMotion load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Improved Throughput: Better network and storage resource distribution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Notes:</a:t>
            </a: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References:</a:t>
            </a:r>
          </a:p>
          <a:p>
            <a:pPr marL="0" lvl="0" indent="0" algn="l" rtl="0">
              <a:lnSpc>
                <a:spcPct val="80000"/>
              </a:lnSpc>
              <a:spcBef>
                <a:spcPts val="0"/>
              </a:spcBef>
              <a:spcAft>
                <a:spcPts val="0"/>
              </a:spcAft>
              <a:buNone/>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https://</a:t>
            </a:r>
            <a:r>
              <a:rPr lang="en-US" sz="1200" b="0" i="0" u="none" strike="noStrike" dirty="0" err="1">
                <a:solidFill>
                  <a:schemeClr val="dk1"/>
                </a:solidFill>
                <a:ea typeface="Arial" panose="020B0604020202020204" pitchFamily="34" charset="0"/>
                <a:cs typeface="Arial" panose="020B0604020202020204" pitchFamily="34" charset="0"/>
                <a:sym typeface="Arial" panose="020B0604020202020204" pitchFamily="34" charset="0"/>
              </a:rPr>
              <a:t>vmw-jira.broadcom.net</a:t>
            </a: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/browse/VGL-42702</a:t>
            </a:r>
          </a:p>
          <a:p>
            <a:pPr marL="0" lvl="0" indent="0" algn="l" rtl="0">
              <a:lnSpc>
                <a:spcPct val="80000"/>
              </a:lnSpc>
              <a:spcBef>
                <a:spcPts val="0"/>
              </a:spcBef>
              <a:spcAft>
                <a:spcPts val="0"/>
              </a:spcAft>
              <a:buNone/>
            </a:pPr>
            <a:endParaRPr lang="en-US" sz="1200" b="0" dirty="0"/>
          </a:p>
        </p:txBody>
      </p:sp>
      <p:sp>
        <p:nvSpPr>
          <p:cNvPr id="4" name="Slide Number Placeholder 3">
            <a:extLst>
              <a:ext uri="{FF2B5EF4-FFF2-40B4-BE49-F238E27FC236}">
                <a16:creationId xmlns:a16="http://schemas.microsoft.com/office/drawing/2014/main" id="{2F82902B-E251-BBBE-14C2-72169A3FD8C4}"/>
              </a:ext>
            </a:extLst>
          </p:cNvPr>
          <p:cNvSpPr>
            <a:spLocks noGrp="1"/>
          </p:cNvSpPr>
          <p:nvPr>
            <p:ph type="sldNum" sz="quarter" idx="5"/>
          </p:nvPr>
        </p:nvSpPr>
        <p:spPr/>
        <p:txBody>
          <a:bodyPr/>
          <a:lstStyle/>
          <a:p>
            <a:fld id="{9F4FBC3A-A12C-40F9-BB8D-BC30C7901396}" type="slidenum">
              <a:rPr lang="en-US" smtClean="0"/>
              <a:pPr/>
              <a:t>20</a:t>
            </a:fld>
            <a:endParaRPr lang="en-US" dirty="0"/>
          </a:p>
        </p:txBody>
      </p:sp>
    </p:spTree>
    <p:extLst>
      <p:ext uri="{BB962C8B-B14F-4D97-AF65-F5344CB8AC3E}">
        <p14:creationId xmlns:p14="http://schemas.microsoft.com/office/powerpoint/2010/main" val="10001582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E2E47-EB37-580B-AF2F-3C7E249D11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CC906E-6BFB-04E3-223C-90F42E705F5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468CE42-83E2-1658-E402-3F8C9D7029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3D1F3C-6953-6C41-52AF-D490AF75F8B8}"/>
              </a:ext>
            </a:extLst>
          </p:cNvPr>
          <p:cNvSpPr>
            <a:spLocks noGrp="1"/>
          </p:cNvSpPr>
          <p:nvPr>
            <p:ph type="sldNum" sz="quarter" idx="5"/>
          </p:nvPr>
        </p:nvSpPr>
        <p:spPr/>
        <p:txBody>
          <a:bodyPr/>
          <a:lstStyle/>
          <a:p>
            <a:fld id="{9F4FBC3A-A12C-40F9-BB8D-BC30C7901396}" type="slidenum">
              <a:rPr lang="en-US" smtClean="0"/>
              <a:pPr/>
              <a:t>21</a:t>
            </a:fld>
            <a:endParaRPr lang="en-US" dirty="0"/>
          </a:p>
        </p:txBody>
      </p:sp>
    </p:spTree>
    <p:extLst>
      <p:ext uri="{BB962C8B-B14F-4D97-AF65-F5344CB8AC3E}">
        <p14:creationId xmlns:p14="http://schemas.microsoft.com/office/powerpoint/2010/main" val="28538146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D6766-F9FC-20BD-1A10-40A57B7729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DD37B2-4F7A-E10D-79A0-AC9041CB34D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BA559F9-95D3-ACBF-8BB5-CEA9A577E069}"/>
              </a:ext>
            </a:extLst>
          </p:cNvPr>
          <p:cNvSpPr>
            <a:spLocks noGrp="1"/>
          </p:cNvSpPr>
          <p:nvPr>
            <p:ph type="body" idx="1"/>
          </p:nvPr>
        </p:nvSpPr>
        <p:spPr/>
        <p:txBody>
          <a:bodyPr>
            <a:normAutofit fontScale="70000" lnSpcReduction="20000"/>
          </a:bodyPr>
          <a:lstStyle/>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Key Message: </a:t>
            </a:r>
          </a:p>
          <a:p>
            <a:pPr marL="0" lvl="0" indent="0" algn="l" rtl="0">
              <a:lnSpc>
                <a:spcPct val="80000"/>
              </a:lnSpc>
              <a:spcBef>
                <a:spcPts val="0"/>
              </a:spcBef>
              <a:spcAft>
                <a:spcPts val="0"/>
              </a:spcAft>
              <a:buNone/>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Many enhancements were made for Memory Tiering on VCF 9.1 to provide better </a:t>
            </a: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Observability</a:t>
            </a: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 more </a:t>
            </a: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Redundancy</a:t>
            </a: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 choices, Improved </a:t>
            </a: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Configuration</a:t>
            </a: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 and </a:t>
            </a: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VM interoperability</a:t>
            </a: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Talk Track: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Enhanced Observability: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vCenter UI in 9.1 now includes more visibility into the configuration status of Memory Tiering at both the Host and Cluster level on their respective ”Summary” tabs. In addition, there are more performance metrics related to Memory Tiering for both Memory and NVMe devices, making it easier for customers to see memory activity per tier and troubleshoot if needed.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Redundancy Choice: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In VCF 9.0 only hardware-based redundancy was supported. Meaning that there was an operational overhead whether the configuration included VROC, or RAID-1 with controllers as both solutions required additional steps for configuration and future operations such as FW/driver updates. There is also an additional cost when it came to RAID controllers and a potential compatibility problems with vSAN (if using the same controllers).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Software based mirroring solves these issues of additional cost, operational overhead and possible performance issues, not to mention that the introduction of a single controller becomes the new single point of failure. This solution is built-in within vSphere allowing the hypervisor to have full control of the entire stack and make the correct decisions for memory page distribution across devices. </a:t>
            </a:r>
            <a:endParaRPr lang="en-US" sz="1200" b="1"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Improved Configuration Workflow: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Configuration for Memory Tiering in 9.1 has been substantially improved and collapsed into a single UI-based workflow. Reducing steps, and time for deployment by over 50%.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Memory Tiering in VCF 9.1 leverages VMware Configuration Profiles (VCP) as a key workflow to not only centralize all necessary steps into one location but also to make it easier to select devices from each host.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By using this workflow for all configurations, there is no need to manually configure NVMe partitions for Memory Tiering using ESXCLI commands or PowerShell scripts (although you still can), as the partitions are automatically created for you. More importantly, the configuration parameter improvements allows for a full configuration WITHOUT the need to REBOOT. </a:t>
            </a:r>
            <a:endParaRPr lang="en-US" sz="1200"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Expanded VM Interoperability: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In VCF 9.1, power-on restriction for certain VM features have been removed as ULM provides universal support and increased security. </a:t>
            </a:r>
          </a:p>
          <a:p>
            <a:pPr marL="171450" lvl="0" indent="-171450" algn="l" rtl="0">
              <a:lnSpc>
                <a:spcPct val="80000"/>
              </a:lnSpc>
              <a:spcBef>
                <a:spcPts val="0"/>
              </a:spcBef>
              <a:spcAft>
                <a:spcPts val="0"/>
              </a:spcAft>
              <a:buFont typeface="Arial" panose="020B0604020202020204" pitchFamily="34" charset="0"/>
              <a:buChar cha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While some of these VM features are still not able to take advantage of Memory Tiering, VCF</a:t>
            </a:r>
            <a:r>
              <a:rPr lang="en-US" dirty="0"/>
              <a:t> 9.1 removes all power-on restrictions for these VM features on host with Memory Tiering enabled. So, there is no need to have hosts with Memory Tiering disabled to accommodate such restriction. Latency Sensitive VMs, Fault Tolerance VMs, Large (aka Monster) VMs, and nested hypervisor VMs (Microsoft VBS) can be powered-on on hosts configured with Memory Tiering.</a:t>
            </a: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dk1"/>
                </a:solidFill>
                <a:ea typeface="Arial" panose="020B0604020202020204" pitchFamily="34" charset="0"/>
                <a:cs typeface="Arial" panose="020B0604020202020204" pitchFamily="34" charset="0"/>
                <a:sym typeface="Arial" panose="020B0604020202020204" pitchFamily="34" charset="0"/>
              </a:rPr>
              <a:t>Performance Improvements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E" dirty="0"/>
              <a:t>Up to 16% performance gains in database workloads with </a:t>
            </a:r>
            <a:r>
              <a:rPr lang="en-IE" dirty="0" err="1"/>
              <a:t>HammerDB</a:t>
            </a:r>
            <a:r>
              <a:rPr lang="en-IE" dirty="0"/>
              <a:t>, and 12% CPU reduction in </a:t>
            </a:r>
            <a:r>
              <a:rPr lang="en-IE" dirty="0" err="1"/>
              <a:t>VMmark</a:t>
            </a:r>
            <a:r>
              <a:rPr lang="en-IE" dirty="0"/>
              <a:t> compared to VCF 9.0 GA.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Notes:</a:t>
            </a: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Memory tiering can help scale workloads by 2X, for VDI we scale from 128 instances to 256 instances, and for VMmark3, we are able to scale from 3 tiles to 6 tiles, without any performance impact. This shows that we can improve host and increase density.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In this case, we doubled the capacity of the host from 1TB of pure DRAM to 2TB by adding 1TB of NVMe capacity</a:t>
            </a:r>
            <a:endParaRPr lang="en-US" sz="1200" b="1"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References:</a:t>
            </a:r>
            <a:endParaRPr lang="en-US" sz="1200" dirty="0"/>
          </a:p>
          <a:p>
            <a:r>
              <a:rPr lang="en-US" dirty="0"/>
              <a:t>VGL-43498	Memory Tiering Improvements for vCenter UI</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VGL-40785	NVMe Resiliency using Software Mirroring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VGL-441773	Memory Tiering Configuration Enhancements</a:t>
            </a:r>
          </a:p>
          <a:p>
            <a:endParaRPr lang="en-US" dirty="0"/>
          </a:p>
          <a:p>
            <a:endParaRPr lang="en-US" dirty="0"/>
          </a:p>
        </p:txBody>
      </p:sp>
      <p:sp>
        <p:nvSpPr>
          <p:cNvPr id="4" name="Slide Number Placeholder 3">
            <a:extLst>
              <a:ext uri="{FF2B5EF4-FFF2-40B4-BE49-F238E27FC236}">
                <a16:creationId xmlns:a16="http://schemas.microsoft.com/office/drawing/2014/main" id="{2B78FC14-8D36-8C72-D91F-CF230A80F7FF}"/>
              </a:ext>
            </a:extLst>
          </p:cNvPr>
          <p:cNvSpPr>
            <a:spLocks noGrp="1"/>
          </p:cNvSpPr>
          <p:nvPr>
            <p:ph type="sldNum" sz="quarter" idx="5"/>
          </p:nvPr>
        </p:nvSpPr>
        <p:spPr/>
        <p:txBody>
          <a:bodyPr/>
          <a:lstStyle/>
          <a:p>
            <a:fld id="{9F4FBC3A-A12C-40F9-BB8D-BC30C7901396}" type="slidenum">
              <a:rPr lang="en-US" smtClean="0"/>
              <a:pPr/>
              <a:t>22</a:t>
            </a:fld>
            <a:endParaRPr lang="en-US" dirty="0"/>
          </a:p>
        </p:txBody>
      </p:sp>
    </p:spTree>
    <p:extLst>
      <p:ext uri="{BB962C8B-B14F-4D97-AF65-F5344CB8AC3E}">
        <p14:creationId xmlns:p14="http://schemas.microsoft.com/office/powerpoint/2010/main" val="3612379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0"/>
        <p:cNvGrpSpPr/>
        <p:nvPr/>
      </p:nvGrpSpPr>
      <p:grpSpPr>
        <a:xfrm>
          <a:off x="0" y="0"/>
          <a:ext cx="0" cy="0"/>
          <a:chOff x="0" y="0"/>
          <a:chExt cx="0" cy="0"/>
        </a:xfrm>
      </p:grpSpPr>
      <p:sp>
        <p:nvSpPr>
          <p:cNvPr id="7911" name="Google Shape;7911;p1: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Key Message:</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High Availability and Resiliency of Tiered Memory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Talk Track:</a:t>
            </a:r>
            <a:endParaRPr lang="en-US" sz="1200" b="1"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We introduced software mirroring using 2 NVMe devices, this ensures a failure of a single drive does not impact memory tiering operations. This also does not impact performance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In VCF 9.0 only hardware-based redundancy was supported. Meaning that there was an operational overhead whether the configuration included VROC, or RAID-1 with controllers as both solutions required additional steps for configuration and future operations such as FW/driver updates. There is also an additional cost when it came to RAID controllers and a potential compatibility problems with vSAN (if using the same controllers).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Software based mirroring solves these issues of additional cost, operational overhead and possible performance issues, not to mention that the introduction of a single controller becomes the new single point of failure. This solution is built-in within vSphere allowing the hypervisor to have full control of the entire stack and make the correct decisions for memory page distribution across devices. </a:t>
            </a:r>
            <a:endParaRPr lang="en-US" sz="1200" b="1"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Notes:</a:t>
            </a: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References:</a:t>
            </a:r>
            <a:endParaRPr lang="en-US" sz="1200" dirty="0"/>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endParaRPr lang="en-US" dirty="0"/>
          </a:p>
        </p:txBody>
      </p:sp>
      <p:sp>
        <p:nvSpPr>
          <p:cNvPr id="7912" name="Google Shape;7912;p1: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829D2-265A-B16F-94AF-22E38E5A34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DD1BF3-9E89-BB1F-C8D5-6308004E9E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6EA2A7-835D-D2CC-8501-8F2C7A4BBD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6F7A3A-2AA4-8CF2-E648-B0FB0202A46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4FBC3A-A12C-40F9-BB8D-BC30C7901396}" type="slidenum">
              <a:rPr kumimoji="0" lang="en-US" sz="1300" b="0" i="0" u="none" strike="noStrike" kern="1200" cap="none" spc="0" normalizeH="0" baseline="0" noProof="0" smtClean="0">
                <a:ln>
                  <a:noFill/>
                </a:ln>
                <a:solidFill>
                  <a:srgbClr val="717074"/>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300" b="0" i="0" u="none" strike="noStrike" kern="1200" cap="none" spc="0" normalizeH="0" baseline="0" noProof="0" dirty="0">
              <a:ln>
                <a:noFill/>
              </a:ln>
              <a:solidFill>
                <a:srgbClr val="717074"/>
              </a:solidFill>
              <a:effectLst/>
              <a:uLnTx/>
              <a:uFillTx/>
              <a:latin typeface="Arial"/>
              <a:ea typeface="+mn-ea"/>
              <a:cs typeface="+mn-cs"/>
            </a:endParaRPr>
          </a:p>
        </p:txBody>
      </p:sp>
    </p:spTree>
    <p:extLst>
      <p:ext uri="{BB962C8B-B14F-4D97-AF65-F5344CB8AC3E}">
        <p14:creationId xmlns:p14="http://schemas.microsoft.com/office/powerpoint/2010/main" val="12418133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9">
          <a:extLst>
            <a:ext uri="{FF2B5EF4-FFF2-40B4-BE49-F238E27FC236}">
              <a16:creationId xmlns:a16="http://schemas.microsoft.com/office/drawing/2014/main" id="{E9DAB17A-287B-B629-5012-656F7D6FC575}"/>
            </a:ext>
          </a:extLst>
        </p:cNvPr>
        <p:cNvGrpSpPr/>
        <p:nvPr/>
      </p:nvGrpSpPr>
      <p:grpSpPr>
        <a:xfrm>
          <a:off x="0" y="0"/>
          <a:ext cx="0" cy="0"/>
          <a:chOff x="0" y="0"/>
          <a:chExt cx="0" cy="0"/>
        </a:xfrm>
      </p:grpSpPr>
      <p:sp>
        <p:nvSpPr>
          <p:cNvPr id="2380" name="Google Shape;2380;p19:notes">
            <a:extLst>
              <a:ext uri="{FF2B5EF4-FFF2-40B4-BE49-F238E27FC236}">
                <a16:creationId xmlns:a16="http://schemas.microsoft.com/office/drawing/2014/main" id="{66C8D0FB-6423-6866-9325-DE462F8D13FE}"/>
              </a:ext>
            </a:extLst>
          </p:cNvPr>
          <p:cNvSpPr>
            <a:spLocks noGrp="1" noRot="1" noChangeAspect="1"/>
          </p:cNvSpPr>
          <p:nvPr>
            <p:ph type="sldImg" idx="2"/>
          </p:nvPr>
        </p:nvSpPr>
        <p:spPr>
          <a:xfrm>
            <a:off x="884238" y="639763"/>
            <a:ext cx="5546725" cy="31210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381" name="Google Shape;2381;p19:notes">
            <a:extLst>
              <a:ext uri="{FF2B5EF4-FFF2-40B4-BE49-F238E27FC236}">
                <a16:creationId xmlns:a16="http://schemas.microsoft.com/office/drawing/2014/main" id="{77F57E19-969B-B94E-4FED-C8C3B03C2FE2}"/>
              </a:ext>
            </a:extLst>
          </p:cNvPr>
          <p:cNvSpPr txBox="1">
            <a:spLocks noGrp="1"/>
          </p:cNvSpPr>
          <p:nvPr>
            <p:ph type="body" idx="1"/>
          </p:nvPr>
        </p:nvSpPr>
        <p:spPr>
          <a:xfrm>
            <a:off x="487680" y="4000500"/>
            <a:ext cx="6339840" cy="5120640"/>
          </a:xfrm>
          <a:prstGeom prst="rect">
            <a:avLst/>
          </a:prstGeom>
          <a:noFill/>
          <a:ln>
            <a:noFill/>
          </a:ln>
        </p:spPr>
        <p:txBody>
          <a:bodyPr spcFirstLastPara="1" wrap="square" lIns="0" tIns="0" rIns="0" bIns="0" anchor="t" anchorCtr="0">
            <a:normAutofit fontScale="92500" lnSpcReduction="20000"/>
          </a:bodyPr>
          <a:lstStyle/>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Key Message: </a:t>
            </a: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VCF 9.1 introduces the capability to offload encrypted vMotion operations to QAT. Freeing up valuable CPU resources and returning those cores back to the workloads. </a:t>
            </a:r>
            <a:endParaRPr sz="1200" b="0" dirty="0"/>
          </a:p>
          <a:p>
            <a:pPr marL="0" marR="0" lvl="0" indent="0" algn="l" rtl="0">
              <a:lnSpc>
                <a:spcPct val="100000"/>
              </a:lnSpc>
              <a:spcBef>
                <a:spcPts val="0"/>
              </a:spcBef>
              <a:spcAft>
                <a:spcPts val="0"/>
              </a:spcAft>
              <a:buClr>
                <a:schemeClr val="dk1"/>
              </a:buClr>
              <a:buSzPts val="1200"/>
              <a:buFont typeface="Arial"/>
              <a:buNone/>
            </a:pPr>
            <a:endParaRPr sz="1200" b="1" i="0" u="none" strike="noStrike" dirty="0">
              <a:solidFill>
                <a:schemeClr val="dk1"/>
              </a:solidFill>
            </a:endParaRPr>
          </a:p>
          <a:p>
            <a:pPr marL="0" marR="0" lvl="0" indent="0" algn="l" rtl="0">
              <a:lnSpc>
                <a:spcPct val="100000"/>
              </a:lnSpc>
              <a:spcBef>
                <a:spcPts val="0"/>
              </a:spcBef>
              <a:spcAft>
                <a:spcPts val="0"/>
              </a:spcAft>
              <a:buClr>
                <a:schemeClr val="dk1"/>
              </a:buClr>
              <a:buSzPts val="1200"/>
              <a:buFont typeface="Arial"/>
              <a:buNone/>
            </a:pPr>
            <a:r>
              <a:rPr lang="en-US" sz="1200" b="1" i="0" u="none" strike="noStrike" dirty="0">
                <a:solidFill>
                  <a:schemeClr val="dk1"/>
                </a:solidFill>
              </a:rPr>
              <a:t>Talk Track:</a:t>
            </a:r>
            <a:endParaRPr sz="1200" b="1" i="0" u="none" strike="noStrike" dirty="0">
              <a:solidFill>
                <a:schemeClr val="dk1"/>
              </a:solidFill>
            </a:endParaRPr>
          </a:p>
          <a:p>
            <a:pPr marL="0" marR="0" lvl="0" indent="0" algn="l" rtl="0">
              <a:lnSpc>
                <a:spcPct val="100000"/>
              </a:lnSpc>
              <a:spcBef>
                <a:spcPts val="0"/>
              </a:spcBef>
              <a:spcAft>
                <a:spcPts val="0"/>
              </a:spcAft>
              <a:buClr>
                <a:schemeClr val="dk1"/>
              </a:buClr>
              <a:buSzPts val="1200"/>
              <a:buFont typeface="Arial"/>
              <a:buNone/>
            </a:pPr>
            <a:r>
              <a:rPr lang="en-US" dirty="0"/>
              <a:t>Our vision for VCF is to provide a single, unified platform that supports every application and seamlessly integrates with the next generation of hardware. As we enter this “bigger and faster” era of computing, we are ensuring the platform is ready for the rise of resource-intensive applications and accelerated computing. Most of this coming from the rise of Gen AI.</a:t>
            </a:r>
            <a:endParaRPr dirty="0"/>
          </a:p>
          <a:p>
            <a:pPr marL="0" marR="0" lvl="0" indent="0" algn="l" rtl="0">
              <a:lnSpc>
                <a:spcPct val="100000"/>
              </a:lnSpc>
              <a:spcBef>
                <a:spcPts val="0"/>
              </a:spcBef>
              <a:spcAft>
                <a:spcPts val="0"/>
              </a:spcAft>
              <a:buClr>
                <a:schemeClr val="dk1"/>
              </a:buClr>
              <a:buSzPts val="1200"/>
              <a:buFont typeface="Arial"/>
              <a:buNone/>
            </a:pPr>
            <a:endParaRPr sz="1200" b="1" i="0" u="none" strike="noStrike" dirty="0">
              <a:solidFill>
                <a:schemeClr val="dk1"/>
              </a:solidFill>
            </a:endParaRPr>
          </a:p>
          <a:p>
            <a:pPr marL="0" lvl="0" indent="0" algn="l" rtl="0">
              <a:spcBef>
                <a:spcPts val="0"/>
              </a:spcBef>
              <a:spcAft>
                <a:spcPts val="0"/>
              </a:spcAft>
              <a:buNone/>
            </a:pPr>
            <a:r>
              <a:rPr lang="en-US" sz="1200" b="0" i="0" u="none" strike="noStrike" dirty="0">
                <a:solidFill>
                  <a:schemeClr val="dk1"/>
                </a:solidFill>
              </a:rPr>
              <a:t>This means that customers are looking to fully utilize their resources the best way possible. To meet these demands, </a:t>
            </a:r>
            <a:r>
              <a:rPr lang="en-US" dirty="0"/>
              <a:t>we are leveraging </a:t>
            </a:r>
            <a:r>
              <a:rPr lang="en-US" b="1" dirty="0"/>
              <a:t>Intel® QAT (</a:t>
            </a:r>
            <a:r>
              <a:rPr lang="en-US" b="1" dirty="0" err="1"/>
              <a:t>QuickAssist</a:t>
            </a:r>
            <a:r>
              <a:rPr lang="en-US" b="1" dirty="0"/>
              <a:t> Technology)</a:t>
            </a:r>
            <a:r>
              <a:rPr lang="en-US" dirty="0"/>
              <a:t> to accelerate infrastructure operations.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By moving the heavy lifting of vMotion tasks to dedicated hardware, we can return valuable CPU cores back to the actual workloads running on VCF.</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QAT takes on the job of encrypting the data for vMotion operations to another host. This allows us to un-burden the CPU from such operations. </a:t>
            </a:r>
            <a:endParaRPr dirty="0"/>
          </a:p>
          <a:p>
            <a:pPr marL="0" marR="0" lvl="0" indent="0" algn="l" rtl="0">
              <a:lnSpc>
                <a:spcPct val="100000"/>
              </a:lnSpc>
              <a:spcBef>
                <a:spcPts val="0"/>
              </a:spcBef>
              <a:spcAft>
                <a:spcPts val="0"/>
              </a:spcAft>
              <a:buClr>
                <a:schemeClr val="dk1"/>
              </a:buClr>
              <a:buSzPts val="1200"/>
              <a:buFont typeface="Arial"/>
              <a:buNone/>
            </a:pPr>
            <a:endParaRPr sz="1200" b="0" i="0" u="none" strike="noStrike" dirty="0">
              <a:solidFill>
                <a:schemeClr val="dk1"/>
              </a:solidFill>
            </a:endParaRPr>
          </a:p>
          <a:p>
            <a:pPr marL="0" marR="0" lvl="0" indent="0" algn="l" rtl="0">
              <a:lnSpc>
                <a:spcPct val="100000"/>
              </a:lnSpc>
              <a:spcBef>
                <a:spcPts val="0"/>
              </a:spcBef>
              <a:spcAft>
                <a:spcPts val="0"/>
              </a:spcAft>
              <a:buClr>
                <a:schemeClr val="dk1"/>
              </a:buClr>
              <a:buSzPts val="1200"/>
              <a:buFont typeface="Arial"/>
              <a:buNone/>
            </a:pPr>
            <a:endParaRPr sz="1200" b="1" dirty="0">
              <a:solidFill>
                <a:schemeClr val="dk1"/>
              </a:solidFill>
            </a:endParaRPr>
          </a:p>
          <a:p>
            <a:pPr marL="0" marR="0" lvl="0" indent="0" algn="l" rtl="0">
              <a:lnSpc>
                <a:spcPct val="100000"/>
              </a:lnSpc>
              <a:spcBef>
                <a:spcPts val="0"/>
              </a:spcBef>
              <a:spcAft>
                <a:spcPts val="0"/>
              </a:spcAft>
              <a:buClr>
                <a:schemeClr val="dk1"/>
              </a:buClr>
              <a:buSzPts val="1200"/>
              <a:buFont typeface="Arial"/>
              <a:buNone/>
            </a:pPr>
            <a:r>
              <a:rPr lang="en-US" sz="1200" b="1" i="0" u="none" strike="noStrike" dirty="0">
                <a:solidFill>
                  <a:schemeClr val="dk1"/>
                </a:solidFill>
              </a:rPr>
              <a:t>Notes: </a:t>
            </a:r>
          </a:p>
          <a:p>
            <a:pPr marL="0" marR="0" lvl="0" indent="0" algn="l" rtl="0">
              <a:lnSpc>
                <a:spcPct val="100000"/>
              </a:lnSpc>
              <a:spcBef>
                <a:spcPts val="0"/>
              </a:spcBef>
              <a:spcAft>
                <a:spcPts val="0"/>
              </a:spcAft>
              <a:buClr>
                <a:schemeClr val="dk1"/>
              </a:buClr>
              <a:buSzPts val="1200"/>
              <a:buFont typeface="Arial"/>
              <a:buNone/>
            </a:pPr>
            <a:r>
              <a:rPr lang="en-US" sz="1200" b="0" i="0" u="none" strike="noStrike" dirty="0">
                <a:solidFill>
                  <a:schemeClr val="dk1"/>
                </a:solidFill>
              </a:rPr>
              <a:t>vMotion encryption was introduced in vSphere 6.5 and its default setting for VMs has always been “opportunistic”. When moving VMs to/from ESX hosts 6.5 or later, vMotion will attempt an encrypted operation. Based on telemetry, over 99% of vMotion operations are encrypted. </a:t>
            </a:r>
            <a:endParaRPr dirty="0"/>
          </a:p>
          <a:p>
            <a:pPr marL="0" marR="0" lvl="0" indent="0" algn="l" rtl="0">
              <a:lnSpc>
                <a:spcPct val="100000"/>
              </a:lnSpc>
              <a:spcBef>
                <a:spcPts val="0"/>
              </a:spcBef>
              <a:spcAft>
                <a:spcPts val="0"/>
              </a:spcAft>
              <a:buClr>
                <a:schemeClr val="dk1"/>
              </a:buClr>
              <a:buSzPts val="1200"/>
              <a:buFont typeface="Arial"/>
              <a:buNone/>
            </a:pPr>
            <a:endParaRPr sz="1200" b="0" i="0" u="none" strike="noStrike" dirty="0">
              <a:solidFill>
                <a:schemeClr val="dk1"/>
              </a:solidFill>
            </a:endParaRPr>
          </a:p>
          <a:p>
            <a:pPr marL="0" marR="0" lvl="0" indent="0" algn="l" rtl="0">
              <a:lnSpc>
                <a:spcPct val="100000"/>
              </a:lnSpc>
              <a:spcBef>
                <a:spcPts val="0"/>
              </a:spcBef>
              <a:spcAft>
                <a:spcPts val="0"/>
              </a:spcAft>
              <a:buClr>
                <a:schemeClr val="dk1"/>
              </a:buClr>
              <a:buSzPts val="1200"/>
              <a:buFont typeface="Arial"/>
              <a:buNone/>
            </a:pPr>
            <a:r>
              <a:rPr lang="en-US" sz="1200" b="0" i="0" u="none" strike="noStrike" dirty="0">
                <a:solidFill>
                  <a:schemeClr val="dk1"/>
                </a:solidFill>
              </a:rPr>
              <a:t>QAT is integrated on the following Intel CPUs:</a:t>
            </a:r>
            <a:endParaRPr dirty="0"/>
          </a:p>
          <a:p>
            <a:pPr marL="171450" marR="0" lvl="0" indent="-171450" algn="l" rtl="0">
              <a:lnSpc>
                <a:spcPct val="100000"/>
              </a:lnSpc>
              <a:spcBef>
                <a:spcPts val="0"/>
              </a:spcBef>
              <a:spcAft>
                <a:spcPts val="0"/>
              </a:spcAft>
              <a:buClr>
                <a:schemeClr val="dk1"/>
              </a:buClr>
              <a:buSzPts val="1200"/>
              <a:buFont typeface="Arial"/>
              <a:buChar char="•"/>
            </a:pPr>
            <a:r>
              <a:rPr lang="en-US" sz="1200" b="0" i="0" u="none" strike="noStrike" dirty="0">
                <a:solidFill>
                  <a:schemeClr val="dk1"/>
                </a:solidFill>
              </a:rPr>
              <a:t>Sapphire Rapids (4</a:t>
            </a:r>
            <a:r>
              <a:rPr lang="en-US" sz="1200" b="0" i="0" u="none" strike="noStrike" baseline="30000" dirty="0">
                <a:solidFill>
                  <a:schemeClr val="dk1"/>
                </a:solidFill>
              </a:rPr>
              <a:t>th</a:t>
            </a:r>
            <a:r>
              <a:rPr lang="en-US" sz="1200" b="0" i="0" u="none" strike="noStrike" dirty="0">
                <a:solidFill>
                  <a:schemeClr val="dk1"/>
                </a:solidFill>
              </a:rPr>
              <a:t> Generation)</a:t>
            </a:r>
            <a:endParaRPr dirty="0"/>
          </a:p>
          <a:p>
            <a:pPr marL="171450" marR="0" lvl="0" indent="-171450" algn="l" rtl="0">
              <a:lnSpc>
                <a:spcPct val="100000"/>
              </a:lnSpc>
              <a:spcBef>
                <a:spcPts val="0"/>
              </a:spcBef>
              <a:spcAft>
                <a:spcPts val="0"/>
              </a:spcAft>
              <a:buClr>
                <a:schemeClr val="dk1"/>
              </a:buClr>
              <a:buSzPts val="1200"/>
              <a:buFont typeface="Arial"/>
              <a:buChar char="•"/>
            </a:pPr>
            <a:r>
              <a:rPr lang="en-US" sz="1200" b="0" i="0" u="none" strike="noStrike" dirty="0">
                <a:solidFill>
                  <a:schemeClr val="dk1"/>
                </a:solidFill>
              </a:rPr>
              <a:t>Emerald Rapids (5</a:t>
            </a:r>
            <a:r>
              <a:rPr lang="en-US" sz="1200" b="0" i="0" u="none" strike="noStrike" baseline="30000" dirty="0">
                <a:solidFill>
                  <a:schemeClr val="dk1"/>
                </a:solidFill>
              </a:rPr>
              <a:t>th</a:t>
            </a:r>
            <a:r>
              <a:rPr lang="en-US" sz="1200" b="0" i="0" u="none" strike="noStrike" dirty="0">
                <a:solidFill>
                  <a:schemeClr val="dk1"/>
                </a:solidFill>
              </a:rPr>
              <a:t> Generation) – Gen 4 QAT</a:t>
            </a:r>
            <a:endParaRPr dirty="0"/>
          </a:p>
          <a:p>
            <a:pPr marL="171450" marR="0" lvl="0" indent="-171450" algn="l" rtl="0">
              <a:lnSpc>
                <a:spcPct val="100000"/>
              </a:lnSpc>
              <a:spcBef>
                <a:spcPts val="0"/>
              </a:spcBef>
              <a:spcAft>
                <a:spcPts val="0"/>
              </a:spcAft>
              <a:buClr>
                <a:schemeClr val="dk1"/>
              </a:buClr>
              <a:buSzPts val="1200"/>
              <a:buFont typeface="Arial"/>
              <a:buChar char="•"/>
            </a:pPr>
            <a:r>
              <a:rPr lang="en-US" sz="1200" b="0" i="0" u="none" strike="noStrike" dirty="0">
                <a:solidFill>
                  <a:schemeClr val="dk1"/>
                </a:solidFill>
              </a:rPr>
              <a:t>Intel Xeon 6 Processors (Granite Rapids / Sierra Forest) – Latest gen with built-in QAT</a:t>
            </a:r>
            <a:endParaRPr sz="1200" b="1" i="0" u="none" strike="noStrike" dirty="0">
              <a:solidFill>
                <a:schemeClr val="dk1"/>
              </a:solidFill>
            </a:endParaRPr>
          </a:p>
          <a:p>
            <a:pPr marL="0" marR="0" lvl="0" indent="0" algn="l" rtl="0">
              <a:lnSpc>
                <a:spcPct val="100000"/>
              </a:lnSpc>
              <a:spcBef>
                <a:spcPts val="0"/>
              </a:spcBef>
              <a:spcAft>
                <a:spcPts val="0"/>
              </a:spcAft>
              <a:buClr>
                <a:schemeClr val="dk1"/>
              </a:buClr>
              <a:buSzPts val="1200"/>
              <a:buFont typeface="Arial"/>
              <a:buNone/>
            </a:pPr>
            <a:endParaRPr sz="1200" b="1" i="0" u="none" strike="noStrike" dirty="0">
              <a:solidFill>
                <a:schemeClr val="dk1"/>
              </a:solidFill>
            </a:endParaRPr>
          </a:p>
          <a:p>
            <a:pPr marL="0" marR="0" lvl="0" indent="0" algn="l" rtl="0">
              <a:lnSpc>
                <a:spcPct val="100000"/>
              </a:lnSpc>
              <a:spcBef>
                <a:spcPts val="0"/>
              </a:spcBef>
              <a:spcAft>
                <a:spcPts val="0"/>
              </a:spcAft>
              <a:buClr>
                <a:schemeClr val="dk1"/>
              </a:buClr>
              <a:buSzPts val="1200"/>
              <a:buFont typeface="Arial"/>
              <a:buNone/>
            </a:pPr>
            <a:r>
              <a:rPr lang="en-US" sz="1200" b="0" i="0" u="none" strike="noStrike" dirty="0">
                <a:solidFill>
                  <a:schemeClr val="dk1"/>
                </a:solidFill>
              </a:rPr>
              <a:t>See confluence for details - https://</a:t>
            </a:r>
            <a:r>
              <a:rPr lang="en-US" sz="1200" b="0" i="0" u="none" strike="noStrike" dirty="0" err="1">
                <a:solidFill>
                  <a:schemeClr val="dk1"/>
                </a:solidFill>
              </a:rPr>
              <a:t>vmw-confluence.broadcom.net</a:t>
            </a:r>
            <a:r>
              <a:rPr lang="en-US" sz="1200" b="0" i="0" u="none" strike="noStrike" dirty="0">
                <a:solidFill>
                  <a:schemeClr val="dk1"/>
                </a:solidFill>
              </a:rPr>
              <a:t>/spaces/VMLIF/pages/2184563378/</a:t>
            </a:r>
            <a:r>
              <a:rPr lang="en-US" sz="1200" b="0" i="0" u="none" strike="noStrike" dirty="0" err="1">
                <a:solidFill>
                  <a:schemeClr val="dk1"/>
                </a:solidFill>
              </a:rPr>
              <a:t>One+pager+Encrypted+vMotion+offload+to+QAT</a:t>
            </a:r>
            <a:endParaRPr sz="1200" b="0"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endParaRPr sz="1200" b="1" i="0" u="none" strike="noStrike" dirty="0">
              <a:solidFill>
                <a:schemeClr val="dk1"/>
              </a:solidFill>
            </a:endParaRPr>
          </a:p>
          <a:p>
            <a:pPr marL="0" lvl="0" indent="0" algn="l" rtl="0">
              <a:lnSpc>
                <a:spcPct val="80000"/>
              </a:lnSpc>
              <a:spcBef>
                <a:spcPts val="0"/>
              </a:spcBef>
              <a:spcAft>
                <a:spcPts val="0"/>
              </a:spcAft>
              <a:buClr>
                <a:schemeClr val="dk1"/>
              </a:buClr>
              <a:buSzPts val="1200"/>
              <a:buFont typeface="Arial"/>
              <a:buNone/>
            </a:pPr>
            <a:r>
              <a:rPr lang="en-US" sz="1200" b="1" i="0" u="none" strike="noStrike" dirty="0">
                <a:solidFill>
                  <a:schemeClr val="dk1"/>
                </a:solidFill>
              </a:rPr>
              <a:t>References: </a:t>
            </a:r>
          </a:p>
          <a:p>
            <a:pPr marL="0" lvl="0" indent="0" algn="l" rtl="0">
              <a:lnSpc>
                <a:spcPct val="80000"/>
              </a:lnSpc>
              <a:spcBef>
                <a:spcPts val="0"/>
              </a:spcBef>
              <a:spcAft>
                <a:spcPts val="0"/>
              </a:spcAft>
              <a:buClr>
                <a:schemeClr val="dk1"/>
              </a:buClr>
              <a:buSzPts val="1200"/>
              <a:buFont typeface="Arial"/>
              <a:buNone/>
            </a:pPr>
            <a:r>
              <a:rPr lang="en-US" sz="1200" b="0" i="0" u="none" strike="noStrike" dirty="0">
                <a:solidFill>
                  <a:schemeClr val="dk1"/>
                </a:solidFill>
              </a:rPr>
              <a:t>https://</a:t>
            </a:r>
            <a:r>
              <a:rPr lang="en-US" sz="1200" b="0" i="0" u="none" strike="noStrike" dirty="0" err="1">
                <a:solidFill>
                  <a:schemeClr val="dk1"/>
                </a:solidFill>
              </a:rPr>
              <a:t>vmw-jira.broadcom.net</a:t>
            </a:r>
            <a:r>
              <a:rPr lang="en-US" sz="1200" b="0" i="0" u="none" strike="noStrike" dirty="0">
                <a:solidFill>
                  <a:schemeClr val="dk1"/>
                </a:solidFill>
              </a:rPr>
              <a:t>/browse/VGL-43089</a:t>
            </a:r>
            <a:endParaRPr b="0" dirty="0"/>
          </a:p>
        </p:txBody>
      </p:sp>
      <p:sp>
        <p:nvSpPr>
          <p:cNvPr id="2382" name="Google Shape;2382;p19:notes">
            <a:extLst>
              <a:ext uri="{FF2B5EF4-FFF2-40B4-BE49-F238E27FC236}">
                <a16:creationId xmlns:a16="http://schemas.microsoft.com/office/drawing/2014/main" id="{DA6AAAD7-BD11-AD50-5928-AAB9D6443BB8}"/>
              </a:ext>
            </a:extLst>
          </p:cNvPr>
          <p:cNvSpPr txBox="1">
            <a:spLocks noGrp="1"/>
          </p:cNvSpPr>
          <p:nvPr>
            <p:ph type="sldNum" idx="12"/>
          </p:nvPr>
        </p:nvSpPr>
        <p:spPr>
          <a:xfrm>
            <a:off x="4143587" y="9119474"/>
            <a:ext cx="3169920" cy="480060"/>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163841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3"/>
        <p:cNvGrpSpPr/>
        <p:nvPr/>
      </p:nvGrpSpPr>
      <p:grpSpPr>
        <a:xfrm>
          <a:off x="0" y="0"/>
          <a:ext cx="0" cy="0"/>
          <a:chOff x="0" y="0"/>
          <a:chExt cx="0" cy="0"/>
        </a:xfrm>
      </p:grpSpPr>
      <p:sp>
        <p:nvSpPr>
          <p:cNvPr id="2244" name="Google Shape;2244;p14:notes"/>
          <p:cNvSpPr>
            <a:spLocks noGrp="1" noRot="1" noChangeAspect="1"/>
          </p:cNvSpPr>
          <p:nvPr>
            <p:ph type="sldImg" idx="2"/>
          </p:nvPr>
        </p:nvSpPr>
        <p:spPr>
          <a:xfrm>
            <a:off x="884238" y="639763"/>
            <a:ext cx="5546725" cy="31210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245" name="Google Shape;2245;p14:notes"/>
          <p:cNvSpPr txBox="1">
            <a:spLocks noGrp="1"/>
          </p:cNvSpPr>
          <p:nvPr>
            <p:ph type="body" idx="1"/>
          </p:nvPr>
        </p:nvSpPr>
        <p:spPr>
          <a:xfrm>
            <a:off x="487680" y="4000500"/>
            <a:ext cx="6339840" cy="5120640"/>
          </a:xfrm>
          <a:prstGeom prst="rect">
            <a:avLst/>
          </a:prstGeom>
          <a:noFill/>
          <a:ln>
            <a:noFill/>
          </a:ln>
        </p:spPr>
        <p:txBody>
          <a:bodyPr spcFirstLastPara="1" wrap="square" lIns="0" tIns="0" rIns="0" bIns="0" anchor="t" anchorCtr="0">
            <a:normAutofit lnSpcReduction="10000"/>
          </a:bodyPr>
          <a:lstStyle/>
          <a:p>
            <a:pPr marL="0" marR="0" lvl="0" indent="0" algn="l" rtl="0">
              <a:lnSpc>
                <a:spcPct val="100000"/>
              </a:lnSpc>
              <a:spcBef>
                <a:spcPts val="0"/>
              </a:spcBef>
              <a:spcAft>
                <a:spcPts val="0"/>
              </a:spcAft>
              <a:buClr>
                <a:schemeClr val="dk1"/>
              </a:buClr>
              <a:buSzPts val="1110"/>
              <a:buFont typeface="Arial"/>
              <a:buNone/>
            </a:pPr>
            <a:r>
              <a:rPr lang="en-US" sz="1200" b="1" i="0" u="none" strike="noStrike" dirty="0">
                <a:solidFill>
                  <a:schemeClr val="dk1"/>
                </a:solidFill>
                <a:latin typeface="+mn-lt"/>
              </a:rPr>
              <a:t>Key Message: </a:t>
            </a:r>
          </a:p>
          <a:p>
            <a:pPr marL="0" marR="0" lvl="0" indent="0" algn="l" rtl="0">
              <a:lnSpc>
                <a:spcPct val="100000"/>
              </a:lnSpc>
              <a:spcBef>
                <a:spcPts val="0"/>
              </a:spcBef>
              <a:spcAft>
                <a:spcPts val="0"/>
              </a:spcAft>
              <a:buClr>
                <a:schemeClr val="dk1"/>
              </a:buClr>
              <a:buSzPts val="1110"/>
              <a:buFont typeface="Arial"/>
              <a:buNone/>
            </a:pPr>
            <a:r>
              <a:rPr lang="en-US" sz="1200" b="0" i="0" dirty="0">
                <a:solidFill>
                  <a:schemeClr val="dk1"/>
                </a:solidFill>
                <a:latin typeface="+mn-lt"/>
                <a:ea typeface="Arial"/>
                <a:cs typeface="Arial"/>
                <a:sym typeface="Arial"/>
              </a:rPr>
              <a:t>Topology Aware Scheduler adopts an event-driven, inline update mechanism, resulting in more consistent and balanced NUMA placements. </a:t>
            </a:r>
            <a:endParaRPr lang="en-US" sz="1200" dirty="0">
              <a:latin typeface="+mn-lt"/>
            </a:endParaRPr>
          </a:p>
          <a:p>
            <a:pPr marL="0" lvl="0" indent="0" algn="l" rtl="0">
              <a:spcBef>
                <a:spcPts val="0"/>
              </a:spcBef>
              <a:spcAft>
                <a:spcPts val="0"/>
              </a:spcAft>
              <a:buNone/>
            </a:pPr>
            <a:endParaRPr lang="en-US" sz="1200" dirty="0">
              <a:latin typeface="+mn-lt"/>
            </a:endParaRPr>
          </a:p>
          <a:p>
            <a:pPr marL="0" lvl="0" indent="0" algn="l" rtl="0">
              <a:spcBef>
                <a:spcPts val="0"/>
              </a:spcBef>
              <a:spcAft>
                <a:spcPts val="0"/>
              </a:spcAft>
              <a:buNone/>
            </a:pPr>
            <a:r>
              <a:rPr lang="en-US" sz="1200" b="1" i="0" u="none" strike="noStrike" dirty="0">
                <a:solidFill>
                  <a:schemeClr val="dk1"/>
                </a:solidFill>
                <a:latin typeface="+mn-lt"/>
              </a:rPr>
              <a:t>Talk Track: </a:t>
            </a:r>
          </a:p>
          <a:p>
            <a:pPr marL="0" lvl="0" indent="0" algn="l" rtl="0">
              <a:spcBef>
                <a:spcPts val="0"/>
              </a:spcBef>
              <a:spcAft>
                <a:spcPts val="0"/>
              </a:spcAft>
              <a:buNone/>
            </a:pPr>
            <a:r>
              <a:rPr lang="en-US" sz="1200" b="0" i="0" u="none" strike="noStrike" dirty="0">
                <a:solidFill>
                  <a:schemeClr val="dk1"/>
                </a:solidFill>
                <a:latin typeface="+mn-lt"/>
              </a:rPr>
              <a:t>NUMA (Non-uniform Memory Access) architecture is used to improve scalability and performance of servers equipped with multiple CPU sockets. The scheduler is an ESX kernel component responsible for managing placement and load balancing of virtual machines (VMs) across NUMA nodes, to minimize memory access latencies and to improve CPU and memory resources utilization by the workloads running in the VMs. </a:t>
            </a:r>
          </a:p>
          <a:p>
            <a:pPr marL="0" lvl="0" indent="0" algn="l" rtl="0">
              <a:spcBef>
                <a:spcPts val="0"/>
              </a:spcBef>
              <a:spcAft>
                <a:spcPts val="0"/>
              </a:spcAft>
              <a:buNone/>
            </a:pPr>
            <a:endParaRPr lang="en-US" sz="1200" b="0" i="0" u="none" strike="noStrike" dirty="0">
              <a:solidFill>
                <a:schemeClr val="dk1"/>
              </a:solidFill>
              <a:latin typeface="+mn-lt"/>
            </a:endParaRPr>
          </a:p>
          <a:p>
            <a:pPr marL="0" lvl="0" indent="0" algn="l" rtl="0">
              <a:spcBef>
                <a:spcPts val="0"/>
              </a:spcBef>
              <a:spcAft>
                <a:spcPts val="0"/>
              </a:spcAft>
              <a:buNone/>
            </a:pPr>
            <a:r>
              <a:rPr lang="en-US" dirty="0"/>
              <a:t>Topology Aware Scheduler:</a:t>
            </a:r>
            <a:endParaRPr lang="en-US" sz="1200" dirty="0">
              <a:latin typeface="+mn-lt"/>
            </a:endParaRPr>
          </a:p>
          <a:p>
            <a:pPr marL="171450" lvl="0" indent="-171450" algn="l" rtl="0">
              <a:spcBef>
                <a:spcPts val="0"/>
              </a:spcBef>
              <a:spcAft>
                <a:spcPts val="0"/>
              </a:spcAft>
              <a:buFont typeface="Arial" panose="020B0604020202020204" pitchFamily="34" charset="0"/>
              <a:buChar char="•"/>
            </a:pPr>
            <a:r>
              <a:rPr lang="en-US" sz="1200" dirty="0">
                <a:latin typeface="+mn-lt"/>
              </a:rPr>
              <a:t>Optimized for new generation of high-density processors from different vendors</a:t>
            </a:r>
          </a:p>
          <a:p>
            <a:pPr marL="0" lvl="0" indent="0" algn="l" rtl="0">
              <a:spcBef>
                <a:spcPts val="0"/>
              </a:spcBef>
              <a:spcAft>
                <a:spcPts val="0"/>
              </a:spcAft>
              <a:buNone/>
            </a:pPr>
            <a:endParaRPr lang="en-US" sz="1200" dirty="0">
              <a:latin typeface="+mn-lt"/>
            </a:endParaRPr>
          </a:p>
          <a:p>
            <a:pPr marL="171450" lvl="0" indent="-171450" algn="l" rtl="0">
              <a:spcBef>
                <a:spcPts val="0"/>
              </a:spcBef>
              <a:spcAft>
                <a:spcPts val="0"/>
              </a:spcAft>
              <a:buClr>
                <a:schemeClr val="dk1"/>
              </a:buClr>
              <a:buSzPts val="1110"/>
              <a:buFont typeface="Arial"/>
              <a:buChar char="•"/>
            </a:pPr>
            <a:r>
              <a:rPr lang="en-US" sz="1200" b="0" i="0" dirty="0">
                <a:solidFill>
                  <a:schemeClr val="dk1"/>
                </a:solidFill>
                <a:latin typeface="+mn-lt"/>
                <a:ea typeface="Arial"/>
                <a:cs typeface="Arial"/>
                <a:sym typeface="Arial"/>
              </a:rPr>
              <a:t>Improved CPU and memory goodness model: </a:t>
            </a:r>
          </a:p>
          <a:p>
            <a:pPr marL="457200" marR="0" lvl="1" indent="0" algn="l" defTabSz="914400" rtl="0" eaLnBrk="1" fontAlgn="auto" latinLnBrk="0" hangingPunct="1">
              <a:lnSpc>
                <a:spcPct val="100000"/>
              </a:lnSpc>
              <a:spcBef>
                <a:spcPts val="0"/>
              </a:spcBef>
              <a:spcAft>
                <a:spcPts val="0"/>
              </a:spcAft>
              <a:buClr>
                <a:schemeClr val="dk1"/>
              </a:buClr>
              <a:buSzPts val="1110"/>
              <a:buFont typeface="Arial"/>
              <a:buNone/>
              <a:tabLst/>
              <a:defRPr/>
            </a:pPr>
            <a:r>
              <a:rPr lang="en-US" sz="1200" b="0" i="0" dirty="0">
                <a:solidFill>
                  <a:schemeClr val="dk1"/>
                </a:solidFill>
                <a:latin typeface="+mn-lt"/>
                <a:ea typeface="Arial"/>
                <a:cs typeface="Arial"/>
                <a:sym typeface="Arial"/>
              </a:rPr>
              <a:t>The existing scheduler mainly considers the CPU contention (ready time) when making placement decisions. The </a:t>
            </a:r>
            <a:r>
              <a:rPr lang="en-US" dirty="0"/>
              <a:t>Topology Aware Scheduler</a:t>
            </a:r>
          </a:p>
          <a:p>
            <a:pPr marL="457200" lvl="1" indent="0" algn="l" rtl="0">
              <a:spcBef>
                <a:spcPts val="0"/>
              </a:spcBef>
              <a:spcAft>
                <a:spcPts val="0"/>
              </a:spcAft>
              <a:buClr>
                <a:schemeClr val="dk1"/>
              </a:buClr>
              <a:buSzPts val="1110"/>
              <a:buFont typeface="Arial"/>
              <a:buNone/>
            </a:pPr>
            <a:r>
              <a:rPr lang="en-US" sz="1200" b="0" i="0" dirty="0">
                <a:solidFill>
                  <a:schemeClr val="dk1"/>
                </a:solidFill>
                <a:latin typeface="+mn-lt"/>
                <a:ea typeface="Arial"/>
                <a:cs typeface="Arial"/>
                <a:sym typeface="Arial"/>
              </a:rPr>
              <a:t>not only considers the CPU contention, but also the cache and memory bandwidth contention. </a:t>
            </a:r>
            <a:endParaRPr lang="en-US" sz="1200" dirty="0">
              <a:latin typeface="+mn-lt"/>
            </a:endParaRPr>
          </a:p>
          <a:p>
            <a:pPr marL="0" lvl="0" indent="0" algn="l" rtl="0">
              <a:spcBef>
                <a:spcPts val="0"/>
              </a:spcBef>
              <a:spcAft>
                <a:spcPts val="0"/>
              </a:spcAft>
              <a:buNone/>
            </a:pPr>
            <a:endParaRPr lang="en-US" sz="1200" b="0" i="0" dirty="0">
              <a:solidFill>
                <a:schemeClr val="dk1"/>
              </a:solidFill>
              <a:latin typeface="+mn-lt"/>
              <a:ea typeface="Arial"/>
              <a:cs typeface="Arial"/>
              <a:sym typeface="Arial"/>
            </a:endParaRPr>
          </a:p>
          <a:p>
            <a:pPr marL="171450" lvl="0" indent="-171450" algn="l" rtl="0">
              <a:spcBef>
                <a:spcPts val="0"/>
              </a:spcBef>
              <a:spcAft>
                <a:spcPts val="0"/>
              </a:spcAft>
              <a:buClr>
                <a:schemeClr val="dk1"/>
              </a:buClr>
              <a:buSzPts val="1110"/>
              <a:buFont typeface="Arial"/>
              <a:buChar char="•"/>
            </a:pPr>
            <a:r>
              <a:rPr lang="en-US" sz="1200" b="0" i="0" dirty="0">
                <a:solidFill>
                  <a:schemeClr val="dk1"/>
                </a:solidFill>
                <a:latin typeface="+mn-lt"/>
                <a:ea typeface="Arial"/>
                <a:cs typeface="Arial"/>
                <a:sym typeface="Arial"/>
              </a:rPr>
              <a:t>Improved cost-benefit filtering and thrashing avoidance algorithm</a:t>
            </a:r>
            <a:endParaRPr lang="en-US" sz="1200" dirty="0">
              <a:latin typeface="+mn-lt"/>
            </a:endParaRPr>
          </a:p>
          <a:p>
            <a:pPr marL="0" lvl="0" indent="0" algn="l" rtl="0">
              <a:spcBef>
                <a:spcPts val="0"/>
              </a:spcBef>
              <a:spcAft>
                <a:spcPts val="0"/>
              </a:spcAft>
              <a:buNone/>
            </a:pPr>
            <a:endParaRPr lang="en-US" sz="1200" b="0" i="0" dirty="0">
              <a:solidFill>
                <a:schemeClr val="dk1"/>
              </a:solidFill>
              <a:latin typeface="+mn-lt"/>
              <a:ea typeface="Arial"/>
              <a:cs typeface="Arial"/>
              <a:sym typeface="Arial"/>
            </a:endParaRPr>
          </a:p>
          <a:p>
            <a:pPr marL="171450" lvl="0" indent="-171450" algn="l" rtl="0">
              <a:spcBef>
                <a:spcPts val="0"/>
              </a:spcBef>
              <a:spcAft>
                <a:spcPts val="0"/>
              </a:spcAft>
              <a:buClr>
                <a:schemeClr val="dk1"/>
              </a:buClr>
              <a:buSzPts val="1110"/>
              <a:buFont typeface="Arial"/>
              <a:buChar char="•"/>
            </a:pPr>
            <a:r>
              <a:rPr lang="en-US" sz="1200" b="0" i="0" dirty="0">
                <a:solidFill>
                  <a:schemeClr val="dk1"/>
                </a:solidFill>
                <a:latin typeface="+mn-lt"/>
                <a:ea typeface="Arial"/>
                <a:cs typeface="Arial"/>
                <a:sym typeface="Arial"/>
              </a:rPr>
              <a:t>Improved wide-VM support: </a:t>
            </a:r>
          </a:p>
          <a:p>
            <a:pPr marL="457200" lvl="1" indent="0" algn="l" rtl="0">
              <a:spcBef>
                <a:spcPts val="0"/>
              </a:spcBef>
              <a:spcAft>
                <a:spcPts val="0"/>
              </a:spcAft>
              <a:buClr>
                <a:schemeClr val="dk1"/>
              </a:buClr>
              <a:buSzPts val="1110"/>
              <a:buFont typeface="Arial"/>
              <a:buNone/>
            </a:pPr>
            <a:r>
              <a:rPr lang="en-US" sz="1200" b="0" i="0" dirty="0">
                <a:solidFill>
                  <a:schemeClr val="dk1"/>
                </a:solidFill>
                <a:latin typeface="+mn-lt"/>
                <a:ea typeface="Arial"/>
                <a:cs typeface="Arial"/>
                <a:sym typeface="Arial"/>
              </a:rPr>
              <a:t>For systems with asymmetric NUMA topology, where the distance between some node pairs is significantly higher than others, </a:t>
            </a:r>
            <a:r>
              <a:rPr lang="en-US" dirty="0"/>
              <a:t>Topology Aware Scheduler </a:t>
            </a:r>
            <a:r>
              <a:rPr lang="en-US" sz="1200" b="0" i="0" dirty="0">
                <a:solidFill>
                  <a:schemeClr val="dk1"/>
                </a:solidFill>
                <a:latin typeface="+mn-lt"/>
                <a:ea typeface="Arial"/>
                <a:cs typeface="Arial"/>
                <a:sym typeface="Arial"/>
              </a:rPr>
              <a:t>can place sibling NUMA clients of the same VM on a subset of nodes that are closer to each other.</a:t>
            </a:r>
            <a:endParaRPr lang="en-US" sz="1200" dirty="0">
              <a:latin typeface="+mn-lt"/>
            </a:endParaRPr>
          </a:p>
          <a:p>
            <a:pPr marL="0" lvl="0" indent="0" algn="l" rtl="0">
              <a:spcBef>
                <a:spcPts val="0"/>
              </a:spcBef>
              <a:spcAft>
                <a:spcPts val="0"/>
              </a:spcAft>
              <a:buNone/>
            </a:pPr>
            <a:endParaRPr lang="en-US" sz="1200" b="1" i="0" dirty="0">
              <a:solidFill>
                <a:schemeClr val="dk1"/>
              </a:solidFill>
              <a:latin typeface="+mn-lt"/>
              <a:ea typeface="Arial"/>
              <a:cs typeface="Arial"/>
              <a:sym typeface="Arial"/>
            </a:endParaRPr>
          </a:p>
          <a:p>
            <a:pPr marL="0" lvl="0" indent="0" algn="l" rtl="0">
              <a:spcBef>
                <a:spcPts val="0"/>
              </a:spcBef>
              <a:spcAft>
                <a:spcPts val="0"/>
              </a:spcAft>
              <a:buNone/>
            </a:pPr>
            <a:r>
              <a:rPr lang="en-US" sz="1200" b="1" i="0" dirty="0">
                <a:solidFill>
                  <a:schemeClr val="dk1"/>
                </a:solidFill>
                <a:latin typeface="+mn-lt"/>
                <a:ea typeface="Arial"/>
                <a:cs typeface="Arial"/>
                <a:sym typeface="Arial"/>
              </a:rPr>
              <a:t>Notes:</a:t>
            </a:r>
            <a:br>
              <a:rPr lang="en-US" sz="1200" b="0" i="0" dirty="0">
                <a:solidFill>
                  <a:schemeClr val="dk1"/>
                </a:solidFill>
                <a:latin typeface="+mn-lt"/>
                <a:ea typeface="Arial"/>
                <a:cs typeface="Arial"/>
                <a:sym typeface="Arial"/>
              </a:rPr>
            </a:br>
            <a:endParaRPr lang="en-US" sz="1200" b="0" i="0" dirty="0">
              <a:solidFill>
                <a:schemeClr val="dk1"/>
              </a:solidFill>
              <a:latin typeface="+mn-lt"/>
              <a:ea typeface="Arial"/>
              <a:cs typeface="Arial"/>
              <a:sym typeface="Arial"/>
            </a:endParaRPr>
          </a:p>
          <a:p>
            <a:pPr marL="0" lvl="0" indent="0" algn="l" rtl="0">
              <a:lnSpc>
                <a:spcPct val="80000"/>
              </a:lnSpc>
              <a:spcBef>
                <a:spcPts val="0"/>
              </a:spcBef>
              <a:spcAft>
                <a:spcPts val="0"/>
              </a:spcAft>
              <a:buNone/>
            </a:pPr>
            <a:r>
              <a:rPr lang="en-US" sz="1200" b="1"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rPr>
              <a:t>References:</a:t>
            </a:r>
          </a:p>
          <a:p>
            <a:pPr marL="0" lvl="0" indent="0" algn="l" rtl="0">
              <a:spcBef>
                <a:spcPts val="0"/>
              </a:spcBef>
              <a:spcAft>
                <a:spcPts val="0"/>
              </a:spcAft>
              <a:buNone/>
            </a:pPr>
            <a:r>
              <a:rPr lang="en-US" sz="1200" b="0" i="0" dirty="0">
                <a:solidFill>
                  <a:schemeClr val="dk1"/>
                </a:solidFill>
                <a:latin typeface="+mn-lt"/>
                <a:ea typeface="Arial"/>
                <a:cs typeface="Arial"/>
                <a:sym typeface="Arial"/>
              </a:rPr>
              <a:t>https://</a:t>
            </a:r>
            <a:r>
              <a:rPr lang="en-US" sz="1200" b="0" i="0" dirty="0" err="1">
                <a:solidFill>
                  <a:schemeClr val="dk1"/>
                </a:solidFill>
                <a:latin typeface="+mn-lt"/>
                <a:ea typeface="Arial"/>
                <a:cs typeface="Arial"/>
                <a:sym typeface="Arial"/>
              </a:rPr>
              <a:t>vmw-confluence.broadcom.net</a:t>
            </a:r>
            <a:r>
              <a:rPr lang="en-US" sz="1200" b="0" i="0" dirty="0">
                <a:solidFill>
                  <a:schemeClr val="dk1"/>
                </a:solidFill>
                <a:latin typeface="+mn-lt"/>
                <a:ea typeface="Arial"/>
                <a:cs typeface="Arial"/>
                <a:sym typeface="Arial"/>
              </a:rPr>
              <a:t>/spaces/ERTS/pages/2289868811/</a:t>
            </a:r>
            <a:r>
              <a:rPr lang="en-US" sz="1200" b="0" i="0" dirty="0" err="1">
                <a:solidFill>
                  <a:schemeClr val="dk1"/>
                </a:solidFill>
                <a:latin typeface="+mn-lt"/>
                <a:ea typeface="Arial"/>
                <a:cs typeface="Arial"/>
                <a:sym typeface="Arial"/>
              </a:rPr>
              <a:t>Test+Summary</a:t>
            </a:r>
            <a:endParaRPr lang="en-US" sz="1200" b="0" i="0" u="none" strike="noStrike" dirty="0">
              <a:solidFill>
                <a:schemeClr val="dk1"/>
              </a:solidFill>
              <a:latin typeface="+mn-lt"/>
              <a:ea typeface="Arial" panose="020B0604020202020204" pitchFamily="34" charset="0"/>
              <a:cs typeface="Arial" panose="020B0604020202020204" pitchFamily="34" charset="0"/>
              <a:sym typeface="Arial" panose="020B0604020202020204" pitchFamily="34" charset="0"/>
            </a:endParaRPr>
          </a:p>
        </p:txBody>
      </p:sp>
      <p:sp>
        <p:nvSpPr>
          <p:cNvPr id="2246" name="Google Shape;2246;p14:notes"/>
          <p:cNvSpPr txBox="1">
            <a:spLocks noGrp="1"/>
          </p:cNvSpPr>
          <p:nvPr>
            <p:ph type="sldNum" idx="12"/>
          </p:nvPr>
        </p:nvSpPr>
        <p:spPr>
          <a:xfrm>
            <a:off x="4143587" y="9119474"/>
            <a:ext cx="3169920" cy="480060"/>
          </a:xfrm>
          <a:prstGeom prst="rect">
            <a:avLst/>
          </a:prstGeom>
          <a:noFill/>
          <a:ln>
            <a:noFill/>
          </a:ln>
        </p:spPr>
        <p:txBody>
          <a:bodyPr spcFirstLastPara="1" wrap="square" lIns="96650" tIns="48325" rIns="96650" bIns="48325"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fontScale="92500" lnSpcReduction="20000"/>
          </a:bodyPr>
          <a:lstStyle/>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Key Message:</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Multi-Vendor AI Platform Readiness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Talk Track:</a:t>
            </a:r>
            <a:endParaRPr lang="en-US" sz="1200" b="1"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AMD GPU</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By integrating support for the AMD Instinc MI350 series into VMware Cloud Foundation (VCF) 9.1, we are providing customers with true architectural flexibility to choose the desired GPU to run on VCF. By supporting AMD MI350 GPUs, VCF 9.1 isn't just adding a line to a compatibility matrix, it is delivering virtualization capabilities to AMD GPUs.</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Enhanced Direct Path I/O</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We aren’t just "passing through" hardware; we are virtualizing it. This allows for better resource utilization and the ability to perform maintenance and scaling operations without tearing down your AI workload. The support of AMD MI350 GPUs in VCF 9.1 includes a lot of virtualization benefits you’ve come to love such as Stun-based operations and Fast Suspend Resume operations. Some of those benefits include features such as:</a:t>
            </a:r>
          </a:p>
          <a:p>
            <a:pPr marL="628650" marR="0" lvl="1"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Storage vMotion </a:t>
            </a:r>
          </a:p>
          <a:p>
            <a:pPr marL="628650" marR="0" lvl="1"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Snapshots (including Memory Snapshots)</a:t>
            </a:r>
          </a:p>
          <a:p>
            <a:pPr marL="628650" marR="0" lvl="1"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Disk reconfiguration operations</a:t>
            </a:r>
          </a:p>
          <a:p>
            <a:pPr marL="628650" marR="0" lvl="1"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Hot adding &amp; removing any virtual device (Memory, vCPU, etc.)</a:t>
            </a:r>
          </a:p>
          <a:p>
            <a:pPr marL="628650" marR="0" lvl="1"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ESX Live Patch – Ability to patch ESX hosts without a reboot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IOMMU:</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ESX 9.1 expands its capabilities by introducing IOMMU virtualization support for AMD hosts. With this new feature, when </a:t>
            </a:r>
            <a:r>
              <a:rPr lang="en-US" sz="1200" b="0" dirty="0" err="1">
                <a:solidFill>
                  <a:schemeClr val="dk1"/>
                </a:solidFill>
                <a:ea typeface="Arial" panose="020B0604020202020204" pitchFamily="34" charset="0"/>
                <a:cs typeface="Arial" panose="020B0604020202020204" pitchFamily="34" charset="0"/>
                <a:sym typeface="Arial" panose="020B0604020202020204" pitchFamily="34" charset="0"/>
              </a:rPr>
              <a:t>vIOMMU</a:t>
            </a: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 is enabled, users can now leverage PCI passthrough devices on AMD-based systems, enhancing performance and direct hardware access for virtual machines.</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Prior to VCF 9.1 when </a:t>
            </a:r>
            <a:r>
              <a:rPr lang="en-US" sz="1200" b="0" dirty="0" err="1">
                <a:solidFill>
                  <a:schemeClr val="dk1"/>
                </a:solidFill>
                <a:ea typeface="Arial" panose="020B0604020202020204" pitchFamily="34" charset="0"/>
                <a:cs typeface="Arial" panose="020B0604020202020204" pitchFamily="34" charset="0"/>
                <a:sym typeface="Arial" panose="020B0604020202020204" pitchFamily="34" charset="0"/>
              </a:rPr>
              <a:t>vIOMMU</a:t>
            </a: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 (Virtual I/O Memory Management Unit) was enabled on AMD hosts, user could not add FPT (Fixed Passthrough) devices.</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AMD </a:t>
            </a:r>
            <a:r>
              <a:rPr lang="en-US" sz="1200" b="0" dirty="0" err="1">
                <a:solidFill>
                  <a:schemeClr val="dk1"/>
                </a:solidFill>
                <a:ea typeface="Arial" panose="020B0604020202020204" pitchFamily="34" charset="0"/>
                <a:cs typeface="Arial" panose="020B0604020202020204" pitchFamily="34" charset="0"/>
                <a:sym typeface="Arial" panose="020B0604020202020204" pitchFamily="34" charset="0"/>
              </a:rPr>
              <a:t>vIOMMU</a:t>
            </a: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 (Virtual I/O Memory Management Unit) is a hardware-assisted technology enabling secure, high-performance direct memory access (DMA) for virtual machines by allowing guests to directly access MMIO registers.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Notes:</a:t>
            </a: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References:</a:t>
            </a:r>
            <a:endParaRPr lang="en-US" sz="1200" dirty="0"/>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27</a:t>
            </a:fld>
            <a:endParaRPr lang="en-US" dirty="0"/>
          </a:p>
        </p:txBody>
      </p:sp>
    </p:spTree>
    <p:extLst>
      <p:ext uri="{BB962C8B-B14F-4D97-AF65-F5344CB8AC3E}">
        <p14:creationId xmlns:p14="http://schemas.microsoft.com/office/powerpoint/2010/main" val="14262308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lnSpcReduction="10000"/>
          </a:bodyPr>
          <a:lstStyle/>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Key Message:</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Multi-Vendor AI Platform Readiness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Talk Track:</a:t>
            </a:r>
            <a:endParaRPr lang="en-US" sz="1200" b="1"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Hardware Accelerated NICs</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Flow Processing Offload (FPO) and HW Steering maximize data center efficiency by moving complex network rule processing from the CPU directly onto NVIDIA hardware. This shift enables wire-speed performance and rapid scalability for virtualized environments while freeing up critical CPU resources for actual business applications.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GPU-to-GPU RoCE</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Enhanced </a:t>
            </a:r>
            <a:r>
              <a:rPr lang="en-US" sz="1200" b="0" dirty="0" err="1">
                <a:solidFill>
                  <a:schemeClr val="dk1"/>
                </a:solidFill>
                <a:ea typeface="Arial" panose="020B0604020202020204" pitchFamily="34" charset="0"/>
                <a:cs typeface="Arial" panose="020B0604020202020204" pitchFamily="34" charset="0"/>
                <a:sym typeface="Arial" panose="020B0604020202020204" pitchFamily="34" charset="0"/>
              </a:rPr>
              <a:t>DirectPath</a:t>
            </a: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 I/O allows for direct GPU-to-GPU communication via RDMA over Converged Ethernet (ROCE). Enhanced </a:t>
            </a:r>
            <a:r>
              <a:rPr lang="en-US" sz="1200" b="0" dirty="0" err="1">
                <a:solidFill>
                  <a:schemeClr val="dk1"/>
                </a:solidFill>
                <a:ea typeface="Arial" panose="020B0604020202020204" pitchFamily="34" charset="0"/>
                <a:cs typeface="Arial" panose="020B0604020202020204" pitchFamily="34" charset="0"/>
                <a:sym typeface="Arial" panose="020B0604020202020204" pitchFamily="34" charset="0"/>
              </a:rPr>
              <a:t>DirectPath</a:t>
            </a: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 I/O is for organizations running massive AI workloads or high-speed data processing. It allows them to get near-native hardware performance (required for AI) without sacrificing the management tools that make virtualized data centers easy to run. Supports RDMA over Ethernet, and allows for linking GPUs together across the network. The caveat is that it requires a custom VM driver from the vendor, in this case NVIDIA.</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Improved GPU Consolidation</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An NVIDIA GPU in </a:t>
            </a:r>
            <a:r>
              <a:rPr lang="en-US" sz="1200" b="0" dirty="0" err="1">
                <a:solidFill>
                  <a:schemeClr val="dk1"/>
                </a:solidFill>
                <a:ea typeface="Arial" panose="020B0604020202020204" pitchFamily="34" charset="0"/>
                <a:cs typeface="Arial" panose="020B0604020202020204" pitchFamily="34" charset="0"/>
                <a:sym typeface="Arial" panose="020B0604020202020204" pitchFamily="34" charset="0"/>
              </a:rPr>
              <a:t>vGPU</a:t>
            </a:r>
            <a:r>
              <a:rPr lang="en-US" sz="1200" b="0" dirty="0">
                <a:solidFill>
                  <a:schemeClr val="dk1"/>
                </a:solidFill>
                <a:ea typeface="Arial" panose="020B0604020202020204" pitchFamily="34" charset="0"/>
                <a:cs typeface="Arial" panose="020B0604020202020204" pitchFamily="34" charset="0"/>
                <a:sym typeface="Arial" panose="020B0604020202020204" pitchFamily="34" charset="0"/>
              </a:rPr>
              <a:t> mode can be configured for Time Slicing or MIG mode to share its resources across many VMs.  Prior to VCF 9.1, a GPU can be configured in either of these modes, but NOW in VCF 9.1 you can configure an NVIDIA B40 GPU with both modes to share resources even more efficiently, improving consolidation by up to 50%.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Notes:</a:t>
            </a: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References:</a:t>
            </a:r>
            <a:endParaRPr lang="en-US" sz="1200" dirty="0"/>
          </a:p>
          <a:p>
            <a:endParaRPr lang="en-US" dirty="0"/>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28</a:t>
            </a:fld>
            <a:endParaRPr lang="en-US" dirty="0"/>
          </a:p>
        </p:txBody>
      </p:sp>
    </p:spTree>
    <p:extLst>
      <p:ext uri="{BB962C8B-B14F-4D97-AF65-F5344CB8AC3E}">
        <p14:creationId xmlns:p14="http://schemas.microsoft.com/office/powerpoint/2010/main" val="26936983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Key Message:</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Talk Track:</a:t>
            </a:r>
            <a:endParaRPr lang="en-US" sz="1200" b="1"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Notes:</a:t>
            </a:r>
            <a:endParaRPr lang="en-US" sz="1200" b="0"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endPar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endParaRPr>
          </a:p>
          <a:p>
            <a:pPr marL="0" lvl="0" indent="0" algn="l" rtl="0">
              <a:lnSpc>
                <a:spcPct val="80000"/>
              </a:lnSpc>
              <a:spcBef>
                <a:spcPts val="0"/>
              </a:spcBef>
              <a:spcAft>
                <a:spcPts val="0"/>
              </a:spcAft>
              <a:buNone/>
            </a:pPr>
            <a:r>
              <a:rPr lang="en-US" sz="1200" b="1" i="0" u="none" strike="noStrike" dirty="0">
                <a:solidFill>
                  <a:schemeClr val="dk1"/>
                </a:solidFill>
                <a:ea typeface="Arial" panose="020B0604020202020204" pitchFamily="34" charset="0"/>
                <a:cs typeface="Arial" panose="020B0604020202020204" pitchFamily="34" charset="0"/>
                <a:sym typeface="Arial" panose="020B0604020202020204" pitchFamily="34" charset="0"/>
              </a:rPr>
              <a:t>References:</a:t>
            </a:r>
            <a:endParaRPr lang="en-US" sz="1200"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29</a:t>
            </a:fld>
            <a:endParaRPr lang="en-US" dirty="0"/>
          </a:p>
        </p:txBody>
      </p:sp>
    </p:spTree>
    <p:extLst>
      <p:ext uri="{BB962C8B-B14F-4D97-AF65-F5344CB8AC3E}">
        <p14:creationId xmlns:p14="http://schemas.microsoft.com/office/powerpoint/2010/main" val="24794097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7.svg"/><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Leaf">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814E578-7DFB-C273-472E-4EAD46D26ACD}"/>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dirty="0"/>
          </a:p>
        </p:txBody>
      </p:sp>
      <p:sp>
        <p:nvSpPr>
          <p:cNvPr id="2" name="Title click to edit"/>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Green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55" name="Graphic 8">
            <a:extLst>
              <a:ext uri="{FF2B5EF4-FFF2-40B4-BE49-F238E27FC236}">
                <a16:creationId xmlns:a16="http://schemas.microsoft.com/office/drawing/2014/main" id="{BAF838CA-49F3-885B-C026-D4C6B5E51AA9}"/>
              </a:ext>
            </a:extLst>
          </p:cNvPr>
          <p:cNvGrpSpPr/>
          <p:nvPr/>
        </p:nvGrpSpPr>
        <p:grpSpPr>
          <a:xfrm>
            <a:off x="265625" y="6323271"/>
            <a:ext cx="1249223" cy="369648"/>
            <a:chOff x="265625" y="6323271"/>
            <a:chExt cx="1249223" cy="369648"/>
          </a:xfrm>
          <a:solidFill>
            <a:srgbClr val="000000"/>
          </a:solidFill>
        </p:grpSpPr>
        <p:grpSp>
          <p:nvGrpSpPr>
            <p:cNvPr id="56"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131" name="Freeform 130">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132" name="Freeform 131">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133" name="Freeform 132">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134" name="Freeform 133">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135" name="Freeform 134">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36" name="Freeform 135">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137" name="Freeform 136">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138" name="Freeform 137">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139" name="Freeform 138">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40" name="Freeform 139">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57"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58" name="Freeform 57">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1" name="Freeform 60">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30" name="Freeform 129">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3" name="Freeform: Shape 3">
            <a:extLst>
              <a:ext uri="{FF2B5EF4-FFF2-40B4-BE49-F238E27FC236}">
                <a16:creationId xmlns:a16="http://schemas.microsoft.com/office/drawing/2014/main" id="{6814E578-7DFB-C273-472E-4EAD46D26ACD}"/>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dirty="0"/>
          </a:p>
        </p:txBody>
      </p:sp>
      <p:sp>
        <p:nvSpPr>
          <p:cNvPr id="34" name="Freeform: Shape 4">
            <a:extLst>
              <a:ext uri="{FF2B5EF4-FFF2-40B4-BE49-F238E27FC236}">
                <a16:creationId xmlns:a16="http://schemas.microsoft.com/office/drawing/2014/main" id="{03689AEB-304C-881F-44CE-28E14E31AD6E}"/>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4"/>
              </a:gs>
            </a:gsLst>
            <a:lin ang="0" scaled="1"/>
          </a:gradFill>
          <a:ln w="0" cap="flat">
            <a:noFill/>
            <a:prstDash val="solid"/>
            <a:miter/>
          </a:ln>
          <a:effectLst/>
        </p:spPr>
        <p:txBody>
          <a:bodyPr rtlCol="0" anchor="ctr"/>
          <a:lstStyle/>
          <a:p>
            <a:endParaRPr lang="en-US" dirty="0"/>
          </a:p>
        </p:txBody>
      </p:sp>
      <p:grpSp>
        <p:nvGrpSpPr>
          <p:cNvPr id="37" name="Graphic 8">
            <a:extLst>
              <a:ext uri="{FF2B5EF4-FFF2-40B4-BE49-F238E27FC236}">
                <a16:creationId xmlns:a16="http://schemas.microsoft.com/office/drawing/2014/main" id="{BAF838CA-49F3-885B-C026-D4C6B5E51AA9}"/>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 name="TextBox 5">
            <a:extLst>
              <a:ext uri="{FF2B5EF4-FFF2-40B4-BE49-F238E27FC236}">
                <a16:creationId xmlns:a16="http://schemas.microsoft.com/office/drawing/2014/main" id="{E6F05D4E-954E-5EA3-A012-EBA68A5DEAED}"/>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4230081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Leaf with Circl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29C5D994-E647-E15F-5855-615355B1458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4" name="Freeform: Shape 3">
            <a:extLst>
              <a:ext uri="{FF2B5EF4-FFF2-40B4-BE49-F238E27FC236}">
                <a16:creationId xmlns:a16="http://schemas.microsoft.com/office/drawing/2014/main" id="{6814E578-7DFB-C273-472E-4EAD46D26ACD}"/>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03689AEB-304C-881F-44CE-28E14E31AD6E}"/>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4"/>
              </a:gs>
            </a:gsLst>
            <a:lin ang="0" scaled="1"/>
          </a:gradFill>
          <a:ln w="0" cap="flat">
            <a:noFill/>
            <a:prstDash val="solid"/>
            <a:miter/>
          </a:ln>
        </p:spPr>
        <p:txBody>
          <a:bodyPr rtlCol="0" anchor="ctr"/>
          <a:lstStyle/>
          <a:p>
            <a:endParaRPr lang="en-US"/>
          </a:p>
        </p:txBody>
      </p:sp>
      <p:sp>
        <p:nvSpPr>
          <p:cNvPr id="2" name="Title click to edit"/>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Green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55" name="Graphic 8">
            <a:extLst>
              <a:ext uri="{FF2B5EF4-FFF2-40B4-BE49-F238E27FC236}">
                <a16:creationId xmlns:a16="http://schemas.microsoft.com/office/drawing/2014/main" id="{BAF838CA-49F3-885B-C026-D4C6B5E51AA9}"/>
              </a:ext>
            </a:extLst>
          </p:cNvPr>
          <p:cNvGrpSpPr/>
          <p:nvPr userDrawn="1"/>
        </p:nvGrpSpPr>
        <p:grpSpPr>
          <a:xfrm>
            <a:off x="265625" y="6323271"/>
            <a:ext cx="1249223" cy="369648"/>
            <a:chOff x="265625" y="6323271"/>
            <a:chExt cx="1249223" cy="369648"/>
          </a:xfrm>
          <a:solidFill>
            <a:srgbClr val="000000"/>
          </a:solidFill>
        </p:grpSpPr>
        <p:grpSp>
          <p:nvGrpSpPr>
            <p:cNvPr id="56"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131" name="Freeform 130">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132" name="Freeform 131">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133" name="Freeform 132">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134" name="Freeform 133">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135" name="Freeform 134">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36" name="Freeform 135">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137" name="Freeform 136">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138" name="Freeform 137">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139" name="Freeform 138">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40" name="Freeform 139">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57"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58" name="Freeform 57">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30" name="Freeform 129">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8" name="Oval 7">
            <a:extLst>
              <a:ext uri="{FF2B5EF4-FFF2-40B4-BE49-F238E27FC236}">
                <a16:creationId xmlns:a16="http://schemas.microsoft.com/office/drawing/2014/main" id="{9E091982-7055-D398-D730-EADC38C8FE42}"/>
              </a:ext>
            </a:extLst>
          </p:cNvPr>
          <p:cNvSpPr/>
          <p:nvPr userDrawn="1"/>
        </p:nvSpPr>
        <p:spPr>
          <a:xfrm>
            <a:off x="1635271" y="1308100"/>
            <a:ext cx="4241798" cy="4241794"/>
          </a:xfrm>
          <a:prstGeom prst="ellipse">
            <a:avLst/>
          </a:prstGeom>
          <a:solidFill>
            <a:schemeClr val="bg1">
              <a:alpha val="25000"/>
            </a:schemeClr>
          </a:solidFill>
          <a:ln w="349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9" name="Oval 8">
            <a:extLst>
              <a:ext uri="{FF2B5EF4-FFF2-40B4-BE49-F238E27FC236}">
                <a16:creationId xmlns:a16="http://schemas.microsoft.com/office/drawing/2014/main" id="{C3FF71C5-1781-D09E-0CDD-BC5E72D6D23F}"/>
              </a:ext>
            </a:extLst>
          </p:cNvPr>
          <p:cNvSpPr/>
          <p:nvPr userDrawn="1"/>
        </p:nvSpPr>
        <p:spPr>
          <a:xfrm rot="13500000">
            <a:off x="1954577" y="1627406"/>
            <a:ext cx="3603186" cy="3603182"/>
          </a:xfrm>
          <a:prstGeom prst="ellipse">
            <a:avLst/>
          </a:prstGeom>
          <a:solidFill>
            <a:schemeClr val="bg1"/>
          </a:solidFill>
          <a:ln w="69850">
            <a:gradFill>
              <a:gsLst>
                <a:gs pos="0">
                  <a:schemeClr val="accent3"/>
                </a:gs>
                <a:gs pos="68000">
                  <a:schemeClr val="accent4"/>
                </a:gs>
                <a:gs pos="100000">
                  <a:schemeClr val="accent4"/>
                </a:gs>
                <a:gs pos="33000">
                  <a:schemeClr val="accent3"/>
                </a:gs>
              </a:gsLst>
              <a:lin ang="2700000" scaled="0"/>
            </a:gra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065070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4="http://schemas.microsoft.com/office/drawing/2010/main" xmlns:a16="http://schemas.microsoft.com/office/drawing/2014/main">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Aqua">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007DB4E-DF1B-4B7A-6FC4-46981281D8D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12" name="Freeform: Shape 11">
            <a:extLst>
              <a:ext uri="{FF2B5EF4-FFF2-40B4-BE49-F238E27FC236}">
                <a16:creationId xmlns:a16="http://schemas.microsoft.com/office/drawing/2014/main" id="{A93B8B11-A691-8250-9E87-65BB5A241D07}"/>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16000">
                <a:schemeClr val="accent2"/>
              </a:gs>
              <a:gs pos="90000">
                <a:schemeClr val="accent3"/>
              </a:gs>
            </a:gsLst>
            <a:lin ang="19200000" scaled="0"/>
            <a:tileRect/>
          </a:gradFill>
          <a:ln w="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F3963894-AB1A-DA1F-BF82-7542D160FA67}"/>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3" name="Click to edit Speaker Name ">
            <a:extLst>
              <a:ext uri="{FF2B5EF4-FFF2-40B4-BE49-F238E27FC236}">
                <a16:creationId xmlns:a16="http://schemas.microsoft.com/office/drawing/2014/main" id="{BE8CF301-A89D-F446-8E25-48C52B357C1E}"/>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4" name="Click to edit role">
            <a:extLst>
              <a:ext uri="{FF2B5EF4-FFF2-40B4-BE49-F238E27FC236}">
                <a16:creationId xmlns:a16="http://schemas.microsoft.com/office/drawing/2014/main" id="{A6793BDF-BE4B-0441-BDFD-DE9B2F59D3D0}"/>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DF9375A3-70DB-2E43-AFE1-9357176168C4}"/>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D1A5F4CE-EB72-C266-1B3B-9C54BD2303E1}"/>
              </a:ext>
            </a:extLst>
          </p:cNvPr>
          <p:cNvGrpSpPr/>
          <p:nvPr/>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itle click to edit">
            <a:extLst>
              <a:ext uri="{FF2B5EF4-FFF2-40B4-BE49-F238E27FC236}">
                <a16:creationId xmlns:a16="http://schemas.microsoft.com/office/drawing/2014/main" id="{3D2AD2AB-2D36-6FA3-D90D-BBA20ECE200F}"/>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Blue Theme</a:t>
            </a:r>
          </a:p>
        </p:txBody>
      </p:sp>
      <p:sp>
        <p:nvSpPr>
          <p:cNvPr id="4" name="Subtitle click to edit">
            <a:extLst>
              <a:ext uri="{FF2B5EF4-FFF2-40B4-BE49-F238E27FC236}">
                <a16:creationId xmlns:a16="http://schemas.microsoft.com/office/drawing/2014/main" id="{CC0EBB9D-D839-7841-ED94-78F86A22AB93}"/>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35" name="Freeform: Shape 14">
            <a:extLst>
              <a:ext uri="{FF2B5EF4-FFF2-40B4-BE49-F238E27FC236}">
                <a16:creationId xmlns:a16="http://schemas.microsoft.com/office/drawing/2014/main" id="{F3963894-AB1A-DA1F-BF82-7542D160FA67}"/>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grpSp>
        <p:nvGrpSpPr>
          <p:cNvPr id="38" name="Graphic 8">
            <a:extLst>
              <a:ext uri="{FF2B5EF4-FFF2-40B4-BE49-F238E27FC236}">
                <a16:creationId xmlns:a16="http://schemas.microsoft.com/office/drawing/2014/main" id="{D1A5F4CE-EB72-C266-1B3B-9C54BD2303E1}"/>
              </a:ext>
            </a:extLst>
          </p:cNvPr>
          <p:cNvGrpSpPr/>
          <p:nvPr userDrawn="1"/>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41" name="Freeform 4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 name="TextBox 4">
            <a:extLst>
              <a:ext uri="{FF2B5EF4-FFF2-40B4-BE49-F238E27FC236}">
                <a16:creationId xmlns:a16="http://schemas.microsoft.com/office/drawing/2014/main" id="{DAC4568A-0320-BB95-EB37-40F255DCBF74}"/>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66460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4="http://schemas.microsoft.com/office/drawing/2010/main" xmlns:a16="http://schemas.microsoft.com/office/drawing/2014/main">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Aqua with Circl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007DB4E-DF1B-4B7A-6FC4-46981281D8D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12" name="Freeform: Shape 11">
            <a:extLst>
              <a:ext uri="{FF2B5EF4-FFF2-40B4-BE49-F238E27FC236}">
                <a16:creationId xmlns:a16="http://schemas.microsoft.com/office/drawing/2014/main" id="{A93B8B11-A691-8250-9E87-65BB5A241D07}"/>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16000">
                <a:schemeClr val="accent2"/>
              </a:gs>
              <a:gs pos="90000">
                <a:schemeClr val="accent3"/>
              </a:gs>
            </a:gsLst>
            <a:lin ang="19200000" scaled="0"/>
            <a:tileRect/>
          </a:gradFill>
          <a:ln w="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F3963894-AB1A-DA1F-BF82-7542D160FA67}"/>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a:p>
        </p:txBody>
      </p:sp>
      <p:sp>
        <p:nvSpPr>
          <p:cNvPr id="13" name="Click to edit Speaker Name ">
            <a:extLst>
              <a:ext uri="{FF2B5EF4-FFF2-40B4-BE49-F238E27FC236}">
                <a16:creationId xmlns:a16="http://schemas.microsoft.com/office/drawing/2014/main" id="{BE8CF301-A89D-F446-8E25-48C52B357C1E}"/>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4" name="Click to edit role">
            <a:extLst>
              <a:ext uri="{FF2B5EF4-FFF2-40B4-BE49-F238E27FC236}">
                <a16:creationId xmlns:a16="http://schemas.microsoft.com/office/drawing/2014/main" id="{A6793BDF-BE4B-0441-BDFD-DE9B2F59D3D0}"/>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DF9375A3-70DB-2E43-AFE1-9357176168C4}"/>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D1A5F4CE-EB72-C266-1B3B-9C54BD2303E1}"/>
              </a:ext>
            </a:extLst>
          </p:cNvPr>
          <p:cNvGrpSpPr/>
          <p:nvPr userDrawn="1"/>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3" name="Title click to edit">
            <a:extLst>
              <a:ext uri="{FF2B5EF4-FFF2-40B4-BE49-F238E27FC236}">
                <a16:creationId xmlns:a16="http://schemas.microsoft.com/office/drawing/2014/main" id="{3D2AD2AB-2D36-6FA3-D90D-BBA20ECE200F}"/>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Blue Theme</a:t>
            </a:r>
          </a:p>
        </p:txBody>
      </p:sp>
      <p:sp>
        <p:nvSpPr>
          <p:cNvPr id="4" name="Subtitle click to edit">
            <a:extLst>
              <a:ext uri="{FF2B5EF4-FFF2-40B4-BE49-F238E27FC236}">
                <a16:creationId xmlns:a16="http://schemas.microsoft.com/office/drawing/2014/main" id="{CC0EBB9D-D839-7841-ED94-78F86A22AB93}"/>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34" name="Oval 33">
            <a:extLst>
              <a:ext uri="{FF2B5EF4-FFF2-40B4-BE49-F238E27FC236}">
                <a16:creationId xmlns:a16="http://schemas.microsoft.com/office/drawing/2014/main" id="{6235731F-D467-27EF-D54B-724CE1A8D409}"/>
              </a:ext>
            </a:extLst>
          </p:cNvPr>
          <p:cNvSpPr/>
          <p:nvPr userDrawn="1"/>
        </p:nvSpPr>
        <p:spPr>
          <a:xfrm>
            <a:off x="1635271" y="1308100"/>
            <a:ext cx="4241798" cy="4241794"/>
          </a:xfrm>
          <a:prstGeom prst="ellipse">
            <a:avLst/>
          </a:prstGeom>
          <a:solidFill>
            <a:schemeClr val="bg1">
              <a:alpha val="25000"/>
            </a:schemeClr>
          </a:solidFill>
          <a:ln w="349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35" name="Oval 34">
            <a:extLst>
              <a:ext uri="{FF2B5EF4-FFF2-40B4-BE49-F238E27FC236}">
                <a16:creationId xmlns:a16="http://schemas.microsoft.com/office/drawing/2014/main" id="{D95B89AD-05DE-37E6-B009-0E5DE1C3CFEF}"/>
              </a:ext>
            </a:extLst>
          </p:cNvPr>
          <p:cNvSpPr/>
          <p:nvPr userDrawn="1"/>
        </p:nvSpPr>
        <p:spPr>
          <a:xfrm rot="13500000">
            <a:off x="1954577" y="1627406"/>
            <a:ext cx="3603186" cy="3603182"/>
          </a:xfrm>
          <a:prstGeom prst="ellipse">
            <a:avLst/>
          </a:prstGeom>
          <a:solidFill>
            <a:schemeClr val="bg1"/>
          </a:solidFill>
          <a:ln w="69850">
            <a:gradFill>
              <a:gsLst>
                <a:gs pos="0">
                  <a:schemeClr val="accent2"/>
                </a:gs>
                <a:gs pos="68000">
                  <a:schemeClr val="accent3"/>
                </a:gs>
                <a:gs pos="100000">
                  <a:schemeClr val="accent2"/>
                </a:gs>
                <a:gs pos="33000">
                  <a:schemeClr val="accent3"/>
                </a:gs>
              </a:gsLst>
              <a:lin ang="2700000" scaled="0"/>
            </a:gra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060651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4="http://schemas.microsoft.com/office/drawing/2010/main" xmlns:a16="http://schemas.microsoft.com/office/drawing/2014/main">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 Plum">
    <p:spTree>
      <p:nvGrpSpPr>
        <p:cNvPr id="1" name=""/>
        <p:cNvGrpSpPr/>
        <p:nvPr/>
      </p:nvGrpSpPr>
      <p:grpSpPr>
        <a:xfrm>
          <a:off x="0" y="0"/>
          <a:ext cx="0" cy="0"/>
          <a:chOff x="0" y="0"/>
          <a:chExt cx="0" cy="0"/>
        </a:xfrm>
      </p:grpSpPr>
      <p:pic>
        <p:nvPicPr>
          <p:cNvPr id="56" name="Graphic 55">
            <a:extLst>
              <a:ext uri="{FF2B5EF4-FFF2-40B4-BE49-F238E27FC236}">
                <a16:creationId xmlns:a16="http://schemas.microsoft.com/office/drawing/2014/main" id="{CC06A3C2-D9D3-F0BE-4283-65EFB0C4036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42" name="Freeform: Shape 41">
            <a:extLst>
              <a:ext uri="{FF2B5EF4-FFF2-40B4-BE49-F238E27FC236}">
                <a16:creationId xmlns:a16="http://schemas.microsoft.com/office/drawing/2014/main" id="{044BC68A-DC70-D408-944E-73F6554FC359}"/>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45000">
                <a:srgbClr val="4764A1"/>
              </a:gs>
              <a:gs pos="16000">
                <a:schemeClr val="accent5"/>
              </a:gs>
              <a:gs pos="90000">
                <a:schemeClr val="accent3"/>
              </a:gs>
            </a:gsLst>
            <a:lin ang="19200000" scaled="0"/>
            <a:tileRect/>
          </a:gradFill>
          <a:ln w="0" cap="flat">
            <a:noFill/>
            <a:prstDash val="solid"/>
            <a:miter/>
          </a:ln>
        </p:spPr>
        <p:txBody>
          <a:bodyPr rtlCol="0" anchor="ctr"/>
          <a:lstStyle/>
          <a:p>
            <a:endParaRPr lang="en-US" dirty="0"/>
          </a:p>
        </p:txBody>
      </p:sp>
      <p:sp>
        <p:nvSpPr>
          <p:cNvPr id="14" name="Click to edit Speaker Name ">
            <a:extLst>
              <a:ext uri="{FF2B5EF4-FFF2-40B4-BE49-F238E27FC236}">
                <a16:creationId xmlns:a16="http://schemas.microsoft.com/office/drawing/2014/main" id="{179DB1F6-DFFE-5E43-994F-B7DBFB112CAC}"/>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5" name="Click to edit role">
            <a:extLst>
              <a:ext uri="{FF2B5EF4-FFF2-40B4-BE49-F238E27FC236}">
                <a16:creationId xmlns:a16="http://schemas.microsoft.com/office/drawing/2014/main" id="{6C710D35-A62F-6545-8876-C6793E801C8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B7F8A130-4773-4943-B490-D62738C5089B}"/>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4F10736E-6ED5-0C6E-6075-508D9F639A18}"/>
              </a:ext>
            </a:extLst>
          </p:cNvPr>
          <p:cNvGrpSpPr/>
          <p:nvPr/>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itle click to edit">
            <a:extLst>
              <a:ext uri="{FF2B5EF4-FFF2-40B4-BE49-F238E27FC236}">
                <a16:creationId xmlns:a16="http://schemas.microsoft.com/office/drawing/2014/main" id="{7692B9CF-CBD9-8BB1-F230-4EB7B6F8F864}"/>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Purple Theme</a:t>
            </a:r>
          </a:p>
        </p:txBody>
      </p:sp>
      <p:sp>
        <p:nvSpPr>
          <p:cNvPr id="4" name="Subtitle click to edit">
            <a:extLst>
              <a:ext uri="{FF2B5EF4-FFF2-40B4-BE49-F238E27FC236}">
                <a16:creationId xmlns:a16="http://schemas.microsoft.com/office/drawing/2014/main" id="{5D44BD56-856D-6181-240D-ED5454B98CF0}"/>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68" name="Freeform: Shape 67">
            <a:extLst>
              <a:ext uri="{FF2B5EF4-FFF2-40B4-BE49-F238E27FC236}">
                <a16:creationId xmlns:a16="http://schemas.microsoft.com/office/drawing/2014/main" id="{0D16AAF9-608F-69E5-7209-741EB708452B}"/>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dirty="0"/>
          </a:p>
        </p:txBody>
      </p:sp>
      <p:grpSp>
        <p:nvGrpSpPr>
          <p:cNvPr id="37" name="Graphic 8">
            <a:extLst>
              <a:ext uri="{FF2B5EF4-FFF2-40B4-BE49-F238E27FC236}">
                <a16:creationId xmlns:a16="http://schemas.microsoft.com/office/drawing/2014/main" id="{4F10736E-6ED5-0C6E-6075-508D9F639A18}"/>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9" name="Freeform: Shape 67">
            <a:extLst>
              <a:ext uri="{FF2B5EF4-FFF2-40B4-BE49-F238E27FC236}">
                <a16:creationId xmlns:a16="http://schemas.microsoft.com/office/drawing/2014/main" id="{0D16AAF9-608F-69E5-7209-741EB708452B}"/>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dirty="0"/>
          </a:p>
        </p:txBody>
      </p:sp>
      <p:sp>
        <p:nvSpPr>
          <p:cNvPr id="2" name="TextBox 1">
            <a:extLst>
              <a:ext uri="{FF2B5EF4-FFF2-40B4-BE49-F238E27FC236}">
                <a16:creationId xmlns:a16="http://schemas.microsoft.com/office/drawing/2014/main" id="{FA76E0D8-08E5-5C29-F0C2-9A437B893DA8}"/>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3374951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4="http://schemas.microsoft.com/office/drawing/2010/main" xmlns:a16="http://schemas.microsoft.com/office/drawing/2014/main">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 Plum with Circle">
    <p:spTree>
      <p:nvGrpSpPr>
        <p:cNvPr id="1" name=""/>
        <p:cNvGrpSpPr/>
        <p:nvPr/>
      </p:nvGrpSpPr>
      <p:grpSpPr>
        <a:xfrm>
          <a:off x="0" y="0"/>
          <a:ext cx="0" cy="0"/>
          <a:chOff x="0" y="0"/>
          <a:chExt cx="0" cy="0"/>
        </a:xfrm>
      </p:grpSpPr>
      <p:pic>
        <p:nvPicPr>
          <p:cNvPr id="56" name="Graphic 55">
            <a:extLst>
              <a:ext uri="{FF2B5EF4-FFF2-40B4-BE49-F238E27FC236}">
                <a16:creationId xmlns:a16="http://schemas.microsoft.com/office/drawing/2014/main" id="{CC06A3C2-D9D3-F0BE-4283-65EFB0C4036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42" name="Freeform: Shape 41">
            <a:extLst>
              <a:ext uri="{FF2B5EF4-FFF2-40B4-BE49-F238E27FC236}">
                <a16:creationId xmlns:a16="http://schemas.microsoft.com/office/drawing/2014/main" id="{044BC68A-DC70-D408-944E-73F6554FC359}"/>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45000">
                <a:srgbClr val="4764A1"/>
              </a:gs>
              <a:gs pos="16000">
                <a:schemeClr val="accent5"/>
              </a:gs>
              <a:gs pos="90000">
                <a:schemeClr val="accent3"/>
              </a:gs>
            </a:gsLst>
            <a:lin ang="19200000" scaled="0"/>
            <a:tileRect/>
          </a:gradFill>
          <a:ln w="0" cap="flat">
            <a:noFill/>
            <a:prstDash val="solid"/>
            <a:miter/>
          </a:ln>
        </p:spPr>
        <p:txBody>
          <a:bodyPr rtlCol="0" anchor="ctr"/>
          <a:lstStyle/>
          <a:p>
            <a:endParaRPr lang="en-US"/>
          </a:p>
        </p:txBody>
      </p:sp>
      <p:sp>
        <p:nvSpPr>
          <p:cNvPr id="14" name="Click to edit Speaker Name ">
            <a:extLst>
              <a:ext uri="{FF2B5EF4-FFF2-40B4-BE49-F238E27FC236}">
                <a16:creationId xmlns:a16="http://schemas.microsoft.com/office/drawing/2014/main" id="{179DB1F6-DFFE-5E43-994F-B7DBFB112CAC}"/>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5" name="Click to edit role">
            <a:extLst>
              <a:ext uri="{FF2B5EF4-FFF2-40B4-BE49-F238E27FC236}">
                <a16:creationId xmlns:a16="http://schemas.microsoft.com/office/drawing/2014/main" id="{6C710D35-A62F-6545-8876-C6793E801C8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B7F8A130-4773-4943-B490-D62738C5089B}"/>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4F10736E-6ED5-0C6E-6075-508D9F639A18}"/>
              </a:ext>
            </a:extLst>
          </p:cNvPr>
          <p:cNvGrpSpPr/>
          <p:nvPr userDrawn="1"/>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0"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3" name="Title click to edit">
            <a:extLst>
              <a:ext uri="{FF2B5EF4-FFF2-40B4-BE49-F238E27FC236}">
                <a16:creationId xmlns:a16="http://schemas.microsoft.com/office/drawing/2014/main" id="{7692B9CF-CBD9-8BB1-F230-4EB7B6F8F864}"/>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dirty="0"/>
              <a:t>Title Slide – Purple Theme</a:t>
            </a:r>
          </a:p>
        </p:txBody>
      </p:sp>
      <p:sp>
        <p:nvSpPr>
          <p:cNvPr id="4" name="Subtitle click to edit">
            <a:extLst>
              <a:ext uri="{FF2B5EF4-FFF2-40B4-BE49-F238E27FC236}">
                <a16:creationId xmlns:a16="http://schemas.microsoft.com/office/drawing/2014/main" id="{5D44BD56-856D-6181-240D-ED5454B98CF0}"/>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68" name="Freeform: Shape 67">
            <a:extLst>
              <a:ext uri="{FF2B5EF4-FFF2-40B4-BE49-F238E27FC236}">
                <a16:creationId xmlns:a16="http://schemas.microsoft.com/office/drawing/2014/main" id="{0D16AAF9-608F-69E5-7209-741EB708452B}"/>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a:p>
        </p:txBody>
      </p:sp>
      <p:sp>
        <p:nvSpPr>
          <p:cNvPr id="2" name="Oval 1">
            <a:extLst>
              <a:ext uri="{FF2B5EF4-FFF2-40B4-BE49-F238E27FC236}">
                <a16:creationId xmlns:a16="http://schemas.microsoft.com/office/drawing/2014/main" id="{7EEF8CCC-ED0F-770B-FFBE-2EC7788ABA9E}"/>
              </a:ext>
            </a:extLst>
          </p:cNvPr>
          <p:cNvSpPr/>
          <p:nvPr userDrawn="1"/>
        </p:nvSpPr>
        <p:spPr>
          <a:xfrm>
            <a:off x="1635271" y="1308100"/>
            <a:ext cx="4241798" cy="4241794"/>
          </a:xfrm>
          <a:prstGeom prst="ellipse">
            <a:avLst/>
          </a:prstGeom>
          <a:solidFill>
            <a:schemeClr val="bg1">
              <a:alpha val="25000"/>
            </a:schemeClr>
          </a:solidFill>
          <a:ln w="349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5" name="Oval 4">
            <a:extLst>
              <a:ext uri="{FF2B5EF4-FFF2-40B4-BE49-F238E27FC236}">
                <a16:creationId xmlns:a16="http://schemas.microsoft.com/office/drawing/2014/main" id="{119BEB69-CD61-51C2-524B-9F4A73E93B9D}"/>
              </a:ext>
            </a:extLst>
          </p:cNvPr>
          <p:cNvSpPr/>
          <p:nvPr userDrawn="1"/>
        </p:nvSpPr>
        <p:spPr>
          <a:xfrm rot="13500000">
            <a:off x="1954577" y="1627406"/>
            <a:ext cx="3603186" cy="3603182"/>
          </a:xfrm>
          <a:prstGeom prst="ellipse">
            <a:avLst/>
          </a:prstGeom>
          <a:solidFill>
            <a:schemeClr val="bg1"/>
          </a:solidFill>
          <a:ln w="69850">
            <a:gradFill>
              <a:gsLst>
                <a:gs pos="3670">
                  <a:schemeClr val="accent5"/>
                </a:gs>
                <a:gs pos="40000">
                  <a:schemeClr val="accent2"/>
                </a:gs>
                <a:gs pos="90000">
                  <a:schemeClr val="accent5"/>
                </a:gs>
                <a:gs pos="67000">
                  <a:schemeClr val="accent5"/>
                </a:gs>
              </a:gsLst>
              <a:lin ang="2700000" scaled="0"/>
            </a:gra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15167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4="http://schemas.microsoft.com/office/drawing/2010/main" xmlns:a16="http://schemas.microsoft.com/office/drawing/2014/main">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VCF-light-title-a">
    <p:spTree>
      <p:nvGrpSpPr>
        <p:cNvPr id="1" name=""/>
        <p:cNvGrpSpPr/>
        <p:nvPr/>
      </p:nvGrpSpPr>
      <p:grpSpPr>
        <a:xfrm>
          <a:off x="0" y="0"/>
          <a:ext cx="0" cy="0"/>
          <a:chOff x="0" y="0"/>
          <a:chExt cx="0" cy="0"/>
        </a:xfrm>
      </p:grpSpPr>
      <p:pic>
        <p:nvPicPr>
          <p:cNvPr id="9" name="Picture 8" descr="A blue and purple logo&#10;&#10;AI-generated content may be incorrect.">
            <a:extLst>
              <a:ext uri="{FF2B5EF4-FFF2-40B4-BE49-F238E27FC236}">
                <a16:creationId xmlns:a16="http://schemas.microsoft.com/office/drawing/2014/main" id="{088E83B3-06E8-3422-25B9-678291A06476}"/>
              </a:ext>
            </a:extLst>
          </p:cNvPr>
          <p:cNvPicPr>
            <a:picLocks noChangeAspect="1"/>
          </p:cNvPicPr>
          <p:nvPr userDrawn="1"/>
        </p:nvPicPr>
        <p:blipFill>
          <a:blip r:embed="rId2"/>
          <a:stretch>
            <a:fillRect/>
          </a:stretch>
        </p:blipFill>
        <p:spPr>
          <a:xfrm>
            <a:off x="-1" y="1788"/>
            <a:ext cx="12188825" cy="6856212"/>
          </a:xfrm>
          <a:prstGeom prst="rect">
            <a:avLst/>
          </a:prstGeom>
        </p:spPr>
      </p:pic>
      <p:sp>
        <p:nvSpPr>
          <p:cNvPr id="8" name="TextBox 7">
            <a:extLst>
              <a:ext uri="{FF2B5EF4-FFF2-40B4-BE49-F238E27FC236}">
                <a16:creationId xmlns:a16="http://schemas.microsoft.com/office/drawing/2014/main" id="{3C7B8C08-E55B-5997-3ADB-17EE656EFF8A}"/>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
        <p:nvSpPr>
          <p:cNvPr id="2" name="Title click to edit"/>
          <p:cNvSpPr>
            <a:spLocks noGrp="1"/>
          </p:cNvSpPr>
          <p:nvPr>
            <p:ph type="title" hasCustomPrompt="1"/>
          </p:nvPr>
        </p:nvSpPr>
        <p:spPr>
          <a:xfrm>
            <a:off x="633266" y="1701846"/>
            <a:ext cx="4735225" cy="1234440"/>
          </a:xfrm>
        </p:spPr>
        <p:txBody>
          <a:bodyPr wrap="square" anchor="b"/>
          <a:lstStyle>
            <a:lvl1pPr algn="l">
              <a:defRPr sz="4000" b="0" cap="none" baseline="0">
                <a:solidFill>
                  <a:schemeClr val="accent2"/>
                </a:solidFill>
              </a:defRPr>
            </a:lvl1pPr>
          </a:lstStyle>
          <a:p>
            <a:r>
              <a:rPr lang="en-US" dirty="0"/>
              <a:t>Title Slide – Light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34245" y="2986547"/>
            <a:ext cx="474783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4831" y="4737425"/>
            <a:ext cx="5012995"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4831" y="5117480"/>
            <a:ext cx="5012995" cy="355601"/>
          </a:xfrm>
        </p:spPr>
        <p:txBody>
          <a:bodyPr anchor="t"/>
          <a:lstStyle>
            <a:lvl1pPr algn="l">
              <a:buNone/>
              <a:defRPr sz="1600">
                <a:solidFill>
                  <a:schemeClr val="tx1"/>
                </a:solidFill>
              </a:defRPr>
            </a:lvl1pPr>
          </a:lstStyle>
          <a:p>
            <a:pPr lvl="0"/>
            <a:r>
              <a:rPr lang="en-US" dirty="0"/>
              <a:t>Role / Division, Broadcom</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4831" y="5485986"/>
            <a:ext cx="5012995" cy="355601"/>
          </a:xfrm>
        </p:spPr>
        <p:txBody>
          <a:bodyPr anchor="ctr"/>
          <a:lstStyle>
            <a:lvl1pPr algn="l">
              <a:buNone/>
              <a:defRPr sz="1600">
                <a:solidFill>
                  <a:schemeClr val="tx1"/>
                </a:solidFill>
              </a:defRPr>
            </a:lvl1pPr>
          </a:lstStyle>
          <a:p>
            <a:pPr lvl="0"/>
            <a:r>
              <a:rPr lang="en-US"/>
              <a:t>Date</a:t>
            </a:r>
          </a:p>
        </p:txBody>
      </p:sp>
      <p:grpSp>
        <p:nvGrpSpPr>
          <p:cNvPr id="55" name="Graphic 8">
            <a:extLst>
              <a:ext uri="{FF2B5EF4-FFF2-40B4-BE49-F238E27FC236}">
                <a16:creationId xmlns:a16="http://schemas.microsoft.com/office/drawing/2014/main" id="{BAF838CA-49F3-885B-C026-D4C6B5E51AA9}"/>
              </a:ext>
            </a:extLst>
          </p:cNvPr>
          <p:cNvGrpSpPr/>
          <p:nvPr/>
        </p:nvGrpSpPr>
        <p:grpSpPr>
          <a:xfrm>
            <a:off x="265625" y="6323271"/>
            <a:ext cx="1249223" cy="369648"/>
            <a:chOff x="265625" y="6323271"/>
            <a:chExt cx="1249223" cy="369648"/>
          </a:xfrm>
          <a:solidFill>
            <a:srgbClr val="000000"/>
          </a:solidFill>
        </p:grpSpPr>
        <p:grpSp>
          <p:nvGrpSpPr>
            <p:cNvPr id="56"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131" name="Freeform 130">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132" name="Freeform 131">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133" name="Freeform 132">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134" name="Freeform 133">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135" name="Freeform 134">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36" name="Freeform 135">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137" name="Freeform 136">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138" name="Freeform 137">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139" name="Freeform 138">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40" name="Freeform 139">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57"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58" name="Freeform 57">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1" name="Freeform 60">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30" name="Freeform 129">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grpSp>
        <p:nvGrpSpPr>
          <p:cNvPr id="37" name="Graphic 8">
            <a:extLst>
              <a:ext uri="{FF2B5EF4-FFF2-40B4-BE49-F238E27FC236}">
                <a16:creationId xmlns:a16="http://schemas.microsoft.com/office/drawing/2014/main" id="{BAF838CA-49F3-885B-C026-D4C6B5E51AA9}"/>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pic>
        <p:nvPicPr>
          <p:cNvPr id="3" name="Graphic 2">
            <a:extLst>
              <a:ext uri="{FF2B5EF4-FFF2-40B4-BE49-F238E27FC236}">
                <a16:creationId xmlns:a16="http://schemas.microsoft.com/office/drawing/2014/main" id="{7A74F6F2-D5AA-DDD5-DBE7-9788B252F9B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33266" y="570134"/>
            <a:ext cx="2857719" cy="562472"/>
          </a:xfrm>
          <a:prstGeom prst="rect">
            <a:avLst/>
          </a:prstGeom>
        </p:spPr>
      </p:pic>
    </p:spTree>
    <p:extLst>
      <p:ext uri="{BB962C8B-B14F-4D97-AF65-F5344CB8AC3E}">
        <p14:creationId xmlns:p14="http://schemas.microsoft.com/office/powerpoint/2010/main" val="2696043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6="http://schemas.microsoft.com/office/drawing/2014/main">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1_VCF-light-title-a">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C7B8C08-E55B-5997-3ADB-17EE656EFF8A}"/>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
        <p:nvSpPr>
          <p:cNvPr id="2" name="Title click to edit"/>
          <p:cNvSpPr>
            <a:spLocks noGrp="1"/>
          </p:cNvSpPr>
          <p:nvPr>
            <p:ph type="title" hasCustomPrompt="1"/>
          </p:nvPr>
        </p:nvSpPr>
        <p:spPr>
          <a:xfrm>
            <a:off x="633266" y="1701846"/>
            <a:ext cx="4735225" cy="1234440"/>
          </a:xfrm>
        </p:spPr>
        <p:txBody>
          <a:bodyPr wrap="square" anchor="b"/>
          <a:lstStyle>
            <a:lvl1pPr algn="l">
              <a:defRPr sz="4000" b="0" cap="none" baseline="0">
                <a:solidFill>
                  <a:schemeClr val="accent2"/>
                </a:solidFill>
              </a:defRPr>
            </a:lvl1pPr>
          </a:lstStyle>
          <a:p>
            <a:r>
              <a:rPr lang="en-US" dirty="0"/>
              <a:t>Title Slide – Light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34245" y="2986547"/>
            <a:ext cx="474783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4831" y="4737425"/>
            <a:ext cx="5012995" cy="355601"/>
          </a:xfrm>
        </p:spPr>
        <p:txBody>
          <a:bodyPr anchor="ctr"/>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4831" y="5117480"/>
            <a:ext cx="5012995" cy="355601"/>
          </a:xfrm>
        </p:spPr>
        <p:txBody>
          <a:bodyPr anchor="ctr"/>
          <a:lstStyle>
            <a:lvl1pPr algn="l">
              <a:buNone/>
              <a:defRPr sz="1600">
                <a:solidFill>
                  <a:schemeClr val="tx1"/>
                </a:solidFill>
              </a:defRPr>
            </a:lvl1pPr>
          </a:lstStyle>
          <a:p>
            <a:pPr lvl="0"/>
            <a:r>
              <a:rPr lang="en-US" dirty="0"/>
              <a:t>Role / Division, Broadcom</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4831" y="5485986"/>
            <a:ext cx="5012995" cy="355601"/>
          </a:xfrm>
        </p:spPr>
        <p:txBody>
          <a:bodyPr anchor="ctr"/>
          <a:lstStyle>
            <a:lvl1pPr algn="l">
              <a:buNone/>
              <a:defRPr sz="1600">
                <a:solidFill>
                  <a:schemeClr val="tx1"/>
                </a:solidFill>
              </a:defRPr>
            </a:lvl1pPr>
          </a:lstStyle>
          <a:p>
            <a:pPr lvl="0"/>
            <a:r>
              <a:rPr lang="en-US"/>
              <a:t>Date</a:t>
            </a:r>
          </a:p>
        </p:txBody>
      </p:sp>
      <p:grpSp>
        <p:nvGrpSpPr>
          <p:cNvPr id="55" name="Graphic 8">
            <a:extLst>
              <a:ext uri="{FF2B5EF4-FFF2-40B4-BE49-F238E27FC236}">
                <a16:creationId xmlns:a16="http://schemas.microsoft.com/office/drawing/2014/main" id="{BAF838CA-49F3-885B-C026-D4C6B5E51AA9}"/>
              </a:ext>
            </a:extLst>
          </p:cNvPr>
          <p:cNvGrpSpPr/>
          <p:nvPr/>
        </p:nvGrpSpPr>
        <p:grpSpPr>
          <a:xfrm>
            <a:off x="265625" y="6323271"/>
            <a:ext cx="1249223" cy="369648"/>
            <a:chOff x="265625" y="6323271"/>
            <a:chExt cx="1249223" cy="369648"/>
          </a:xfrm>
          <a:solidFill>
            <a:srgbClr val="000000"/>
          </a:solidFill>
        </p:grpSpPr>
        <p:grpSp>
          <p:nvGrpSpPr>
            <p:cNvPr id="56"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131" name="Freeform 130">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132" name="Freeform 131">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133" name="Freeform 132">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134" name="Freeform 133">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135" name="Freeform 134">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36" name="Freeform 135">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137" name="Freeform 136">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138" name="Freeform 137">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139" name="Freeform 138">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40" name="Freeform 139">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57"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58" name="Freeform 57">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1" name="Freeform 60">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30" name="Freeform 129">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grpSp>
        <p:nvGrpSpPr>
          <p:cNvPr id="37" name="Graphic 8">
            <a:extLst>
              <a:ext uri="{FF2B5EF4-FFF2-40B4-BE49-F238E27FC236}">
                <a16:creationId xmlns:a16="http://schemas.microsoft.com/office/drawing/2014/main" id="{BAF838CA-49F3-885B-C026-D4C6B5E51AA9}"/>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pic>
        <p:nvPicPr>
          <p:cNvPr id="3" name="Graphic 2">
            <a:extLst>
              <a:ext uri="{FF2B5EF4-FFF2-40B4-BE49-F238E27FC236}">
                <a16:creationId xmlns:a16="http://schemas.microsoft.com/office/drawing/2014/main" id="{7A74F6F2-D5AA-DDD5-DBE7-9788B252F9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33266" y="570134"/>
            <a:ext cx="2857719" cy="562472"/>
          </a:xfrm>
          <a:prstGeom prst="rect">
            <a:avLst/>
          </a:prstGeom>
        </p:spPr>
      </p:pic>
      <p:pic>
        <p:nvPicPr>
          <p:cNvPr id="4" name="Picture 3" descr="A logo of a cloud computing system&#10;&#10;AI-generated content may be incorrect.">
            <a:extLst>
              <a:ext uri="{FF2B5EF4-FFF2-40B4-BE49-F238E27FC236}">
                <a16:creationId xmlns:a16="http://schemas.microsoft.com/office/drawing/2014/main" id="{C0A5C69D-C50F-B894-9915-BBC4902F0810}"/>
              </a:ext>
            </a:extLst>
          </p:cNvPr>
          <p:cNvPicPr>
            <a:picLocks noChangeAspect="1"/>
          </p:cNvPicPr>
          <p:nvPr userDrawn="1"/>
        </p:nvPicPr>
        <p:blipFill>
          <a:blip r:embed="rId3"/>
          <a:stretch>
            <a:fillRect/>
          </a:stretch>
        </p:blipFill>
        <p:spPr>
          <a:xfrm>
            <a:off x="5330825" y="0"/>
            <a:ext cx="6858000" cy="6858000"/>
          </a:xfrm>
          <a:prstGeom prst="rect">
            <a:avLst/>
          </a:prstGeom>
        </p:spPr>
      </p:pic>
    </p:spTree>
    <p:extLst>
      <p:ext uri="{BB962C8B-B14F-4D97-AF65-F5344CB8AC3E}">
        <p14:creationId xmlns:p14="http://schemas.microsoft.com/office/powerpoint/2010/main" val="3158205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6="http://schemas.microsoft.com/office/drawing/2014/main">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aimer - RevRec">
    <p:spTree>
      <p:nvGrpSpPr>
        <p:cNvPr id="1" name=""/>
        <p:cNvGrpSpPr/>
        <p:nvPr/>
      </p:nvGrpSpPr>
      <p:grpSpPr>
        <a:xfrm>
          <a:off x="0" y="0"/>
          <a:ext cx="0" cy="0"/>
          <a:chOff x="0" y="0"/>
          <a:chExt cx="0" cy="0"/>
        </a:xfrm>
      </p:grpSpPr>
      <p:sp>
        <p:nvSpPr>
          <p:cNvPr id="2" name="page number">
            <a:extLst>
              <a:ext uri="{FF2B5EF4-FFF2-40B4-BE49-F238E27FC236}">
                <a16:creationId xmlns:a16="http://schemas.microsoft.com/office/drawing/2014/main" id="{B85AE0A0-04F0-DD06-B7B7-2F519FD602F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6" name="TextBox 5">
            <a:extLst>
              <a:ext uri="{FF2B5EF4-FFF2-40B4-BE49-F238E27FC236}">
                <a16:creationId xmlns:a16="http://schemas.microsoft.com/office/drawing/2014/main" id="{34C98CD6-73CF-0CA2-1B0C-AEEF52456990}"/>
              </a:ext>
            </a:extLst>
          </p:cNvPr>
          <p:cNvSpPr txBox="1"/>
          <p:nvPr userDrawn="1"/>
        </p:nvSpPr>
        <p:spPr>
          <a:xfrm>
            <a:off x="579809" y="285278"/>
            <a:ext cx="1861387" cy="508473"/>
          </a:xfrm>
          <a:prstGeom prst="rect">
            <a:avLst/>
          </a:prstGeom>
          <a:noFill/>
        </p:spPr>
        <p:txBody>
          <a:bodyPr wrap="square" lIns="0" tIns="0" rIns="0" bIns="0" rtlCol="0">
            <a:spAutoFit/>
          </a:bodyPr>
          <a:lstStyle/>
          <a:p>
            <a:pPr algn="l">
              <a:lnSpc>
                <a:spcPct val="130000"/>
              </a:lnSpc>
            </a:pPr>
            <a:r>
              <a:rPr lang="en-US" sz="2800" dirty="0">
                <a:solidFill>
                  <a:schemeClr val="accent2"/>
                </a:solidFill>
                <a:latin typeface="+mj-lt"/>
              </a:rPr>
              <a:t>Disclaimer</a:t>
            </a:r>
            <a:endParaRPr lang="en-US" sz="1800" dirty="0">
              <a:solidFill>
                <a:schemeClr val="accent2"/>
              </a:solidFill>
              <a:latin typeface="+mj-lt"/>
            </a:endParaRPr>
          </a:p>
        </p:txBody>
      </p:sp>
      <p:sp>
        <p:nvSpPr>
          <p:cNvPr id="7" name="TextBox 6">
            <a:extLst>
              <a:ext uri="{FF2B5EF4-FFF2-40B4-BE49-F238E27FC236}">
                <a16:creationId xmlns:a16="http://schemas.microsoft.com/office/drawing/2014/main" id="{811EB471-E9F1-2457-B0CC-19A2442ED13B}"/>
              </a:ext>
            </a:extLst>
          </p:cNvPr>
          <p:cNvSpPr txBox="1"/>
          <p:nvPr userDrawn="1"/>
        </p:nvSpPr>
        <p:spPr>
          <a:xfrm>
            <a:off x="592865" y="1062111"/>
            <a:ext cx="10898075" cy="4929207"/>
          </a:xfrm>
          <a:prstGeom prst="rect">
            <a:avLst/>
          </a:prstGeom>
          <a:noFill/>
        </p:spPr>
        <p:txBody>
          <a:bodyPr wrap="square" lIns="0" tIns="0" rIns="0" bIns="0" rtlCol="0">
            <a:noAutofit/>
          </a:bodyPr>
          <a:lstStyle/>
          <a:p>
            <a:pPr marL="0" lvl="0" indent="0" algn="l" rtl="0">
              <a:lnSpc>
                <a:spcPct val="100000"/>
              </a:lnSpc>
              <a:spcBef>
                <a:spcPts val="0"/>
              </a:spcBef>
              <a:spcAft>
                <a:spcPts val="0"/>
              </a:spcAft>
              <a:buClr>
                <a:srgbClr val="3F3F3F"/>
              </a:buClr>
              <a:buSzPts val="1798"/>
              <a:buFont typeface="Arial" panose="020B0604020202020204" pitchFamily="34" charset="0"/>
              <a:buNone/>
            </a:pPr>
            <a:r>
              <a:rPr lang="en-US" sz="1600" b="0" i="0" u="none" strike="noStrike" cap="none"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Certain information in this presentation may outline Broadcom's general product direction. </a:t>
            </a:r>
            <a:endParaRPr lang="en-US" sz="1600" dirty="0"/>
          </a:p>
          <a:p>
            <a:pPr marL="114173" lvl="0" indent="0" algn="l" rtl="0">
              <a:lnSpc>
                <a:spcPct val="100000"/>
              </a:lnSpc>
              <a:spcBef>
                <a:spcPts val="0"/>
              </a:spcBef>
              <a:spcAft>
                <a:spcPts val="0"/>
              </a:spcAft>
              <a:buClr>
                <a:srgbClr val="3F3F3F"/>
              </a:buClr>
              <a:buSzPts val="1798"/>
              <a:buFont typeface="Arial" panose="020B0604020202020204" pitchFamily="34" charset="0"/>
              <a:buNone/>
            </a:pPr>
            <a:endParaRPr lang="en-US" sz="1600"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marL="0" lvl="0" indent="0" algn="l" rtl="0">
              <a:lnSpc>
                <a:spcPct val="100000"/>
              </a:lnSpc>
              <a:spcBef>
                <a:spcPts val="0"/>
              </a:spcBef>
              <a:spcAft>
                <a:spcPts val="0"/>
              </a:spcAft>
              <a:buClr>
                <a:srgbClr val="3F3F3F"/>
              </a:buClr>
              <a:buSzPts val="1798"/>
              <a:buFont typeface="Arial" panose="020B0604020202020204" pitchFamily="34" charset="0"/>
              <a:buNone/>
            </a:pPr>
            <a:r>
              <a:rPr lang="en-US" sz="1600" b="0" i="0" u="none" strike="noStrike" cap="none"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This presentation shall not serve to (</a:t>
            </a:r>
            <a:r>
              <a:rPr lang="en-US" sz="1600" b="0" i="0" u="none" strike="noStrike" cap="none" dirty="0" err="1">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i</a:t>
            </a:r>
            <a:r>
              <a:rPr lang="en-US" sz="1600" b="0" i="0" u="none" strike="noStrike" cap="none"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 affect the rights and/or obligations of Broadcom or its licensees under any existing or future license agreement or services agreement relating to any Broadcom software product; or (ii) amend any product documentation or specifications for any Broadcom software product. </a:t>
            </a:r>
            <a:endParaRPr lang="en-US" sz="1600" dirty="0"/>
          </a:p>
          <a:p>
            <a:pPr marL="114173" lvl="0" indent="0" algn="l" rtl="0">
              <a:lnSpc>
                <a:spcPct val="100000"/>
              </a:lnSpc>
              <a:spcBef>
                <a:spcPts val="0"/>
              </a:spcBef>
              <a:spcAft>
                <a:spcPts val="0"/>
              </a:spcAft>
              <a:buClr>
                <a:srgbClr val="3F3F3F"/>
              </a:buClr>
              <a:buSzPts val="1798"/>
              <a:buFont typeface="Arial" panose="020B0604020202020204" pitchFamily="34" charset="0"/>
              <a:buNone/>
            </a:pPr>
            <a:endParaRPr lang="en-US" sz="1600"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marL="0" lvl="0" indent="0" algn="l" rtl="0">
              <a:lnSpc>
                <a:spcPct val="100000"/>
              </a:lnSpc>
              <a:spcBef>
                <a:spcPts val="0"/>
              </a:spcBef>
              <a:spcAft>
                <a:spcPts val="0"/>
              </a:spcAft>
              <a:buClr>
                <a:srgbClr val="3F3F3F"/>
              </a:buClr>
              <a:buSzPts val="1798"/>
              <a:buFont typeface="Arial" panose="020B0604020202020204" pitchFamily="34" charset="0"/>
              <a:buNone/>
            </a:pPr>
            <a:r>
              <a:rPr lang="en-US" sz="1600" b="0" i="0" u="none" strike="noStrike" cap="none"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This presentation is based on current information and resource allocations and is subject to change or withdrawal by Broadcom at any time without notice. </a:t>
            </a:r>
            <a:endParaRPr lang="en-US" sz="1600" dirty="0"/>
          </a:p>
          <a:p>
            <a:pPr marL="114173" lvl="0" indent="0" algn="l" rtl="0">
              <a:lnSpc>
                <a:spcPct val="100000"/>
              </a:lnSpc>
              <a:spcBef>
                <a:spcPts val="0"/>
              </a:spcBef>
              <a:spcAft>
                <a:spcPts val="0"/>
              </a:spcAft>
              <a:buClr>
                <a:srgbClr val="3F3F3F"/>
              </a:buClr>
              <a:buSzPts val="1798"/>
              <a:buFont typeface="Arial" panose="020B0604020202020204" pitchFamily="34" charset="0"/>
              <a:buNone/>
            </a:pPr>
            <a:endParaRPr lang="en-US" sz="1600"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marL="0" lvl="0" indent="0" algn="l" rtl="0">
              <a:lnSpc>
                <a:spcPct val="100000"/>
              </a:lnSpc>
              <a:spcBef>
                <a:spcPts val="0"/>
              </a:spcBef>
              <a:spcAft>
                <a:spcPts val="0"/>
              </a:spcAft>
              <a:buClr>
                <a:srgbClr val="3F3F3F"/>
              </a:buClr>
              <a:buSzPts val="1798"/>
              <a:buFont typeface="Arial" panose="020B0604020202020204" pitchFamily="34" charset="0"/>
              <a:buNone/>
            </a:pPr>
            <a:r>
              <a:rPr lang="en-US" sz="1600" b="0" i="0" u="none" strike="noStrike" cap="none"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The development, release and timing of any features or functionality described in this presentation remain at Broadcom's sole discretion. </a:t>
            </a:r>
            <a:endParaRPr lang="en-US" sz="1600" dirty="0"/>
          </a:p>
          <a:p>
            <a:pPr marL="114173" lvl="0" indent="0" algn="l" rtl="0">
              <a:lnSpc>
                <a:spcPct val="100000"/>
              </a:lnSpc>
              <a:spcBef>
                <a:spcPts val="0"/>
              </a:spcBef>
              <a:spcAft>
                <a:spcPts val="0"/>
              </a:spcAft>
              <a:buClr>
                <a:srgbClr val="3F3F3F"/>
              </a:buClr>
              <a:buSzPts val="1798"/>
              <a:buFont typeface="Arial" panose="020B0604020202020204" pitchFamily="34" charset="0"/>
              <a:buNone/>
            </a:pPr>
            <a:endParaRPr lang="en-US" sz="1600"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marL="0" lvl="0" indent="0" algn="l" rtl="0">
              <a:lnSpc>
                <a:spcPct val="100000"/>
              </a:lnSpc>
              <a:spcBef>
                <a:spcPts val="0"/>
              </a:spcBef>
              <a:spcAft>
                <a:spcPts val="0"/>
              </a:spcAft>
              <a:buClr>
                <a:srgbClr val="3F3F3F"/>
              </a:buClr>
              <a:buSzPts val="1798"/>
              <a:buFont typeface="Arial" panose="020B0604020202020204" pitchFamily="34" charset="0"/>
              <a:buNone/>
            </a:pPr>
            <a:r>
              <a:rPr lang="en-US" sz="1600" b="0" i="0" u="none" strike="noStrike" cap="none"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Notwithstanding anything in this presentation to the contrary, upon the general availability of any future Broadcom product release referenced in this presentation, Broadcom may make such release available to new licensees in the form of a regularly scheduled major product release. </a:t>
            </a:r>
            <a:endParaRPr lang="en-US" sz="1600" dirty="0"/>
          </a:p>
          <a:p>
            <a:pPr marL="114173" lvl="0" indent="0" algn="l" rtl="0">
              <a:lnSpc>
                <a:spcPct val="100000"/>
              </a:lnSpc>
              <a:spcBef>
                <a:spcPts val="0"/>
              </a:spcBef>
              <a:spcAft>
                <a:spcPts val="0"/>
              </a:spcAft>
              <a:buClr>
                <a:srgbClr val="3F3F3F"/>
              </a:buClr>
              <a:buSzPts val="1798"/>
              <a:buFont typeface="Arial" panose="020B0604020202020204" pitchFamily="34" charset="0"/>
              <a:buNone/>
            </a:pPr>
            <a:endParaRPr lang="en-US" sz="1600"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marL="0" lvl="0" indent="0" algn="l" rtl="0">
              <a:lnSpc>
                <a:spcPct val="100000"/>
              </a:lnSpc>
              <a:spcBef>
                <a:spcPts val="0"/>
              </a:spcBef>
              <a:spcAft>
                <a:spcPts val="0"/>
              </a:spcAft>
              <a:buClr>
                <a:srgbClr val="3F3F3F"/>
              </a:buClr>
              <a:buSzPts val="1798"/>
              <a:buFont typeface="Arial" panose="020B0604020202020204" pitchFamily="34" charset="0"/>
              <a:buNone/>
            </a:pPr>
            <a:r>
              <a:rPr lang="en-US" sz="1600" b="0" i="0" u="none" strike="noStrike" cap="none"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Such release may be made available to licensees of the product who are active subscribers to  Broadcom maintenance and support, on a when and if-available basis. </a:t>
            </a:r>
            <a:endParaRPr lang="en-US" sz="1600" dirty="0"/>
          </a:p>
          <a:p>
            <a:pPr marL="114173" lvl="0" indent="0" algn="l" rtl="0">
              <a:lnSpc>
                <a:spcPct val="100000"/>
              </a:lnSpc>
              <a:spcBef>
                <a:spcPts val="0"/>
              </a:spcBef>
              <a:spcAft>
                <a:spcPts val="0"/>
              </a:spcAft>
              <a:buClr>
                <a:srgbClr val="3F3F3F"/>
              </a:buClr>
              <a:buSzPts val="1798"/>
              <a:buFont typeface="Arial" panose="020B0604020202020204" pitchFamily="34" charset="0"/>
              <a:buNone/>
            </a:pPr>
            <a:endParaRPr lang="en-US" sz="1600"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endParaRPr>
          </a:p>
          <a:p>
            <a:pPr marL="0" lvl="0" indent="0" algn="l" rtl="0">
              <a:lnSpc>
                <a:spcPct val="100000"/>
              </a:lnSpc>
              <a:spcBef>
                <a:spcPts val="0"/>
              </a:spcBef>
              <a:spcAft>
                <a:spcPts val="0"/>
              </a:spcAft>
              <a:buClr>
                <a:srgbClr val="3F3F3F"/>
              </a:buClr>
              <a:buSzPts val="1798"/>
              <a:buFont typeface="Arial" panose="020B0604020202020204" pitchFamily="34" charset="0"/>
              <a:buNone/>
            </a:pPr>
            <a:r>
              <a:rPr lang="en-US" sz="1600" b="0" i="0" u="none" strike="noStrike" cap="none" dirty="0">
                <a:latin typeface="Arial" panose="020B0604020202020204" pitchFamily="34" charset="0"/>
                <a:ea typeface="Arial" panose="020B0604020202020204" pitchFamily="34" charset="0"/>
                <a:cs typeface="Arial" panose="020B0604020202020204" pitchFamily="34" charset="0"/>
                <a:sym typeface="Arial" panose="020B0604020202020204" pitchFamily="34" charset="0"/>
              </a:rPr>
              <a:t>The information in this presentation is not deemed to be incorporated into any contract.</a:t>
            </a:r>
            <a:endParaRPr lang="en-US" sz="1600" dirty="0"/>
          </a:p>
        </p:txBody>
      </p:sp>
    </p:spTree>
    <p:extLst>
      <p:ext uri="{BB962C8B-B14F-4D97-AF65-F5344CB8AC3E}">
        <p14:creationId xmlns:p14="http://schemas.microsoft.com/office/powerpoint/2010/main" val="2913421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sclaimer - Regulatory">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7DBA86B-6376-6BE6-E240-280A6DAB3FEF}"/>
              </a:ext>
            </a:extLst>
          </p:cNvPr>
          <p:cNvSpPr txBox="1"/>
          <p:nvPr userDrawn="1"/>
        </p:nvSpPr>
        <p:spPr>
          <a:xfrm>
            <a:off x="579809" y="285278"/>
            <a:ext cx="1861387" cy="508473"/>
          </a:xfrm>
          <a:prstGeom prst="rect">
            <a:avLst/>
          </a:prstGeom>
          <a:noFill/>
        </p:spPr>
        <p:txBody>
          <a:bodyPr wrap="square" lIns="0" tIns="0" rIns="0" bIns="0" rtlCol="0">
            <a:spAutoFit/>
          </a:bodyPr>
          <a:lstStyle/>
          <a:p>
            <a:pPr algn="l">
              <a:lnSpc>
                <a:spcPct val="130000"/>
              </a:lnSpc>
            </a:pPr>
            <a:r>
              <a:rPr lang="en-US" sz="2800" dirty="0">
                <a:solidFill>
                  <a:schemeClr val="accent2"/>
                </a:solidFill>
                <a:latin typeface="+mj-lt"/>
              </a:rPr>
              <a:t>Disclaimer</a:t>
            </a:r>
            <a:endParaRPr lang="en-US" sz="1800" dirty="0">
              <a:solidFill>
                <a:schemeClr val="accent2"/>
              </a:solidFill>
              <a:latin typeface="+mj-lt"/>
            </a:endParaRPr>
          </a:p>
        </p:txBody>
      </p:sp>
      <p:pic>
        <p:nvPicPr>
          <p:cNvPr id="34" name="Picture 33" descr="A magnifying glass over a cloud&#10;&#10;Description automatically generated">
            <a:extLst>
              <a:ext uri="{FF2B5EF4-FFF2-40B4-BE49-F238E27FC236}">
                <a16:creationId xmlns:a16="http://schemas.microsoft.com/office/drawing/2014/main" id="{99AA4D96-2102-53BA-4F59-8B81999AA439}"/>
              </a:ext>
            </a:extLst>
          </p:cNvPr>
          <p:cNvPicPr>
            <a:picLocks noChangeAspect="1"/>
          </p:cNvPicPr>
          <p:nvPr userDrawn="1"/>
        </p:nvPicPr>
        <p:blipFill>
          <a:blip r:embed="rId2"/>
          <a:stretch>
            <a:fillRect/>
          </a:stretch>
        </p:blipFill>
        <p:spPr>
          <a:xfrm>
            <a:off x="6925011" y="4046283"/>
            <a:ext cx="5929314" cy="2964657"/>
          </a:xfrm>
          <a:prstGeom prst="rect">
            <a:avLst/>
          </a:prstGeom>
        </p:spPr>
      </p:pic>
      <p:sp>
        <p:nvSpPr>
          <p:cNvPr id="2" name="TextBox 1">
            <a:extLst>
              <a:ext uri="{FF2B5EF4-FFF2-40B4-BE49-F238E27FC236}">
                <a16:creationId xmlns:a16="http://schemas.microsoft.com/office/drawing/2014/main" id="{F3C246B1-DC1F-7690-A28D-3D06B3A1014A}"/>
              </a:ext>
            </a:extLst>
          </p:cNvPr>
          <p:cNvSpPr txBox="1"/>
          <p:nvPr userDrawn="1"/>
        </p:nvSpPr>
        <p:spPr>
          <a:xfrm>
            <a:off x="592865" y="1062111"/>
            <a:ext cx="10898075" cy="4929207"/>
          </a:xfrm>
          <a:prstGeom prst="rect">
            <a:avLst/>
          </a:prstGeom>
          <a:noFill/>
        </p:spPr>
        <p:txBody>
          <a:bodyPr wrap="square" lIns="0" tIns="0" rIns="0" bIns="0" rtlCol="0">
            <a:noAutofit/>
          </a:bodyPr>
          <a:lstStyle/>
          <a:p>
            <a:pPr marL="0" lvl="0" indent="0" defTabSz="914126">
              <a:spcBef>
                <a:spcPts val="0"/>
              </a:spcBef>
              <a:buClrTx/>
              <a:buSzTx/>
              <a:buFont typeface="Arial" panose="020B0604020202020204" pitchFamily="34" charset="0"/>
              <a:buNone/>
              <a:defRPr/>
            </a:pPr>
            <a:r>
              <a:rPr lang="en-US" sz="1800" dirty="0">
                <a:solidFill>
                  <a:srgbClr val="3F3F3F"/>
                </a:solidFill>
              </a:rPr>
              <a:t>This document is intended to provide general guidance for organizations that are considering Broadcom solutions. The information contained in this document is for educational and informational purposes only.</a:t>
            </a:r>
          </a:p>
          <a:p>
            <a:pPr marL="0" lvl="0" indent="0" defTabSz="914126">
              <a:spcBef>
                <a:spcPts val="0"/>
              </a:spcBef>
              <a:buClrTx/>
              <a:buSzTx/>
              <a:buFont typeface="Arial" panose="020B0604020202020204" pitchFamily="34" charset="0"/>
              <a:buNone/>
              <a:defRPr/>
            </a:pPr>
            <a:endParaRPr lang="en-US" sz="1800" dirty="0">
              <a:solidFill>
                <a:srgbClr val="3F3F3F"/>
              </a:solidFill>
            </a:endParaRPr>
          </a:p>
          <a:p>
            <a:pPr marL="0" lvl="0" indent="0" defTabSz="914126">
              <a:spcBef>
                <a:spcPts val="0"/>
              </a:spcBef>
              <a:buClrTx/>
              <a:buSzTx/>
              <a:buFont typeface="Arial" panose="020B0604020202020204" pitchFamily="34" charset="0"/>
              <a:buNone/>
              <a:defRPr/>
            </a:pPr>
            <a:r>
              <a:rPr lang="en-US" sz="1800" dirty="0">
                <a:solidFill>
                  <a:srgbClr val="3F3F3F"/>
                </a:solidFill>
              </a:rPr>
              <a:t>This document is not intended to provide advice and is provided “AS IS.”  </a:t>
            </a:r>
          </a:p>
          <a:p>
            <a:pPr marL="0" lvl="0" indent="0" defTabSz="914126">
              <a:spcBef>
                <a:spcPts val="0"/>
              </a:spcBef>
              <a:buClrTx/>
              <a:buSzTx/>
              <a:buFont typeface="Arial" panose="020B0604020202020204" pitchFamily="34" charset="0"/>
              <a:buNone/>
              <a:defRPr/>
            </a:pPr>
            <a:endParaRPr lang="en-US" sz="1800" dirty="0">
              <a:solidFill>
                <a:srgbClr val="3F3F3F"/>
              </a:solidFill>
            </a:endParaRPr>
          </a:p>
          <a:p>
            <a:pPr marL="0" lvl="0" indent="0" defTabSz="914126">
              <a:spcBef>
                <a:spcPts val="0"/>
              </a:spcBef>
              <a:buClrTx/>
              <a:buSzTx/>
              <a:buFont typeface="Arial" panose="020B0604020202020204" pitchFamily="34" charset="0"/>
              <a:buNone/>
              <a:defRPr/>
            </a:pPr>
            <a:r>
              <a:rPr lang="en-US" sz="1800" dirty="0">
                <a:solidFill>
                  <a:srgbClr val="3F3F3F"/>
                </a:solidFill>
              </a:rPr>
              <a:t>Broadcom makes no claims, promises, or guarantees about the accuracy, completeness, or adequacy of the information contained herein.</a:t>
            </a:r>
          </a:p>
          <a:p>
            <a:pPr marL="0" lvl="0" indent="0" defTabSz="914126">
              <a:spcBef>
                <a:spcPts val="0"/>
              </a:spcBef>
              <a:buClrTx/>
              <a:buSzTx/>
              <a:buFont typeface="Arial" panose="020B0604020202020204" pitchFamily="34" charset="0"/>
              <a:buNone/>
              <a:defRPr/>
            </a:pPr>
            <a:endParaRPr lang="en-US" sz="1800" dirty="0">
              <a:solidFill>
                <a:srgbClr val="3F3F3F"/>
              </a:solidFill>
            </a:endParaRPr>
          </a:p>
          <a:p>
            <a:pPr marL="0" lvl="0" indent="0" defTabSz="914126">
              <a:spcBef>
                <a:spcPts val="0"/>
              </a:spcBef>
              <a:buClrTx/>
              <a:buSzTx/>
              <a:buFont typeface="Arial" panose="020B0604020202020204" pitchFamily="34" charset="0"/>
              <a:buNone/>
              <a:defRPr/>
            </a:pPr>
            <a:r>
              <a:rPr lang="en-US" sz="1800" dirty="0">
                <a:solidFill>
                  <a:srgbClr val="3F3F3F"/>
                </a:solidFill>
              </a:rPr>
              <a:t>Organizations should engage appropriate legal, business, technical, and audit expertise within their specific organization for review of requirements and effectiveness of implementations.</a:t>
            </a:r>
          </a:p>
        </p:txBody>
      </p:sp>
    </p:spTree>
    <p:extLst>
      <p:ext uri="{BB962C8B-B14F-4D97-AF65-F5344CB8AC3E}">
        <p14:creationId xmlns:p14="http://schemas.microsoft.com/office/powerpoint/2010/main" val="67529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730"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4" name="Text Placeholder 3">
            <a:extLst>
              <a:ext uri="{FF2B5EF4-FFF2-40B4-BE49-F238E27FC236}">
                <a16:creationId xmlns:a16="http://schemas.microsoft.com/office/drawing/2014/main" id="{B6CCD82C-92EF-52E3-6D43-409D112BB960}"/>
              </a:ext>
            </a:extLst>
          </p:cNvPr>
          <p:cNvSpPr>
            <a:spLocks noGrp="1"/>
          </p:cNvSpPr>
          <p:nvPr>
            <p:ph type="body" sz="quarter" idx="24"/>
          </p:nvPr>
        </p:nvSpPr>
        <p:spPr>
          <a:xfrm>
            <a:off x="609600" y="1267608"/>
            <a:ext cx="1939925" cy="1969770"/>
          </a:xfrm>
        </p:spPr>
        <p:txBody>
          <a:bodyPr>
            <a:spAutoFit/>
          </a:bodyPr>
          <a:lstStyle>
            <a:lvl1pPr>
              <a:defRPr sz="3200">
                <a:solidFill>
                  <a:schemeClr val="accent2"/>
                </a:solidFill>
                <a:latin typeface="+mj-lt"/>
              </a:defRPr>
            </a:lvl1pPr>
          </a:lstStyle>
          <a:p>
            <a:pPr lvl="0"/>
            <a:r>
              <a:rPr lang="en-GB"/>
              <a:t>Click to edit Master text styles</a:t>
            </a:r>
          </a:p>
        </p:txBody>
      </p:sp>
      <p:sp>
        <p:nvSpPr>
          <p:cNvPr id="7" name="Text Placeholder 6">
            <a:extLst>
              <a:ext uri="{FF2B5EF4-FFF2-40B4-BE49-F238E27FC236}">
                <a16:creationId xmlns:a16="http://schemas.microsoft.com/office/drawing/2014/main" id="{E948148D-4A41-A447-0432-B69E69A94358}"/>
              </a:ext>
            </a:extLst>
          </p:cNvPr>
          <p:cNvSpPr>
            <a:spLocks noGrp="1"/>
          </p:cNvSpPr>
          <p:nvPr>
            <p:ph type="body" sz="quarter" idx="25"/>
          </p:nvPr>
        </p:nvSpPr>
        <p:spPr>
          <a:xfrm>
            <a:off x="2894013" y="1267608"/>
            <a:ext cx="7335837" cy="4337050"/>
          </a:xfrm>
        </p:spPr>
        <p:txBody>
          <a:bodyPr/>
          <a:lstStyle>
            <a:lvl1pPr marL="342900" indent="-342900">
              <a:buClr>
                <a:schemeClr val="accent2"/>
              </a:buClr>
              <a:buFont typeface="Arial" panose="020B0604020202020204" pitchFamily="34" charset="0"/>
              <a:buChar char="•"/>
              <a:defRPr sz="2800"/>
            </a:lvl1pPr>
            <a:lvl2pPr marL="804863" indent="-347663">
              <a:buClr>
                <a:schemeClr val="accent2"/>
              </a:buClr>
              <a:defRPr sz="2400"/>
            </a:lvl2pPr>
            <a:lvl3pPr marL="1033463" indent="-346075">
              <a:buClr>
                <a:schemeClr val="accent2"/>
              </a:buClr>
              <a:defRPr sz="2000"/>
            </a:lvl3pPr>
            <a:lvl4pPr marL="1262063" indent="-342900">
              <a:buClr>
                <a:schemeClr val="accent2"/>
              </a:buClr>
              <a:defRPr sz="1800"/>
            </a:lvl4pPr>
            <a:lvl5pPr marL="1490663" indent="-347663">
              <a:buClr>
                <a:schemeClr val="accent2"/>
              </a:buCl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688014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 Leaf">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Section Title Option 1</a:t>
            </a:r>
            <a:br>
              <a:rPr lang="en-US"/>
            </a:br>
            <a:r>
              <a:rPr lang="en-US"/>
              <a:t>Green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4" name="page number">
            <a:extLst>
              <a:ext uri="{FF2B5EF4-FFF2-40B4-BE49-F238E27FC236}">
                <a16:creationId xmlns:a16="http://schemas.microsoft.com/office/drawing/2014/main" id="{20A83C12-6BEB-4E4C-9FB0-AA1FB4C661B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1" name="Freeform: Shape 10">
            <a:extLst>
              <a:ext uri="{FF2B5EF4-FFF2-40B4-BE49-F238E27FC236}">
                <a16:creationId xmlns:a16="http://schemas.microsoft.com/office/drawing/2014/main" id="{4D880B34-1E61-BED8-9D19-CC47E69A1FF0}"/>
              </a:ext>
            </a:extLst>
          </p:cNvPr>
          <p:cNvSpPr/>
          <p:nvPr userDrawn="1"/>
        </p:nvSpPr>
        <p:spPr>
          <a:xfrm>
            <a:off x="6525510" y="666685"/>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4"/>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0A83C12-6BEB-4E4C-9FB0-AA1FB4C661B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267254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 Aqu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a:t>Section Title Option 2</a:t>
            </a:r>
            <a:br>
              <a:rPr lang="en-US"/>
            </a:br>
            <a:r>
              <a:rPr lang="en-US"/>
              <a:t>Blue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BBDEC133-91F8-98FE-DF2D-3917EC311D68}"/>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2"/>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74E202C-D42A-664B-A387-688ED861096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024626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 Plu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55971" cy="1229360"/>
          </a:xfrm>
        </p:spPr>
        <p:txBody>
          <a:bodyPr wrap="square" anchor="b"/>
          <a:lstStyle>
            <a:lvl1pPr algn="l">
              <a:defRPr sz="3600" b="0" cap="none" baseline="0">
                <a:solidFill>
                  <a:schemeClr val="accent2"/>
                </a:solidFill>
              </a:defRPr>
            </a:lvl1pPr>
          </a:lstStyle>
          <a:p>
            <a:r>
              <a:rPr lang="en-US"/>
              <a:t>Section Title Option 3 </a:t>
            </a:r>
            <a:br>
              <a:rPr lang="en-US"/>
            </a:br>
            <a:r>
              <a:rPr lang="en-US"/>
              <a:t>Purple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4211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8424C6A4-7F55-9842-969F-317F913DCB9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D43FD454-1DEA-D13A-0DE1-B9CABA1ED1FE}"/>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5"/>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8424C6A4-7F55-9842-969F-317F913DCB9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521980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 Header – Aqua - RBLF">
    <p:spTree>
      <p:nvGrpSpPr>
        <p:cNvPr id="1" name=""/>
        <p:cNvGrpSpPr/>
        <p:nvPr/>
      </p:nvGrpSpPr>
      <p:grpSpPr>
        <a:xfrm>
          <a:off x="0" y="0"/>
          <a:ext cx="0" cy="0"/>
          <a:chOff x="0" y="0"/>
          <a:chExt cx="0" cy="0"/>
        </a:xfrm>
      </p:grpSpPr>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BBDEC133-91F8-98FE-DF2D-3917EC311D68}"/>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2"/>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74E202C-D42A-664B-A387-688ED861096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3" name="Freeform 17">
            <a:extLst>
              <a:ext uri="{FF2B5EF4-FFF2-40B4-BE49-F238E27FC236}">
                <a16:creationId xmlns:a16="http://schemas.microsoft.com/office/drawing/2014/main" id="{AA8AB603-8151-B92A-7BB6-D43CB0D7CBEC}"/>
              </a:ext>
            </a:extLst>
          </p:cNvPr>
          <p:cNvSpPr/>
          <p:nvPr userDrawn="1"/>
        </p:nvSpPr>
        <p:spPr>
          <a:xfrm>
            <a:off x="804256" y="1630700"/>
            <a:ext cx="5930781" cy="1234713"/>
          </a:xfrm>
          <a:custGeom>
            <a:avLst/>
            <a:gdLst>
              <a:gd name="connsiteX0" fmla="*/ 0 w 3431443"/>
              <a:gd name="connsiteY0" fmla="*/ 0 h 635534"/>
              <a:gd name="connsiteX1" fmla="*/ 1144128 w 3431443"/>
              <a:gd name="connsiteY1" fmla="*/ 0 h 635534"/>
              <a:gd name="connsiteX2" fmla="*/ 1255762 w 3431443"/>
              <a:gd name="connsiteY2" fmla="*/ 0 h 635534"/>
              <a:gd name="connsiteX3" fmla="*/ 1409044 w 3431443"/>
              <a:gd name="connsiteY3" fmla="*/ 0 h 635534"/>
              <a:gd name="connsiteX4" fmla="*/ 3151090 w 3431443"/>
              <a:gd name="connsiteY4" fmla="*/ 0 h 635534"/>
              <a:gd name="connsiteX5" fmla="*/ 3262725 w 3431443"/>
              <a:gd name="connsiteY5" fmla="*/ 0 h 635534"/>
              <a:gd name="connsiteX6" fmla="*/ 3416007 w 3431443"/>
              <a:gd name="connsiteY6" fmla="*/ 0 h 635534"/>
              <a:gd name="connsiteX7" fmla="*/ 3426902 w 3431443"/>
              <a:gd name="connsiteY7" fmla="*/ 26300 h 635534"/>
              <a:gd name="connsiteX8" fmla="*/ 2862779 w 3431443"/>
              <a:gd name="connsiteY8" fmla="*/ 590421 h 635534"/>
              <a:gd name="connsiteX9" fmla="*/ 2753853 w 3431443"/>
              <a:gd name="connsiteY9" fmla="*/ 635534 h 635534"/>
              <a:gd name="connsiteX10" fmla="*/ 2488937 w 3431443"/>
              <a:gd name="connsiteY10" fmla="*/ 635534 h 635534"/>
              <a:gd name="connsiteX11" fmla="*/ 746891 w 3431443"/>
              <a:gd name="connsiteY11" fmla="*/ 635534 h 635534"/>
              <a:gd name="connsiteX12" fmla="*/ 481974 w 3431443"/>
              <a:gd name="connsiteY12" fmla="*/ 635534 h 635534"/>
              <a:gd name="connsiteX13" fmla="*/ 0 w 3431443"/>
              <a:gd name="connsiteY13" fmla="*/ 635534 h 635534"/>
              <a:gd name="connsiteX14" fmla="*/ 0 w 3431443"/>
              <a:gd name="connsiteY14" fmla="*/ 0 h 635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1443" h="635534">
                <a:moveTo>
                  <a:pt x="0" y="0"/>
                </a:moveTo>
                <a:lnTo>
                  <a:pt x="1144128" y="0"/>
                </a:lnTo>
                <a:lnTo>
                  <a:pt x="1255762" y="0"/>
                </a:lnTo>
                <a:lnTo>
                  <a:pt x="1409044" y="0"/>
                </a:lnTo>
                <a:lnTo>
                  <a:pt x="3151090" y="0"/>
                </a:lnTo>
                <a:lnTo>
                  <a:pt x="3262725" y="0"/>
                </a:lnTo>
                <a:lnTo>
                  <a:pt x="3416007" y="0"/>
                </a:lnTo>
                <a:cubicBezTo>
                  <a:pt x="3429726" y="0"/>
                  <a:pt x="3436607" y="16595"/>
                  <a:pt x="3426902" y="26300"/>
                </a:cubicBezTo>
                <a:lnTo>
                  <a:pt x="2862779" y="590421"/>
                </a:lnTo>
                <a:cubicBezTo>
                  <a:pt x="2833892" y="619309"/>
                  <a:pt x="2794715" y="635534"/>
                  <a:pt x="2753853" y="635534"/>
                </a:cubicBezTo>
                <a:lnTo>
                  <a:pt x="2488937" y="635534"/>
                </a:lnTo>
                <a:lnTo>
                  <a:pt x="746891" y="635534"/>
                </a:lnTo>
                <a:lnTo>
                  <a:pt x="481974" y="635534"/>
                </a:lnTo>
                <a:lnTo>
                  <a:pt x="0" y="635534"/>
                </a:lnTo>
                <a:lnTo>
                  <a:pt x="0" y="0"/>
                </a:lnTo>
                <a:close/>
              </a:path>
            </a:pathLst>
          </a:custGeom>
          <a:gradFill>
            <a:gsLst>
              <a:gs pos="0">
                <a:srgbClr val="0098C7">
                  <a:alpha val="24705"/>
                </a:srgbClr>
              </a:gs>
              <a:gs pos="99000">
                <a:srgbClr val="005C8A">
                  <a:alpha val="24705"/>
                </a:srgbClr>
              </a:gs>
              <a:gs pos="100000">
                <a:srgbClr val="005C8A">
                  <a:alpha val="24705"/>
                </a:srgbClr>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 name="Freeform 8">
            <a:extLst>
              <a:ext uri="{FF2B5EF4-FFF2-40B4-BE49-F238E27FC236}">
                <a16:creationId xmlns:a16="http://schemas.microsoft.com/office/drawing/2014/main" id="{A985BF41-1393-853F-6DDF-DD489DE2FE8F}"/>
              </a:ext>
            </a:extLst>
          </p:cNvPr>
          <p:cNvSpPr/>
          <p:nvPr userDrawn="1"/>
        </p:nvSpPr>
        <p:spPr>
          <a:xfrm>
            <a:off x="0" y="1322675"/>
            <a:ext cx="6667828" cy="1645919"/>
          </a:xfrm>
          <a:custGeom>
            <a:avLst/>
            <a:gdLst>
              <a:gd name="connsiteX0" fmla="*/ 0 w 3205327"/>
              <a:gd name="connsiteY0" fmla="*/ 0 h 731416"/>
              <a:gd name="connsiteX1" fmla="*/ 572932 w 3205327"/>
              <a:gd name="connsiteY1" fmla="*/ 0 h 731416"/>
              <a:gd name="connsiteX2" fmla="*/ 701409 w 3205327"/>
              <a:gd name="connsiteY2" fmla="*/ 0 h 731416"/>
              <a:gd name="connsiteX3" fmla="*/ 877816 w 3205327"/>
              <a:gd name="connsiteY3" fmla="*/ 0 h 731416"/>
              <a:gd name="connsiteX4" fmla="*/ 2882678 w 3205327"/>
              <a:gd name="connsiteY4" fmla="*/ 0 h 731416"/>
              <a:gd name="connsiteX5" fmla="*/ 3011155 w 3205327"/>
              <a:gd name="connsiteY5" fmla="*/ 0 h 731416"/>
              <a:gd name="connsiteX6" fmla="*/ 3187562 w 3205327"/>
              <a:gd name="connsiteY6" fmla="*/ 0 h 731416"/>
              <a:gd name="connsiteX7" fmla="*/ 3200101 w 3205327"/>
              <a:gd name="connsiteY7" fmla="*/ 30268 h 731416"/>
              <a:gd name="connsiteX8" fmla="*/ 2550871 w 3205327"/>
              <a:gd name="connsiteY8" fmla="*/ 679497 h 731416"/>
              <a:gd name="connsiteX9" fmla="*/ 2425512 w 3205327"/>
              <a:gd name="connsiteY9" fmla="*/ 731416 h 731416"/>
              <a:gd name="connsiteX10" fmla="*/ 2120628 w 3205327"/>
              <a:gd name="connsiteY10" fmla="*/ 731416 h 731416"/>
              <a:gd name="connsiteX11" fmla="*/ 115766 w 3205327"/>
              <a:gd name="connsiteY11" fmla="*/ 731416 h 731416"/>
              <a:gd name="connsiteX12" fmla="*/ 0 w 3205327"/>
              <a:gd name="connsiteY12" fmla="*/ 731416 h 731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05327" h="731416">
                <a:moveTo>
                  <a:pt x="0" y="0"/>
                </a:moveTo>
                <a:lnTo>
                  <a:pt x="572932" y="0"/>
                </a:lnTo>
                <a:lnTo>
                  <a:pt x="701409" y="0"/>
                </a:lnTo>
                <a:lnTo>
                  <a:pt x="877816" y="0"/>
                </a:lnTo>
                <a:lnTo>
                  <a:pt x="2882678" y="0"/>
                </a:lnTo>
                <a:lnTo>
                  <a:pt x="3011155" y="0"/>
                </a:lnTo>
                <a:lnTo>
                  <a:pt x="3187562" y="0"/>
                </a:lnTo>
                <a:cubicBezTo>
                  <a:pt x="3203351" y="0"/>
                  <a:pt x="3211270" y="19099"/>
                  <a:pt x="3200101" y="30268"/>
                </a:cubicBezTo>
                <a:lnTo>
                  <a:pt x="2550871" y="679497"/>
                </a:lnTo>
                <a:cubicBezTo>
                  <a:pt x="2517626" y="712743"/>
                  <a:pt x="2472538" y="731416"/>
                  <a:pt x="2425512" y="731416"/>
                </a:cubicBezTo>
                <a:lnTo>
                  <a:pt x="2120628" y="731416"/>
                </a:lnTo>
                <a:lnTo>
                  <a:pt x="115766" y="731416"/>
                </a:lnTo>
                <a:lnTo>
                  <a:pt x="0" y="731416"/>
                </a:lnTo>
                <a:close/>
              </a:path>
            </a:pathLst>
          </a:custGeom>
          <a:gradFill>
            <a:gsLst>
              <a:gs pos="0">
                <a:schemeClr val="accent3"/>
              </a:gs>
              <a:gs pos="36000">
                <a:schemeClr val="accent2"/>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bg1"/>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Tree>
    <p:extLst>
      <p:ext uri="{BB962C8B-B14F-4D97-AF65-F5344CB8AC3E}">
        <p14:creationId xmlns:p14="http://schemas.microsoft.com/office/powerpoint/2010/main" val="225015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Section Header – Aqua - RBLF - Photo">
    <p:spTree>
      <p:nvGrpSpPr>
        <p:cNvPr id="1" name=""/>
        <p:cNvGrpSpPr/>
        <p:nvPr/>
      </p:nvGrpSpPr>
      <p:grpSpPr>
        <a:xfrm>
          <a:off x="0" y="0"/>
          <a:ext cx="0" cy="0"/>
          <a:chOff x="0" y="0"/>
          <a:chExt cx="0" cy="0"/>
        </a:xfrm>
      </p:grpSpPr>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6" name="page number">
            <a:extLst>
              <a:ext uri="{FF2B5EF4-FFF2-40B4-BE49-F238E27FC236}">
                <a16:creationId xmlns:a16="http://schemas.microsoft.com/office/drawing/2014/main" id="{274E202C-D42A-664B-A387-688ED861096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3" name="Freeform 17">
            <a:extLst>
              <a:ext uri="{FF2B5EF4-FFF2-40B4-BE49-F238E27FC236}">
                <a16:creationId xmlns:a16="http://schemas.microsoft.com/office/drawing/2014/main" id="{AA8AB603-8151-B92A-7BB6-D43CB0D7CBEC}"/>
              </a:ext>
            </a:extLst>
          </p:cNvPr>
          <p:cNvSpPr/>
          <p:nvPr userDrawn="1"/>
        </p:nvSpPr>
        <p:spPr>
          <a:xfrm>
            <a:off x="804256" y="1630700"/>
            <a:ext cx="5930781" cy="1234713"/>
          </a:xfrm>
          <a:custGeom>
            <a:avLst/>
            <a:gdLst>
              <a:gd name="connsiteX0" fmla="*/ 0 w 3431443"/>
              <a:gd name="connsiteY0" fmla="*/ 0 h 635534"/>
              <a:gd name="connsiteX1" fmla="*/ 1144128 w 3431443"/>
              <a:gd name="connsiteY1" fmla="*/ 0 h 635534"/>
              <a:gd name="connsiteX2" fmla="*/ 1255762 w 3431443"/>
              <a:gd name="connsiteY2" fmla="*/ 0 h 635534"/>
              <a:gd name="connsiteX3" fmla="*/ 1409044 w 3431443"/>
              <a:gd name="connsiteY3" fmla="*/ 0 h 635534"/>
              <a:gd name="connsiteX4" fmla="*/ 3151090 w 3431443"/>
              <a:gd name="connsiteY4" fmla="*/ 0 h 635534"/>
              <a:gd name="connsiteX5" fmla="*/ 3262725 w 3431443"/>
              <a:gd name="connsiteY5" fmla="*/ 0 h 635534"/>
              <a:gd name="connsiteX6" fmla="*/ 3416007 w 3431443"/>
              <a:gd name="connsiteY6" fmla="*/ 0 h 635534"/>
              <a:gd name="connsiteX7" fmla="*/ 3426902 w 3431443"/>
              <a:gd name="connsiteY7" fmla="*/ 26300 h 635534"/>
              <a:gd name="connsiteX8" fmla="*/ 2862779 w 3431443"/>
              <a:gd name="connsiteY8" fmla="*/ 590421 h 635534"/>
              <a:gd name="connsiteX9" fmla="*/ 2753853 w 3431443"/>
              <a:gd name="connsiteY9" fmla="*/ 635534 h 635534"/>
              <a:gd name="connsiteX10" fmla="*/ 2488937 w 3431443"/>
              <a:gd name="connsiteY10" fmla="*/ 635534 h 635534"/>
              <a:gd name="connsiteX11" fmla="*/ 746891 w 3431443"/>
              <a:gd name="connsiteY11" fmla="*/ 635534 h 635534"/>
              <a:gd name="connsiteX12" fmla="*/ 481974 w 3431443"/>
              <a:gd name="connsiteY12" fmla="*/ 635534 h 635534"/>
              <a:gd name="connsiteX13" fmla="*/ 0 w 3431443"/>
              <a:gd name="connsiteY13" fmla="*/ 635534 h 635534"/>
              <a:gd name="connsiteX14" fmla="*/ 0 w 3431443"/>
              <a:gd name="connsiteY14" fmla="*/ 0 h 635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1443" h="635534">
                <a:moveTo>
                  <a:pt x="0" y="0"/>
                </a:moveTo>
                <a:lnTo>
                  <a:pt x="1144128" y="0"/>
                </a:lnTo>
                <a:lnTo>
                  <a:pt x="1255762" y="0"/>
                </a:lnTo>
                <a:lnTo>
                  <a:pt x="1409044" y="0"/>
                </a:lnTo>
                <a:lnTo>
                  <a:pt x="3151090" y="0"/>
                </a:lnTo>
                <a:lnTo>
                  <a:pt x="3262725" y="0"/>
                </a:lnTo>
                <a:lnTo>
                  <a:pt x="3416007" y="0"/>
                </a:lnTo>
                <a:cubicBezTo>
                  <a:pt x="3429726" y="0"/>
                  <a:pt x="3436607" y="16595"/>
                  <a:pt x="3426902" y="26300"/>
                </a:cubicBezTo>
                <a:lnTo>
                  <a:pt x="2862779" y="590421"/>
                </a:lnTo>
                <a:cubicBezTo>
                  <a:pt x="2833892" y="619309"/>
                  <a:pt x="2794715" y="635534"/>
                  <a:pt x="2753853" y="635534"/>
                </a:cubicBezTo>
                <a:lnTo>
                  <a:pt x="2488937" y="635534"/>
                </a:lnTo>
                <a:lnTo>
                  <a:pt x="746891" y="635534"/>
                </a:lnTo>
                <a:lnTo>
                  <a:pt x="481974" y="635534"/>
                </a:lnTo>
                <a:lnTo>
                  <a:pt x="0" y="635534"/>
                </a:lnTo>
                <a:lnTo>
                  <a:pt x="0" y="0"/>
                </a:lnTo>
                <a:close/>
              </a:path>
            </a:pathLst>
          </a:custGeom>
          <a:gradFill>
            <a:gsLst>
              <a:gs pos="0">
                <a:srgbClr val="0098C7">
                  <a:alpha val="24705"/>
                </a:srgbClr>
              </a:gs>
              <a:gs pos="99000">
                <a:srgbClr val="005C8A">
                  <a:alpha val="24705"/>
                </a:srgbClr>
              </a:gs>
              <a:gs pos="100000">
                <a:srgbClr val="005C8A">
                  <a:alpha val="24705"/>
                </a:srgbClr>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 name="Freeform 8">
            <a:extLst>
              <a:ext uri="{FF2B5EF4-FFF2-40B4-BE49-F238E27FC236}">
                <a16:creationId xmlns:a16="http://schemas.microsoft.com/office/drawing/2014/main" id="{A985BF41-1393-853F-6DDF-DD489DE2FE8F}"/>
              </a:ext>
            </a:extLst>
          </p:cNvPr>
          <p:cNvSpPr/>
          <p:nvPr userDrawn="1"/>
        </p:nvSpPr>
        <p:spPr>
          <a:xfrm>
            <a:off x="0" y="1322675"/>
            <a:ext cx="6667828" cy="1645919"/>
          </a:xfrm>
          <a:custGeom>
            <a:avLst/>
            <a:gdLst>
              <a:gd name="connsiteX0" fmla="*/ 0 w 3205327"/>
              <a:gd name="connsiteY0" fmla="*/ 0 h 731416"/>
              <a:gd name="connsiteX1" fmla="*/ 572932 w 3205327"/>
              <a:gd name="connsiteY1" fmla="*/ 0 h 731416"/>
              <a:gd name="connsiteX2" fmla="*/ 701409 w 3205327"/>
              <a:gd name="connsiteY2" fmla="*/ 0 h 731416"/>
              <a:gd name="connsiteX3" fmla="*/ 877816 w 3205327"/>
              <a:gd name="connsiteY3" fmla="*/ 0 h 731416"/>
              <a:gd name="connsiteX4" fmla="*/ 2882678 w 3205327"/>
              <a:gd name="connsiteY4" fmla="*/ 0 h 731416"/>
              <a:gd name="connsiteX5" fmla="*/ 3011155 w 3205327"/>
              <a:gd name="connsiteY5" fmla="*/ 0 h 731416"/>
              <a:gd name="connsiteX6" fmla="*/ 3187562 w 3205327"/>
              <a:gd name="connsiteY6" fmla="*/ 0 h 731416"/>
              <a:gd name="connsiteX7" fmla="*/ 3200101 w 3205327"/>
              <a:gd name="connsiteY7" fmla="*/ 30268 h 731416"/>
              <a:gd name="connsiteX8" fmla="*/ 2550871 w 3205327"/>
              <a:gd name="connsiteY8" fmla="*/ 679497 h 731416"/>
              <a:gd name="connsiteX9" fmla="*/ 2425512 w 3205327"/>
              <a:gd name="connsiteY9" fmla="*/ 731416 h 731416"/>
              <a:gd name="connsiteX10" fmla="*/ 2120628 w 3205327"/>
              <a:gd name="connsiteY10" fmla="*/ 731416 h 731416"/>
              <a:gd name="connsiteX11" fmla="*/ 115766 w 3205327"/>
              <a:gd name="connsiteY11" fmla="*/ 731416 h 731416"/>
              <a:gd name="connsiteX12" fmla="*/ 0 w 3205327"/>
              <a:gd name="connsiteY12" fmla="*/ 731416 h 731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05327" h="731416">
                <a:moveTo>
                  <a:pt x="0" y="0"/>
                </a:moveTo>
                <a:lnTo>
                  <a:pt x="572932" y="0"/>
                </a:lnTo>
                <a:lnTo>
                  <a:pt x="701409" y="0"/>
                </a:lnTo>
                <a:lnTo>
                  <a:pt x="877816" y="0"/>
                </a:lnTo>
                <a:lnTo>
                  <a:pt x="2882678" y="0"/>
                </a:lnTo>
                <a:lnTo>
                  <a:pt x="3011155" y="0"/>
                </a:lnTo>
                <a:lnTo>
                  <a:pt x="3187562" y="0"/>
                </a:lnTo>
                <a:cubicBezTo>
                  <a:pt x="3203351" y="0"/>
                  <a:pt x="3211270" y="19099"/>
                  <a:pt x="3200101" y="30268"/>
                </a:cubicBezTo>
                <a:lnTo>
                  <a:pt x="2550871" y="679497"/>
                </a:lnTo>
                <a:cubicBezTo>
                  <a:pt x="2517626" y="712743"/>
                  <a:pt x="2472538" y="731416"/>
                  <a:pt x="2425512" y="731416"/>
                </a:cubicBezTo>
                <a:lnTo>
                  <a:pt x="2120628" y="731416"/>
                </a:lnTo>
                <a:lnTo>
                  <a:pt x="115766" y="731416"/>
                </a:lnTo>
                <a:lnTo>
                  <a:pt x="0" y="731416"/>
                </a:lnTo>
                <a:close/>
              </a:path>
            </a:pathLst>
          </a:custGeom>
          <a:gradFill>
            <a:gsLst>
              <a:gs pos="0">
                <a:schemeClr val="accent3"/>
              </a:gs>
              <a:gs pos="36000">
                <a:schemeClr val="accent2"/>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bg1"/>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Tree>
    <p:extLst>
      <p:ext uri="{BB962C8B-B14F-4D97-AF65-F5344CB8AC3E}">
        <p14:creationId xmlns:p14="http://schemas.microsoft.com/office/powerpoint/2010/main" val="2038385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Section Header – Photo">
    <p:bg>
      <p:bgPr>
        <a:solidFill>
          <a:schemeClr val="bg1"/>
        </a:solidFill>
        <a:effectLst/>
      </p:bgPr>
    </p:bg>
    <p:spTree>
      <p:nvGrpSpPr>
        <p:cNvPr id="1" name=""/>
        <p:cNvGrpSpPr/>
        <p:nvPr/>
      </p:nvGrpSpPr>
      <p:grpSpPr>
        <a:xfrm>
          <a:off x="0" y="0"/>
          <a:ext cx="0" cy="0"/>
          <a:chOff x="0" y="0"/>
          <a:chExt cx="0" cy="0"/>
        </a:xfrm>
      </p:grpSpPr>
      <p:pic>
        <p:nvPicPr>
          <p:cNvPr id="20" name="Picture 19" descr="A blue sky with white clouds&#10;&#10;Description automatically generated">
            <a:extLst>
              <a:ext uri="{FF2B5EF4-FFF2-40B4-BE49-F238E27FC236}">
                <a16:creationId xmlns:a16="http://schemas.microsoft.com/office/drawing/2014/main" id="{D1601FB6-7205-3D56-8322-782554EE923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21" name="Picture 20">
            <a:extLst>
              <a:ext uri="{FF2B5EF4-FFF2-40B4-BE49-F238E27FC236}">
                <a16:creationId xmlns:a16="http://schemas.microsoft.com/office/drawing/2014/main" id="{4FB41C97-3B72-BBBF-039B-56D8186F8F96}"/>
              </a:ext>
            </a:extLst>
          </p:cNvPr>
          <p:cNvPicPr>
            <a:picLocks noChangeAspect="1"/>
          </p:cNvPicPr>
          <p:nvPr/>
        </p:nvPicPr>
        <p:blipFill>
          <a:blip r:embed="rId3"/>
          <a:stretch>
            <a:fillRect/>
          </a:stretch>
        </p:blipFill>
        <p:spPr>
          <a:xfrm>
            <a:off x="879" y="-496"/>
            <a:ext cx="12187945" cy="6858495"/>
          </a:xfrm>
          <a:prstGeom prst="rect">
            <a:avLst/>
          </a:prstGeom>
        </p:spPr>
      </p:pic>
      <p:sp>
        <p:nvSpPr>
          <p:cNvPr id="15" name="Freeform: Shape 14">
            <a:extLst>
              <a:ext uri="{FF2B5EF4-FFF2-40B4-BE49-F238E27FC236}">
                <a16:creationId xmlns:a16="http://schemas.microsoft.com/office/drawing/2014/main" id="{C417634E-D293-9DD1-5893-0DC6BD57B448}"/>
              </a:ext>
            </a:extLst>
          </p:cNvPr>
          <p:cNvSpPr/>
          <p:nvPr/>
        </p:nvSpPr>
        <p:spPr>
          <a:xfrm>
            <a:off x="5801096" y="1239062"/>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4"/>
              </a:gs>
            </a:gsLst>
            <a:lin ang="0" scaled="1"/>
          </a:gradFill>
          <a:ln w="0" cap="flat">
            <a:noFill/>
            <a:prstDash val="solid"/>
            <a:miter/>
          </a:ln>
        </p:spPr>
        <p:txBody>
          <a:bodyPr rtlCol="0" anchor="ctr"/>
          <a:lstStyle/>
          <a:p>
            <a:endParaRPr lang="en-US" dirty="0"/>
          </a:p>
        </p:txBody>
      </p:sp>
      <p:sp>
        <p:nvSpPr>
          <p:cNvPr id="17" name="Title 1">
            <a:extLst>
              <a:ext uri="{FF2B5EF4-FFF2-40B4-BE49-F238E27FC236}">
                <a16:creationId xmlns:a16="http://schemas.microsoft.com/office/drawing/2014/main" id="{2AC6091C-E947-4C0C-85B0-C87C084ACBB4}"/>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Section Title</a:t>
            </a:r>
            <a:br>
              <a:rPr lang="en-US" dirty="0"/>
            </a:br>
            <a:r>
              <a:rPr lang="en-US" dirty="0"/>
              <a:t>with photo</a:t>
            </a:r>
          </a:p>
        </p:txBody>
      </p:sp>
      <p:sp>
        <p:nvSpPr>
          <p:cNvPr id="18" name="Subtitle">
            <a:extLst>
              <a:ext uri="{FF2B5EF4-FFF2-40B4-BE49-F238E27FC236}">
                <a16:creationId xmlns:a16="http://schemas.microsoft.com/office/drawing/2014/main" id="{A2044BBD-0109-43FF-A52D-8FA2841A4DF6}"/>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4" name="TextBox 3">
            <a:extLst>
              <a:ext uri="{FF2B5EF4-FFF2-40B4-BE49-F238E27FC236}">
                <a16:creationId xmlns:a16="http://schemas.microsoft.com/office/drawing/2014/main" id="{5C20FE76-7A87-7399-596D-E0FEF058B0CD}"/>
              </a:ext>
            </a:extLst>
          </p:cNvPr>
          <p:cNvSpPr txBox="1"/>
          <p:nvPr/>
        </p:nvSpPr>
        <p:spPr>
          <a:xfrm>
            <a:off x="1645084" y="6461498"/>
            <a:ext cx="2806859" cy="125484"/>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Broadcom Proprietary and Confidential. Copyright © 2024 Broadcom.  </a:t>
            </a:r>
          </a:p>
        </p:txBody>
      </p:sp>
      <p:grpSp>
        <p:nvGrpSpPr>
          <p:cNvPr id="6" name="Graphic 8">
            <a:extLst>
              <a:ext uri="{FF2B5EF4-FFF2-40B4-BE49-F238E27FC236}">
                <a16:creationId xmlns:a16="http://schemas.microsoft.com/office/drawing/2014/main" id="{5FB75E1E-5ECF-39E5-683F-83EA2E7C5F92}"/>
              </a:ext>
            </a:extLst>
          </p:cNvPr>
          <p:cNvGrpSpPr/>
          <p:nvPr/>
        </p:nvGrpSpPr>
        <p:grpSpPr>
          <a:xfrm>
            <a:off x="265625" y="6323271"/>
            <a:ext cx="1249223" cy="369648"/>
            <a:chOff x="265625" y="6323271"/>
            <a:chExt cx="1249223" cy="369648"/>
          </a:xfrm>
          <a:solidFill>
            <a:srgbClr val="000000"/>
          </a:solidFill>
        </p:grpSpPr>
        <p:grpSp>
          <p:nvGrpSpPr>
            <p:cNvPr id="7" name="Graphic 8">
              <a:extLst>
                <a:ext uri="{FF2B5EF4-FFF2-40B4-BE49-F238E27FC236}">
                  <a16:creationId xmlns:a16="http://schemas.microsoft.com/office/drawing/2014/main" id="{A736F19C-96C1-E942-EC49-229F7A3B68F2}"/>
                </a:ext>
              </a:extLst>
            </p:cNvPr>
            <p:cNvGrpSpPr/>
            <p:nvPr/>
          </p:nvGrpSpPr>
          <p:grpSpPr>
            <a:xfrm>
              <a:off x="745455" y="6594444"/>
              <a:ext cx="722662" cy="98475"/>
              <a:chOff x="745455" y="6594444"/>
              <a:chExt cx="722662" cy="98475"/>
            </a:xfrm>
            <a:solidFill>
              <a:srgbClr val="000000"/>
            </a:solidFill>
          </p:grpSpPr>
          <p:sp>
            <p:nvSpPr>
              <p:cNvPr id="26" name="Freeform 25">
                <a:extLst>
                  <a:ext uri="{FF2B5EF4-FFF2-40B4-BE49-F238E27FC236}">
                    <a16:creationId xmlns:a16="http://schemas.microsoft.com/office/drawing/2014/main" id="{EB1A2322-1B68-222D-5C7B-21BC4BC5E9B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E3142B55-436D-ED55-5414-22B3121F6B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A95B898B-465D-B4F2-6571-A666D3CD81E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A6885C5F-AB44-9AFC-AF3D-CFDB30C3574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2ABC8F96-B643-EE7D-4B62-9CBDC7BFD07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42B7B857-129B-BC06-1EE1-5C3BC6B5267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33" name="Freeform 32">
                <a:extLst>
                  <a:ext uri="{FF2B5EF4-FFF2-40B4-BE49-F238E27FC236}">
                    <a16:creationId xmlns:a16="http://schemas.microsoft.com/office/drawing/2014/main" id="{DE7871B6-7C77-63CC-29EB-8804C9EC800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4" name="Freeform 33">
                <a:extLst>
                  <a:ext uri="{FF2B5EF4-FFF2-40B4-BE49-F238E27FC236}">
                    <a16:creationId xmlns:a16="http://schemas.microsoft.com/office/drawing/2014/main" id="{5CACC287-3144-5F41-8878-740F834ADF8A}"/>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5" name="Freeform 34">
                <a:extLst>
                  <a:ext uri="{FF2B5EF4-FFF2-40B4-BE49-F238E27FC236}">
                    <a16:creationId xmlns:a16="http://schemas.microsoft.com/office/drawing/2014/main" id="{F8C02031-CB2A-138B-7806-B09A9CE926C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6" name="Freeform 35">
                <a:extLst>
                  <a:ext uri="{FF2B5EF4-FFF2-40B4-BE49-F238E27FC236}">
                    <a16:creationId xmlns:a16="http://schemas.microsoft.com/office/drawing/2014/main" id="{78B31A38-6074-8D62-E841-01F7C003A861}"/>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8" name="Graphic 8">
              <a:extLst>
                <a:ext uri="{FF2B5EF4-FFF2-40B4-BE49-F238E27FC236}">
                  <a16:creationId xmlns:a16="http://schemas.microsoft.com/office/drawing/2014/main" id="{77DD52C8-412A-7D6C-40F7-9F9263703088}"/>
                </a:ext>
              </a:extLst>
            </p:cNvPr>
            <p:cNvGrpSpPr/>
            <p:nvPr/>
          </p:nvGrpSpPr>
          <p:grpSpPr>
            <a:xfrm>
              <a:off x="265625" y="6323271"/>
              <a:ext cx="1249223" cy="190348"/>
              <a:chOff x="265625" y="6323271"/>
              <a:chExt cx="1249223" cy="190348"/>
            </a:xfrm>
            <a:solidFill>
              <a:srgbClr val="000000"/>
            </a:solidFill>
          </p:grpSpPr>
          <p:sp>
            <p:nvSpPr>
              <p:cNvPr id="9" name="Freeform 8">
                <a:extLst>
                  <a:ext uri="{FF2B5EF4-FFF2-40B4-BE49-F238E27FC236}">
                    <a16:creationId xmlns:a16="http://schemas.microsoft.com/office/drawing/2014/main" id="{FA0598CE-0EFB-5D16-AD05-A617D8FD011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1B18338C-ED9F-9E96-D92B-177F967C7B3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1" name="Freeform 10">
                <a:extLst>
                  <a:ext uri="{FF2B5EF4-FFF2-40B4-BE49-F238E27FC236}">
                    <a16:creationId xmlns:a16="http://schemas.microsoft.com/office/drawing/2014/main" id="{49AA51AF-6364-0953-6B79-D6A5BB8E5A5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BA45DA74-A818-75F8-ADB4-89A89BB2FAA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7CCC9E1A-1D2F-F8A5-404B-348175CD2EA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866EE839-CF73-18CC-B4C4-9D7E5AFFDB1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0634225E-0119-0295-531B-BE94DFF783F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9" name="page number">
            <a:extLst>
              <a:ext uri="{FF2B5EF4-FFF2-40B4-BE49-F238E27FC236}">
                <a16:creationId xmlns:a16="http://schemas.microsoft.com/office/drawing/2014/main" id="{75CEFF6F-DEAE-124A-A7E8-4A2D776D0794}"/>
              </a:ext>
            </a:extLst>
          </p:cNvPr>
          <p:cNvSpPr txBox="1"/>
          <p:nvPr/>
        </p:nvSpPr>
        <p:spPr bwMode="white">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pic>
        <p:nvPicPr>
          <p:cNvPr id="30" name="Picture 29" descr="A blue sky with white clouds&#10;&#10;Description automatically generated">
            <a:extLst>
              <a:ext uri="{FF2B5EF4-FFF2-40B4-BE49-F238E27FC236}">
                <a16:creationId xmlns:a16="http://schemas.microsoft.com/office/drawing/2014/main" id="{D1601FB6-7205-3D56-8322-782554EE923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37" name="Picture 36">
            <a:extLst>
              <a:ext uri="{FF2B5EF4-FFF2-40B4-BE49-F238E27FC236}">
                <a16:creationId xmlns:a16="http://schemas.microsoft.com/office/drawing/2014/main" id="{4FB41C97-3B72-BBBF-039B-56D8186F8F96}"/>
              </a:ext>
            </a:extLst>
          </p:cNvPr>
          <p:cNvPicPr>
            <a:picLocks noChangeAspect="1"/>
          </p:cNvPicPr>
          <p:nvPr userDrawn="1"/>
        </p:nvPicPr>
        <p:blipFill>
          <a:blip r:embed="rId3"/>
          <a:stretch>
            <a:fillRect/>
          </a:stretch>
        </p:blipFill>
        <p:spPr>
          <a:xfrm>
            <a:off x="879" y="-496"/>
            <a:ext cx="12187945" cy="6858495"/>
          </a:xfrm>
          <a:prstGeom prst="rect">
            <a:avLst/>
          </a:prstGeom>
        </p:spPr>
      </p:pic>
      <p:sp>
        <p:nvSpPr>
          <p:cNvPr id="38" name="Freeform: Shape 14">
            <a:extLst>
              <a:ext uri="{FF2B5EF4-FFF2-40B4-BE49-F238E27FC236}">
                <a16:creationId xmlns:a16="http://schemas.microsoft.com/office/drawing/2014/main" id="{C417634E-D293-9DD1-5893-0DC6BD57B448}"/>
              </a:ext>
            </a:extLst>
          </p:cNvPr>
          <p:cNvSpPr/>
          <p:nvPr userDrawn="1"/>
        </p:nvSpPr>
        <p:spPr>
          <a:xfrm>
            <a:off x="5801096" y="1239062"/>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4"/>
              </a:gs>
            </a:gsLst>
            <a:lin ang="0" scaled="1"/>
          </a:gradFill>
          <a:ln w="0" cap="flat">
            <a:noFill/>
            <a:prstDash val="solid"/>
            <a:miter/>
          </a:ln>
        </p:spPr>
        <p:txBody>
          <a:bodyPr rtlCol="0" anchor="ctr"/>
          <a:lstStyle/>
          <a:p>
            <a:endParaRPr lang="en-US" dirty="0"/>
          </a:p>
        </p:txBody>
      </p:sp>
      <p:grpSp>
        <p:nvGrpSpPr>
          <p:cNvPr id="41" name="Graphic 8">
            <a:extLst>
              <a:ext uri="{FF2B5EF4-FFF2-40B4-BE49-F238E27FC236}">
                <a16:creationId xmlns:a16="http://schemas.microsoft.com/office/drawing/2014/main" id="{5FB75E1E-5ECF-39E5-683F-83EA2E7C5F92}"/>
              </a:ext>
            </a:extLst>
          </p:cNvPr>
          <p:cNvGrpSpPr/>
          <p:nvPr userDrawn="1"/>
        </p:nvGrpSpPr>
        <p:grpSpPr>
          <a:xfrm>
            <a:off x="265625" y="6323271"/>
            <a:ext cx="1249223" cy="369648"/>
            <a:chOff x="265625" y="6323271"/>
            <a:chExt cx="1249223" cy="369648"/>
          </a:xfrm>
          <a:solidFill>
            <a:srgbClr val="000000"/>
          </a:solidFill>
        </p:grpSpPr>
        <p:grpSp>
          <p:nvGrpSpPr>
            <p:cNvPr id="42" name="Graphic 8">
              <a:extLst>
                <a:ext uri="{FF2B5EF4-FFF2-40B4-BE49-F238E27FC236}">
                  <a16:creationId xmlns:a16="http://schemas.microsoft.com/office/drawing/2014/main" id="{A736F19C-96C1-E942-EC49-229F7A3B68F2}"/>
                </a:ext>
              </a:extLst>
            </p:cNvPr>
            <p:cNvGrpSpPr/>
            <p:nvPr/>
          </p:nvGrpSpPr>
          <p:grpSpPr>
            <a:xfrm>
              <a:off x="745455" y="6594444"/>
              <a:ext cx="722662" cy="98475"/>
              <a:chOff x="745455" y="6594444"/>
              <a:chExt cx="722662" cy="98475"/>
            </a:xfrm>
            <a:solidFill>
              <a:srgbClr val="000000"/>
            </a:solidFill>
          </p:grpSpPr>
          <p:sp>
            <p:nvSpPr>
              <p:cNvPr id="51" name="Freeform 50">
                <a:extLst>
                  <a:ext uri="{FF2B5EF4-FFF2-40B4-BE49-F238E27FC236}">
                    <a16:creationId xmlns:a16="http://schemas.microsoft.com/office/drawing/2014/main" id="{EB1A2322-1B68-222D-5C7B-21BC4BC5E9B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E3142B55-436D-ED55-5414-22B3121F6B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A95B898B-465D-B4F2-6571-A666D3CD81E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A6885C5F-AB44-9AFC-AF3D-CFDB30C3574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ABC8F96-B643-EE7D-4B62-9CBDC7BFD07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42B7B857-129B-BC06-1EE1-5C3BC6B5267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DE7871B6-7C77-63CC-29EB-8804C9EC800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5CACC287-3144-5F41-8878-740F834ADF8A}"/>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F8C02031-CB2A-138B-7806-B09A9CE926C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78B31A38-6074-8D62-E841-01F7C003A861}"/>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3" name="Graphic 8">
              <a:extLst>
                <a:ext uri="{FF2B5EF4-FFF2-40B4-BE49-F238E27FC236}">
                  <a16:creationId xmlns:a16="http://schemas.microsoft.com/office/drawing/2014/main" id="{77DD52C8-412A-7D6C-40F7-9F9263703088}"/>
                </a:ext>
              </a:extLst>
            </p:cNvPr>
            <p:cNvGrpSpPr/>
            <p:nvPr/>
          </p:nvGrpSpPr>
          <p:grpSpPr>
            <a:xfrm>
              <a:off x="265625" y="6323271"/>
              <a:ext cx="1249223" cy="190348"/>
              <a:chOff x="265625" y="6323271"/>
              <a:chExt cx="1249223" cy="190348"/>
            </a:xfrm>
            <a:solidFill>
              <a:srgbClr val="000000"/>
            </a:solidFill>
          </p:grpSpPr>
          <p:sp>
            <p:nvSpPr>
              <p:cNvPr id="44" name="Freeform 43">
                <a:extLst>
                  <a:ext uri="{FF2B5EF4-FFF2-40B4-BE49-F238E27FC236}">
                    <a16:creationId xmlns:a16="http://schemas.microsoft.com/office/drawing/2014/main" id="{FA0598CE-0EFB-5D16-AD05-A617D8FD011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1B18338C-ED9F-9E96-D92B-177F967C7B3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49AA51AF-6364-0953-6B79-D6A5BB8E5A5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BA45DA74-A818-75F8-ADB4-89A89BB2FAA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7CCC9E1A-1D2F-F8A5-404B-348175CD2EA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866EE839-CF73-18CC-B4C4-9D7E5AFFDB1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0634225E-0119-0295-531B-BE94DFF783F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1" name="page number">
            <a:extLst>
              <a:ext uri="{FF2B5EF4-FFF2-40B4-BE49-F238E27FC236}">
                <a16:creationId xmlns:a16="http://schemas.microsoft.com/office/drawing/2014/main" id="{75CEFF6F-DEAE-124A-A7E8-4A2D776D0794}"/>
              </a:ext>
            </a:extLst>
          </p:cNvPr>
          <p:cNvSpPr txBox="1"/>
          <p:nvPr userDrawn="1"/>
        </p:nvSpPr>
        <p:spPr bwMode="white">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3" name="TextBox 2">
            <a:extLst>
              <a:ext uri="{FF2B5EF4-FFF2-40B4-BE49-F238E27FC236}">
                <a16:creationId xmlns:a16="http://schemas.microsoft.com/office/drawing/2014/main" id="{23947260-FA76-99A5-7F64-73F3D1395242}"/>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019298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Header - Big Photo">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4D51256C-8571-417A-8656-22A594F4B289}"/>
              </a:ext>
              <a:ext uri="{C183D7F6-B498-43B3-948B-1728B52AA6E4}">
                <adec:decorative xmlns:adec="http://schemas.microsoft.com/office/drawing/2017/decorative" val="1"/>
              </a:ext>
            </a:extLst>
          </p:cNvPr>
          <p:cNvSpPr/>
          <p:nvPr userDrawn="1"/>
        </p:nvSpPr>
        <p:spPr>
          <a:xfrm rot="2700000">
            <a:off x="298211" y="-4053279"/>
            <a:ext cx="6293364" cy="12454818"/>
          </a:xfrm>
          <a:custGeom>
            <a:avLst/>
            <a:gdLst>
              <a:gd name="connsiteX0" fmla="*/ 0 w 6293364"/>
              <a:gd name="connsiteY0" fmla="*/ 6293364 h 12454818"/>
              <a:gd name="connsiteX1" fmla="*/ 6293364 w 6293364"/>
              <a:gd name="connsiteY1" fmla="*/ 0 h 12454818"/>
              <a:gd name="connsiteX2" fmla="*/ 6293364 w 6293364"/>
              <a:gd name="connsiteY2" fmla="*/ 9715045 h 12454818"/>
              <a:gd name="connsiteX3" fmla="*/ 3553591 w 6293364"/>
              <a:gd name="connsiteY3" fmla="*/ 12454818 h 12454818"/>
              <a:gd name="connsiteX4" fmla="*/ 0 w 6293364"/>
              <a:gd name="connsiteY4" fmla="*/ 8901227 h 124548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3364" h="12454818">
                <a:moveTo>
                  <a:pt x="0" y="6293364"/>
                </a:moveTo>
                <a:lnTo>
                  <a:pt x="6293364" y="0"/>
                </a:lnTo>
                <a:lnTo>
                  <a:pt x="6293364" y="9715045"/>
                </a:lnTo>
                <a:lnTo>
                  <a:pt x="3553591" y="12454818"/>
                </a:lnTo>
                <a:lnTo>
                  <a:pt x="0" y="8901227"/>
                </a:lnTo>
                <a:close/>
              </a:path>
            </a:pathLst>
          </a:custGeom>
          <a:gradFill>
            <a:gsLst>
              <a:gs pos="0">
                <a:schemeClr val="bg1">
                  <a:alpha val="31000"/>
                </a:schemeClr>
              </a:gs>
              <a:gs pos="58000">
                <a:schemeClr val="bg1"/>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dirty="0">
              <a:solidFill>
                <a:schemeClr val="bg1"/>
              </a:solidFill>
            </a:endParaRPr>
          </a:p>
        </p:txBody>
      </p:sp>
      <p:grpSp>
        <p:nvGrpSpPr>
          <p:cNvPr id="3" name="Graphic 8">
            <a:extLst>
              <a:ext uri="{FF2B5EF4-FFF2-40B4-BE49-F238E27FC236}">
                <a16:creationId xmlns:a16="http://schemas.microsoft.com/office/drawing/2014/main" id="{B6C5F822-7E15-1E81-F25D-DF7ED279C3A7}"/>
              </a:ext>
            </a:extLst>
          </p:cNvPr>
          <p:cNvGrpSpPr/>
          <p:nvPr userDrawn="1"/>
        </p:nvGrpSpPr>
        <p:grpSpPr>
          <a:xfrm>
            <a:off x="265625" y="6323271"/>
            <a:ext cx="1249223" cy="369648"/>
            <a:chOff x="265625" y="6323271"/>
            <a:chExt cx="1249223" cy="369648"/>
          </a:xfrm>
          <a:solidFill>
            <a:schemeClr val="bg2">
              <a:lumMod val="25000"/>
            </a:schemeClr>
          </a:solidFill>
        </p:grpSpPr>
        <p:grpSp>
          <p:nvGrpSpPr>
            <p:cNvPr id="4" name="Graphic 8">
              <a:extLst>
                <a:ext uri="{FF2B5EF4-FFF2-40B4-BE49-F238E27FC236}">
                  <a16:creationId xmlns:a16="http://schemas.microsoft.com/office/drawing/2014/main" id="{050231E7-043E-DBC1-31D0-4D9FCE59EDF6}"/>
                </a:ext>
              </a:extLst>
            </p:cNvPr>
            <p:cNvGrpSpPr/>
            <p:nvPr/>
          </p:nvGrpSpPr>
          <p:grpSpPr>
            <a:xfrm>
              <a:off x="745455" y="6594444"/>
              <a:ext cx="722662" cy="98475"/>
              <a:chOff x="745455" y="6594444"/>
              <a:chExt cx="722662" cy="98475"/>
            </a:xfrm>
            <a:grpFill/>
          </p:grpSpPr>
          <p:sp>
            <p:nvSpPr>
              <p:cNvPr id="14" name="Freeform 25">
                <a:extLst>
                  <a:ext uri="{FF2B5EF4-FFF2-40B4-BE49-F238E27FC236}">
                    <a16:creationId xmlns:a16="http://schemas.microsoft.com/office/drawing/2014/main" id="{CC5F3555-CD13-4FBD-41DF-A3EDA7AEB39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p>
            </p:txBody>
          </p:sp>
          <p:sp>
            <p:nvSpPr>
              <p:cNvPr id="16" name="Freeform 26">
                <a:extLst>
                  <a:ext uri="{FF2B5EF4-FFF2-40B4-BE49-F238E27FC236}">
                    <a16:creationId xmlns:a16="http://schemas.microsoft.com/office/drawing/2014/main" id="{47767025-D836-AC70-A077-D8E864C3709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p>
            </p:txBody>
          </p:sp>
          <p:sp>
            <p:nvSpPr>
              <p:cNvPr id="18" name="Freeform 27">
                <a:extLst>
                  <a:ext uri="{FF2B5EF4-FFF2-40B4-BE49-F238E27FC236}">
                    <a16:creationId xmlns:a16="http://schemas.microsoft.com/office/drawing/2014/main" id="{B0EF6345-6417-63BA-9E28-D1DABC8BB68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p>
            </p:txBody>
          </p:sp>
          <p:sp>
            <p:nvSpPr>
              <p:cNvPr id="19" name="Freeform 28">
                <a:extLst>
                  <a:ext uri="{FF2B5EF4-FFF2-40B4-BE49-F238E27FC236}">
                    <a16:creationId xmlns:a16="http://schemas.microsoft.com/office/drawing/2014/main" id="{EB63E0E9-BA94-FDD1-2316-DC455A1DD655}"/>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p>
            </p:txBody>
          </p:sp>
          <p:sp>
            <p:nvSpPr>
              <p:cNvPr id="20" name="Freeform 30">
                <a:extLst>
                  <a:ext uri="{FF2B5EF4-FFF2-40B4-BE49-F238E27FC236}">
                    <a16:creationId xmlns:a16="http://schemas.microsoft.com/office/drawing/2014/main" id="{A4A79810-0D6F-5237-86DC-F893B3FEA31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p>
            </p:txBody>
          </p:sp>
          <p:sp>
            <p:nvSpPr>
              <p:cNvPr id="21" name="Freeform 31">
                <a:extLst>
                  <a:ext uri="{FF2B5EF4-FFF2-40B4-BE49-F238E27FC236}">
                    <a16:creationId xmlns:a16="http://schemas.microsoft.com/office/drawing/2014/main" id="{8B26C191-B8A5-EB3A-F0A9-7CF5F95C6E20}"/>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p>
            </p:txBody>
          </p:sp>
          <p:sp>
            <p:nvSpPr>
              <p:cNvPr id="22" name="Freeform 32">
                <a:extLst>
                  <a:ext uri="{FF2B5EF4-FFF2-40B4-BE49-F238E27FC236}">
                    <a16:creationId xmlns:a16="http://schemas.microsoft.com/office/drawing/2014/main" id="{5856E783-6D53-1E87-B1D5-32DB719E09BD}"/>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p>
            </p:txBody>
          </p:sp>
          <p:sp>
            <p:nvSpPr>
              <p:cNvPr id="23" name="Freeform 33">
                <a:extLst>
                  <a:ext uri="{FF2B5EF4-FFF2-40B4-BE49-F238E27FC236}">
                    <a16:creationId xmlns:a16="http://schemas.microsoft.com/office/drawing/2014/main" id="{558AA556-8B14-0A87-0A02-9A04B645035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p>
            </p:txBody>
          </p:sp>
          <p:sp>
            <p:nvSpPr>
              <p:cNvPr id="24" name="Freeform 34">
                <a:extLst>
                  <a:ext uri="{FF2B5EF4-FFF2-40B4-BE49-F238E27FC236}">
                    <a16:creationId xmlns:a16="http://schemas.microsoft.com/office/drawing/2014/main" id="{C43C98BB-4784-80EC-2DE9-86515BD84CF9}"/>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p>
            </p:txBody>
          </p:sp>
          <p:sp>
            <p:nvSpPr>
              <p:cNvPr id="25" name="Freeform 35">
                <a:extLst>
                  <a:ext uri="{FF2B5EF4-FFF2-40B4-BE49-F238E27FC236}">
                    <a16:creationId xmlns:a16="http://schemas.microsoft.com/office/drawing/2014/main" id="{0D5C17FF-3FFC-AF4F-FFA9-C244E3DBDE58}"/>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p>
            </p:txBody>
          </p:sp>
        </p:grpSp>
        <p:grpSp>
          <p:nvGrpSpPr>
            <p:cNvPr id="5" name="Graphic 8">
              <a:extLst>
                <a:ext uri="{FF2B5EF4-FFF2-40B4-BE49-F238E27FC236}">
                  <a16:creationId xmlns:a16="http://schemas.microsoft.com/office/drawing/2014/main" id="{CD75E61F-8EF9-D81D-3A64-1CE4DD75533C}"/>
                </a:ext>
              </a:extLst>
            </p:cNvPr>
            <p:cNvGrpSpPr/>
            <p:nvPr/>
          </p:nvGrpSpPr>
          <p:grpSpPr>
            <a:xfrm>
              <a:off x="265625" y="6323271"/>
              <a:ext cx="1249223" cy="190348"/>
              <a:chOff x="265625" y="6323271"/>
              <a:chExt cx="1249223" cy="190348"/>
            </a:xfrm>
            <a:grpFill/>
          </p:grpSpPr>
          <p:sp>
            <p:nvSpPr>
              <p:cNvPr id="6" name="Freeform 8">
                <a:extLst>
                  <a:ext uri="{FF2B5EF4-FFF2-40B4-BE49-F238E27FC236}">
                    <a16:creationId xmlns:a16="http://schemas.microsoft.com/office/drawing/2014/main" id="{8481F6A3-8FCB-9C64-7177-C878C6B5908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p>
            </p:txBody>
          </p:sp>
          <p:sp>
            <p:nvSpPr>
              <p:cNvPr id="7" name="Freeform 9">
                <a:extLst>
                  <a:ext uri="{FF2B5EF4-FFF2-40B4-BE49-F238E27FC236}">
                    <a16:creationId xmlns:a16="http://schemas.microsoft.com/office/drawing/2014/main" id="{1DDC6738-739D-E2F9-B369-1B6A494480E3}"/>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p>
            </p:txBody>
          </p:sp>
          <p:sp>
            <p:nvSpPr>
              <p:cNvPr id="9" name="Freeform 10">
                <a:extLst>
                  <a:ext uri="{FF2B5EF4-FFF2-40B4-BE49-F238E27FC236}">
                    <a16:creationId xmlns:a16="http://schemas.microsoft.com/office/drawing/2014/main" id="{BF228DE0-CA31-E23D-34DB-B8255B0B065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p>
            </p:txBody>
          </p:sp>
          <p:sp>
            <p:nvSpPr>
              <p:cNvPr id="10" name="Freeform 11">
                <a:extLst>
                  <a:ext uri="{FF2B5EF4-FFF2-40B4-BE49-F238E27FC236}">
                    <a16:creationId xmlns:a16="http://schemas.microsoft.com/office/drawing/2014/main" id="{4EC95BBC-AAEC-7BF9-41CE-6BE4F18B87C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p>
            </p:txBody>
          </p:sp>
          <p:sp>
            <p:nvSpPr>
              <p:cNvPr id="11" name="Freeform 12">
                <a:extLst>
                  <a:ext uri="{FF2B5EF4-FFF2-40B4-BE49-F238E27FC236}">
                    <a16:creationId xmlns:a16="http://schemas.microsoft.com/office/drawing/2014/main" id="{B70B1692-1818-F82A-303C-0E73DEAEF20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p>
            </p:txBody>
          </p:sp>
          <p:sp>
            <p:nvSpPr>
              <p:cNvPr id="12" name="Freeform 13">
                <a:extLst>
                  <a:ext uri="{FF2B5EF4-FFF2-40B4-BE49-F238E27FC236}">
                    <a16:creationId xmlns:a16="http://schemas.microsoft.com/office/drawing/2014/main" id="{25C284E4-4A7E-0464-F9D7-BA119CF55B1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p>
            </p:txBody>
          </p:sp>
          <p:sp>
            <p:nvSpPr>
              <p:cNvPr id="13" name="Freeform 24">
                <a:extLst>
                  <a:ext uri="{FF2B5EF4-FFF2-40B4-BE49-F238E27FC236}">
                    <a16:creationId xmlns:a16="http://schemas.microsoft.com/office/drawing/2014/main" id="{0B831A31-DEED-1DA0-2F6A-CFE84CFABDA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p>
            </p:txBody>
          </p:sp>
        </p:grpSp>
      </p:grpSp>
      <p:sp>
        <p:nvSpPr>
          <p:cNvPr id="26" name="page number">
            <a:extLst>
              <a:ext uri="{FF2B5EF4-FFF2-40B4-BE49-F238E27FC236}">
                <a16:creationId xmlns:a16="http://schemas.microsoft.com/office/drawing/2014/main" id="{98D4E5F4-4B93-9D10-4748-C1BAFD550BF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chemeClr val="bg1"/>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1"/>
              </a:solidFill>
              <a:effectLst/>
              <a:uLnTx/>
              <a:uFillTx/>
              <a:latin typeface="Arial" panose="020B0604020202020204" pitchFamily="34" charset="0"/>
              <a:ea typeface="Arial" panose="020B0604020202020204" pitchFamily="34" charset="0"/>
            </a:endParaRPr>
          </a:p>
        </p:txBody>
      </p:sp>
      <p:sp>
        <p:nvSpPr>
          <p:cNvPr id="2" name="Title 1">
            <a:extLst>
              <a:ext uri="{FF2B5EF4-FFF2-40B4-BE49-F238E27FC236}">
                <a16:creationId xmlns:a16="http://schemas.microsoft.com/office/drawing/2014/main" id="{B7CC1487-C9D3-FFF9-B797-3986FA4E3C97}"/>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Section Title</a:t>
            </a:r>
            <a:br>
              <a:rPr lang="en-US" dirty="0"/>
            </a:br>
            <a:r>
              <a:rPr lang="en-US" dirty="0"/>
              <a:t>with Photo</a:t>
            </a:r>
          </a:p>
        </p:txBody>
      </p:sp>
      <p:sp>
        <p:nvSpPr>
          <p:cNvPr id="15" name="Subtitle">
            <a:extLst>
              <a:ext uri="{FF2B5EF4-FFF2-40B4-BE49-F238E27FC236}">
                <a16:creationId xmlns:a16="http://schemas.microsoft.com/office/drawing/2014/main" id="{6366CB2A-8FF3-60D9-C71B-488AC884C780}"/>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Tree>
    <p:extLst>
      <p:ext uri="{BB962C8B-B14F-4D97-AF65-F5344CB8AC3E}">
        <p14:creationId xmlns:p14="http://schemas.microsoft.com/office/powerpoint/2010/main" val="2000700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Section Header – Aqua - VCF 9">
    <p:spTree>
      <p:nvGrpSpPr>
        <p:cNvPr id="1" name=""/>
        <p:cNvGrpSpPr/>
        <p:nvPr/>
      </p:nvGrpSpPr>
      <p:grpSpPr>
        <a:xfrm>
          <a:off x="0" y="0"/>
          <a:ext cx="0" cy="0"/>
          <a:chOff x="0" y="0"/>
          <a:chExt cx="0" cy="0"/>
        </a:xfrm>
      </p:grpSpPr>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6" name="page number">
            <a:extLst>
              <a:ext uri="{FF2B5EF4-FFF2-40B4-BE49-F238E27FC236}">
                <a16:creationId xmlns:a16="http://schemas.microsoft.com/office/drawing/2014/main" id="{274E202C-D42A-664B-A387-688ED861096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 name="Title 1"/>
          <p:cNvSpPr>
            <a:spLocks noGrp="1"/>
          </p:cNvSpPr>
          <p:nvPr>
            <p:ph type="title" hasCustomPrompt="1"/>
          </p:nvPr>
        </p:nvSpPr>
        <p:spPr>
          <a:xfrm>
            <a:off x="589107" y="938794"/>
            <a:ext cx="6587869" cy="1229360"/>
          </a:xfrm>
        </p:spPr>
        <p:txBody>
          <a:bodyPr wrap="square" anchor="b"/>
          <a:lstStyle>
            <a:lvl1pPr algn="l">
              <a:defRPr sz="4000" b="0" cap="none" baseline="0">
                <a:solidFill>
                  <a:schemeClr val="accent2"/>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pic>
        <p:nvPicPr>
          <p:cNvPr id="4" name="Picture 3" descr="A logo of a cloud computing system&#10;&#10;AI-generated content may be incorrect.">
            <a:extLst>
              <a:ext uri="{FF2B5EF4-FFF2-40B4-BE49-F238E27FC236}">
                <a16:creationId xmlns:a16="http://schemas.microsoft.com/office/drawing/2014/main" id="{426B88A1-F096-8B45-B00A-19D682059EAE}"/>
              </a:ext>
            </a:extLst>
          </p:cNvPr>
          <p:cNvPicPr>
            <a:picLocks noChangeAspect="1"/>
          </p:cNvPicPr>
          <p:nvPr userDrawn="1"/>
        </p:nvPicPr>
        <p:blipFill>
          <a:blip r:embed="rId2"/>
          <a:stretch>
            <a:fillRect/>
          </a:stretch>
        </p:blipFill>
        <p:spPr>
          <a:xfrm>
            <a:off x="5330825" y="0"/>
            <a:ext cx="6858000" cy="6858000"/>
          </a:xfrm>
          <a:prstGeom prst="rect">
            <a:avLst/>
          </a:prstGeom>
        </p:spPr>
      </p:pic>
      <p:sp>
        <p:nvSpPr>
          <p:cNvPr id="7" name="TextBox 6">
            <a:extLst>
              <a:ext uri="{FF2B5EF4-FFF2-40B4-BE49-F238E27FC236}">
                <a16:creationId xmlns:a16="http://schemas.microsoft.com/office/drawing/2014/main" id="{3B693DBA-1AF8-3509-8427-F09C1C08540D}"/>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grpSp>
        <p:nvGrpSpPr>
          <p:cNvPr id="8" name="Graphic 8">
            <a:extLst>
              <a:ext uri="{FF2B5EF4-FFF2-40B4-BE49-F238E27FC236}">
                <a16:creationId xmlns:a16="http://schemas.microsoft.com/office/drawing/2014/main" id="{BA41B683-B0AB-9D2B-E65C-4AB61AF90985}"/>
              </a:ext>
            </a:extLst>
          </p:cNvPr>
          <p:cNvGrpSpPr/>
          <p:nvPr userDrawn="1"/>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ECF7C266-E1A2-13EE-A18D-9BDF378216CD}"/>
                </a:ext>
              </a:extLst>
            </p:cNvPr>
            <p:cNvGrpSpPr/>
            <p:nvPr/>
          </p:nvGrpSpPr>
          <p:grpSpPr>
            <a:xfrm>
              <a:off x="745455" y="6594444"/>
              <a:ext cx="722662" cy="98475"/>
              <a:chOff x="745455" y="6594444"/>
              <a:chExt cx="722662" cy="98475"/>
            </a:xfrm>
            <a:solidFill>
              <a:srgbClr val="000000"/>
            </a:solidFill>
          </p:grpSpPr>
          <p:sp>
            <p:nvSpPr>
              <p:cNvPr id="19" name="Freeform 130">
                <a:extLst>
                  <a:ext uri="{FF2B5EF4-FFF2-40B4-BE49-F238E27FC236}">
                    <a16:creationId xmlns:a16="http://schemas.microsoft.com/office/drawing/2014/main" id="{7539B4E9-A595-F1CA-C721-BF25DB7A51B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0" name="Freeform 131">
                <a:extLst>
                  <a:ext uri="{FF2B5EF4-FFF2-40B4-BE49-F238E27FC236}">
                    <a16:creationId xmlns:a16="http://schemas.microsoft.com/office/drawing/2014/main" id="{F3810F62-BFA7-1D90-525D-5B1BC7AFAD1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1" name="Freeform 132">
                <a:extLst>
                  <a:ext uri="{FF2B5EF4-FFF2-40B4-BE49-F238E27FC236}">
                    <a16:creationId xmlns:a16="http://schemas.microsoft.com/office/drawing/2014/main" id="{AD9C223A-C061-2C73-4FFD-1010DF5B0AB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2" name="Freeform 133">
                <a:extLst>
                  <a:ext uri="{FF2B5EF4-FFF2-40B4-BE49-F238E27FC236}">
                    <a16:creationId xmlns:a16="http://schemas.microsoft.com/office/drawing/2014/main" id="{7040F64B-C60D-060A-4B8C-C4CD036F6EB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3" name="Freeform 134">
                <a:extLst>
                  <a:ext uri="{FF2B5EF4-FFF2-40B4-BE49-F238E27FC236}">
                    <a16:creationId xmlns:a16="http://schemas.microsoft.com/office/drawing/2014/main" id="{09A88873-A4F9-02A7-5E7A-9F2FA111770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4" name="Freeform 135">
                <a:extLst>
                  <a:ext uri="{FF2B5EF4-FFF2-40B4-BE49-F238E27FC236}">
                    <a16:creationId xmlns:a16="http://schemas.microsoft.com/office/drawing/2014/main" id="{F78BCDA8-2691-FD35-4B37-9FB39CAA7CA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5" name="Freeform 136">
                <a:extLst>
                  <a:ext uri="{FF2B5EF4-FFF2-40B4-BE49-F238E27FC236}">
                    <a16:creationId xmlns:a16="http://schemas.microsoft.com/office/drawing/2014/main" id="{F3712F08-6CF8-260E-1F86-60A5072C74A0}"/>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6" name="Freeform 137">
                <a:extLst>
                  <a:ext uri="{FF2B5EF4-FFF2-40B4-BE49-F238E27FC236}">
                    <a16:creationId xmlns:a16="http://schemas.microsoft.com/office/drawing/2014/main" id="{F5DF81EB-99C8-39DA-8D3B-8F733F4F3DF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7" name="Freeform 138">
                <a:extLst>
                  <a:ext uri="{FF2B5EF4-FFF2-40B4-BE49-F238E27FC236}">
                    <a16:creationId xmlns:a16="http://schemas.microsoft.com/office/drawing/2014/main" id="{4AE06F7E-B10E-FD05-4338-735CA86D8AF9}"/>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139">
                <a:extLst>
                  <a:ext uri="{FF2B5EF4-FFF2-40B4-BE49-F238E27FC236}">
                    <a16:creationId xmlns:a16="http://schemas.microsoft.com/office/drawing/2014/main" id="{09B67B90-B9B8-3945-182B-435BD29BC93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430F2F4C-84E4-604F-E564-5FD93C0E350D}"/>
                </a:ext>
              </a:extLst>
            </p:cNvPr>
            <p:cNvGrpSpPr/>
            <p:nvPr/>
          </p:nvGrpSpPr>
          <p:grpSpPr>
            <a:xfrm>
              <a:off x="265625" y="6323271"/>
              <a:ext cx="1249223" cy="190348"/>
              <a:chOff x="265625" y="6323271"/>
              <a:chExt cx="1249223" cy="190348"/>
            </a:xfrm>
            <a:solidFill>
              <a:srgbClr val="000000"/>
            </a:solidFill>
          </p:grpSpPr>
          <p:sp>
            <p:nvSpPr>
              <p:cNvPr id="11" name="Freeform 57">
                <a:extLst>
                  <a:ext uri="{FF2B5EF4-FFF2-40B4-BE49-F238E27FC236}">
                    <a16:creationId xmlns:a16="http://schemas.microsoft.com/office/drawing/2014/main" id="{D4C6103E-A87F-20FE-B9BE-85C022A4FCC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58">
                <a:extLst>
                  <a:ext uri="{FF2B5EF4-FFF2-40B4-BE49-F238E27FC236}">
                    <a16:creationId xmlns:a16="http://schemas.microsoft.com/office/drawing/2014/main" id="{45F2586A-C91C-2B4E-BD24-C10D626E487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3" name="Freeform 59">
                <a:extLst>
                  <a:ext uri="{FF2B5EF4-FFF2-40B4-BE49-F238E27FC236}">
                    <a16:creationId xmlns:a16="http://schemas.microsoft.com/office/drawing/2014/main" id="{066F603A-0CF7-D042-569F-2187C641F05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4" name="Freeform 60">
                <a:extLst>
                  <a:ext uri="{FF2B5EF4-FFF2-40B4-BE49-F238E27FC236}">
                    <a16:creationId xmlns:a16="http://schemas.microsoft.com/office/drawing/2014/main" id="{4CCEAF0D-6756-2DCD-BE90-744F1AEC094B}"/>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6" name="Freeform 61">
                <a:extLst>
                  <a:ext uri="{FF2B5EF4-FFF2-40B4-BE49-F238E27FC236}">
                    <a16:creationId xmlns:a16="http://schemas.microsoft.com/office/drawing/2014/main" id="{A2C66ACE-1E68-2C18-1774-49761E17EF1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7" name="Freeform 62">
                <a:extLst>
                  <a:ext uri="{FF2B5EF4-FFF2-40B4-BE49-F238E27FC236}">
                    <a16:creationId xmlns:a16="http://schemas.microsoft.com/office/drawing/2014/main" id="{509938C4-2C1C-BF8C-2590-57193AB38A40}"/>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29">
                <a:extLst>
                  <a:ext uri="{FF2B5EF4-FFF2-40B4-BE49-F238E27FC236}">
                    <a16:creationId xmlns:a16="http://schemas.microsoft.com/office/drawing/2014/main" id="{A6845E6C-2E3F-3279-C86B-E2FD8864CB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Tree>
    <p:extLst>
      <p:ext uri="{BB962C8B-B14F-4D97-AF65-F5344CB8AC3E}">
        <p14:creationId xmlns:p14="http://schemas.microsoft.com/office/powerpoint/2010/main" val="375766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1_Section Header – Aqua - RBLF - Photo">
    <p:spTree>
      <p:nvGrpSpPr>
        <p:cNvPr id="1" name=""/>
        <p:cNvGrpSpPr/>
        <p:nvPr/>
      </p:nvGrpSpPr>
      <p:grpSpPr>
        <a:xfrm>
          <a:off x="0" y="0"/>
          <a:ext cx="0" cy="0"/>
          <a:chOff x="0" y="0"/>
          <a:chExt cx="0" cy="0"/>
        </a:xfrm>
      </p:grpSpPr>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6" name="page number">
            <a:extLst>
              <a:ext uri="{FF2B5EF4-FFF2-40B4-BE49-F238E27FC236}">
                <a16:creationId xmlns:a16="http://schemas.microsoft.com/office/drawing/2014/main" id="{274E202C-D42A-664B-A387-688ED861096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3" name="Freeform 17">
            <a:extLst>
              <a:ext uri="{FF2B5EF4-FFF2-40B4-BE49-F238E27FC236}">
                <a16:creationId xmlns:a16="http://schemas.microsoft.com/office/drawing/2014/main" id="{AA8AB603-8151-B92A-7BB6-D43CB0D7CBEC}"/>
              </a:ext>
            </a:extLst>
          </p:cNvPr>
          <p:cNvSpPr/>
          <p:nvPr userDrawn="1"/>
        </p:nvSpPr>
        <p:spPr>
          <a:xfrm>
            <a:off x="804256" y="1630700"/>
            <a:ext cx="5930781" cy="1234713"/>
          </a:xfrm>
          <a:custGeom>
            <a:avLst/>
            <a:gdLst>
              <a:gd name="connsiteX0" fmla="*/ 0 w 3431443"/>
              <a:gd name="connsiteY0" fmla="*/ 0 h 635534"/>
              <a:gd name="connsiteX1" fmla="*/ 1144128 w 3431443"/>
              <a:gd name="connsiteY1" fmla="*/ 0 h 635534"/>
              <a:gd name="connsiteX2" fmla="*/ 1255762 w 3431443"/>
              <a:gd name="connsiteY2" fmla="*/ 0 h 635534"/>
              <a:gd name="connsiteX3" fmla="*/ 1409044 w 3431443"/>
              <a:gd name="connsiteY3" fmla="*/ 0 h 635534"/>
              <a:gd name="connsiteX4" fmla="*/ 3151090 w 3431443"/>
              <a:gd name="connsiteY4" fmla="*/ 0 h 635534"/>
              <a:gd name="connsiteX5" fmla="*/ 3262725 w 3431443"/>
              <a:gd name="connsiteY5" fmla="*/ 0 h 635534"/>
              <a:gd name="connsiteX6" fmla="*/ 3416007 w 3431443"/>
              <a:gd name="connsiteY6" fmla="*/ 0 h 635534"/>
              <a:gd name="connsiteX7" fmla="*/ 3426902 w 3431443"/>
              <a:gd name="connsiteY7" fmla="*/ 26300 h 635534"/>
              <a:gd name="connsiteX8" fmla="*/ 2862779 w 3431443"/>
              <a:gd name="connsiteY8" fmla="*/ 590421 h 635534"/>
              <a:gd name="connsiteX9" fmla="*/ 2753853 w 3431443"/>
              <a:gd name="connsiteY9" fmla="*/ 635534 h 635534"/>
              <a:gd name="connsiteX10" fmla="*/ 2488937 w 3431443"/>
              <a:gd name="connsiteY10" fmla="*/ 635534 h 635534"/>
              <a:gd name="connsiteX11" fmla="*/ 746891 w 3431443"/>
              <a:gd name="connsiteY11" fmla="*/ 635534 h 635534"/>
              <a:gd name="connsiteX12" fmla="*/ 481974 w 3431443"/>
              <a:gd name="connsiteY12" fmla="*/ 635534 h 635534"/>
              <a:gd name="connsiteX13" fmla="*/ 0 w 3431443"/>
              <a:gd name="connsiteY13" fmla="*/ 635534 h 635534"/>
              <a:gd name="connsiteX14" fmla="*/ 0 w 3431443"/>
              <a:gd name="connsiteY14" fmla="*/ 0 h 635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1443" h="635534">
                <a:moveTo>
                  <a:pt x="0" y="0"/>
                </a:moveTo>
                <a:lnTo>
                  <a:pt x="1144128" y="0"/>
                </a:lnTo>
                <a:lnTo>
                  <a:pt x="1255762" y="0"/>
                </a:lnTo>
                <a:lnTo>
                  <a:pt x="1409044" y="0"/>
                </a:lnTo>
                <a:lnTo>
                  <a:pt x="3151090" y="0"/>
                </a:lnTo>
                <a:lnTo>
                  <a:pt x="3262725" y="0"/>
                </a:lnTo>
                <a:lnTo>
                  <a:pt x="3416007" y="0"/>
                </a:lnTo>
                <a:cubicBezTo>
                  <a:pt x="3429726" y="0"/>
                  <a:pt x="3436607" y="16595"/>
                  <a:pt x="3426902" y="26300"/>
                </a:cubicBezTo>
                <a:lnTo>
                  <a:pt x="2862779" y="590421"/>
                </a:lnTo>
                <a:cubicBezTo>
                  <a:pt x="2833892" y="619309"/>
                  <a:pt x="2794715" y="635534"/>
                  <a:pt x="2753853" y="635534"/>
                </a:cubicBezTo>
                <a:lnTo>
                  <a:pt x="2488937" y="635534"/>
                </a:lnTo>
                <a:lnTo>
                  <a:pt x="746891" y="635534"/>
                </a:lnTo>
                <a:lnTo>
                  <a:pt x="481974" y="635534"/>
                </a:lnTo>
                <a:lnTo>
                  <a:pt x="0" y="635534"/>
                </a:lnTo>
                <a:lnTo>
                  <a:pt x="0" y="0"/>
                </a:lnTo>
                <a:close/>
              </a:path>
            </a:pathLst>
          </a:custGeom>
          <a:gradFill>
            <a:gsLst>
              <a:gs pos="0">
                <a:srgbClr val="0098C7">
                  <a:alpha val="24705"/>
                </a:srgbClr>
              </a:gs>
              <a:gs pos="99000">
                <a:srgbClr val="005C8A">
                  <a:alpha val="24705"/>
                </a:srgbClr>
              </a:gs>
              <a:gs pos="100000">
                <a:srgbClr val="005C8A">
                  <a:alpha val="24705"/>
                </a:srgbClr>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 name="Freeform 8">
            <a:extLst>
              <a:ext uri="{FF2B5EF4-FFF2-40B4-BE49-F238E27FC236}">
                <a16:creationId xmlns:a16="http://schemas.microsoft.com/office/drawing/2014/main" id="{A985BF41-1393-853F-6DDF-DD489DE2FE8F}"/>
              </a:ext>
            </a:extLst>
          </p:cNvPr>
          <p:cNvSpPr/>
          <p:nvPr userDrawn="1"/>
        </p:nvSpPr>
        <p:spPr>
          <a:xfrm>
            <a:off x="0" y="1322675"/>
            <a:ext cx="6667828" cy="1645919"/>
          </a:xfrm>
          <a:custGeom>
            <a:avLst/>
            <a:gdLst>
              <a:gd name="connsiteX0" fmla="*/ 0 w 3205327"/>
              <a:gd name="connsiteY0" fmla="*/ 0 h 731416"/>
              <a:gd name="connsiteX1" fmla="*/ 572932 w 3205327"/>
              <a:gd name="connsiteY1" fmla="*/ 0 h 731416"/>
              <a:gd name="connsiteX2" fmla="*/ 701409 w 3205327"/>
              <a:gd name="connsiteY2" fmla="*/ 0 h 731416"/>
              <a:gd name="connsiteX3" fmla="*/ 877816 w 3205327"/>
              <a:gd name="connsiteY3" fmla="*/ 0 h 731416"/>
              <a:gd name="connsiteX4" fmla="*/ 2882678 w 3205327"/>
              <a:gd name="connsiteY4" fmla="*/ 0 h 731416"/>
              <a:gd name="connsiteX5" fmla="*/ 3011155 w 3205327"/>
              <a:gd name="connsiteY5" fmla="*/ 0 h 731416"/>
              <a:gd name="connsiteX6" fmla="*/ 3187562 w 3205327"/>
              <a:gd name="connsiteY6" fmla="*/ 0 h 731416"/>
              <a:gd name="connsiteX7" fmla="*/ 3200101 w 3205327"/>
              <a:gd name="connsiteY7" fmla="*/ 30268 h 731416"/>
              <a:gd name="connsiteX8" fmla="*/ 2550871 w 3205327"/>
              <a:gd name="connsiteY8" fmla="*/ 679497 h 731416"/>
              <a:gd name="connsiteX9" fmla="*/ 2425512 w 3205327"/>
              <a:gd name="connsiteY9" fmla="*/ 731416 h 731416"/>
              <a:gd name="connsiteX10" fmla="*/ 2120628 w 3205327"/>
              <a:gd name="connsiteY10" fmla="*/ 731416 h 731416"/>
              <a:gd name="connsiteX11" fmla="*/ 115766 w 3205327"/>
              <a:gd name="connsiteY11" fmla="*/ 731416 h 731416"/>
              <a:gd name="connsiteX12" fmla="*/ 0 w 3205327"/>
              <a:gd name="connsiteY12" fmla="*/ 731416 h 731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05327" h="731416">
                <a:moveTo>
                  <a:pt x="0" y="0"/>
                </a:moveTo>
                <a:lnTo>
                  <a:pt x="572932" y="0"/>
                </a:lnTo>
                <a:lnTo>
                  <a:pt x="701409" y="0"/>
                </a:lnTo>
                <a:lnTo>
                  <a:pt x="877816" y="0"/>
                </a:lnTo>
                <a:lnTo>
                  <a:pt x="2882678" y="0"/>
                </a:lnTo>
                <a:lnTo>
                  <a:pt x="3011155" y="0"/>
                </a:lnTo>
                <a:lnTo>
                  <a:pt x="3187562" y="0"/>
                </a:lnTo>
                <a:cubicBezTo>
                  <a:pt x="3203351" y="0"/>
                  <a:pt x="3211270" y="19099"/>
                  <a:pt x="3200101" y="30268"/>
                </a:cubicBezTo>
                <a:lnTo>
                  <a:pt x="2550871" y="679497"/>
                </a:lnTo>
                <a:cubicBezTo>
                  <a:pt x="2517626" y="712743"/>
                  <a:pt x="2472538" y="731416"/>
                  <a:pt x="2425512" y="731416"/>
                </a:cubicBezTo>
                <a:lnTo>
                  <a:pt x="2120628" y="731416"/>
                </a:lnTo>
                <a:lnTo>
                  <a:pt x="115766" y="731416"/>
                </a:lnTo>
                <a:lnTo>
                  <a:pt x="0" y="731416"/>
                </a:lnTo>
                <a:close/>
              </a:path>
            </a:pathLst>
          </a:custGeom>
          <a:gradFill>
            <a:gsLst>
              <a:gs pos="0">
                <a:schemeClr val="accent3"/>
              </a:gs>
              <a:gs pos="36000">
                <a:schemeClr val="accent2"/>
              </a:gs>
            </a:gsLst>
            <a:lin ang="10800000" scaled="0"/>
          </a:gradFill>
          <a:ln>
            <a:noFill/>
          </a:ln>
        </p:spPr>
        <p:txBody>
          <a:bodyPr spcFirstLastPara="1" wrap="square" lIns="0" tIns="0" rIns="0" bIns="0" anchor="ctr" anchorCtr="0">
            <a:noAutofit/>
          </a:bodyPr>
          <a:lstStyle/>
          <a:p>
            <a:pPr marL="0" marR="0" lvl="0" indent="0" algn="ctr" defTabSz="914171" rtl="0" eaLnBrk="1" fontAlgn="auto" latinLnBrk="0" hangingPunct="1">
              <a:lnSpc>
                <a:spcPct val="90000"/>
              </a:lnSpc>
              <a:spcBef>
                <a:spcPts val="0"/>
              </a:spcBef>
              <a:spcAft>
                <a:spcPts val="0"/>
              </a:spcAft>
              <a:buClrTx/>
              <a:buSzTx/>
              <a:buFontTx/>
              <a:buNone/>
              <a:tabLst/>
              <a:defRPr/>
            </a:pPr>
            <a:endParaRPr kumimoji="0" sz="15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bg1"/>
                </a:solidFill>
              </a:defRPr>
            </a:lvl1pPr>
          </a:lstStyle>
          <a:p>
            <a:r>
              <a:rPr lang="en-US" dirty="0"/>
              <a:t>Section Title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pic>
        <p:nvPicPr>
          <p:cNvPr id="7" name="Picture 6" descr="A green and blue arrow&#10;&#10;Description automatically generated">
            <a:extLst>
              <a:ext uri="{FF2B5EF4-FFF2-40B4-BE49-F238E27FC236}">
                <a16:creationId xmlns:a16="http://schemas.microsoft.com/office/drawing/2014/main" id="{4CC359F5-AAC5-86E1-227A-957CD4FF3418}"/>
              </a:ext>
            </a:extLst>
          </p:cNvPr>
          <p:cNvPicPr>
            <a:picLocks noChangeAspect="1"/>
          </p:cNvPicPr>
          <p:nvPr userDrawn="1"/>
        </p:nvPicPr>
        <p:blipFill rotWithShape="1">
          <a:blip r:embed="rId2"/>
          <a:srcRect b="97344"/>
          <a:stretch/>
        </p:blipFill>
        <p:spPr>
          <a:xfrm>
            <a:off x="0" y="-494"/>
            <a:ext cx="12187946" cy="182146"/>
          </a:xfrm>
          <a:prstGeom prst="rect">
            <a:avLst/>
          </a:prstGeom>
        </p:spPr>
      </p:pic>
      <p:pic>
        <p:nvPicPr>
          <p:cNvPr id="4" name="Picture 3" descr="A logo of a cloud computing system&#10;&#10;AI-generated content may be incorrect.">
            <a:extLst>
              <a:ext uri="{FF2B5EF4-FFF2-40B4-BE49-F238E27FC236}">
                <a16:creationId xmlns:a16="http://schemas.microsoft.com/office/drawing/2014/main" id="{98177485-EE7F-C0A9-B323-991137A1A560}"/>
              </a:ext>
            </a:extLst>
          </p:cNvPr>
          <p:cNvPicPr>
            <a:picLocks noChangeAspect="1"/>
          </p:cNvPicPr>
          <p:nvPr userDrawn="1"/>
        </p:nvPicPr>
        <p:blipFill>
          <a:blip r:embed="rId3"/>
          <a:stretch>
            <a:fillRect/>
          </a:stretch>
        </p:blipFill>
        <p:spPr>
          <a:xfrm>
            <a:off x="5330825" y="0"/>
            <a:ext cx="6858000" cy="6858000"/>
          </a:xfrm>
          <a:prstGeom prst="rect">
            <a:avLst/>
          </a:prstGeom>
        </p:spPr>
      </p:pic>
      <p:grpSp>
        <p:nvGrpSpPr>
          <p:cNvPr id="8" name="Graphic 8">
            <a:extLst>
              <a:ext uri="{FF2B5EF4-FFF2-40B4-BE49-F238E27FC236}">
                <a16:creationId xmlns:a16="http://schemas.microsoft.com/office/drawing/2014/main" id="{1E5B6E8D-29BD-8956-0505-D845A5064124}"/>
              </a:ext>
            </a:extLst>
          </p:cNvPr>
          <p:cNvGrpSpPr/>
          <p:nvPr userDrawn="1"/>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6D97816A-6867-64EC-5D66-DA3ABC140D47}"/>
                </a:ext>
              </a:extLst>
            </p:cNvPr>
            <p:cNvGrpSpPr/>
            <p:nvPr/>
          </p:nvGrpSpPr>
          <p:grpSpPr>
            <a:xfrm>
              <a:off x="745455" y="6594444"/>
              <a:ext cx="722662" cy="98475"/>
              <a:chOff x="745455" y="6594444"/>
              <a:chExt cx="722662" cy="98475"/>
            </a:xfrm>
            <a:solidFill>
              <a:srgbClr val="000000"/>
            </a:solidFill>
          </p:grpSpPr>
          <p:sp>
            <p:nvSpPr>
              <p:cNvPr id="19" name="Freeform 46">
                <a:extLst>
                  <a:ext uri="{FF2B5EF4-FFF2-40B4-BE49-F238E27FC236}">
                    <a16:creationId xmlns:a16="http://schemas.microsoft.com/office/drawing/2014/main" id="{63E13E7B-84F6-A8FE-1FB4-D910E9251974}"/>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0" name="Freeform 47">
                <a:extLst>
                  <a:ext uri="{FF2B5EF4-FFF2-40B4-BE49-F238E27FC236}">
                    <a16:creationId xmlns:a16="http://schemas.microsoft.com/office/drawing/2014/main" id="{A9A1E82F-3AD4-2B20-8747-8123E2006929}"/>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1" name="Freeform 48">
                <a:extLst>
                  <a:ext uri="{FF2B5EF4-FFF2-40B4-BE49-F238E27FC236}">
                    <a16:creationId xmlns:a16="http://schemas.microsoft.com/office/drawing/2014/main" id="{4D5CC418-0DC1-A138-D52E-3B854ED9EE1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2" name="Freeform 49">
                <a:extLst>
                  <a:ext uri="{FF2B5EF4-FFF2-40B4-BE49-F238E27FC236}">
                    <a16:creationId xmlns:a16="http://schemas.microsoft.com/office/drawing/2014/main" id="{80CC5072-8B83-2652-6843-59D3270ACC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3" name="Freeform 50">
                <a:extLst>
                  <a:ext uri="{FF2B5EF4-FFF2-40B4-BE49-F238E27FC236}">
                    <a16:creationId xmlns:a16="http://schemas.microsoft.com/office/drawing/2014/main" id="{3F060C67-0F72-1533-767C-123E0115963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4" name="Freeform 51">
                <a:extLst>
                  <a:ext uri="{FF2B5EF4-FFF2-40B4-BE49-F238E27FC236}">
                    <a16:creationId xmlns:a16="http://schemas.microsoft.com/office/drawing/2014/main" id="{E866F53B-0C77-0208-0AA3-FA5412BFE4B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5" name="Freeform 63">
                <a:extLst>
                  <a:ext uri="{FF2B5EF4-FFF2-40B4-BE49-F238E27FC236}">
                    <a16:creationId xmlns:a16="http://schemas.microsoft.com/office/drawing/2014/main" id="{6147F29D-A737-FDE9-A33D-3F8BA17C1F6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6" name="Freeform 64">
                <a:extLst>
                  <a:ext uri="{FF2B5EF4-FFF2-40B4-BE49-F238E27FC236}">
                    <a16:creationId xmlns:a16="http://schemas.microsoft.com/office/drawing/2014/main" id="{F8128B70-78E3-05FC-A393-75C6071BE0D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7" name="Freeform 65">
                <a:extLst>
                  <a:ext uri="{FF2B5EF4-FFF2-40B4-BE49-F238E27FC236}">
                    <a16:creationId xmlns:a16="http://schemas.microsoft.com/office/drawing/2014/main" id="{60F27DC0-8C50-9D2C-E40C-8D8FFFBE21F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66">
                <a:extLst>
                  <a:ext uri="{FF2B5EF4-FFF2-40B4-BE49-F238E27FC236}">
                    <a16:creationId xmlns:a16="http://schemas.microsoft.com/office/drawing/2014/main" id="{5EFC93D7-251C-F815-BE05-3A0D1990F2C1}"/>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E1C8C351-E9DB-52AA-AA21-40128723CD3F}"/>
                </a:ext>
              </a:extLst>
            </p:cNvPr>
            <p:cNvGrpSpPr/>
            <p:nvPr/>
          </p:nvGrpSpPr>
          <p:grpSpPr>
            <a:xfrm>
              <a:off x="265625" y="6323271"/>
              <a:ext cx="1249223" cy="190348"/>
              <a:chOff x="265625" y="6323271"/>
              <a:chExt cx="1249223" cy="190348"/>
            </a:xfrm>
            <a:solidFill>
              <a:srgbClr val="000000"/>
            </a:solidFill>
          </p:grpSpPr>
          <p:sp>
            <p:nvSpPr>
              <p:cNvPr id="11" name="Freeform 39">
                <a:extLst>
                  <a:ext uri="{FF2B5EF4-FFF2-40B4-BE49-F238E27FC236}">
                    <a16:creationId xmlns:a16="http://schemas.microsoft.com/office/drawing/2014/main" id="{A8E61638-B30E-6E95-B923-2C5A556B247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40">
                <a:extLst>
                  <a:ext uri="{FF2B5EF4-FFF2-40B4-BE49-F238E27FC236}">
                    <a16:creationId xmlns:a16="http://schemas.microsoft.com/office/drawing/2014/main" id="{ADBBCD68-5DAD-3344-FC57-197ADEC1F59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3" name="Freeform 41">
                <a:extLst>
                  <a:ext uri="{FF2B5EF4-FFF2-40B4-BE49-F238E27FC236}">
                    <a16:creationId xmlns:a16="http://schemas.microsoft.com/office/drawing/2014/main" id="{88EBB5DD-107C-A95C-9D55-593B71047A5E}"/>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4" name="Freeform 42">
                <a:extLst>
                  <a:ext uri="{FF2B5EF4-FFF2-40B4-BE49-F238E27FC236}">
                    <a16:creationId xmlns:a16="http://schemas.microsoft.com/office/drawing/2014/main" id="{2690B396-D66E-E103-0234-17C35EBC825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6" name="Freeform 43">
                <a:extLst>
                  <a:ext uri="{FF2B5EF4-FFF2-40B4-BE49-F238E27FC236}">
                    <a16:creationId xmlns:a16="http://schemas.microsoft.com/office/drawing/2014/main" id="{D0F45EC3-ABF4-6F28-AE8D-7F261035E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7" name="Freeform 44">
                <a:extLst>
                  <a:ext uri="{FF2B5EF4-FFF2-40B4-BE49-F238E27FC236}">
                    <a16:creationId xmlns:a16="http://schemas.microsoft.com/office/drawing/2014/main" id="{3BFE99BF-6B01-306E-7468-613D5E15AA7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45">
                <a:extLst>
                  <a:ext uri="{FF2B5EF4-FFF2-40B4-BE49-F238E27FC236}">
                    <a16:creationId xmlns:a16="http://schemas.microsoft.com/office/drawing/2014/main" id="{B00C9BF5-A425-FF97-036F-2B5C2C906BC0}"/>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Tree>
    <p:extLst>
      <p:ext uri="{BB962C8B-B14F-4D97-AF65-F5344CB8AC3E}">
        <p14:creationId xmlns:p14="http://schemas.microsoft.com/office/powerpoint/2010/main" val="2292351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 Leaf">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Arial" panose="020B0604020202020204" pitchFamily="34" charset="0"/>
              <a:buChar char="“"/>
              <a:defRPr sz="2800">
                <a:solidFill>
                  <a:schemeClr val="accent2"/>
                </a:solidFill>
              </a:defRPr>
            </a:lvl1pPr>
            <a:lvl2pPr marL="457200" indent="-184150">
              <a:buClrTx/>
              <a:buFont typeface="Arial" panose="020B0604020202020204" pitchFamily="34" charset="0"/>
              <a:buChar char="“"/>
              <a:defRPr>
                <a:solidFill>
                  <a:schemeClr val="bg1"/>
                </a:solidFill>
              </a:defRPr>
            </a:lvl2pPr>
            <a:lvl3pPr marL="744538" indent="-169863">
              <a:buClrTx/>
              <a:buFont typeface="Arial" panose="020B0604020202020204" pitchFamily="34" charset="0"/>
              <a:buChar char="“"/>
              <a:defRPr>
                <a:solidFill>
                  <a:schemeClr val="bg1"/>
                </a:solidFill>
              </a:defRPr>
            </a:lvl3pPr>
            <a:lvl4pPr marL="969963" indent="-166688">
              <a:buClrTx/>
              <a:buFont typeface="Arial" panose="020B0604020202020204" pitchFamily="34" charset="0"/>
              <a:buChar char="“"/>
              <a:defRPr>
                <a:solidFill>
                  <a:schemeClr val="bg1"/>
                </a:solidFill>
              </a:defRPr>
            </a:lvl4pPr>
            <a:lvl5pPr marL="1143000" indent="-138113">
              <a:buClrTx/>
              <a:buFont typeface="Arial" panose="020B0604020202020204" pitchFamily="34" charset="0"/>
              <a:buChar char="“"/>
              <a:defRPr>
                <a:solidFill>
                  <a:schemeClr val="bg1"/>
                </a:solidFill>
              </a:defRPr>
            </a:lvl5pPr>
          </a:lstStyle>
          <a:p>
            <a:pPr lvl="0"/>
            <a:r>
              <a:rPr lang="en-US" dirty="0"/>
              <a:t>Quote text on left, green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a:defRPr sz="1800">
                <a:solidFill>
                  <a:schemeClr val="tx1"/>
                </a:solidFill>
              </a:defRPr>
            </a:lvl1pPr>
          </a:lstStyle>
          <a:p>
            <a:pPr lvl="0"/>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0CA8A2D-22C2-3546-ACA3-B76C2A2C9541}"/>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81F6B6E3-D446-FF48-A968-0E6ED9485D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C621A2F7-988C-ED6D-1AAA-CEAF06253999}"/>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48" name="Freeform: Shape 47">
            <a:extLst>
              <a:ext uri="{FF2B5EF4-FFF2-40B4-BE49-F238E27FC236}">
                <a16:creationId xmlns:a16="http://schemas.microsoft.com/office/drawing/2014/main" id="{659E5035-F2CA-5C90-AD93-9207A8ED2F62}"/>
              </a:ext>
            </a:extLst>
          </p:cNvPr>
          <p:cNvSpPr/>
          <p:nvPr userDrawn="1"/>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dirty="0"/>
          </a:p>
        </p:txBody>
      </p:sp>
      <p:sp>
        <p:nvSpPr>
          <p:cNvPr id="34" name="page number">
            <a:extLst>
              <a:ext uri="{FF2B5EF4-FFF2-40B4-BE49-F238E27FC236}">
                <a16:creationId xmlns:a16="http://schemas.microsoft.com/office/drawing/2014/main" id="{81F6B6E3-D446-FF48-A968-0E6ED9485D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grpSp>
        <p:nvGrpSpPr>
          <p:cNvPr id="37" name="Graphic 8">
            <a:extLst>
              <a:ext uri="{FF2B5EF4-FFF2-40B4-BE49-F238E27FC236}">
                <a16:creationId xmlns:a16="http://schemas.microsoft.com/office/drawing/2014/main" id="{C621A2F7-988C-ED6D-1AAA-CEAF06253999}"/>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49" name="Freeform 48">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extBox 2">
            <a:extLst>
              <a:ext uri="{FF2B5EF4-FFF2-40B4-BE49-F238E27FC236}">
                <a16:creationId xmlns:a16="http://schemas.microsoft.com/office/drawing/2014/main" id="{A9A8E157-0B0B-6FF1-18E9-97BC0A1FEDB9}"/>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729920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Quote – Aqua">
    <p:spTree>
      <p:nvGrpSpPr>
        <p:cNvPr id="1" name=""/>
        <p:cNvGrpSpPr/>
        <p:nvPr/>
      </p:nvGrpSpPr>
      <p:grpSpPr>
        <a:xfrm>
          <a:off x="0" y="0"/>
          <a:ext cx="0" cy="0"/>
          <a:chOff x="0" y="0"/>
          <a:chExt cx="0" cy="0"/>
        </a:xfrm>
      </p:grpSpPr>
      <p:sp>
        <p:nvSpPr>
          <p:cNvPr id="33" name="Freeform: Shape 1">
            <a:extLst>
              <a:ext uri="{FF2B5EF4-FFF2-40B4-BE49-F238E27FC236}">
                <a16:creationId xmlns:a16="http://schemas.microsoft.com/office/drawing/2014/main" id="{A2B10396-5330-52E9-6CAB-81B94A8222ED}"/>
              </a:ext>
            </a:extLst>
          </p:cNvPr>
          <p:cNvSpPr/>
          <p:nvPr userDrawn="1"/>
        </p:nvSpPr>
        <p:spPr>
          <a:xfrm>
            <a:off x="0" y="0"/>
            <a:ext cx="12188825" cy="6033051"/>
          </a:xfrm>
          <a:custGeom>
            <a:avLst/>
            <a:gdLst>
              <a:gd name="connsiteX0" fmla="*/ 0 w 12197292"/>
              <a:gd name="connsiteY0" fmla="*/ 0 h 6041519"/>
              <a:gd name="connsiteX1" fmla="*/ 12197292 w 12197292"/>
              <a:gd name="connsiteY1" fmla="*/ 0 h 6041519"/>
              <a:gd name="connsiteX2" fmla="*/ 12197292 w 12197292"/>
              <a:gd name="connsiteY2" fmla="*/ 1911192 h 6041519"/>
              <a:gd name="connsiteX3" fmla="*/ 11193762 w 12197292"/>
              <a:gd name="connsiteY3" fmla="*/ 1911192 h 6041519"/>
              <a:gd name="connsiteX4" fmla="*/ 10074486 w 12197292"/>
              <a:gd name="connsiteY4" fmla="*/ 2374782 h 6041519"/>
              <a:gd name="connsiteX5" fmla="*/ 6871338 w 12197292"/>
              <a:gd name="connsiteY5" fmla="*/ 5577930 h 6041519"/>
              <a:gd name="connsiteX6" fmla="*/ 5752064 w 12197292"/>
              <a:gd name="connsiteY6" fmla="*/ 6041519 h 6041519"/>
              <a:gd name="connsiteX7" fmla="*/ 0 w 12197292"/>
              <a:gd name="connsiteY7" fmla="*/ 6041519 h 6041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7292" h="6041519">
                <a:moveTo>
                  <a:pt x="0" y="0"/>
                </a:moveTo>
                <a:lnTo>
                  <a:pt x="12197292" y="0"/>
                </a:lnTo>
                <a:lnTo>
                  <a:pt x="12197292" y="1911192"/>
                </a:lnTo>
                <a:lnTo>
                  <a:pt x="11193762" y="1911192"/>
                </a:lnTo>
                <a:cubicBezTo>
                  <a:pt x="10773986" y="1911192"/>
                  <a:pt x="10371368" y="2077963"/>
                  <a:pt x="10074486" y="2374782"/>
                </a:cubicBezTo>
                <a:lnTo>
                  <a:pt x="6871338" y="5577930"/>
                </a:lnTo>
                <a:cubicBezTo>
                  <a:pt x="6574521" y="5874749"/>
                  <a:pt x="6171901" y="6041519"/>
                  <a:pt x="5752064" y="6041519"/>
                </a:cubicBezTo>
                <a:lnTo>
                  <a:pt x="0" y="6041519"/>
                </a:lnTo>
                <a:close/>
              </a:path>
            </a:pathLst>
          </a:custGeom>
          <a:solidFill>
            <a:schemeClr val="bg1"/>
          </a:solidFill>
          <a:ln w="0" cap="flat">
            <a:noFill/>
            <a:prstDash val="solid"/>
            <a:miter/>
          </a:ln>
          <a:effectLst/>
        </p:spPr>
        <p:txBody>
          <a:bodyPr rtlCol="0" anchor="ctr"/>
          <a:lstStyle/>
          <a:p>
            <a:pPr lvl="0"/>
            <a:endParaRPr lang="en-US" dirty="0"/>
          </a:p>
        </p:txBody>
      </p:sp>
      <p:sp>
        <p:nvSpPr>
          <p:cNvPr id="15" name="Freeform: Shape 14">
            <a:extLst>
              <a:ext uri="{FF2B5EF4-FFF2-40B4-BE49-F238E27FC236}">
                <a16:creationId xmlns:a16="http://schemas.microsoft.com/office/drawing/2014/main" id="{61B00066-9E85-96DD-B59A-251D959E616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Arial" panose="020B0604020202020204" pitchFamily="34" charset="0"/>
              <a:buChar char="“"/>
              <a:defRPr sz="2800">
                <a:solidFill>
                  <a:schemeClr val="accent2"/>
                </a:solidFill>
              </a:defRPr>
            </a:lvl1pPr>
            <a:lvl2pPr marL="457200" indent="-184150">
              <a:buClrTx/>
              <a:buFont typeface="Arial" panose="020B0604020202020204" pitchFamily="34" charset="0"/>
              <a:buChar char="“"/>
              <a:defRPr>
                <a:solidFill>
                  <a:schemeClr val="bg1"/>
                </a:solidFill>
              </a:defRPr>
            </a:lvl2pPr>
            <a:lvl3pPr marL="744538" indent="-169863">
              <a:buClrTx/>
              <a:buFont typeface="Arial" panose="020B0604020202020204" pitchFamily="34" charset="0"/>
              <a:buChar char="“"/>
              <a:defRPr>
                <a:solidFill>
                  <a:schemeClr val="bg1"/>
                </a:solidFill>
              </a:defRPr>
            </a:lvl3pPr>
            <a:lvl4pPr marL="969963" indent="-166688">
              <a:buClrTx/>
              <a:buFont typeface="Arial" panose="020B0604020202020204" pitchFamily="34" charset="0"/>
              <a:buChar char="“"/>
              <a:defRPr>
                <a:solidFill>
                  <a:schemeClr val="bg1"/>
                </a:solidFill>
              </a:defRPr>
            </a:lvl4pPr>
            <a:lvl5pPr marL="1143000" indent="-138113">
              <a:buClrTx/>
              <a:buFont typeface="Arial" panose="020B0604020202020204" pitchFamily="34" charset="0"/>
              <a:buChar char="“"/>
              <a:defRPr>
                <a:solidFill>
                  <a:schemeClr val="bg1"/>
                </a:solidFill>
              </a:defRPr>
            </a:lvl5pPr>
          </a:lstStyle>
          <a:p>
            <a:pPr lvl="0"/>
            <a:r>
              <a:rPr lang="en-US"/>
              <a:t>Quote text on left, blue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A92ABA6C-6064-9743-BF58-8AB21015448D}"/>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BC60254-9AEC-2A49-ABD6-870EE5B97F6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B4758132-41E7-3AF2-6888-E57AAB57C2D4}"/>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5" name="page number">
            <a:extLst>
              <a:ext uri="{FF2B5EF4-FFF2-40B4-BE49-F238E27FC236}">
                <a16:creationId xmlns:a16="http://schemas.microsoft.com/office/drawing/2014/main" id="{DBC60254-9AEC-2A49-ABD6-870EE5B97F6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grpSp>
        <p:nvGrpSpPr>
          <p:cNvPr id="38" name="Graphic 8">
            <a:extLst>
              <a:ext uri="{FF2B5EF4-FFF2-40B4-BE49-F238E27FC236}">
                <a16:creationId xmlns:a16="http://schemas.microsoft.com/office/drawing/2014/main" id="{B4758132-41E7-3AF2-6888-E57AAB57C2D4}"/>
              </a:ext>
            </a:extLst>
          </p:cNvPr>
          <p:cNvGrpSpPr/>
          <p:nvPr userDrawn="1"/>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0"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41" name="Freeform 40">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extBox 2">
            <a:extLst>
              <a:ext uri="{FF2B5EF4-FFF2-40B4-BE49-F238E27FC236}">
                <a16:creationId xmlns:a16="http://schemas.microsoft.com/office/drawing/2014/main" id="{F067D46B-3BAF-FC5E-6BBB-503B5B6BCA1C}"/>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396944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Quote – Plum">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5791E300-9585-C59E-EED2-EB5190E58F2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p:spPr>
        <p:txBody>
          <a:bodyPr rtlCol="0" anchor="ctr"/>
          <a:lstStyle/>
          <a:p>
            <a:endParaRPr lang="en-US" dirty="0"/>
          </a:p>
        </p:txBody>
      </p:sp>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62158" cy="3200400"/>
          </a:xfrm>
        </p:spPr>
        <p:txBody>
          <a:bodyPr anchor="b"/>
          <a:lstStyle>
            <a:lvl1pPr marL="169863" indent="-169863">
              <a:buClrTx/>
              <a:buSzPct val="100000"/>
              <a:buFont typeface="Arial" panose="020B0604020202020204" pitchFamily="34" charset="0"/>
              <a:buChar char="“"/>
              <a:defRPr sz="2800">
                <a:solidFill>
                  <a:schemeClr val="accent2"/>
                </a:solidFill>
              </a:defRPr>
            </a:lvl1pPr>
            <a:lvl2pPr marL="457200" indent="-184150">
              <a:buClrTx/>
              <a:buFont typeface="Arial" panose="020B0604020202020204" pitchFamily="34" charset="0"/>
              <a:buChar char="“"/>
              <a:defRPr>
                <a:solidFill>
                  <a:schemeClr val="bg1"/>
                </a:solidFill>
              </a:defRPr>
            </a:lvl2pPr>
            <a:lvl3pPr marL="744538" indent="-169863">
              <a:buClrTx/>
              <a:buFont typeface="Arial" panose="020B0604020202020204" pitchFamily="34" charset="0"/>
              <a:buChar char="“"/>
              <a:defRPr>
                <a:solidFill>
                  <a:schemeClr val="bg1"/>
                </a:solidFill>
              </a:defRPr>
            </a:lvl3pPr>
            <a:lvl4pPr marL="969963" indent="-166688">
              <a:buClrTx/>
              <a:buFont typeface="Arial" panose="020B0604020202020204" pitchFamily="34" charset="0"/>
              <a:buChar char="“"/>
              <a:defRPr>
                <a:solidFill>
                  <a:schemeClr val="bg1"/>
                </a:solidFill>
              </a:defRPr>
            </a:lvl4pPr>
            <a:lvl5pPr marL="1143000" indent="-138113">
              <a:buClrTx/>
              <a:buFont typeface="Arial" panose="020B0604020202020204" pitchFamily="34" charset="0"/>
              <a:buChar char="“"/>
              <a:defRPr>
                <a:solidFill>
                  <a:schemeClr val="bg1"/>
                </a:solidFill>
              </a:defRPr>
            </a:lvl5pPr>
          </a:lstStyle>
          <a:p>
            <a:pPr lvl="0"/>
            <a:r>
              <a:rPr lang="en-US"/>
              <a:t>Quote text on left, purple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53CF3A7-833E-B042-A405-AB46430C4476}"/>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03B3F1E-BEE4-0C40-B954-F58A7FCE9AE3}"/>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grpSp>
        <p:nvGrpSpPr>
          <p:cNvPr id="7" name="Graphic 8">
            <a:extLst>
              <a:ext uri="{FF2B5EF4-FFF2-40B4-BE49-F238E27FC236}">
                <a16:creationId xmlns:a16="http://schemas.microsoft.com/office/drawing/2014/main" id="{47818FA4-8AE2-A4B0-1EE8-9FE4A6BDD41B}"/>
              </a:ext>
            </a:extLst>
          </p:cNvPr>
          <p:cNvGrpSpPr/>
          <p:nvPr/>
        </p:nvGrpSpPr>
        <p:grpSpPr>
          <a:xfrm>
            <a:off x="265625" y="6323271"/>
            <a:ext cx="1249223" cy="369648"/>
            <a:chOff x="265625" y="6323271"/>
            <a:chExt cx="1249223" cy="369648"/>
          </a:xfrm>
          <a:solidFill>
            <a:srgbClr val="000000"/>
          </a:solidFill>
        </p:grpSpPr>
        <p:grpSp>
          <p:nvGrpSpPr>
            <p:cNvPr id="8"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25" name="Freeform 24">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3" name="Freeform 32">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4" name="Freeform 33">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9"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10" name="Freeform 9">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6" name="Freeform: Shape 2">
            <a:extLst>
              <a:ext uri="{FF2B5EF4-FFF2-40B4-BE49-F238E27FC236}">
                <a16:creationId xmlns:a16="http://schemas.microsoft.com/office/drawing/2014/main" id="{5791E300-9585-C59E-EED2-EB5190E58F2C}"/>
              </a:ext>
            </a:extLst>
          </p:cNvPr>
          <p:cNvSpPr/>
          <p:nvPr userDrawn="1"/>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p:spPr>
        <p:txBody>
          <a:bodyPr rtlCol="0" anchor="ctr"/>
          <a:lstStyle/>
          <a:p>
            <a:endParaRPr lang="en-US" dirty="0"/>
          </a:p>
        </p:txBody>
      </p:sp>
      <p:sp>
        <p:nvSpPr>
          <p:cNvPr id="37" name="page number">
            <a:extLst>
              <a:ext uri="{FF2B5EF4-FFF2-40B4-BE49-F238E27FC236}">
                <a16:creationId xmlns:a16="http://schemas.microsoft.com/office/drawing/2014/main" id="{D03B3F1E-BEE4-0C40-B954-F58A7FCE9AE3}"/>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grpSp>
        <p:nvGrpSpPr>
          <p:cNvPr id="40" name="Graphic 8">
            <a:extLst>
              <a:ext uri="{FF2B5EF4-FFF2-40B4-BE49-F238E27FC236}">
                <a16:creationId xmlns:a16="http://schemas.microsoft.com/office/drawing/2014/main" id="{47818FA4-8AE2-A4B0-1EE8-9FE4A6BDD41B}"/>
              </a:ext>
            </a:extLst>
          </p:cNvPr>
          <p:cNvGrpSpPr/>
          <p:nvPr userDrawn="1"/>
        </p:nvGrpSpPr>
        <p:grpSpPr>
          <a:xfrm>
            <a:off x="265625" y="6323271"/>
            <a:ext cx="1249223" cy="369648"/>
            <a:chOff x="265625" y="6323271"/>
            <a:chExt cx="1249223" cy="369648"/>
          </a:xfrm>
          <a:solidFill>
            <a:srgbClr val="000000"/>
          </a:solidFill>
        </p:grpSpPr>
        <p:grpSp>
          <p:nvGrpSpPr>
            <p:cNvPr id="41"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2"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43" name="Freeform 42">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 name="TextBox 4">
            <a:extLst>
              <a:ext uri="{FF2B5EF4-FFF2-40B4-BE49-F238E27FC236}">
                <a16:creationId xmlns:a16="http://schemas.microsoft.com/office/drawing/2014/main" id="{ADDD0B23-63DE-6951-34B4-9D6FD0B6A5F1}"/>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033441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Quote – Photo">
    <p:bg>
      <p:bgRef idx="1001">
        <a:schemeClr val="bg1"/>
      </p:bgRef>
    </p:bg>
    <p:spTree>
      <p:nvGrpSpPr>
        <p:cNvPr id="1" name=""/>
        <p:cNvGrpSpPr/>
        <p:nvPr/>
      </p:nvGrpSpPr>
      <p:grpSpPr>
        <a:xfrm>
          <a:off x="0" y="0"/>
          <a:ext cx="0" cy="0"/>
          <a:chOff x="0" y="0"/>
          <a:chExt cx="0" cy="0"/>
        </a:xfrm>
      </p:grpSpPr>
      <p:pic>
        <p:nvPicPr>
          <p:cNvPr id="32" name="Picture 31" descr="Looking up view of a tall building with glass windows&#10;&#10;Description automatically generated">
            <a:extLst>
              <a:ext uri="{FF2B5EF4-FFF2-40B4-BE49-F238E27FC236}">
                <a16:creationId xmlns:a16="http://schemas.microsoft.com/office/drawing/2014/main" id="{B3DA20F2-2D53-3AEB-2E52-5879AB1D3B2C}"/>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1829993" y="0"/>
            <a:ext cx="10358832" cy="6858000"/>
          </a:xfrm>
          <a:prstGeom prst="rect">
            <a:avLst/>
          </a:prstGeom>
        </p:spPr>
      </p:pic>
      <p:sp>
        <p:nvSpPr>
          <p:cNvPr id="9" name="Rectangle 8">
            <a:extLst>
              <a:ext uri="{FF2B5EF4-FFF2-40B4-BE49-F238E27FC236}">
                <a16:creationId xmlns:a16="http://schemas.microsoft.com/office/drawing/2014/main" id="{39644796-3BE2-09B0-F95D-F4AB56E62FD2}"/>
              </a:ext>
            </a:extLst>
          </p:cNvPr>
          <p:cNvSpPr/>
          <p:nvPr/>
        </p:nvSpPr>
        <p:spPr>
          <a:xfrm>
            <a:off x="0" y="0"/>
            <a:ext cx="12182348" cy="6858000"/>
          </a:xfrm>
          <a:prstGeom prst="rect">
            <a:avLst/>
          </a:prstGeom>
          <a:gradFill>
            <a:gsLst>
              <a:gs pos="59553">
                <a:srgbClr val="FFFFFF">
                  <a:alpha val="0"/>
                </a:srgbClr>
              </a:gs>
              <a:gs pos="35000">
                <a:srgbClr val="FFFFFF"/>
              </a:gs>
              <a:gs pos="78000">
                <a:srgbClr val="FFFFFF">
                  <a:alpha val="0"/>
                </a:srgbClr>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Freeform: Shape 9">
            <a:extLst>
              <a:ext uri="{FF2B5EF4-FFF2-40B4-BE49-F238E27FC236}">
                <a16:creationId xmlns:a16="http://schemas.microsoft.com/office/drawing/2014/main" id="{6DAA0A2E-4B76-3DD4-CF2D-B4E2E491F351}"/>
              </a:ext>
            </a:extLst>
          </p:cNvPr>
          <p:cNvSpPr/>
          <p:nvPr/>
        </p:nvSpPr>
        <p:spPr>
          <a:xfrm>
            <a:off x="6477"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2"/>
              </a:gs>
            </a:gsLst>
            <a:lin ang="0" scaled="1"/>
          </a:gradFill>
          <a:ln w="0" cap="flat">
            <a:noFill/>
            <a:prstDash val="solid"/>
            <a:miter/>
          </a:ln>
        </p:spPr>
        <p:txBody>
          <a:bodyPr rtlCol="0" anchor="ctr"/>
          <a:lstStyle/>
          <a:p>
            <a:endParaRPr lang="en-US" dirty="0"/>
          </a:p>
        </p:txBody>
      </p:sp>
      <p:sp>
        <p:nvSpPr>
          <p:cNvPr id="3" name="TextBox 2">
            <a:extLst>
              <a:ext uri="{FF2B5EF4-FFF2-40B4-BE49-F238E27FC236}">
                <a16:creationId xmlns:a16="http://schemas.microsoft.com/office/drawing/2014/main" id="{BACD6F3E-7865-E329-FB61-00E1B7D783BB}"/>
              </a:ext>
            </a:extLst>
          </p:cNvPr>
          <p:cNvSpPr txBox="1"/>
          <p:nvPr/>
        </p:nvSpPr>
        <p:spPr>
          <a:xfrm>
            <a:off x="1645084" y="6461498"/>
            <a:ext cx="2806859" cy="125484"/>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Broadcom Proprietary and Confidential. Copyright © 2024 Broadcom.  </a:t>
            </a:r>
          </a:p>
        </p:txBody>
      </p:sp>
      <p:grpSp>
        <p:nvGrpSpPr>
          <p:cNvPr id="5" name="Graphic 8">
            <a:extLst>
              <a:ext uri="{FF2B5EF4-FFF2-40B4-BE49-F238E27FC236}">
                <a16:creationId xmlns:a16="http://schemas.microsoft.com/office/drawing/2014/main" id="{3E09CBA6-627D-2768-152C-A25B87CF790A}"/>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685DA75B-DA1C-13EF-F3C8-ACEE2C668A7F}"/>
                </a:ext>
              </a:extLst>
            </p:cNvPr>
            <p:cNvGrpSpPr/>
            <p:nvPr/>
          </p:nvGrpSpPr>
          <p:grpSpPr>
            <a:xfrm>
              <a:off x="745455" y="6594444"/>
              <a:ext cx="722662" cy="98475"/>
              <a:chOff x="745455" y="6594444"/>
              <a:chExt cx="722662" cy="98475"/>
            </a:xfrm>
            <a:solidFill>
              <a:srgbClr val="000000"/>
            </a:solidFill>
          </p:grpSpPr>
          <p:sp>
            <p:nvSpPr>
              <p:cNvPr id="21" name="Freeform 20">
                <a:extLst>
                  <a:ext uri="{FF2B5EF4-FFF2-40B4-BE49-F238E27FC236}">
                    <a16:creationId xmlns:a16="http://schemas.microsoft.com/office/drawing/2014/main" id="{6E43D9EF-A9B1-97EC-9CAB-0367B664C9D0}"/>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5B127822-510F-D59E-2401-DACD4D6BA07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F3E9315B-DD78-18E2-9951-D8120BAD916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E2AF63A1-86BF-B1C3-A3F5-517003C7A96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0AC22223-58F9-DB0C-9D61-94D7B8E8C1F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1114E784-D17D-A2C2-757A-7B991282486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DF09BAA7-F77F-FEDC-A8A8-F10B9350FFF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A1F18F3-D078-404B-FFBA-A4E33B8147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0DA5E4E2-82BF-54FB-780E-193386E0F47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1295929-CD29-6FBF-CE14-3BC84AB4A1F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E1BC8CC5-030B-A124-A179-FC1B1CB93618}"/>
                </a:ext>
              </a:extLst>
            </p:cNvPr>
            <p:cNvGrpSpPr/>
            <p:nvPr/>
          </p:nvGrpSpPr>
          <p:grpSpPr>
            <a:xfrm>
              <a:off x="265625" y="6323271"/>
              <a:ext cx="1249223" cy="190348"/>
              <a:chOff x="265625" y="6323271"/>
              <a:chExt cx="1249223" cy="190348"/>
            </a:xfrm>
            <a:solidFill>
              <a:srgbClr val="000000"/>
            </a:solidFill>
          </p:grpSpPr>
          <p:sp>
            <p:nvSpPr>
              <p:cNvPr id="12" name="Freeform 11">
                <a:extLst>
                  <a:ext uri="{FF2B5EF4-FFF2-40B4-BE49-F238E27FC236}">
                    <a16:creationId xmlns:a16="http://schemas.microsoft.com/office/drawing/2014/main" id="{8263E9E0-CE6D-2469-4DAA-AAD461690F95}"/>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54E7CD3B-64B1-7447-7A83-5830224748C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3C5659AD-F571-B436-FA9E-F3EB0D45050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6775BD55-89FE-BF4D-F689-E5F5188D101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80CF7C26-1A1F-1F80-46D4-8309C39F0CA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C0E1496F-2BE6-5149-BE29-0376ABD59D6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4C0A74FC-F5C6-E572-32D2-2A39D4551EA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8" name="Text Placeholder 7">
            <a:extLst>
              <a:ext uri="{FF2B5EF4-FFF2-40B4-BE49-F238E27FC236}">
                <a16:creationId xmlns:a16="http://schemas.microsoft.com/office/drawing/2014/main" id="{B6C21BA7-C6D2-446E-8FD2-266107E90C49}"/>
              </a:ext>
            </a:extLst>
          </p:cNvPr>
          <p:cNvSpPr>
            <a:spLocks noGrp="1"/>
          </p:cNvSpPr>
          <p:nvPr>
            <p:ph type="body" sz="quarter" idx="16" hasCustomPrompt="1"/>
          </p:nvPr>
        </p:nvSpPr>
        <p:spPr>
          <a:xfrm>
            <a:off x="438912" y="1600200"/>
            <a:ext cx="4754880" cy="3200400"/>
          </a:xfrm>
        </p:spPr>
        <p:txBody>
          <a:bodyPr anchor="b"/>
          <a:lstStyle>
            <a:lvl1pPr marL="169863" indent="-169863">
              <a:buClrTx/>
              <a:buSzPct val="100000"/>
              <a:buFont typeface="Arial" panose="020B0604020202020204" pitchFamily="34" charset="0"/>
              <a:buChar char="“"/>
              <a:defRPr sz="2800">
                <a:solidFill>
                  <a:schemeClr val="accent2"/>
                </a:solidFill>
              </a:defRPr>
            </a:lvl1pPr>
            <a:lvl2pPr marL="457200" indent="-184150">
              <a:buClrTx/>
              <a:buFont typeface="Arial" panose="020B0604020202020204" pitchFamily="34" charset="0"/>
              <a:buChar char="“"/>
              <a:defRPr>
                <a:solidFill>
                  <a:schemeClr val="bg1"/>
                </a:solidFill>
              </a:defRPr>
            </a:lvl2pPr>
            <a:lvl3pPr marL="744538" indent="-169863">
              <a:buClrTx/>
              <a:buFont typeface="Arial" panose="020B0604020202020204" pitchFamily="34" charset="0"/>
              <a:buChar char="“"/>
              <a:defRPr>
                <a:solidFill>
                  <a:schemeClr val="bg1"/>
                </a:solidFill>
              </a:defRPr>
            </a:lvl3pPr>
            <a:lvl4pPr marL="969963" indent="-166688">
              <a:buClrTx/>
              <a:buFont typeface="Arial" panose="020B0604020202020204" pitchFamily="34" charset="0"/>
              <a:buChar char="“"/>
              <a:defRPr>
                <a:solidFill>
                  <a:schemeClr val="bg1"/>
                </a:solidFill>
              </a:defRPr>
            </a:lvl4pPr>
            <a:lvl5pPr marL="1143000" indent="-138113">
              <a:buClrTx/>
              <a:buFont typeface="Arial" panose="020B0604020202020204" pitchFamily="34" charset="0"/>
              <a:buChar char="“"/>
              <a:defRPr>
                <a:solidFill>
                  <a:schemeClr val="bg1"/>
                </a:solidFill>
              </a:defRPr>
            </a:lvl5pPr>
          </a:lstStyle>
          <a:p>
            <a:pPr lvl="0"/>
            <a:r>
              <a:rPr lang="en-US"/>
              <a:t>Quote page with photo showing a building. Click to replace text.”</a:t>
            </a:r>
          </a:p>
        </p:txBody>
      </p:sp>
      <p:sp>
        <p:nvSpPr>
          <p:cNvPr id="11" name="Text Placeholder 10">
            <a:extLst>
              <a:ext uri="{FF2B5EF4-FFF2-40B4-BE49-F238E27FC236}">
                <a16:creationId xmlns:a16="http://schemas.microsoft.com/office/drawing/2014/main" id="{0762CBDD-60C2-443D-88B5-C596896049D8}"/>
              </a:ext>
            </a:extLst>
          </p:cNvPr>
          <p:cNvSpPr>
            <a:spLocks noGrp="1"/>
          </p:cNvSpPr>
          <p:nvPr>
            <p:ph type="body" sz="quarter" idx="17" hasCustomPrompt="1"/>
          </p:nvPr>
        </p:nvSpPr>
        <p:spPr>
          <a:xfrm>
            <a:off x="612648" y="5065776"/>
            <a:ext cx="3591052" cy="674624"/>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5" name="page number">
            <a:extLst>
              <a:ext uri="{FF2B5EF4-FFF2-40B4-BE49-F238E27FC236}">
                <a16:creationId xmlns:a16="http://schemas.microsoft.com/office/drawing/2014/main" id="{65B8D505-D55C-B546-9B33-22157CD80DE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pic>
        <p:nvPicPr>
          <p:cNvPr id="31" name="Picture 30" descr="Looking up view of a tall building with glass windows&#10;&#10;Description automatically generated">
            <a:extLst>
              <a:ext uri="{FF2B5EF4-FFF2-40B4-BE49-F238E27FC236}">
                <a16:creationId xmlns:a16="http://schemas.microsoft.com/office/drawing/2014/main" id="{B3DA20F2-2D53-3AEB-2E52-5879AB1D3B2C}"/>
              </a:ext>
            </a:extLst>
          </p:cNvPr>
          <p:cNvPicPr>
            <a:picLocks noChangeAspect="1"/>
          </p:cNvPicPr>
          <p:nvPr userDrawn="1"/>
        </p:nvPicPr>
        <p:blipFill rotWithShape="1">
          <a:blip r:embed="rId2" cstate="screen">
            <a:alphaModFix/>
            <a:extLst>
              <a:ext uri="{28A0092B-C50C-407E-A947-70E740481C1C}">
                <a14:useLocalDpi xmlns:a14="http://schemas.microsoft.com/office/drawing/2010/main"/>
              </a:ext>
            </a:extLst>
          </a:blip>
          <a:srcRect/>
          <a:stretch/>
        </p:blipFill>
        <p:spPr>
          <a:xfrm>
            <a:off x="1829993" y="0"/>
            <a:ext cx="10358832" cy="6858000"/>
          </a:xfrm>
          <a:prstGeom prst="rect">
            <a:avLst/>
          </a:prstGeom>
        </p:spPr>
      </p:pic>
      <p:sp>
        <p:nvSpPr>
          <p:cNvPr id="33" name="Rectangle 32">
            <a:extLst>
              <a:ext uri="{FF2B5EF4-FFF2-40B4-BE49-F238E27FC236}">
                <a16:creationId xmlns:a16="http://schemas.microsoft.com/office/drawing/2014/main" id="{39644796-3BE2-09B0-F95D-F4AB56E62FD2}"/>
              </a:ext>
            </a:extLst>
          </p:cNvPr>
          <p:cNvSpPr/>
          <p:nvPr userDrawn="1"/>
        </p:nvSpPr>
        <p:spPr>
          <a:xfrm>
            <a:off x="0" y="0"/>
            <a:ext cx="12182348" cy="6858000"/>
          </a:xfrm>
          <a:prstGeom prst="rect">
            <a:avLst/>
          </a:prstGeom>
          <a:gradFill>
            <a:gsLst>
              <a:gs pos="59553">
                <a:srgbClr val="FFFFFF">
                  <a:alpha val="0"/>
                </a:srgbClr>
              </a:gs>
              <a:gs pos="35000">
                <a:srgbClr val="FFFFFF"/>
              </a:gs>
              <a:gs pos="78000">
                <a:srgbClr val="FFFFFF">
                  <a:alpha val="0"/>
                </a:srgbClr>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4" name="Freeform: Shape 9">
            <a:extLst>
              <a:ext uri="{FF2B5EF4-FFF2-40B4-BE49-F238E27FC236}">
                <a16:creationId xmlns:a16="http://schemas.microsoft.com/office/drawing/2014/main" id="{6DAA0A2E-4B76-3DD4-CF2D-B4E2E491F351}"/>
              </a:ext>
            </a:extLst>
          </p:cNvPr>
          <p:cNvSpPr/>
          <p:nvPr userDrawn="1"/>
        </p:nvSpPr>
        <p:spPr>
          <a:xfrm>
            <a:off x="0"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2"/>
              </a:gs>
            </a:gsLst>
            <a:lin ang="0" scaled="1"/>
          </a:gradFill>
          <a:ln w="0" cap="flat">
            <a:noFill/>
            <a:prstDash val="solid"/>
            <a:miter/>
          </a:ln>
        </p:spPr>
        <p:txBody>
          <a:bodyPr rtlCol="0" anchor="ctr"/>
          <a:lstStyle/>
          <a:p>
            <a:endParaRPr lang="en-US" dirty="0"/>
          </a:p>
        </p:txBody>
      </p:sp>
      <p:grpSp>
        <p:nvGrpSpPr>
          <p:cNvPr id="37" name="Graphic 8">
            <a:extLst>
              <a:ext uri="{FF2B5EF4-FFF2-40B4-BE49-F238E27FC236}">
                <a16:creationId xmlns:a16="http://schemas.microsoft.com/office/drawing/2014/main" id="{3E09CBA6-627D-2768-152C-A25B87CF790A}"/>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685DA75B-DA1C-13EF-F3C8-ACEE2C668A7F}"/>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6E43D9EF-A9B1-97EC-9CAB-0367B664C9D0}"/>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5B127822-510F-D59E-2401-DACD4D6BA07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F3E9315B-DD78-18E2-9951-D8120BAD916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2AF63A1-86BF-B1C3-A3F5-517003C7A96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0AC22223-58F9-DB0C-9D61-94D7B8E8C1F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1114E784-D17D-A2C2-757A-7B991282486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DF09BAA7-F77F-FEDC-A8A8-F10B9350FFF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0A1F18F3-D078-404B-FFBA-A4E33B8147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0DA5E4E2-82BF-54FB-780E-193386E0F47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61295929-CD29-6FBF-CE14-3BC84AB4A1F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E1BC8CC5-030B-A124-A179-FC1B1CB93618}"/>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8263E9E0-CE6D-2469-4DAA-AAD461690F95}"/>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54E7CD3B-64B1-7447-7A83-5830224748C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C5659AD-F571-B436-FA9E-F3EB0D45050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775BD55-89FE-BF4D-F689-E5F5188D101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80CF7C26-1A1F-1F80-46D4-8309C39F0CA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C0E1496F-2BE6-5149-BE29-0376ABD59D6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4C0A74FC-F5C6-E572-32D2-2A39D4551EA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7" name="page number">
            <a:extLst>
              <a:ext uri="{FF2B5EF4-FFF2-40B4-BE49-F238E27FC236}">
                <a16:creationId xmlns:a16="http://schemas.microsoft.com/office/drawing/2014/main" id="{65B8D505-D55C-B546-9B33-22157CD80DE2}"/>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17" name="TextBox 16">
            <a:extLst>
              <a:ext uri="{FF2B5EF4-FFF2-40B4-BE49-F238E27FC236}">
                <a16:creationId xmlns:a16="http://schemas.microsoft.com/office/drawing/2014/main" id="{0D3A3CDD-4D8E-3CB0-B95C-B4DE8B5B02E4}"/>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17870003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4"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993477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784025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4E83-0498-4D8B-94A0-3FF7CDD8F127}"/>
              </a:ext>
            </a:extLst>
          </p:cNvPr>
          <p:cNvSpPr>
            <a:spLocks noGrp="1"/>
          </p:cNvSpPr>
          <p:nvPr>
            <p:ph type="title" hasCustomPrompt="1"/>
          </p:nvPr>
        </p:nvSpPr>
        <p:spPr/>
        <p:txBody>
          <a:bodyPr/>
          <a:lstStyle>
            <a:lvl1pPr>
              <a:defRPr>
                <a:solidFill>
                  <a:schemeClr val="accent2"/>
                </a:solidFill>
              </a:defRPr>
            </a:lvl1pPr>
          </a:lstStyle>
          <a:p>
            <a:r>
              <a:rPr lang="en-US"/>
              <a:t>Single Content Layout Click to Add One Line Title</a:t>
            </a:r>
          </a:p>
        </p:txBody>
      </p:sp>
      <p:sp>
        <p:nvSpPr>
          <p:cNvPr id="8" name="Subtitle 2">
            <a:extLst>
              <a:ext uri="{FF2B5EF4-FFF2-40B4-BE49-F238E27FC236}">
                <a16:creationId xmlns:a16="http://schemas.microsoft.com/office/drawing/2014/main" id="{216D2F66-BB7F-4F0E-A224-A105F87676EF}"/>
              </a:ext>
            </a:extLst>
          </p:cNvPr>
          <p:cNvSpPr>
            <a:spLocks noGrp="1"/>
          </p:cNvSpPr>
          <p:nvPr>
            <p:ph type="subTitle" idx="10" hasCustomPrompt="1"/>
          </p:nvPr>
        </p:nvSpPr>
        <p:spPr>
          <a:xfrm>
            <a:off x="592866" y="811830"/>
            <a:ext cx="1098794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a:xfrm>
            <a:off x="616505" y="1600201"/>
            <a:ext cx="10972800" cy="4572000"/>
          </a:xfrm>
        </p:spPr>
        <p:txBody>
          <a:bodyPr/>
          <a:lstStyle>
            <a:lvl1pPr>
              <a:spcBef>
                <a:spcPts val="0"/>
              </a:spcBef>
              <a:defRPr>
                <a:solidFill>
                  <a:schemeClr val="tx1"/>
                </a:solidFill>
              </a:defRPr>
            </a:lvl1pPr>
            <a:lvl2pPr>
              <a:spcBef>
                <a:spcPts val="0"/>
              </a:spcBef>
              <a:buClr>
                <a:schemeClr val="bg2">
                  <a:lumMod val="25000"/>
                </a:schemeClr>
              </a:buClr>
              <a:defRPr>
                <a:solidFill>
                  <a:schemeClr val="tx1"/>
                </a:solidFill>
              </a:defRPr>
            </a:lvl2pPr>
            <a:lvl3pPr>
              <a:spcBef>
                <a:spcPts val="0"/>
              </a:spcBef>
              <a:buClr>
                <a:schemeClr val="bg2">
                  <a:lumMod val="25000"/>
                </a:schemeClr>
              </a:buClr>
              <a:defRPr>
                <a:solidFill>
                  <a:schemeClr val="tx1"/>
                </a:solidFill>
              </a:defRPr>
            </a:lvl3pPr>
            <a:lvl4pPr>
              <a:spcBef>
                <a:spcPts val="0"/>
              </a:spcBef>
              <a:buClr>
                <a:schemeClr val="bg2">
                  <a:lumMod val="25000"/>
                </a:schemeClr>
              </a:buClr>
              <a:defRPr>
                <a:solidFill>
                  <a:schemeClr val="tx1"/>
                </a:solidFill>
              </a:defRPr>
            </a:lvl4pPr>
            <a:lvl5pPr>
              <a:spcBef>
                <a:spcPts val="0"/>
              </a:spcBef>
              <a:buClr>
                <a:schemeClr val="bg2">
                  <a:lumMod val="25000"/>
                </a:schemeClr>
              </a:buClr>
              <a:defRPr>
                <a:solidFill>
                  <a:schemeClr val="tx1"/>
                </a:solidFill>
              </a:defRPr>
            </a:lvl5pPr>
            <a:lvl6pPr>
              <a:buClr>
                <a:schemeClr val="bg2">
                  <a:lumMod val="25000"/>
                </a:schemeClr>
              </a:buClr>
              <a:defRPr>
                <a:solidFill>
                  <a:schemeClr val="bg2">
                    <a:lumMod val="25000"/>
                  </a:schemeClr>
                </a:solidFill>
              </a:defRPr>
            </a:lvl6pPr>
            <a:lvl7pPr>
              <a:defRPr/>
            </a:lvl7pPr>
            <a:lvl8pPr>
              <a:defRPr/>
            </a:lvl8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age number">
            <a:extLst>
              <a:ext uri="{FF2B5EF4-FFF2-40B4-BE49-F238E27FC236}">
                <a16:creationId xmlns:a16="http://schemas.microsoft.com/office/drawing/2014/main" id="{175B5FDB-839C-A941-B264-01387F31F00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6" name="page number">
            <a:extLst>
              <a:ext uri="{FF2B5EF4-FFF2-40B4-BE49-F238E27FC236}">
                <a16:creationId xmlns:a16="http://schemas.microsoft.com/office/drawing/2014/main" id="{175B5FDB-839C-A941-B264-01387F31F00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038780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wo-Content Balance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Click to Add One Line Title</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Content Placeholder 3">
            <a:extLst>
              <a:ext uri="{FF2B5EF4-FFF2-40B4-BE49-F238E27FC236}">
                <a16:creationId xmlns:a16="http://schemas.microsoft.com/office/drawing/2014/main" id="{87AF420A-ED2C-4AD1-A28B-EB26178557DE}"/>
              </a:ext>
            </a:extLst>
          </p:cNvPr>
          <p:cNvSpPr>
            <a:spLocks noGrp="1"/>
          </p:cNvSpPr>
          <p:nvPr>
            <p:ph sz="quarter" idx="17" hasCustomPrompt="1"/>
          </p:nvPr>
        </p:nvSpPr>
        <p:spPr>
          <a:xfrm>
            <a:off x="608013"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2" name="Content Placeholder 3">
            <a:extLst>
              <a:ext uri="{FF2B5EF4-FFF2-40B4-BE49-F238E27FC236}">
                <a16:creationId xmlns:a16="http://schemas.microsoft.com/office/drawing/2014/main" id="{CD860A49-A98C-4F0E-AB34-4E13B89D5EBC}"/>
              </a:ext>
            </a:extLst>
          </p:cNvPr>
          <p:cNvSpPr>
            <a:spLocks noGrp="1"/>
          </p:cNvSpPr>
          <p:nvPr>
            <p:ph sz="quarter" idx="18" hasCustomPrompt="1"/>
          </p:nvPr>
        </p:nvSpPr>
        <p:spPr>
          <a:xfrm>
            <a:off x="6321287"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306FFEC8-099C-484D-841A-7FCB225B189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9" name="page number">
            <a:extLst>
              <a:ext uri="{FF2B5EF4-FFF2-40B4-BE49-F238E27FC236}">
                <a16:creationId xmlns:a16="http://schemas.microsoft.com/office/drawing/2014/main" id="{306FFEC8-099C-484D-841A-7FCB225B189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704919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wo-Content Balanced Color on Right">
    <p:spTree>
      <p:nvGrpSpPr>
        <p:cNvPr id="1" name=""/>
        <p:cNvGrpSpPr/>
        <p:nvPr/>
      </p:nvGrpSpPr>
      <p:grpSpPr>
        <a:xfrm>
          <a:off x="0" y="0"/>
          <a:ext cx="0" cy="0"/>
          <a:chOff x="0" y="0"/>
          <a:chExt cx="0" cy="0"/>
        </a:xfrm>
      </p:grpSpPr>
      <p:sp>
        <p:nvSpPr>
          <p:cNvPr id="72" name="Content Placeholder 17">
            <a:extLst>
              <a:ext uri="{FF2B5EF4-FFF2-40B4-BE49-F238E27FC236}">
                <a16:creationId xmlns:a16="http://schemas.microsoft.com/office/drawing/2014/main" id="{A0456ED3-FDC5-4E29-B939-E35EA08477CA}"/>
              </a:ext>
            </a:extLst>
          </p:cNvPr>
          <p:cNvSpPr>
            <a:spLocks noGrp="1"/>
          </p:cNvSpPr>
          <p:nvPr>
            <p:ph sz="quarter" idx="16" hasCustomPrompt="1"/>
          </p:nvPr>
        </p:nvSpPr>
        <p:spPr bwMode="ltGray">
          <a:xfrm>
            <a:off x="6323381" y="1600201"/>
            <a:ext cx="5865445" cy="4572000"/>
          </a:xfrm>
          <a:solidFill>
            <a:srgbClr val="F4F8FA"/>
          </a:solid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Graphic on Left, Text on Right - Click to Edit</a:t>
            </a:r>
          </a:p>
        </p:txBody>
      </p:sp>
      <p:sp>
        <p:nvSpPr>
          <p:cNvPr id="7" name="page number">
            <a:extLst>
              <a:ext uri="{FF2B5EF4-FFF2-40B4-BE49-F238E27FC236}">
                <a16:creationId xmlns:a16="http://schemas.microsoft.com/office/drawing/2014/main" id="{1727F760-24DE-9A42-B7E9-356D8DC2BDA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CC3C30A-44C0-E837-19B2-6A2DFD1C7D7F}"/>
              </a:ext>
            </a:extLst>
          </p:cNvPr>
          <p:cNvSpPr>
            <a:spLocks noGrp="1"/>
          </p:cNvSpPr>
          <p:nvPr>
            <p:ph sz="quarter" idx="17" hasCustomPrompt="1"/>
          </p:nvPr>
        </p:nvSpPr>
        <p:spPr bwMode="ltGray">
          <a:xfrm>
            <a:off x="0" y="1600201"/>
            <a:ext cx="5893593" cy="4572000"/>
          </a:xfrm>
          <a:no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9" name="page number">
            <a:extLst>
              <a:ext uri="{FF2B5EF4-FFF2-40B4-BE49-F238E27FC236}">
                <a16:creationId xmlns:a16="http://schemas.microsoft.com/office/drawing/2014/main" id="{1727F760-24DE-9A42-B7E9-356D8DC2BDA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627359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wo-Content Balanced Color on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Text on Left, Graphic on Right - Click to Edit</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page number">
            <a:extLst>
              <a:ext uri="{FF2B5EF4-FFF2-40B4-BE49-F238E27FC236}">
                <a16:creationId xmlns:a16="http://schemas.microsoft.com/office/drawing/2014/main" id="{4FD1F5D3-21E9-5341-B48A-48F1E4CF33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7F87D5F-EABF-6E97-FCBB-22D4040C1B63}"/>
              </a:ext>
            </a:extLst>
          </p:cNvPr>
          <p:cNvSpPr>
            <a:spLocks noGrp="1"/>
          </p:cNvSpPr>
          <p:nvPr>
            <p:ph sz="quarter" idx="16" hasCustomPrompt="1"/>
          </p:nvPr>
        </p:nvSpPr>
        <p:spPr bwMode="ltGray">
          <a:xfrm>
            <a:off x="6323381" y="1600201"/>
            <a:ext cx="5865445" cy="4572000"/>
          </a:xfrm>
          <a:no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4" name="Content Placeholder 17">
            <a:extLst>
              <a:ext uri="{FF2B5EF4-FFF2-40B4-BE49-F238E27FC236}">
                <a16:creationId xmlns:a16="http://schemas.microsoft.com/office/drawing/2014/main" id="{CA8AC63D-F94C-D60E-8AB3-9211BDCC455C}"/>
              </a:ext>
            </a:extLst>
          </p:cNvPr>
          <p:cNvSpPr>
            <a:spLocks noGrp="1"/>
          </p:cNvSpPr>
          <p:nvPr>
            <p:ph sz="quarter" idx="17" hasCustomPrompt="1"/>
          </p:nvPr>
        </p:nvSpPr>
        <p:spPr bwMode="ltGray">
          <a:xfrm>
            <a:off x="0" y="1600201"/>
            <a:ext cx="5893593" cy="4572000"/>
          </a:xfrm>
          <a:solidFill>
            <a:srgbClr val="F4F9FA"/>
          </a:solid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4FD1F5D3-21E9-5341-B48A-48F1E4CF33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822712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A1FE0B-90B1-4BED-9AA5-6DC9F6424E67}"/>
              </a:ext>
            </a:extLst>
          </p:cNvPr>
          <p:cNvSpPr>
            <a:spLocks noGrp="1"/>
          </p:cNvSpPr>
          <p:nvPr>
            <p:ph type="title" hasCustomPrompt="1"/>
          </p:nvPr>
        </p:nvSpPr>
        <p:spPr/>
        <p:txBody>
          <a:bodyPr/>
          <a:lstStyle>
            <a:lvl1pPr>
              <a:defRPr>
                <a:solidFill>
                  <a:schemeClr val="accent2"/>
                </a:solidFill>
              </a:defRPr>
            </a:lvl1pPr>
          </a:lstStyle>
          <a:p>
            <a:r>
              <a:rPr lang="en-US"/>
              <a:t>Two-content Text Comparison Layout</a:t>
            </a:r>
          </a:p>
        </p:txBody>
      </p:sp>
      <p:sp>
        <p:nvSpPr>
          <p:cNvPr id="13" name="Subtitle 2">
            <a:extLst>
              <a:ext uri="{FF2B5EF4-FFF2-40B4-BE49-F238E27FC236}">
                <a16:creationId xmlns:a16="http://schemas.microsoft.com/office/drawing/2014/main" id="{D541C7AA-97CA-4F96-9506-F144DA2CD8E2}"/>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1" name="Text Placeholder 4">
            <a:extLst>
              <a:ext uri="{FF2B5EF4-FFF2-40B4-BE49-F238E27FC236}">
                <a16:creationId xmlns:a16="http://schemas.microsoft.com/office/drawing/2014/main" id="{9E550D89-51A7-894E-88FB-394F3178F2EC}"/>
              </a:ext>
            </a:extLst>
          </p:cNvPr>
          <p:cNvSpPr>
            <a:spLocks noGrp="1"/>
          </p:cNvSpPr>
          <p:nvPr>
            <p:ph type="body" sz="quarter" idx="17" hasCustomPrompt="1"/>
          </p:nvPr>
        </p:nvSpPr>
        <p:spPr bwMode="gray">
          <a:xfrm>
            <a:off x="592866" y="1600202"/>
            <a:ext cx="5287234" cy="875370"/>
          </a:xfrm>
          <a:noFill/>
        </p:spPr>
        <p:txBody>
          <a:bodyPr vert="horz" lIns="0" tIns="91440" rIns="457200" bIns="91440" rtlCol="0" anchor="b">
            <a:noAutofit/>
          </a:bodyPr>
          <a:lstStyle>
            <a:lvl1pPr>
              <a:defRPr lang="en-US" dirty="0">
                <a:solidFill>
                  <a:schemeClr val="accent2"/>
                </a:solidFill>
              </a:defRPr>
            </a:lvl1pPr>
          </a:lstStyle>
          <a:p>
            <a:pPr lvl="0"/>
            <a:r>
              <a:rPr lang="en-US"/>
              <a:t>Click to add header </a:t>
            </a:r>
          </a:p>
        </p:txBody>
      </p:sp>
      <p:sp>
        <p:nvSpPr>
          <p:cNvPr id="14" name="Rectangle 13">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Content Placeholder 17">
            <a:extLst>
              <a:ext uri="{FF2B5EF4-FFF2-40B4-BE49-F238E27FC236}">
                <a16:creationId xmlns:a16="http://schemas.microsoft.com/office/drawing/2014/main" id="{0170DFD5-97D2-3349-AE52-EB22861A6880}"/>
              </a:ext>
            </a:extLst>
          </p:cNvPr>
          <p:cNvSpPr>
            <a:spLocks noGrp="1"/>
          </p:cNvSpPr>
          <p:nvPr>
            <p:ph sz="quarter" idx="14" hasCustomPrompt="1"/>
          </p:nvPr>
        </p:nvSpPr>
        <p:spPr bwMode="gray">
          <a:xfrm>
            <a:off x="592865" y="2621020"/>
            <a:ext cx="5315794" cy="3544027"/>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a:extLst>
              <a:ext uri="{FF2B5EF4-FFF2-40B4-BE49-F238E27FC236}">
                <a16:creationId xmlns:a16="http://schemas.microsoft.com/office/drawing/2014/main" id="{961E082F-F30B-BC46-BB99-CA9B65C08128}"/>
              </a:ext>
            </a:extLst>
          </p:cNvPr>
          <p:cNvSpPr>
            <a:spLocks noGrp="1"/>
          </p:cNvSpPr>
          <p:nvPr>
            <p:ph type="body" sz="quarter" idx="18" hasCustomPrompt="1"/>
          </p:nvPr>
        </p:nvSpPr>
        <p:spPr bwMode="gray">
          <a:xfrm>
            <a:off x="6308726" y="1600202"/>
            <a:ext cx="5287234" cy="875370"/>
          </a:xfrm>
          <a:noFill/>
        </p:spPr>
        <p:txBody>
          <a:bodyPr vert="horz" lIns="0" tIns="91440" rIns="457200" bIns="91440" rtlCol="0" anchor="b">
            <a:noAutofit/>
          </a:bodyPr>
          <a:lstStyle>
            <a:lvl1pPr>
              <a:defRPr lang="en-US" sz="2000">
                <a:solidFill>
                  <a:schemeClr val="accent4"/>
                </a:solidFill>
              </a:defRPr>
            </a:lvl1pPr>
          </a:lstStyle>
          <a:p>
            <a:pPr lvl="0"/>
            <a:r>
              <a:rPr lang="en-US"/>
              <a:t>Click to add header </a:t>
            </a:r>
          </a:p>
        </p:txBody>
      </p:sp>
      <p:sp>
        <p:nvSpPr>
          <p:cNvPr id="16" name="Rectangle 15">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9" name="Content Placeholder 17">
            <a:extLst>
              <a:ext uri="{FF2B5EF4-FFF2-40B4-BE49-F238E27FC236}">
                <a16:creationId xmlns:a16="http://schemas.microsoft.com/office/drawing/2014/main" id="{3EE56D9F-2DF2-4F43-A13A-4844DFE465AC}"/>
              </a:ext>
            </a:extLst>
          </p:cNvPr>
          <p:cNvSpPr>
            <a:spLocks noGrp="1"/>
          </p:cNvSpPr>
          <p:nvPr>
            <p:ph sz="quarter" idx="16" hasCustomPrompt="1"/>
          </p:nvPr>
        </p:nvSpPr>
        <p:spPr bwMode="gray">
          <a:xfrm>
            <a:off x="6308143" y="2621280"/>
            <a:ext cx="5287234" cy="3575124"/>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2" name="page number">
            <a:extLst>
              <a:ext uri="{FF2B5EF4-FFF2-40B4-BE49-F238E27FC236}">
                <a16:creationId xmlns:a16="http://schemas.microsoft.com/office/drawing/2014/main" id="{3E816477-50B7-9248-BE5F-B9062610CEE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7" name="Rectangle 16">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userDrawn="1"/>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8" name="Rectangle 17">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userDrawn="1"/>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9" name="page number">
            <a:extLst>
              <a:ext uri="{FF2B5EF4-FFF2-40B4-BE49-F238E27FC236}">
                <a16:creationId xmlns:a16="http://schemas.microsoft.com/office/drawing/2014/main" id="{3E816477-50B7-9248-BE5F-B9062610CEE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84458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hree-Content 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F2C94F-DA57-4BDB-8E5C-E4A0C7522314}"/>
              </a:ext>
            </a:extLst>
          </p:cNvPr>
          <p:cNvSpPr>
            <a:spLocks noGrp="1"/>
          </p:cNvSpPr>
          <p:nvPr>
            <p:ph type="title" hasCustomPrompt="1"/>
          </p:nvPr>
        </p:nvSpPr>
        <p:spPr/>
        <p:txBody>
          <a:bodyPr/>
          <a:lstStyle>
            <a:lvl1pPr>
              <a:defRPr>
                <a:solidFill>
                  <a:schemeClr val="accent2"/>
                </a:solidFill>
              </a:defRPr>
            </a:lvl1pPr>
          </a:lstStyle>
          <a:p>
            <a:r>
              <a:rPr lang="en-US"/>
              <a:t>Three-content Layout – Three Horizontal Text Boxes</a:t>
            </a:r>
          </a:p>
        </p:txBody>
      </p:sp>
      <p:sp>
        <p:nvSpPr>
          <p:cNvPr id="13" name="Subtitle 2">
            <a:extLst>
              <a:ext uri="{FF2B5EF4-FFF2-40B4-BE49-F238E27FC236}">
                <a16:creationId xmlns:a16="http://schemas.microsoft.com/office/drawing/2014/main" id="{FC59F98B-A991-4DEC-A409-289E778CB84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4" name="Text Placeholder 3">
            <a:extLst>
              <a:ext uri="{FF2B5EF4-FFF2-40B4-BE49-F238E27FC236}">
                <a16:creationId xmlns:a16="http://schemas.microsoft.com/office/drawing/2014/main" id="{E0956C27-3D46-7745-A4A9-42842784C100}"/>
              </a:ext>
            </a:extLst>
          </p:cNvPr>
          <p:cNvSpPr>
            <a:spLocks noGrp="1"/>
          </p:cNvSpPr>
          <p:nvPr>
            <p:ph type="body" sz="quarter" idx="28" hasCustomPrompt="1"/>
          </p:nvPr>
        </p:nvSpPr>
        <p:spPr>
          <a:xfrm>
            <a:off x="592866" y="1600200"/>
            <a:ext cx="3593592" cy="914400"/>
          </a:xfrm>
          <a:noFill/>
        </p:spPr>
        <p:txBody>
          <a:bodyPr lIns="0" tIns="91440" rIns="182880" bIns="91440" anchor="b"/>
          <a:lstStyle>
            <a:lvl1pPr>
              <a:defRPr sz="1800">
                <a:solidFill>
                  <a:schemeClr val="accent2"/>
                </a:solidFill>
              </a:defRPr>
            </a:lvl1pPr>
            <a:lvl2pPr marL="0" indent="0">
              <a:buFont typeface="Arial" panose="020B0604020202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7" name="Rectangle 26">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Text Placeholder 3">
            <a:extLst>
              <a:ext uri="{FF2B5EF4-FFF2-40B4-BE49-F238E27FC236}">
                <a16:creationId xmlns:a16="http://schemas.microsoft.com/office/drawing/2014/main" id="{88975597-2DC5-4748-87A2-37C22D522B0B}"/>
              </a:ext>
            </a:extLst>
          </p:cNvPr>
          <p:cNvSpPr>
            <a:spLocks noGrp="1"/>
          </p:cNvSpPr>
          <p:nvPr>
            <p:ph type="body" sz="quarter" idx="26" hasCustomPrompt="1"/>
          </p:nvPr>
        </p:nvSpPr>
        <p:spPr>
          <a:xfrm>
            <a:off x="4297616" y="1600200"/>
            <a:ext cx="3593592" cy="914400"/>
          </a:xfrm>
          <a:noFill/>
        </p:spPr>
        <p:txBody>
          <a:bodyPr lIns="0" tIns="91440" rIns="182880" bIns="91440" anchor="b"/>
          <a:lstStyle>
            <a:lvl1pPr>
              <a:defRPr sz="1800">
                <a:solidFill>
                  <a:schemeClr val="accent3"/>
                </a:solidFill>
              </a:defRPr>
            </a:lvl1pPr>
            <a:lvl2pPr marL="0" indent="0">
              <a:buFont typeface="Arial" panose="020B0604020202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5" name="Text Placeholder 3">
            <a:extLst>
              <a:ext uri="{FF2B5EF4-FFF2-40B4-BE49-F238E27FC236}">
                <a16:creationId xmlns:a16="http://schemas.microsoft.com/office/drawing/2014/main" id="{F48BF931-C509-8F46-8576-3656F9F4BA19}"/>
              </a:ext>
            </a:extLst>
          </p:cNvPr>
          <p:cNvSpPr>
            <a:spLocks noGrp="1"/>
          </p:cNvSpPr>
          <p:nvPr>
            <p:ph type="body" sz="quarter" idx="23" hasCustomPrompt="1"/>
          </p:nvPr>
        </p:nvSpPr>
        <p:spPr>
          <a:xfrm>
            <a:off x="8001859" y="1600200"/>
            <a:ext cx="3593592" cy="914400"/>
          </a:xfrm>
          <a:noFill/>
        </p:spPr>
        <p:txBody>
          <a:bodyPr lIns="0" tIns="91440" rIns="182880" bIns="91440" anchor="b"/>
          <a:lstStyle>
            <a:lvl1pPr>
              <a:defRPr sz="1800">
                <a:solidFill>
                  <a:schemeClr val="accent4"/>
                </a:solidFill>
              </a:defRPr>
            </a:lvl1pPr>
            <a:lvl2pPr marL="0" indent="0">
              <a:buFont typeface="Arial" panose="020B0604020202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9" name="Rectangle 28">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page number">
            <a:extLst>
              <a:ext uri="{FF2B5EF4-FFF2-40B4-BE49-F238E27FC236}">
                <a16:creationId xmlns:a16="http://schemas.microsoft.com/office/drawing/2014/main" id="{7788490C-B63E-8E46-A9C1-9CF865F7FA57}"/>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Text Placeholder 6">
            <a:extLst>
              <a:ext uri="{FF2B5EF4-FFF2-40B4-BE49-F238E27FC236}">
                <a16:creationId xmlns:a16="http://schemas.microsoft.com/office/drawing/2014/main" id="{34AF0ECF-E71C-8AC9-36B9-29CB570B16D7}"/>
              </a:ext>
            </a:extLst>
          </p:cNvPr>
          <p:cNvSpPr>
            <a:spLocks noGrp="1"/>
          </p:cNvSpPr>
          <p:nvPr>
            <p:ph type="body" sz="quarter" idx="29"/>
          </p:nvPr>
        </p:nvSpPr>
        <p:spPr>
          <a:xfrm>
            <a:off x="59286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Text Placeholder 6">
            <a:extLst>
              <a:ext uri="{FF2B5EF4-FFF2-40B4-BE49-F238E27FC236}">
                <a16:creationId xmlns:a16="http://schemas.microsoft.com/office/drawing/2014/main" id="{D43B6B0E-4AB9-6144-29E4-820FC763DE97}"/>
              </a:ext>
            </a:extLst>
          </p:cNvPr>
          <p:cNvSpPr>
            <a:spLocks noGrp="1"/>
          </p:cNvSpPr>
          <p:nvPr>
            <p:ph type="body" sz="quarter" idx="30"/>
          </p:nvPr>
        </p:nvSpPr>
        <p:spPr>
          <a:xfrm>
            <a:off x="429761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ext Placeholder 6">
            <a:extLst>
              <a:ext uri="{FF2B5EF4-FFF2-40B4-BE49-F238E27FC236}">
                <a16:creationId xmlns:a16="http://schemas.microsoft.com/office/drawing/2014/main" id="{FEE5625D-A2F8-6592-7C13-07EAF5CBBC33}"/>
              </a:ext>
            </a:extLst>
          </p:cNvPr>
          <p:cNvSpPr>
            <a:spLocks noGrp="1"/>
          </p:cNvSpPr>
          <p:nvPr>
            <p:ph type="body" sz="quarter" idx="31"/>
          </p:nvPr>
        </p:nvSpPr>
        <p:spPr>
          <a:xfrm>
            <a:off x="8001859"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Rectangle 13">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userDrawn="1"/>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6" name="Rectangle 15">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userDrawn="1"/>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7" name="page number">
            <a:extLst>
              <a:ext uri="{FF2B5EF4-FFF2-40B4-BE49-F238E27FC236}">
                <a16:creationId xmlns:a16="http://schemas.microsoft.com/office/drawing/2014/main" id="{7788490C-B63E-8E46-A9C1-9CF865F7FA57}"/>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8" name="Rectangle 17">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userDrawn="1"/>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1880597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wo Content Dynamic –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46AD2E-9306-49E7-A98B-7D26E458C2B2}"/>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Left, Text/Graphic on Right</a:t>
            </a:r>
          </a:p>
        </p:txBody>
      </p:sp>
      <p:sp>
        <p:nvSpPr>
          <p:cNvPr id="14" name="Subtitle 2">
            <a:extLst>
              <a:ext uri="{FF2B5EF4-FFF2-40B4-BE49-F238E27FC236}">
                <a16:creationId xmlns:a16="http://schemas.microsoft.com/office/drawing/2014/main" id="{551435C2-3F7C-4835-8DB0-71E2C00537CF}"/>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Rectangle 6">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830FD232-93CB-4B54-A933-93C11B099F7A}"/>
              </a:ext>
            </a:extLst>
          </p:cNvPr>
          <p:cNvSpPr>
            <a:spLocks noGrp="1"/>
          </p:cNvSpPr>
          <p:nvPr>
            <p:ph type="body" sz="quarter" idx="20" hasCustomPrompt="1"/>
          </p:nvPr>
        </p:nvSpPr>
        <p:spPr>
          <a:xfrm>
            <a:off x="0"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577AE2CA-1B34-4F04-BD7F-F624F20E94FB}"/>
              </a:ext>
            </a:extLst>
          </p:cNvPr>
          <p:cNvSpPr>
            <a:spLocks noGrp="1"/>
          </p:cNvSpPr>
          <p:nvPr>
            <p:ph sz="quarter" idx="19" hasCustomPrompt="1"/>
          </p:nvPr>
        </p:nvSpPr>
        <p:spPr>
          <a:xfrm>
            <a:off x="3351213" y="1609531"/>
            <a:ext cx="8229600" cy="4572000"/>
          </a:xfrm>
        </p:spPr>
        <p:txBody>
          <a:bodyPr vert="horz" lIns="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1A93E906-C928-C345-B032-1F5C677FAEDD}"/>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9" name="Rectangle 8">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userDrawn="1"/>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1A93E906-C928-C345-B032-1F5C677FAEDD}"/>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364695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wo Content Dynamic –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2A934A-AC6B-460C-9C93-B13CF6B6263F}"/>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Right, Text/Graphic on Left</a:t>
            </a:r>
          </a:p>
        </p:txBody>
      </p:sp>
      <p:sp>
        <p:nvSpPr>
          <p:cNvPr id="14" name="Subtitle 2">
            <a:extLst>
              <a:ext uri="{FF2B5EF4-FFF2-40B4-BE49-F238E27FC236}">
                <a16:creationId xmlns:a16="http://schemas.microsoft.com/office/drawing/2014/main" id="{F6F5131D-84AE-4294-83A1-243FE1C81A8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page number">
            <a:extLst>
              <a:ext uri="{FF2B5EF4-FFF2-40B4-BE49-F238E27FC236}">
                <a16:creationId xmlns:a16="http://schemas.microsoft.com/office/drawing/2014/main" id="{EA3FFB13-8625-D245-BD64-AAC7CCCB5B6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CEB93DEE-AB9E-C81E-DF9C-D1BE09F22E09}"/>
              </a:ext>
            </a:extLst>
          </p:cNvPr>
          <p:cNvSpPr>
            <a:spLocks noGrp="1"/>
          </p:cNvSpPr>
          <p:nvPr>
            <p:ph type="body" sz="quarter" idx="20" hasCustomPrompt="1"/>
          </p:nvPr>
        </p:nvSpPr>
        <p:spPr>
          <a:xfrm>
            <a:off x="9294812"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10">
            <a:extLst>
              <a:ext uri="{FF2B5EF4-FFF2-40B4-BE49-F238E27FC236}">
                <a16:creationId xmlns:a16="http://schemas.microsoft.com/office/drawing/2014/main" id="{DC18C6BC-2416-B51C-F45A-9BCC874B47ED}"/>
              </a:ext>
            </a:extLst>
          </p:cNvPr>
          <p:cNvSpPr>
            <a:spLocks noGrp="1"/>
          </p:cNvSpPr>
          <p:nvPr>
            <p:ph sz="quarter" idx="19" hasCustomPrompt="1"/>
          </p:nvPr>
        </p:nvSpPr>
        <p:spPr>
          <a:xfrm>
            <a:off x="579809" y="1607465"/>
            <a:ext cx="8229600" cy="4572000"/>
          </a:xfrm>
        </p:spPr>
        <p:txBody>
          <a:bodyPr vert="horz" lIns="59436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EA3FFB13-8625-D245-BD64-AAC7CCCB5B6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0" name="Rectangle 9">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userDrawn="1"/>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2136262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iagram with Content on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57BCD9-063B-4ED4-B68C-092EC2C342E6}"/>
              </a:ext>
            </a:extLst>
          </p:cNvPr>
          <p:cNvSpPr>
            <a:spLocks noGrp="1"/>
          </p:cNvSpPr>
          <p:nvPr>
            <p:ph type="title" hasCustomPrompt="1"/>
          </p:nvPr>
        </p:nvSpPr>
        <p:spPr/>
        <p:txBody>
          <a:bodyPr wrap="none"/>
          <a:lstStyle>
            <a:lvl1pPr>
              <a:defRPr>
                <a:solidFill>
                  <a:schemeClr val="accent2"/>
                </a:solidFill>
              </a:defRPr>
            </a:lvl1pPr>
          </a:lstStyle>
          <a:p>
            <a:r>
              <a:rPr lang="en-US"/>
              <a:t>Diagram with Content</a:t>
            </a:r>
          </a:p>
        </p:txBody>
      </p:sp>
      <p:sp>
        <p:nvSpPr>
          <p:cNvPr id="9" name="Subtitle 2">
            <a:extLst>
              <a:ext uri="{FF2B5EF4-FFF2-40B4-BE49-F238E27FC236}">
                <a16:creationId xmlns:a16="http://schemas.microsoft.com/office/drawing/2014/main" id="{A0D276D7-17CD-46AB-99B2-97FD34FEEFF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7" name="Rectangle 6">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5" name="Text Placeholder 4">
            <a:extLst>
              <a:ext uri="{FF2B5EF4-FFF2-40B4-BE49-F238E27FC236}">
                <a16:creationId xmlns:a16="http://schemas.microsoft.com/office/drawing/2014/main" id="{7F7496CC-9DD2-4299-850C-005958FB65CC}"/>
              </a:ext>
            </a:extLst>
          </p:cNvPr>
          <p:cNvSpPr>
            <a:spLocks noGrp="1"/>
          </p:cNvSpPr>
          <p:nvPr>
            <p:ph type="body" sz="quarter" idx="17" hasCustomPrompt="1"/>
          </p:nvPr>
        </p:nvSpPr>
        <p:spPr>
          <a:xfrm>
            <a:off x="8380413" y="1600200"/>
            <a:ext cx="3808412" cy="4572000"/>
          </a:xfrm>
        </p:spPr>
        <p:txBody>
          <a:bodyPr tIns="457200" rIns="594360" bIns="457200"/>
          <a:lstStyle>
            <a:lvl1pPr>
              <a:spcAft>
                <a:spcPts val="600"/>
              </a:spcAft>
              <a:defRPr sz="2000">
                <a:solidFill>
                  <a:schemeClr val="accent2"/>
                </a:solidFill>
              </a:defRPr>
            </a:lvl1pPr>
            <a:lvl2pPr>
              <a:spcAft>
                <a:spcPts val="600"/>
              </a:spcAft>
              <a:buClr>
                <a:schemeClr val="accent2"/>
              </a:buClr>
              <a:defRPr sz="1800">
                <a:solidFill>
                  <a:schemeClr val="accent2"/>
                </a:solidFill>
              </a:defRPr>
            </a:lvl2pPr>
            <a:lvl3pPr>
              <a:spcAft>
                <a:spcPts val="600"/>
              </a:spcAft>
              <a:buClr>
                <a:schemeClr val="accent2"/>
              </a:buClr>
              <a:defRPr sz="1600">
                <a:solidFill>
                  <a:schemeClr val="accent2"/>
                </a:solidFill>
              </a:defRPr>
            </a:lvl3pPr>
            <a:lvl4pPr>
              <a:spcAft>
                <a:spcPts val="600"/>
              </a:spcAft>
              <a:buClr>
                <a:schemeClr val="accent2"/>
              </a:buClr>
              <a:defRPr sz="1400">
                <a:solidFill>
                  <a:schemeClr val="accent2"/>
                </a:solidFill>
              </a:defRPr>
            </a:lvl4pPr>
            <a:lvl5pPr>
              <a:spcAft>
                <a:spcPts val="600"/>
              </a:spcAft>
              <a:buClr>
                <a:schemeClr val="accent2"/>
              </a:buClr>
              <a:defRPr sz="1400">
                <a:solidFill>
                  <a:schemeClr val="accent2"/>
                </a:solidFill>
              </a:defRPr>
            </a:lvl5pPr>
            <a:lvl6pPr>
              <a:spcAft>
                <a:spcPts val="600"/>
              </a:spcAft>
              <a:buClr>
                <a:schemeClr val="accent2"/>
              </a:buClr>
              <a:defRPr sz="1400">
                <a:solidFill>
                  <a:schemeClr val="accent2"/>
                </a:solidFill>
              </a:defRPr>
            </a:lvl6pPr>
            <a:lvl7pPr>
              <a:spcAft>
                <a:spcPts val="600"/>
              </a:spcAft>
              <a:buClr>
                <a:schemeClr val="accent2"/>
              </a:buClr>
              <a:defRPr sz="1400">
                <a:solidFill>
                  <a:schemeClr val="accent2"/>
                </a:solidFill>
              </a:defRPr>
            </a:lvl7pPr>
            <a:lvl8pPr>
              <a:spcAft>
                <a:spcPts val="600"/>
              </a:spcAft>
              <a:buClr>
                <a:schemeClr val="accent2"/>
              </a:buClr>
              <a:defRPr sz="1400">
                <a:solidFill>
                  <a:schemeClr val="accent2"/>
                </a:solidFill>
              </a:defRPr>
            </a:lvl8pPr>
            <a:lvl9pPr>
              <a:spcAft>
                <a:spcPts val="600"/>
              </a:spcAft>
              <a:buClr>
                <a:schemeClr val="accent2"/>
              </a:buClr>
              <a:defRPr sz="1400">
                <a:solidFill>
                  <a:schemeClr val="accent2"/>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1" name="page number">
            <a:extLst>
              <a:ext uri="{FF2B5EF4-FFF2-40B4-BE49-F238E27FC236}">
                <a16:creationId xmlns:a16="http://schemas.microsoft.com/office/drawing/2014/main" id="{0D34A4A0-0C07-994F-9539-A07F4B06F18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C05F02B7-B99F-8424-E971-B7478FAB40DE}"/>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dirty="0"/>
              <a:t>NOTE: This is intended for a diagram only.</a:t>
            </a:r>
            <a:br>
              <a:rPr lang="en-US" dirty="0"/>
            </a:br>
            <a:r>
              <a:rPr lang="en-US" dirty="0"/>
              <a:t>Not recommended to add text here, as it’s not formatted for it. </a:t>
            </a:r>
          </a:p>
        </p:txBody>
      </p:sp>
      <p:sp>
        <p:nvSpPr>
          <p:cNvPr id="8" name="Rectangle 7">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userDrawn="1"/>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0D34A4A0-0C07-994F-9539-A07F4B06F18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187675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Diagram with Content on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57BCD9-063B-4ED4-B68C-092EC2C342E6}"/>
              </a:ext>
            </a:extLst>
          </p:cNvPr>
          <p:cNvSpPr>
            <a:spLocks noGrp="1"/>
          </p:cNvSpPr>
          <p:nvPr>
            <p:ph type="title" hasCustomPrompt="1"/>
          </p:nvPr>
        </p:nvSpPr>
        <p:spPr/>
        <p:txBody>
          <a:bodyPr wrap="none"/>
          <a:lstStyle>
            <a:lvl1pPr>
              <a:defRPr>
                <a:solidFill>
                  <a:schemeClr val="accent2"/>
                </a:solidFill>
              </a:defRPr>
            </a:lvl1pPr>
          </a:lstStyle>
          <a:p>
            <a:r>
              <a:rPr lang="en-US"/>
              <a:t>Diagram with Content</a:t>
            </a:r>
          </a:p>
        </p:txBody>
      </p:sp>
      <p:sp>
        <p:nvSpPr>
          <p:cNvPr id="9" name="Subtitle 2">
            <a:extLst>
              <a:ext uri="{FF2B5EF4-FFF2-40B4-BE49-F238E27FC236}">
                <a16:creationId xmlns:a16="http://schemas.microsoft.com/office/drawing/2014/main" id="{A0D276D7-17CD-46AB-99B2-97FD34FEEFF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7" name="Rectangle 6">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5" name="Text Placeholder 4">
            <a:extLst>
              <a:ext uri="{FF2B5EF4-FFF2-40B4-BE49-F238E27FC236}">
                <a16:creationId xmlns:a16="http://schemas.microsoft.com/office/drawing/2014/main" id="{7F7496CC-9DD2-4299-850C-005958FB65CC}"/>
              </a:ext>
            </a:extLst>
          </p:cNvPr>
          <p:cNvSpPr>
            <a:spLocks noGrp="1"/>
          </p:cNvSpPr>
          <p:nvPr>
            <p:ph type="body" sz="quarter" idx="17" hasCustomPrompt="1"/>
          </p:nvPr>
        </p:nvSpPr>
        <p:spPr>
          <a:xfrm>
            <a:off x="8380413" y="1600200"/>
            <a:ext cx="3808412" cy="4572000"/>
          </a:xfrm>
        </p:spPr>
        <p:txBody>
          <a:bodyPr tIns="457200" rIns="594360" bIns="457200"/>
          <a:lstStyle>
            <a:lvl1pPr>
              <a:spcAft>
                <a:spcPts val="600"/>
              </a:spcAft>
              <a:defRPr sz="2000">
                <a:solidFill>
                  <a:schemeClr val="accent2"/>
                </a:solidFill>
              </a:defRPr>
            </a:lvl1pPr>
            <a:lvl2pPr>
              <a:spcAft>
                <a:spcPts val="600"/>
              </a:spcAft>
              <a:buClr>
                <a:schemeClr val="accent2"/>
              </a:buClr>
              <a:defRPr sz="1800">
                <a:solidFill>
                  <a:schemeClr val="accent2"/>
                </a:solidFill>
              </a:defRPr>
            </a:lvl2pPr>
            <a:lvl3pPr>
              <a:spcAft>
                <a:spcPts val="600"/>
              </a:spcAft>
              <a:buClr>
                <a:schemeClr val="accent2"/>
              </a:buClr>
              <a:defRPr sz="1600">
                <a:solidFill>
                  <a:schemeClr val="accent2"/>
                </a:solidFill>
              </a:defRPr>
            </a:lvl3pPr>
            <a:lvl4pPr>
              <a:spcAft>
                <a:spcPts val="600"/>
              </a:spcAft>
              <a:buClr>
                <a:schemeClr val="accent2"/>
              </a:buClr>
              <a:defRPr sz="1400">
                <a:solidFill>
                  <a:schemeClr val="accent2"/>
                </a:solidFill>
              </a:defRPr>
            </a:lvl4pPr>
            <a:lvl5pPr>
              <a:spcAft>
                <a:spcPts val="600"/>
              </a:spcAft>
              <a:buClr>
                <a:schemeClr val="accent2"/>
              </a:buClr>
              <a:defRPr sz="1400">
                <a:solidFill>
                  <a:schemeClr val="accent2"/>
                </a:solidFill>
              </a:defRPr>
            </a:lvl5pPr>
            <a:lvl6pPr>
              <a:spcAft>
                <a:spcPts val="600"/>
              </a:spcAft>
              <a:buClr>
                <a:schemeClr val="accent2"/>
              </a:buClr>
              <a:defRPr sz="1400">
                <a:solidFill>
                  <a:schemeClr val="accent2"/>
                </a:solidFill>
              </a:defRPr>
            </a:lvl6pPr>
            <a:lvl7pPr>
              <a:spcAft>
                <a:spcPts val="600"/>
              </a:spcAft>
              <a:buClr>
                <a:schemeClr val="accent2"/>
              </a:buClr>
              <a:defRPr sz="1400">
                <a:solidFill>
                  <a:schemeClr val="accent2"/>
                </a:solidFill>
              </a:defRPr>
            </a:lvl7pPr>
            <a:lvl8pPr>
              <a:spcAft>
                <a:spcPts val="600"/>
              </a:spcAft>
              <a:buClr>
                <a:schemeClr val="accent2"/>
              </a:buClr>
              <a:defRPr sz="1400">
                <a:solidFill>
                  <a:schemeClr val="accent2"/>
                </a:solidFill>
              </a:defRPr>
            </a:lvl8pPr>
            <a:lvl9pPr>
              <a:spcAft>
                <a:spcPts val="600"/>
              </a:spcAft>
              <a:buClr>
                <a:schemeClr val="accent2"/>
              </a:buClr>
              <a:defRPr sz="1400">
                <a:solidFill>
                  <a:schemeClr val="accent2"/>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1" name="page number">
            <a:extLst>
              <a:ext uri="{FF2B5EF4-FFF2-40B4-BE49-F238E27FC236}">
                <a16:creationId xmlns:a16="http://schemas.microsoft.com/office/drawing/2014/main" id="{0D34A4A0-0C07-994F-9539-A07F4B06F18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8" name="Rectangle 7">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userDrawn="1"/>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0D34A4A0-0C07-994F-9539-A07F4B06F18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6" name="Rectangle 5">
            <a:extLst>
              <a:ext uri="{FF2B5EF4-FFF2-40B4-BE49-F238E27FC236}">
                <a16:creationId xmlns:a16="http://schemas.microsoft.com/office/drawing/2014/main" id="{B3D1DC62-8CE3-9283-CD49-D108A1BCE394}"/>
              </a:ext>
            </a:extLst>
          </p:cNvPr>
          <p:cNvSpPr/>
          <p:nvPr userDrawn="1"/>
        </p:nvSpPr>
        <p:spPr bwMode="gray">
          <a:xfrm>
            <a:off x="0" y="1600200"/>
            <a:ext cx="8006315" cy="4572000"/>
          </a:xfrm>
          <a:prstGeom prst="rect">
            <a:avLst/>
          </a:prstGeom>
          <a:solidFill>
            <a:srgbClr val="F4F9FA"/>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Tree>
    <p:extLst>
      <p:ext uri="{BB962C8B-B14F-4D97-AF65-F5344CB8AC3E}">
        <p14:creationId xmlns:p14="http://schemas.microsoft.com/office/powerpoint/2010/main" val="2779638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Diagram with Outcome, Benefi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15888C-CFB4-4BEC-9B94-46E698DFC481}"/>
              </a:ext>
            </a:extLst>
          </p:cNvPr>
          <p:cNvSpPr>
            <a:spLocks noGrp="1"/>
          </p:cNvSpPr>
          <p:nvPr>
            <p:ph type="title" hasCustomPrompt="1"/>
          </p:nvPr>
        </p:nvSpPr>
        <p:spPr/>
        <p:txBody>
          <a:bodyPr wrap="none"/>
          <a:lstStyle>
            <a:lvl1pPr>
              <a:defRPr>
                <a:solidFill>
                  <a:schemeClr val="accent2"/>
                </a:solidFill>
              </a:defRPr>
            </a:lvl1pPr>
          </a:lstStyle>
          <a:p>
            <a:r>
              <a:rPr lang="en-US"/>
              <a:t>Diagram with Outcome/Benefit Content</a:t>
            </a:r>
          </a:p>
        </p:txBody>
      </p:sp>
      <p:sp>
        <p:nvSpPr>
          <p:cNvPr id="19" name="Subtitle 2">
            <a:extLst>
              <a:ext uri="{FF2B5EF4-FFF2-40B4-BE49-F238E27FC236}">
                <a16:creationId xmlns:a16="http://schemas.microsoft.com/office/drawing/2014/main" id="{E9D6A872-88BD-4DFC-AFFD-1E9BEEB6533B}"/>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38" name="Straight Connector 137">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9005EB21-86C3-42EF-BFE7-549D9EA3645A}"/>
              </a:ext>
            </a:extLst>
          </p:cNvPr>
          <p:cNvSpPr>
            <a:spLocks noGrp="1"/>
          </p:cNvSpPr>
          <p:nvPr>
            <p:ph type="body" sz="quarter" idx="17" hasCustomPrompt="1"/>
          </p:nvPr>
        </p:nvSpPr>
        <p:spPr>
          <a:xfrm>
            <a:off x="8380413" y="1699688"/>
            <a:ext cx="3200400" cy="298450"/>
          </a:xfrm>
        </p:spPr>
        <p:txBody>
          <a:bodyPr anchor="b"/>
          <a:lstStyle>
            <a:lvl1pPr>
              <a:defRPr sz="1800">
                <a:solidFill>
                  <a:schemeClr val="accent2"/>
                </a:solidFill>
              </a:defRPr>
            </a:lvl1pPr>
            <a:lvl5pPr>
              <a:defRPr/>
            </a:lvl5pPr>
          </a:lstStyle>
          <a:p>
            <a:pPr lvl="0"/>
            <a:r>
              <a:rPr lang="en-US"/>
              <a:t>Outcome</a:t>
            </a:r>
          </a:p>
        </p:txBody>
      </p:sp>
      <p:sp>
        <p:nvSpPr>
          <p:cNvPr id="4" name="Text Placeholder 3">
            <a:extLst>
              <a:ext uri="{FF2B5EF4-FFF2-40B4-BE49-F238E27FC236}">
                <a16:creationId xmlns:a16="http://schemas.microsoft.com/office/drawing/2014/main" id="{A8781D19-2DDB-4D83-983D-3D159A7DE7C0}"/>
              </a:ext>
            </a:extLst>
          </p:cNvPr>
          <p:cNvSpPr>
            <a:spLocks noGrp="1"/>
          </p:cNvSpPr>
          <p:nvPr>
            <p:ph type="body" sz="quarter" idx="20" hasCustomPrompt="1"/>
          </p:nvPr>
        </p:nvSpPr>
        <p:spPr>
          <a:xfrm>
            <a:off x="8378825" y="2063048"/>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dirty="0"/>
              <a:t>Click to add text</a:t>
            </a:r>
          </a:p>
          <a:p>
            <a:pPr lvl="1"/>
            <a:r>
              <a:rPr lang="en-US" dirty="0"/>
              <a:t>Second level</a:t>
            </a:r>
          </a:p>
          <a:p>
            <a:pPr lvl="2"/>
            <a:r>
              <a:rPr lang="en-US" dirty="0"/>
              <a:t>Third level</a:t>
            </a:r>
          </a:p>
        </p:txBody>
      </p:sp>
      <p:cxnSp>
        <p:nvCxnSpPr>
          <p:cNvPr id="75" name="Straight Connector 74">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Text Placeholder 6">
            <a:extLst>
              <a:ext uri="{FF2B5EF4-FFF2-40B4-BE49-F238E27FC236}">
                <a16:creationId xmlns:a16="http://schemas.microsoft.com/office/drawing/2014/main" id="{0D0977FA-A4CA-4F1F-8109-D7498D165EDD}"/>
              </a:ext>
            </a:extLst>
          </p:cNvPr>
          <p:cNvSpPr>
            <a:spLocks noGrp="1"/>
          </p:cNvSpPr>
          <p:nvPr>
            <p:ph type="body" sz="quarter" idx="19" hasCustomPrompt="1"/>
          </p:nvPr>
        </p:nvSpPr>
        <p:spPr>
          <a:xfrm>
            <a:off x="8380413" y="3972469"/>
            <a:ext cx="3200400" cy="298450"/>
          </a:xfrm>
        </p:spPr>
        <p:txBody>
          <a:bodyPr anchor="b"/>
          <a:lstStyle>
            <a:lvl1pPr>
              <a:defRPr sz="1800">
                <a:solidFill>
                  <a:schemeClr val="accent4"/>
                </a:solidFill>
              </a:defRPr>
            </a:lvl1pPr>
            <a:lvl5pPr>
              <a:defRPr/>
            </a:lvl5pPr>
          </a:lstStyle>
          <a:p>
            <a:pPr lvl="0"/>
            <a:r>
              <a:rPr lang="en-US"/>
              <a:t>Benefit</a:t>
            </a:r>
          </a:p>
        </p:txBody>
      </p:sp>
      <p:sp>
        <p:nvSpPr>
          <p:cNvPr id="16" name="Text Placeholder 3">
            <a:extLst>
              <a:ext uri="{FF2B5EF4-FFF2-40B4-BE49-F238E27FC236}">
                <a16:creationId xmlns:a16="http://schemas.microsoft.com/office/drawing/2014/main" id="{BB1458BF-96C1-46C6-A67F-AD0FB4B4E5C0}"/>
              </a:ext>
            </a:extLst>
          </p:cNvPr>
          <p:cNvSpPr>
            <a:spLocks noGrp="1"/>
          </p:cNvSpPr>
          <p:nvPr>
            <p:ph type="body" sz="quarter" idx="21" hasCustomPrompt="1"/>
          </p:nvPr>
        </p:nvSpPr>
        <p:spPr>
          <a:xfrm>
            <a:off x="8378825" y="4347904"/>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a:t>Click to add text</a:t>
            </a:r>
          </a:p>
          <a:p>
            <a:pPr lvl="1"/>
            <a:r>
              <a:rPr lang="en-US"/>
              <a:t>Second level</a:t>
            </a:r>
          </a:p>
          <a:p>
            <a:pPr lvl="2"/>
            <a:r>
              <a:rPr lang="en-US"/>
              <a:t>Third level</a:t>
            </a:r>
          </a:p>
        </p:txBody>
      </p:sp>
      <p:sp>
        <p:nvSpPr>
          <p:cNvPr id="13" name="page number">
            <a:extLst>
              <a:ext uri="{FF2B5EF4-FFF2-40B4-BE49-F238E27FC236}">
                <a16:creationId xmlns:a16="http://schemas.microsoft.com/office/drawing/2014/main" id="{2520CB7B-27A1-0749-95BA-681D8A0535D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81258617-CE72-E542-2E67-9B2874ED90B7}"/>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NOTE: This is intended for a diagram only.</a:t>
            </a:r>
            <a:br>
              <a:rPr lang="en-US"/>
            </a:br>
            <a:r>
              <a:rPr lang="en-US"/>
              <a:t>Not recommended to add text here, as it’s not formatted for it. </a:t>
            </a:r>
          </a:p>
        </p:txBody>
      </p:sp>
      <p:cxnSp>
        <p:nvCxnSpPr>
          <p:cNvPr id="12" name="Straight Connector 11">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userDrawn="1"/>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userDrawn="1"/>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page number">
            <a:extLst>
              <a:ext uri="{FF2B5EF4-FFF2-40B4-BE49-F238E27FC236}">
                <a16:creationId xmlns:a16="http://schemas.microsoft.com/office/drawing/2014/main" id="{2520CB7B-27A1-0749-95BA-681D8A0535D2}"/>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545080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ustomer Success">
    <p:spTree>
      <p:nvGrpSpPr>
        <p:cNvPr id="1" name=""/>
        <p:cNvGrpSpPr/>
        <p:nvPr/>
      </p:nvGrpSpPr>
      <p:grpSpPr>
        <a:xfrm>
          <a:off x="0" y="0"/>
          <a:ext cx="0" cy="0"/>
          <a:chOff x="0" y="0"/>
          <a:chExt cx="0" cy="0"/>
        </a:xfrm>
      </p:grpSpPr>
      <p:sp>
        <p:nvSpPr>
          <p:cNvPr id="53" name="Title 1">
            <a:extLst>
              <a:ext uri="{FF2B5EF4-FFF2-40B4-BE49-F238E27FC236}">
                <a16:creationId xmlns:a16="http://schemas.microsoft.com/office/drawing/2014/main" id="{05E46EAA-9D16-0D47-AF18-92C449033DAC}"/>
              </a:ext>
            </a:extLst>
          </p:cNvPr>
          <p:cNvSpPr>
            <a:spLocks noGrp="1"/>
          </p:cNvSpPr>
          <p:nvPr>
            <p:ph type="title" hasCustomPrompt="1"/>
          </p:nvPr>
        </p:nvSpPr>
        <p:spPr>
          <a:xfrm>
            <a:off x="579809" y="412751"/>
            <a:ext cx="11001004" cy="381000"/>
          </a:xfrm>
        </p:spPr>
        <p:txBody>
          <a:bodyPr/>
          <a:lstStyle>
            <a:lvl1pPr>
              <a:defRPr>
                <a:solidFill>
                  <a:schemeClr val="accent2"/>
                </a:solidFill>
              </a:defRPr>
            </a:lvl1pPr>
          </a:lstStyle>
          <a:p>
            <a:r>
              <a:rPr lang="en-US"/>
              <a:t>Customer Success – add Company Name here</a:t>
            </a:r>
          </a:p>
        </p:txBody>
      </p:sp>
      <p:sp>
        <p:nvSpPr>
          <p:cNvPr id="52" name="Subtitle 2">
            <a:extLst>
              <a:ext uri="{FF2B5EF4-FFF2-40B4-BE49-F238E27FC236}">
                <a16:creationId xmlns:a16="http://schemas.microsoft.com/office/drawing/2014/main" id="{CEFD99AC-6466-F04E-8E45-7EEEEA01BA6C}"/>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the highlighted business impact</a:t>
            </a:r>
          </a:p>
        </p:txBody>
      </p:sp>
      <p:cxnSp>
        <p:nvCxnSpPr>
          <p:cNvPr id="30" name="Straight Connector 29">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 name="Content Placeholder 17">
            <a:extLst>
              <a:ext uri="{FF2B5EF4-FFF2-40B4-BE49-F238E27FC236}">
                <a16:creationId xmlns:a16="http://schemas.microsoft.com/office/drawing/2014/main" id="{767C0863-B9D1-344E-A978-CD49E9400F6F}"/>
              </a:ext>
            </a:extLst>
          </p:cNvPr>
          <p:cNvSpPr>
            <a:spLocks noGrp="1"/>
          </p:cNvSpPr>
          <p:nvPr>
            <p:ph sz="quarter" idx="16" hasCustomPrompt="1"/>
          </p:nvPr>
        </p:nvSpPr>
        <p:spPr>
          <a:xfrm>
            <a:off x="611645" y="1901093"/>
            <a:ext cx="3201848" cy="1214595"/>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dirty="0"/>
              <a:t>Click to add text</a:t>
            </a:r>
          </a:p>
          <a:p>
            <a:pPr lvl="1"/>
            <a:r>
              <a:rPr lang="en-US" dirty="0"/>
              <a:t>Second level</a:t>
            </a:r>
          </a:p>
        </p:txBody>
      </p:sp>
      <p:cxnSp>
        <p:nvCxnSpPr>
          <p:cNvPr id="39" name="Straight Connector 38">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Content Placeholder 17">
            <a:extLst>
              <a:ext uri="{FF2B5EF4-FFF2-40B4-BE49-F238E27FC236}">
                <a16:creationId xmlns:a16="http://schemas.microsoft.com/office/drawing/2014/main" id="{A2B343CF-FF49-7E4F-A7C9-0593553254F3}"/>
              </a:ext>
            </a:extLst>
          </p:cNvPr>
          <p:cNvSpPr>
            <a:spLocks noGrp="1"/>
          </p:cNvSpPr>
          <p:nvPr>
            <p:ph sz="quarter" idx="20" hasCustomPrompt="1"/>
          </p:nvPr>
        </p:nvSpPr>
        <p:spPr>
          <a:xfrm>
            <a:off x="4414210" y="1901094"/>
            <a:ext cx="3201848" cy="1225566"/>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31" name="Straight Connector 30">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Content Placeholder 17">
            <a:extLst>
              <a:ext uri="{FF2B5EF4-FFF2-40B4-BE49-F238E27FC236}">
                <a16:creationId xmlns:a16="http://schemas.microsoft.com/office/drawing/2014/main" id="{65BA7F3E-AD8D-A54C-B026-DAA8FC9C0540}"/>
              </a:ext>
            </a:extLst>
          </p:cNvPr>
          <p:cNvSpPr>
            <a:spLocks noGrp="1"/>
          </p:cNvSpPr>
          <p:nvPr>
            <p:ph sz="quarter" idx="18" hasCustomPrompt="1"/>
          </p:nvPr>
        </p:nvSpPr>
        <p:spPr>
          <a:xfrm>
            <a:off x="611645" y="3693430"/>
            <a:ext cx="3201848" cy="1110049"/>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40" name="Straight Connector 39">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6" name="Content Placeholder 17">
            <a:extLst>
              <a:ext uri="{FF2B5EF4-FFF2-40B4-BE49-F238E27FC236}">
                <a16:creationId xmlns:a16="http://schemas.microsoft.com/office/drawing/2014/main" id="{3265790D-1104-8D4D-A8C6-F7A7E77F664C}"/>
              </a:ext>
            </a:extLst>
          </p:cNvPr>
          <p:cNvSpPr>
            <a:spLocks noGrp="1"/>
          </p:cNvSpPr>
          <p:nvPr>
            <p:ph sz="quarter" idx="22" hasCustomPrompt="1"/>
          </p:nvPr>
        </p:nvSpPr>
        <p:spPr>
          <a:xfrm>
            <a:off x="4414210" y="3693430"/>
            <a:ext cx="3201848" cy="1132351"/>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55" name="Straight Connector 54">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Text Placeholder 6">
            <a:extLst>
              <a:ext uri="{FF2B5EF4-FFF2-40B4-BE49-F238E27FC236}">
                <a16:creationId xmlns:a16="http://schemas.microsoft.com/office/drawing/2014/main" id="{F0EFE66F-363C-804E-BABD-F54C3E33FDEA}"/>
              </a:ext>
            </a:extLst>
          </p:cNvPr>
          <p:cNvSpPr>
            <a:spLocks noGrp="1"/>
          </p:cNvSpPr>
          <p:nvPr>
            <p:ph type="body" sz="quarter" idx="31" hasCustomPrompt="1"/>
          </p:nvPr>
        </p:nvSpPr>
        <p:spPr>
          <a:xfrm>
            <a:off x="613093" y="5327336"/>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One</a:t>
            </a:r>
          </a:p>
        </p:txBody>
      </p:sp>
      <p:sp>
        <p:nvSpPr>
          <p:cNvPr id="57" name="Text Placeholder 6">
            <a:extLst>
              <a:ext uri="{FF2B5EF4-FFF2-40B4-BE49-F238E27FC236}">
                <a16:creationId xmlns:a16="http://schemas.microsoft.com/office/drawing/2014/main" id="{0166C751-50F5-8B4F-9A97-B83901E78B00}"/>
              </a:ext>
            </a:extLst>
          </p:cNvPr>
          <p:cNvSpPr>
            <a:spLocks noGrp="1"/>
          </p:cNvSpPr>
          <p:nvPr>
            <p:ph type="body" sz="quarter" idx="33" hasCustomPrompt="1"/>
          </p:nvPr>
        </p:nvSpPr>
        <p:spPr>
          <a:xfrm>
            <a:off x="613093" y="5593624"/>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Two</a:t>
            </a:r>
          </a:p>
        </p:txBody>
      </p:sp>
      <p:sp>
        <p:nvSpPr>
          <p:cNvPr id="58" name="Text Placeholder 6">
            <a:extLst>
              <a:ext uri="{FF2B5EF4-FFF2-40B4-BE49-F238E27FC236}">
                <a16:creationId xmlns:a16="http://schemas.microsoft.com/office/drawing/2014/main" id="{0D57825D-E522-644D-8F4A-0B77A7036EBF}"/>
              </a:ext>
            </a:extLst>
          </p:cNvPr>
          <p:cNvSpPr>
            <a:spLocks noGrp="1"/>
          </p:cNvSpPr>
          <p:nvPr>
            <p:ph type="body" sz="quarter" idx="35" hasCustomPrompt="1"/>
          </p:nvPr>
        </p:nvSpPr>
        <p:spPr>
          <a:xfrm>
            <a:off x="613093" y="5859911"/>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Three</a:t>
            </a:r>
          </a:p>
        </p:txBody>
      </p:sp>
      <p:sp>
        <p:nvSpPr>
          <p:cNvPr id="61" name="Text Placeholder 6">
            <a:extLst>
              <a:ext uri="{FF2B5EF4-FFF2-40B4-BE49-F238E27FC236}">
                <a16:creationId xmlns:a16="http://schemas.microsoft.com/office/drawing/2014/main" id="{EBAAD5C6-0007-A84B-A2C2-FCC2F00B4295}"/>
              </a:ext>
            </a:extLst>
          </p:cNvPr>
          <p:cNvSpPr>
            <a:spLocks noGrp="1"/>
          </p:cNvSpPr>
          <p:nvPr>
            <p:ph type="body" sz="quarter" idx="36" hasCustomPrompt="1"/>
          </p:nvPr>
        </p:nvSpPr>
        <p:spPr>
          <a:xfrm>
            <a:off x="4400790" y="5327336"/>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One</a:t>
            </a:r>
          </a:p>
        </p:txBody>
      </p:sp>
      <p:sp>
        <p:nvSpPr>
          <p:cNvPr id="62" name="Text Placeholder 6">
            <a:extLst>
              <a:ext uri="{FF2B5EF4-FFF2-40B4-BE49-F238E27FC236}">
                <a16:creationId xmlns:a16="http://schemas.microsoft.com/office/drawing/2014/main" id="{A8B7A6ED-D85B-2E4C-BCD6-D130232A3F76}"/>
              </a:ext>
            </a:extLst>
          </p:cNvPr>
          <p:cNvSpPr>
            <a:spLocks noGrp="1"/>
          </p:cNvSpPr>
          <p:nvPr>
            <p:ph type="body" sz="quarter" idx="37" hasCustomPrompt="1"/>
          </p:nvPr>
        </p:nvSpPr>
        <p:spPr>
          <a:xfrm>
            <a:off x="4400790" y="5593624"/>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Two</a:t>
            </a:r>
          </a:p>
        </p:txBody>
      </p:sp>
      <p:sp>
        <p:nvSpPr>
          <p:cNvPr id="63" name="Text Placeholder 6">
            <a:extLst>
              <a:ext uri="{FF2B5EF4-FFF2-40B4-BE49-F238E27FC236}">
                <a16:creationId xmlns:a16="http://schemas.microsoft.com/office/drawing/2014/main" id="{C507BC1F-4225-8C48-9110-5D75D900FFC0}"/>
              </a:ext>
            </a:extLst>
          </p:cNvPr>
          <p:cNvSpPr>
            <a:spLocks noGrp="1"/>
          </p:cNvSpPr>
          <p:nvPr>
            <p:ph type="body" sz="quarter" idx="38" hasCustomPrompt="1"/>
          </p:nvPr>
        </p:nvSpPr>
        <p:spPr>
          <a:xfrm>
            <a:off x="4400790" y="5859911"/>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Three</a:t>
            </a:r>
          </a:p>
        </p:txBody>
      </p:sp>
      <p:sp>
        <p:nvSpPr>
          <p:cNvPr id="45" name="Picture Placeholder 8">
            <a:extLst>
              <a:ext uri="{FF2B5EF4-FFF2-40B4-BE49-F238E27FC236}">
                <a16:creationId xmlns:a16="http://schemas.microsoft.com/office/drawing/2014/main" id="{231A51E8-5046-A444-8DFA-A0B8E647C4F2}"/>
              </a:ext>
            </a:extLst>
          </p:cNvPr>
          <p:cNvSpPr>
            <a:spLocks noGrp="1"/>
          </p:cNvSpPr>
          <p:nvPr>
            <p:ph type="pic" sz="quarter" idx="25" hasCustomPrompt="1"/>
          </p:nvPr>
        </p:nvSpPr>
        <p:spPr>
          <a:xfrm>
            <a:off x="9207965" y="1600200"/>
            <a:ext cx="1841500" cy="660399"/>
          </a:xfrm>
        </p:spPr>
        <p:txBody>
          <a:bodyPr anchor="ctr"/>
          <a:lstStyle>
            <a:lvl1pPr algn="ctr">
              <a:lnSpc>
                <a:spcPct val="100000"/>
              </a:lnSpc>
              <a:spcBef>
                <a:spcPts val="0"/>
              </a:spcBef>
              <a:defRPr>
                <a:solidFill>
                  <a:schemeClr val="tx1"/>
                </a:solidFill>
              </a:defRPr>
            </a:lvl1pPr>
          </a:lstStyle>
          <a:p>
            <a:r>
              <a:rPr lang="en-US" dirty="0"/>
              <a:t>Insert Logo here</a:t>
            </a:r>
          </a:p>
        </p:txBody>
      </p:sp>
      <p:sp>
        <p:nvSpPr>
          <p:cNvPr id="44" name="Text Placeholder 10">
            <a:extLst>
              <a:ext uri="{FF2B5EF4-FFF2-40B4-BE49-F238E27FC236}">
                <a16:creationId xmlns:a16="http://schemas.microsoft.com/office/drawing/2014/main" id="{81E8E56D-8554-4E46-BBBC-E98827D1EE1F}"/>
              </a:ext>
            </a:extLst>
          </p:cNvPr>
          <p:cNvSpPr>
            <a:spLocks noGrp="1"/>
          </p:cNvSpPr>
          <p:nvPr>
            <p:ph type="body" sz="quarter" idx="27" hasCustomPrompt="1"/>
          </p:nvPr>
        </p:nvSpPr>
        <p:spPr>
          <a:xfrm>
            <a:off x="8509465" y="2347933"/>
            <a:ext cx="3206750" cy="241300"/>
          </a:xfrm>
        </p:spPr>
        <p:txBody>
          <a:bodyPr anchor="ctr"/>
          <a:lstStyle>
            <a:lvl1pPr algn="ctr">
              <a:lnSpc>
                <a:spcPct val="100000"/>
              </a:lnSpc>
              <a:spcBef>
                <a:spcPts val="0"/>
              </a:spcBef>
              <a:defRPr sz="1200">
                <a:solidFill>
                  <a:schemeClr val="tx1"/>
                </a:solidFill>
              </a:defRPr>
            </a:lvl1pPr>
            <a:lvl2pPr marL="0" indent="0" algn="ctr">
              <a:buFont typeface="Arial" panose="020B0604020202020204" pitchFamily="34" charset="0"/>
              <a:buChar char="​"/>
              <a:defRPr sz="1200">
                <a:solidFill>
                  <a:schemeClr val="accent1"/>
                </a:solidFill>
              </a:defRPr>
            </a:lvl2pPr>
            <a:lvl3pPr marL="0" indent="0" algn="ctr">
              <a:buFont typeface="Arial" panose="020B0604020202020204" pitchFamily="34" charset="0"/>
              <a:buChar char="​"/>
              <a:defRPr sz="1200">
                <a:solidFill>
                  <a:schemeClr val="accent1"/>
                </a:solidFill>
              </a:defRPr>
            </a:lvl3pPr>
            <a:lvl4pPr marL="0" indent="0" algn="ctr">
              <a:buFont typeface="Arial" panose="020B0604020202020204" pitchFamily="34" charset="0"/>
              <a:buChar char="​"/>
              <a:defRPr sz="1200">
                <a:solidFill>
                  <a:schemeClr val="accent1"/>
                </a:solidFill>
              </a:defRPr>
            </a:lvl4pPr>
            <a:lvl5pPr marL="0" indent="0" algn="ctr">
              <a:buFont typeface="Arial" panose="020B0604020202020204" pitchFamily="34" charset="0"/>
              <a:buChar char="​"/>
              <a:defRPr sz="1200">
                <a:solidFill>
                  <a:schemeClr val="accent1"/>
                </a:solidFill>
              </a:defRPr>
            </a:lvl5pPr>
          </a:lstStyle>
          <a:p>
            <a:pPr lvl="0"/>
            <a:r>
              <a:rPr lang="en-US"/>
              <a:t>Location</a:t>
            </a:r>
          </a:p>
        </p:txBody>
      </p:sp>
      <p:sp>
        <p:nvSpPr>
          <p:cNvPr id="43" name="Text Placeholder 10">
            <a:extLst>
              <a:ext uri="{FF2B5EF4-FFF2-40B4-BE49-F238E27FC236}">
                <a16:creationId xmlns:a16="http://schemas.microsoft.com/office/drawing/2014/main" id="{59903D24-0D11-174E-9765-B2914D00A88C}"/>
              </a:ext>
            </a:extLst>
          </p:cNvPr>
          <p:cNvSpPr>
            <a:spLocks noGrp="1"/>
          </p:cNvSpPr>
          <p:nvPr>
            <p:ph type="body" sz="quarter" idx="28" hasCustomPrompt="1"/>
          </p:nvPr>
        </p:nvSpPr>
        <p:spPr>
          <a:xfrm>
            <a:off x="8509465" y="2647290"/>
            <a:ext cx="3206750" cy="241300"/>
          </a:xfrm>
        </p:spPr>
        <p:txBody>
          <a:bodyPr anchor="ctr"/>
          <a:lstStyle>
            <a:lvl1pPr algn="ctr">
              <a:lnSpc>
                <a:spcPct val="100000"/>
              </a:lnSpc>
              <a:spcBef>
                <a:spcPts val="0"/>
              </a:spcBef>
              <a:defRPr sz="1200">
                <a:solidFill>
                  <a:schemeClr val="tx1"/>
                </a:solidFill>
              </a:defRPr>
            </a:lvl1pPr>
            <a:lvl2pPr marL="0" indent="0" algn="ctr">
              <a:buFont typeface="Arial" panose="020B0604020202020204" pitchFamily="34" charset="0"/>
              <a:buChar char="​"/>
              <a:defRPr sz="1200">
                <a:solidFill>
                  <a:schemeClr val="accent1"/>
                </a:solidFill>
              </a:defRPr>
            </a:lvl2pPr>
            <a:lvl3pPr marL="0" indent="0" algn="ctr">
              <a:buFont typeface="Arial" panose="020B0604020202020204" pitchFamily="34" charset="0"/>
              <a:buChar char="​"/>
              <a:defRPr sz="1200">
                <a:solidFill>
                  <a:schemeClr val="accent1"/>
                </a:solidFill>
              </a:defRPr>
            </a:lvl3pPr>
            <a:lvl4pPr marL="0" indent="0" algn="ctr">
              <a:buFont typeface="Arial" panose="020B0604020202020204" pitchFamily="34" charset="0"/>
              <a:buChar char="​"/>
              <a:defRPr sz="1200">
                <a:solidFill>
                  <a:schemeClr val="accent1"/>
                </a:solidFill>
              </a:defRPr>
            </a:lvl4pPr>
            <a:lvl5pPr marL="0" indent="0" algn="ctr">
              <a:buFont typeface="Arial" panose="020B0604020202020204" pitchFamily="34" charset="0"/>
              <a:buChar char="​"/>
              <a:defRPr sz="1200">
                <a:solidFill>
                  <a:schemeClr val="accent1"/>
                </a:solidFill>
              </a:defRPr>
            </a:lvl5pPr>
          </a:lstStyle>
          <a:p>
            <a:pPr lvl="0"/>
            <a:r>
              <a:rPr lang="en-US"/>
              <a:t>Industry</a:t>
            </a:r>
          </a:p>
        </p:txBody>
      </p:sp>
      <p:sp>
        <p:nvSpPr>
          <p:cNvPr id="42" name="Picture Placeholder 5">
            <a:extLst>
              <a:ext uri="{FF2B5EF4-FFF2-40B4-BE49-F238E27FC236}">
                <a16:creationId xmlns:a16="http://schemas.microsoft.com/office/drawing/2014/main" id="{2EDE5296-3D34-0C47-A404-38FF5A22C6D8}"/>
              </a:ext>
            </a:extLst>
          </p:cNvPr>
          <p:cNvSpPr>
            <a:spLocks noGrp="1"/>
          </p:cNvSpPr>
          <p:nvPr>
            <p:ph type="pic" sz="quarter" idx="24"/>
          </p:nvPr>
        </p:nvSpPr>
        <p:spPr>
          <a:xfrm>
            <a:off x="8515815" y="2971800"/>
            <a:ext cx="3194050" cy="1828800"/>
          </a:xfrm>
        </p:spPr>
        <p:txBody>
          <a:bodyPr/>
          <a:lstStyle>
            <a:lvl1pPr>
              <a:lnSpc>
                <a:spcPct val="100000"/>
              </a:lnSpc>
              <a:spcBef>
                <a:spcPts val="0"/>
              </a:spcBef>
              <a:defRPr>
                <a:solidFill>
                  <a:schemeClr val="tx1"/>
                </a:solidFill>
              </a:defRPr>
            </a:lvl1pPr>
          </a:lstStyle>
          <a:p>
            <a:r>
              <a:rPr lang="en-GB"/>
              <a:t>Click icon to add picture</a:t>
            </a:r>
            <a:endParaRPr lang="en-US" dirty="0"/>
          </a:p>
        </p:txBody>
      </p:sp>
      <p:sp>
        <p:nvSpPr>
          <p:cNvPr id="41" name="Text Placeholder 10">
            <a:extLst>
              <a:ext uri="{FF2B5EF4-FFF2-40B4-BE49-F238E27FC236}">
                <a16:creationId xmlns:a16="http://schemas.microsoft.com/office/drawing/2014/main" id="{C7B1EDB8-ADF5-9C41-B4C4-26AA9C0B9D24}"/>
              </a:ext>
            </a:extLst>
          </p:cNvPr>
          <p:cNvSpPr>
            <a:spLocks noGrp="1"/>
          </p:cNvSpPr>
          <p:nvPr>
            <p:ph type="body" sz="quarter" idx="26" hasCustomPrompt="1"/>
          </p:nvPr>
        </p:nvSpPr>
        <p:spPr>
          <a:xfrm>
            <a:off x="8515815" y="5022214"/>
            <a:ext cx="3200400" cy="1153795"/>
          </a:xfrm>
        </p:spPr>
        <p:txBody>
          <a:bodyPr/>
          <a:lstStyle>
            <a:lvl1pPr algn="ctr">
              <a:lnSpc>
                <a:spcPct val="100000"/>
              </a:lnSpc>
              <a:spcBef>
                <a:spcPts val="0"/>
              </a:spcBef>
              <a:defRPr sz="1400">
                <a:solidFill>
                  <a:schemeClr val="tx1"/>
                </a:solidFill>
              </a:defRPr>
            </a:lvl1pPr>
            <a:lvl2pPr marL="0" indent="0" algn="ctr">
              <a:lnSpc>
                <a:spcPct val="100000"/>
              </a:lnSpc>
              <a:spcBef>
                <a:spcPts val="0"/>
              </a:spcBef>
              <a:buFont typeface="Arial" panose="020B0604020202020204" pitchFamily="34" charset="0"/>
              <a:buChar char="​"/>
              <a:defRPr sz="1200">
                <a:solidFill>
                  <a:schemeClr val="tx1"/>
                </a:solidFill>
              </a:defRPr>
            </a:lvl2pPr>
            <a:lvl3pPr marL="0" indent="0" algn="ctr">
              <a:buFont typeface="Arial" panose="020B0604020202020204" pitchFamily="34" charset="0"/>
              <a:buNone/>
              <a:defRPr sz="1200">
                <a:solidFill>
                  <a:schemeClr val="accent1"/>
                </a:solidFill>
              </a:defRPr>
            </a:lvl3pPr>
            <a:lvl4pPr marL="0" indent="0" algn="ctr">
              <a:buFont typeface="Arial" panose="020B0604020202020204" pitchFamily="34" charset="0"/>
              <a:buChar char="​"/>
              <a:defRPr sz="1200">
                <a:solidFill>
                  <a:schemeClr val="accent1"/>
                </a:solidFill>
              </a:defRPr>
            </a:lvl4pPr>
            <a:lvl5pPr marL="0" indent="0" algn="ctr">
              <a:buFont typeface="Arial" panose="020B0604020202020204" pitchFamily="34" charset="0"/>
              <a:buChar char="​"/>
              <a:defRPr sz="1200">
                <a:solidFill>
                  <a:schemeClr val="accent1"/>
                </a:solidFill>
              </a:defRPr>
            </a:lvl5pPr>
          </a:lstStyle>
          <a:p>
            <a:pPr lvl="0"/>
            <a:r>
              <a:rPr lang="en-US"/>
              <a:t>Click to add text</a:t>
            </a:r>
          </a:p>
          <a:p>
            <a:pPr lvl="1"/>
            <a:r>
              <a:rPr lang="en-US"/>
              <a:t>Second level</a:t>
            </a:r>
          </a:p>
        </p:txBody>
      </p:sp>
      <p:sp>
        <p:nvSpPr>
          <p:cNvPr id="33" name="page number">
            <a:extLst>
              <a:ext uri="{FF2B5EF4-FFF2-40B4-BE49-F238E27FC236}">
                <a16:creationId xmlns:a16="http://schemas.microsoft.com/office/drawing/2014/main" id="{CB20449E-0760-3743-8E7C-7D6BA7165F7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cxnSp>
        <p:nvCxnSpPr>
          <p:cNvPr id="2" name="Straight Connector 1">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2906119E-8D41-BF4A-7D53-2FBB71F653C6}"/>
              </a:ext>
            </a:extLst>
          </p:cNvPr>
          <p:cNvSpPr>
            <a:spLocks noGrp="1"/>
          </p:cNvSpPr>
          <p:nvPr>
            <p:ph type="body" sz="quarter" idx="41" hasCustomPrompt="1"/>
          </p:nvPr>
        </p:nvSpPr>
        <p:spPr>
          <a:xfrm>
            <a:off x="608013" y="1552575"/>
            <a:ext cx="3201987" cy="219075"/>
          </a:xfrm>
        </p:spPr>
        <p:txBody>
          <a:bodyPr anchor="b" anchorCtr="0"/>
          <a:lstStyle>
            <a:lvl1pPr>
              <a:defRPr sz="1200" cap="all" baseline="0">
                <a:solidFill>
                  <a:schemeClr val="accent2"/>
                </a:solidFill>
              </a:defRPr>
            </a:lvl1pPr>
          </a:lstStyle>
          <a:p>
            <a:pPr lvl="0"/>
            <a:r>
              <a:rPr lang="en-US" dirty="0"/>
              <a:t>About</a:t>
            </a:r>
          </a:p>
        </p:txBody>
      </p:sp>
      <p:sp>
        <p:nvSpPr>
          <p:cNvPr id="18" name="Text Placeholder 17">
            <a:extLst>
              <a:ext uri="{FF2B5EF4-FFF2-40B4-BE49-F238E27FC236}">
                <a16:creationId xmlns:a16="http://schemas.microsoft.com/office/drawing/2014/main" id="{D52D6E64-9DD1-43CD-C247-B83E374482F5}"/>
              </a:ext>
            </a:extLst>
          </p:cNvPr>
          <p:cNvSpPr>
            <a:spLocks noGrp="1"/>
          </p:cNvSpPr>
          <p:nvPr>
            <p:ph type="body" sz="quarter" idx="42" hasCustomPrompt="1"/>
          </p:nvPr>
        </p:nvSpPr>
        <p:spPr>
          <a:xfrm>
            <a:off x="4411663" y="1552575"/>
            <a:ext cx="3201987" cy="219075"/>
          </a:xfrm>
        </p:spPr>
        <p:txBody>
          <a:bodyPr anchor="b" anchorCtr="0"/>
          <a:lstStyle>
            <a:lvl1pPr>
              <a:defRPr sz="1200" cap="all" baseline="0">
                <a:solidFill>
                  <a:schemeClr val="accent2"/>
                </a:solidFill>
              </a:defRPr>
            </a:lvl1pPr>
          </a:lstStyle>
          <a:p>
            <a:pPr lvl="0"/>
            <a:r>
              <a:rPr lang="en-US" dirty="0"/>
              <a:t>solution</a:t>
            </a:r>
          </a:p>
        </p:txBody>
      </p:sp>
      <p:sp>
        <p:nvSpPr>
          <p:cNvPr id="20" name="Text Placeholder 19">
            <a:extLst>
              <a:ext uri="{FF2B5EF4-FFF2-40B4-BE49-F238E27FC236}">
                <a16:creationId xmlns:a16="http://schemas.microsoft.com/office/drawing/2014/main" id="{D02A9C0F-4D4C-0EEC-0E20-65368D11774B}"/>
              </a:ext>
            </a:extLst>
          </p:cNvPr>
          <p:cNvSpPr>
            <a:spLocks noGrp="1"/>
          </p:cNvSpPr>
          <p:nvPr>
            <p:ph type="body" sz="quarter" idx="43" hasCustomPrompt="1"/>
          </p:nvPr>
        </p:nvSpPr>
        <p:spPr>
          <a:xfrm>
            <a:off x="608013" y="3338514"/>
            <a:ext cx="3201987" cy="219075"/>
          </a:xfrm>
        </p:spPr>
        <p:txBody>
          <a:bodyPr anchor="b" anchorCtr="0"/>
          <a:lstStyle>
            <a:lvl1pPr>
              <a:defRPr sz="1200" cap="all" baseline="0">
                <a:solidFill>
                  <a:schemeClr val="accent3"/>
                </a:solidFill>
              </a:defRPr>
            </a:lvl1pPr>
          </a:lstStyle>
          <a:p>
            <a:pPr lvl="0"/>
            <a:r>
              <a:rPr lang="en-US" dirty="0"/>
              <a:t>challenges</a:t>
            </a:r>
          </a:p>
        </p:txBody>
      </p:sp>
      <p:sp>
        <p:nvSpPr>
          <p:cNvPr id="22" name="Text Placeholder 21">
            <a:extLst>
              <a:ext uri="{FF2B5EF4-FFF2-40B4-BE49-F238E27FC236}">
                <a16:creationId xmlns:a16="http://schemas.microsoft.com/office/drawing/2014/main" id="{1DEF5052-BBAD-A22B-0D68-BBBFD706375E}"/>
              </a:ext>
            </a:extLst>
          </p:cNvPr>
          <p:cNvSpPr>
            <a:spLocks noGrp="1"/>
          </p:cNvSpPr>
          <p:nvPr>
            <p:ph type="body" sz="quarter" idx="44" hasCustomPrompt="1"/>
          </p:nvPr>
        </p:nvSpPr>
        <p:spPr>
          <a:xfrm>
            <a:off x="4427538" y="3338514"/>
            <a:ext cx="3201987" cy="219075"/>
          </a:xfrm>
        </p:spPr>
        <p:txBody>
          <a:bodyPr anchor="b" anchorCtr="0"/>
          <a:lstStyle>
            <a:lvl1pPr>
              <a:defRPr sz="1200" cap="all" baseline="0">
                <a:solidFill>
                  <a:schemeClr val="accent3"/>
                </a:solidFill>
              </a:defRPr>
            </a:lvl1pPr>
          </a:lstStyle>
          <a:p>
            <a:pPr lvl="0"/>
            <a:r>
              <a:rPr lang="en-US"/>
              <a:t>impact</a:t>
            </a:r>
          </a:p>
        </p:txBody>
      </p:sp>
      <p:sp>
        <p:nvSpPr>
          <p:cNvPr id="24" name="Text Placeholder 23">
            <a:extLst>
              <a:ext uri="{FF2B5EF4-FFF2-40B4-BE49-F238E27FC236}">
                <a16:creationId xmlns:a16="http://schemas.microsoft.com/office/drawing/2014/main" id="{9FFF9CD2-0893-33FB-480A-506C7095C2FA}"/>
              </a:ext>
            </a:extLst>
          </p:cNvPr>
          <p:cNvSpPr>
            <a:spLocks noGrp="1"/>
          </p:cNvSpPr>
          <p:nvPr>
            <p:ph type="body" sz="quarter" idx="45" hasCustomPrompt="1"/>
          </p:nvPr>
        </p:nvSpPr>
        <p:spPr>
          <a:xfrm>
            <a:off x="608013" y="5022850"/>
            <a:ext cx="3200400" cy="227013"/>
          </a:xfrm>
        </p:spPr>
        <p:txBody>
          <a:bodyPr anchor="b" anchorCtr="0"/>
          <a:lstStyle>
            <a:lvl1pPr>
              <a:defRPr sz="1200" cap="all" baseline="0">
                <a:solidFill>
                  <a:schemeClr val="accent4"/>
                </a:solidFill>
              </a:defRPr>
            </a:lvl1pPr>
          </a:lstStyle>
          <a:p>
            <a:pPr lvl="0"/>
            <a:r>
              <a:rPr lang="en-US"/>
              <a:t>products</a:t>
            </a:r>
          </a:p>
        </p:txBody>
      </p:sp>
      <p:sp>
        <p:nvSpPr>
          <p:cNvPr id="26" name="Text Placeholder 25">
            <a:extLst>
              <a:ext uri="{FF2B5EF4-FFF2-40B4-BE49-F238E27FC236}">
                <a16:creationId xmlns:a16="http://schemas.microsoft.com/office/drawing/2014/main" id="{F2B49FE0-BA78-9DF9-AB7D-9F52651E93AD}"/>
              </a:ext>
            </a:extLst>
          </p:cNvPr>
          <p:cNvSpPr>
            <a:spLocks noGrp="1"/>
          </p:cNvSpPr>
          <p:nvPr>
            <p:ph type="body" sz="quarter" idx="46" hasCustomPrompt="1"/>
          </p:nvPr>
        </p:nvSpPr>
        <p:spPr>
          <a:xfrm>
            <a:off x="4427538" y="5022850"/>
            <a:ext cx="3200400" cy="227013"/>
          </a:xfrm>
        </p:spPr>
        <p:txBody>
          <a:bodyPr anchor="b" anchorCtr="0"/>
          <a:lstStyle>
            <a:lvl1pPr>
              <a:defRPr sz="1200" cap="all" baseline="0">
                <a:solidFill>
                  <a:schemeClr val="accent4"/>
                </a:solidFill>
              </a:defRPr>
            </a:lvl1pPr>
          </a:lstStyle>
          <a:p>
            <a:pPr lvl="0"/>
            <a:r>
              <a:rPr lang="en-US"/>
              <a:t>Strategic priorities</a:t>
            </a:r>
          </a:p>
        </p:txBody>
      </p:sp>
      <p:cxnSp>
        <p:nvCxnSpPr>
          <p:cNvPr id="32" name="Straight Connector 31">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userDrawn="1"/>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userDrawn="1"/>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userDrawn="1"/>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userDrawn="1"/>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userDrawn="1"/>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page number">
            <a:extLst>
              <a:ext uri="{FF2B5EF4-FFF2-40B4-BE49-F238E27FC236}">
                <a16:creationId xmlns:a16="http://schemas.microsoft.com/office/drawing/2014/main" id="{CB20449E-0760-3743-8E7C-7D6BA7165F7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cxnSp>
        <p:nvCxnSpPr>
          <p:cNvPr id="49" name="Straight Connector 48">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userDrawn="1"/>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7219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hre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2"/>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4"/>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8" name="Oval 17">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userDrawn="1"/>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0" name="Oval 19">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userDrawn="1"/>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4" name="Oval 23">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userDrawn="1"/>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5" name="page number">
            <a:extLst>
              <a:ext uri="{FF2B5EF4-FFF2-40B4-BE49-F238E27FC236}">
                <a16:creationId xmlns:a16="http://schemas.microsoft.com/office/drawing/2014/main" id="{6122FC91-666D-7A42-9D21-9800CF4E370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563020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ree Icon - Fancy">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601F6BC8-890F-E2DA-3AF7-13EDFB2F57AD}"/>
              </a:ext>
            </a:extLst>
          </p:cNvPr>
          <p:cNvSpPr>
            <a:spLocks/>
          </p:cNvSpPr>
          <p:nvPr userDrawn="1"/>
        </p:nvSpPr>
        <p:spPr>
          <a:xfrm>
            <a:off x="8226351" y="1899065"/>
            <a:ext cx="2141686" cy="2141686"/>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5" name="Oval 4">
            <a:extLst>
              <a:ext uri="{FF2B5EF4-FFF2-40B4-BE49-F238E27FC236}">
                <a16:creationId xmlns:a16="http://schemas.microsoft.com/office/drawing/2014/main" id="{CAD2CE7C-A738-5DAC-E359-C64BB0405D4D}"/>
              </a:ext>
            </a:extLst>
          </p:cNvPr>
          <p:cNvSpPr>
            <a:spLocks/>
          </p:cNvSpPr>
          <p:nvPr userDrawn="1"/>
        </p:nvSpPr>
        <p:spPr>
          <a:xfrm>
            <a:off x="5023569" y="1899065"/>
            <a:ext cx="2141686" cy="2141686"/>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Oval 1">
            <a:extLst>
              <a:ext uri="{FF2B5EF4-FFF2-40B4-BE49-F238E27FC236}">
                <a16:creationId xmlns:a16="http://schemas.microsoft.com/office/drawing/2014/main" id="{D8410044-EE97-EC7C-9316-78E9B303D358}"/>
              </a:ext>
            </a:extLst>
          </p:cNvPr>
          <p:cNvSpPr>
            <a:spLocks/>
          </p:cNvSpPr>
          <p:nvPr userDrawn="1"/>
        </p:nvSpPr>
        <p:spPr>
          <a:xfrm>
            <a:off x="1820788" y="1899065"/>
            <a:ext cx="2141686" cy="2141686"/>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2"/>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userDrawn="1"/>
        </p:nvSpPr>
        <p:spPr bwMode="gray">
          <a:xfrm>
            <a:off x="1981877" y="2055429"/>
            <a:ext cx="1828959" cy="1828959"/>
          </a:xfrm>
          <a:prstGeom prst="ellipse">
            <a:avLst/>
          </a:prstGeom>
          <a:solidFill>
            <a:schemeClr val="bg1"/>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4"/>
              </a:solidFill>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4"/>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userDrawn="1"/>
        </p:nvSpPr>
        <p:spPr bwMode="gray">
          <a:xfrm>
            <a:off x="5184924" y="2055429"/>
            <a:ext cx="1828959" cy="1828959"/>
          </a:xfrm>
          <a:prstGeom prst="ellipse">
            <a:avLst/>
          </a:prstGeom>
          <a:solidFill>
            <a:schemeClr val="bg1"/>
          </a:solid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userDrawn="1"/>
        </p:nvSpPr>
        <p:spPr bwMode="gray">
          <a:xfrm>
            <a:off x="8389301" y="2055429"/>
            <a:ext cx="1828959" cy="1828959"/>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Tree>
    <p:extLst>
      <p:ext uri="{BB962C8B-B14F-4D97-AF65-F5344CB8AC3E}">
        <p14:creationId xmlns:p14="http://schemas.microsoft.com/office/powerpoint/2010/main" val="3977105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hree Icon - Fancy">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601F6BC8-890F-E2DA-3AF7-13EDFB2F57AD}"/>
              </a:ext>
            </a:extLst>
          </p:cNvPr>
          <p:cNvSpPr>
            <a:spLocks/>
          </p:cNvSpPr>
          <p:nvPr userDrawn="1"/>
        </p:nvSpPr>
        <p:spPr>
          <a:xfrm>
            <a:off x="8226351" y="1899065"/>
            <a:ext cx="2141686" cy="2141686"/>
          </a:xfrm>
          <a:prstGeom prst="ellipse">
            <a:avLst/>
          </a:prstGeom>
          <a:solidFill>
            <a:schemeClr val="tx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5" name="Oval 4">
            <a:extLst>
              <a:ext uri="{FF2B5EF4-FFF2-40B4-BE49-F238E27FC236}">
                <a16:creationId xmlns:a16="http://schemas.microsoft.com/office/drawing/2014/main" id="{CAD2CE7C-A738-5DAC-E359-C64BB0405D4D}"/>
              </a:ext>
            </a:extLst>
          </p:cNvPr>
          <p:cNvSpPr>
            <a:spLocks/>
          </p:cNvSpPr>
          <p:nvPr userDrawn="1"/>
        </p:nvSpPr>
        <p:spPr>
          <a:xfrm>
            <a:off x="5023569" y="1899065"/>
            <a:ext cx="2141686" cy="2141686"/>
          </a:xfrm>
          <a:prstGeom prst="ellipse">
            <a:avLst/>
          </a:prstGeom>
          <a:solidFill>
            <a:schemeClr val="accent5">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Oval 1">
            <a:extLst>
              <a:ext uri="{FF2B5EF4-FFF2-40B4-BE49-F238E27FC236}">
                <a16:creationId xmlns:a16="http://schemas.microsoft.com/office/drawing/2014/main" id="{D8410044-EE97-EC7C-9316-78E9B303D358}"/>
              </a:ext>
            </a:extLst>
          </p:cNvPr>
          <p:cNvSpPr>
            <a:spLocks/>
          </p:cNvSpPr>
          <p:nvPr userDrawn="1"/>
        </p:nvSpPr>
        <p:spPr>
          <a:xfrm>
            <a:off x="1820788" y="1899065"/>
            <a:ext cx="2141686" cy="2141686"/>
          </a:xfrm>
          <a:prstGeom prst="ellipse">
            <a:avLst/>
          </a:prstGeom>
          <a:solidFill>
            <a:schemeClr val="accent1">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2"/>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userDrawn="1"/>
        </p:nvSpPr>
        <p:spPr bwMode="gray">
          <a:xfrm>
            <a:off x="1981877" y="2055429"/>
            <a:ext cx="1828959" cy="1828959"/>
          </a:xfrm>
          <a:prstGeom prst="ellipse">
            <a:avLst/>
          </a:prstGeom>
          <a:solidFill>
            <a:schemeClr val="bg1"/>
          </a:solid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4"/>
              </a:solidFill>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accent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1"/>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userDrawn="1"/>
        </p:nvSpPr>
        <p:spPr bwMode="gray">
          <a:xfrm>
            <a:off x="5184924" y="2055429"/>
            <a:ext cx="1828959" cy="1828959"/>
          </a:xfrm>
          <a:prstGeom prst="ellipse">
            <a:avLst/>
          </a:prstGeom>
          <a:solidFill>
            <a:schemeClr val="bg1"/>
          </a:solid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5"/>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userDrawn="1"/>
        </p:nvSpPr>
        <p:spPr bwMode="gray">
          <a:xfrm>
            <a:off x="8389301" y="2055429"/>
            <a:ext cx="1828959" cy="1828959"/>
          </a:xfrm>
          <a:prstGeom prst="ellipse">
            <a:avLst/>
          </a:prstGeom>
          <a:solidFill>
            <a:schemeClr val="bg1"/>
          </a:solidFill>
          <a:ln w="38100">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tx2"/>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tx2"/>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Tree>
    <p:extLst>
      <p:ext uri="{BB962C8B-B14F-4D97-AF65-F5344CB8AC3E}">
        <p14:creationId xmlns:p14="http://schemas.microsoft.com/office/powerpoint/2010/main" val="3087447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Three Icon - Fancy">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601F6BC8-890F-E2DA-3AF7-13EDFB2F57AD}"/>
              </a:ext>
            </a:extLst>
          </p:cNvPr>
          <p:cNvSpPr>
            <a:spLocks/>
          </p:cNvSpPr>
          <p:nvPr userDrawn="1"/>
        </p:nvSpPr>
        <p:spPr>
          <a:xfrm>
            <a:off x="8226351" y="1899065"/>
            <a:ext cx="2141686" cy="2141686"/>
          </a:xfrm>
          <a:prstGeom prst="ellipse">
            <a:avLst/>
          </a:prstGeom>
          <a:solidFill>
            <a:schemeClr val="tx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5" name="Oval 4">
            <a:extLst>
              <a:ext uri="{FF2B5EF4-FFF2-40B4-BE49-F238E27FC236}">
                <a16:creationId xmlns:a16="http://schemas.microsoft.com/office/drawing/2014/main" id="{CAD2CE7C-A738-5DAC-E359-C64BB0405D4D}"/>
              </a:ext>
            </a:extLst>
          </p:cNvPr>
          <p:cNvSpPr>
            <a:spLocks/>
          </p:cNvSpPr>
          <p:nvPr userDrawn="1"/>
        </p:nvSpPr>
        <p:spPr>
          <a:xfrm>
            <a:off x="5023569" y="1899065"/>
            <a:ext cx="2141686" cy="2141686"/>
          </a:xfrm>
          <a:prstGeom prst="ellipse">
            <a:avLst/>
          </a:prstGeom>
          <a:solidFill>
            <a:schemeClr val="accent5">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Oval 1">
            <a:extLst>
              <a:ext uri="{FF2B5EF4-FFF2-40B4-BE49-F238E27FC236}">
                <a16:creationId xmlns:a16="http://schemas.microsoft.com/office/drawing/2014/main" id="{D8410044-EE97-EC7C-9316-78E9B303D358}"/>
              </a:ext>
            </a:extLst>
          </p:cNvPr>
          <p:cNvSpPr>
            <a:spLocks/>
          </p:cNvSpPr>
          <p:nvPr userDrawn="1"/>
        </p:nvSpPr>
        <p:spPr>
          <a:xfrm>
            <a:off x="1820788" y="1899065"/>
            <a:ext cx="2141686" cy="2141686"/>
          </a:xfrm>
          <a:prstGeom prst="ellipse">
            <a:avLst/>
          </a:prstGeom>
          <a:solidFill>
            <a:schemeClr val="accent1">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2"/>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userDrawn="1"/>
        </p:nvSpPr>
        <p:spPr bwMode="gray">
          <a:xfrm>
            <a:off x="1981877" y="2055429"/>
            <a:ext cx="1828959" cy="1828959"/>
          </a:xfrm>
          <a:prstGeom prst="ellipse">
            <a:avLst/>
          </a:prstGeom>
          <a:solidFill>
            <a:schemeClr val="accent1"/>
          </a:solid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4"/>
              </a:solidFill>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accent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1"/>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userDrawn="1"/>
        </p:nvSpPr>
        <p:spPr bwMode="gray">
          <a:xfrm>
            <a:off x="5184924" y="2055429"/>
            <a:ext cx="1828959" cy="1828959"/>
          </a:xfrm>
          <a:prstGeom prst="ellipse">
            <a:avLst/>
          </a:prstGeom>
          <a:solidFill>
            <a:schemeClr val="accent5"/>
          </a:solid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5"/>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userDrawn="1"/>
        </p:nvSpPr>
        <p:spPr bwMode="gray">
          <a:xfrm>
            <a:off x="8389301" y="2055429"/>
            <a:ext cx="1828959" cy="1828959"/>
          </a:xfrm>
          <a:prstGeom prst="ellipse">
            <a:avLst/>
          </a:prstGeom>
          <a:solidFill>
            <a:schemeClr val="tx2"/>
          </a:solidFill>
          <a:ln w="38100">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tx2"/>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tx2"/>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Tree>
    <p:extLst>
      <p:ext uri="{BB962C8B-B14F-4D97-AF65-F5344CB8AC3E}">
        <p14:creationId xmlns:p14="http://schemas.microsoft.com/office/powerpoint/2010/main" val="3677213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ree Icon - Fancy - RBLF">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601F6BC8-890F-E2DA-3AF7-13EDFB2F57AD}"/>
              </a:ext>
            </a:extLst>
          </p:cNvPr>
          <p:cNvSpPr>
            <a:spLocks/>
          </p:cNvSpPr>
          <p:nvPr userDrawn="1"/>
        </p:nvSpPr>
        <p:spPr>
          <a:xfrm>
            <a:off x="8226351" y="1899065"/>
            <a:ext cx="2141686" cy="2141686"/>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5" name="Oval 4">
            <a:extLst>
              <a:ext uri="{FF2B5EF4-FFF2-40B4-BE49-F238E27FC236}">
                <a16:creationId xmlns:a16="http://schemas.microsoft.com/office/drawing/2014/main" id="{CAD2CE7C-A738-5DAC-E359-C64BB0405D4D}"/>
              </a:ext>
            </a:extLst>
          </p:cNvPr>
          <p:cNvSpPr>
            <a:spLocks/>
          </p:cNvSpPr>
          <p:nvPr userDrawn="1"/>
        </p:nvSpPr>
        <p:spPr>
          <a:xfrm>
            <a:off x="5023569" y="1899065"/>
            <a:ext cx="2141686" cy="2141686"/>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2" name="Oval 1">
            <a:extLst>
              <a:ext uri="{FF2B5EF4-FFF2-40B4-BE49-F238E27FC236}">
                <a16:creationId xmlns:a16="http://schemas.microsoft.com/office/drawing/2014/main" id="{D8410044-EE97-EC7C-9316-78E9B303D358}"/>
              </a:ext>
            </a:extLst>
          </p:cNvPr>
          <p:cNvSpPr>
            <a:spLocks/>
          </p:cNvSpPr>
          <p:nvPr userDrawn="1"/>
        </p:nvSpPr>
        <p:spPr>
          <a:xfrm>
            <a:off x="1820788" y="1899065"/>
            <a:ext cx="2141686" cy="2141686"/>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2"/>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userDrawn="1"/>
        </p:nvSpPr>
        <p:spPr bwMode="gray">
          <a:xfrm>
            <a:off x="1981877" y="2055429"/>
            <a:ext cx="1828959" cy="1828959"/>
          </a:xfrm>
          <a:prstGeom prst="ellipse">
            <a:avLst/>
          </a:prstGeom>
          <a:solidFill>
            <a:schemeClr val="accent4"/>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latin typeface="Arial" panose="020B0604020202020204" pitchFamily="34" charset="0"/>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4"/>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userDrawn="1"/>
        </p:nvSpPr>
        <p:spPr bwMode="gray">
          <a:xfrm>
            <a:off x="5184924" y="2055429"/>
            <a:ext cx="1828959" cy="1828959"/>
          </a:xfrm>
          <a:prstGeom prst="ellipse">
            <a:avLst/>
          </a:prstGeom>
          <a:solidFill>
            <a:schemeClr val="accent3"/>
          </a:solid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Arial" panose="020B0604020202020204" pitchFamily="34" charset="0"/>
            </a:endParaRPr>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Arial" panose="020B0604020202020204" pitchFamily="34" charset="0"/>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userDrawn="1"/>
        </p:nvSpPr>
        <p:spPr bwMode="gray">
          <a:xfrm>
            <a:off x="8389301" y="2055429"/>
            <a:ext cx="1828959" cy="1828959"/>
          </a:xfrm>
          <a:prstGeom prst="ellipse">
            <a:avLst/>
          </a:prstGeom>
          <a:solidFill>
            <a:schemeClr val="accent2"/>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Arial" panose="020B0604020202020204" pitchFamily="34" charset="0"/>
            </a:endParaRPr>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Arial" panose="020B0604020202020204" pitchFamily="34" charset="0"/>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latin typeface="Arial" panose="020B0604020202020204" pitchFamily="34" charset="0"/>
              </a:rPr>
              <a:pPr lvl="0" algn="r"/>
              <a:t>‹#›</a:t>
            </a:fld>
            <a:endParaRPr lang="en-US" dirty="0">
              <a:latin typeface="Arial" panose="020B0604020202020204" pitchFamily="34" charset="0"/>
            </a:endParaRPr>
          </a:p>
        </p:txBody>
      </p:sp>
    </p:spTree>
    <p:extLst>
      <p:ext uri="{BB962C8B-B14F-4D97-AF65-F5344CB8AC3E}">
        <p14:creationId xmlns:p14="http://schemas.microsoft.com/office/powerpoint/2010/main" val="1979464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Four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accent2"/>
                </a:solidFill>
              </a:defRPr>
            </a:lvl1pPr>
          </a:lstStyle>
          <a:p>
            <a:r>
              <a:rPr lang="en-US"/>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accent4"/>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accent5"/>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0" name="page number">
            <a:extLst>
              <a:ext uri="{FF2B5EF4-FFF2-40B4-BE49-F238E27FC236}">
                <a16:creationId xmlns:a16="http://schemas.microsoft.com/office/drawing/2014/main" id="{1D45AB97-9B77-2244-B7BA-E18EA4CD43E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9" name="Oval 18">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userDrawn="1"/>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4" name="Oval 23">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userDrawn="1"/>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5" name="Oval 24">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userDrawn="1"/>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6" name="Oval 25">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userDrawn="1"/>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page number">
            <a:extLst>
              <a:ext uri="{FF2B5EF4-FFF2-40B4-BE49-F238E27FC236}">
                <a16:creationId xmlns:a16="http://schemas.microsoft.com/office/drawing/2014/main" id="{1D45AB97-9B77-2244-B7BA-E18EA4CD43E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989959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Four Icon - Fancy">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2402A473-8BC9-DDE2-85BB-4816BB586A4F}"/>
              </a:ext>
            </a:extLst>
          </p:cNvPr>
          <p:cNvSpPr>
            <a:spLocks/>
          </p:cNvSpPr>
          <p:nvPr userDrawn="1"/>
        </p:nvSpPr>
        <p:spPr>
          <a:xfrm>
            <a:off x="9150335" y="1904508"/>
            <a:ext cx="2141686" cy="2141686"/>
          </a:xfrm>
          <a:prstGeom prst="ellipse">
            <a:avLst/>
          </a:prstGeom>
          <a:solidFill>
            <a:schemeClr val="accent5">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5" name="Oval 4">
            <a:extLst>
              <a:ext uri="{FF2B5EF4-FFF2-40B4-BE49-F238E27FC236}">
                <a16:creationId xmlns:a16="http://schemas.microsoft.com/office/drawing/2014/main" id="{FA97217A-AFD7-3E8C-4060-5AB913DCA2AE}"/>
              </a:ext>
            </a:extLst>
          </p:cNvPr>
          <p:cNvSpPr>
            <a:spLocks/>
          </p:cNvSpPr>
          <p:nvPr userDrawn="1"/>
        </p:nvSpPr>
        <p:spPr>
          <a:xfrm>
            <a:off x="6405736" y="1904508"/>
            <a:ext cx="2141686" cy="2141686"/>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4" name="Oval 3">
            <a:extLst>
              <a:ext uri="{FF2B5EF4-FFF2-40B4-BE49-F238E27FC236}">
                <a16:creationId xmlns:a16="http://schemas.microsoft.com/office/drawing/2014/main" id="{39063D4E-CA79-47A5-E4AA-D23B0DA056E1}"/>
              </a:ext>
            </a:extLst>
          </p:cNvPr>
          <p:cNvSpPr>
            <a:spLocks/>
          </p:cNvSpPr>
          <p:nvPr userDrawn="1"/>
        </p:nvSpPr>
        <p:spPr>
          <a:xfrm>
            <a:off x="3650568" y="1905843"/>
            <a:ext cx="2141686" cy="2141686"/>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Oval 1">
            <a:extLst>
              <a:ext uri="{FF2B5EF4-FFF2-40B4-BE49-F238E27FC236}">
                <a16:creationId xmlns:a16="http://schemas.microsoft.com/office/drawing/2014/main" id="{EF24F155-BFA1-D04C-7B9C-42080999EDC5}"/>
              </a:ext>
            </a:extLst>
          </p:cNvPr>
          <p:cNvSpPr>
            <a:spLocks/>
          </p:cNvSpPr>
          <p:nvPr userDrawn="1"/>
        </p:nvSpPr>
        <p:spPr>
          <a:xfrm>
            <a:off x="909385" y="1904508"/>
            <a:ext cx="2141686" cy="2141686"/>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accent2"/>
                </a:solidFill>
              </a:defRPr>
            </a:lvl1pPr>
          </a:lstStyle>
          <a:p>
            <a:r>
              <a:rPr lang="en-US"/>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userDrawn="1"/>
        </p:nvSpPr>
        <p:spPr bwMode="gray">
          <a:xfrm>
            <a:off x="1065749" y="2060872"/>
            <a:ext cx="1828959" cy="1828959"/>
          </a:xfrm>
          <a:prstGeom prst="ellipse">
            <a:avLst/>
          </a:prstGeom>
          <a:solidFill>
            <a:schemeClr val="bg1"/>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4"/>
              </a:solidFill>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accent4"/>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userDrawn="1"/>
        </p:nvSpPr>
        <p:spPr bwMode="gray">
          <a:xfrm>
            <a:off x="3806932" y="2060872"/>
            <a:ext cx="1828959" cy="1828959"/>
          </a:xfrm>
          <a:prstGeom prst="ellipse">
            <a:avLst/>
          </a:prstGeom>
          <a:solidFill>
            <a:schemeClr val="bg1"/>
          </a:solid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userDrawn="1"/>
        </p:nvSpPr>
        <p:spPr bwMode="gray">
          <a:xfrm>
            <a:off x="6562100" y="2060872"/>
            <a:ext cx="1828959" cy="1828959"/>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userDrawn="1"/>
        </p:nvSpPr>
        <p:spPr bwMode="gray">
          <a:xfrm>
            <a:off x="9302132" y="2060872"/>
            <a:ext cx="1828959" cy="1828959"/>
          </a:xfrm>
          <a:prstGeom prst="ellipse">
            <a:avLst/>
          </a:prstGeom>
          <a:solidFill>
            <a:schemeClr val="bg1"/>
          </a:solid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accent5"/>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0" name="page number">
            <a:extLst>
              <a:ext uri="{FF2B5EF4-FFF2-40B4-BE49-F238E27FC236}">
                <a16:creationId xmlns:a16="http://schemas.microsoft.com/office/drawing/2014/main" id="{1D45AB97-9B77-2244-B7BA-E18EA4CD43E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Tree>
    <p:extLst>
      <p:ext uri="{BB962C8B-B14F-4D97-AF65-F5344CB8AC3E}">
        <p14:creationId xmlns:p14="http://schemas.microsoft.com/office/powerpoint/2010/main" val="399957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Four Icon - Fancy - RBLF">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2402A473-8BC9-DDE2-85BB-4816BB586A4F}"/>
              </a:ext>
            </a:extLst>
          </p:cNvPr>
          <p:cNvSpPr>
            <a:spLocks/>
          </p:cNvSpPr>
          <p:nvPr userDrawn="1"/>
        </p:nvSpPr>
        <p:spPr>
          <a:xfrm>
            <a:off x="9150335" y="1904508"/>
            <a:ext cx="2141686" cy="2141686"/>
          </a:xfrm>
          <a:prstGeom prst="ellipse">
            <a:avLst/>
          </a:prstGeom>
          <a:solidFill>
            <a:schemeClr val="accent5">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5" name="Oval 4">
            <a:extLst>
              <a:ext uri="{FF2B5EF4-FFF2-40B4-BE49-F238E27FC236}">
                <a16:creationId xmlns:a16="http://schemas.microsoft.com/office/drawing/2014/main" id="{FA97217A-AFD7-3E8C-4060-5AB913DCA2AE}"/>
              </a:ext>
            </a:extLst>
          </p:cNvPr>
          <p:cNvSpPr>
            <a:spLocks/>
          </p:cNvSpPr>
          <p:nvPr userDrawn="1"/>
        </p:nvSpPr>
        <p:spPr>
          <a:xfrm>
            <a:off x="6405736" y="1904508"/>
            <a:ext cx="2141686" cy="2141686"/>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4" name="Oval 3">
            <a:extLst>
              <a:ext uri="{FF2B5EF4-FFF2-40B4-BE49-F238E27FC236}">
                <a16:creationId xmlns:a16="http://schemas.microsoft.com/office/drawing/2014/main" id="{39063D4E-CA79-47A5-E4AA-D23B0DA056E1}"/>
              </a:ext>
            </a:extLst>
          </p:cNvPr>
          <p:cNvSpPr>
            <a:spLocks/>
          </p:cNvSpPr>
          <p:nvPr userDrawn="1"/>
        </p:nvSpPr>
        <p:spPr>
          <a:xfrm>
            <a:off x="3650568" y="1905843"/>
            <a:ext cx="2141686" cy="2141686"/>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2" name="Oval 1">
            <a:extLst>
              <a:ext uri="{FF2B5EF4-FFF2-40B4-BE49-F238E27FC236}">
                <a16:creationId xmlns:a16="http://schemas.microsoft.com/office/drawing/2014/main" id="{EF24F155-BFA1-D04C-7B9C-42080999EDC5}"/>
              </a:ext>
            </a:extLst>
          </p:cNvPr>
          <p:cNvSpPr>
            <a:spLocks/>
          </p:cNvSpPr>
          <p:nvPr userDrawn="1"/>
        </p:nvSpPr>
        <p:spPr>
          <a:xfrm>
            <a:off x="909385" y="1904508"/>
            <a:ext cx="2141686" cy="2141686"/>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accent2"/>
                </a:solidFill>
              </a:defRPr>
            </a:lvl1pPr>
          </a:lstStyle>
          <a:p>
            <a:r>
              <a:rPr lang="en-US"/>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userDrawn="1"/>
        </p:nvSpPr>
        <p:spPr bwMode="gray">
          <a:xfrm>
            <a:off x="1065749" y="2060872"/>
            <a:ext cx="1828959" cy="1828959"/>
          </a:xfrm>
          <a:prstGeom prst="ellipse">
            <a:avLst/>
          </a:prstGeom>
          <a:solidFill>
            <a:schemeClr val="accent4"/>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latin typeface="Arial" panose="020B0604020202020204" pitchFamily="34" charset="0"/>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accent4"/>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Arial" panose="020B0604020202020204" pitchFamily="34" charset="0"/>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userDrawn="1"/>
        </p:nvSpPr>
        <p:spPr bwMode="gray">
          <a:xfrm>
            <a:off x="3806932" y="2060872"/>
            <a:ext cx="1828959" cy="1828959"/>
          </a:xfrm>
          <a:prstGeom prst="ellipse">
            <a:avLst/>
          </a:prstGeom>
          <a:solidFill>
            <a:schemeClr val="accent3"/>
          </a:solid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latin typeface="Arial" panose="020B0604020202020204" pitchFamily="34" charset="0"/>
            </a:endParaRPr>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Arial" panose="020B0604020202020204" pitchFamily="34" charset="0"/>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userDrawn="1"/>
        </p:nvSpPr>
        <p:spPr bwMode="gray">
          <a:xfrm>
            <a:off x="6562100" y="2060872"/>
            <a:ext cx="1828959" cy="1828959"/>
          </a:xfrm>
          <a:prstGeom prst="ellipse">
            <a:avLst/>
          </a:prstGeom>
          <a:solidFill>
            <a:schemeClr val="accent2"/>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latin typeface="Arial" panose="020B0604020202020204" pitchFamily="34" charset="0"/>
            </a:endParaRPr>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Arial" panose="020B0604020202020204" pitchFamily="34" charset="0"/>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userDrawn="1"/>
        </p:nvSpPr>
        <p:spPr bwMode="gray">
          <a:xfrm>
            <a:off x="9302132" y="2060872"/>
            <a:ext cx="1828959" cy="1828959"/>
          </a:xfrm>
          <a:prstGeom prst="ellipse">
            <a:avLst/>
          </a:prstGeom>
          <a:solidFill>
            <a:schemeClr val="accent5"/>
          </a:solid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Arial" panose="020B0604020202020204" pitchFamily="34" charset="0"/>
            </a:endParaRPr>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accent5"/>
                </a:solidFill>
              </a:defRPr>
            </a:lvl1pPr>
            <a:lvl2pPr marL="285750" indent="-285750" algn="ctr">
              <a:lnSpc>
                <a:spcPct val="100000"/>
              </a:lnSpc>
              <a:spcBef>
                <a:spcPts val="600"/>
              </a:spcBef>
              <a:buFont typeface="Arial" panose="020B0604020202020204" pitchFamily="34" charset="0"/>
              <a:buChar char="​"/>
              <a:defRPr lang="en-US" sz="1800" kern="1200" dirty="0">
                <a:solidFill>
                  <a:schemeClr val="tx1"/>
                </a:solidFill>
                <a:latin typeface="Arial" panose="020B0604020202020204" pitchFamily="34" charset="0"/>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0" name="page number">
            <a:extLst>
              <a:ext uri="{FF2B5EF4-FFF2-40B4-BE49-F238E27FC236}">
                <a16:creationId xmlns:a16="http://schemas.microsoft.com/office/drawing/2014/main" id="{1D45AB97-9B77-2244-B7BA-E18EA4CD43E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latin typeface="Arial" panose="020B0604020202020204" pitchFamily="34" charset="0"/>
              </a:rPr>
              <a:pPr lvl="0" algn="r"/>
              <a:t>‹#›</a:t>
            </a:fld>
            <a:endParaRPr lang="en-US" dirty="0">
              <a:latin typeface="Arial" panose="020B0604020202020204" pitchFamily="34" charset="0"/>
            </a:endParaRPr>
          </a:p>
        </p:txBody>
      </p:sp>
    </p:spTree>
    <p:extLst>
      <p:ext uri="{BB962C8B-B14F-4D97-AF65-F5344CB8AC3E}">
        <p14:creationId xmlns:p14="http://schemas.microsoft.com/office/powerpoint/2010/main" val="4120559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Fiv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accent4"/>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dirty="0"/>
              <a:t>Click to add text</a:t>
            </a:r>
          </a:p>
          <a:p>
            <a:pPr lvl="1"/>
            <a:r>
              <a:rPr lang="en-US" dirty="0"/>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p:nvSpPr>
        <p:spPr bwMode="gray">
          <a:xfrm>
            <a:off x="2892452" y="2064663"/>
            <a:ext cx="1828959" cy="1828959"/>
          </a:xfrm>
          <a:prstGeom prst="ellipse">
            <a:avLst/>
          </a:prstGeom>
          <a:noFill/>
          <a:ln w="38100">
            <a:solidFill>
              <a:schemeClr val="accent3"/>
            </a:solidFill>
          </a:ln>
          <a:effectLst/>
        </p:spPr>
        <p:txBody>
          <a:bodyPr vert="horz" wrap="square" lIns="0" tIns="0" rIns="0" bIns="0" numCol="1" anchor="ctr" anchorCtr="0" compatLnSpc="1">
            <a:prstTxWarp prst="textNoShape">
              <a:avLst/>
            </a:prstTxWarp>
          </a:bodyPr>
          <a:lstStyle/>
          <a:p>
            <a:pPr lvl="0" algn="ctr"/>
            <a:endParaRPr lang="en-US" dirty="0">
              <a:solidFill>
                <a:schemeClr val="bg1"/>
              </a:solidFill>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3110473" y="2428884"/>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4282873"/>
            <a:ext cx="1828800" cy="1458912"/>
          </a:xfrm>
        </p:spPr>
        <p:txBody>
          <a:bodyPr/>
          <a:lstStyle>
            <a:lvl1pPr algn="ctr">
              <a:lnSpc>
                <a:spcPct val="100000"/>
              </a:lnSpc>
              <a:spcBef>
                <a:spcPts val="600"/>
              </a:spcBef>
              <a:defRPr sz="2000">
                <a:solidFill>
                  <a:schemeClr val="accent3"/>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5412658" y="2428884"/>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4282873"/>
            <a:ext cx="1828800" cy="1458912"/>
          </a:xfrm>
        </p:spPr>
        <p:txBody>
          <a:bodyPr/>
          <a:lstStyle>
            <a:lvl1pPr algn="ctr">
              <a:lnSpc>
                <a:spcPct val="100000"/>
              </a:lnSpc>
              <a:spcBef>
                <a:spcPts val="600"/>
              </a:spcBef>
              <a:defRPr sz="2000">
                <a:solidFill>
                  <a:schemeClr val="accent2"/>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accent5"/>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bg2">
                    <a:lumMod val="25000"/>
                  </a:schemeClr>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bg2">
                    <a:lumMod val="25000"/>
                  </a:schemeClr>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7" name="page number">
            <a:extLst>
              <a:ext uri="{FF2B5EF4-FFF2-40B4-BE49-F238E27FC236}">
                <a16:creationId xmlns:a16="http://schemas.microsoft.com/office/drawing/2014/main" id="{6D94DD40-25D8-6A48-98B5-B2B0FB64FD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6" name="Oval 25">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userDrawn="1"/>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31" name="Oval 30">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userDrawn="1"/>
        </p:nvSpPr>
        <p:spPr bwMode="gray">
          <a:xfrm>
            <a:off x="2892452" y="2064663"/>
            <a:ext cx="1828959" cy="1828959"/>
          </a:xfrm>
          <a:prstGeom prst="ellipse">
            <a:avLst/>
          </a:prstGeom>
          <a:noFill/>
          <a:ln w="38100">
            <a:solidFill>
              <a:schemeClr val="accent3"/>
            </a:solidFill>
          </a:ln>
          <a:effectLst/>
        </p:spPr>
        <p:txBody>
          <a:bodyPr vert="horz" wrap="square" lIns="91440" tIns="45720" rIns="91440" bIns="45720" numCol="1" anchor="ctr" anchorCtr="0" compatLnSpc="1">
            <a:prstTxWarp prst="textNoShape">
              <a:avLst/>
            </a:prstTxWarp>
          </a:bodyPr>
          <a:lstStyle/>
          <a:p>
            <a:pPr lvl="0" algn="ctr"/>
            <a:endParaRPr lang="en-US" dirty="0">
              <a:solidFill>
                <a:schemeClr val="bg1"/>
              </a:solidFill>
            </a:endParaRPr>
          </a:p>
        </p:txBody>
      </p:sp>
      <p:sp>
        <p:nvSpPr>
          <p:cNvPr id="33" name="Oval 32">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userDrawn="1"/>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34" name="Oval 33">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userDrawn="1"/>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35" name="Oval 34">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userDrawn="1"/>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36" name="page number">
            <a:extLst>
              <a:ext uri="{FF2B5EF4-FFF2-40B4-BE49-F238E27FC236}">
                <a16:creationId xmlns:a16="http://schemas.microsoft.com/office/drawing/2014/main" id="{6D94DD40-25D8-6A48-98B5-B2B0FB64FD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783593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Five Icon - Fancy">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BAFC2F25-50FC-743D-8875-82EAA4EE6453}"/>
              </a:ext>
            </a:extLst>
          </p:cNvPr>
          <p:cNvSpPr>
            <a:spLocks/>
          </p:cNvSpPr>
          <p:nvPr userDrawn="1"/>
        </p:nvSpPr>
        <p:spPr>
          <a:xfrm>
            <a:off x="9588109" y="1908299"/>
            <a:ext cx="2141686" cy="2141686"/>
          </a:xfrm>
          <a:prstGeom prst="ellipse">
            <a:avLst/>
          </a:prstGeom>
          <a:solidFill>
            <a:schemeClr val="tx1">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Oval 1">
            <a:extLst>
              <a:ext uri="{FF2B5EF4-FFF2-40B4-BE49-F238E27FC236}">
                <a16:creationId xmlns:a16="http://schemas.microsoft.com/office/drawing/2014/main" id="{829618C8-6897-46A8-C683-D147469A957A}"/>
              </a:ext>
            </a:extLst>
          </p:cNvPr>
          <p:cNvSpPr>
            <a:spLocks/>
          </p:cNvSpPr>
          <p:nvPr userDrawn="1"/>
        </p:nvSpPr>
        <p:spPr>
          <a:xfrm>
            <a:off x="7311052" y="1908299"/>
            <a:ext cx="2141686" cy="2141686"/>
          </a:xfrm>
          <a:prstGeom prst="ellipse">
            <a:avLst/>
          </a:prstGeom>
          <a:solidFill>
            <a:schemeClr val="accent5">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4" name="Oval 3">
            <a:extLst>
              <a:ext uri="{FF2B5EF4-FFF2-40B4-BE49-F238E27FC236}">
                <a16:creationId xmlns:a16="http://schemas.microsoft.com/office/drawing/2014/main" id="{CA840E68-C57E-DCBB-945A-6A62A45F1D8F}"/>
              </a:ext>
            </a:extLst>
          </p:cNvPr>
          <p:cNvSpPr>
            <a:spLocks/>
          </p:cNvSpPr>
          <p:nvPr userDrawn="1"/>
        </p:nvSpPr>
        <p:spPr>
          <a:xfrm>
            <a:off x="5040149" y="1908299"/>
            <a:ext cx="2141686" cy="2141686"/>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5" name="Oval 4">
            <a:extLst>
              <a:ext uri="{FF2B5EF4-FFF2-40B4-BE49-F238E27FC236}">
                <a16:creationId xmlns:a16="http://schemas.microsoft.com/office/drawing/2014/main" id="{31E2F662-6415-4B32-A3E4-6440423BAEF3}"/>
              </a:ext>
            </a:extLst>
          </p:cNvPr>
          <p:cNvSpPr>
            <a:spLocks/>
          </p:cNvSpPr>
          <p:nvPr userDrawn="1"/>
        </p:nvSpPr>
        <p:spPr>
          <a:xfrm>
            <a:off x="2736088" y="1908299"/>
            <a:ext cx="2141686" cy="2141686"/>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6" name="Oval 5">
            <a:extLst>
              <a:ext uri="{FF2B5EF4-FFF2-40B4-BE49-F238E27FC236}">
                <a16:creationId xmlns:a16="http://schemas.microsoft.com/office/drawing/2014/main" id="{C4D5E98A-14B2-2162-5BA1-BD39CFF7A3DB}"/>
              </a:ext>
            </a:extLst>
          </p:cNvPr>
          <p:cNvSpPr>
            <a:spLocks/>
          </p:cNvSpPr>
          <p:nvPr userDrawn="1"/>
        </p:nvSpPr>
        <p:spPr>
          <a:xfrm>
            <a:off x="454407" y="1908299"/>
            <a:ext cx="2141686" cy="2141686"/>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userDrawn="1"/>
        </p:nvSpPr>
        <p:spPr bwMode="gray">
          <a:xfrm>
            <a:off x="609800" y="2064663"/>
            <a:ext cx="1828959" cy="1828959"/>
          </a:xfrm>
          <a:prstGeom prst="ellipse">
            <a:avLst/>
          </a:prstGeom>
          <a:solidFill>
            <a:schemeClr val="bg1"/>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4"/>
              </a:solidFill>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accent4"/>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dirty="0"/>
              <a:t>Click to add text</a:t>
            </a:r>
          </a:p>
          <a:p>
            <a:pPr lvl="1"/>
            <a:r>
              <a:rPr lang="en-US" dirty="0"/>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userDrawn="1"/>
        </p:nvSpPr>
        <p:spPr bwMode="gray">
          <a:xfrm>
            <a:off x="2892452" y="2064663"/>
            <a:ext cx="1828959" cy="1828959"/>
          </a:xfrm>
          <a:prstGeom prst="ellipse">
            <a:avLst/>
          </a:prstGeom>
          <a:solidFill>
            <a:schemeClr val="bg1"/>
          </a:solidFill>
          <a:ln w="38100">
            <a:solidFill>
              <a:schemeClr val="accent3"/>
            </a:solidFill>
          </a:ln>
          <a:effectLst/>
        </p:spPr>
        <p:txBody>
          <a:bodyPr vert="horz" wrap="square" lIns="0" tIns="0" rIns="0" bIns="0" numCol="1" anchor="ctr" anchorCtr="0" compatLnSpc="1">
            <a:prstTxWarp prst="textNoShape">
              <a:avLst/>
            </a:prstTxWarp>
          </a:bodyPr>
          <a:lstStyle/>
          <a:p>
            <a:pPr lvl="0" algn="ctr"/>
            <a:endParaRPr lang="en-US">
              <a:solidFill>
                <a:schemeClr val="bg1"/>
              </a:solidFill>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3110473" y="2428884"/>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4282873"/>
            <a:ext cx="1828800" cy="1458912"/>
          </a:xfrm>
        </p:spPr>
        <p:txBody>
          <a:bodyPr/>
          <a:lstStyle>
            <a:lvl1pPr algn="ctr">
              <a:lnSpc>
                <a:spcPct val="100000"/>
              </a:lnSpc>
              <a:spcBef>
                <a:spcPts val="600"/>
              </a:spcBef>
              <a:defRPr sz="2000">
                <a:solidFill>
                  <a:schemeClr val="accent3"/>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userDrawn="1"/>
        </p:nvSpPr>
        <p:spPr bwMode="gray">
          <a:xfrm>
            <a:off x="5201380" y="2064663"/>
            <a:ext cx="1828959" cy="1828959"/>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5412658" y="2428884"/>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4282873"/>
            <a:ext cx="1828800" cy="1458912"/>
          </a:xfrm>
        </p:spPr>
        <p:txBody>
          <a:bodyPr/>
          <a:lstStyle>
            <a:lvl1pPr algn="ctr">
              <a:lnSpc>
                <a:spcPct val="100000"/>
              </a:lnSpc>
              <a:spcBef>
                <a:spcPts val="600"/>
              </a:spcBef>
              <a:defRPr sz="2000">
                <a:solidFill>
                  <a:schemeClr val="accent2"/>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userDrawn="1"/>
        </p:nvSpPr>
        <p:spPr bwMode="gray">
          <a:xfrm>
            <a:off x="7464921" y="2064663"/>
            <a:ext cx="1828959" cy="1828959"/>
          </a:xfrm>
          <a:prstGeom prst="ellipse">
            <a:avLst/>
          </a:prstGeom>
          <a:solidFill>
            <a:schemeClr val="bg1"/>
          </a:solid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lt1"/>
              </a:solidFill>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accent5"/>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userDrawn="1"/>
        </p:nvSpPr>
        <p:spPr bwMode="gray">
          <a:xfrm>
            <a:off x="9744473" y="2064663"/>
            <a:ext cx="1828959" cy="1828959"/>
          </a:xfrm>
          <a:prstGeom prst="ellipse">
            <a:avLst/>
          </a:prstGeom>
          <a:solidFill>
            <a:schemeClr val="bg1"/>
          </a:solid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6"/>
              </a:solidFill>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bg2">
                    <a:lumMod val="25000"/>
                  </a:schemeClr>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bg2">
                    <a:lumMod val="25000"/>
                  </a:schemeClr>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7" name="page number">
            <a:extLst>
              <a:ext uri="{FF2B5EF4-FFF2-40B4-BE49-F238E27FC236}">
                <a16:creationId xmlns:a16="http://schemas.microsoft.com/office/drawing/2014/main" id="{6D94DD40-25D8-6A48-98B5-B2B0FB64FD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Tree>
    <p:extLst>
      <p:ext uri="{BB962C8B-B14F-4D97-AF65-F5344CB8AC3E}">
        <p14:creationId xmlns:p14="http://schemas.microsoft.com/office/powerpoint/2010/main" val="184755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Five Icon - Fancy - RBLF">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BAFC2F25-50FC-743D-8875-82EAA4EE6453}"/>
              </a:ext>
            </a:extLst>
          </p:cNvPr>
          <p:cNvSpPr>
            <a:spLocks/>
          </p:cNvSpPr>
          <p:nvPr userDrawn="1"/>
        </p:nvSpPr>
        <p:spPr>
          <a:xfrm>
            <a:off x="9588109" y="1908299"/>
            <a:ext cx="2141686" cy="2141686"/>
          </a:xfrm>
          <a:prstGeom prst="ellipse">
            <a:avLst/>
          </a:prstGeom>
          <a:solidFill>
            <a:schemeClr val="tx1">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Oval 1">
            <a:extLst>
              <a:ext uri="{FF2B5EF4-FFF2-40B4-BE49-F238E27FC236}">
                <a16:creationId xmlns:a16="http://schemas.microsoft.com/office/drawing/2014/main" id="{829618C8-6897-46A8-C683-D147469A957A}"/>
              </a:ext>
            </a:extLst>
          </p:cNvPr>
          <p:cNvSpPr>
            <a:spLocks/>
          </p:cNvSpPr>
          <p:nvPr userDrawn="1"/>
        </p:nvSpPr>
        <p:spPr>
          <a:xfrm>
            <a:off x="7311052" y="1908299"/>
            <a:ext cx="2141686" cy="2141686"/>
          </a:xfrm>
          <a:prstGeom prst="ellipse">
            <a:avLst/>
          </a:prstGeom>
          <a:solidFill>
            <a:schemeClr val="accent5">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4" name="Oval 3">
            <a:extLst>
              <a:ext uri="{FF2B5EF4-FFF2-40B4-BE49-F238E27FC236}">
                <a16:creationId xmlns:a16="http://schemas.microsoft.com/office/drawing/2014/main" id="{CA840E68-C57E-DCBB-945A-6A62A45F1D8F}"/>
              </a:ext>
            </a:extLst>
          </p:cNvPr>
          <p:cNvSpPr>
            <a:spLocks/>
          </p:cNvSpPr>
          <p:nvPr userDrawn="1"/>
        </p:nvSpPr>
        <p:spPr>
          <a:xfrm>
            <a:off x="5040149" y="1908299"/>
            <a:ext cx="2141686" cy="2141686"/>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5" name="Oval 4">
            <a:extLst>
              <a:ext uri="{FF2B5EF4-FFF2-40B4-BE49-F238E27FC236}">
                <a16:creationId xmlns:a16="http://schemas.microsoft.com/office/drawing/2014/main" id="{31E2F662-6415-4B32-A3E4-6440423BAEF3}"/>
              </a:ext>
            </a:extLst>
          </p:cNvPr>
          <p:cNvSpPr>
            <a:spLocks/>
          </p:cNvSpPr>
          <p:nvPr userDrawn="1"/>
        </p:nvSpPr>
        <p:spPr>
          <a:xfrm>
            <a:off x="2736088" y="1908299"/>
            <a:ext cx="2141686" cy="2141686"/>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6" name="Oval 5">
            <a:extLst>
              <a:ext uri="{FF2B5EF4-FFF2-40B4-BE49-F238E27FC236}">
                <a16:creationId xmlns:a16="http://schemas.microsoft.com/office/drawing/2014/main" id="{C4D5E98A-14B2-2162-5BA1-BD39CFF7A3DB}"/>
              </a:ext>
            </a:extLst>
          </p:cNvPr>
          <p:cNvSpPr>
            <a:spLocks/>
          </p:cNvSpPr>
          <p:nvPr userDrawn="1"/>
        </p:nvSpPr>
        <p:spPr>
          <a:xfrm>
            <a:off x="454407" y="1908299"/>
            <a:ext cx="2141686" cy="2141686"/>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userDrawn="1"/>
        </p:nvSpPr>
        <p:spPr bwMode="gray">
          <a:xfrm>
            <a:off x="609800" y="2064663"/>
            <a:ext cx="1828959" cy="1828959"/>
          </a:xfrm>
          <a:prstGeom prst="ellipse">
            <a:avLst/>
          </a:prstGeom>
          <a:solidFill>
            <a:schemeClr val="accent4"/>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4"/>
              </a:solidFill>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accent4"/>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dirty="0"/>
              <a:t>Click to add text</a:t>
            </a:r>
          </a:p>
          <a:p>
            <a:pPr lvl="1"/>
            <a:r>
              <a:rPr lang="en-US" dirty="0"/>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userDrawn="1"/>
        </p:nvSpPr>
        <p:spPr bwMode="gray">
          <a:xfrm>
            <a:off x="2892452" y="2064663"/>
            <a:ext cx="1828959" cy="1828959"/>
          </a:xfrm>
          <a:prstGeom prst="ellipse">
            <a:avLst/>
          </a:prstGeom>
          <a:solidFill>
            <a:schemeClr val="accent3"/>
          </a:solidFill>
          <a:ln w="38100">
            <a:solidFill>
              <a:schemeClr val="accent3"/>
            </a:solidFill>
          </a:ln>
          <a:effectLst/>
        </p:spPr>
        <p:txBody>
          <a:bodyPr vert="horz" wrap="square" lIns="0" tIns="0" rIns="0" bIns="0" numCol="1" anchor="ctr" anchorCtr="0" compatLnSpc="1">
            <a:prstTxWarp prst="textNoShape">
              <a:avLst/>
            </a:prstTxWarp>
          </a:bodyPr>
          <a:lstStyle/>
          <a:p>
            <a:pPr lvl="0" algn="ctr"/>
            <a:endParaRPr lang="en-US">
              <a:solidFill>
                <a:schemeClr val="bg1"/>
              </a:solidFill>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3110473" y="2428884"/>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4282873"/>
            <a:ext cx="1828800" cy="1458912"/>
          </a:xfrm>
        </p:spPr>
        <p:txBody>
          <a:bodyPr/>
          <a:lstStyle>
            <a:lvl1pPr algn="ctr">
              <a:lnSpc>
                <a:spcPct val="100000"/>
              </a:lnSpc>
              <a:spcBef>
                <a:spcPts val="600"/>
              </a:spcBef>
              <a:defRPr sz="2000">
                <a:solidFill>
                  <a:schemeClr val="accent3"/>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userDrawn="1"/>
        </p:nvSpPr>
        <p:spPr bwMode="gray">
          <a:xfrm>
            <a:off x="5201380" y="2064663"/>
            <a:ext cx="1828959" cy="1828959"/>
          </a:xfrm>
          <a:prstGeom prst="ellipse">
            <a:avLst/>
          </a:prstGeom>
          <a:solidFill>
            <a:schemeClr val="accent2"/>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5412658" y="2428884"/>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4282873"/>
            <a:ext cx="1828800" cy="1458912"/>
          </a:xfrm>
        </p:spPr>
        <p:txBody>
          <a:bodyPr/>
          <a:lstStyle>
            <a:lvl1pPr algn="ctr">
              <a:lnSpc>
                <a:spcPct val="100000"/>
              </a:lnSpc>
              <a:spcBef>
                <a:spcPts val="600"/>
              </a:spcBef>
              <a:defRPr sz="2000">
                <a:solidFill>
                  <a:schemeClr val="accent2"/>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userDrawn="1"/>
        </p:nvSpPr>
        <p:spPr bwMode="gray">
          <a:xfrm>
            <a:off x="7464921" y="2064663"/>
            <a:ext cx="1828959" cy="1828959"/>
          </a:xfrm>
          <a:prstGeom prst="ellipse">
            <a:avLst/>
          </a:prstGeom>
          <a:solidFill>
            <a:schemeClr val="accent5"/>
          </a:solid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lt1"/>
              </a:solidFill>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accent5"/>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userDrawn="1"/>
        </p:nvSpPr>
        <p:spPr bwMode="gray">
          <a:xfrm>
            <a:off x="9744473" y="2064663"/>
            <a:ext cx="1828959" cy="1828959"/>
          </a:xfrm>
          <a:prstGeom prst="ellipse">
            <a:avLst/>
          </a:prstGeom>
          <a:solidFill>
            <a:schemeClr val="tx2"/>
          </a:solidFill>
          <a:ln w="38100">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6"/>
              </a:solidFill>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bg2">
                    <a:lumMod val="25000"/>
                  </a:schemeClr>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7" name="page number">
            <a:extLst>
              <a:ext uri="{FF2B5EF4-FFF2-40B4-BE49-F238E27FC236}">
                <a16:creationId xmlns:a16="http://schemas.microsoft.com/office/drawing/2014/main" id="{6D94DD40-25D8-6A48-98B5-B2B0FB64FD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Tree>
    <p:extLst>
      <p:ext uri="{BB962C8B-B14F-4D97-AF65-F5344CB8AC3E}">
        <p14:creationId xmlns:p14="http://schemas.microsoft.com/office/powerpoint/2010/main" val="1948656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Four Square 1">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B7B2E889-83BD-B9A4-9C03-75723757127C}"/>
              </a:ext>
            </a:extLst>
          </p:cNvPr>
          <p:cNvGrpSpPr/>
          <p:nvPr/>
        </p:nvGrpSpPr>
        <p:grpSpPr>
          <a:xfrm>
            <a:off x="3815292" y="1126212"/>
            <a:ext cx="2141686" cy="2141686"/>
            <a:chOff x="6739684" y="1484266"/>
            <a:chExt cx="3889468" cy="3889468"/>
          </a:xfrm>
        </p:grpSpPr>
        <p:sp>
          <p:nvSpPr>
            <p:cNvPr id="19" name="Oval 18">
              <a:extLst>
                <a:ext uri="{FF2B5EF4-FFF2-40B4-BE49-F238E27FC236}">
                  <a16:creationId xmlns:a16="http://schemas.microsoft.com/office/drawing/2014/main" id="{832CB124-2963-808E-2CA1-D49EC254E642}"/>
                </a:ext>
              </a:extLst>
            </p:cNvPr>
            <p:cNvSpPr>
              <a:spLocks/>
            </p:cNvSpPr>
            <p:nvPr/>
          </p:nvSpPr>
          <p:spPr>
            <a:xfrm>
              <a:off x="6739684" y="1484266"/>
              <a:ext cx="3889468" cy="3889468"/>
            </a:xfrm>
            <a:prstGeom prst="ellipse">
              <a:avLst/>
            </a:prstGeom>
            <a:solidFill>
              <a:schemeClr val="accent2">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0" name="Oval 19">
              <a:extLst>
                <a:ext uri="{FF2B5EF4-FFF2-40B4-BE49-F238E27FC236}">
                  <a16:creationId xmlns:a16="http://schemas.microsoft.com/office/drawing/2014/main" id="{3D6A054A-2791-FFE0-A116-15F8B8309CFA}"/>
                </a:ext>
              </a:extLst>
            </p:cNvPr>
            <p:cNvSpPr/>
            <p:nvPr/>
          </p:nvSpPr>
          <p:spPr>
            <a:xfrm flipV="1">
              <a:off x="7108410" y="1852992"/>
              <a:ext cx="3152006" cy="3152006"/>
            </a:xfrm>
            <a:prstGeom prst="ellipse">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1799">
                <a:solidFill>
                  <a:schemeClr val="lt1"/>
                </a:solidFill>
              </a:endParaRPr>
            </a:p>
          </p:txBody>
        </p:sp>
      </p:grpSp>
      <p:grpSp>
        <p:nvGrpSpPr>
          <p:cNvPr id="22" name="Group 21">
            <a:extLst>
              <a:ext uri="{FF2B5EF4-FFF2-40B4-BE49-F238E27FC236}">
                <a16:creationId xmlns:a16="http://schemas.microsoft.com/office/drawing/2014/main" id="{3AB9BEE9-522A-9893-8F17-7A00C60FFE9A}"/>
              </a:ext>
            </a:extLst>
          </p:cNvPr>
          <p:cNvGrpSpPr/>
          <p:nvPr/>
        </p:nvGrpSpPr>
        <p:grpSpPr>
          <a:xfrm>
            <a:off x="3815292" y="3522366"/>
            <a:ext cx="2141686" cy="2141686"/>
            <a:chOff x="6739684" y="1484266"/>
            <a:chExt cx="3889468" cy="3889468"/>
          </a:xfrm>
        </p:grpSpPr>
        <p:sp>
          <p:nvSpPr>
            <p:cNvPr id="42" name="Oval 41">
              <a:extLst>
                <a:ext uri="{FF2B5EF4-FFF2-40B4-BE49-F238E27FC236}">
                  <a16:creationId xmlns:a16="http://schemas.microsoft.com/office/drawing/2014/main" id="{E1475D01-F0AD-EC50-B844-D36567E8C461}"/>
                </a:ext>
              </a:extLst>
            </p:cNvPr>
            <p:cNvSpPr>
              <a:spLocks/>
            </p:cNvSpPr>
            <p:nvPr/>
          </p:nvSpPr>
          <p:spPr>
            <a:xfrm>
              <a:off x="6739684" y="1484266"/>
              <a:ext cx="3889468" cy="3889468"/>
            </a:xfrm>
            <a:prstGeom prst="ellipse">
              <a:avLst/>
            </a:prstGeom>
            <a:solidFill>
              <a:schemeClr val="accent4">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43" name="Oval 42">
              <a:extLst>
                <a:ext uri="{FF2B5EF4-FFF2-40B4-BE49-F238E27FC236}">
                  <a16:creationId xmlns:a16="http://schemas.microsoft.com/office/drawing/2014/main" id="{8609B93B-68E8-6F87-C28D-9D04961728F5}"/>
                </a:ext>
              </a:extLst>
            </p:cNvPr>
            <p:cNvSpPr/>
            <p:nvPr/>
          </p:nvSpPr>
          <p:spPr>
            <a:xfrm flipV="1">
              <a:off x="7108410" y="1852992"/>
              <a:ext cx="3152006" cy="3152006"/>
            </a:xfrm>
            <a:prstGeom prst="ellipse">
              <a:avLst/>
            </a:prstGeom>
            <a:solidFill>
              <a:schemeClr val="bg1"/>
            </a:solid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1799">
                <a:solidFill>
                  <a:schemeClr val="lt1"/>
                </a:solidFill>
              </a:endParaRPr>
            </a:p>
          </p:txBody>
        </p:sp>
      </p:grpSp>
      <p:grpSp>
        <p:nvGrpSpPr>
          <p:cNvPr id="45" name="Group 44">
            <a:extLst>
              <a:ext uri="{FF2B5EF4-FFF2-40B4-BE49-F238E27FC236}">
                <a16:creationId xmlns:a16="http://schemas.microsoft.com/office/drawing/2014/main" id="{C3F2C21C-9E87-1B63-D3BF-0006EB660260}"/>
              </a:ext>
            </a:extLst>
          </p:cNvPr>
          <p:cNvGrpSpPr/>
          <p:nvPr userDrawn="1"/>
        </p:nvGrpSpPr>
        <p:grpSpPr>
          <a:xfrm>
            <a:off x="6231847" y="1126212"/>
            <a:ext cx="2141686" cy="2141686"/>
            <a:chOff x="6739684" y="1484266"/>
            <a:chExt cx="3889468" cy="3889468"/>
          </a:xfrm>
        </p:grpSpPr>
        <p:sp>
          <p:nvSpPr>
            <p:cNvPr id="49" name="Oval 48">
              <a:extLst>
                <a:ext uri="{FF2B5EF4-FFF2-40B4-BE49-F238E27FC236}">
                  <a16:creationId xmlns:a16="http://schemas.microsoft.com/office/drawing/2014/main" id="{E7803037-5F81-499A-D3F1-6264D7836524}"/>
                </a:ext>
              </a:extLst>
            </p:cNvPr>
            <p:cNvSpPr>
              <a:spLocks/>
            </p:cNvSpPr>
            <p:nvPr/>
          </p:nvSpPr>
          <p:spPr>
            <a:xfrm>
              <a:off x="6739684" y="1484266"/>
              <a:ext cx="3889468" cy="3889468"/>
            </a:xfrm>
            <a:prstGeom prst="ellipse">
              <a:avLst/>
            </a:prstGeom>
            <a:solidFill>
              <a:schemeClr val="accent5">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50" name="Oval 49">
              <a:extLst>
                <a:ext uri="{FF2B5EF4-FFF2-40B4-BE49-F238E27FC236}">
                  <a16:creationId xmlns:a16="http://schemas.microsoft.com/office/drawing/2014/main" id="{E2EA1895-20D5-1303-1C00-85FD90DC8915}"/>
                </a:ext>
              </a:extLst>
            </p:cNvPr>
            <p:cNvSpPr/>
            <p:nvPr/>
          </p:nvSpPr>
          <p:spPr>
            <a:xfrm flipV="1">
              <a:off x="7108410" y="1852992"/>
              <a:ext cx="3152006" cy="3152006"/>
            </a:xfrm>
            <a:prstGeom prst="ellipse">
              <a:avLst/>
            </a:prstGeom>
            <a:solidFill>
              <a:schemeClr val="bg1"/>
            </a:solid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1799">
                <a:solidFill>
                  <a:schemeClr val="lt1"/>
                </a:solidFill>
              </a:endParaRPr>
            </a:p>
          </p:txBody>
        </p:sp>
      </p:grpSp>
      <p:grpSp>
        <p:nvGrpSpPr>
          <p:cNvPr id="52" name="Group 51">
            <a:extLst>
              <a:ext uri="{FF2B5EF4-FFF2-40B4-BE49-F238E27FC236}">
                <a16:creationId xmlns:a16="http://schemas.microsoft.com/office/drawing/2014/main" id="{93AD8C21-63B3-EEB8-75E0-EFD9E9E3281C}"/>
              </a:ext>
            </a:extLst>
          </p:cNvPr>
          <p:cNvGrpSpPr/>
          <p:nvPr userDrawn="1"/>
        </p:nvGrpSpPr>
        <p:grpSpPr>
          <a:xfrm>
            <a:off x="6231847" y="3522366"/>
            <a:ext cx="2141686" cy="2141686"/>
            <a:chOff x="6739684" y="1484266"/>
            <a:chExt cx="3889468" cy="3889468"/>
          </a:xfrm>
        </p:grpSpPr>
        <p:sp>
          <p:nvSpPr>
            <p:cNvPr id="79" name="Oval 78">
              <a:extLst>
                <a:ext uri="{FF2B5EF4-FFF2-40B4-BE49-F238E27FC236}">
                  <a16:creationId xmlns:a16="http://schemas.microsoft.com/office/drawing/2014/main" id="{18450753-5DFC-BADD-F912-C2AE22FE43DA}"/>
                </a:ext>
              </a:extLst>
            </p:cNvPr>
            <p:cNvSpPr>
              <a:spLocks/>
            </p:cNvSpPr>
            <p:nvPr/>
          </p:nvSpPr>
          <p:spPr>
            <a:xfrm>
              <a:off x="6739684" y="1484266"/>
              <a:ext cx="3889468" cy="3889468"/>
            </a:xfrm>
            <a:prstGeom prst="ellipse">
              <a:avLst/>
            </a:prstGeom>
            <a:solidFill>
              <a:schemeClr val="accent3">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80" name="Oval 79">
              <a:extLst>
                <a:ext uri="{FF2B5EF4-FFF2-40B4-BE49-F238E27FC236}">
                  <a16:creationId xmlns:a16="http://schemas.microsoft.com/office/drawing/2014/main" id="{474F314F-1C6D-0DF8-B35D-FD918115C7FC}"/>
                </a:ext>
              </a:extLst>
            </p:cNvPr>
            <p:cNvSpPr/>
            <p:nvPr/>
          </p:nvSpPr>
          <p:spPr>
            <a:xfrm flipV="1">
              <a:off x="7108410" y="1852992"/>
              <a:ext cx="3152006" cy="3152006"/>
            </a:xfrm>
            <a:prstGeom prst="ellipse">
              <a:avLst/>
            </a:prstGeom>
            <a:solidFill>
              <a:schemeClr val="bg1"/>
            </a:solid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1799">
                <a:solidFill>
                  <a:schemeClr val="lt1"/>
                </a:solidFill>
              </a:endParaRPr>
            </a:p>
          </p:txBody>
        </p:sp>
      </p:grpSp>
      <p:sp>
        <p:nvSpPr>
          <p:cNvPr id="84" name="page number">
            <a:extLst>
              <a:ext uri="{FF2B5EF4-FFF2-40B4-BE49-F238E27FC236}">
                <a16:creationId xmlns:a16="http://schemas.microsoft.com/office/drawing/2014/main" id="{EC157D86-03E9-43E1-3857-8F60F298D26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87" name="Content Placeholder 85">
            <a:extLst>
              <a:ext uri="{FF2B5EF4-FFF2-40B4-BE49-F238E27FC236}">
                <a16:creationId xmlns:a16="http://schemas.microsoft.com/office/drawing/2014/main" id="{CA3964CB-7FC7-3A4B-6A0C-B3F23E15A213}"/>
              </a:ext>
            </a:extLst>
          </p:cNvPr>
          <p:cNvSpPr>
            <a:spLocks noGrp="1"/>
          </p:cNvSpPr>
          <p:nvPr userDrawn="1">
            <p:ph sz="quarter" idx="12"/>
          </p:nvPr>
        </p:nvSpPr>
        <p:spPr>
          <a:xfrm>
            <a:off x="722611" y="1282655"/>
            <a:ext cx="2817812" cy="1782203"/>
          </a:xfrm>
        </p:spPr>
        <p:txBody>
          <a:bodyPr anchor="ctr"/>
          <a:lstStyle>
            <a:lvl1pPr algn="r">
              <a:defRPr/>
            </a:lvl1pPr>
            <a:lvl2pPr marL="273050" indent="0">
              <a:buNone/>
              <a:defRPr/>
            </a:lvl2pPr>
          </a:lstStyle>
          <a:p>
            <a:pPr lvl="0"/>
            <a:r>
              <a:rPr lang="en-GB"/>
              <a:t>Click to edit Master text styles</a:t>
            </a:r>
          </a:p>
        </p:txBody>
      </p:sp>
      <p:sp>
        <p:nvSpPr>
          <p:cNvPr id="90" name="Content Placeholder 85">
            <a:extLst>
              <a:ext uri="{FF2B5EF4-FFF2-40B4-BE49-F238E27FC236}">
                <a16:creationId xmlns:a16="http://schemas.microsoft.com/office/drawing/2014/main" id="{85D7AC42-E32C-5776-89C3-92892E6BE9C3}"/>
              </a:ext>
            </a:extLst>
          </p:cNvPr>
          <p:cNvSpPr>
            <a:spLocks noGrp="1"/>
          </p:cNvSpPr>
          <p:nvPr userDrawn="1">
            <p:ph sz="quarter" idx="13"/>
          </p:nvPr>
        </p:nvSpPr>
        <p:spPr>
          <a:xfrm>
            <a:off x="8648402" y="1282655"/>
            <a:ext cx="2817812" cy="1782203"/>
          </a:xfrm>
        </p:spPr>
        <p:txBody>
          <a:bodyPr anchor="ctr"/>
          <a:lstStyle>
            <a:lvl1pPr algn="l">
              <a:defRPr/>
            </a:lvl1pPr>
            <a:lvl2pPr marL="273050" indent="0">
              <a:buNone/>
              <a:defRPr/>
            </a:lvl2pPr>
          </a:lstStyle>
          <a:p>
            <a:pPr lvl="0"/>
            <a:r>
              <a:rPr lang="en-GB"/>
              <a:t>Click to edit Master text styles</a:t>
            </a:r>
          </a:p>
        </p:txBody>
      </p:sp>
      <p:sp>
        <p:nvSpPr>
          <p:cNvPr id="92" name="Content Placeholder 85">
            <a:extLst>
              <a:ext uri="{FF2B5EF4-FFF2-40B4-BE49-F238E27FC236}">
                <a16:creationId xmlns:a16="http://schemas.microsoft.com/office/drawing/2014/main" id="{40488B02-541B-4537-2C4B-1D28947B215E}"/>
              </a:ext>
            </a:extLst>
          </p:cNvPr>
          <p:cNvSpPr>
            <a:spLocks noGrp="1"/>
          </p:cNvSpPr>
          <p:nvPr userDrawn="1">
            <p:ph sz="quarter" idx="14"/>
          </p:nvPr>
        </p:nvSpPr>
        <p:spPr>
          <a:xfrm>
            <a:off x="722611" y="3702104"/>
            <a:ext cx="2817812" cy="1782203"/>
          </a:xfrm>
        </p:spPr>
        <p:txBody>
          <a:bodyPr anchor="ctr"/>
          <a:lstStyle>
            <a:lvl1pPr algn="r">
              <a:defRPr/>
            </a:lvl1pPr>
            <a:lvl2pPr marL="273050" indent="0">
              <a:buNone/>
              <a:defRPr/>
            </a:lvl2pPr>
          </a:lstStyle>
          <a:p>
            <a:pPr lvl="0"/>
            <a:r>
              <a:rPr lang="en-GB"/>
              <a:t>Click to edit Master text styles</a:t>
            </a:r>
          </a:p>
        </p:txBody>
      </p:sp>
      <p:sp>
        <p:nvSpPr>
          <p:cNvPr id="94" name="Content Placeholder 85">
            <a:extLst>
              <a:ext uri="{FF2B5EF4-FFF2-40B4-BE49-F238E27FC236}">
                <a16:creationId xmlns:a16="http://schemas.microsoft.com/office/drawing/2014/main" id="{CD0DF2F0-EE44-A3A5-ECA8-62C510C2EADC}"/>
              </a:ext>
            </a:extLst>
          </p:cNvPr>
          <p:cNvSpPr>
            <a:spLocks noGrp="1"/>
          </p:cNvSpPr>
          <p:nvPr userDrawn="1">
            <p:ph sz="quarter" idx="15"/>
          </p:nvPr>
        </p:nvSpPr>
        <p:spPr>
          <a:xfrm>
            <a:off x="8648402" y="3702104"/>
            <a:ext cx="2817812" cy="1782203"/>
          </a:xfrm>
        </p:spPr>
        <p:txBody>
          <a:bodyPr anchor="ctr"/>
          <a:lstStyle>
            <a:lvl1pPr algn="l">
              <a:defRPr/>
            </a:lvl1pPr>
            <a:lvl2pPr marL="273050" indent="0">
              <a:buNone/>
              <a:defRPr/>
            </a:lvl2pPr>
          </a:lstStyle>
          <a:p>
            <a:pPr lvl="0"/>
            <a:r>
              <a:rPr lang="en-GB"/>
              <a:t>Click to edit Master text styles</a:t>
            </a:r>
          </a:p>
        </p:txBody>
      </p:sp>
      <p:sp>
        <p:nvSpPr>
          <p:cNvPr id="2" name="Rectangle 1">
            <a:extLst>
              <a:ext uri="{FF2B5EF4-FFF2-40B4-BE49-F238E27FC236}">
                <a16:creationId xmlns:a16="http://schemas.microsoft.com/office/drawing/2014/main" id="{C0BA8351-BD18-88BA-D983-7A58F5A42D1F}"/>
              </a:ext>
            </a:extLst>
          </p:cNvPr>
          <p:cNvSpPr/>
          <p:nvPr userDrawn="1"/>
        </p:nvSpPr>
        <p:spPr>
          <a:xfrm>
            <a:off x="0" y="0"/>
            <a:ext cx="12188825" cy="25101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 name="Title 2">
            <a:extLst>
              <a:ext uri="{FF2B5EF4-FFF2-40B4-BE49-F238E27FC236}">
                <a16:creationId xmlns:a16="http://schemas.microsoft.com/office/drawing/2014/main" id="{58484C2C-6E71-EF07-0D67-E3D760DEB778}"/>
              </a:ext>
            </a:extLst>
          </p:cNvPr>
          <p:cNvSpPr>
            <a:spLocks noGrp="1"/>
          </p:cNvSpPr>
          <p:nvPr>
            <p:ph type="title" hasCustomPrompt="1"/>
          </p:nvPr>
        </p:nvSpPr>
        <p:spPr>
          <a:xfrm>
            <a:off x="579809" y="412751"/>
            <a:ext cx="11001004" cy="381000"/>
          </a:xfrm>
        </p:spPr>
        <p:txBody>
          <a:bodyPr/>
          <a:lstStyle>
            <a:lvl1pPr>
              <a:defRPr>
                <a:solidFill>
                  <a:schemeClr val="accent2"/>
                </a:solidFill>
              </a:defRPr>
            </a:lvl1pPr>
          </a:lstStyle>
          <a:p>
            <a:r>
              <a:rPr lang="en-US" dirty="0"/>
              <a:t>Four Icon Placeholders with Text Descriptions</a:t>
            </a:r>
          </a:p>
        </p:txBody>
      </p:sp>
      <p:sp>
        <p:nvSpPr>
          <p:cNvPr id="4" name="Subtitle 2">
            <a:extLst>
              <a:ext uri="{FF2B5EF4-FFF2-40B4-BE49-F238E27FC236}">
                <a16:creationId xmlns:a16="http://schemas.microsoft.com/office/drawing/2014/main" id="{6BC7C670-2D70-3D1C-3274-6573AF233FBE}"/>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5" name="Graphic 7">
            <a:extLst>
              <a:ext uri="{FF2B5EF4-FFF2-40B4-BE49-F238E27FC236}">
                <a16:creationId xmlns:a16="http://schemas.microsoft.com/office/drawing/2014/main" id="{1DF46188-4447-F286-547F-74CA535742A3}"/>
              </a:ext>
            </a:extLst>
          </p:cNvPr>
          <p:cNvSpPr/>
          <p:nvPr userDrawn="1"/>
        </p:nvSpPr>
        <p:spPr>
          <a:xfrm>
            <a:off x="0" y="0"/>
            <a:ext cx="12188825" cy="74871"/>
          </a:xfrm>
          <a:custGeom>
            <a:avLst/>
            <a:gdLst>
              <a:gd name="connsiteX0" fmla="*/ 0 w 12185715"/>
              <a:gd name="connsiteY0" fmla="*/ 0 h 74871"/>
              <a:gd name="connsiteX1" fmla="*/ 12185716 w 12185715"/>
              <a:gd name="connsiteY1" fmla="*/ 0 h 74871"/>
              <a:gd name="connsiteX2" fmla="*/ 12185716 w 12185715"/>
              <a:gd name="connsiteY2" fmla="*/ 74871 h 74871"/>
              <a:gd name="connsiteX3" fmla="*/ 0 w 12185715"/>
              <a:gd name="connsiteY3" fmla="*/ 74871 h 74871"/>
            </a:gdLst>
            <a:ahLst/>
            <a:cxnLst>
              <a:cxn ang="0">
                <a:pos x="connsiteX0" y="connsiteY0"/>
              </a:cxn>
              <a:cxn ang="0">
                <a:pos x="connsiteX1" y="connsiteY1"/>
              </a:cxn>
              <a:cxn ang="0">
                <a:pos x="connsiteX2" y="connsiteY2"/>
              </a:cxn>
              <a:cxn ang="0">
                <a:pos x="connsiteX3" y="connsiteY3"/>
              </a:cxn>
            </a:cxnLst>
            <a:rect l="l" t="t" r="r" b="b"/>
            <a:pathLst>
              <a:path w="12185715" h="74871">
                <a:moveTo>
                  <a:pt x="0" y="0"/>
                </a:moveTo>
                <a:lnTo>
                  <a:pt x="12185716" y="0"/>
                </a:lnTo>
                <a:lnTo>
                  <a:pt x="12185716" y="74871"/>
                </a:lnTo>
                <a:lnTo>
                  <a:pt x="0" y="74871"/>
                </a:lnTo>
                <a:close/>
              </a:path>
            </a:pathLst>
          </a:custGeom>
          <a:gradFill>
            <a:gsLst>
              <a:gs pos="0">
                <a:schemeClr val="accent4"/>
              </a:gs>
              <a:gs pos="25000">
                <a:schemeClr val="accent1"/>
              </a:gs>
              <a:gs pos="50000">
                <a:schemeClr val="accent3"/>
              </a:gs>
              <a:gs pos="75000">
                <a:schemeClr val="accent2"/>
              </a:gs>
              <a:gs pos="100000">
                <a:schemeClr val="accent5"/>
              </a:gs>
            </a:gsLst>
            <a:lin ang="0" scaled="1"/>
          </a:gradFill>
          <a:ln w="0" cap="flat">
            <a:noFill/>
            <a:prstDash val="solid"/>
            <a:miter/>
          </a:ln>
        </p:spPr>
        <p:txBody>
          <a:bodyPr rtlCol="0" anchor="ctr"/>
          <a:lstStyle/>
          <a:p>
            <a:endParaRPr lang="en-US" dirty="0"/>
          </a:p>
        </p:txBody>
      </p:sp>
    </p:spTree>
    <p:extLst>
      <p:ext uri="{BB962C8B-B14F-4D97-AF65-F5344CB8AC3E}">
        <p14:creationId xmlns:p14="http://schemas.microsoft.com/office/powerpoint/2010/main" val="670206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_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dirty="0"/>
              <a:t>Fancy Bullets x4</a:t>
            </a: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grpSp>
        <p:nvGrpSpPr>
          <p:cNvPr id="3" name="Google Shape;2146;p76">
            <a:extLst>
              <a:ext uri="{FF2B5EF4-FFF2-40B4-BE49-F238E27FC236}">
                <a16:creationId xmlns:a16="http://schemas.microsoft.com/office/drawing/2014/main" id="{DB542A2A-5D01-27D3-8356-AA35B740B55D}"/>
              </a:ext>
            </a:extLst>
          </p:cNvPr>
          <p:cNvGrpSpPr/>
          <p:nvPr userDrawn="1"/>
        </p:nvGrpSpPr>
        <p:grpSpPr>
          <a:xfrm>
            <a:off x="3341464" y="1670406"/>
            <a:ext cx="2637000" cy="4140781"/>
            <a:chOff x="3457646" y="1679491"/>
            <a:chExt cx="2637000" cy="4145261"/>
          </a:xfrm>
        </p:grpSpPr>
        <p:sp>
          <p:nvSpPr>
            <p:cNvPr id="4" name="Google Shape;2147;p76">
              <a:extLst>
                <a:ext uri="{FF2B5EF4-FFF2-40B4-BE49-F238E27FC236}">
                  <a16:creationId xmlns:a16="http://schemas.microsoft.com/office/drawing/2014/main" id="{00C4CC9C-0DB9-0580-368A-B68F6FE2F092}"/>
                </a:ext>
              </a:extLst>
            </p:cNvPr>
            <p:cNvSpPr/>
            <p:nvPr/>
          </p:nvSpPr>
          <p:spPr>
            <a:xfrm>
              <a:off x="3457646" y="2157252"/>
              <a:ext cx="2637000" cy="3667500"/>
            </a:xfrm>
            <a:prstGeom prst="roundRect">
              <a:avLst>
                <a:gd name="adj" fmla="val 3603"/>
              </a:avLst>
            </a:prstGeom>
            <a:gradFill>
              <a:gsLst>
                <a:gs pos="0">
                  <a:srgbClr val="FFFFFF">
                    <a:alpha val="0"/>
                  </a:srgbClr>
                </a:gs>
                <a:gs pos="14000">
                  <a:srgbClr val="FFFFFF">
                    <a:alpha val="0"/>
                  </a:srgbClr>
                </a:gs>
                <a:gs pos="100000">
                  <a:schemeClr val="lt1"/>
                </a:gs>
              </a:gsLst>
              <a:lin ang="16200038" scaled="0"/>
            </a:gradFill>
            <a:ln w="19050" cap="flat" cmpd="sng">
              <a:solidFill>
                <a:srgbClr val="0092C0">
                  <a:alpha val="49019"/>
                </a:srgbClr>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8"/>
                <a:buFont typeface="Arial"/>
                <a:buNone/>
              </a:pPr>
              <a:endParaRPr sz="1798" b="0" i="0" u="none" strike="noStrike" cap="none">
                <a:solidFill>
                  <a:srgbClr val="000001"/>
                </a:solidFill>
                <a:latin typeface="Arial"/>
                <a:ea typeface="Arial"/>
                <a:cs typeface="Arial"/>
                <a:sym typeface="Arial"/>
              </a:endParaRPr>
            </a:p>
          </p:txBody>
        </p:sp>
        <p:sp>
          <p:nvSpPr>
            <p:cNvPr id="7" name="Google Shape;2148;p76">
              <a:extLst>
                <a:ext uri="{FF2B5EF4-FFF2-40B4-BE49-F238E27FC236}">
                  <a16:creationId xmlns:a16="http://schemas.microsoft.com/office/drawing/2014/main" id="{FF536106-29B6-58D9-DB89-91F16472FCA5}"/>
                </a:ext>
              </a:extLst>
            </p:cNvPr>
            <p:cNvSpPr txBox="1"/>
            <p:nvPr/>
          </p:nvSpPr>
          <p:spPr>
            <a:xfrm>
              <a:off x="3724536" y="2821401"/>
              <a:ext cx="2163300" cy="21567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98C7"/>
                  </a:solidFill>
                  <a:latin typeface="Arial"/>
                  <a:ea typeface="Arial"/>
                  <a:cs typeface="Arial"/>
                  <a:sym typeface="Arial"/>
                </a:rPr>
                <a:t>Title</a:t>
              </a:r>
              <a:endParaRPr sz="1400" b="0" i="0" u="none" strike="noStrike" cap="none" dirty="0">
                <a:solidFill>
                  <a:srgbClr val="000000"/>
                </a:solidFill>
                <a:latin typeface="Arial"/>
                <a:ea typeface="Arial"/>
                <a:cs typeface="Arial"/>
                <a:sym typeface="Arial"/>
              </a:endParaRPr>
            </a:p>
          </p:txBody>
        </p:sp>
        <p:sp>
          <p:nvSpPr>
            <p:cNvPr id="8" name="Google Shape;2149;p76">
              <a:extLst>
                <a:ext uri="{FF2B5EF4-FFF2-40B4-BE49-F238E27FC236}">
                  <a16:creationId xmlns:a16="http://schemas.microsoft.com/office/drawing/2014/main" id="{999D63A6-02C8-83AB-FC72-C583FB6D4A47}"/>
                </a:ext>
              </a:extLst>
            </p:cNvPr>
            <p:cNvSpPr txBox="1"/>
            <p:nvPr/>
          </p:nvSpPr>
          <p:spPr>
            <a:xfrm>
              <a:off x="3722228" y="3606272"/>
              <a:ext cx="2001600" cy="11076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1"/>
                  </a:solidFill>
                  <a:latin typeface="Arial"/>
                  <a:ea typeface="Arial"/>
                  <a:cs typeface="Arial"/>
                  <a:sym typeface="Arial"/>
                </a:rPr>
                <a:t>Text</a:t>
              </a:r>
              <a:endParaRPr sz="1600" b="0" i="0" u="none" strike="noStrike" cap="none" dirty="0">
                <a:solidFill>
                  <a:srgbClr val="1B1D36"/>
                </a:solidFill>
                <a:latin typeface="Arial"/>
                <a:ea typeface="Arial"/>
                <a:cs typeface="Arial"/>
                <a:sym typeface="Arial"/>
              </a:endParaRPr>
            </a:p>
          </p:txBody>
        </p:sp>
        <p:sp>
          <p:nvSpPr>
            <p:cNvPr id="10" name="Google Shape;2150;p76">
              <a:extLst>
                <a:ext uri="{FF2B5EF4-FFF2-40B4-BE49-F238E27FC236}">
                  <a16:creationId xmlns:a16="http://schemas.microsoft.com/office/drawing/2014/main" id="{7DCA53AF-4404-4C7C-B4C5-1B9EC35E1D29}"/>
                </a:ext>
              </a:extLst>
            </p:cNvPr>
            <p:cNvSpPr/>
            <p:nvPr/>
          </p:nvSpPr>
          <p:spPr>
            <a:xfrm>
              <a:off x="4318748" y="1679491"/>
              <a:ext cx="915000" cy="915000"/>
            </a:xfrm>
            <a:prstGeom prst="ellipse">
              <a:avLst/>
            </a:prstGeom>
            <a:gradFill>
              <a:gsLst>
                <a:gs pos="0">
                  <a:schemeClr val="accent2"/>
                </a:gs>
                <a:gs pos="46000">
                  <a:schemeClr val="accent2"/>
                </a:gs>
                <a:gs pos="88000">
                  <a:schemeClr val="accent3"/>
                </a:gs>
                <a:gs pos="100000">
                  <a:schemeClr val="accent3"/>
                </a:gs>
              </a:gsLst>
              <a:lin ang="18900044" scaled="0"/>
            </a:gradFill>
            <a:ln w="9525" cap="flat" cmpd="sng">
              <a:solidFill>
                <a:srgbClr val="BFEFFF"/>
              </a:solidFill>
              <a:prstDash val="solid"/>
              <a:round/>
              <a:headEnd type="none" w="sm" len="sm"/>
              <a:tailEnd type="none" w="sm" len="sm"/>
            </a:ln>
            <a:effectLst>
              <a:outerShdw sx="120000" sy="120000" algn="ctr" rotWithShape="0">
                <a:srgbClr val="0098C7">
                  <a:alpha val="20000"/>
                </a:srgbClr>
              </a:outerShdw>
            </a:effectLst>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grpSp>
        <p:nvGrpSpPr>
          <p:cNvPr id="12" name="Google Shape;2152;p76">
            <a:extLst>
              <a:ext uri="{FF2B5EF4-FFF2-40B4-BE49-F238E27FC236}">
                <a16:creationId xmlns:a16="http://schemas.microsoft.com/office/drawing/2014/main" id="{E758ECC9-F576-8290-3529-BF17369BABD6}"/>
              </a:ext>
            </a:extLst>
          </p:cNvPr>
          <p:cNvGrpSpPr/>
          <p:nvPr userDrawn="1"/>
        </p:nvGrpSpPr>
        <p:grpSpPr>
          <a:xfrm>
            <a:off x="571019" y="1670406"/>
            <a:ext cx="2637000" cy="4140781"/>
            <a:chOff x="6208030" y="1686426"/>
            <a:chExt cx="2637000" cy="4140781"/>
          </a:xfrm>
        </p:grpSpPr>
        <p:sp>
          <p:nvSpPr>
            <p:cNvPr id="13" name="Google Shape;2153;p76">
              <a:extLst>
                <a:ext uri="{FF2B5EF4-FFF2-40B4-BE49-F238E27FC236}">
                  <a16:creationId xmlns:a16="http://schemas.microsoft.com/office/drawing/2014/main" id="{467F97C6-0545-BD3A-5B5E-9090955F460F}"/>
                </a:ext>
              </a:extLst>
            </p:cNvPr>
            <p:cNvSpPr/>
            <p:nvPr/>
          </p:nvSpPr>
          <p:spPr>
            <a:xfrm>
              <a:off x="6208030" y="2159707"/>
              <a:ext cx="2637000" cy="3667500"/>
            </a:xfrm>
            <a:prstGeom prst="roundRect">
              <a:avLst>
                <a:gd name="adj" fmla="val 3603"/>
              </a:avLst>
            </a:prstGeom>
            <a:gradFill>
              <a:gsLst>
                <a:gs pos="0">
                  <a:srgbClr val="FFFFFF">
                    <a:alpha val="0"/>
                  </a:srgbClr>
                </a:gs>
                <a:gs pos="14000">
                  <a:srgbClr val="FFFFFF">
                    <a:alpha val="0"/>
                  </a:srgbClr>
                </a:gs>
                <a:gs pos="100000">
                  <a:schemeClr val="lt1"/>
                </a:gs>
              </a:gsLst>
              <a:lin ang="16200038" scaled="0"/>
            </a:gradFill>
            <a:ln w="19050" cap="flat" cmpd="sng">
              <a:solidFill>
                <a:schemeClr val="accent2">
                  <a:alpha val="49019"/>
                </a:schemeClr>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8"/>
                <a:buFont typeface="Arial"/>
                <a:buNone/>
              </a:pPr>
              <a:endParaRPr sz="1798" b="0" i="0" u="none" strike="noStrike" cap="none">
                <a:solidFill>
                  <a:srgbClr val="000001"/>
                </a:solidFill>
                <a:latin typeface="Arial"/>
                <a:ea typeface="Arial"/>
                <a:cs typeface="Arial"/>
                <a:sym typeface="Arial"/>
              </a:endParaRPr>
            </a:p>
          </p:txBody>
        </p:sp>
        <p:sp>
          <p:nvSpPr>
            <p:cNvPr id="14" name="Google Shape;2154;p76">
              <a:extLst>
                <a:ext uri="{FF2B5EF4-FFF2-40B4-BE49-F238E27FC236}">
                  <a16:creationId xmlns:a16="http://schemas.microsoft.com/office/drawing/2014/main" id="{EFF675A1-E1A1-59A2-A9FE-C1432F2EC22B}"/>
                </a:ext>
              </a:extLst>
            </p:cNvPr>
            <p:cNvSpPr txBox="1"/>
            <p:nvPr/>
          </p:nvSpPr>
          <p:spPr>
            <a:xfrm>
              <a:off x="6699457" y="2821401"/>
              <a:ext cx="1654200" cy="200055"/>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dirty="0">
                  <a:solidFill>
                    <a:srgbClr val="005C8A"/>
                  </a:solidFill>
                  <a:latin typeface="Arial"/>
                  <a:ea typeface="Arial"/>
                  <a:cs typeface="Arial"/>
                  <a:sym typeface="Arial"/>
                </a:rPr>
                <a:t>Title</a:t>
              </a:r>
              <a:endParaRPr sz="1300" b="0" i="0" u="none" strike="noStrike" cap="none" dirty="0">
                <a:solidFill>
                  <a:srgbClr val="000000"/>
                </a:solidFill>
                <a:latin typeface="Arial"/>
                <a:ea typeface="Arial"/>
                <a:cs typeface="Arial"/>
                <a:sym typeface="Arial"/>
              </a:endParaRPr>
            </a:p>
          </p:txBody>
        </p:sp>
        <p:sp>
          <p:nvSpPr>
            <p:cNvPr id="15" name="Google Shape;2155;p76">
              <a:extLst>
                <a:ext uri="{FF2B5EF4-FFF2-40B4-BE49-F238E27FC236}">
                  <a16:creationId xmlns:a16="http://schemas.microsoft.com/office/drawing/2014/main" id="{3BD16E37-E61B-9A7D-5A4B-CCD2EFE936B8}"/>
                </a:ext>
              </a:extLst>
            </p:cNvPr>
            <p:cNvSpPr txBox="1"/>
            <p:nvPr/>
          </p:nvSpPr>
          <p:spPr>
            <a:xfrm>
              <a:off x="6525766" y="3606272"/>
              <a:ext cx="2001600"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1"/>
                  </a:solidFill>
                  <a:latin typeface="Arial"/>
                  <a:ea typeface="Arial"/>
                  <a:cs typeface="Arial"/>
                  <a:sym typeface="Arial"/>
                </a:rPr>
                <a:t>Text</a:t>
              </a:r>
              <a:endParaRPr sz="1200" b="0" i="0" u="none" strike="noStrike" cap="none" dirty="0">
                <a:solidFill>
                  <a:srgbClr val="000001"/>
                </a:solidFill>
                <a:latin typeface="Arial"/>
                <a:ea typeface="Arial"/>
                <a:cs typeface="Arial"/>
                <a:sym typeface="Arial"/>
              </a:endParaRPr>
            </a:p>
          </p:txBody>
        </p:sp>
        <p:sp>
          <p:nvSpPr>
            <p:cNvPr id="16" name="Google Shape;2156;p76">
              <a:extLst>
                <a:ext uri="{FF2B5EF4-FFF2-40B4-BE49-F238E27FC236}">
                  <a16:creationId xmlns:a16="http://schemas.microsoft.com/office/drawing/2014/main" id="{F08FE53B-849F-BB33-36DF-78FB5E37ED39}"/>
                </a:ext>
              </a:extLst>
            </p:cNvPr>
            <p:cNvSpPr/>
            <p:nvPr/>
          </p:nvSpPr>
          <p:spPr>
            <a:xfrm>
              <a:off x="7069132" y="1686426"/>
              <a:ext cx="915000" cy="915000"/>
            </a:xfrm>
            <a:prstGeom prst="ellipse">
              <a:avLst/>
            </a:prstGeom>
            <a:gradFill>
              <a:gsLst>
                <a:gs pos="0">
                  <a:srgbClr val="002D42"/>
                </a:gs>
                <a:gs pos="61000">
                  <a:schemeClr val="accent2"/>
                </a:gs>
                <a:gs pos="100000">
                  <a:schemeClr val="accent2"/>
                </a:gs>
              </a:gsLst>
              <a:lin ang="18900044" scaled="0"/>
            </a:gradFill>
            <a:ln w="9525" cap="flat" cmpd="sng">
              <a:solidFill>
                <a:srgbClr val="BFEFFF"/>
              </a:solidFill>
              <a:prstDash val="solid"/>
              <a:round/>
              <a:headEnd type="none" w="sm" len="sm"/>
              <a:tailEnd type="none" w="sm" len="sm"/>
            </a:ln>
            <a:effectLst>
              <a:outerShdw sx="120000" sy="120000" algn="ctr" rotWithShape="0">
                <a:srgbClr val="0098C7">
                  <a:alpha val="20000"/>
                </a:srgbClr>
              </a:outerShdw>
            </a:effectLst>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grpSp>
        <p:nvGrpSpPr>
          <p:cNvPr id="18" name="Google Shape;2158;p76">
            <a:extLst>
              <a:ext uri="{FF2B5EF4-FFF2-40B4-BE49-F238E27FC236}">
                <a16:creationId xmlns:a16="http://schemas.microsoft.com/office/drawing/2014/main" id="{AB7E9528-C34D-CCF0-8BB7-C285CA7201DE}"/>
              </a:ext>
            </a:extLst>
          </p:cNvPr>
          <p:cNvGrpSpPr/>
          <p:nvPr userDrawn="1"/>
        </p:nvGrpSpPr>
        <p:grpSpPr>
          <a:xfrm>
            <a:off x="6102162" y="1678626"/>
            <a:ext cx="2638833" cy="4132598"/>
            <a:chOff x="603312" y="1684116"/>
            <a:chExt cx="2638833" cy="4132598"/>
          </a:xfrm>
        </p:grpSpPr>
        <p:sp>
          <p:nvSpPr>
            <p:cNvPr id="19" name="Google Shape;2159;p76">
              <a:extLst>
                <a:ext uri="{FF2B5EF4-FFF2-40B4-BE49-F238E27FC236}">
                  <a16:creationId xmlns:a16="http://schemas.microsoft.com/office/drawing/2014/main" id="{6458F033-454D-A399-28D8-889423F15446}"/>
                </a:ext>
              </a:extLst>
            </p:cNvPr>
            <p:cNvSpPr/>
            <p:nvPr/>
          </p:nvSpPr>
          <p:spPr>
            <a:xfrm>
              <a:off x="603312" y="2150925"/>
              <a:ext cx="2638833" cy="3665789"/>
            </a:xfrm>
            <a:prstGeom prst="roundRect">
              <a:avLst>
                <a:gd name="adj" fmla="val 4171"/>
              </a:avLst>
            </a:prstGeom>
            <a:gradFill>
              <a:gsLst>
                <a:gs pos="0">
                  <a:srgbClr val="FFFFFF">
                    <a:alpha val="0"/>
                  </a:srgbClr>
                </a:gs>
                <a:gs pos="14000">
                  <a:srgbClr val="FFFFFF">
                    <a:alpha val="0"/>
                  </a:srgbClr>
                </a:gs>
                <a:gs pos="100000">
                  <a:schemeClr val="lt1"/>
                </a:gs>
              </a:gsLst>
              <a:lin ang="16200000" scaled="0"/>
            </a:gradFill>
            <a:ln w="19050" cap="flat" cmpd="sng">
              <a:solidFill>
                <a:schemeClr val="accent5">
                  <a:alpha val="49411"/>
                </a:schemeClr>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8"/>
                <a:buFont typeface="Arial"/>
                <a:buNone/>
              </a:pPr>
              <a:endParaRPr sz="1798" b="0" i="0" u="none" strike="noStrike" cap="none">
                <a:solidFill>
                  <a:srgbClr val="000001"/>
                </a:solidFill>
                <a:latin typeface="Arial"/>
                <a:ea typeface="Arial"/>
                <a:cs typeface="Arial"/>
                <a:sym typeface="Arial"/>
              </a:endParaRPr>
            </a:p>
          </p:txBody>
        </p:sp>
        <p:sp>
          <p:nvSpPr>
            <p:cNvPr id="20" name="Google Shape;2160;p76">
              <a:extLst>
                <a:ext uri="{FF2B5EF4-FFF2-40B4-BE49-F238E27FC236}">
                  <a16:creationId xmlns:a16="http://schemas.microsoft.com/office/drawing/2014/main" id="{970F25F9-7577-6297-0937-ADD651F666E3}"/>
                </a:ext>
              </a:extLst>
            </p:cNvPr>
            <p:cNvSpPr txBox="1"/>
            <p:nvPr/>
          </p:nvSpPr>
          <p:spPr>
            <a:xfrm>
              <a:off x="757026" y="2836401"/>
              <a:ext cx="2405282" cy="21544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IE" sz="1400" b="0" i="0" u="none" strike="noStrike" cap="none" dirty="0">
                  <a:solidFill>
                    <a:srgbClr val="6C4B94"/>
                  </a:solidFill>
                  <a:latin typeface="Arial"/>
                  <a:ea typeface="Arial"/>
                  <a:cs typeface="Arial"/>
                  <a:sym typeface="Arial"/>
                </a:rPr>
                <a:t>Title</a:t>
              </a:r>
              <a:endParaRPr sz="1400" b="0" i="0" u="none" strike="noStrike" cap="none" dirty="0">
                <a:solidFill>
                  <a:srgbClr val="000000"/>
                </a:solidFill>
                <a:latin typeface="Arial"/>
                <a:ea typeface="Arial"/>
                <a:cs typeface="Arial"/>
                <a:sym typeface="Arial"/>
              </a:endParaRPr>
            </a:p>
          </p:txBody>
        </p:sp>
        <p:sp>
          <p:nvSpPr>
            <p:cNvPr id="21" name="Google Shape;2161;p76">
              <a:extLst>
                <a:ext uri="{FF2B5EF4-FFF2-40B4-BE49-F238E27FC236}">
                  <a16:creationId xmlns:a16="http://schemas.microsoft.com/office/drawing/2014/main" id="{5CA88AFD-0E7F-1C69-E61A-BE8B37AB52D2}"/>
                </a:ext>
              </a:extLst>
            </p:cNvPr>
            <p:cNvSpPr txBox="1"/>
            <p:nvPr/>
          </p:nvSpPr>
          <p:spPr>
            <a:xfrm>
              <a:off x="757026" y="3624917"/>
              <a:ext cx="2344622" cy="18466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200" b="0" i="0" u="none" strike="noStrike" cap="none" dirty="0">
                  <a:solidFill>
                    <a:srgbClr val="000001"/>
                  </a:solidFill>
                  <a:latin typeface="Arial"/>
                  <a:ea typeface="Arial"/>
                  <a:cs typeface="Arial"/>
                  <a:sym typeface="Arial"/>
                </a:rPr>
                <a:t>Text</a:t>
              </a:r>
              <a:endParaRPr sz="1200" b="0" i="0" u="none" strike="noStrike" cap="none" dirty="0">
                <a:solidFill>
                  <a:srgbClr val="1B1D36"/>
                </a:solidFill>
                <a:latin typeface="Arial"/>
                <a:ea typeface="Arial"/>
                <a:cs typeface="Arial"/>
                <a:sym typeface="Arial"/>
              </a:endParaRPr>
            </a:p>
          </p:txBody>
        </p:sp>
        <p:sp>
          <p:nvSpPr>
            <p:cNvPr id="23" name="Google Shape;2163;p76">
              <a:extLst>
                <a:ext uri="{FF2B5EF4-FFF2-40B4-BE49-F238E27FC236}">
                  <a16:creationId xmlns:a16="http://schemas.microsoft.com/office/drawing/2014/main" id="{DBA775C2-1CF7-37CD-44DF-4C65CE57B722}"/>
                </a:ext>
              </a:extLst>
            </p:cNvPr>
            <p:cNvSpPr/>
            <p:nvPr/>
          </p:nvSpPr>
          <p:spPr>
            <a:xfrm>
              <a:off x="1428262" y="1684116"/>
              <a:ext cx="914855" cy="914854"/>
            </a:xfrm>
            <a:prstGeom prst="ellipse">
              <a:avLst/>
            </a:prstGeom>
            <a:gradFill>
              <a:gsLst>
                <a:gs pos="0">
                  <a:srgbClr val="3D5290"/>
                </a:gs>
                <a:gs pos="18000">
                  <a:srgbClr val="3D5290"/>
                </a:gs>
                <a:gs pos="100000">
                  <a:schemeClr val="accent5"/>
                </a:gs>
              </a:gsLst>
              <a:lin ang="18900000" scaled="0"/>
            </a:gradFill>
            <a:ln>
              <a:noFill/>
            </a:ln>
            <a:effectLst>
              <a:outerShdw sx="120000" sy="120000" algn="ctr" rotWithShape="0">
                <a:srgbClr val="6C4B94">
                  <a:alpha val="21960"/>
                </a:srgbClr>
              </a:outerShdw>
            </a:effectLst>
          </p:spPr>
          <p:txBody>
            <a:bodyPr spcFirstLastPara="1" wrap="square" lIns="91325" tIns="45650" rIns="9132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grpSp>
      <p:grpSp>
        <p:nvGrpSpPr>
          <p:cNvPr id="25" name="Google Shape;2165;p76">
            <a:extLst>
              <a:ext uri="{FF2B5EF4-FFF2-40B4-BE49-F238E27FC236}">
                <a16:creationId xmlns:a16="http://schemas.microsoft.com/office/drawing/2014/main" id="{259191EF-A71B-61C2-638B-B4611303D9C0}"/>
              </a:ext>
            </a:extLst>
          </p:cNvPr>
          <p:cNvGrpSpPr/>
          <p:nvPr userDrawn="1"/>
        </p:nvGrpSpPr>
        <p:grpSpPr>
          <a:xfrm>
            <a:off x="8864693" y="1665963"/>
            <a:ext cx="2637000" cy="4145261"/>
            <a:chOff x="3362362" y="1679491"/>
            <a:chExt cx="2637000" cy="4145261"/>
          </a:xfrm>
        </p:grpSpPr>
        <p:sp>
          <p:nvSpPr>
            <p:cNvPr id="26" name="Google Shape;2166;p76">
              <a:extLst>
                <a:ext uri="{FF2B5EF4-FFF2-40B4-BE49-F238E27FC236}">
                  <a16:creationId xmlns:a16="http://schemas.microsoft.com/office/drawing/2014/main" id="{8B22FE0F-6B04-94CE-7EDD-687321774A2D}"/>
                </a:ext>
              </a:extLst>
            </p:cNvPr>
            <p:cNvSpPr/>
            <p:nvPr/>
          </p:nvSpPr>
          <p:spPr>
            <a:xfrm>
              <a:off x="3362362" y="2157252"/>
              <a:ext cx="2637000" cy="3667500"/>
            </a:xfrm>
            <a:prstGeom prst="roundRect">
              <a:avLst>
                <a:gd name="adj" fmla="val 3603"/>
              </a:avLst>
            </a:prstGeom>
            <a:gradFill>
              <a:gsLst>
                <a:gs pos="0">
                  <a:srgbClr val="FFFFFF">
                    <a:alpha val="0"/>
                  </a:srgbClr>
                </a:gs>
                <a:gs pos="14000">
                  <a:srgbClr val="FFFFFF">
                    <a:alpha val="0"/>
                  </a:srgbClr>
                </a:gs>
                <a:gs pos="100000">
                  <a:schemeClr val="lt1"/>
                </a:gs>
              </a:gsLst>
              <a:lin ang="16200038" scaled="0"/>
            </a:gradFill>
            <a:ln w="19050" cap="flat" cmpd="sng">
              <a:solidFill>
                <a:srgbClr val="0092C0">
                  <a:alpha val="49019"/>
                </a:srgbClr>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798"/>
                <a:buFont typeface="Arial"/>
                <a:buNone/>
              </a:pPr>
              <a:endParaRPr sz="1798" b="0" i="0" u="none" strike="noStrike" cap="none">
                <a:solidFill>
                  <a:srgbClr val="000001"/>
                </a:solidFill>
                <a:latin typeface="Arial"/>
                <a:ea typeface="Arial"/>
                <a:cs typeface="Arial"/>
                <a:sym typeface="Arial"/>
              </a:endParaRPr>
            </a:p>
          </p:txBody>
        </p:sp>
        <p:sp>
          <p:nvSpPr>
            <p:cNvPr id="27" name="Google Shape;2167;p76">
              <a:extLst>
                <a:ext uri="{FF2B5EF4-FFF2-40B4-BE49-F238E27FC236}">
                  <a16:creationId xmlns:a16="http://schemas.microsoft.com/office/drawing/2014/main" id="{0024F17D-ADDF-2640-F21F-12AB8740FB4C}"/>
                </a:ext>
              </a:extLst>
            </p:cNvPr>
            <p:cNvSpPr txBox="1"/>
            <p:nvPr/>
          </p:nvSpPr>
          <p:spPr>
            <a:xfrm>
              <a:off x="3629252" y="2821401"/>
              <a:ext cx="2163300" cy="21544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0098C7"/>
                  </a:solidFill>
                  <a:latin typeface="Arial"/>
                  <a:ea typeface="Arial"/>
                  <a:cs typeface="Arial"/>
                  <a:sym typeface="Arial"/>
                </a:rPr>
                <a:t>Title</a:t>
              </a:r>
              <a:endParaRPr sz="1400" b="0" i="0" u="none" strike="noStrike" cap="none" dirty="0">
                <a:solidFill>
                  <a:srgbClr val="000000"/>
                </a:solidFill>
                <a:latin typeface="Arial"/>
                <a:ea typeface="Arial"/>
                <a:cs typeface="Arial"/>
                <a:sym typeface="Arial"/>
              </a:endParaRPr>
            </a:p>
          </p:txBody>
        </p:sp>
        <p:sp>
          <p:nvSpPr>
            <p:cNvPr id="28" name="Google Shape;2168;p76">
              <a:extLst>
                <a:ext uri="{FF2B5EF4-FFF2-40B4-BE49-F238E27FC236}">
                  <a16:creationId xmlns:a16="http://schemas.microsoft.com/office/drawing/2014/main" id="{353406FF-C4A9-9E9E-E755-7811387A484B}"/>
                </a:ext>
              </a:extLst>
            </p:cNvPr>
            <p:cNvSpPr/>
            <p:nvPr/>
          </p:nvSpPr>
          <p:spPr>
            <a:xfrm>
              <a:off x="4223464" y="1679491"/>
              <a:ext cx="915000" cy="915000"/>
            </a:xfrm>
            <a:prstGeom prst="ellipse">
              <a:avLst/>
            </a:prstGeom>
            <a:gradFill>
              <a:gsLst>
                <a:gs pos="0">
                  <a:schemeClr val="accent2"/>
                </a:gs>
                <a:gs pos="46000">
                  <a:schemeClr val="accent2"/>
                </a:gs>
                <a:gs pos="88000">
                  <a:schemeClr val="accent3"/>
                </a:gs>
                <a:gs pos="100000">
                  <a:schemeClr val="accent3"/>
                </a:gs>
              </a:gsLst>
              <a:lin ang="18900044" scaled="0"/>
            </a:gradFill>
            <a:ln w="9525" cap="flat" cmpd="sng">
              <a:solidFill>
                <a:srgbClr val="BFEFFF"/>
              </a:solidFill>
              <a:prstDash val="solid"/>
              <a:round/>
              <a:headEnd type="none" w="sm" len="sm"/>
              <a:tailEnd type="none" w="sm" len="sm"/>
            </a:ln>
            <a:effectLst>
              <a:outerShdw sx="120000" sy="120000" algn="ctr" rotWithShape="0">
                <a:srgbClr val="0098C7">
                  <a:alpha val="20000"/>
                </a:srgbClr>
              </a:outerShdw>
            </a:effectLst>
          </p:spPr>
          <p:txBody>
            <a:bodyPr spcFirstLastPara="1" wrap="square" lIns="91275" tIns="45625" rIns="91275" bIns="4562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29" name="Google Shape;2169;p76">
              <a:extLst>
                <a:ext uri="{FF2B5EF4-FFF2-40B4-BE49-F238E27FC236}">
                  <a16:creationId xmlns:a16="http://schemas.microsoft.com/office/drawing/2014/main" id="{0E35CFAD-C710-58C5-87A0-30A8E69C5E39}"/>
                </a:ext>
              </a:extLst>
            </p:cNvPr>
            <p:cNvSpPr txBox="1"/>
            <p:nvPr/>
          </p:nvSpPr>
          <p:spPr>
            <a:xfrm>
              <a:off x="3626944" y="3624917"/>
              <a:ext cx="2001600" cy="74530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000001"/>
                  </a:solidFill>
                  <a:latin typeface="Arial"/>
                  <a:ea typeface="Arial"/>
                  <a:cs typeface="Arial"/>
                  <a:sym typeface="Arial"/>
                </a:rPr>
                <a:t>Text</a:t>
              </a:r>
              <a:endParaRPr sz="1600" b="0" i="0" u="none" strike="noStrike" cap="none" dirty="0">
                <a:solidFill>
                  <a:srgbClr val="1B1D36"/>
                </a:solidFill>
                <a:latin typeface="Arial"/>
                <a:ea typeface="Arial"/>
                <a:cs typeface="Arial"/>
                <a:sym typeface="Arial"/>
              </a:endParaRPr>
            </a:p>
          </p:txBody>
        </p:sp>
        <p:sp>
          <p:nvSpPr>
            <p:cNvPr id="30" name="Google Shape;2170;p76" descr="llama-cpp-python · PyPI">
              <a:extLst>
                <a:ext uri="{FF2B5EF4-FFF2-40B4-BE49-F238E27FC236}">
                  <a16:creationId xmlns:a16="http://schemas.microsoft.com/office/drawing/2014/main" id="{782073ED-927B-A8AF-00B6-F491F39882E8}"/>
                </a:ext>
              </a:extLst>
            </p:cNvPr>
            <p:cNvSpPr/>
            <p:nvPr/>
          </p:nvSpPr>
          <p:spPr>
            <a:xfrm>
              <a:off x="4558502" y="2254247"/>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3" name="Text Placeholder 3">
            <a:extLst>
              <a:ext uri="{FF2B5EF4-FFF2-40B4-BE49-F238E27FC236}">
                <a16:creationId xmlns:a16="http://schemas.microsoft.com/office/drawing/2014/main" id="{27F885E1-15A6-9FC2-C9DC-3966D1EF70C3}"/>
              </a:ext>
            </a:extLst>
          </p:cNvPr>
          <p:cNvSpPr>
            <a:spLocks noGrp="1" noChangeAspect="1"/>
          </p:cNvSpPr>
          <p:nvPr>
            <p:ph type="body" sz="quarter" idx="21" hasCustomPrompt="1"/>
          </p:nvPr>
        </p:nvSpPr>
        <p:spPr>
          <a:xfrm>
            <a:off x="1488667" y="1827833"/>
            <a:ext cx="801703" cy="631708"/>
          </a:xfrm>
        </p:spPr>
        <p:txBody>
          <a:bodyPr anchor="ctr" anchorCtr="0"/>
          <a:lstStyle>
            <a:lvl1pPr algn="ctr">
              <a:lnSpc>
                <a:spcPct val="100000"/>
              </a:lnSpc>
              <a:spcBef>
                <a:spcPts val="600"/>
              </a:spcBef>
              <a:defRPr sz="14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
        <p:nvSpPr>
          <p:cNvPr id="34" name="Text Placeholder 3">
            <a:extLst>
              <a:ext uri="{FF2B5EF4-FFF2-40B4-BE49-F238E27FC236}">
                <a16:creationId xmlns:a16="http://schemas.microsoft.com/office/drawing/2014/main" id="{20B3C237-68CE-0B22-89FB-D21D97285220}"/>
              </a:ext>
            </a:extLst>
          </p:cNvPr>
          <p:cNvSpPr>
            <a:spLocks noGrp="1" noChangeAspect="1"/>
          </p:cNvSpPr>
          <p:nvPr>
            <p:ph type="body" sz="quarter" idx="22" hasCustomPrompt="1"/>
          </p:nvPr>
        </p:nvSpPr>
        <p:spPr>
          <a:xfrm>
            <a:off x="4259112" y="1807609"/>
            <a:ext cx="801703" cy="631708"/>
          </a:xfrm>
        </p:spPr>
        <p:txBody>
          <a:bodyPr anchor="ctr" anchorCtr="0"/>
          <a:lstStyle>
            <a:lvl1pPr algn="ctr">
              <a:lnSpc>
                <a:spcPct val="100000"/>
              </a:lnSpc>
              <a:spcBef>
                <a:spcPts val="600"/>
              </a:spcBef>
              <a:defRPr sz="14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
        <p:nvSpPr>
          <p:cNvPr id="35" name="Text Placeholder 3">
            <a:extLst>
              <a:ext uri="{FF2B5EF4-FFF2-40B4-BE49-F238E27FC236}">
                <a16:creationId xmlns:a16="http://schemas.microsoft.com/office/drawing/2014/main" id="{99F330C6-1ECB-CEA7-35EE-BA7B113979E6}"/>
              </a:ext>
            </a:extLst>
          </p:cNvPr>
          <p:cNvSpPr>
            <a:spLocks noGrp="1" noChangeAspect="1"/>
          </p:cNvSpPr>
          <p:nvPr>
            <p:ph type="body" sz="quarter" idx="23" hasCustomPrompt="1"/>
          </p:nvPr>
        </p:nvSpPr>
        <p:spPr>
          <a:xfrm>
            <a:off x="6983687" y="1820199"/>
            <a:ext cx="801703" cy="631708"/>
          </a:xfrm>
        </p:spPr>
        <p:txBody>
          <a:bodyPr anchor="ctr" anchorCtr="0"/>
          <a:lstStyle>
            <a:lvl1pPr algn="ctr">
              <a:lnSpc>
                <a:spcPct val="100000"/>
              </a:lnSpc>
              <a:spcBef>
                <a:spcPts val="600"/>
              </a:spcBef>
              <a:defRPr sz="14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
        <p:nvSpPr>
          <p:cNvPr id="36" name="Text Placeholder 3">
            <a:extLst>
              <a:ext uri="{FF2B5EF4-FFF2-40B4-BE49-F238E27FC236}">
                <a16:creationId xmlns:a16="http://schemas.microsoft.com/office/drawing/2014/main" id="{7EC377EB-47CF-E605-DEE3-D6429B849174}"/>
              </a:ext>
            </a:extLst>
          </p:cNvPr>
          <p:cNvSpPr>
            <a:spLocks noGrp="1" noChangeAspect="1"/>
          </p:cNvSpPr>
          <p:nvPr>
            <p:ph type="body" sz="quarter" idx="24" hasCustomPrompt="1"/>
          </p:nvPr>
        </p:nvSpPr>
        <p:spPr>
          <a:xfrm>
            <a:off x="9782341" y="1820199"/>
            <a:ext cx="801703" cy="631708"/>
          </a:xfrm>
        </p:spPr>
        <p:txBody>
          <a:bodyPr anchor="ctr" anchorCtr="0"/>
          <a:lstStyle>
            <a:lvl1pPr algn="ctr">
              <a:lnSpc>
                <a:spcPct val="100000"/>
              </a:lnSpc>
              <a:spcBef>
                <a:spcPts val="600"/>
              </a:spcBef>
              <a:defRPr sz="1400">
                <a:solidFill>
                  <a:schemeClr val="bg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Tree>
    <p:extLst>
      <p:ext uri="{BB962C8B-B14F-4D97-AF65-F5344CB8AC3E}">
        <p14:creationId xmlns:p14="http://schemas.microsoft.com/office/powerpoint/2010/main" val="420293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dirty="0"/>
              <a:t>Cloud Fancy Bullets x5</a:t>
            </a: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cxnSp>
        <p:nvCxnSpPr>
          <p:cNvPr id="3" name="Google Shape;1877;p45">
            <a:extLst>
              <a:ext uri="{FF2B5EF4-FFF2-40B4-BE49-F238E27FC236}">
                <a16:creationId xmlns:a16="http://schemas.microsoft.com/office/drawing/2014/main" id="{2BB76182-4B41-856E-AB8F-16CAEBA20E9C}"/>
              </a:ext>
            </a:extLst>
          </p:cNvPr>
          <p:cNvCxnSpPr/>
          <p:nvPr userDrawn="1"/>
        </p:nvCxnSpPr>
        <p:spPr>
          <a:xfrm>
            <a:off x="222626" y="2207589"/>
            <a:ext cx="11592434" cy="0"/>
          </a:xfrm>
          <a:prstGeom prst="straightConnector1">
            <a:avLst/>
          </a:prstGeom>
          <a:noFill/>
          <a:ln w="19050" cap="flat" cmpd="sng">
            <a:solidFill>
              <a:schemeClr val="accent3">
                <a:alpha val="74509"/>
              </a:schemeClr>
            </a:solidFill>
            <a:prstDash val="solid"/>
            <a:miter lim="800000"/>
            <a:headEnd type="none" w="sm" len="sm"/>
            <a:tailEnd type="none" w="sm" len="sm"/>
          </a:ln>
        </p:spPr>
      </p:cxnSp>
      <p:sp>
        <p:nvSpPr>
          <p:cNvPr id="4" name="Google Shape;1878;p45">
            <a:extLst>
              <a:ext uri="{FF2B5EF4-FFF2-40B4-BE49-F238E27FC236}">
                <a16:creationId xmlns:a16="http://schemas.microsoft.com/office/drawing/2014/main" id="{E434B1B8-D2CD-D7E5-FDD4-66D6D37025FE}"/>
              </a:ext>
            </a:extLst>
          </p:cNvPr>
          <p:cNvSpPr/>
          <p:nvPr userDrawn="1"/>
        </p:nvSpPr>
        <p:spPr>
          <a:xfrm flipH="1">
            <a:off x="6695162" y="1872903"/>
            <a:ext cx="889972" cy="315089"/>
          </a:xfrm>
          <a:custGeom>
            <a:avLst/>
            <a:gdLst/>
            <a:ahLst/>
            <a:cxnLst/>
            <a:rect l="l" t="t" r="r" b="b"/>
            <a:pathLst>
              <a:path w="1655761" h="586212" extrusionOk="0">
                <a:moveTo>
                  <a:pt x="1285951" y="273354"/>
                </a:moveTo>
                <a:cubicBezTo>
                  <a:pt x="1221446" y="273354"/>
                  <a:pt x="1160717" y="289669"/>
                  <a:pt x="1107618" y="318372"/>
                </a:cubicBezTo>
                <a:cubicBezTo>
                  <a:pt x="1010331" y="129388"/>
                  <a:pt x="813492" y="0"/>
                  <a:pt x="586212" y="0"/>
                </a:cubicBezTo>
                <a:cubicBezTo>
                  <a:pt x="262478" y="0"/>
                  <a:pt x="0" y="262477"/>
                  <a:pt x="0" y="586212"/>
                </a:cubicBezTo>
                <a:lnTo>
                  <a:pt x="1655761" y="586212"/>
                </a:lnTo>
                <a:cubicBezTo>
                  <a:pt x="1626152" y="408709"/>
                  <a:pt x="1471838" y="273354"/>
                  <a:pt x="1285951" y="273354"/>
                </a:cubicBezTo>
                <a:close/>
              </a:path>
            </a:pathLst>
          </a:custGeom>
          <a:solidFill>
            <a:schemeClr val="accent3">
              <a:alpha val="8235"/>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7" name="Google Shape;1879;p45">
            <a:extLst>
              <a:ext uri="{FF2B5EF4-FFF2-40B4-BE49-F238E27FC236}">
                <a16:creationId xmlns:a16="http://schemas.microsoft.com/office/drawing/2014/main" id="{48135119-A39B-5B8D-F87E-00287A3E6A41}"/>
              </a:ext>
            </a:extLst>
          </p:cNvPr>
          <p:cNvSpPr/>
          <p:nvPr userDrawn="1"/>
        </p:nvSpPr>
        <p:spPr>
          <a:xfrm flipH="1">
            <a:off x="2595142" y="1974803"/>
            <a:ext cx="691280" cy="244744"/>
          </a:xfrm>
          <a:custGeom>
            <a:avLst/>
            <a:gdLst/>
            <a:ahLst/>
            <a:cxnLst/>
            <a:rect l="l" t="t" r="r" b="b"/>
            <a:pathLst>
              <a:path w="1655761" h="586212" extrusionOk="0">
                <a:moveTo>
                  <a:pt x="1285951" y="273354"/>
                </a:moveTo>
                <a:cubicBezTo>
                  <a:pt x="1221446" y="273354"/>
                  <a:pt x="1160717" y="289669"/>
                  <a:pt x="1107618" y="318372"/>
                </a:cubicBezTo>
                <a:cubicBezTo>
                  <a:pt x="1010331" y="129388"/>
                  <a:pt x="813492" y="0"/>
                  <a:pt x="586212" y="0"/>
                </a:cubicBezTo>
                <a:cubicBezTo>
                  <a:pt x="262478" y="0"/>
                  <a:pt x="0" y="262477"/>
                  <a:pt x="0" y="586212"/>
                </a:cubicBezTo>
                <a:lnTo>
                  <a:pt x="1655761" y="586212"/>
                </a:lnTo>
                <a:cubicBezTo>
                  <a:pt x="1626152" y="408709"/>
                  <a:pt x="1471838" y="273354"/>
                  <a:pt x="1285951" y="273354"/>
                </a:cubicBezTo>
                <a:close/>
              </a:path>
            </a:pathLst>
          </a:custGeom>
          <a:solidFill>
            <a:schemeClr val="accent3">
              <a:alpha val="6274"/>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8" name="Google Shape;1880;p45">
            <a:extLst>
              <a:ext uri="{FF2B5EF4-FFF2-40B4-BE49-F238E27FC236}">
                <a16:creationId xmlns:a16="http://schemas.microsoft.com/office/drawing/2014/main" id="{6DA78370-932A-5B38-9876-344D6CAA6490}"/>
              </a:ext>
            </a:extLst>
          </p:cNvPr>
          <p:cNvSpPr/>
          <p:nvPr userDrawn="1"/>
        </p:nvSpPr>
        <p:spPr>
          <a:xfrm>
            <a:off x="4082798" y="2545733"/>
            <a:ext cx="997550" cy="315089"/>
          </a:xfrm>
          <a:custGeom>
            <a:avLst/>
            <a:gdLst/>
            <a:ahLst/>
            <a:cxnLst/>
            <a:rect l="l" t="t" r="r" b="b"/>
            <a:pathLst>
              <a:path w="1655761" h="586212" extrusionOk="0">
                <a:moveTo>
                  <a:pt x="1285951" y="273354"/>
                </a:moveTo>
                <a:cubicBezTo>
                  <a:pt x="1221446" y="273354"/>
                  <a:pt x="1160717" y="289669"/>
                  <a:pt x="1107618" y="318372"/>
                </a:cubicBezTo>
                <a:cubicBezTo>
                  <a:pt x="1010331" y="129388"/>
                  <a:pt x="813492" y="0"/>
                  <a:pt x="586212" y="0"/>
                </a:cubicBezTo>
                <a:cubicBezTo>
                  <a:pt x="262478" y="0"/>
                  <a:pt x="0" y="262477"/>
                  <a:pt x="0" y="586212"/>
                </a:cubicBezTo>
                <a:lnTo>
                  <a:pt x="1655761" y="586212"/>
                </a:lnTo>
                <a:cubicBezTo>
                  <a:pt x="1626152" y="408709"/>
                  <a:pt x="1471838" y="273354"/>
                  <a:pt x="1285951" y="273354"/>
                </a:cubicBezTo>
                <a:close/>
              </a:path>
            </a:pathLst>
          </a:custGeom>
          <a:solidFill>
            <a:schemeClr val="accent3">
              <a:alpha val="8235"/>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0" name="Google Shape;1881;p45">
            <a:extLst>
              <a:ext uri="{FF2B5EF4-FFF2-40B4-BE49-F238E27FC236}">
                <a16:creationId xmlns:a16="http://schemas.microsoft.com/office/drawing/2014/main" id="{B55DFD18-5AD9-5B31-017E-DBD5513DC240}"/>
              </a:ext>
            </a:extLst>
          </p:cNvPr>
          <p:cNvSpPr/>
          <p:nvPr userDrawn="1"/>
        </p:nvSpPr>
        <p:spPr>
          <a:xfrm flipH="1">
            <a:off x="373765" y="1694117"/>
            <a:ext cx="1543003" cy="546292"/>
          </a:xfrm>
          <a:custGeom>
            <a:avLst/>
            <a:gdLst/>
            <a:ahLst/>
            <a:cxnLst/>
            <a:rect l="l" t="t" r="r" b="b"/>
            <a:pathLst>
              <a:path w="1655761" h="586212" extrusionOk="0">
                <a:moveTo>
                  <a:pt x="1285951" y="273354"/>
                </a:moveTo>
                <a:cubicBezTo>
                  <a:pt x="1221446" y="273354"/>
                  <a:pt x="1160717" y="289669"/>
                  <a:pt x="1107618" y="318372"/>
                </a:cubicBezTo>
                <a:cubicBezTo>
                  <a:pt x="1010331" y="129388"/>
                  <a:pt x="813492" y="0"/>
                  <a:pt x="586212" y="0"/>
                </a:cubicBezTo>
                <a:cubicBezTo>
                  <a:pt x="262478" y="0"/>
                  <a:pt x="0" y="262477"/>
                  <a:pt x="0" y="586212"/>
                </a:cubicBezTo>
                <a:lnTo>
                  <a:pt x="1655761" y="586212"/>
                </a:lnTo>
                <a:cubicBezTo>
                  <a:pt x="1626152" y="408709"/>
                  <a:pt x="1471838" y="273354"/>
                  <a:pt x="1285951" y="273354"/>
                </a:cubicBezTo>
                <a:close/>
              </a:path>
            </a:pathLst>
          </a:custGeom>
          <a:solidFill>
            <a:schemeClr val="accent3">
              <a:alpha val="6274"/>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1" name="Google Shape;1882;p45">
            <a:extLst>
              <a:ext uri="{FF2B5EF4-FFF2-40B4-BE49-F238E27FC236}">
                <a16:creationId xmlns:a16="http://schemas.microsoft.com/office/drawing/2014/main" id="{9CD3ED28-9397-5787-6343-E6CA2EAEF0B2}"/>
              </a:ext>
            </a:extLst>
          </p:cNvPr>
          <p:cNvSpPr/>
          <p:nvPr userDrawn="1"/>
        </p:nvSpPr>
        <p:spPr>
          <a:xfrm>
            <a:off x="10284094" y="2131528"/>
            <a:ext cx="1509278" cy="601803"/>
          </a:xfrm>
          <a:custGeom>
            <a:avLst/>
            <a:gdLst/>
            <a:ahLst/>
            <a:cxnLst/>
            <a:rect l="l" t="t" r="r" b="b"/>
            <a:pathLst>
              <a:path w="1655761" h="586212" extrusionOk="0">
                <a:moveTo>
                  <a:pt x="1285951" y="273354"/>
                </a:moveTo>
                <a:cubicBezTo>
                  <a:pt x="1221446" y="273354"/>
                  <a:pt x="1160717" y="289669"/>
                  <a:pt x="1107618" y="318372"/>
                </a:cubicBezTo>
                <a:cubicBezTo>
                  <a:pt x="1010331" y="129388"/>
                  <a:pt x="813492" y="0"/>
                  <a:pt x="586212" y="0"/>
                </a:cubicBezTo>
                <a:cubicBezTo>
                  <a:pt x="262478" y="0"/>
                  <a:pt x="0" y="262477"/>
                  <a:pt x="0" y="586212"/>
                </a:cubicBezTo>
                <a:lnTo>
                  <a:pt x="1655761" y="586212"/>
                </a:lnTo>
                <a:cubicBezTo>
                  <a:pt x="1626152" y="408709"/>
                  <a:pt x="1471838" y="273354"/>
                  <a:pt x="1285951" y="273354"/>
                </a:cubicBezTo>
                <a:close/>
              </a:path>
            </a:pathLst>
          </a:custGeom>
          <a:solidFill>
            <a:schemeClr val="accent3">
              <a:alpha val="8235"/>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2" name="Google Shape;1883;p45">
            <a:extLst>
              <a:ext uri="{FF2B5EF4-FFF2-40B4-BE49-F238E27FC236}">
                <a16:creationId xmlns:a16="http://schemas.microsoft.com/office/drawing/2014/main" id="{2ACA7B48-2470-6CDB-F01F-351897C45CB9}"/>
              </a:ext>
            </a:extLst>
          </p:cNvPr>
          <p:cNvSpPr/>
          <p:nvPr userDrawn="1"/>
        </p:nvSpPr>
        <p:spPr>
          <a:xfrm>
            <a:off x="3099945" y="1545807"/>
            <a:ext cx="1306800" cy="1305583"/>
          </a:xfrm>
          <a:prstGeom prst="ellipse">
            <a:avLst/>
          </a:prstGeom>
          <a:gradFill>
            <a:gsLst>
              <a:gs pos="0">
                <a:schemeClr val="accent2"/>
              </a:gs>
              <a:gs pos="58999">
                <a:srgbClr val="00879A"/>
              </a:gs>
              <a:gs pos="100000">
                <a:srgbClr val="00879A"/>
              </a:gs>
            </a:gsLst>
            <a:lin ang="8100019" scaled="0"/>
          </a:gradFill>
          <a:ln>
            <a:noFill/>
          </a:ln>
          <a:effectLst>
            <a:outerShdw sx="115790" sy="115790" algn="ctr" rotWithShape="0">
              <a:schemeClr val="accent1">
                <a:alpha val="15294"/>
              </a:schemeClr>
            </a:outerShdw>
          </a:effectLst>
        </p:spPr>
        <p:txBody>
          <a:bodyPr spcFirstLastPara="1" wrap="square" lIns="100550" tIns="50275" rIns="100550" bIns="50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3" name="Google Shape;1884;p45">
            <a:extLst>
              <a:ext uri="{FF2B5EF4-FFF2-40B4-BE49-F238E27FC236}">
                <a16:creationId xmlns:a16="http://schemas.microsoft.com/office/drawing/2014/main" id="{D676C878-CD52-E822-C8DD-100DF8563E84}"/>
              </a:ext>
            </a:extLst>
          </p:cNvPr>
          <p:cNvSpPr/>
          <p:nvPr userDrawn="1"/>
        </p:nvSpPr>
        <p:spPr>
          <a:xfrm>
            <a:off x="7585667" y="1487773"/>
            <a:ext cx="1306771" cy="1306800"/>
          </a:xfrm>
          <a:prstGeom prst="ellipse">
            <a:avLst/>
          </a:prstGeom>
          <a:gradFill>
            <a:gsLst>
              <a:gs pos="0">
                <a:schemeClr val="accent5"/>
              </a:gs>
              <a:gs pos="100000">
                <a:schemeClr val="accent3"/>
              </a:gs>
            </a:gsLst>
            <a:lin ang="18900044" scaled="0"/>
          </a:gradFill>
          <a:ln>
            <a:noFill/>
          </a:ln>
          <a:effectLst>
            <a:outerShdw sx="116000" sy="116000" algn="ctr" rotWithShape="0">
              <a:schemeClr val="accent3">
                <a:alpha val="12941"/>
              </a:scheme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 name="Google Shape;1885;p45">
            <a:extLst>
              <a:ext uri="{FF2B5EF4-FFF2-40B4-BE49-F238E27FC236}">
                <a16:creationId xmlns:a16="http://schemas.microsoft.com/office/drawing/2014/main" id="{2CB069D9-337D-5D4E-132B-D11250D61AB6}"/>
              </a:ext>
            </a:extLst>
          </p:cNvPr>
          <p:cNvSpPr/>
          <p:nvPr userDrawn="1"/>
        </p:nvSpPr>
        <p:spPr>
          <a:xfrm>
            <a:off x="5339368" y="1495971"/>
            <a:ext cx="1307134" cy="1306800"/>
          </a:xfrm>
          <a:prstGeom prst="ellipse">
            <a:avLst/>
          </a:prstGeom>
          <a:gradFill>
            <a:gsLst>
              <a:gs pos="0">
                <a:schemeClr val="accent3"/>
              </a:gs>
              <a:gs pos="100000">
                <a:schemeClr val="accent2"/>
              </a:gs>
            </a:gsLst>
            <a:lin ang="18900044" scaled="0"/>
          </a:gradFill>
          <a:ln>
            <a:noFill/>
          </a:ln>
          <a:effectLst>
            <a:outerShdw sx="115830" sy="115830" algn="ctr" rotWithShape="0">
              <a:schemeClr val="accent2">
                <a:alpha val="13725"/>
              </a:schemeClr>
            </a:outerShdw>
          </a:effectLst>
        </p:spPr>
        <p:txBody>
          <a:bodyPr spcFirstLastPara="1" wrap="square" lIns="91400" tIns="45700" rIns="91400"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5" name="Google Shape;1900;p45">
            <a:extLst>
              <a:ext uri="{FF2B5EF4-FFF2-40B4-BE49-F238E27FC236}">
                <a16:creationId xmlns:a16="http://schemas.microsoft.com/office/drawing/2014/main" id="{917BD39E-C617-8A33-DE0C-6AF7B27C2D49}"/>
              </a:ext>
            </a:extLst>
          </p:cNvPr>
          <p:cNvSpPr/>
          <p:nvPr userDrawn="1"/>
        </p:nvSpPr>
        <p:spPr>
          <a:xfrm>
            <a:off x="920453" y="1511382"/>
            <a:ext cx="1307134" cy="1306800"/>
          </a:xfrm>
          <a:prstGeom prst="ellipse">
            <a:avLst/>
          </a:prstGeom>
          <a:gradFill>
            <a:gsLst>
              <a:gs pos="0">
                <a:schemeClr val="accent2"/>
              </a:gs>
              <a:gs pos="64000">
                <a:schemeClr val="accent5"/>
              </a:gs>
              <a:gs pos="100000">
                <a:schemeClr val="accent5"/>
              </a:gs>
            </a:gsLst>
            <a:lin ang="8100000" scaled="0"/>
          </a:gradFill>
          <a:ln>
            <a:noFill/>
          </a:ln>
          <a:effectLst>
            <a:outerShdw sx="116000" sy="116000" algn="ctr" rotWithShape="0">
              <a:schemeClr val="accent5">
                <a:alpha val="8235"/>
              </a:schemeClr>
            </a:outerShdw>
          </a:effectLst>
        </p:spPr>
        <p:txBody>
          <a:bodyPr spcFirstLastPara="1" wrap="square" lIns="91400" tIns="45700" rIns="91400"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17" name="Google Shape;1903;p45">
            <a:extLst>
              <a:ext uri="{FF2B5EF4-FFF2-40B4-BE49-F238E27FC236}">
                <a16:creationId xmlns:a16="http://schemas.microsoft.com/office/drawing/2014/main" id="{4B2B708D-E4BB-9584-3A36-FB7655228E2F}"/>
              </a:ext>
            </a:extLst>
          </p:cNvPr>
          <p:cNvSpPr/>
          <p:nvPr userDrawn="1"/>
        </p:nvSpPr>
        <p:spPr>
          <a:xfrm>
            <a:off x="9838478" y="1487651"/>
            <a:ext cx="1307592" cy="1306922"/>
          </a:xfrm>
          <a:prstGeom prst="ellipse">
            <a:avLst/>
          </a:prstGeom>
          <a:gradFill>
            <a:gsLst>
              <a:gs pos="0">
                <a:schemeClr val="accent2"/>
              </a:gs>
              <a:gs pos="100000">
                <a:schemeClr val="accent4"/>
              </a:gs>
            </a:gsLst>
            <a:lin ang="18900000" scaled="0"/>
          </a:gradFill>
          <a:ln>
            <a:noFill/>
          </a:ln>
          <a:effectLst>
            <a:outerShdw sx="116000" sy="116000" algn="ctr" rotWithShape="0">
              <a:schemeClr val="accent4">
                <a:alpha val="14509"/>
              </a:schemeClr>
            </a:outerShdw>
          </a:effectLst>
        </p:spPr>
        <p:txBody>
          <a:bodyPr spcFirstLastPara="1" wrap="square" lIns="91400" tIns="45700" rIns="91400" bIns="45700" anchor="ctr"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rgbClr val="000000"/>
              </a:solidFill>
              <a:latin typeface="Arial"/>
              <a:ea typeface="Arial"/>
              <a:cs typeface="Arial"/>
              <a:sym typeface="Arial"/>
            </a:endParaRPr>
          </a:p>
        </p:txBody>
      </p:sp>
      <p:sp>
        <p:nvSpPr>
          <p:cNvPr id="27" name="Text Placeholder 3">
            <a:extLst>
              <a:ext uri="{FF2B5EF4-FFF2-40B4-BE49-F238E27FC236}">
                <a16:creationId xmlns:a16="http://schemas.microsoft.com/office/drawing/2014/main" id="{CB54E600-AF5D-8A33-5512-1F25CA67C7C0}"/>
              </a:ext>
            </a:extLst>
          </p:cNvPr>
          <p:cNvSpPr>
            <a:spLocks noGrp="1"/>
          </p:cNvSpPr>
          <p:nvPr>
            <p:ph type="body" sz="quarter" idx="19" hasCustomPrompt="1"/>
          </p:nvPr>
        </p:nvSpPr>
        <p:spPr>
          <a:xfrm>
            <a:off x="656761" y="3182893"/>
            <a:ext cx="1828800" cy="1458912"/>
          </a:xfrm>
        </p:spPr>
        <p:txBody>
          <a:bodyPr/>
          <a:lstStyle>
            <a:lvl1pPr algn="ctr">
              <a:lnSpc>
                <a:spcPct val="100000"/>
              </a:lnSpc>
              <a:spcBef>
                <a:spcPts val="600"/>
              </a:spcBef>
              <a:defRPr sz="2000" b="1">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dirty="0"/>
              <a:t>Click to add text</a:t>
            </a:r>
          </a:p>
          <a:p>
            <a:pPr lvl="1"/>
            <a:r>
              <a:rPr lang="en-US" dirty="0"/>
              <a:t>Second level</a:t>
            </a:r>
          </a:p>
        </p:txBody>
      </p:sp>
      <p:sp>
        <p:nvSpPr>
          <p:cNvPr id="29" name="Text Placeholder 3">
            <a:extLst>
              <a:ext uri="{FF2B5EF4-FFF2-40B4-BE49-F238E27FC236}">
                <a16:creationId xmlns:a16="http://schemas.microsoft.com/office/drawing/2014/main" id="{E7801918-9631-2418-632C-9F7248579127}"/>
              </a:ext>
            </a:extLst>
          </p:cNvPr>
          <p:cNvSpPr>
            <a:spLocks noGrp="1"/>
          </p:cNvSpPr>
          <p:nvPr>
            <p:ph type="body" sz="quarter" idx="20" hasCustomPrompt="1"/>
          </p:nvPr>
        </p:nvSpPr>
        <p:spPr>
          <a:xfrm>
            <a:off x="2838945" y="3182893"/>
            <a:ext cx="1828800" cy="1458912"/>
          </a:xfrm>
        </p:spPr>
        <p:txBody>
          <a:bodyPr/>
          <a:lstStyle>
            <a:lvl1pPr algn="ctr">
              <a:lnSpc>
                <a:spcPct val="100000"/>
              </a:lnSpc>
              <a:spcBef>
                <a:spcPts val="600"/>
              </a:spcBef>
              <a:defRPr sz="2000" b="1">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dirty="0"/>
              <a:t>Click to add text</a:t>
            </a:r>
          </a:p>
          <a:p>
            <a:pPr lvl="1"/>
            <a:r>
              <a:rPr lang="en-US" dirty="0"/>
              <a:t>Second level</a:t>
            </a:r>
          </a:p>
        </p:txBody>
      </p:sp>
      <p:sp>
        <p:nvSpPr>
          <p:cNvPr id="30" name="Text Placeholder 3">
            <a:extLst>
              <a:ext uri="{FF2B5EF4-FFF2-40B4-BE49-F238E27FC236}">
                <a16:creationId xmlns:a16="http://schemas.microsoft.com/office/drawing/2014/main" id="{31574A3E-5691-FCDD-C5D7-1480B43C3121}"/>
              </a:ext>
            </a:extLst>
          </p:cNvPr>
          <p:cNvSpPr>
            <a:spLocks noGrp="1"/>
          </p:cNvSpPr>
          <p:nvPr>
            <p:ph type="body" sz="quarter" idx="21" hasCustomPrompt="1"/>
          </p:nvPr>
        </p:nvSpPr>
        <p:spPr>
          <a:xfrm>
            <a:off x="5104443" y="3182893"/>
            <a:ext cx="1828800" cy="1458912"/>
          </a:xfrm>
        </p:spPr>
        <p:txBody>
          <a:bodyPr/>
          <a:lstStyle>
            <a:lvl1pPr algn="ctr">
              <a:lnSpc>
                <a:spcPct val="100000"/>
              </a:lnSpc>
              <a:spcBef>
                <a:spcPts val="600"/>
              </a:spcBef>
              <a:defRPr sz="2000" b="1">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dirty="0"/>
              <a:t>Click to add text</a:t>
            </a:r>
          </a:p>
          <a:p>
            <a:pPr lvl="1"/>
            <a:r>
              <a:rPr lang="en-US" dirty="0"/>
              <a:t>Second level</a:t>
            </a:r>
          </a:p>
        </p:txBody>
      </p:sp>
      <p:sp>
        <p:nvSpPr>
          <p:cNvPr id="31" name="Text Placeholder 3">
            <a:extLst>
              <a:ext uri="{FF2B5EF4-FFF2-40B4-BE49-F238E27FC236}">
                <a16:creationId xmlns:a16="http://schemas.microsoft.com/office/drawing/2014/main" id="{7C04EAAA-29D2-DBE5-3ECE-629942341517}"/>
              </a:ext>
            </a:extLst>
          </p:cNvPr>
          <p:cNvSpPr>
            <a:spLocks noGrp="1"/>
          </p:cNvSpPr>
          <p:nvPr>
            <p:ph type="body" sz="quarter" idx="22" hasCustomPrompt="1"/>
          </p:nvPr>
        </p:nvSpPr>
        <p:spPr>
          <a:xfrm>
            <a:off x="7324652" y="3182893"/>
            <a:ext cx="1828800" cy="1458912"/>
          </a:xfrm>
        </p:spPr>
        <p:txBody>
          <a:bodyPr/>
          <a:lstStyle>
            <a:lvl1pPr algn="ctr">
              <a:lnSpc>
                <a:spcPct val="100000"/>
              </a:lnSpc>
              <a:spcBef>
                <a:spcPts val="600"/>
              </a:spcBef>
              <a:defRPr sz="2000" b="1">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dirty="0"/>
              <a:t>Click to add text</a:t>
            </a:r>
          </a:p>
          <a:p>
            <a:pPr lvl="1"/>
            <a:r>
              <a:rPr lang="en-US" dirty="0"/>
              <a:t>Second level</a:t>
            </a:r>
          </a:p>
        </p:txBody>
      </p:sp>
      <p:sp>
        <p:nvSpPr>
          <p:cNvPr id="32" name="Text Placeholder 3">
            <a:extLst>
              <a:ext uri="{FF2B5EF4-FFF2-40B4-BE49-F238E27FC236}">
                <a16:creationId xmlns:a16="http://schemas.microsoft.com/office/drawing/2014/main" id="{C8BC5CE9-1723-5714-6D36-4BB971ADD0EE}"/>
              </a:ext>
            </a:extLst>
          </p:cNvPr>
          <p:cNvSpPr>
            <a:spLocks noGrp="1"/>
          </p:cNvSpPr>
          <p:nvPr>
            <p:ph type="body" sz="quarter" idx="23" hasCustomPrompt="1"/>
          </p:nvPr>
        </p:nvSpPr>
        <p:spPr>
          <a:xfrm>
            <a:off x="9577874" y="3182893"/>
            <a:ext cx="1828800" cy="1458912"/>
          </a:xfrm>
        </p:spPr>
        <p:txBody>
          <a:bodyPr/>
          <a:lstStyle>
            <a:lvl1pPr algn="ctr">
              <a:lnSpc>
                <a:spcPct val="100000"/>
              </a:lnSpc>
              <a:spcBef>
                <a:spcPts val="600"/>
              </a:spcBef>
              <a:defRPr sz="2000" b="1">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dirty="0"/>
              <a:t>Click to add text</a:t>
            </a:r>
          </a:p>
          <a:p>
            <a:pPr lvl="1"/>
            <a:r>
              <a:rPr lang="en-US" dirty="0"/>
              <a:t>Second level</a:t>
            </a:r>
          </a:p>
        </p:txBody>
      </p:sp>
    </p:spTree>
    <p:extLst>
      <p:ext uri="{BB962C8B-B14F-4D97-AF65-F5344CB8AC3E}">
        <p14:creationId xmlns:p14="http://schemas.microsoft.com/office/powerpoint/2010/main" val="3273767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Five Numbered ">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EE46A-2B6A-D0CE-D67A-E39C4516F8BB}"/>
              </a:ext>
            </a:extLst>
          </p:cNvPr>
          <p:cNvSpPr/>
          <p:nvPr/>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5" name="Rectangle 4">
            <a:extLst>
              <a:ext uri="{FF2B5EF4-FFF2-40B4-BE49-F238E27FC236}">
                <a16:creationId xmlns:a16="http://schemas.microsoft.com/office/drawing/2014/main" id="{1DC9EA80-9EA8-343E-F517-1CAD885879D6}"/>
              </a:ext>
            </a:extLst>
          </p:cNvPr>
          <p:cNvSpPr/>
          <p:nvPr/>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6" name="Rectangle 5">
            <a:extLst>
              <a:ext uri="{FF2B5EF4-FFF2-40B4-BE49-F238E27FC236}">
                <a16:creationId xmlns:a16="http://schemas.microsoft.com/office/drawing/2014/main" id="{A8D23D95-E4CC-0B03-48A9-0EC81B2368E5}"/>
              </a:ext>
            </a:extLst>
          </p:cNvPr>
          <p:cNvSpPr/>
          <p:nvPr/>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Rectangle 6">
            <a:extLst>
              <a:ext uri="{FF2B5EF4-FFF2-40B4-BE49-F238E27FC236}">
                <a16:creationId xmlns:a16="http://schemas.microsoft.com/office/drawing/2014/main" id="{3737E5D6-04BF-01BC-A221-0F1D603C51D8}"/>
              </a:ext>
            </a:extLst>
          </p:cNvPr>
          <p:cNvSpPr/>
          <p:nvPr/>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 name="Rectangle 1">
            <a:extLst>
              <a:ext uri="{FF2B5EF4-FFF2-40B4-BE49-F238E27FC236}">
                <a16:creationId xmlns:a16="http://schemas.microsoft.com/office/drawing/2014/main" id="{65142366-F01F-D56A-11BB-7D669E9AD2B4}"/>
              </a:ext>
            </a:extLst>
          </p:cNvPr>
          <p:cNvSpPr/>
          <p:nvPr/>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Column Text with Number Icons Click to Add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5" name="Straight Connector 14">
            <a:extLst>
              <a:ext uri="{FF2B5EF4-FFF2-40B4-BE49-F238E27FC236}">
                <a16:creationId xmlns:a16="http://schemas.microsoft.com/office/drawing/2014/main" id="{182EA033-41AE-6148-A260-889FF59E41C9}"/>
              </a:ext>
            </a:extLst>
          </p:cNvPr>
          <p:cNvCxnSpPr/>
          <p:nvPr/>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1" y="2529075"/>
            <a:ext cx="1828800" cy="2871263"/>
          </a:xfrm>
          <a:noFill/>
          <a:ln>
            <a:noFill/>
          </a:ln>
        </p:spPr>
        <p:txBody>
          <a:bodyPr lIns="182880" tIns="548640" rIns="182880" bIns="182880"/>
          <a:lstStyle>
            <a:lvl1pPr algn="ctr">
              <a:lnSpc>
                <a:spcPct val="90000"/>
              </a:lnSpc>
              <a:spcBef>
                <a:spcPts val="600"/>
              </a:spcBef>
              <a:buNone/>
              <a:defRPr sz="2000">
                <a:solidFill>
                  <a:schemeClr val="accent4"/>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dirty="0"/>
              <a:t>Click to add text</a:t>
            </a:r>
          </a:p>
          <a:p>
            <a:pPr lvl="1"/>
            <a:r>
              <a:rPr lang="en-US" dirty="0"/>
              <a:t>Second level</a:t>
            </a:r>
          </a:p>
        </p:txBody>
      </p:sp>
      <p:cxnSp>
        <p:nvCxnSpPr>
          <p:cNvPr id="19" name="Straight Connector 18">
            <a:extLst>
              <a:ext uri="{FF2B5EF4-FFF2-40B4-BE49-F238E27FC236}">
                <a16:creationId xmlns:a16="http://schemas.microsoft.com/office/drawing/2014/main" id="{662FF207-1B75-1940-91E1-2692254C727F}"/>
              </a:ext>
            </a:extLst>
          </p:cNvPr>
          <p:cNvCxnSpPr/>
          <p:nvPr/>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2529075"/>
            <a:ext cx="1828800" cy="2871263"/>
          </a:xfrm>
          <a:noFill/>
          <a:ln>
            <a:noFill/>
          </a:ln>
        </p:spPr>
        <p:txBody>
          <a:bodyPr lIns="182880" tIns="548640" rIns="182880" bIns="182880"/>
          <a:lstStyle>
            <a:lvl1pPr algn="ctr">
              <a:lnSpc>
                <a:spcPct val="90000"/>
              </a:lnSpc>
              <a:spcBef>
                <a:spcPts val="600"/>
              </a:spcBef>
              <a:defRPr sz="2000">
                <a:solidFill>
                  <a:schemeClr val="accent3"/>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cxnSp>
        <p:nvCxnSpPr>
          <p:cNvPr id="18" name="Straight Connector 17">
            <a:extLst>
              <a:ext uri="{FF2B5EF4-FFF2-40B4-BE49-F238E27FC236}">
                <a16:creationId xmlns:a16="http://schemas.microsoft.com/office/drawing/2014/main" id="{903341DC-DE80-5E4C-A4C9-C984D7074760}"/>
              </a:ext>
            </a:extLst>
          </p:cNvPr>
          <p:cNvCxnSpPr/>
          <p:nvPr/>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2529075"/>
            <a:ext cx="1828800" cy="2871263"/>
          </a:xfrm>
          <a:noFill/>
          <a:ln>
            <a:noFill/>
          </a:ln>
        </p:spPr>
        <p:txBody>
          <a:bodyPr lIns="182880" tIns="548640" rIns="182880" bIns="182880"/>
          <a:lstStyle>
            <a:lvl1pPr algn="ctr">
              <a:lnSpc>
                <a:spcPct val="90000"/>
              </a:lnSpc>
              <a:spcBef>
                <a:spcPts val="600"/>
              </a:spcBef>
              <a:buNone/>
              <a:defRPr sz="2000">
                <a:solidFill>
                  <a:schemeClr val="accent2"/>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cxnSp>
        <p:nvCxnSpPr>
          <p:cNvPr id="20" name="Straight Connector 19">
            <a:extLst>
              <a:ext uri="{FF2B5EF4-FFF2-40B4-BE49-F238E27FC236}">
                <a16:creationId xmlns:a16="http://schemas.microsoft.com/office/drawing/2014/main" id="{128E238A-DE09-DD4F-A6F3-2F244E7301C3}"/>
              </a:ext>
            </a:extLst>
          </p:cNvPr>
          <p:cNvCxnSpPr/>
          <p:nvPr/>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2529075"/>
            <a:ext cx="1828800" cy="2871263"/>
          </a:xfrm>
          <a:noFill/>
          <a:ln>
            <a:noFill/>
          </a:ln>
        </p:spPr>
        <p:txBody>
          <a:bodyPr lIns="182880" tIns="548640" rIns="182880" bIns="182880"/>
          <a:lstStyle>
            <a:lvl1pPr algn="ctr">
              <a:lnSpc>
                <a:spcPct val="90000"/>
              </a:lnSpc>
              <a:spcBef>
                <a:spcPts val="600"/>
              </a:spcBef>
              <a:buNone/>
              <a:defRPr sz="2000">
                <a:solidFill>
                  <a:schemeClr val="accent5"/>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cxnSp>
        <p:nvCxnSpPr>
          <p:cNvPr id="21" name="Straight Connector 20">
            <a:extLst>
              <a:ext uri="{FF2B5EF4-FFF2-40B4-BE49-F238E27FC236}">
                <a16:creationId xmlns:a16="http://schemas.microsoft.com/office/drawing/2014/main" id="{E8B64954-CA3A-494E-B70D-3405C9F592D8}"/>
              </a:ext>
            </a:extLst>
          </p:cNvPr>
          <p:cNvCxnSpPr/>
          <p:nvPr/>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2529075"/>
            <a:ext cx="1828800" cy="2871263"/>
          </a:xfrm>
          <a:noFill/>
          <a:ln>
            <a:noFill/>
          </a:ln>
        </p:spPr>
        <p:txBody>
          <a:bodyPr lIns="182880" tIns="548640" rIns="182880" bIns="182880"/>
          <a:lstStyle>
            <a:lvl1pPr algn="ctr">
              <a:lnSpc>
                <a:spcPct val="90000"/>
              </a:lnSpc>
              <a:spcBef>
                <a:spcPts val="600"/>
              </a:spcBef>
              <a:buNone/>
              <a:defRPr sz="2000">
                <a:solidFill>
                  <a:schemeClr val="bg2">
                    <a:lumMod val="25000"/>
                  </a:schemeClr>
                </a:solidFill>
              </a:defRPr>
            </a:lvl1pPr>
            <a:lvl2pPr marL="285750" indent="-285750" algn="ctr">
              <a:lnSpc>
                <a:spcPct val="100000"/>
              </a:lnSpc>
              <a:spcBef>
                <a:spcPts val="600"/>
              </a:spcBef>
              <a:buFont typeface="Arial" panose="020B0604020202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23" name="page number">
            <a:extLst>
              <a:ext uri="{FF2B5EF4-FFF2-40B4-BE49-F238E27FC236}">
                <a16:creationId xmlns:a16="http://schemas.microsoft.com/office/drawing/2014/main" id="{778B9E91-325F-BB46-BB33-20219DF70C9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37" name="Oval 36">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39" name="Oval 38">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p:nvSpPr>
        <p:spPr bwMode="gray">
          <a:xfrm>
            <a:off x="3414170" y="2118221"/>
            <a:ext cx="788487" cy="788487"/>
          </a:xfrm>
          <a:prstGeom prst="ellipse">
            <a:avLst/>
          </a:prstGeom>
          <a:solidFill>
            <a:schemeClr val="bg1"/>
          </a:solidFill>
          <a:ln w="25400">
            <a:solidFill>
              <a:schemeClr val="accent3"/>
            </a:solidFill>
          </a:ln>
          <a:effectLst/>
        </p:spPr>
        <p:txBody>
          <a:bodyPr vert="horz" wrap="square" lIns="0" tIns="0" rIns="0" bIns="0" numCol="1" anchor="ctr" anchorCtr="0" compatLnSpc="1">
            <a:prstTxWarp prst="textNoShape">
              <a:avLst/>
            </a:prstTxWarp>
          </a:bodyPr>
          <a:lstStyle/>
          <a:p>
            <a:pPr lvl="0" algn="ctr"/>
            <a:r>
              <a:rPr lang="en-US" dirty="0">
                <a:solidFill>
                  <a:schemeClr val="accent3"/>
                </a:solidFill>
              </a:rPr>
              <a:t>2</a:t>
            </a:r>
          </a:p>
        </p:txBody>
      </p:sp>
      <p:sp>
        <p:nvSpPr>
          <p:cNvPr id="38" name="Oval 37">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0" name="Oval 39">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1" name="Oval 40">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sp>
        <p:nvSpPr>
          <p:cNvPr id="25" name="Rectangle 24">
            <a:extLst>
              <a:ext uri="{FF2B5EF4-FFF2-40B4-BE49-F238E27FC236}">
                <a16:creationId xmlns:a16="http://schemas.microsoft.com/office/drawing/2014/main" id="{C52EE46A-2B6A-D0CE-D67A-E39C4516F8BB}"/>
              </a:ext>
            </a:extLst>
          </p:cNvPr>
          <p:cNvSpPr/>
          <p:nvPr userDrawn="1"/>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Rectangle 25">
            <a:extLst>
              <a:ext uri="{FF2B5EF4-FFF2-40B4-BE49-F238E27FC236}">
                <a16:creationId xmlns:a16="http://schemas.microsoft.com/office/drawing/2014/main" id="{1DC9EA80-9EA8-343E-F517-1CAD885879D6}"/>
              </a:ext>
            </a:extLst>
          </p:cNvPr>
          <p:cNvSpPr/>
          <p:nvPr userDrawn="1"/>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7" name="Rectangle 26">
            <a:extLst>
              <a:ext uri="{FF2B5EF4-FFF2-40B4-BE49-F238E27FC236}">
                <a16:creationId xmlns:a16="http://schemas.microsoft.com/office/drawing/2014/main" id="{A8D23D95-E4CC-0B03-48A9-0EC81B2368E5}"/>
              </a:ext>
            </a:extLst>
          </p:cNvPr>
          <p:cNvSpPr/>
          <p:nvPr userDrawn="1"/>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1" name="Rectangle 30">
            <a:extLst>
              <a:ext uri="{FF2B5EF4-FFF2-40B4-BE49-F238E27FC236}">
                <a16:creationId xmlns:a16="http://schemas.microsoft.com/office/drawing/2014/main" id="{3737E5D6-04BF-01BC-A221-0F1D603C51D8}"/>
              </a:ext>
            </a:extLst>
          </p:cNvPr>
          <p:cNvSpPr/>
          <p:nvPr userDrawn="1"/>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3" name="Rectangle 32">
            <a:extLst>
              <a:ext uri="{FF2B5EF4-FFF2-40B4-BE49-F238E27FC236}">
                <a16:creationId xmlns:a16="http://schemas.microsoft.com/office/drawing/2014/main" id="{65142366-F01F-D56A-11BB-7D669E9AD2B4}"/>
              </a:ext>
            </a:extLst>
          </p:cNvPr>
          <p:cNvSpPr/>
          <p:nvPr userDrawn="1"/>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cxnSp>
        <p:nvCxnSpPr>
          <p:cNvPr id="34" name="Straight Connector 33">
            <a:extLst>
              <a:ext uri="{FF2B5EF4-FFF2-40B4-BE49-F238E27FC236}">
                <a16:creationId xmlns:a16="http://schemas.microsoft.com/office/drawing/2014/main" id="{182EA033-41AE-6148-A260-889FF59E41C9}"/>
              </a:ext>
            </a:extLst>
          </p:cNvPr>
          <p:cNvCxnSpPr/>
          <p:nvPr userDrawn="1"/>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62FF207-1B75-1940-91E1-2692254C727F}"/>
              </a:ext>
            </a:extLst>
          </p:cNvPr>
          <p:cNvCxnSpPr/>
          <p:nvPr userDrawn="1"/>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03341DC-DE80-5E4C-A4C9-C984D7074760}"/>
              </a:ext>
            </a:extLst>
          </p:cNvPr>
          <p:cNvCxnSpPr/>
          <p:nvPr userDrawn="1"/>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28E238A-DE09-DD4F-A6F3-2F244E7301C3}"/>
              </a:ext>
            </a:extLst>
          </p:cNvPr>
          <p:cNvCxnSpPr/>
          <p:nvPr userDrawn="1"/>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8B64954-CA3A-494E-B70D-3405C9F592D8}"/>
              </a:ext>
            </a:extLst>
          </p:cNvPr>
          <p:cNvCxnSpPr/>
          <p:nvPr userDrawn="1"/>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4" name="page number">
            <a:extLst>
              <a:ext uri="{FF2B5EF4-FFF2-40B4-BE49-F238E27FC236}">
                <a16:creationId xmlns:a16="http://schemas.microsoft.com/office/drawing/2014/main" id="{778B9E91-325F-BB46-BB33-20219DF70C9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45" name="Oval 44">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userDrawn="1"/>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46" name="Oval 45">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userDrawn="1"/>
        </p:nvSpPr>
        <p:spPr bwMode="gray">
          <a:xfrm>
            <a:off x="3414170" y="2118221"/>
            <a:ext cx="788487" cy="788487"/>
          </a:xfrm>
          <a:prstGeom prst="ellipse">
            <a:avLst/>
          </a:prstGeom>
          <a:solidFill>
            <a:schemeClr val="bg1"/>
          </a:solidFill>
          <a:ln w="25400">
            <a:solidFill>
              <a:schemeClr val="accent3"/>
            </a:solidFill>
          </a:ln>
          <a:effectLst/>
        </p:spPr>
        <p:txBody>
          <a:bodyPr vert="horz" wrap="square" lIns="91440" tIns="45720" rIns="91440" bIns="45720" numCol="1" anchor="ctr" anchorCtr="0" compatLnSpc="1">
            <a:prstTxWarp prst="textNoShape">
              <a:avLst/>
            </a:prstTxWarp>
          </a:bodyPr>
          <a:lstStyle/>
          <a:p>
            <a:pPr lvl="0" algn="ctr"/>
            <a:r>
              <a:rPr lang="en-US" dirty="0">
                <a:solidFill>
                  <a:schemeClr val="accent3"/>
                </a:solidFill>
              </a:rPr>
              <a:t>2</a:t>
            </a:r>
          </a:p>
        </p:txBody>
      </p:sp>
      <p:sp>
        <p:nvSpPr>
          <p:cNvPr id="47" name="Oval 46">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userDrawn="1"/>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8" name="Oval 47">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userDrawn="1"/>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9" name="Oval 48">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userDrawn="1"/>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spTree>
    <p:extLst>
      <p:ext uri="{BB962C8B-B14F-4D97-AF65-F5344CB8AC3E}">
        <p14:creationId xmlns:p14="http://schemas.microsoft.com/office/powerpoint/2010/main" val="545820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Sample Chart Layout for Text – Click to Add a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5" name="Text Placeholder 3" descr="Row 1 label">
            <a:extLst>
              <a:ext uri="{FF2B5EF4-FFF2-40B4-BE49-F238E27FC236}">
                <a16:creationId xmlns:a16="http://schemas.microsoft.com/office/drawing/2014/main" id="{7077ED63-7149-B64F-804C-21E2E59DF7DB}"/>
              </a:ext>
            </a:extLst>
          </p:cNvPr>
          <p:cNvSpPr>
            <a:spLocks noGrp="1"/>
          </p:cNvSpPr>
          <p:nvPr>
            <p:ph type="body" sz="quarter" idx="30" hasCustomPrompt="1"/>
          </p:nvPr>
        </p:nvSpPr>
        <p:spPr>
          <a:xfrm>
            <a:off x="271464" y="1546789"/>
            <a:ext cx="574570" cy="439174"/>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Arial" panose="020B0604020202020204" pitchFamily="34" charset="0"/>
              <a:buChar char="​"/>
              <a:defRPr sz="1400"/>
            </a:lvl2pPr>
          </a:lstStyle>
          <a:p>
            <a:pPr lvl="0"/>
            <a:r>
              <a:rPr lang="en-US" dirty="0"/>
              <a:t>Click to add text</a:t>
            </a:r>
          </a:p>
        </p:txBody>
      </p:sp>
      <p:sp>
        <p:nvSpPr>
          <p:cNvPr id="34" name="Text Placeholder 3" descr="Row 1 text box is a long horizontal box the width of the slide acting as a header. ">
            <a:extLst>
              <a:ext uri="{FF2B5EF4-FFF2-40B4-BE49-F238E27FC236}">
                <a16:creationId xmlns:a16="http://schemas.microsoft.com/office/drawing/2014/main" id="{03CB2304-DD0F-674C-91F7-863CDF3757FC}"/>
              </a:ext>
            </a:extLst>
          </p:cNvPr>
          <p:cNvSpPr>
            <a:spLocks noGrp="1"/>
          </p:cNvSpPr>
          <p:nvPr>
            <p:ph type="body" sz="quarter" idx="29" hasCustomPrompt="1"/>
          </p:nvPr>
        </p:nvSpPr>
        <p:spPr>
          <a:xfrm>
            <a:off x="1034040" y="1561701"/>
            <a:ext cx="10630969" cy="429469"/>
          </a:xfrm>
          <a:solidFill>
            <a:srgbClr val="F4F8FA"/>
          </a:solidFill>
          <a:ln w="12700">
            <a:solidFill>
              <a:schemeClr val="accent3">
                <a:alpha val="25000"/>
              </a:schemeClr>
            </a:solidFill>
          </a:ln>
        </p:spPr>
        <p:txBody>
          <a:bodyPr tIns="91440"/>
          <a:lstStyle>
            <a:lvl1pPr algn="ctr">
              <a:lnSpc>
                <a:spcPct val="100000"/>
              </a:lnSpc>
              <a:spcBef>
                <a:spcPts val="600"/>
              </a:spcBef>
              <a:buNone/>
              <a:defRPr sz="1600">
                <a:solidFill>
                  <a:schemeClr val="tx1"/>
                </a:solidFill>
              </a:defRPr>
            </a:lvl1pPr>
            <a:lvl2pPr marL="0" indent="0" algn="ctr">
              <a:lnSpc>
                <a:spcPct val="100000"/>
              </a:lnSpc>
              <a:spcBef>
                <a:spcPts val="600"/>
              </a:spcBef>
              <a:buFont typeface="Arial" panose="020B0604020202020204" pitchFamily="34" charset="0"/>
              <a:buChar char="​"/>
              <a:defRPr sz="1400"/>
            </a:lvl2pPr>
          </a:lstStyle>
          <a:p>
            <a:pPr lvl="0"/>
            <a:r>
              <a:rPr lang="en-US"/>
              <a:t>Click to add text</a:t>
            </a:r>
          </a:p>
        </p:txBody>
      </p:sp>
      <p:sp>
        <p:nvSpPr>
          <p:cNvPr id="36" name="Text Placeholder 3" descr="Row 2 label; this row shows 4 content boxes labeled A through D, each is a different color and holds text.">
            <a:extLst>
              <a:ext uri="{FF2B5EF4-FFF2-40B4-BE49-F238E27FC236}">
                <a16:creationId xmlns:a16="http://schemas.microsoft.com/office/drawing/2014/main" id="{3E62FD32-E978-1A49-AA98-60CD14AE003D}"/>
              </a:ext>
            </a:extLst>
          </p:cNvPr>
          <p:cNvSpPr>
            <a:spLocks noGrp="1"/>
          </p:cNvSpPr>
          <p:nvPr>
            <p:ph type="body" sz="quarter" idx="31" hasCustomPrompt="1"/>
          </p:nvPr>
        </p:nvSpPr>
        <p:spPr>
          <a:xfrm>
            <a:off x="285750" y="3304775"/>
            <a:ext cx="560283"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Arial" panose="020B0604020202020204" pitchFamily="34" charset="0"/>
              <a:buChar char="​"/>
              <a:defRPr sz="1400"/>
            </a:lvl2pPr>
          </a:lstStyle>
          <a:p>
            <a:pPr lvl="0"/>
            <a:r>
              <a:rPr lang="en-US" dirty="0"/>
              <a:t>Click to add text</a:t>
            </a:r>
          </a:p>
        </p:txBody>
      </p:sp>
      <p:cxnSp>
        <p:nvCxnSpPr>
          <p:cNvPr id="4" name="Straight Connector 3">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descr="Row 2, box 1: text in plum">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1102407" y="2699834"/>
            <a:ext cx="2459421" cy="1949198"/>
          </a:xfrm>
          <a:noFill/>
          <a:ln w="15875">
            <a:noFill/>
          </a:ln>
        </p:spPr>
        <p:txBody>
          <a:bodyPr tIns="365760"/>
          <a:lstStyle>
            <a:lvl1pPr algn="ctr">
              <a:lnSpc>
                <a:spcPct val="100000"/>
              </a:lnSpc>
              <a:spcBef>
                <a:spcPts val="600"/>
              </a:spcBef>
              <a:buNone/>
              <a:defRPr sz="1800">
                <a:solidFill>
                  <a:schemeClr val="accent4"/>
                </a:solidFill>
              </a:defRPr>
            </a:lvl1pPr>
            <a:lvl2pPr marL="0" indent="0" algn="ctr">
              <a:lnSpc>
                <a:spcPct val="100000"/>
              </a:lnSpc>
              <a:spcBef>
                <a:spcPts val="600"/>
              </a:spcBef>
              <a:buFont typeface="Arial" panose="020B0604020202020204" pitchFamily="34" charset="0"/>
              <a:buChar char="​"/>
              <a:defRPr sz="1400">
                <a:solidFill>
                  <a:schemeClr val="tx1"/>
                </a:solidFill>
              </a:defRPr>
            </a:lvl2pPr>
          </a:lstStyle>
          <a:p>
            <a:pPr lvl="0"/>
            <a:r>
              <a:rPr lang="en-US" dirty="0"/>
              <a:t>Click to add text</a:t>
            </a:r>
          </a:p>
          <a:p>
            <a:pPr lvl="1"/>
            <a:r>
              <a:rPr lang="en-US" dirty="0"/>
              <a:t>Second level</a:t>
            </a:r>
          </a:p>
        </p:txBody>
      </p:sp>
      <p:cxnSp>
        <p:nvCxnSpPr>
          <p:cNvPr id="32" name="Straight Connector 31">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descr="Row 2, box 3: text in indigo">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3816081" y="2699834"/>
            <a:ext cx="2459421" cy="1949198"/>
          </a:xfrm>
          <a:noFill/>
          <a:ln w="15875">
            <a:noFill/>
          </a:ln>
        </p:spPr>
        <p:txBody>
          <a:bodyPr tIns="365760"/>
          <a:lstStyle>
            <a:lvl1pPr algn="ctr">
              <a:lnSpc>
                <a:spcPct val="100000"/>
              </a:lnSpc>
              <a:spcBef>
                <a:spcPts val="600"/>
              </a:spcBef>
              <a:defRPr sz="1800">
                <a:solidFill>
                  <a:schemeClr val="accent3"/>
                </a:solidFill>
              </a:defRPr>
            </a:lvl1pPr>
            <a:lvl2pPr marL="285750" indent="-285750" algn="ctr">
              <a:lnSpc>
                <a:spcPct val="100000"/>
              </a:lnSpc>
              <a:spcBef>
                <a:spcPts val="600"/>
              </a:spcBef>
              <a:buFont typeface="Arial" panose="020B0604020202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cxnSp>
        <p:nvCxnSpPr>
          <p:cNvPr id="25" name="Straight Connector 24">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descr="Row 2, box 2: text in ocean">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6529755" y="2699834"/>
            <a:ext cx="2459421" cy="1949198"/>
          </a:xfrm>
          <a:noFill/>
          <a:ln w="15875">
            <a:noFill/>
          </a:ln>
        </p:spPr>
        <p:txBody>
          <a:bodyPr tIns="365760"/>
          <a:lstStyle>
            <a:lvl1pPr algn="ctr">
              <a:lnSpc>
                <a:spcPct val="100000"/>
              </a:lnSpc>
              <a:spcBef>
                <a:spcPts val="600"/>
              </a:spcBef>
              <a:buNone/>
              <a:defRPr sz="1800">
                <a:solidFill>
                  <a:schemeClr val="accent2"/>
                </a:solidFill>
              </a:defRPr>
            </a:lvl1pPr>
            <a:lvl2pPr marL="285750" indent="-285750" algn="ctr">
              <a:lnSpc>
                <a:spcPct val="100000"/>
              </a:lnSpc>
              <a:spcBef>
                <a:spcPts val="600"/>
              </a:spcBef>
              <a:buFont typeface="Arial" panose="020B0604020202020204" pitchFamily="34" charset="0"/>
              <a:buChar char="​"/>
              <a:defRPr lang="en-US" sz="1400" kern="120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cxnSp>
        <p:nvCxnSpPr>
          <p:cNvPr id="38" name="Straight Connector 37">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descr="Row 2, box 4: text in dark green">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9243428" y="2699834"/>
            <a:ext cx="2459421" cy="1949198"/>
          </a:xfrm>
          <a:noFill/>
          <a:ln w="15875">
            <a:noFill/>
          </a:ln>
        </p:spPr>
        <p:txBody>
          <a:bodyPr tIns="365760"/>
          <a:lstStyle>
            <a:lvl1pPr algn="ctr">
              <a:lnSpc>
                <a:spcPct val="100000"/>
              </a:lnSpc>
              <a:spcBef>
                <a:spcPts val="600"/>
              </a:spcBef>
              <a:buNone/>
              <a:defRPr sz="1800">
                <a:solidFill>
                  <a:schemeClr val="accent5"/>
                </a:solidFill>
              </a:defRPr>
            </a:lvl1pPr>
            <a:lvl2pPr marL="285750" indent="-285750" algn="ctr">
              <a:lnSpc>
                <a:spcPct val="100000"/>
              </a:lnSpc>
              <a:spcBef>
                <a:spcPts val="600"/>
              </a:spcBef>
              <a:buFont typeface="Arial" panose="020B0604020202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Arial" panose="020B0604020202020204" pitchFamily="34" charset="0"/>
              <a:buChar char="​"/>
            </a:pPr>
            <a:r>
              <a:rPr lang="en-US" dirty="0"/>
              <a:t>Second level</a:t>
            </a:r>
          </a:p>
        </p:txBody>
      </p:sp>
      <p:sp>
        <p:nvSpPr>
          <p:cNvPr id="37" name="Text Placeholder 3" descr="Row 3 label: this row shows six, small content boxes in a horiztonal row">
            <a:extLst>
              <a:ext uri="{FF2B5EF4-FFF2-40B4-BE49-F238E27FC236}">
                <a16:creationId xmlns:a16="http://schemas.microsoft.com/office/drawing/2014/main" id="{EF286E42-C44A-274D-B9C1-D21F1AD1DEB2}"/>
              </a:ext>
            </a:extLst>
          </p:cNvPr>
          <p:cNvSpPr>
            <a:spLocks noGrp="1"/>
          </p:cNvSpPr>
          <p:nvPr>
            <p:ph type="body" sz="quarter" idx="32" hasCustomPrompt="1"/>
          </p:nvPr>
        </p:nvSpPr>
        <p:spPr>
          <a:xfrm>
            <a:off x="300038" y="5065521"/>
            <a:ext cx="545995"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Arial" panose="020B0604020202020204" pitchFamily="34" charset="0"/>
              <a:buChar char="​"/>
              <a:defRPr sz="1400"/>
            </a:lvl2pPr>
          </a:lstStyle>
          <a:p>
            <a:pPr lvl="0"/>
            <a:r>
              <a:rPr lang="en-US"/>
              <a:t>Click to add text</a:t>
            </a:r>
          </a:p>
        </p:txBody>
      </p:sp>
      <p:sp>
        <p:nvSpPr>
          <p:cNvPr id="20" name="Text Placeholder 3" descr="Row 3, text box 1">
            <a:extLst>
              <a:ext uri="{FF2B5EF4-FFF2-40B4-BE49-F238E27FC236}">
                <a16:creationId xmlns:a16="http://schemas.microsoft.com/office/drawing/2014/main" id="{828E38C7-4E21-F24B-B372-9632EC441D7F}"/>
              </a:ext>
            </a:extLst>
          </p:cNvPr>
          <p:cNvSpPr>
            <a:spLocks noGrp="1"/>
          </p:cNvSpPr>
          <p:nvPr>
            <p:ph type="body" sz="quarter" idx="23" hasCustomPrompt="1"/>
          </p:nvPr>
        </p:nvSpPr>
        <p:spPr>
          <a:xfrm>
            <a:off x="1115051"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21" name="Text Placeholder 3" descr="Row 3, text box 2">
            <a:extLst>
              <a:ext uri="{FF2B5EF4-FFF2-40B4-BE49-F238E27FC236}">
                <a16:creationId xmlns:a16="http://schemas.microsoft.com/office/drawing/2014/main" id="{8B2FDC15-7948-0244-83E4-0CDCDBC619B3}"/>
              </a:ext>
            </a:extLst>
          </p:cNvPr>
          <p:cNvSpPr>
            <a:spLocks noGrp="1"/>
          </p:cNvSpPr>
          <p:nvPr>
            <p:ph type="body" sz="quarter" idx="24" hasCustomPrompt="1"/>
          </p:nvPr>
        </p:nvSpPr>
        <p:spPr>
          <a:xfrm>
            <a:off x="2886312"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26" name="Text Placeholder 3" descr="Row 3, text box 3">
            <a:extLst>
              <a:ext uri="{FF2B5EF4-FFF2-40B4-BE49-F238E27FC236}">
                <a16:creationId xmlns:a16="http://schemas.microsoft.com/office/drawing/2014/main" id="{E4B34A83-BA8A-6844-8A56-BBD517A5B6FD}"/>
              </a:ext>
            </a:extLst>
          </p:cNvPr>
          <p:cNvSpPr>
            <a:spLocks noGrp="1"/>
          </p:cNvSpPr>
          <p:nvPr>
            <p:ph type="body" sz="quarter" idx="25" hasCustomPrompt="1"/>
          </p:nvPr>
        </p:nvSpPr>
        <p:spPr>
          <a:xfrm>
            <a:off x="4657573"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27" name="Text Placeholder 3" descr="Row 3, text box 4">
            <a:extLst>
              <a:ext uri="{FF2B5EF4-FFF2-40B4-BE49-F238E27FC236}">
                <a16:creationId xmlns:a16="http://schemas.microsoft.com/office/drawing/2014/main" id="{532716FA-3DC7-AF41-8C5F-F9D040A43930}"/>
              </a:ext>
            </a:extLst>
          </p:cNvPr>
          <p:cNvSpPr>
            <a:spLocks noGrp="1"/>
          </p:cNvSpPr>
          <p:nvPr>
            <p:ph type="body" sz="quarter" idx="26" hasCustomPrompt="1"/>
          </p:nvPr>
        </p:nvSpPr>
        <p:spPr>
          <a:xfrm>
            <a:off x="642883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31" name="Text Placeholder 3" descr="Row 3, text box 5">
            <a:extLst>
              <a:ext uri="{FF2B5EF4-FFF2-40B4-BE49-F238E27FC236}">
                <a16:creationId xmlns:a16="http://schemas.microsoft.com/office/drawing/2014/main" id="{6EA6D41F-30CE-1443-9F1F-896A2907ECBD}"/>
              </a:ext>
            </a:extLst>
          </p:cNvPr>
          <p:cNvSpPr>
            <a:spLocks noGrp="1"/>
          </p:cNvSpPr>
          <p:nvPr>
            <p:ph type="body" sz="quarter" idx="27" hasCustomPrompt="1"/>
          </p:nvPr>
        </p:nvSpPr>
        <p:spPr>
          <a:xfrm>
            <a:off x="8200095"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33" name="Text Placeholder 3" descr="Row 3, text box 6">
            <a:extLst>
              <a:ext uri="{FF2B5EF4-FFF2-40B4-BE49-F238E27FC236}">
                <a16:creationId xmlns:a16="http://schemas.microsoft.com/office/drawing/2014/main" id="{62388AAB-5BA2-4747-B0D0-B11DA9195125}"/>
              </a:ext>
            </a:extLst>
          </p:cNvPr>
          <p:cNvSpPr>
            <a:spLocks noGrp="1"/>
          </p:cNvSpPr>
          <p:nvPr>
            <p:ph type="body" sz="quarter" idx="28" hasCustomPrompt="1"/>
          </p:nvPr>
        </p:nvSpPr>
        <p:spPr>
          <a:xfrm>
            <a:off x="997135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24" name="page number">
            <a:extLst>
              <a:ext uri="{FF2B5EF4-FFF2-40B4-BE49-F238E27FC236}">
                <a16:creationId xmlns:a16="http://schemas.microsoft.com/office/drawing/2014/main" id="{D09494D0-773E-A04D-BC5F-65AA87B8246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cxnSp>
        <p:nvCxnSpPr>
          <p:cNvPr id="23" name="Straight Connector 22">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userDrawn="1"/>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userDrawn="1"/>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userDrawn="1"/>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userDrawn="1"/>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2" name="page number">
            <a:extLst>
              <a:ext uri="{FF2B5EF4-FFF2-40B4-BE49-F238E27FC236}">
                <a16:creationId xmlns:a16="http://schemas.microsoft.com/office/drawing/2014/main" id="{D09494D0-773E-A04D-BC5F-65AA87B8246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742928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wo-Content Balanced with 4 Item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dirty="0"/>
              <a:t>Click to Add One Line Title</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2"/>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Text Placeholder 4">
            <a:extLst>
              <a:ext uri="{FF2B5EF4-FFF2-40B4-BE49-F238E27FC236}">
                <a16:creationId xmlns:a16="http://schemas.microsoft.com/office/drawing/2014/main" id="{BEC064C4-3E9E-B246-ACD5-2D012920B654}"/>
              </a:ext>
            </a:extLst>
          </p:cNvPr>
          <p:cNvSpPr>
            <a:spLocks noGrp="1"/>
          </p:cNvSpPr>
          <p:nvPr>
            <p:ph type="body" sz="quarter" idx="27" hasCustomPrompt="1"/>
          </p:nvPr>
        </p:nvSpPr>
        <p:spPr>
          <a:xfrm>
            <a:off x="556590" y="1665027"/>
            <a:ext cx="3551385" cy="4343400"/>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vl6pPr>
              <a:defRPr lang="en-US" dirty="0"/>
            </a:lvl6pPr>
            <a:lvl7pPr>
              <a:defRPr lang="en-US" dirty="0"/>
            </a:lvl7pPr>
            <a:lvl8pPr>
              <a:defRPr lang="en-US" dirty="0"/>
            </a:lvl8pPr>
            <a:lvl9pPr>
              <a:defRPr lang="en-US" dirty="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 Seventh level</a:t>
            </a:r>
          </a:p>
          <a:p>
            <a:pPr lvl="7"/>
            <a:r>
              <a:rPr lang="en-US" dirty="0"/>
              <a:t> Eighth level</a:t>
            </a:r>
          </a:p>
          <a:p>
            <a:pPr lvl="8"/>
            <a:r>
              <a:rPr lang="en-US" dirty="0"/>
              <a:t>Ninth level</a:t>
            </a:r>
          </a:p>
        </p:txBody>
      </p:sp>
      <p:cxnSp>
        <p:nvCxnSpPr>
          <p:cNvPr id="19" name="Straight Connector 18">
            <a:extLst>
              <a:ext uri="{FF2B5EF4-FFF2-40B4-BE49-F238E27FC236}">
                <a16:creationId xmlns:a16="http://schemas.microsoft.com/office/drawing/2014/main" id="{B9D231B6-B665-5B4B-98D5-858F74779A9A}"/>
              </a:ext>
              <a:ext uri="{C183D7F6-B498-43B3-948B-1728B52AA6E4}">
                <adec:decorative xmlns:adec="http://schemas.microsoft.com/office/drawing/2017/decorative" val="1"/>
              </a:ext>
            </a:extLst>
          </p:cNvPr>
          <p:cNvCxnSpPr/>
          <p:nvPr userDrawn="1"/>
        </p:nvCxnSpPr>
        <p:spPr bwMode="gray">
          <a:xfrm>
            <a:off x="4566265" y="1718036"/>
            <a:ext cx="0" cy="3710608"/>
          </a:xfrm>
          <a:prstGeom prst="line">
            <a:avLst/>
          </a:prstGeom>
          <a:ln w="25400">
            <a:solidFill>
              <a:schemeClr val="tx1"/>
            </a:solidFill>
            <a:prstDash val="sysDot"/>
            <a:miter lim="800000"/>
            <a:tailEnd type="none"/>
          </a:ln>
        </p:spPr>
        <p:style>
          <a:lnRef idx="1">
            <a:schemeClr val="accent1"/>
          </a:lnRef>
          <a:fillRef idx="0">
            <a:schemeClr val="accent1"/>
          </a:fillRef>
          <a:effectRef idx="0">
            <a:schemeClr val="accent1"/>
          </a:effectRef>
          <a:fontRef idx="minor">
            <a:schemeClr val="tx1"/>
          </a:fontRef>
        </p:style>
      </p:cxnSp>
      <p:sp>
        <p:nvSpPr>
          <p:cNvPr id="12" name="Content Placeholder 3">
            <a:extLst>
              <a:ext uri="{FF2B5EF4-FFF2-40B4-BE49-F238E27FC236}">
                <a16:creationId xmlns:a16="http://schemas.microsoft.com/office/drawing/2014/main" id="{CD860A49-A98C-4F0E-AB34-4E13B89D5EBC}"/>
              </a:ext>
            </a:extLst>
          </p:cNvPr>
          <p:cNvSpPr>
            <a:spLocks noGrp="1"/>
          </p:cNvSpPr>
          <p:nvPr>
            <p:ph sz="quarter" idx="18"/>
          </p:nvPr>
        </p:nvSpPr>
        <p:spPr>
          <a:xfrm>
            <a:off x="4886408" y="1750485"/>
            <a:ext cx="1136591" cy="709301"/>
          </a:xfrm>
        </p:spPr>
        <p:txBody>
          <a:bodyPr lIns="0" rIns="594360"/>
          <a:lstStyle>
            <a:lvl1pPr>
              <a:defRPr sz="18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GB"/>
              <a:t>Click to edit Master text styles</a:t>
            </a:r>
          </a:p>
        </p:txBody>
      </p:sp>
      <p:sp>
        <p:nvSpPr>
          <p:cNvPr id="11" name="Content Placeholder 3">
            <a:extLst>
              <a:ext uri="{FF2B5EF4-FFF2-40B4-BE49-F238E27FC236}">
                <a16:creationId xmlns:a16="http://schemas.microsoft.com/office/drawing/2014/main" id="{3636B989-5405-7743-8C4B-6894A84D494C}"/>
              </a:ext>
            </a:extLst>
          </p:cNvPr>
          <p:cNvSpPr>
            <a:spLocks noGrp="1"/>
          </p:cNvSpPr>
          <p:nvPr>
            <p:ph sz="quarter" idx="20" hasCustomPrompt="1"/>
          </p:nvPr>
        </p:nvSpPr>
        <p:spPr>
          <a:xfrm>
            <a:off x="6165266" y="1750485"/>
            <a:ext cx="5455228" cy="709301"/>
          </a:xfrm>
        </p:spPr>
        <p:txBody>
          <a:bodyPr lIns="0" rIns="594360"/>
          <a:lstStyle>
            <a:lvl1pPr>
              <a:defRPr sz="1400" b="0">
                <a:solidFill>
                  <a:schemeClr val="accent5"/>
                </a:solidFill>
                <a:latin typeface="Arial" panose="020B0604020202020204" pitchFamily="34" charset="0"/>
              </a:defRPr>
            </a:lvl1pPr>
            <a:lvl2pPr>
              <a:defRPr sz="12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US" dirty="0"/>
              <a:t>Click to add text</a:t>
            </a:r>
          </a:p>
          <a:p>
            <a:pPr lvl="1"/>
            <a:r>
              <a:rPr lang="en-US" dirty="0"/>
              <a:t>Second level</a:t>
            </a:r>
          </a:p>
        </p:txBody>
      </p:sp>
      <p:sp>
        <p:nvSpPr>
          <p:cNvPr id="13" name="Content Placeholder 3">
            <a:extLst>
              <a:ext uri="{FF2B5EF4-FFF2-40B4-BE49-F238E27FC236}">
                <a16:creationId xmlns:a16="http://schemas.microsoft.com/office/drawing/2014/main" id="{8E5AB2B4-4B40-9E4B-88EE-A534B0D16E87}"/>
              </a:ext>
            </a:extLst>
          </p:cNvPr>
          <p:cNvSpPr>
            <a:spLocks noGrp="1"/>
          </p:cNvSpPr>
          <p:nvPr>
            <p:ph sz="quarter" idx="21"/>
          </p:nvPr>
        </p:nvSpPr>
        <p:spPr>
          <a:xfrm>
            <a:off x="4886408" y="2743933"/>
            <a:ext cx="1136591" cy="709301"/>
          </a:xfrm>
        </p:spPr>
        <p:txBody>
          <a:bodyPr lIns="0" rIns="594360"/>
          <a:lstStyle>
            <a:lvl1pPr>
              <a:defRPr sz="18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GB"/>
              <a:t>Click to edit Master text styles</a:t>
            </a:r>
          </a:p>
        </p:txBody>
      </p:sp>
      <p:sp>
        <p:nvSpPr>
          <p:cNvPr id="14" name="Content Placeholder 3">
            <a:extLst>
              <a:ext uri="{FF2B5EF4-FFF2-40B4-BE49-F238E27FC236}">
                <a16:creationId xmlns:a16="http://schemas.microsoft.com/office/drawing/2014/main" id="{EE3DDFE7-075F-F842-B0E7-0D71FBAC2C36}"/>
              </a:ext>
            </a:extLst>
          </p:cNvPr>
          <p:cNvSpPr>
            <a:spLocks noGrp="1"/>
          </p:cNvSpPr>
          <p:nvPr>
            <p:ph sz="quarter" idx="22" hasCustomPrompt="1"/>
          </p:nvPr>
        </p:nvSpPr>
        <p:spPr>
          <a:xfrm>
            <a:off x="6165266" y="2743933"/>
            <a:ext cx="5455228" cy="709301"/>
          </a:xfrm>
        </p:spPr>
        <p:txBody>
          <a:bodyPr lIns="0" rIns="594360"/>
          <a:lstStyle>
            <a:lvl1pPr>
              <a:defRPr sz="1400" b="0">
                <a:solidFill>
                  <a:schemeClr val="accent1"/>
                </a:solidFill>
                <a:latin typeface="Arial" panose="020B0604020202020204" pitchFamily="34" charset="0"/>
              </a:defRPr>
            </a:lvl1pPr>
            <a:lvl2pPr>
              <a:defRPr sz="12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US" dirty="0"/>
              <a:t>Click to add text</a:t>
            </a:r>
          </a:p>
          <a:p>
            <a:pPr lvl="1"/>
            <a:r>
              <a:rPr lang="en-US" dirty="0"/>
              <a:t>Second level</a:t>
            </a:r>
          </a:p>
        </p:txBody>
      </p:sp>
      <p:sp>
        <p:nvSpPr>
          <p:cNvPr id="15" name="Content Placeholder 3">
            <a:extLst>
              <a:ext uri="{FF2B5EF4-FFF2-40B4-BE49-F238E27FC236}">
                <a16:creationId xmlns:a16="http://schemas.microsoft.com/office/drawing/2014/main" id="{3CD5D980-E9FD-A743-B21C-35D97EFF78B6}"/>
              </a:ext>
            </a:extLst>
          </p:cNvPr>
          <p:cNvSpPr>
            <a:spLocks noGrp="1"/>
          </p:cNvSpPr>
          <p:nvPr>
            <p:ph sz="quarter" idx="23"/>
          </p:nvPr>
        </p:nvSpPr>
        <p:spPr>
          <a:xfrm>
            <a:off x="4886408" y="3727413"/>
            <a:ext cx="1136591" cy="709301"/>
          </a:xfrm>
        </p:spPr>
        <p:txBody>
          <a:bodyPr lIns="0" rIns="594360"/>
          <a:lstStyle>
            <a:lvl1pPr>
              <a:defRPr sz="18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GB"/>
              <a:t>Click to edit Master text styles</a:t>
            </a:r>
          </a:p>
        </p:txBody>
      </p:sp>
      <p:sp>
        <p:nvSpPr>
          <p:cNvPr id="16" name="Content Placeholder 3">
            <a:extLst>
              <a:ext uri="{FF2B5EF4-FFF2-40B4-BE49-F238E27FC236}">
                <a16:creationId xmlns:a16="http://schemas.microsoft.com/office/drawing/2014/main" id="{23ED76AC-9B3D-A24D-BAEE-275D30215215}"/>
              </a:ext>
            </a:extLst>
          </p:cNvPr>
          <p:cNvSpPr>
            <a:spLocks noGrp="1"/>
          </p:cNvSpPr>
          <p:nvPr>
            <p:ph sz="quarter" idx="24" hasCustomPrompt="1"/>
          </p:nvPr>
        </p:nvSpPr>
        <p:spPr>
          <a:xfrm>
            <a:off x="6165266" y="3727413"/>
            <a:ext cx="5455228" cy="709301"/>
          </a:xfrm>
        </p:spPr>
        <p:txBody>
          <a:bodyPr lIns="0" rIns="594360"/>
          <a:lstStyle>
            <a:lvl1pPr>
              <a:defRPr sz="1400" b="0" i="0">
                <a:solidFill>
                  <a:schemeClr val="accent2"/>
                </a:solidFill>
                <a:latin typeface="Arial" panose="020B0604020202020204" pitchFamily="34" charset="0"/>
              </a:defRPr>
            </a:lvl1pPr>
            <a:lvl2pPr>
              <a:defRPr sz="12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US" dirty="0"/>
              <a:t>Click to add text</a:t>
            </a:r>
          </a:p>
          <a:p>
            <a:pPr lvl="1"/>
            <a:r>
              <a:rPr lang="en-US" dirty="0"/>
              <a:t>Second level</a:t>
            </a:r>
          </a:p>
        </p:txBody>
      </p:sp>
      <p:sp>
        <p:nvSpPr>
          <p:cNvPr id="17" name="Content Placeholder 3">
            <a:extLst>
              <a:ext uri="{FF2B5EF4-FFF2-40B4-BE49-F238E27FC236}">
                <a16:creationId xmlns:a16="http://schemas.microsoft.com/office/drawing/2014/main" id="{6E328FCB-AD7A-0B48-84A3-BC75E4A968AC}"/>
              </a:ext>
            </a:extLst>
          </p:cNvPr>
          <p:cNvSpPr>
            <a:spLocks noGrp="1"/>
          </p:cNvSpPr>
          <p:nvPr>
            <p:ph sz="quarter" idx="25"/>
          </p:nvPr>
        </p:nvSpPr>
        <p:spPr>
          <a:xfrm>
            <a:off x="4886408" y="4693800"/>
            <a:ext cx="1136591" cy="709301"/>
          </a:xfrm>
        </p:spPr>
        <p:txBody>
          <a:bodyPr lIns="0" rIns="594360"/>
          <a:lstStyle>
            <a:lvl1pPr>
              <a:defRPr sz="18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GB"/>
              <a:t>Click to edit Master text styles</a:t>
            </a:r>
          </a:p>
        </p:txBody>
      </p:sp>
      <p:sp>
        <p:nvSpPr>
          <p:cNvPr id="18" name="Content Placeholder 3">
            <a:extLst>
              <a:ext uri="{FF2B5EF4-FFF2-40B4-BE49-F238E27FC236}">
                <a16:creationId xmlns:a16="http://schemas.microsoft.com/office/drawing/2014/main" id="{C7E39CCE-D379-974E-B6F3-5D4820EF2F9B}"/>
              </a:ext>
            </a:extLst>
          </p:cNvPr>
          <p:cNvSpPr>
            <a:spLocks noGrp="1"/>
          </p:cNvSpPr>
          <p:nvPr>
            <p:ph sz="quarter" idx="26" hasCustomPrompt="1"/>
          </p:nvPr>
        </p:nvSpPr>
        <p:spPr>
          <a:xfrm>
            <a:off x="6165266" y="4693800"/>
            <a:ext cx="5455228" cy="709301"/>
          </a:xfrm>
        </p:spPr>
        <p:txBody>
          <a:bodyPr lIns="0" rIns="594360"/>
          <a:lstStyle>
            <a:lvl1pPr>
              <a:defRPr sz="1400" b="0" i="0">
                <a:solidFill>
                  <a:schemeClr val="accent4"/>
                </a:solidFill>
                <a:latin typeface="Arial" panose="020B0604020202020204" pitchFamily="34" charset="0"/>
              </a:defRPr>
            </a:lvl1pPr>
            <a:lvl2pPr>
              <a:defRPr sz="12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vl6pPr>
              <a:defRPr sz="1800">
                <a:solidFill>
                  <a:schemeClr val="tx2"/>
                </a:solidFill>
              </a:defRPr>
            </a:lvl6pPr>
            <a:lvl7pPr>
              <a:defRPr sz="1400">
                <a:solidFill>
                  <a:schemeClr val="tx2"/>
                </a:solidFill>
              </a:defRPr>
            </a:lvl7pPr>
            <a:lvl8pPr>
              <a:defRPr sz="1200">
                <a:solidFill>
                  <a:schemeClr val="tx2"/>
                </a:solidFill>
              </a:defRPr>
            </a:lvl8pPr>
            <a:lvl9pPr>
              <a:defRPr sz="1800">
                <a:solidFill>
                  <a:schemeClr val="tx2"/>
                </a:solidFill>
              </a:defRPr>
            </a:lvl9pPr>
          </a:lstStyle>
          <a:p>
            <a:pPr lvl="0"/>
            <a:r>
              <a:rPr lang="en-US" dirty="0"/>
              <a:t>Click to add text</a:t>
            </a:r>
          </a:p>
          <a:p>
            <a:pPr lvl="1"/>
            <a:r>
              <a:rPr lang="en-US" dirty="0"/>
              <a:t>Second level</a:t>
            </a:r>
          </a:p>
        </p:txBody>
      </p:sp>
      <p:sp>
        <p:nvSpPr>
          <p:cNvPr id="22" name="page number">
            <a:extLst>
              <a:ext uri="{FF2B5EF4-FFF2-40B4-BE49-F238E27FC236}">
                <a16:creationId xmlns:a16="http://schemas.microsoft.com/office/drawing/2014/main" id="{9061FB38-B1F1-AA4D-B978-CB2F5E5AA60D}"/>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704256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Three Icon - Horizontal">
    <p:spTree>
      <p:nvGrpSpPr>
        <p:cNvPr id="1" name=""/>
        <p:cNvGrpSpPr/>
        <p:nvPr/>
      </p:nvGrpSpPr>
      <p:grpSpPr>
        <a:xfrm>
          <a:off x="0" y="0"/>
          <a:ext cx="0" cy="0"/>
          <a:chOff x="0" y="0"/>
          <a:chExt cx="0" cy="0"/>
        </a:xfrm>
      </p:grpSpPr>
      <p:sp>
        <p:nvSpPr>
          <p:cNvPr id="2" name="!!Rectangle 15">
            <a:extLst>
              <a:ext uri="{FF2B5EF4-FFF2-40B4-BE49-F238E27FC236}">
                <a16:creationId xmlns:a16="http://schemas.microsoft.com/office/drawing/2014/main" id="{B17085B4-21A4-E37D-90E5-68BC409C5E34}"/>
              </a:ext>
              <a:ext uri="{C183D7F6-B498-43B3-948B-1728B52AA6E4}">
                <adec:decorative xmlns:adec="http://schemas.microsoft.com/office/drawing/2017/decorative" val="1"/>
              </a:ext>
            </a:extLst>
          </p:cNvPr>
          <p:cNvSpPr/>
          <p:nvPr userDrawn="1"/>
        </p:nvSpPr>
        <p:spPr>
          <a:xfrm>
            <a:off x="6094412" y="0"/>
            <a:ext cx="6094413" cy="6858000"/>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4" name="page number">
            <a:extLst>
              <a:ext uri="{FF2B5EF4-FFF2-40B4-BE49-F238E27FC236}">
                <a16:creationId xmlns:a16="http://schemas.microsoft.com/office/drawing/2014/main" id="{BE17F87B-8433-6C45-84D8-13DF5C0ADDB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4" name="!!TextBox 26">
            <a:extLst>
              <a:ext uri="{FF2B5EF4-FFF2-40B4-BE49-F238E27FC236}">
                <a16:creationId xmlns:a16="http://schemas.microsoft.com/office/drawing/2014/main" id="{1D95B6AF-2AF7-8F0A-0819-EE9A5EFB3E0E}"/>
              </a:ext>
            </a:extLst>
          </p:cNvPr>
          <p:cNvSpPr txBox="1"/>
          <p:nvPr userDrawn="1"/>
        </p:nvSpPr>
        <p:spPr>
          <a:xfrm>
            <a:off x="681419" y="3919264"/>
            <a:ext cx="4332506" cy="27687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3F3F3F"/>
                </a:solidFill>
                <a:effectLst/>
                <a:uLnTx/>
                <a:uFillTx/>
                <a:latin typeface="+mj-lt"/>
                <a:ea typeface="+mn-ea"/>
                <a:cs typeface="+mn-cs"/>
              </a:rPr>
              <a:t>Sub-title</a:t>
            </a:r>
          </a:p>
        </p:txBody>
      </p:sp>
      <p:cxnSp>
        <p:nvCxnSpPr>
          <p:cNvPr id="15" name="!!Straight Connector 6">
            <a:extLst>
              <a:ext uri="{FF2B5EF4-FFF2-40B4-BE49-F238E27FC236}">
                <a16:creationId xmlns:a16="http://schemas.microsoft.com/office/drawing/2014/main" id="{6074C606-0366-716A-252D-466372C9B17C}"/>
              </a:ext>
              <a:ext uri="{C183D7F6-B498-43B3-948B-1728B52AA6E4}">
                <adec:decorative xmlns:adec="http://schemas.microsoft.com/office/drawing/2017/decorative" val="1"/>
              </a:ext>
            </a:extLst>
          </p:cNvPr>
          <p:cNvCxnSpPr>
            <a:cxnSpLocks/>
          </p:cNvCxnSpPr>
          <p:nvPr userDrawn="1"/>
        </p:nvCxnSpPr>
        <p:spPr bwMode="gray">
          <a:xfrm>
            <a:off x="681418" y="3720041"/>
            <a:ext cx="4332507" cy="0"/>
          </a:xfrm>
          <a:prstGeom prst="line">
            <a:avLst/>
          </a:prstGeom>
          <a:solidFill>
            <a:schemeClr val="bg1"/>
          </a:solidFill>
          <a:ln w="25400">
            <a:solidFill>
              <a:schemeClr val="accent2">
                <a:alpha val="20000"/>
              </a:schemeClr>
            </a:solidFill>
            <a:miter lim="800000"/>
          </a:ln>
          <a:effectLst/>
        </p:spPr>
        <p:style>
          <a:lnRef idx="1">
            <a:schemeClr val="accent1"/>
          </a:lnRef>
          <a:fillRef idx="3">
            <a:schemeClr val="accent1"/>
          </a:fillRef>
          <a:effectRef idx="2">
            <a:schemeClr val="accent1"/>
          </a:effectRef>
          <a:fontRef idx="minor">
            <a:schemeClr val="lt1"/>
          </a:fontRef>
        </p:style>
      </p:cxnSp>
      <p:sp>
        <p:nvSpPr>
          <p:cNvPr id="16" name="!!TextBox 4">
            <a:extLst>
              <a:ext uri="{FF2B5EF4-FFF2-40B4-BE49-F238E27FC236}">
                <a16:creationId xmlns:a16="http://schemas.microsoft.com/office/drawing/2014/main" id="{565B18A3-329F-25A3-304C-20A0F76C0A78}"/>
              </a:ext>
            </a:extLst>
          </p:cNvPr>
          <p:cNvSpPr txBox="1">
            <a:spLocks/>
          </p:cNvSpPr>
          <p:nvPr userDrawn="1"/>
        </p:nvSpPr>
        <p:spPr>
          <a:xfrm>
            <a:off x="628113" y="2108124"/>
            <a:ext cx="4385812" cy="470898"/>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14400" rtl="0" eaLnBrk="1" latinLnBrk="0" hangingPunct="1">
              <a:lnSpc>
                <a:spcPct val="90000"/>
              </a:lnSpc>
              <a:spcBef>
                <a:spcPct val="0"/>
              </a:spcBef>
              <a:buNone/>
              <a:defRPr sz="2800" b="0" kern="1200">
                <a:solidFill>
                  <a:schemeClr val="accent2"/>
                </a:solidFill>
                <a:latin typeface="+mj-lt"/>
                <a:ea typeface="+mj-ea"/>
                <a:cs typeface="+mj-cs"/>
              </a:defRPr>
            </a:lvl1p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3400" b="0" i="0" u="none" strike="noStrike" kern="1200" cap="none" spc="0" normalizeH="0" baseline="0" noProof="0" dirty="0">
                <a:ln>
                  <a:noFill/>
                </a:ln>
                <a:solidFill>
                  <a:schemeClr val="accent2"/>
                </a:solidFill>
                <a:effectLst/>
                <a:uLnTx/>
                <a:uFillTx/>
                <a:latin typeface="+mj-lt"/>
                <a:ea typeface="+mj-ea"/>
                <a:cs typeface="+mj-cs"/>
              </a:rPr>
              <a:t>Title</a:t>
            </a:r>
          </a:p>
        </p:txBody>
      </p:sp>
      <p:sp>
        <p:nvSpPr>
          <p:cNvPr id="17" name="!! Oval Top">
            <a:extLst>
              <a:ext uri="{FF2B5EF4-FFF2-40B4-BE49-F238E27FC236}">
                <a16:creationId xmlns:a16="http://schemas.microsoft.com/office/drawing/2014/main" id="{D1525B54-BDD5-3465-7194-47B679639BA1}"/>
              </a:ext>
              <a:ext uri="{C183D7F6-B498-43B3-948B-1728B52AA6E4}">
                <adec:decorative xmlns:adec="http://schemas.microsoft.com/office/drawing/2017/decorative" val="1"/>
              </a:ext>
            </a:extLst>
          </p:cNvPr>
          <p:cNvSpPr/>
          <p:nvPr userDrawn="1"/>
        </p:nvSpPr>
        <p:spPr>
          <a:xfrm>
            <a:off x="5450991" y="2719433"/>
            <a:ext cx="1324173" cy="1324169"/>
          </a:xfrm>
          <a:prstGeom prst="ellipse">
            <a:avLst/>
          </a:prstGeom>
          <a:solidFill>
            <a:schemeClr val="bg1"/>
          </a:solidFill>
          <a:ln w="25400" cap="flat" cmpd="sng" algn="ctr">
            <a:solidFill>
              <a:schemeClr val="accent2"/>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8" name="!! Oval Top">
            <a:extLst>
              <a:ext uri="{FF2B5EF4-FFF2-40B4-BE49-F238E27FC236}">
                <a16:creationId xmlns:a16="http://schemas.microsoft.com/office/drawing/2014/main" id="{F9D64DDB-3FEC-6B78-E957-8C3D195F9BBD}"/>
              </a:ext>
              <a:ext uri="{C183D7F6-B498-43B3-948B-1728B52AA6E4}">
                <adec:decorative xmlns:adec="http://schemas.microsoft.com/office/drawing/2017/decorative" val="1"/>
              </a:ext>
            </a:extLst>
          </p:cNvPr>
          <p:cNvSpPr/>
          <p:nvPr userDrawn="1"/>
        </p:nvSpPr>
        <p:spPr>
          <a:xfrm>
            <a:off x="5450990" y="4481694"/>
            <a:ext cx="1324173" cy="1324169"/>
          </a:xfrm>
          <a:prstGeom prst="ellipse">
            <a:avLst/>
          </a:prstGeom>
          <a:solidFill>
            <a:schemeClr val="bg1"/>
          </a:solidFill>
          <a:ln w="25400" cap="flat" cmpd="sng" algn="ctr">
            <a:solidFill>
              <a:schemeClr val="accent4"/>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9" name="!! Oval Top">
            <a:extLst>
              <a:ext uri="{FF2B5EF4-FFF2-40B4-BE49-F238E27FC236}">
                <a16:creationId xmlns:a16="http://schemas.microsoft.com/office/drawing/2014/main" id="{8C2A440A-D958-872C-8B21-59C4B1ED2F21}"/>
              </a:ext>
              <a:ext uri="{C183D7F6-B498-43B3-948B-1728B52AA6E4}">
                <adec:decorative xmlns:adec="http://schemas.microsoft.com/office/drawing/2017/decorative" val="1"/>
              </a:ext>
            </a:extLst>
          </p:cNvPr>
          <p:cNvSpPr/>
          <p:nvPr userDrawn="1"/>
        </p:nvSpPr>
        <p:spPr>
          <a:xfrm>
            <a:off x="5450989" y="957172"/>
            <a:ext cx="1324173" cy="1324169"/>
          </a:xfrm>
          <a:prstGeom prst="ellipse">
            <a:avLst/>
          </a:prstGeom>
          <a:solidFill>
            <a:schemeClr val="bg1"/>
          </a:solidFill>
          <a:ln w="25400" cap="flat" cmpd="sng" algn="ctr">
            <a:solidFill>
              <a:schemeClr val="accent5"/>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20" name="Text Placeholder 17">
            <a:extLst>
              <a:ext uri="{FF2B5EF4-FFF2-40B4-BE49-F238E27FC236}">
                <a16:creationId xmlns:a16="http://schemas.microsoft.com/office/drawing/2014/main" id="{892EFECD-72D9-9D22-6801-BB2D920D8DCF}"/>
              </a:ext>
            </a:extLst>
          </p:cNvPr>
          <p:cNvSpPr>
            <a:spLocks noGrp="1"/>
          </p:cNvSpPr>
          <p:nvPr>
            <p:ph type="body" sz="quarter" idx="12" hasCustomPrompt="1"/>
          </p:nvPr>
        </p:nvSpPr>
        <p:spPr>
          <a:xfrm>
            <a:off x="7186099" y="2719433"/>
            <a:ext cx="4532442" cy="431800"/>
          </a:xfrm>
        </p:spPr>
        <p:txBody>
          <a:bodyPr/>
          <a:lstStyle>
            <a:lvl1pPr>
              <a:defRPr sz="2800">
                <a:solidFill>
                  <a:schemeClr val="accent2"/>
                </a:solidFill>
              </a:defRPr>
            </a:lvl1pPr>
            <a:lvl2pPr>
              <a:defRPr sz="2800"/>
            </a:lvl2pPr>
            <a:lvl3pPr>
              <a:defRPr sz="2800"/>
            </a:lvl3pPr>
            <a:lvl4pPr>
              <a:defRPr sz="2800"/>
            </a:lvl4pPr>
            <a:lvl5pPr>
              <a:defRPr sz="2800"/>
            </a:lvl5pPr>
          </a:lstStyle>
          <a:p>
            <a:pPr lvl="0"/>
            <a:r>
              <a:rPr lang="en-US" dirty="0"/>
              <a:t>Click to Edit</a:t>
            </a:r>
          </a:p>
        </p:txBody>
      </p:sp>
      <p:sp>
        <p:nvSpPr>
          <p:cNvPr id="21" name="Text Placeholder 19">
            <a:extLst>
              <a:ext uri="{FF2B5EF4-FFF2-40B4-BE49-F238E27FC236}">
                <a16:creationId xmlns:a16="http://schemas.microsoft.com/office/drawing/2014/main" id="{15809458-7263-AB1F-C12C-47354139D8B4}"/>
              </a:ext>
            </a:extLst>
          </p:cNvPr>
          <p:cNvSpPr>
            <a:spLocks noGrp="1"/>
          </p:cNvSpPr>
          <p:nvPr>
            <p:ph type="body" sz="quarter" idx="13"/>
          </p:nvPr>
        </p:nvSpPr>
        <p:spPr>
          <a:xfrm>
            <a:off x="7186099" y="3291127"/>
            <a:ext cx="4532442" cy="752475"/>
          </a:xfrm>
        </p:spPr>
        <p:txBody>
          <a:bodyPr/>
          <a:lstStyle>
            <a:lvl1pPr>
              <a:defRPr sz="1600"/>
            </a:lvl1pPr>
            <a:lvl2pPr marL="273050" indent="0">
              <a:buNone/>
              <a:defRPr/>
            </a:lvl2pPr>
          </a:lstStyle>
          <a:p>
            <a:pPr lvl="0"/>
            <a:r>
              <a:rPr lang="en-GB"/>
              <a:t>Click to edit Master text styles</a:t>
            </a:r>
          </a:p>
        </p:txBody>
      </p:sp>
      <p:sp>
        <p:nvSpPr>
          <p:cNvPr id="22" name="Text Placeholder 17">
            <a:extLst>
              <a:ext uri="{FF2B5EF4-FFF2-40B4-BE49-F238E27FC236}">
                <a16:creationId xmlns:a16="http://schemas.microsoft.com/office/drawing/2014/main" id="{9F21E455-F1E5-3058-4926-AD04FD3080F1}"/>
              </a:ext>
            </a:extLst>
          </p:cNvPr>
          <p:cNvSpPr>
            <a:spLocks noGrp="1"/>
          </p:cNvSpPr>
          <p:nvPr>
            <p:ph type="body" sz="quarter" idx="14" hasCustomPrompt="1"/>
          </p:nvPr>
        </p:nvSpPr>
        <p:spPr>
          <a:xfrm>
            <a:off x="7186099" y="962235"/>
            <a:ext cx="4532442" cy="431800"/>
          </a:xfrm>
        </p:spPr>
        <p:txBody>
          <a:bodyPr/>
          <a:lstStyle>
            <a:lvl1pPr>
              <a:defRPr sz="2800">
                <a:solidFill>
                  <a:schemeClr val="accent5"/>
                </a:solidFill>
              </a:defRPr>
            </a:lvl1pPr>
            <a:lvl2pPr>
              <a:defRPr sz="2800"/>
            </a:lvl2pPr>
            <a:lvl3pPr>
              <a:defRPr sz="2800"/>
            </a:lvl3pPr>
            <a:lvl4pPr>
              <a:defRPr sz="2800"/>
            </a:lvl4pPr>
            <a:lvl5pPr>
              <a:defRPr sz="2800"/>
            </a:lvl5pPr>
          </a:lstStyle>
          <a:p>
            <a:pPr lvl="0"/>
            <a:r>
              <a:rPr lang="en-US" dirty="0"/>
              <a:t>Click to Edit</a:t>
            </a:r>
          </a:p>
        </p:txBody>
      </p:sp>
      <p:sp>
        <p:nvSpPr>
          <p:cNvPr id="23" name="Text Placeholder 19">
            <a:extLst>
              <a:ext uri="{FF2B5EF4-FFF2-40B4-BE49-F238E27FC236}">
                <a16:creationId xmlns:a16="http://schemas.microsoft.com/office/drawing/2014/main" id="{E93DF45B-B013-B373-406D-D57DEBD6CA48}"/>
              </a:ext>
            </a:extLst>
          </p:cNvPr>
          <p:cNvSpPr>
            <a:spLocks noGrp="1"/>
          </p:cNvSpPr>
          <p:nvPr>
            <p:ph type="body" sz="quarter" idx="15"/>
          </p:nvPr>
        </p:nvSpPr>
        <p:spPr>
          <a:xfrm>
            <a:off x="7186099" y="1533929"/>
            <a:ext cx="4532442" cy="752475"/>
          </a:xfrm>
        </p:spPr>
        <p:txBody>
          <a:bodyPr/>
          <a:lstStyle>
            <a:lvl1pPr>
              <a:defRPr sz="1600"/>
            </a:lvl1pPr>
            <a:lvl2pPr marL="273050" indent="0">
              <a:buNone/>
              <a:defRPr/>
            </a:lvl2pPr>
          </a:lstStyle>
          <a:p>
            <a:pPr lvl="0"/>
            <a:r>
              <a:rPr lang="en-GB"/>
              <a:t>Click to edit Master text styles</a:t>
            </a:r>
          </a:p>
        </p:txBody>
      </p:sp>
      <p:sp>
        <p:nvSpPr>
          <p:cNvPr id="24" name="Text Placeholder 17">
            <a:extLst>
              <a:ext uri="{FF2B5EF4-FFF2-40B4-BE49-F238E27FC236}">
                <a16:creationId xmlns:a16="http://schemas.microsoft.com/office/drawing/2014/main" id="{B7AE2A4F-B38C-37A4-8FD8-92DCF6B79A76}"/>
              </a:ext>
            </a:extLst>
          </p:cNvPr>
          <p:cNvSpPr>
            <a:spLocks noGrp="1"/>
          </p:cNvSpPr>
          <p:nvPr>
            <p:ph type="body" sz="quarter" idx="16" hasCustomPrompt="1"/>
          </p:nvPr>
        </p:nvSpPr>
        <p:spPr>
          <a:xfrm>
            <a:off x="7186099" y="4487077"/>
            <a:ext cx="4532442" cy="431800"/>
          </a:xfrm>
        </p:spPr>
        <p:txBody>
          <a:bodyPr/>
          <a:lstStyle>
            <a:lvl1pPr>
              <a:defRPr sz="2800">
                <a:solidFill>
                  <a:schemeClr val="accent4">
                    <a:lumMod val="75000"/>
                  </a:schemeClr>
                </a:solidFill>
              </a:defRPr>
            </a:lvl1pPr>
            <a:lvl2pPr>
              <a:defRPr sz="2800"/>
            </a:lvl2pPr>
            <a:lvl3pPr>
              <a:defRPr sz="2800"/>
            </a:lvl3pPr>
            <a:lvl4pPr>
              <a:defRPr sz="2800"/>
            </a:lvl4pPr>
            <a:lvl5pPr>
              <a:defRPr sz="2800"/>
            </a:lvl5pPr>
          </a:lstStyle>
          <a:p>
            <a:pPr lvl="0"/>
            <a:r>
              <a:rPr lang="en-US" dirty="0"/>
              <a:t>Click to Edit</a:t>
            </a:r>
          </a:p>
        </p:txBody>
      </p:sp>
      <p:sp>
        <p:nvSpPr>
          <p:cNvPr id="25" name="Text Placeholder 19">
            <a:extLst>
              <a:ext uri="{FF2B5EF4-FFF2-40B4-BE49-F238E27FC236}">
                <a16:creationId xmlns:a16="http://schemas.microsoft.com/office/drawing/2014/main" id="{7FEE55BF-A065-35DB-818E-08E9B05CFA70}"/>
              </a:ext>
            </a:extLst>
          </p:cNvPr>
          <p:cNvSpPr>
            <a:spLocks noGrp="1"/>
          </p:cNvSpPr>
          <p:nvPr>
            <p:ph type="body" sz="quarter" idx="17"/>
          </p:nvPr>
        </p:nvSpPr>
        <p:spPr>
          <a:xfrm>
            <a:off x="7186099" y="5058771"/>
            <a:ext cx="4532442" cy="752475"/>
          </a:xfrm>
        </p:spPr>
        <p:txBody>
          <a:bodyPr/>
          <a:lstStyle>
            <a:lvl1pPr>
              <a:defRPr sz="1600"/>
            </a:lvl1pPr>
            <a:lvl2pPr marL="273050" indent="0">
              <a:buNone/>
              <a:defRPr/>
            </a:lvl2pPr>
          </a:lstStyle>
          <a:p>
            <a:pPr lvl="0"/>
            <a:r>
              <a:rPr lang="en-GB"/>
              <a:t>Click to edit Master text styles</a:t>
            </a:r>
          </a:p>
        </p:txBody>
      </p:sp>
    </p:spTree>
    <p:extLst>
      <p:ext uri="{BB962C8B-B14F-4D97-AF65-F5344CB8AC3E}">
        <p14:creationId xmlns:p14="http://schemas.microsoft.com/office/powerpoint/2010/main" val="223186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750"/>
                                        <p:tgtEl>
                                          <p:spTgt spid="19"/>
                                        </p:tgtEl>
                                      </p:cBhvr>
                                    </p:animEffect>
                                  </p:childTnLst>
                                </p:cTn>
                              </p:par>
                              <p:par>
                                <p:cTn id="8" presetID="6" presetClass="emph" presetSubtype="0" fill="hold" grpId="1" nodeType="withEffect">
                                  <p:stCondLst>
                                    <p:cond delay="0"/>
                                  </p:stCondLst>
                                  <p:childTnLst>
                                    <p:animScale>
                                      <p:cBhvr>
                                        <p:cTn id="9" dur="10" fill="hold"/>
                                        <p:tgtEl>
                                          <p:spTgt spid="19"/>
                                        </p:tgtEl>
                                      </p:cBhvr>
                                      <p:by x="1000" y="1000"/>
                                    </p:animScale>
                                  </p:childTnLst>
                                </p:cTn>
                              </p:par>
                              <p:par>
                                <p:cTn id="10" presetID="6" presetClass="emph" presetSubtype="0" accel="33333" decel="66667" fill="hold" grpId="2" nodeType="withEffect">
                                  <p:stCondLst>
                                    <p:cond delay="0"/>
                                  </p:stCondLst>
                                  <p:childTnLst>
                                    <p:animScale>
                                      <p:cBhvr>
                                        <p:cTn id="11" dur="750" fill="hold"/>
                                        <p:tgtEl>
                                          <p:spTgt spid="19"/>
                                        </p:tgtEl>
                                      </p:cBhvr>
                                      <p:by x="9999000" y="9999000"/>
                                    </p:animScale>
                                  </p:childTnLst>
                                </p:cTn>
                              </p:par>
                              <p:par>
                                <p:cTn id="12" presetID="10" presetClass="entr" presetSubtype="0"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750"/>
                                        <p:tgtEl>
                                          <p:spTgt spid="17"/>
                                        </p:tgtEl>
                                      </p:cBhvr>
                                    </p:animEffect>
                                  </p:childTnLst>
                                </p:cTn>
                              </p:par>
                              <p:par>
                                <p:cTn id="15" presetID="6" presetClass="emph" presetSubtype="0" fill="hold" grpId="1" nodeType="withEffect">
                                  <p:stCondLst>
                                    <p:cond delay="0"/>
                                  </p:stCondLst>
                                  <p:childTnLst>
                                    <p:animScale>
                                      <p:cBhvr>
                                        <p:cTn id="16" dur="10" fill="hold"/>
                                        <p:tgtEl>
                                          <p:spTgt spid="17"/>
                                        </p:tgtEl>
                                      </p:cBhvr>
                                      <p:by x="1000" y="1000"/>
                                    </p:animScale>
                                  </p:childTnLst>
                                </p:cTn>
                              </p:par>
                              <p:par>
                                <p:cTn id="17" presetID="6" presetClass="emph" presetSubtype="0" accel="33333" decel="66667" fill="hold" grpId="2" nodeType="withEffect">
                                  <p:stCondLst>
                                    <p:cond delay="0"/>
                                  </p:stCondLst>
                                  <p:childTnLst>
                                    <p:animScale>
                                      <p:cBhvr>
                                        <p:cTn id="18" dur="750" fill="hold"/>
                                        <p:tgtEl>
                                          <p:spTgt spid="17"/>
                                        </p:tgtEl>
                                      </p:cBhvr>
                                      <p:by x="9999000" y="9999000"/>
                                    </p:animScale>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750"/>
                                        <p:tgtEl>
                                          <p:spTgt spid="18"/>
                                        </p:tgtEl>
                                      </p:cBhvr>
                                    </p:animEffect>
                                  </p:childTnLst>
                                </p:cTn>
                              </p:par>
                              <p:par>
                                <p:cTn id="22" presetID="6" presetClass="emph" presetSubtype="0" fill="hold" grpId="1" nodeType="withEffect">
                                  <p:stCondLst>
                                    <p:cond delay="0"/>
                                  </p:stCondLst>
                                  <p:childTnLst>
                                    <p:animScale>
                                      <p:cBhvr>
                                        <p:cTn id="23" dur="10" fill="hold"/>
                                        <p:tgtEl>
                                          <p:spTgt spid="18"/>
                                        </p:tgtEl>
                                      </p:cBhvr>
                                      <p:by x="1000" y="1000"/>
                                    </p:animScale>
                                  </p:childTnLst>
                                </p:cTn>
                              </p:par>
                              <p:par>
                                <p:cTn id="24" presetID="6" presetClass="emph" presetSubtype="0" accel="33333" decel="66667" fill="hold" grpId="2" nodeType="withEffect">
                                  <p:stCondLst>
                                    <p:cond delay="0"/>
                                  </p:stCondLst>
                                  <p:childTnLst>
                                    <p:animScale>
                                      <p:cBhvr>
                                        <p:cTn id="25" dur="750" fill="hold"/>
                                        <p:tgtEl>
                                          <p:spTgt spid="18"/>
                                        </p:tgtEl>
                                      </p:cBhvr>
                                      <p:by x="9999000" y="9999000"/>
                                    </p:animScale>
                                  </p:childTnLst>
                                </p:cTn>
                              </p:par>
                            </p:childTnLst>
                          </p:cTn>
                        </p:par>
                      </p:childTnLst>
                    </p:cTn>
                  </p:par>
                  <p:par>
                    <p:cTn id="26" fill="hold">
                      <p:stCondLst>
                        <p:cond delay="indefinite"/>
                      </p:stCondLst>
                      <p:childTnLst>
                        <p:par>
                          <p:cTn id="27" fill="hold">
                            <p:stCondLst>
                              <p:cond delay="0"/>
                            </p:stCondLst>
                            <p:childTnLst>
                              <p:par>
                                <p:cTn id="28" presetID="2" presetClass="entr" presetSubtype="2" decel="20000" fill="hold" grpId="0" nodeType="clickEffect">
                                  <p:stCondLst>
                                    <p:cond delay="0"/>
                                  </p:stCondLst>
                                  <p:childTnLst>
                                    <p:set>
                                      <p:cBhvr>
                                        <p:cTn id="29" dur="1" fill="hold">
                                          <p:stCondLst>
                                            <p:cond delay="0"/>
                                          </p:stCondLst>
                                        </p:cTn>
                                        <p:tgtEl>
                                          <p:spTgt spid="22">
                                            <p:txEl>
                                              <p:pRg st="0" end="0"/>
                                            </p:txEl>
                                          </p:spTgt>
                                        </p:tgtEl>
                                        <p:attrNameLst>
                                          <p:attrName>style.visibility</p:attrName>
                                        </p:attrNameLst>
                                      </p:cBhvr>
                                      <p:to>
                                        <p:strVal val="visible"/>
                                      </p:to>
                                    </p:set>
                                    <p:anim calcmode="lin" valueType="num">
                                      <p:cBhvr additive="base">
                                        <p:cTn id="30"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22">
                                            <p:txEl>
                                              <p:pRg st="0" end="0"/>
                                            </p:txEl>
                                          </p:spTgt>
                                        </p:tgtEl>
                                        <p:attrNameLst>
                                          <p:attrName>ppt_y</p:attrName>
                                        </p:attrNameLst>
                                      </p:cBhvr>
                                      <p:tavLst>
                                        <p:tav tm="0">
                                          <p:val>
                                            <p:strVal val="#ppt_y"/>
                                          </p:val>
                                        </p:tav>
                                        <p:tav tm="100000">
                                          <p:val>
                                            <p:strVal val="#ppt_y"/>
                                          </p:val>
                                        </p:tav>
                                      </p:tavLst>
                                    </p:anim>
                                  </p:childTnLst>
                                </p:cTn>
                              </p:par>
                              <p:par>
                                <p:cTn id="32" presetID="2" presetClass="entr" presetSubtype="2" decel="20000" fill="hold" grpId="0" nodeType="withEffect">
                                  <p:stCondLst>
                                    <p:cond delay="0"/>
                                  </p:stCondLst>
                                  <p:childTnLst>
                                    <p:set>
                                      <p:cBhvr>
                                        <p:cTn id="33" dur="1" fill="hold">
                                          <p:stCondLst>
                                            <p:cond delay="0"/>
                                          </p:stCondLst>
                                        </p:cTn>
                                        <p:tgtEl>
                                          <p:spTgt spid="23">
                                            <p:txEl>
                                              <p:pRg st="0" end="0"/>
                                            </p:txEl>
                                          </p:spTgt>
                                        </p:tgtEl>
                                        <p:attrNameLst>
                                          <p:attrName>style.visibility</p:attrName>
                                        </p:attrNameLst>
                                      </p:cBhvr>
                                      <p:to>
                                        <p:strVal val="visible"/>
                                      </p:to>
                                    </p:set>
                                    <p:anim calcmode="lin" valueType="num">
                                      <p:cBhvr additive="base">
                                        <p:cTn id="34"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decel="20000" fill="hold" grpId="0" nodeType="clickEffect">
                                  <p:stCondLst>
                                    <p:cond delay="0"/>
                                  </p:stCondLst>
                                  <p:childTnLst>
                                    <p:set>
                                      <p:cBhvr>
                                        <p:cTn id="39" dur="1" fill="hold">
                                          <p:stCondLst>
                                            <p:cond delay="0"/>
                                          </p:stCondLst>
                                        </p:cTn>
                                        <p:tgtEl>
                                          <p:spTgt spid="20">
                                            <p:txEl>
                                              <p:pRg st="0" end="0"/>
                                            </p:txEl>
                                          </p:spTgt>
                                        </p:tgtEl>
                                        <p:attrNameLst>
                                          <p:attrName>style.visibility</p:attrName>
                                        </p:attrNameLst>
                                      </p:cBhvr>
                                      <p:to>
                                        <p:strVal val="visible"/>
                                      </p:to>
                                    </p:set>
                                    <p:anim calcmode="lin" valueType="num">
                                      <p:cBhvr additive="base">
                                        <p:cTn id="40" dur="5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20">
                                            <p:txEl>
                                              <p:pRg st="0" end="0"/>
                                            </p:txEl>
                                          </p:spTgt>
                                        </p:tgtEl>
                                        <p:attrNameLst>
                                          <p:attrName>ppt_y</p:attrName>
                                        </p:attrNameLst>
                                      </p:cBhvr>
                                      <p:tavLst>
                                        <p:tav tm="0">
                                          <p:val>
                                            <p:strVal val="#ppt_y"/>
                                          </p:val>
                                        </p:tav>
                                        <p:tav tm="100000">
                                          <p:val>
                                            <p:strVal val="#ppt_y"/>
                                          </p:val>
                                        </p:tav>
                                      </p:tavLst>
                                    </p:anim>
                                  </p:childTnLst>
                                </p:cTn>
                              </p:par>
                              <p:par>
                                <p:cTn id="42" presetID="2" presetClass="entr" presetSubtype="2" decel="20000" fill="hold" grpId="0" nodeType="withEffect">
                                  <p:stCondLst>
                                    <p:cond delay="0"/>
                                  </p:stCondLst>
                                  <p:childTnLst>
                                    <p:set>
                                      <p:cBhvr>
                                        <p:cTn id="43" dur="1" fill="hold">
                                          <p:stCondLst>
                                            <p:cond delay="0"/>
                                          </p:stCondLst>
                                        </p:cTn>
                                        <p:tgtEl>
                                          <p:spTgt spid="21">
                                            <p:txEl>
                                              <p:pRg st="0" end="0"/>
                                            </p:txEl>
                                          </p:spTgt>
                                        </p:tgtEl>
                                        <p:attrNameLst>
                                          <p:attrName>style.visibility</p:attrName>
                                        </p:attrNameLst>
                                      </p:cBhvr>
                                      <p:to>
                                        <p:strVal val="visible"/>
                                      </p:to>
                                    </p:set>
                                    <p:anim calcmode="lin" valueType="num">
                                      <p:cBhvr additive="base">
                                        <p:cTn id="44"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2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2" decel="20000" fill="hold" grpId="0" nodeType="clickEffect">
                                  <p:stCondLst>
                                    <p:cond delay="0"/>
                                  </p:stCondLst>
                                  <p:childTnLst>
                                    <p:set>
                                      <p:cBhvr>
                                        <p:cTn id="49" dur="1" fill="hold">
                                          <p:stCondLst>
                                            <p:cond delay="0"/>
                                          </p:stCondLst>
                                        </p:cTn>
                                        <p:tgtEl>
                                          <p:spTgt spid="24">
                                            <p:txEl>
                                              <p:pRg st="0" end="0"/>
                                            </p:txEl>
                                          </p:spTgt>
                                        </p:tgtEl>
                                        <p:attrNameLst>
                                          <p:attrName>style.visibility</p:attrName>
                                        </p:attrNameLst>
                                      </p:cBhvr>
                                      <p:to>
                                        <p:strVal val="visible"/>
                                      </p:to>
                                    </p:set>
                                    <p:anim calcmode="lin" valueType="num">
                                      <p:cBhvr additive="base">
                                        <p:cTn id="50" dur="5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24">
                                            <p:txEl>
                                              <p:pRg st="0" end="0"/>
                                            </p:txEl>
                                          </p:spTgt>
                                        </p:tgtEl>
                                        <p:attrNameLst>
                                          <p:attrName>ppt_y</p:attrName>
                                        </p:attrNameLst>
                                      </p:cBhvr>
                                      <p:tavLst>
                                        <p:tav tm="0">
                                          <p:val>
                                            <p:strVal val="#ppt_y"/>
                                          </p:val>
                                        </p:tav>
                                        <p:tav tm="100000">
                                          <p:val>
                                            <p:strVal val="#ppt_y"/>
                                          </p:val>
                                        </p:tav>
                                      </p:tavLst>
                                    </p:anim>
                                  </p:childTnLst>
                                </p:cTn>
                              </p:par>
                              <p:par>
                                <p:cTn id="52" presetID="2" presetClass="entr" presetSubtype="2" decel="20000" fill="hold" grpId="0" nodeType="withEffect">
                                  <p:stCondLst>
                                    <p:cond delay="0"/>
                                  </p:stCondLst>
                                  <p:childTnLst>
                                    <p:set>
                                      <p:cBhvr>
                                        <p:cTn id="53" dur="1" fill="hold">
                                          <p:stCondLst>
                                            <p:cond delay="0"/>
                                          </p:stCondLst>
                                        </p:cTn>
                                        <p:tgtEl>
                                          <p:spTgt spid="25">
                                            <p:txEl>
                                              <p:pRg st="0" end="0"/>
                                            </p:txEl>
                                          </p:spTgt>
                                        </p:tgtEl>
                                        <p:attrNameLst>
                                          <p:attrName>style.visibility</p:attrName>
                                        </p:attrNameLst>
                                      </p:cBhvr>
                                      <p:to>
                                        <p:strVal val="visible"/>
                                      </p:to>
                                    </p:set>
                                    <p:anim calcmode="lin" valueType="num">
                                      <p:cBhvr additive="base">
                                        <p:cTn id="54" dur="500" fill="hold"/>
                                        <p:tgtEl>
                                          <p:spTgt spid="25">
                                            <p:txEl>
                                              <p:pRg st="0" end="0"/>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2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17" grpId="2" animBg="1"/>
      <p:bldP spid="18" grpId="0" animBg="1"/>
      <p:bldP spid="18" grpId="1" animBg="1"/>
      <p:bldP spid="18" grpId="2" animBg="1"/>
      <p:bldP spid="19" grpId="0" animBg="1"/>
      <p:bldP spid="19" grpId="1" animBg="1"/>
      <p:bldP spid="19" grpId="2" animBg="1"/>
      <p:bldP spid="20" grpId="0" build="p">
        <p:tmplLst>
          <p:tmpl lvl="1">
            <p:tnLst>
              <p:par>
                <p:cTn presetID="2" presetClass="entr" presetSubtype="2" decel="20000" fill="hold" nodeType="click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build="p">
        <p:tmplLst>
          <p:tmpl lvl="1">
            <p:tnLst>
              <p:par>
                <p:cTn presetID="2" presetClass="entr" presetSubtype="2" decel="20000" fill="hold" nodeType="with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2" presetClass="entr" presetSubtype="2" decel="20000" fill="hold" nodeType="click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build="p">
        <p:tmplLst>
          <p:tmpl lvl="1">
            <p:tnLst>
              <p:par>
                <p:cTn presetID="2" presetClass="entr" presetSubtype="2" decel="20000" fill="hold" nodeType="with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2" decel="20000" fill="hold" nodeType="click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1+#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P spid="25" grpId="0" build="p">
        <p:tmplLst>
          <p:tmpl lvl="1">
            <p:tnLst>
              <p:par>
                <p:cTn presetID="2" presetClass="entr" presetSubtype="2" decel="20000" fill="hold" nodeType="withEffect">
                  <p:stCondLst>
                    <p:cond delay="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500" fill="hold"/>
                        <p:tgtEl>
                          <p:spTgt spid="25"/>
                        </p:tgtEl>
                        <p:attrNameLst>
                          <p:attrName>ppt_x</p:attrName>
                        </p:attrNameLst>
                      </p:cBhvr>
                      <p:tavLst>
                        <p:tav tm="0">
                          <p:val>
                            <p:strVal val="1+#ppt_w/2"/>
                          </p:val>
                        </p:tav>
                        <p:tav tm="100000">
                          <p:val>
                            <p:strVal val="#ppt_x"/>
                          </p:val>
                        </p:tav>
                      </p:tavLst>
                    </p:anim>
                    <p:anim calcmode="lin" valueType="num">
                      <p:cBhvr additive="base">
                        <p:cTn dur="500" fill="hold"/>
                        <p:tgtEl>
                          <p:spTgt spid="25"/>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1_Three Icon - Horizontal - Purple">
    <p:spTree>
      <p:nvGrpSpPr>
        <p:cNvPr id="1" name=""/>
        <p:cNvGrpSpPr/>
        <p:nvPr/>
      </p:nvGrpSpPr>
      <p:grpSpPr>
        <a:xfrm>
          <a:off x="0" y="0"/>
          <a:ext cx="0" cy="0"/>
          <a:chOff x="0" y="0"/>
          <a:chExt cx="0" cy="0"/>
        </a:xfrm>
      </p:grpSpPr>
      <p:sp>
        <p:nvSpPr>
          <p:cNvPr id="10" name="BKG Rectangle">
            <a:extLst>
              <a:ext uri="{FF2B5EF4-FFF2-40B4-BE49-F238E27FC236}">
                <a16:creationId xmlns:a16="http://schemas.microsoft.com/office/drawing/2014/main" id="{EEE2E3E4-09C5-48F7-AA0C-61C0C3FD24C2}"/>
              </a:ext>
              <a:ext uri="{C183D7F6-B498-43B3-948B-1728B52AA6E4}">
                <adec:decorative xmlns:adec="http://schemas.microsoft.com/office/drawing/2017/decorative" val="1"/>
              </a:ext>
            </a:extLst>
          </p:cNvPr>
          <p:cNvSpPr/>
          <p:nvPr userDrawn="1"/>
        </p:nvSpPr>
        <p:spPr>
          <a:xfrm>
            <a:off x="-4" y="0"/>
            <a:ext cx="6094413" cy="6858000"/>
          </a:xfrm>
          <a:prstGeom prst="rect">
            <a:avLst/>
          </a:prstGeom>
          <a:solidFill>
            <a:schemeClr val="accent5">
              <a:alpha val="4927"/>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 name="Title 1">
            <a:extLst>
              <a:ext uri="{FF2B5EF4-FFF2-40B4-BE49-F238E27FC236}">
                <a16:creationId xmlns:a16="http://schemas.microsoft.com/office/drawing/2014/main" id="{30A5567E-F548-4720-B611-7850ADCA900C}"/>
              </a:ext>
            </a:extLst>
          </p:cNvPr>
          <p:cNvSpPr>
            <a:spLocks noGrp="1"/>
          </p:cNvSpPr>
          <p:nvPr>
            <p:ph type="title"/>
          </p:nvPr>
        </p:nvSpPr>
        <p:spPr>
          <a:xfrm>
            <a:off x="667444" y="2376306"/>
            <a:ext cx="3630903" cy="2105388"/>
          </a:xfrm>
        </p:spPr>
        <p:txBody>
          <a:bodyPr wrap="square" anchor="ctr"/>
          <a:lstStyle>
            <a:lvl1pPr>
              <a:defRPr sz="3600">
                <a:solidFill>
                  <a:schemeClr val="accent5">
                    <a:lumMod val="75000"/>
                  </a:schemeClr>
                </a:solidFill>
              </a:defRPr>
            </a:lvl1pPr>
          </a:lstStyle>
          <a:p>
            <a:r>
              <a:rPr lang="en-GB"/>
              <a:t>Click to edit Master title style</a:t>
            </a:r>
            <a:endParaRPr lang="en-US" dirty="0"/>
          </a:p>
        </p:txBody>
      </p:sp>
      <p:sp>
        <p:nvSpPr>
          <p:cNvPr id="11" name="!! Oval Top">
            <a:extLst>
              <a:ext uri="{FF2B5EF4-FFF2-40B4-BE49-F238E27FC236}">
                <a16:creationId xmlns:a16="http://schemas.microsoft.com/office/drawing/2014/main" id="{B95A82A4-D00E-4BAE-97E0-52FA7B87C0D9}"/>
              </a:ext>
              <a:ext uri="{C183D7F6-B498-43B3-948B-1728B52AA6E4}">
                <adec:decorative xmlns:adec="http://schemas.microsoft.com/office/drawing/2017/decorative" val="1"/>
              </a:ext>
            </a:extLst>
          </p:cNvPr>
          <p:cNvSpPr/>
          <p:nvPr userDrawn="1"/>
        </p:nvSpPr>
        <p:spPr>
          <a:xfrm>
            <a:off x="5432325" y="2719433"/>
            <a:ext cx="1324173" cy="1324169"/>
          </a:xfrm>
          <a:prstGeom prst="ellipse">
            <a:avLst/>
          </a:prstGeom>
          <a:solidFill>
            <a:schemeClr val="bg1"/>
          </a:solidFill>
          <a:ln w="25400" cap="flat" cmpd="sng" algn="ctr">
            <a:solidFill>
              <a:schemeClr val="accent5"/>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2" name="!! Oval Top">
            <a:extLst>
              <a:ext uri="{FF2B5EF4-FFF2-40B4-BE49-F238E27FC236}">
                <a16:creationId xmlns:a16="http://schemas.microsoft.com/office/drawing/2014/main" id="{332FAD7F-A532-4557-9487-947B2391D066}"/>
              </a:ext>
              <a:ext uri="{C183D7F6-B498-43B3-948B-1728B52AA6E4}">
                <adec:decorative xmlns:adec="http://schemas.microsoft.com/office/drawing/2017/decorative" val="1"/>
              </a:ext>
            </a:extLst>
          </p:cNvPr>
          <p:cNvSpPr/>
          <p:nvPr userDrawn="1"/>
        </p:nvSpPr>
        <p:spPr>
          <a:xfrm>
            <a:off x="5432324" y="4481694"/>
            <a:ext cx="1324173" cy="1324169"/>
          </a:xfrm>
          <a:prstGeom prst="ellipse">
            <a:avLst/>
          </a:prstGeom>
          <a:solidFill>
            <a:schemeClr val="bg1"/>
          </a:solidFill>
          <a:ln w="25400" cap="flat" cmpd="sng" algn="ctr">
            <a:solidFill>
              <a:schemeClr val="accent5"/>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3" name="!! Oval Top">
            <a:extLst>
              <a:ext uri="{FF2B5EF4-FFF2-40B4-BE49-F238E27FC236}">
                <a16:creationId xmlns:a16="http://schemas.microsoft.com/office/drawing/2014/main" id="{5095E217-E63E-4FE6-9C8D-FB447A5BD47D}"/>
              </a:ext>
              <a:ext uri="{C183D7F6-B498-43B3-948B-1728B52AA6E4}">
                <adec:decorative xmlns:adec="http://schemas.microsoft.com/office/drawing/2017/decorative" val="1"/>
              </a:ext>
            </a:extLst>
          </p:cNvPr>
          <p:cNvSpPr/>
          <p:nvPr userDrawn="1"/>
        </p:nvSpPr>
        <p:spPr>
          <a:xfrm>
            <a:off x="5432323" y="957172"/>
            <a:ext cx="1324173" cy="1324169"/>
          </a:xfrm>
          <a:prstGeom prst="ellipse">
            <a:avLst/>
          </a:prstGeom>
          <a:solidFill>
            <a:schemeClr val="bg1"/>
          </a:solidFill>
          <a:ln w="25400" cap="flat" cmpd="sng" algn="ctr">
            <a:solidFill>
              <a:schemeClr val="accent5"/>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8" name="Text Placeholder 17">
            <a:extLst>
              <a:ext uri="{FF2B5EF4-FFF2-40B4-BE49-F238E27FC236}">
                <a16:creationId xmlns:a16="http://schemas.microsoft.com/office/drawing/2014/main" id="{A8557501-25C3-4809-A7FA-8635CEF681FE}"/>
              </a:ext>
            </a:extLst>
          </p:cNvPr>
          <p:cNvSpPr>
            <a:spLocks noGrp="1"/>
          </p:cNvSpPr>
          <p:nvPr>
            <p:ph type="body" sz="quarter" idx="12" hasCustomPrompt="1"/>
          </p:nvPr>
        </p:nvSpPr>
        <p:spPr>
          <a:xfrm>
            <a:off x="7167433" y="2719433"/>
            <a:ext cx="4532442" cy="431800"/>
          </a:xfrm>
        </p:spPr>
        <p:txBody>
          <a:bodyPr/>
          <a:lstStyle>
            <a:lvl1pPr>
              <a:defRPr sz="2800">
                <a:solidFill>
                  <a:schemeClr val="accent5"/>
                </a:solidFill>
              </a:defRPr>
            </a:lvl1pPr>
            <a:lvl2pPr>
              <a:defRPr sz="2800"/>
            </a:lvl2pPr>
            <a:lvl3pPr>
              <a:defRPr sz="2800"/>
            </a:lvl3pPr>
            <a:lvl4pPr>
              <a:defRPr sz="2800"/>
            </a:lvl4pPr>
            <a:lvl5pPr>
              <a:defRPr sz="2800"/>
            </a:lvl5pPr>
          </a:lstStyle>
          <a:p>
            <a:pPr lvl="0"/>
            <a:r>
              <a:rPr lang="en-US" dirty="0"/>
              <a:t>Click to Edit</a:t>
            </a:r>
          </a:p>
        </p:txBody>
      </p:sp>
      <p:sp>
        <p:nvSpPr>
          <p:cNvPr id="20" name="Text Placeholder 19">
            <a:extLst>
              <a:ext uri="{FF2B5EF4-FFF2-40B4-BE49-F238E27FC236}">
                <a16:creationId xmlns:a16="http://schemas.microsoft.com/office/drawing/2014/main" id="{2A7333B4-78E3-4DDB-AF65-D0BD9DDB0B13}"/>
              </a:ext>
            </a:extLst>
          </p:cNvPr>
          <p:cNvSpPr>
            <a:spLocks noGrp="1"/>
          </p:cNvSpPr>
          <p:nvPr>
            <p:ph type="body" sz="quarter" idx="13"/>
          </p:nvPr>
        </p:nvSpPr>
        <p:spPr>
          <a:xfrm>
            <a:off x="7167433" y="3291127"/>
            <a:ext cx="4532442" cy="752475"/>
          </a:xfrm>
        </p:spPr>
        <p:txBody>
          <a:bodyPr/>
          <a:lstStyle>
            <a:lvl1pPr>
              <a:defRPr sz="1600"/>
            </a:lvl1pPr>
            <a:lvl2pPr marL="273050" indent="0">
              <a:buNone/>
              <a:defRPr/>
            </a:lvl2pPr>
          </a:lstStyle>
          <a:p>
            <a:pPr lvl="0"/>
            <a:r>
              <a:rPr lang="en-GB"/>
              <a:t>Click to edit Master text styles</a:t>
            </a:r>
          </a:p>
        </p:txBody>
      </p:sp>
      <p:sp>
        <p:nvSpPr>
          <p:cNvPr id="21" name="Text Placeholder 17">
            <a:extLst>
              <a:ext uri="{FF2B5EF4-FFF2-40B4-BE49-F238E27FC236}">
                <a16:creationId xmlns:a16="http://schemas.microsoft.com/office/drawing/2014/main" id="{3A04C10E-4C0A-4F1C-AF4B-9368D6EEE1D5}"/>
              </a:ext>
            </a:extLst>
          </p:cNvPr>
          <p:cNvSpPr>
            <a:spLocks noGrp="1"/>
          </p:cNvSpPr>
          <p:nvPr>
            <p:ph type="body" sz="quarter" idx="14" hasCustomPrompt="1"/>
          </p:nvPr>
        </p:nvSpPr>
        <p:spPr>
          <a:xfrm>
            <a:off x="7167433" y="962235"/>
            <a:ext cx="4532442" cy="431800"/>
          </a:xfrm>
        </p:spPr>
        <p:txBody>
          <a:bodyPr/>
          <a:lstStyle>
            <a:lvl1pPr>
              <a:defRPr sz="2800">
                <a:solidFill>
                  <a:schemeClr val="accent5"/>
                </a:solidFill>
              </a:defRPr>
            </a:lvl1pPr>
            <a:lvl2pPr>
              <a:defRPr sz="2800"/>
            </a:lvl2pPr>
            <a:lvl3pPr>
              <a:defRPr sz="2800"/>
            </a:lvl3pPr>
            <a:lvl4pPr>
              <a:defRPr sz="2800"/>
            </a:lvl4pPr>
            <a:lvl5pPr>
              <a:defRPr sz="2800"/>
            </a:lvl5pPr>
          </a:lstStyle>
          <a:p>
            <a:pPr lvl="0"/>
            <a:r>
              <a:rPr lang="en-US" dirty="0"/>
              <a:t>Click to Edit</a:t>
            </a:r>
          </a:p>
        </p:txBody>
      </p:sp>
      <p:sp>
        <p:nvSpPr>
          <p:cNvPr id="22" name="Text Placeholder 19">
            <a:extLst>
              <a:ext uri="{FF2B5EF4-FFF2-40B4-BE49-F238E27FC236}">
                <a16:creationId xmlns:a16="http://schemas.microsoft.com/office/drawing/2014/main" id="{DCD08270-3B84-4C0F-9D4B-B8C9B4451C98}"/>
              </a:ext>
            </a:extLst>
          </p:cNvPr>
          <p:cNvSpPr>
            <a:spLocks noGrp="1"/>
          </p:cNvSpPr>
          <p:nvPr>
            <p:ph type="body" sz="quarter" idx="15"/>
          </p:nvPr>
        </p:nvSpPr>
        <p:spPr>
          <a:xfrm>
            <a:off x="7167433" y="1533929"/>
            <a:ext cx="4532442" cy="752475"/>
          </a:xfrm>
        </p:spPr>
        <p:txBody>
          <a:bodyPr/>
          <a:lstStyle>
            <a:lvl1pPr>
              <a:defRPr sz="1600"/>
            </a:lvl1pPr>
            <a:lvl2pPr marL="273050" indent="0">
              <a:buNone/>
              <a:defRPr/>
            </a:lvl2pPr>
          </a:lstStyle>
          <a:p>
            <a:pPr lvl="0"/>
            <a:r>
              <a:rPr lang="en-GB"/>
              <a:t>Click to edit Master text styles</a:t>
            </a:r>
          </a:p>
        </p:txBody>
      </p:sp>
      <p:sp>
        <p:nvSpPr>
          <p:cNvPr id="23" name="Text Placeholder 17">
            <a:extLst>
              <a:ext uri="{FF2B5EF4-FFF2-40B4-BE49-F238E27FC236}">
                <a16:creationId xmlns:a16="http://schemas.microsoft.com/office/drawing/2014/main" id="{EF8022DB-38FA-4981-80AA-7A1F41B2303D}"/>
              </a:ext>
            </a:extLst>
          </p:cNvPr>
          <p:cNvSpPr>
            <a:spLocks noGrp="1"/>
          </p:cNvSpPr>
          <p:nvPr>
            <p:ph type="body" sz="quarter" idx="16" hasCustomPrompt="1"/>
          </p:nvPr>
        </p:nvSpPr>
        <p:spPr>
          <a:xfrm>
            <a:off x="7167433" y="4487077"/>
            <a:ext cx="4532442" cy="431800"/>
          </a:xfrm>
        </p:spPr>
        <p:txBody>
          <a:bodyPr/>
          <a:lstStyle>
            <a:lvl1pPr>
              <a:defRPr sz="2800">
                <a:solidFill>
                  <a:schemeClr val="accent5"/>
                </a:solidFill>
              </a:defRPr>
            </a:lvl1pPr>
            <a:lvl2pPr>
              <a:defRPr sz="2800"/>
            </a:lvl2pPr>
            <a:lvl3pPr>
              <a:defRPr sz="2800"/>
            </a:lvl3pPr>
            <a:lvl4pPr>
              <a:defRPr sz="2800"/>
            </a:lvl4pPr>
            <a:lvl5pPr>
              <a:defRPr sz="2800"/>
            </a:lvl5pPr>
          </a:lstStyle>
          <a:p>
            <a:pPr lvl="0"/>
            <a:r>
              <a:rPr lang="en-US" dirty="0"/>
              <a:t>Click to Edit</a:t>
            </a:r>
          </a:p>
        </p:txBody>
      </p:sp>
      <p:sp>
        <p:nvSpPr>
          <p:cNvPr id="24" name="Text Placeholder 19">
            <a:extLst>
              <a:ext uri="{FF2B5EF4-FFF2-40B4-BE49-F238E27FC236}">
                <a16:creationId xmlns:a16="http://schemas.microsoft.com/office/drawing/2014/main" id="{B6DC575F-9A95-44E0-9909-8EAD3FF0D8C6}"/>
              </a:ext>
            </a:extLst>
          </p:cNvPr>
          <p:cNvSpPr>
            <a:spLocks noGrp="1"/>
          </p:cNvSpPr>
          <p:nvPr>
            <p:ph type="body" sz="quarter" idx="17"/>
          </p:nvPr>
        </p:nvSpPr>
        <p:spPr>
          <a:xfrm>
            <a:off x="7167433" y="5058771"/>
            <a:ext cx="4532442" cy="752475"/>
          </a:xfrm>
        </p:spPr>
        <p:txBody>
          <a:bodyPr/>
          <a:lstStyle>
            <a:lvl1pPr>
              <a:defRPr sz="1600"/>
            </a:lvl1pPr>
            <a:lvl2pPr marL="273050" indent="0">
              <a:buNone/>
              <a:defRPr/>
            </a:lvl2pPr>
          </a:lstStyle>
          <a:p>
            <a:pPr lvl="0"/>
            <a:r>
              <a:rPr lang="en-GB"/>
              <a:t>Click to edit Master text styles</a:t>
            </a:r>
          </a:p>
        </p:txBody>
      </p:sp>
      <p:sp>
        <p:nvSpPr>
          <p:cNvPr id="35" name="page number">
            <a:extLst>
              <a:ext uri="{FF2B5EF4-FFF2-40B4-BE49-F238E27FC236}">
                <a16:creationId xmlns:a16="http://schemas.microsoft.com/office/drawing/2014/main" id="{ED191B88-6C9A-C2BD-3C36-38C61A1EADA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Arial" panose="020B0604020202020204" pitchFamily="34" charset="0"/>
            </a:endParaRPr>
          </a:p>
        </p:txBody>
      </p:sp>
      <p:grpSp>
        <p:nvGrpSpPr>
          <p:cNvPr id="5" name="Graphic 8">
            <a:extLst>
              <a:ext uri="{FF2B5EF4-FFF2-40B4-BE49-F238E27FC236}">
                <a16:creationId xmlns:a16="http://schemas.microsoft.com/office/drawing/2014/main" id="{6BA86662-8169-AAF0-A3F0-CB5A0B312842}"/>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E2525186-F784-9B5A-A70E-3EA82CB899C8}"/>
                </a:ext>
              </a:extLst>
            </p:cNvPr>
            <p:cNvGrpSpPr/>
            <p:nvPr/>
          </p:nvGrpSpPr>
          <p:grpSpPr>
            <a:xfrm>
              <a:off x="745455" y="6594444"/>
              <a:ext cx="722662" cy="98475"/>
              <a:chOff x="745455" y="6594444"/>
              <a:chExt cx="722662" cy="98475"/>
            </a:xfrm>
            <a:solidFill>
              <a:srgbClr val="000000"/>
            </a:solidFill>
          </p:grpSpPr>
          <p:sp>
            <p:nvSpPr>
              <p:cNvPr id="25" name="Freeform 49">
                <a:extLst>
                  <a:ext uri="{FF2B5EF4-FFF2-40B4-BE49-F238E27FC236}">
                    <a16:creationId xmlns:a16="http://schemas.microsoft.com/office/drawing/2014/main" id="{A54E3871-3565-7B33-5957-068211F3749B}"/>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6" name="Freeform 50">
                <a:extLst>
                  <a:ext uri="{FF2B5EF4-FFF2-40B4-BE49-F238E27FC236}">
                    <a16:creationId xmlns:a16="http://schemas.microsoft.com/office/drawing/2014/main" id="{D4246DC1-3021-5AC0-AB95-7FCE49A522B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7" name="Freeform 51">
                <a:extLst>
                  <a:ext uri="{FF2B5EF4-FFF2-40B4-BE49-F238E27FC236}">
                    <a16:creationId xmlns:a16="http://schemas.microsoft.com/office/drawing/2014/main" id="{51D7E616-C7EE-30EC-E082-73FB60DEE60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8" name="Freeform 52">
                <a:extLst>
                  <a:ext uri="{FF2B5EF4-FFF2-40B4-BE49-F238E27FC236}">
                    <a16:creationId xmlns:a16="http://schemas.microsoft.com/office/drawing/2014/main" id="{BB968BD3-ADAA-5870-150F-B6A04933C575}"/>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9" name="Freeform 53">
                <a:extLst>
                  <a:ext uri="{FF2B5EF4-FFF2-40B4-BE49-F238E27FC236}">
                    <a16:creationId xmlns:a16="http://schemas.microsoft.com/office/drawing/2014/main" id="{B40FA98B-DCC3-3B07-8D19-133A3E63759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0" name="Freeform 54">
                <a:extLst>
                  <a:ext uri="{FF2B5EF4-FFF2-40B4-BE49-F238E27FC236}">
                    <a16:creationId xmlns:a16="http://schemas.microsoft.com/office/drawing/2014/main" id="{03AF07CE-086F-4B96-726C-1A76872EAF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31" name="Freeform 55">
                <a:extLst>
                  <a:ext uri="{FF2B5EF4-FFF2-40B4-BE49-F238E27FC236}">
                    <a16:creationId xmlns:a16="http://schemas.microsoft.com/office/drawing/2014/main" id="{432DEB24-1557-1C8C-D368-4EF690C3BB03}"/>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2" name="Freeform 56">
                <a:extLst>
                  <a:ext uri="{FF2B5EF4-FFF2-40B4-BE49-F238E27FC236}">
                    <a16:creationId xmlns:a16="http://schemas.microsoft.com/office/drawing/2014/main" id="{411AECA4-7145-94EE-6038-F58A7E516739}"/>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3" name="Freeform 57">
                <a:extLst>
                  <a:ext uri="{FF2B5EF4-FFF2-40B4-BE49-F238E27FC236}">
                    <a16:creationId xmlns:a16="http://schemas.microsoft.com/office/drawing/2014/main" id="{936296B4-3FD3-C785-87F7-560E5B2C2E29}"/>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4" name="Freeform 58">
                <a:extLst>
                  <a:ext uri="{FF2B5EF4-FFF2-40B4-BE49-F238E27FC236}">
                    <a16:creationId xmlns:a16="http://schemas.microsoft.com/office/drawing/2014/main" id="{24E5779D-8092-750B-5E6E-25172964BA99}"/>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7" name="Graphic 8">
              <a:extLst>
                <a:ext uri="{FF2B5EF4-FFF2-40B4-BE49-F238E27FC236}">
                  <a16:creationId xmlns:a16="http://schemas.microsoft.com/office/drawing/2014/main" id="{93369AB6-F65A-BD4A-097E-0132432D4CB5}"/>
                </a:ext>
              </a:extLst>
            </p:cNvPr>
            <p:cNvGrpSpPr/>
            <p:nvPr/>
          </p:nvGrpSpPr>
          <p:grpSpPr>
            <a:xfrm>
              <a:off x="265625" y="6323271"/>
              <a:ext cx="1249223" cy="190348"/>
              <a:chOff x="265625" y="6323271"/>
              <a:chExt cx="1249223" cy="190348"/>
            </a:xfrm>
            <a:solidFill>
              <a:srgbClr val="000000"/>
            </a:solidFill>
          </p:grpSpPr>
          <p:sp>
            <p:nvSpPr>
              <p:cNvPr id="8" name="Freeform 60">
                <a:extLst>
                  <a:ext uri="{FF2B5EF4-FFF2-40B4-BE49-F238E27FC236}">
                    <a16:creationId xmlns:a16="http://schemas.microsoft.com/office/drawing/2014/main" id="{1B7028E7-5607-C3FF-B707-EE81ACB4892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9" name="Freeform 61">
                <a:extLst>
                  <a:ext uri="{FF2B5EF4-FFF2-40B4-BE49-F238E27FC236}">
                    <a16:creationId xmlns:a16="http://schemas.microsoft.com/office/drawing/2014/main" id="{12D107A8-DE85-ACF0-3C67-2F320844F2B1}"/>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8D453B72-6198-4D25-FD3D-28D293C9488B}"/>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BAFF6053-79AF-A1B5-16C0-20AFB064D7E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5A1131A3-9C80-0343-D70F-C50686F9D592}"/>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46946097-27E4-D4A8-131D-759E4E4727F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9" name="Freeform 66">
                <a:extLst>
                  <a:ext uri="{FF2B5EF4-FFF2-40B4-BE49-F238E27FC236}">
                    <a16:creationId xmlns:a16="http://schemas.microsoft.com/office/drawing/2014/main" id="{A6F128C5-FDBB-0966-3231-F4977E609AF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4011737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750"/>
                                        <p:tgtEl>
                                          <p:spTgt spid="13"/>
                                        </p:tgtEl>
                                      </p:cBhvr>
                                    </p:animEffect>
                                  </p:childTnLst>
                                </p:cTn>
                              </p:par>
                              <p:par>
                                <p:cTn id="8" presetID="6" presetClass="emph" presetSubtype="0" fill="hold" grpId="1" nodeType="withEffect">
                                  <p:stCondLst>
                                    <p:cond delay="0"/>
                                  </p:stCondLst>
                                  <p:childTnLst>
                                    <p:animScale>
                                      <p:cBhvr>
                                        <p:cTn id="9" dur="10" fill="hold"/>
                                        <p:tgtEl>
                                          <p:spTgt spid="13"/>
                                        </p:tgtEl>
                                      </p:cBhvr>
                                      <p:by x="1000" y="1000"/>
                                    </p:animScale>
                                  </p:childTnLst>
                                </p:cTn>
                              </p:par>
                              <p:par>
                                <p:cTn id="10" presetID="6" presetClass="emph" presetSubtype="0" accel="33333" decel="66667" fill="hold" grpId="2" nodeType="withEffect">
                                  <p:stCondLst>
                                    <p:cond delay="0"/>
                                  </p:stCondLst>
                                  <p:childTnLst>
                                    <p:animScale>
                                      <p:cBhvr>
                                        <p:cTn id="11" dur="750" fill="hold"/>
                                        <p:tgtEl>
                                          <p:spTgt spid="13"/>
                                        </p:tgtEl>
                                      </p:cBhvr>
                                      <p:by x="9999000" y="9999000"/>
                                    </p:animScale>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750"/>
                                        <p:tgtEl>
                                          <p:spTgt spid="11"/>
                                        </p:tgtEl>
                                      </p:cBhvr>
                                    </p:animEffect>
                                  </p:childTnLst>
                                </p:cTn>
                              </p:par>
                              <p:par>
                                <p:cTn id="15" presetID="6" presetClass="emph" presetSubtype="0" fill="hold" grpId="1" nodeType="withEffect">
                                  <p:stCondLst>
                                    <p:cond delay="0"/>
                                  </p:stCondLst>
                                  <p:childTnLst>
                                    <p:animScale>
                                      <p:cBhvr>
                                        <p:cTn id="16" dur="10" fill="hold"/>
                                        <p:tgtEl>
                                          <p:spTgt spid="11"/>
                                        </p:tgtEl>
                                      </p:cBhvr>
                                      <p:by x="1000" y="1000"/>
                                    </p:animScale>
                                  </p:childTnLst>
                                </p:cTn>
                              </p:par>
                              <p:par>
                                <p:cTn id="17" presetID="6" presetClass="emph" presetSubtype="0" accel="33333" decel="66667" fill="hold" grpId="2" nodeType="withEffect">
                                  <p:stCondLst>
                                    <p:cond delay="0"/>
                                  </p:stCondLst>
                                  <p:childTnLst>
                                    <p:animScale>
                                      <p:cBhvr>
                                        <p:cTn id="18" dur="750" fill="hold"/>
                                        <p:tgtEl>
                                          <p:spTgt spid="11"/>
                                        </p:tgtEl>
                                      </p:cBhvr>
                                      <p:by x="9999000" y="9999000"/>
                                    </p:animScale>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50"/>
                                        <p:tgtEl>
                                          <p:spTgt spid="12"/>
                                        </p:tgtEl>
                                      </p:cBhvr>
                                    </p:animEffect>
                                  </p:childTnLst>
                                </p:cTn>
                              </p:par>
                              <p:par>
                                <p:cTn id="22" presetID="6" presetClass="emph" presetSubtype="0" fill="hold" grpId="1" nodeType="withEffect">
                                  <p:stCondLst>
                                    <p:cond delay="0"/>
                                  </p:stCondLst>
                                  <p:childTnLst>
                                    <p:animScale>
                                      <p:cBhvr>
                                        <p:cTn id="23" dur="10" fill="hold"/>
                                        <p:tgtEl>
                                          <p:spTgt spid="12"/>
                                        </p:tgtEl>
                                      </p:cBhvr>
                                      <p:by x="1000" y="1000"/>
                                    </p:animScale>
                                  </p:childTnLst>
                                </p:cTn>
                              </p:par>
                              <p:par>
                                <p:cTn id="24" presetID="6" presetClass="emph" presetSubtype="0" accel="33333" decel="66667" fill="hold" grpId="2" nodeType="withEffect">
                                  <p:stCondLst>
                                    <p:cond delay="0"/>
                                  </p:stCondLst>
                                  <p:childTnLst>
                                    <p:animScale>
                                      <p:cBhvr>
                                        <p:cTn id="25" dur="750" fill="hold"/>
                                        <p:tgtEl>
                                          <p:spTgt spid="12"/>
                                        </p:tgtEl>
                                      </p:cBhvr>
                                      <p:by x="9999000" y="9999000"/>
                                    </p:animScale>
                                  </p:childTnLst>
                                </p:cTn>
                              </p:par>
                            </p:childTnLst>
                          </p:cTn>
                        </p:par>
                      </p:childTnLst>
                    </p:cTn>
                  </p:par>
                  <p:par>
                    <p:cTn id="26" fill="hold">
                      <p:stCondLst>
                        <p:cond delay="indefinite"/>
                      </p:stCondLst>
                      <p:childTnLst>
                        <p:par>
                          <p:cTn id="27" fill="hold">
                            <p:stCondLst>
                              <p:cond delay="0"/>
                            </p:stCondLst>
                            <p:childTnLst>
                              <p:par>
                                <p:cTn id="28" presetID="2" presetClass="entr" presetSubtype="2" decel="20000" fill="hold" grpId="0" nodeType="clickEffect">
                                  <p:stCondLst>
                                    <p:cond delay="0"/>
                                  </p:stCondLst>
                                  <p:childTnLst>
                                    <p:set>
                                      <p:cBhvr>
                                        <p:cTn id="29" dur="1" fill="hold">
                                          <p:stCondLst>
                                            <p:cond delay="0"/>
                                          </p:stCondLst>
                                        </p:cTn>
                                        <p:tgtEl>
                                          <p:spTgt spid="21">
                                            <p:txEl>
                                              <p:pRg st="0" end="0"/>
                                            </p:txEl>
                                          </p:spTgt>
                                        </p:tgtEl>
                                        <p:attrNameLst>
                                          <p:attrName>style.visibility</p:attrName>
                                        </p:attrNameLst>
                                      </p:cBhvr>
                                      <p:to>
                                        <p:strVal val="visible"/>
                                      </p:to>
                                    </p:set>
                                    <p:anim calcmode="lin" valueType="num">
                                      <p:cBhvr additive="base">
                                        <p:cTn id="30"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21">
                                            <p:txEl>
                                              <p:pRg st="0" end="0"/>
                                            </p:txEl>
                                          </p:spTgt>
                                        </p:tgtEl>
                                        <p:attrNameLst>
                                          <p:attrName>ppt_y</p:attrName>
                                        </p:attrNameLst>
                                      </p:cBhvr>
                                      <p:tavLst>
                                        <p:tav tm="0">
                                          <p:val>
                                            <p:strVal val="#ppt_y"/>
                                          </p:val>
                                        </p:tav>
                                        <p:tav tm="100000">
                                          <p:val>
                                            <p:strVal val="#ppt_y"/>
                                          </p:val>
                                        </p:tav>
                                      </p:tavLst>
                                    </p:anim>
                                  </p:childTnLst>
                                </p:cTn>
                              </p:par>
                              <p:par>
                                <p:cTn id="32" presetID="2" presetClass="entr" presetSubtype="2" decel="20000" fill="hold" grpId="0" nodeType="withEffect">
                                  <p:stCondLst>
                                    <p:cond delay="0"/>
                                  </p:stCondLst>
                                  <p:childTnLst>
                                    <p:set>
                                      <p:cBhvr>
                                        <p:cTn id="33" dur="1" fill="hold">
                                          <p:stCondLst>
                                            <p:cond delay="0"/>
                                          </p:stCondLst>
                                        </p:cTn>
                                        <p:tgtEl>
                                          <p:spTgt spid="22">
                                            <p:txEl>
                                              <p:pRg st="0" end="0"/>
                                            </p:txEl>
                                          </p:spTgt>
                                        </p:tgtEl>
                                        <p:attrNameLst>
                                          <p:attrName>style.visibility</p:attrName>
                                        </p:attrNameLst>
                                      </p:cBhvr>
                                      <p:to>
                                        <p:strVal val="visible"/>
                                      </p:to>
                                    </p:set>
                                    <p:anim calcmode="lin" valueType="num">
                                      <p:cBhvr additive="base">
                                        <p:cTn id="34"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decel="20000" fill="hold" grpId="0" nodeType="clickEffect">
                                  <p:stCondLst>
                                    <p:cond delay="0"/>
                                  </p:stCondLst>
                                  <p:childTnLst>
                                    <p:set>
                                      <p:cBhvr>
                                        <p:cTn id="39" dur="1" fill="hold">
                                          <p:stCondLst>
                                            <p:cond delay="0"/>
                                          </p:stCondLst>
                                        </p:cTn>
                                        <p:tgtEl>
                                          <p:spTgt spid="18">
                                            <p:txEl>
                                              <p:pRg st="0" end="0"/>
                                            </p:txEl>
                                          </p:spTgt>
                                        </p:tgtEl>
                                        <p:attrNameLst>
                                          <p:attrName>style.visibility</p:attrName>
                                        </p:attrNameLst>
                                      </p:cBhvr>
                                      <p:to>
                                        <p:strVal val="visible"/>
                                      </p:to>
                                    </p:set>
                                    <p:anim calcmode="lin" valueType="num">
                                      <p:cBhvr additive="base">
                                        <p:cTn id="40"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18">
                                            <p:txEl>
                                              <p:pRg st="0" end="0"/>
                                            </p:txEl>
                                          </p:spTgt>
                                        </p:tgtEl>
                                        <p:attrNameLst>
                                          <p:attrName>ppt_y</p:attrName>
                                        </p:attrNameLst>
                                      </p:cBhvr>
                                      <p:tavLst>
                                        <p:tav tm="0">
                                          <p:val>
                                            <p:strVal val="#ppt_y"/>
                                          </p:val>
                                        </p:tav>
                                        <p:tav tm="100000">
                                          <p:val>
                                            <p:strVal val="#ppt_y"/>
                                          </p:val>
                                        </p:tav>
                                      </p:tavLst>
                                    </p:anim>
                                  </p:childTnLst>
                                </p:cTn>
                              </p:par>
                              <p:par>
                                <p:cTn id="42" presetID="2" presetClass="entr" presetSubtype="2" decel="20000" fill="hold" grpId="0" nodeType="withEffect">
                                  <p:stCondLst>
                                    <p:cond delay="0"/>
                                  </p:stCondLst>
                                  <p:childTnLst>
                                    <p:set>
                                      <p:cBhvr>
                                        <p:cTn id="43" dur="1" fill="hold">
                                          <p:stCondLst>
                                            <p:cond delay="0"/>
                                          </p:stCondLst>
                                        </p:cTn>
                                        <p:tgtEl>
                                          <p:spTgt spid="20">
                                            <p:txEl>
                                              <p:pRg st="0" end="0"/>
                                            </p:txEl>
                                          </p:spTgt>
                                        </p:tgtEl>
                                        <p:attrNameLst>
                                          <p:attrName>style.visibility</p:attrName>
                                        </p:attrNameLst>
                                      </p:cBhvr>
                                      <p:to>
                                        <p:strVal val="visible"/>
                                      </p:to>
                                    </p:set>
                                    <p:anim calcmode="lin" valueType="num">
                                      <p:cBhvr additive="base">
                                        <p:cTn id="44" dur="5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2" decel="20000" fill="hold" grpId="0" nodeType="clickEffect">
                                  <p:stCondLst>
                                    <p:cond delay="0"/>
                                  </p:stCondLst>
                                  <p:childTnLst>
                                    <p:set>
                                      <p:cBhvr>
                                        <p:cTn id="49" dur="1" fill="hold">
                                          <p:stCondLst>
                                            <p:cond delay="0"/>
                                          </p:stCondLst>
                                        </p:cTn>
                                        <p:tgtEl>
                                          <p:spTgt spid="23">
                                            <p:txEl>
                                              <p:pRg st="0" end="0"/>
                                            </p:txEl>
                                          </p:spTgt>
                                        </p:tgtEl>
                                        <p:attrNameLst>
                                          <p:attrName>style.visibility</p:attrName>
                                        </p:attrNameLst>
                                      </p:cBhvr>
                                      <p:to>
                                        <p:strVal val="visible"/>
                                      </p:to>
                                    </p:set>
                                    <p:anim calcmode="lin" valueType="num">
                                      <p:cBhvr additive="base">
                                        <p:cTn id="50"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23">
                                            <p:txEl>
                                              <p:pRg st="0" end="0"/>
                                            </p:txEl>
                                          </p:spTgt>
                                        </p:tgtEl>
                                        <p:attrNameLst>
                                          <p:attrName>ppt_y</p:attrName>
                                        </p:attrNameLst>
                                      </p:cBhvr>
                                      <p:tavLst>
                                        <p:tav tm="0">
                                          <p:val>
                                            <p:strVal val="#ppt_y"/>
                                          </p:val>
                                        </p:tav>
                                        <p:tav tm="100000">
                                          <p:val>
                                            <p:strVal val="#ppt_y"/>
                                          </p:val>
                                        </p:tav>
                                      </p:tavLst>
                                    </p:anim>
                                  </p:childTnLst>
                                </p:cTn>
                              </p:par>
                              <p:par>
                                <p:cTn id="52" presetID="2" presetClass="entr" presetSubtype="2" decel="20000" fill="hold" grpId="0" nodeType="withEffect">
                                  <p:stCondLst>
                                    <p:cond delay="0"/>
                                  </p:stCondLst>
                                  <p:childTnLst>
                                    <p:set>
                                      <p:cBhvr>
                                        <p:cTn id="53" dur="1" fill="hold">
                                          <p:stCondLst>
                                            <p:cond delay="0"/>
                                          </p:stCondLst>
                                        </p:cTn>
                                        <p:tgtEl>
                                          <p:spTgt spid="24">
                                            <p:txEl>
                                              <p:pRg st="0" end="0"/>
                                            </p:txEl>
                                          </p:spTgt>
                                        </p:tgtEl>
                                        <p:attrNameLst>
                                          <p:attrName>style.visibility</p:attrName>
                                        </p:attrNameLst>
                                      </p:cBhvr>
                                      <p:to>
                                        <p:strVal val="visible"/>
                                      </p:to>
                                    </p:set>
                                    <p:anim calcmode="lin" valueType="num">
                                      <p:cBhvr additive="base">
                                        <p:cTn id="54" dur="5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2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P spid="12" grpId="0" animBg="1"/>
      <p:bldP spid="12" grpId="1" animBg="1"/>
      <p:bldP spid="12" grpId="2" animBg="1"/>
      <p:bldP spid="13" grpId="0" animBg="1"/>
      <p:bldP spid="13" grpId="1" animBg="1"/>
      <p:bldP spid="13" grpId="2" animBg="1"/>
      <p:bldP spid="18" grpId="0" build="p">
        <p:tmplLst>
          <p:tmpl lvl="1">
            <p:tnLst>
              <p:par>
                <p:cTn presetID="2" presetClass="entr" presetSubtype="2" decel="20000" fill="hold" nodeType="click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 presetClass="entr" presetSubtype="2" decel="2000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build="p">
        <p:tmplLst>
          <p:tmpl lvl="1">
            <p:tnLst>
              <p:par>
                <p:cTn presetID="2" presetClass="entr" presetSubtype="2" decel="20000" fill="hold" nodeType="click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2" presetClass="entr" presetSubtype="2" decel="2000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build="p">
        <p:tmplLst>
          <p:tmpl lvl="1">
            <p:tnLst>
              <p:par>
                <p:cTn presetID="2" presetClass="entr" presetSubtype="2" decel="20000" fill="hold" nodeType="click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2" decel="2000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1+#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hree Icon - Horizontal - Teal 2">
    <p:spTree>
      <p:nvGrpSpPr>
        <p:cNvPr id="1" name=""/>
        <p:cNvGrpSpPr/>
        <p:nvPr/>
      </p:nvGrpSpPr>
      <p:grpSpPr>
        <a:xfrm>
          <a:off x="0" y="0"/>
          <a:ext cx="0" cy="0"/>
          <a:chOff x="0" y="0"/>
          <a:chExt cx="0" cy="0"/>
        </a:xfrm>
      </p:grpSpPr>
      <p:sp>
        <p:nvSpPr>
          <p:cNvPr id="10" name="BKG Rectangle">
            <a:extLst>
              <a:ext uri="{FF2B5EF4-FFF2-40B4-BE49-F238E27FC236}">
                <a16:creationId xmlns:a16="http://schemas.microsoft.com/office/drawing/2014/main" id="{EEE2E3E4-09C5-48F7-AA0C-61C0C3FD24C2}"/>
              </a:ext>
              <a:ext uri="{C183D7F6-B498-43B3-948B-1728B52AA6E4}">
                <adec:decorative xmlns:adec="http://schemas.microsoft.com/office/drawing/2017/decorative" val="1"/>
              </a:ext>
            </a:extLst>
          </p:cNvPr>
          <p:cNvSpPr/>
          <p:nvPr userDrawn="1"/>
        </p:nvSpPr>
        <p:spPr>
          <a:xfrm>
            <a:off x="-4" y="0"/>
            <a:ext cx="6094413" cy="6858000"/>
          </a:xfrm>
          <a:prstGeom prst="rect">
            <a:avLst/>
          </a:prstGeom>
          <a:solidFill>
            <a:schemeClr val="accent2">
              <a:lumMod val="75000"/>
              <a:alpha val="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Title 1">
            <a:extLst>
              <a:ext uri="{FF2B5EF4-FFF2-40B4-BE49-F238E27FC236}">
                <a16:creationId xmlns:a16="http://schemas.microsoft.com/office/drawing/2014/main" id="{30A5567E-F548-4720-B611-7850ADCA900C}"/>
              </a:ext>
            </a:extLst>
          </p:cNvPr>
          <p:cNvSpPr>
            <a:spLocks noGrp="1"/>
          </p:cNvSpPr>
          <p:nvPr>
            <p:ph type="title"/>
          </p:nvPr>
        </p:nvSpPr>
        <p:spPr>
          <a:xfrm>
            <a:off x="667444" y="2376306"/>
            <a:ext cx="3630903" cy="2105388"/>
          </a:xfrm>
        </p:spPr>
        <p:txBody>
          <a:bodyPr wrap="square" anchor="ctr"/>
          <a:lstStyle>
            <a:lvl1pPr>
              <a:defRPr sz="3600">
                <a:solidFill>
                  <a:schemeClr val="accent2">
                    <a:lumMod val="75000"/>
                  </a:schemeClr>
                </a:solidFill>
              </a:defRPr>
            </a:lvl1pPr>
          </a:lstStyle>
          <a:p>
            <a:r>
              <a:rPr lang="en-GB"/>
              <a:t>Click to edit Master title style</a:t>
            </a:r>
            <a:endParaRPr lang="en-US" dirty="0"/>
          </a:p>
        </p:txBody>
      </p:sp>
      <p:sp>
        <p:nvSpPr>
          <p:cNvPr id="11" name="!! Oval Top">
            <a:extLst>
              <a:ext uri="{FF2B5EF4-FFF2-40B4-BE49-F238E27FC236}">
                <a16:creationId xmlns:a16="http://schemas.microsoft.com/office/drawing/2014/main" id="{B95A82A4-D00E-4BAE-97E0-52FA7B87C0D9}"/>
              </a:ext>
              <a:ext uri="{C183D7F6-B498-43B3-948B-1728B52AA6E4}">
                <adec:decorative xmlns:adec="http://schemas.microsoft.com/office/drawing/2017/decorative" val="1"/>
              </a:ext>
            </a:extLst>
          </p:cNvPr>
          <p:cNvSpPr/>
          <p:nvPr userDrawn="1"/>
        </p:nvSpPr>
        <p:spPr>
          <a:xfrm>
            <a:off x="5432325" y="2719433"/>
            <a:ext cx="1324173" cy="1324169"/>
          </a:xfrm>
          <a:prstGeom prst="ellipse">
            <a:avLst/>
          </a:prstGeom>
          <a:solidFill>
            <a:schemeClr val="bg1"/>
          </a:solidFill>
          <a:ln w="25400" cap="flat" cmpd="sng" algn="ctr">
            <a:solidFill>
              <a:schemeClr val="accent2"/>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2" name="!! Oval Top">
            <a:extLst>
              <a:ext uri="{FF2B5EF4-FFF2-40B4-BE49-F238E27FC236}">
                <a16:creationId xmlns:a16="http://schemas.microsoft.com/office/drawing/2014/main" id="{332FAD7F-A532-4557-9487-947B2391D066}"/>
              </a:ext>
              <a:ext uri="{C183D7F6-B498-43B3-948B-1728B52AA6E4}">
                <adec:decorative xmlns:adec="http://schemas.microsoft.com/office/drawing/2017/decorative" val="1"/>
              </a:ext>
            </a:extLst>
          </p:cNvPr>
          <p:cNvSpPr/>
          <p:nvPr userDrawn="1"/>
        </p:nvSpPr>
        <p:spPr>
          <a:xfrm>
            <a:off x="5432324" y="4481694"/>
            <a:ext cx="1324173" cy="1324169"/>
          </a:xfrm>
          <a:prstGeom prst="ellipse">
            <a:avLst/>
          </a:prstGeom>
          <a:solidFill>
            <a:schemeClr val="bg1"/>
          </a:solidFill>
          <a:ln w="25400" cap="flat" cmpd="sng" algn="ctr">
            <a:solidFill>
              <a:schemeClr val="accent2"/>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3" name="!! Oval Top">
            <a:extLst>
              <a:ext uri="{FF2B5EF4-FFF2-40B4-BE49-F238E27FC236}">
                <a16:creationId xmlns:a16="http://schemas.microsoft.com/office/drawing/2014/main" id="{5095E217-E63E-4FE6-9C8D-FB447A5BD47D}"/>
              </a:ext>
              <a:ext uri="{C183D7F6-B498-43B3-948B-1728B52AA6E4}">
                <adec:decorative xmlns:adec="http://schemas.microsoft.com/office/drawing/2017/decorative" val="1"/>
              </a:ext>
            </a:extLst>
          </p:cNvPr>
          <p:cNvSpPr/>
          <p:nvPr userDrawn="1"/>
        </p:nvSpPr>
        <p:spPr>
          <a:xfrm>
            <a:off x="5432323" y="957172"/>
            <a:ext cx="1324173" cy="1324169"/>
          </a:xfrm>
          <a:prstGeom prst="ellipse">
            <a:avLst/>
          </a:prstGeom>
          <a:solidFill>
            <a:schemeClr val="bg1"/>
          </a:solidFill>
          <a:ln w="25400" cap="flat" cmpd="sng" algn="ctr">
            <a:solidFill>
              <a:schemeClr val="accent2"/>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8" name="Text Placeholder 17">
            <a:extLst>
              <a:ext uri="{FF2B5EF4-FFF2-40B4-BE49-F238E27FC236}">
                <a16:creationId xmlns:a16="http://schemas.microsoft.com/office/drawing/2014/main" id="{A8557501-25C3-4809-A7FA-8635CEF681FE}"/>
              </a:ext>
            </a:extLst>
          </p:cNvPr>
          <p:cNvSpPr>
            <a:spLocks noGrp="1"/>
          </p:cNvSpPr>
          <p:nvPr>
            <p:ph type="body" sz="quarter" idx="12" hasCustomPrompt="1"/>
          </p:nvPr>
        </p:nvSpPr>
        <p:spPr>
          <a:xfrm>
            <a:off x="7167433" y="2719433"/>
            <a:ext cx="4532442" cy="431800"/>
          </a:xfrm>
        </p:spPr>
        <p:txBody>
          <a:bodyPr/>
          <a:lstStyle>
            <a:lvl1pPr>
              <a:defRPr sz="2800">
                <a:solidFill>
                  <a:schemeClr val="accent2"/>
                </a:solidFill>
              </a:defRPr>
            </a:lvl1pPr>
            <a:lvl2pPr>
              <a:defRPr sz="2800"/>
            </a:lvl2pPr>
            <a:lvl3pPr>
              <a:defRPr sz="2800"/>
            </a:lvl3pPr>
            <a:lvl4pPr>
              <a:defRPr sz="2800"/>
            </a:lvl4pPr>
            <a:lvl5pPr>
              <a:defRPr sz="2800"/>
            </a:lvl5pPr>
          </a:lstStyle>
          <a:p>
            <a:pPr lvl="0"/>
            <a:r>
              <a:rPr lang="en-US" dirty="0"/>
              <a:t>Click to Edit</a:t>
            </a:r>
          </a:p>
        </p:txBody>
      </p:sp>
      <p:sp>
        <p:nvSpPr>
          <p:cNvPr id="20" name="Text Placeholder 19">
            <a:extLst>
              <a:ext uri="{FF2B5EF4-FFF2-40B4-BE49-F238E27FC236}">
                <a16:creationId xmlns:a16="http://schemas.microsoft.com/office/drawing/2014/main" id="{2A7333B4-78E3-4DDB-AF65-D0BD9DDB0B13}"/>
              </a:ext>
            </a:extLst>
          </p:cNvPr>
          <p:cNvSpPr>
            <a:spLocks noGrp="1"/>
          </p:cNvSpPr>
          <p:nvPr>
            <p:ph type="body" sz="quarter" idx="13"/>
          </p:nvPr>
        </p:nvSpPr>
        <p:spPr>
          <a:xfrm>
            <a:off x="7167433" y="3291127"/>
            <a:ext cx="4532442" cy="752475"/>
          </a:xfrm>
        </p:spPr>
        <p:txBody>
          <a:bodyPr/>
          <a:lstStyle>
            <a:lvl1pPr>
              <a:defRPr sz="1600"/>
            </a:lvl1pPr>
            <a:lvl2pPr marL="273050" indent="0">
              <a:buNone/>
              <a:defRPr/>
            </a:lvl2pPr>
          </a:lstStyle>
          <a:p>
            <a:pPr lvl="0"/>
            <a:r>
              <a:rPr lang="en-GB"/>
              <a:t>Click to edit Master text styles</a:t>
            </a:r>
          </a:p>
        </p:txBody>
      </p:sp>
      <p:sp>
        <p:nvSpPr>
          <p:cNvPr id="21" name="Text Placeholder 17">
            <a:extLst>
              <a:ext uri="{FF2B5EF4-FFF2-40B4-BE49-F238E27FC236}">
                <a16:creationId xmlns:a16="http://schemas.microsoft.com/office/drawing/2014/main" id="{3A04C10E-4C0A-4F1C-AF4B-9368D6EEE1D5}"/>
              </a:ext>
            </a:extLst>
          </p:cNvPr>
          <p:cNvSpPr>
            <a:spLocks noGrp="1"/>
          </p:cNvSpPr>
          <p:nvPr>
            <p:ph type="body" sz="quarter" idx="14" hasCustomPrompt="1"/>
          </p:nvPr>
        </p:nvSpPr>
        <p:spPr>
          <a:xfrm>
            <a:off x="7167433" y="962235"/>
            <a:ext cx="4532442" cy="431800"/>
          </a:xfrm>
        </p:spPr>
        <p:txBody>
          <a:bodyPr/>
          <a:lstStyle>
            <a:lvl1pPr>
              <a:defRPr sz="2800">
                <a:solidFill>
                  <a:schemeClr val="accent2"/>
                </a:solidFill>
              </a:defRPr>
            </a:lvl1pPr>
            <a:lvl2pPr>
              <a:defRPr sz="2800"/>
            </a:lvl2pPr>
            <a:lvl3pPr>
              <a:defRPr sz="2800"/>
            </a:lvl3pPr>
            <a:lvl4pPr>
              <a:defRPr sz="2800"/>
            </a:lvl4pPr>
            <a:lvl5pPr>
              <a:defRPr sz="2800"/>
            </a:lvl5pPr>
          </a:lstStyle>
          <a:p>
            <a:pPr lvl="0"/>
            <a:r>
              <a:rPr lang="en-US" dirty="0"/>
              <a:t>Click to Edit</a:t>
            </a:r>
          </a:p>
        </p:txBody>
      </p:sp>
      <p:sp>
        <p:nvSpPr>
          <p:cNvPr id="22" name="Text Placeholder 19">
            <a:extLst>
              <a:ext uri="{FF2B5EF4-FFF2-40B4-BE49-F238E27FC236}">
                <a16:creationId xmlns:a16="http://schemas.microsoft.com/office/drawing/2014/main" id="{DCD08270-3B84-4C0F-9D4B-B8C9B4451C98}"/>
              </a:ext>
            </a:extLst>
          </p:cNvPr>
          <p:cNvSpPr>
            <a:spLocks noGrp="1"/>
          </p:cNvSpPr>
          <p:nvPr>
            <p:ph type="body" sz="quarter" idx="15"/>
          </p:nvPr>
        </p:nvSpPr>
        <p:spPr>
          <a:xfrm>
            <a:off x="7167433" y="1533929"/>
            <a:ext cx="4532442" cy="752475"/>
          </a:xfrm>
        </p:spPr>
        <p:txBody>
          <a:bodyPr/>
          <a:lstStyle>
            <a:lvl1pPr>
              <a:defRPr sz="1600"/>
            </a:lvl1pPr>
            <a:lvl2pPr marL="273050" indent="0">
              <a:buNone/>
              <a:defRPr/>
            </a:lvl2pPr>
          </a:lstStyle>
          <a:p>
            <a:pPr lvl="0"/>
            <a:r>
              <a:rPr lang="en-GB"/>
              <a:t>Click to edit Master text styles</a:t>
            </a:r>
          </a:p>
        </p:txBody>
      </p:sp>
      <p:sp>
        <p:nvSpPr>
          <p:cNvPr id="23" name="Text Placeholder 17">
            <a:extLst>
              <a:ext uri="{FF2B5EF4-FFF2-40B4-BE49-F238E27FC236}">
                <a16:creationId xmlns:a16="http://schemas.microsoft.com/office/drawing/2014/main" id="{EF8022DB-38FA-4981-80AA-7A1F41B2303D}"/>
              </a:ext>
            </a:extLst>
          </p:cNvPr>
          <p:cNvSpPr>
            <a:spLocks noGrp="1"/>
          </p:cNvSpPr>
          <p:nvPr>
            <p:ph type="body" sz="quarter" idx="16" hasCustomPrompt="1"/>
          </p:nvPr>
        </p:nvSpPr>
        <p:spPr>
          <a:xfrm>
            <a:off x="7167433" y="4487077"/>
            <a:ext cx="4532442" cy="431800"/>
          </a:xfrm>
        </p:spPr>
        <p:txBody>
          <a:bodyPr/>
          <a:lstStyle>
            <a:lvl1pPr>
              <a:defRPr sz="2800">
                <a:solidFill>
                  <a:schemeClr val="accent2"/>
                </a:solidFill>
              </a:defRPr>
            </a:lvl1pPr>
            <a:lvl2pPr>
              <a:defRPr sz="2800"/>
            </a:lvl2pPr>
            <a:lvl3pPr>
              <a:defRPr sz="2800"/>
            </a:lvl3pPr>
            <a:lvl4pPr>
              <a:defRPr sz="2800"/>
            </a:lvl4pPr>
            <a:lvl5pPr>
              <a:defRPr sz="2800"/>
            </a:lvl5pPr>
          </a:lstStyle>
          <a:p>
            <a:pPr lvl="0"/>
            <a:r>
              <a:rPr lang="en-US" dirty="0"/>
              <a:t>Click to Edit</a:t>
            </a:r>
          </a:p>
        </p:txBody>
      </p:sp>
      <p:sp>
        <p:nvSpPr>
          <p:cNvPr id="24" name="Text Placeholder 19">
            <a:extLst>
              <a:ext uri="{FF2B5EF4-FFF2-40B4-BE49-F238E27FC236}">
                <a16:creationId xmlns:a16="http://schemas.microsoft.com/office/drawing/2014/main" id="{B6DC575F-9A95-44E0-9909-8EAD3FF0D8C6}"/>
              </a:ext>
            </a:extLst>
          </p:cNvPr>
          <p:cNvSpPr>
            <a:spLocks noGrp="1"/>
          </p:cNvSpPr>
          <p:nvPr>
            <p:ph type="body" sz="quarter" idx="17"/>
          </p:nvPr>
        </p:nvSpPr>
        <p:spPr>
          <a:xfrm>
            <a:off x="7167433" y="5058771"/>
            <a:ext cx="4532442" cy="752475"/>
          </a:xfrm>
        </p:spPr>
        <p:txBody>
          <a:bodyPr/>
          <a:lstStyle>
            <a:lvl1pPr>
              <a:defRPr sz="1600"/>
            </a:lvl1pPr>
            <a:lvl2pPr marL="273050" indent="0">
              <a:buNone/>
              <a:defRPr/>
            </a:lvl2pPr>
          </a:lstStyle>
          <a:p>
            <a:pPr lvl="0"/>
            <a:r>
              <a:rPr lang="en-GB"/>
              <a:t>Click to edit Master text styles</a:t>
            </a:r>
          </a:p>
        </p:txBody>
      </p:sp>
      <p:sp>
        <p:nvSpPr>
          <p:cNvPr id="35" name="page number">
            <a:extLst>
              <a:ext uri="{FF2B5EF4-FFF2-40B4-BE49-F238E27FC236}">
                <a16:creationId xmlns:a16="http://schemas.microsoft.com/office/drawing/2014/main" id="{91E9769B-8BED-31C2-BCC5-5ED788A8862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Arial" panose="020B0604020202020204" pitchFamily="34" charset="0"/>
            </a:endParaRPr>
          </a:p>
        </p:txBody>
      </p:sp>
      <p:grpSp>
        <p:nvGrpSpPr>
          <p:cNvPr id="5" name="Graphic 8">
            <a:extLst>
              <a:ext uri="{FF2B5EF4-FFF2-40B4-BE49-F238E27FC236}">
                <a16:creationId xmlns:a16="http://schemas.microsoft.com/office/drawing/2014/main" id="{D0F9EA36-BB70-5313-044B-80807DA9CCD3}"/>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C2685E30-24AA-7761-80C0-48E5848DA42B}"/>
                </a:ext>
              </a:extLst>
            </p:cNvPr>
            <p:cNvGrpSpPr/>
            <p:nvPr/>
          </p:nvGrpSpPr>
          <p:grpSpPr>
            <a:xfrm>
              <a:off x="745455" y="6594444"/>
              <a:ext cx="722662" cy="98475"/>
              <a:chOff x="745455" y="6594444"/>
              <a:chExt cx="722662" cy="98475"/>
            </a:xfrm>
            <a:solidFill>
              <a:srgbClr val="000000"/>
            </a:solidFill>
          </p:grpSpPr>
          <p:sp>
            <p:nvSpPr>
              <p:cNvPr id="25" name="Freeform 49">
                <a:extLst>
                  <a:ext uri="{FF2B5EF4-FFF2-40B4-BE49-F238E27FC236}">
                    <a16:creationId xmlns:a16="http://schemas.microsoft.com/office/drawing/2014/main" id="{E99FBFD3-FC96-695C-66D3-862CB40AC301}"/>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6" name="Freeform 50">
                <a:extLst>
                  <a:ext uri="{FF2B5EF4-FFF2-40B4-BE49-F238E27FC236}">
                    <a16:creationId xmlns:a16="http://schemas.microsoft.com/office/drawing/2014/main" id="{6CDEBF1C-4273-612B-EE4B-68FA2CD80F6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7" name="Freeform 51">
                <a:extLst>
                  <a:ext uri="{FF2B5EF4-FFF2-40B4-BE49-F238E27FC236}">
                    <a16:creationId xmlns:a16="http://schemas.microsoft.com/office/drawing/2014/main" id="{0AFBAC62-9E83-6584-B456-AD66A2F13638}"/>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8" name="Freeform 52">
                <a:extLst>
                  <a:ext uri="{FF2B5EF4-FFF2-40B4-BE49-F238E27FC236}">
                    <a16:creationId xmlns:a16="http://schemas.microsoft.com/office/drawing/2014/main" id="{7AE67FF2-752E-D8BD-6B17-68A624B2764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9" name="Freeform 53">
                <a:extLst>
                  <a:ext uri="{FF2B5EF4-FFF2-40B4-BE49-F238E27FC236}">
                    <a16:creationId xmlns:a16="http://schemas.microsoft.com/office/drawing/2014/main" id="{F274C2D8-E9AD-F8CF-758D-E76DE4236FF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0" name="Freeform 54">
                <a:extLst>
                  <a:ext uri="{FF2B5EF4-FFF2-40B4-BE49-F238E27FC236}">
                    <a16:creationId xmlns:a16="http://schemas.microsoft.com/office/drawing/2014/main" id="{8D25EEE2-4428-09D0-2C2E-A4671B9BE44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31" name="Freeform 55">
                <a:extLst>
                  <a:ext uri="{FF2B5EF4-FFF2-40B4-BE49-F238E27FC236}">
                    <a16:creationId xmlns:a16="http://schemas.microsoft.com/office/drawing/2014/main" id="{F812BB8E-233F-3979-A51B-8634E7DB54C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2" name="Freeform 56">
                <a:extLst>
                  <a:ext uri="{FF2B5EF4-FFF2-40B4-BE49-F238E27FC236}">
                    <a16:creationId xmlns:a16="http://schemas.microsoft.com/office/drawing/2014/main" id="{AAA3E88A-2807-2D3B-8F46-54C67622DCB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3" name="Freeform 57">
                <a:extLst>
                  <a:ext uri="{FF2B5EF4-FFF2-40B4-BE49-F238E27FC236}">
                    <a16:creationId xmlns:a16="http://schemas.microsoft.com/office/drawing/2014/main" id="{04F62A2C-C883-D52B-C7F2-32F5EF8E781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4" name="Freeform 58">
                <a:extLst>
                  <a:ext uri="{FF2B5EF4-FFF2-40B4-BE49-F238E27FC236}">
                    <a16:creationId xmlns:a16="http://schemas.microsoft.com/office/drawing/2014/main" id="{D399ED2E-7F86-EDD9-F686-2BD5A307732C}"/>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7" name="Graphic 8">
              <a:extLst>
                <a:ext uri="{FF2B5EF4-FFF2-40B4-BE49-F238E27FC236}">
                  <a16:creationId xmlns:a16="http://schemas.microsoft.com/office/drawing/2014/main" id="{965D35B2-5C93-A6A0-129B-3451010F0999}"/>
                </a:ext>
              </a:extLst>
            </p:cNvPr>
            <p:cNvGrpSpPr/>
            <p:nvPr/>
          </p:nvGrpSpPr>
          <p:grpSpPr>
            <a:xfrm>
              <a:off x="265625" y="6323271"/>
              <a:ext cx="1249223" cy="190348"/>
              <a:chOff x="265625" y="6323271"/>
              <a:chExt cx="1249223" cy="190348"/>
            </a:xfrm>
            <a:solidFill>
              <a:srgbClr val="000000"/>
            </a:solidFill>
          </p:grpSpPr>
          <p:sp>
            <p:nvSpPr>
              <p:cNvPr id="8" name="Freeform 60">
                <a:extLst>
                  <a:ext uri="{FF2B5EF4-FFF2-40B4-BE49-F238E27FC236}">
                    <a16:creationId xmlns:a16="http://schemas.microsoft.com/office/drawing/2014/main" id="{E0FFA6EF-56B4-D322-134D-C0560EC0235D}"/>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9" name="Freeform 61">
                <a:extLst>
                  <a:ext uri="{FF2B5EF4-FFF2-40B4-BE49-F238E27FC236}">
                    <a16:creationId xmlns:a16="http://schemas.microsoft.com/office/drawing/2014/main" id="{5E208487-B1C7-8686-5965-DD8E1AF8ABB5}"/>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40722565-B854-AEC2-6FDD-4F8379CDFC6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AD2CAD7B-FFD3-87BD-81A9-89308D8D353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2E1E1374-E627-8B13-838C-C8E843CA72B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3D1EB2FF-6096-0636-BB9E-03CEF2B07E8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9" name="Freeform 66">
                <a:extLst>
                  <a:ext uri="{FF2B5EF4-FFF2-40B4-BE49-F238E27FC236}">
                    <a16:creationId xmlns:a16="http://schemas.microsoft.com/office/drawing/2014/main" id="{A9F2620B-E7EA-2199-0614-41C3DC49F39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846851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hree Icon - Horizontal - Green">
    <p:spTree>
      <p:nvGrpSpPr>
        <p:cNvPr id="1" name=""/>
        <p:cNvGrpSpPr/>
        <p:nvPr/>
      </p:nvGrpSpPr>
      <p:grpSpPr>
        <a:xfrm>
          <a:off x="0" y="0"/>
          <a:ext cx="0" cy="0"/>
          <a:chOff x="0" y="0"/>
          <a:chExt cx="0" cy="0"/>
        </a:xfrm>
      </p:grpSpPr>
      <p:sp>
        <p:nvSpPr>
          <p:cNvPr id="10" name="BKG Rectangle">
            <a:extLst>
              <a:ext uri="{FF2B5EF4-FFF2-40B4-BE49-F238E27FC236}">
                <a16:creationId xmlns:a16="http://schemas.microsoft.com/office/drawing/2014/main" id="{EEE2E3E4-09C5-48F7-AA0C-61C0C3FD24C2}"/>
              </a:ext>
              <a:ext uri="{C183D7F6-B498-43B3-948B-1728B52AA6E4}">
                <adec:decorative xmlns:adec="http://schemas.microsoft.com/office/drawing/2017/decorative" val="1"/>
              </a:ext>
            </a:extLst>
          </p:cNvPr>
          <p:cNvSpPr/>
          <p:nvPr userDrawn="1"/>
        </p:nvSpPr>
        <p:spPr>
          <a:xfrm>
            <a:off x="-4" y="0"/>
            <a:ext cx="6094413" cy="6858000"/>
          </a:xfrm>
          <a:prstGeom prst="rect">
            <a:avLst/>
          </a:prstGeom>
          <a:solidFill>
            <a:schemeClr val="accent1">
              <a:alpha val="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 name="Title 1">
            <a:extLst>
              <a:ext uri="{FF2B5EF4-FFF2-40B4-BE49-F238E27FC236}">
                <a16:creationId xmlns:a16="http://schemas.microsoft.com/office/drawing/2014/main" id="{30A5567E-F548-4720-B611-7850ADCA900C}"/>
              </a:ext>
            </a:extLst>
          </p:cNvPr>
          <p:cNvSpPr>
            <a:spLocks noGrp="1"/>
          </p:cNvSpPr>
          <p:nvPr>
            <p:ph type="title"/>
          </p:nvPr>
        </p:nvSpPr>
        <p:spPr>
          <a:xfrm>
            <a:off x="667444" y="2376306"/>
            <a:ext cx="3630903" cy="2105388"/>
          </a:xfrm>
        </p:spPr>
        <p:txBody>
          <a:bodyPr wrap="square" anchor="ctr"/>
          <a:lstStyle>
            <a:lvl1pPr>
              <a:defRPr sz="3600">
                <a:solidFill>
                  <a:schemeClr val="accent2">
                    <a:lumMod val="75000"/>
                  </a:schemeClr>
                </a:solidFill>
              </a:defRPr>
            </a:lvl1pPr>
          </a:lstStyle>
          <a:p>
            <a:r>
              <a:rPr lang="en-GB"/>
              <a:t>Click to edit Master title style</a:t>
            </a:r>
            <a:endParaRPr lang="en-US" dirty="0"/>
          </a:p>
        </p:txBody>
      </p:sp>
      <p:sp>
        <p:nvSpPr>
          <p:cNvPr id="11" name="!! Oval Top">
            <a:extLst>
              <a:ext uri="{FF2B5EF4-FFF2-40B4-BE49-F238E27FC236}">
                <a16:creationId xmlns:a16="http://schemas.microsoft.com/office/drawing/2014/main" id="{B95A82A4-D00E-4BAE-97E0-52FA7B87C0D9}"/>
              </a:ext>
              <a:ext uri="{C183D7F6-B498-43B3-948B-1728B52AA6E4}">
                <adec:decorative xmlns:adec="http://schemas.microsoft.com/office/drawing/2017/decorative" val="1"/>
              </a:ext>
            </a:extLst>
          </p:cNvPr>
          <p:cNvSpPr/>
          <p:nvPr userDrawn="1"/>
        </p:nvSpPr>
        <p:spPr>
          <a:xfrm>
            <a:off x="5432325" y="2719433"/>
            <a:ext cx="1324173" cy="1324169"/>
          </a:xfrm>
          <a:prstGeom prst="ellipse">
            <a:avLst/>
          </a:prstGeom>
          <a:solidFill>
            <a:schemeClr val="bg1"/>
          </a:solidFill>
          <a:ln w="25400" cap="flat" cmpd="sng" algn="ctr">
            <a:solidFill>
              <a:schemeClr val="accent1"/>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2" name="!! Oval Top">
            <a:extLst>
              <a:ext uri="{FF2B5EF4-FFF2-40B4-BE49-F238E27FC236}">
                <a16:creationId xmlns:a16="http://schemas.microsoft.com/office/drawing/2014/main" id="{332FAD7F-A532-4557-9487-947B2391D066}"/>
              </a:ext>
              <a:ext uri="{C183D7F6-B498-43B3-948B-1728B52AA6E4}">
                <adec:decorative xmlns:adec="http://schemas.microsoft.com/office/drawing/2017/decorative" val="1"/>
              </a:ext>
            </a:extLst>
          </p:cNvPr>
          <p:cNvSpPr/>
          <p:nvPr userDrawn="1"/>
        </p:nvSpPr>
        <p:spPr>
          <a:xfrm>
            <a:off x="5432324" y="4481694"/>
            <a:ext cx="1324173" cy="1324169"/>
          </a:xfrm>
          <a:prstGeom prst="ellipse">
            <a:avLst/>
          </a:prstGeom>
          <a:solidFill>
            <a:schemeClr val="bg1"/>
          </a:solidFill>
          <a:ln w="25400" cap="flat" cmpd="sng" algn="ctr">
            <a:solidFill>
              <a:schemeClr val="accent1"/>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3" name="!! Oval Top">
            <a:extLst>
              <a:ext uri="{FF2B5EF4-FFF2-40B4-BE49-F238E27FC236}">
                <a16:creationId xmlns:a16="http://schemas.microsoft.com/office/drawing/2014/main" id="{5095E217-E63E-4FE6-9C8D-FB447A5BD47D}"/>
              </a:ext>
              <a:ext uri="{C183D7F6-B498-43B3-948B-1728B52AA6E4}">
                <adec:decorative xmlns:adec="http://schemas.microsoft.com/office/drawing/2017/decorative" val="1"/>
              </a:ext>
            </a:extLst>
          </p:cNvPr>
          <p:cNvSpPr/>
          <p:nvPr userDrawn="1"/>
        </p:nvSpPr>
        <p:spPr>
          <a:xfrm>
            <a:off x="5432323" y="957172"/>
            <a:ext cx="1324173" cy="1324169"/>
          </a:xfrm>
          <a:prstGeom prst="ellipse">
            <a:avLst/>
          </a:prstGeom>
          <a:solidFill>
            <a:schemeClr val="bg1"/>
          </a:solidFill>
          <a:ln w="25400" cap="flat" cmpd="sng" algn="ctr">
            <a:solidFill>
              <a:schemeClr val="accent1"/>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8" name="Text Placeholder 17">
            <a:extLst>
              <a:ext uri="{FF2B5EF4-FFF2-40B4-BE49-F238E27FC236}">
                <a16:creationId xmlns:a16="http://schemas.microsoft.com/office/drawing/2014/main" id="{A8557501-25C3-4809-A7FA-8635CEF681FE}"/>
              </a:ext>
            </a:extLst>
          </p:cNvPr>
          <p:cNvSpPr>
            <a:spLocks noGrp="1"/>
          </p:cNvSpPr>
          <p:nvPr>
            <p:ph type="body" sz="quarter" idx="12" hasCustomPrompt="1"/>
          </p:nvPr>
        </p:nvSpPr>
        <p:spPr>
          <a:xfrm>
            <a:off x="7167433" y="2719433"/>
            <a:ext cx="4532442" cy="431800"/>
          </a:xfrm>
        </p:spPr>
        <p:txBody>
          <a:bodyPr/>
          <a:lstStyle>
            <a:lvl1pPr>
              <a:defRPr sz="2800">
                <a:solidFill>
                  <a:schemeClr val="accent1"/>
                </a:solidFill>
              </a:defRPr>
            </a:lvl1pPr>
            <a:lvl2pPr>
              <a:defRPr sz="2800"/>
            </a:lvl2pPr>
            <a:lvl3pPr>
              <a:defRPr sz="2800"/>
            </a:lvl3pPr>
            <a:lvl4pPr>
              <a:defRPr sz="2800"/>
            </a:lvl4pPr>
            <a:lvl5pPr>
              <a:defRPr sz="2800"/>
            </a:lvl5pPr>
          </a:lstStyle>
          <a:p>
            <a:pPr lvl="0"/>
            <a:r>
              <a:rPr lang="en-US" dirty="0"/>
              <a:t>Click to Edit</a:t>
            </a:r>
          </a:p>
        </p:txBody>
      </p:sp>
      <p:sp>
        <p:nvSpPr>
          <p:cNvPr id="20" name="Text Placeholder 19">
            <a:extLst>
              <a:ext uri="{FF2B5EF4-FFF2-40B4-BE49-F238E27FC236}">
                <a16:creationId xmlns:a16="http://schemas.microsoft.com/office/drawing/2014/main" id="{2A7333B4-78E3-4DDB-AF65-D0BD9DDB0B13}"/>
              </a:ext>
            </a:extLst>
          </p:cNvPr>
          <p:cNvSpPr>
            <a:spLocks noGrp="1"/>
          </p:cNvSpPr>
          <p:nvPr>
            <p:ph type="body" sz="quarter" idx="13"/>
          </p:nvPr>
        </p:nvSpPr>
        <p:spPr>
          <a:xfrm>
            <a:off x="7167433" y="3291127"/>
            <a:ext cx="4532442" cy="752475"/>
          </a:xfrm>
        </p:spPr>
        <p:txBody>
          <a:bodyPr/>
          <a:lstStyle>
            <a:lvl1pPr>
              <a:defRPr sz="1600"/>
            </a:lvl1pPr>
            <a:lvl2pPr marL="273050" indent="0">
              <a:buNone/>
              <a:defRPr/>
            </a:lvl2pPr>
          </a:lstStyle>
          <a:p>
            <a:pPr lvl="0"/>
            <a:r>
              <a:rPr lang="en-GB"/>
              <a:t>Click to edit Master text styles</a:t>
            </a:r>
          </a:p>
        </p:txBody>
      </p:sp>
      <p:sp>
        <p:nvSpPr>
          <p:cNvPr id="21" name="Text Placeholder 17">
            <a:extLst>
              <a:ext uri="{FF2B5EF4-FFF2-40B4-BE49-F238E27FC236}">
                <a16:creationId xmlns:a16="http://schemas.microsoft.com/office/drawing/2014/main" id="{3A04C10E-4C0A-4F1C-AF4B-9368D6EEE1D5}"/>
              </a:ext>
            </a:extLst>
          </p:cNvPr>
          <p:cNvSpPr>
            <a:spLocks noGrp="1"/>
          </p:cNvSpPr>
          <p:nvPr>
            <p:ph type="body" sz="quarter" idx="14" hasCustomPrompt="1"/>
          </p:nvPr>
        </p:nvSpPr>
        <p:spPr>
          <a:xfrm>
            <a:off x="7167433" y="962235"/>
            <a:ext cx="4532442" cy="431800"/>
          </a:xfrm>
        </p:spPr>
        <p:txBody>
          <a:bodyPr/>
          <a:lstStyle>
            <a:lvl1pPr>
              <a:defRPr sz="2800">
                <a:solidFill>
                  <a:schemeClr val="accent1"/>
                </a:solidFill>
              </a:defRPr>
            </a:lvl1pPr>
            <a:lvl2pPr>
              <a:defRPr sz="2800"/>
            </a:lvl2pPr>
            <a:lvl3pPr>
              <a:defRPr sz="2800"/>
            </a:lvl3pPr>
            <a:lvl4pPr>
              <a:defRPr sz="2800"/>
            </a:lvl4pPr>
            <a:lvl5pPr>
              <a:defRPr sz="2800"/>
            </a:lvl5pPr>
          </a:lstStyle>
          <a:p>
            <a:pPr lvl="0"/>
            <a:r>
              <a:rPr lang="en-US" dirty="0"/>
              <a:t>Click to Edit</a:t>
            </a:r>
          </a:p>
        </p:txBody>
      </p:sp>
      <p:sp>
        <p:nvSpPr>
          <p:cNvPr id="22" name="Text Placeholder 19">
            <a:extLst>
              <a:ext uri="{FF2B5EF4-FFF2-40B4-BE49-F238E27FC236}">
                <a16:creationId xmlns:a16="http://schemas.microsoft.com/office/drawing/2014/main" id="{DCD08270-3B84-4C0F-9D4B-B8C9B4451C98}"/>
              </a:ext>
            </a:extLst>
          </p:cNvPr>
          <p:cNvSpPr>
            <a:spLocks noGrp="1"/>
          </p:cNvSpPr>
          <p:nvPr>
            <p:ph type="body" sz="quarter" idx="15"/>
          </p:nvPr>
        </p:nvSpPr>
        <p:spPr>
          <a:xfrm>
            <a:off x="7167433" y="1533929"/>
            <a:ext cx="4532442" cy="752475"/>
          </a:xfrm>
        </p:spPr>
        <p:txBody>
          <a:bodyPr/>
          <a:lstStyle>
            <a:lvl1pPr>
              <a:defRPr sz="1600"/>
            </a:lvl1pPr>
            <a:lvl2pPr marL="273050" indent="0">
              <a:buNone/>
              <a:defRPr/>
            </a:lvl2pPr>
          </a:lstStyle>
          <a:p>
            <a:pPr lvl="0"/>
            <a:r>
              <a:rPr lang="en-GB"/>
              <a:t>Click to edit Master text styles</a:t>
            </a:r>
          </a:p>
        </p:txBody>
      </p:sp>
      <p:sp>
        <p:nvSpPr>
          <p:cNvPr id="23" name="Text Placeholder 17">
            <a:extLst>
              <a:ext uri="{FF2B5EF4-FFF2-40B4-BE49-F238E27FC236}">
                <a16:creationId xmlns:a16="http://schemas.microsoft.com/office/drawing/2014/main" id="{EF8022DB-38FA-4981-80AA-7A1F41B2303D}"/>
              </a:ext>
            </a:extLst>
          </p:cNvPr>
          <p:cNvSpPr>
            <a:spLocks noGrp="1"/>
          </p:cNvSpPr>
          <p:nvPr>
            <p:ph type="body" sz="quarter" idx="16" hasCustomPrompt="1"/>
          </p:nvPr>
        </p:nvSpPr>
        <p:spPr>
          <a:xfrm>
            <a:off x="7167433" y="4487077"/>
            <a:ext cx="4532442" cy="431800"/>
          </a:xfrm>
        </p:spPr>
        <p:txBody>
          <a:bodyPr/>
          <a:lstStyle>
            <a:lvl1pPr>
              <a:defRPr sz="2800">
                <a:solidFill>
                  <a:schemeClr val="accent1"/>
                </a:solidFill>
              </a:defRPr>
            </a:lvl1pPr>
            <a:lvl2pPr>
              <a:defRPr sz="2800"/>
            </a:lvl2pPr>
            <a:lvl3pPr>
              <a:defRPr sz="2800"/>
            </a:lvl3pPr>
            <a:lvl4pPr>
              <a:defRPr sz="2800"/>
            </a:lvl4pPr>
            <a:lvl5pPr>
              <a:defRPr sz="2800"/>
            </a:lvl5pPr>
          </a:lstStyle>
          <a:p>
            <a:pPr lvl="0"/>
            <a:r>
              <a:rPr lang="en-US" dirty="0"/>
              <a:t>Click to Edit</a:t>
            </a:r>
          </a:p>
        </p:txBody>
      </p:sp>
      <p:sp>
        <p:nvSpPr>
          <p:cNvPr id="24" name="Text Placeholder 19">
            <a:extLst>
              <a:ext uri="{FF2B5EF4-FFF2-40B4-BE49-F238E27FC236}">
                <a16:creationId xmlns:a16="http://schemas.microsoft.com/office/drawing/2014/main" id="{B6DC575F-9A95-44E0-9909-8EAD3FF0D8C6}"/>
              </a:ext>
            </a:extLst>
          </p:cNvPr>
          <p:cNvSpPr>
            <a:spLocks noGrp="1"/>
          </p:cNvSpPr>
          <p:nvPr>
            <p:ph type="body" sz="quarter" idx="17"/>
          </p:nvPr>
        </p:nvSpPr>
        <p:spPr>
          <a:xfrm>
            <a:off x="7167433" y="5058771"/>
            <a:ext cx="4532442" cy="752475"/>
          </a:xfrm>
        </p:spPr>
        <p:txBody>
          <a:bodyPr/>
          <a:lstStyle>
            <a:lvl1pPr>
              <a:defRPr sz="1600"/>
            </a:lvl1pPr>
            <a:lvl2pPr marL="273050" indent="0">
              <a:buNone/>
              <a:defRPr/>
            </a:lvl2pPr>
          </a:lstStyle>
          <a:p>
            <a:pPr lvl="0"/>
            <a:r>
              <a:rPr lang="en-GB"/>
              <a:t>Click to edit Master text styles</a:t>
            </a:r>
          </a:p>
        </p:txBody>
      </p:sp>
      <p:sp>
        <p:nvSpPr>
          <p:cNvPr id="35" name="page number">
            <a:extLst>
              <a:ext uri="{FF2B5EF4-FFF2-40B4-BE49-F238E27FC236}">
                <a16:creationId xmlns:a16="http://schemas.microsoft.com/office/drawing/2014/main" id="{ECE5CC55-AFD3-07F6-E92E-41F15057C9A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Arial" panose="020B0604020202020204" pitchFamily="34" charset="0"/>
            </a:endParaRPr>
          </a:p>
        </p:txBody>
      </p:sp>
      <p:grpSp>
        <p:nvGrpSpPr>
          <p:cNvPr id="5" name="Graphic 8">
            <a:extLst>
              <a:ext uri="{FF2B5EF4-FFF2-40B4-BE49-F238E27FC236}">
                <a16:creationId xmlns:a16="http://schemas.microsoft.com/office/drawing/2014/main" id="{7E14BCC4-F87C-D8A8-4B00-224B5757A249}"/>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34220D2F-65A4-AE6E-936B-1A5AB8461DED}"/>
                </a:ext>
              </a:extLst>
            </p:cNvPr>
            <p:cNvGrpSpPr/>
            <p:nvPr/>
          </p:nvGrpSpPr>
          <p:grpSpPr>
            <a:xfrm>
              <a:off x="745455" y="6594444"/>
              <a:ext cx="722662" cy="98475"/>
              <a:chOff x="745455" y="6594444"/>
              <a:chExt cx="722662" cy="98475"/>
            </a:xfrm>
            <a:solidFill>
              <a:srgbClr val="000000"/>
            </a:solidFill>
          </p:grpSpPr>
          <p:sp>
            <p:nvSpPr>
              <p:cNvPr id="25" name="Freeform 49">
                <a:extLst>
                  <a:ext uri="{FF2B5EF4-FFF2-40B4-BE49-F238E27FC236}">
                    <a16:creationId xmlns:a16="http://schemas.microsoft.com/office/drawing/2014/main" id="{7872564D-06ED-10C9-1D10-19A1856FEDA4}"/>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6" name="Freeform 50">
                <a:extLst>
                  <a:ext uri="{FF2B5EF4-FFF2-40B4-BE49-F238E27FC236}">
                    <a16:creationId xmlns:a16="http://schemas.microsoft.com/office/drawing/2014/main" id="{F7EE18CD-0E2F-9EDF-846E-182A638AAC9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7" name="Freeform 51">
                <a:extLst>
                  <a:ext uri="{FF2B5EF4-FFF2-40B4-BE49-F238E27FC236}">
                    <a16:creationId xmlns:a16="http://schemas.microsoft.com/office/drawing/2014/main" id="{504480C8-7AFB-3C23-8ECD-71C57D45778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8" name="Freeform 52">
                <a:extLst>
                  <a:ext uri="{FF2B5EF4-FFF2-40B4-BE49-F238E27FC236}">
                    <a16:creationId xmlns:a16="http://schemas.microsoft.com/office/drawing/2014/main" id="{91F3EEAF-7439-286E-4B06-AA62FF20504C}"/>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9" name="Freeform 53">
                <a:extLst>
                  <a:ext uri="{FF2B5EF4-FFF2-40B4-BE49-F238E27FC236}">
                    <a16:creationId xmlns:a16="http://schemas.microsoft.com/office/drawing/2014/main" id="{779F3764-4639-F6CD-65D1-8A2A78731D25}"/>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0" name="Freeform 54">
                <a:extLst>
                  <a:ext uri="{FF2B5EF4-FFF2-40B4-BE49-F238E27FC236}">
                    <a16:creationId xmlns:a16="http://schemas.microsoft.com/office/drawing/2014/main" id="{E7A96EC0-5F31-689A-B6BA-4577F518C653}"/>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31" name="Freeform 55">
                <a:extLst>
                  <a:ext uri="{FF2B5EF4-FFF2-40B4-BE49-F238E27FC236}">
                    <a16:creationId xmlns:a16="http://schemas.microsoft.com/office/drawing/2014/main" id="{47532263-02D9-472F-4533-58DF92EB8F3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2" name="Freeform 56">
                <a:extLst>
                  <a:ext uri="{FF2B5EF4-FFF2-40B4-BE49-F238E27FC236}">
                    <a16:creationId xmlns:a16="http://schemas.microsoft.com/office/drawing/2014/main" id="{68A2D90D-5AAD-D59E-9155-39E411BB54F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3" name="Freeform 57">
                <a:extLst>
                  <a:ext uri="{FF2B5EF4-FFF2-40B4-BE49-F238E27FC236}">
                    <a16:creationId xmlns:a16="http://schemas.microsoft.com/office/drawing/2014/main" id="{0EA84E3A-31BA-1045-CF14-BE3C899626C2}"/>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4" name="Freeform 58">
                <a:extLst>
                  <a:ext uri="{FF2B5EF4-FFF2-40B4-BE49-F238E27FC236}">
                    <a16:creationId xmlns:a16="http://schemas.microsoft.com/office/drawing/2014/main" id="{7A354B37-DBF1-7A15-4C62-CCACE1416598}"/>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7" name="Graphic 8">
              <a:extLst>
                <a:ext uri="{FF2B5EF4-FFF2-40B4-BE49-F238E27FC236}">
                  <a16:creationId xmlns:a16="http://schemas.microsoft.com/office/drawing/2014/main" id="{D2981FCD-FE8B-E54E-CECF-046FEAE0B69D}"/>
                </a:ext>
              </a:extLst>
            </p:cNvPr>
            <p:cNvGrpSpPr/>
            <p:nvPr/>
          </p:nvGrpSpPr>
          <p:grpSpPr>
            <a:xfrm>
              <a:off x="265625" y="6323271"/>
              <a:ext cx="1249223" cy="190348"/>
              <a:chOff x="265625" y="6323271"/>
              <a:chExt cx="1249223" cy="190348"/>
            </a:xfrm>
            <a:solidFill>
              <a:srgbClr val="000000"/>
            </a:solidFill>
          </p:grpSpPr>
          <p:sp>
            <p:nvSpPr>
              <p:cNvPr id="8" name="Freeform 60">
                <a:extLst>
                  <a:ext uri="{FF2B5EF4-FFF2-40B4-BE49-F238E27FC236}">
                    <a16:creationId xmlns:a16="http://schemas.microsoft.com/office/drawing/2014/main" id="{44B1B223-BF12-C293-B25B-435D3410160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9" name="Freeform 61">
                <a:extLst>
                  <a:ext uri="{FF2B5EF4-FFF2-40B4-BE49-F238E27FC236}">
                    <a16:creationId xmlns:a16="http://schemas.microsoft.com/office/drawing/2014/main" id="{0B22EA0E-DB2B-AAB4-B88F-9DA19CD5A9A1}"/>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FFB826DF-7FB7-1C1B-FA2F-42CC955A96A4}"/>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88633F40-6CE2-A037-0C64-267EF3D8C9B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9E78D316-C64D-D134-87C3-93C8E9A8380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CAA5FAB6-3BFB-0423-AC6C-982274B9F7C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9" name="Freeform 66">
                <a:extLst>
                  <a:ext uri="{FF2B5EF4-FFF2-40B4-BE49-F238E27FC236}">
                    <a16:creationId xmlns:a16="http://schemas.microsoft.com/office/drawing/2014/main" id="{EFB6D80A-7556-5AA9-34BF-69158D7886C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619914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750"/>
                                        <p:tgtEl>
                                          <p:spTgt spid="13"/>
                                        </p:tgtEl>
                                      </p:cBhvr>
                                    </p:animEffect>
                                  </p:childTnLst>
                                </p:cTn>
                              </p:par>
                              <p:par>
                                <p:cTn id="8" presetID="6" presetClass="emph" presetSubtype="0" fill="hold" grpId="1" nodeType="withEffect">
                                  <p:stCondLst>
                                    <p:cond delay="0"/>
                                  </p:stCondLst>
                                  <p:childTnLst>
                                    <p:animScale>
                                      <p:cBhvr>
                                        <p:cTn id="9" dur="10" fill="hold"/>
                                        <p:tgtEl>
                                          <p:spTgt spid="13"/>
                                        </p:tgtEl>
                                      </p:cBhvr>
                                      <p:by x="1000" y="1000"/>
                                    </p:animScale>
                                  </p:childTnLst>
                                </p:cTn>
                              </p:par>
                              <p:par>
                                <p:cTn id="10" presetID="6" presetClass="emph" presetSubtype="0" accel="33333" decel="66667" fill="hold" grpId="2" nodeType="withEffect">
                                  <p:stCondLst>
                                    <p:cond delay="0"/>
                                  </p:stCondLst>
                                  <p:childTnLst>
                                    <p:animScale>
                                      <p:cBhvr>
                                        <p:cTn id="11" dur="750" fill="hold"/>
                                        <p:tgtEl>
                                          <p:spTgt spid="13"/>
                                        </p:tgtEl>
                                      </p:cBhvr>
                                      <p:by x="9999000" y="9999000"/>
                                    </p:animScale>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750"/>
                                        <p:tgtEl>
                                          <p:spTgt spid="11"/>
                                        </p:tgtEl>
                                      </p:cBhvr>
                                    </p:animEffect>
                                  </p:childTnLst>
                                </p:cTn>
                              </p:par>
                              <p:par>
                                <p:cTn id="15" presetID="6" presetClass="emph" presetSubtype="0" fill="hold" grpId="1" nodeType="withEffect">
                                  <p:stCondLst>
                                    <p:cond delay="0"/>
                                  </p:stCondLst>
                                  <p:childTnLst>
                                    <p:animScale>
                                      <p:cBhvr>
                                        <p:cTn id="16" dur="10" fill="hold"/>
                                        <p:tgtEl>
                                          <p:spTgt spid="11"/>
                                        </p:tgtEl>
                                      </p:cBhvr>
                                      <p:by x="1000" y="1000"/>
                                    </p:animScale>
                                  </p:childTnLst>
                                </p:cTn>
                              </p:par>
                              <p:par>
                                <p:cTn id="17" presetID="6" presetClass="emph" presetSubtype="0" accel="33333" decel="66667" fill="hold" grpId="2" nodeType="withEffect">
                                  <p:stCondLst>
                                    <p:cond delay="0"/>
                                  </p:stCondLst>
                                  <p:childTnLst>
                                    <p:animScale>
                                      <p:cBhvr>
                                        <p:cTn id="18" dur="750" fill="hold"/>
                                        <p:tgtEl>
                                          <p:spTgt spid="11"/>
                                        </p:tgtEl>
                                      </p:cBhvr>
                                      <p:by x="9999000" y="9999000"/>
                                    </p:animScale>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50"/>
                                        <p:tgtEl>
                                          <p:spTgt spid="12"/>
                                        </p:tgtEl>
                                      </p:cBhvr>
                                    </p:animEffect>
                                  </p:childTnLst>
                                </p:cTn>
                              </p:par>
                              <p:par>
                                <p:cTn id="22" presetID="6" presetClass="emph" presetSubtype="0" fill="hold" grpId="1" nodeType="withEffect">
                                  <p:stCondLst>
                                    <p:cond delay="0"/>
                                  </p:stCondLst>
                                  <p:childTnLst>
                                    <p:animScale>
                                      <p:cBhvr>
                                        <p:cTn id="23" dur="10" fill="hold"/>
                                        <p:tgtEl>
                                          <p:spTgt spid="12"/>
                                        </p:tgtEl>
                                      </p:cBhvr>
                                      <p:by x="1000" y="1000"/>
                                    </p:animScale>
                                  </p:childTnLst>
                                </p:cTn>
                              </p:par>
                              <p:par>
                                <p:cTn id="24" presetID="6" presetClass="emph" presetSubtype="0" accel="33333" decel="66667" fill="hold" grpId="2" nodeType="withEffect">
                                  <p:stCondLst>
                                    <p:cond delay="0"/>
                                  </p:stCondLst>
                                  <p:childTnLst>
                                    <p:animScale>
                                      <p:cBhvr>
                                        <p:cTn id="25" dur="750" fill="hold"/>
                                        <p:tgtEl>
                                          <p:spTgt spid="12"/>
                                        </p:tgtEl>
                                      </p:cBhvr>
                                      <p:by x="9999000" y="9999000"/>
                                    </p:animScale>
                                  </p:childTnLst>
                                </p:cTn>
                              </p:par>
                            </p:childTnLst>
                          </p:cTn>
                        </p:par>
                      </p:childTnLst>
                    </p:cTn>
                  </p:par>
                  <p:par>
                    <p:cTn id="26" fill="hold">
                      <p:stCondLst>
                        <p:cond delay="indefinite"/>
                      </p:stCondLst>
                      <p:childTnLst>
                        <p:par>
                          <p:cTn id="27" fill="hold">
                            <p:stCondLst>
                              <p:cond delay="0"/>
                            </p:stCondLst>
                            <p:childTnLst>
                              <p:par>
                                <p:cTn id="28" presetID="2" presetClass="entr" presetSubtype="2" decel="20000" fill="hold" grpId="0" nodeType="clickEffect">
                                  <p:stCondLst>
                                    <p:cond delay="0"/>
                                  </p:stCondLst>
                                  <p:childTnLst>
                                    <p:set>
                                      <p:cBhvr>
                                        <p:cTn id="29" dur="1" fill="hold">
                                          <p:stCondLst>
                                            <p:cond delay="0"/>
                                          </p:stCondLst>
                                        </p:cTn>
                                        <p:tgtEl>
                                          <p:spTgt spid="21">
                                            <p:txEl>
                                              <p:pRg st="0" end="0"/>
                                            </p:txEl>
                                          </p:spTgt>
                                        </p:tgtEl>
                                        <p:attrNameLst>
                                          <p:attrName>style.visibility</p:attrName>
                                        </p:attrNameLst>
                                      </p:cBhvr>
                                      <p:to>
                                        <p:strVal val="visible"/>
                                      </p:to>
                                    </p:set>
                                    <p:anim calcmode="lin" valueType="num">
                                      <p:cBhvr additive="base">
                                        <p:cTn id="30"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21">
                                            <p:txEl>
                                              <p:pRg st="0" end="0"/>
                                            </p:txEl>
                                          </p:spTgt>
                                        </p:tgtEl>
                                        <p:attrNameLst>
                                          <p:attrName>ppt_y</p:attrName>
                                        </p:attrNameLst>
                                      </p:cBhvr>
                                      <p:tavLst>
                                        <p:tav tm="0">
                                          <p:val>
                                            <p:strVal val="#ppt_y"/>
                                          </p:val>
                                        </p:tav>
                                        <p:tav tm="100000">
                                          <p:val>
                                            <p:strVal val="#ppt_y"/>
                                          </p:val>
                                        </p:tav>
                                      </p:tavLst>
                                    </p:anim>
                                  </p:childTnLst>
                                </p:cTn>
                              </p:par>
                              <p:par>
                                <p:cTn id="32" presetID="2" presetClass="entr" presetSubtype="2" decel="20000" fill="hold" grpId="0" nodeType="withEffect">
                                  <p:stCondLst>
                                    <p:cond delay="0"/>
                                  </p:stCondLst>
                                  <p:childTnLst>
                                    <p:set>
                                      <p:cBhvr>
                                        <p:cTn id="33" dur="1" fill="hold">
                                          <p:stCondLst>
                                            <p:cond delay="0"/>
                                          </p:stCondLst>
                                        </p:cTn>
                                        <p:tgtEl>
                                          <p:spTgt spid="22">
                                            <p:txEl>
                                              <p:pRg st="0" end="0"/>
                                            </p:txEl>
                                          </p:spTgt>
                                        </p:tgtEl>
                                        <p:attrNameLst>
                                          <p:attrName>style.visibility</p:attrName>
                                        </p:attrNameLst>
                                      </p:cBhvr>
                                      <p:to>
                                        <p:strVal val="visible"/>
                                      </p:to>
                                    </p:set>
                                    <p:anim calcmode="lin" valueType="num">
                                      <p:cBhvr additive="base">
                                        <p:cTn id="34"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decel="20000" fill="hold" grpId="0" nodeType="clickEffect">
                                  <p:stCondLst>
                                    <p:cond delay="0"/>
                                  </p:stCondLst>
                                  <p:childTnLst>
                                    <p:set>
                                      <p:cBhvr>
                                        <p:cTn id="39" dur="1" fill="hold">
                                          <p:stCondLst>
                                            <p:cond delay="0"/>
                                          </p:stCondLst>
                                        </p:cTn>
                                        <p:tgtEl>
                                          <p:spTgt spid="18">
                                            <p:txEl>
                                              <p:pRg st="0" end="0"/>
                                            </p:txEl>
                                          </p:spTgt>
                                        </p:tgtEl>
                                        <p:attrNameLst>
                                          <p:attrName>style.visibility</p:attrName>
                                        </p:attrNameLst>
                                      </p:cBhvr>
                                      <p:to>
                                        <p:strVal val="visible"/>
                                      </p:to>
                                    </p:set>
                                    <p:anim calcmode="lin" valueType="num">
                                      <p:cBhvr additive="base">
                                        <p:cTn id="40"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18">
                                            <p:txEl>
                                              <p:pRg st="0" end="0"/>
                                            </p:txEl>
                                          </p:spTgt>
                                        </p:tgtEl>
                                        <p:attrNameLst>
                                          <p:attrName>ppt_y</p:attrName>
                                        </p:attrNameLst>
                                      </p:cBhvr>
                                      <p:tavLst>
                                        <p:tav tm="0">
                                          <p:val>
                                            <p:strVal val="#ppt_y"/>
                                          </p:val>
                                        </p:tav>
                                        <p:tav tm="100000">
                                          <p:val>
                                            <p:strVal val="#ppt_y"/>
                                          </p:val>
                                        </p:tav>
                                      </p:tavLst>
                                    </p:anim>
                                  </p:childTnLst>
                                </p:cTn>
                              </p:par>
                              <p:par>
                                <p:cTn id="42" presetID="2" presetClass="entr" presetSubtype="2" decel="20000" fill="hold" grpId="0" nodeType="withEffect">
                                  <p:stCondLst>
                                    <p:cond delay="0"/>
                                  </p:stCondLst>
                                  <p:childTnLst>
                                    <p:set>
                                      <p:cBhvr>
                                        <p:cTn id="43" dur="1" fill="hold">
                                          <p:stCondLst>
                                            <p:cond delay="0"/>
                                          </p:stCondLst>
                                        </p:cTn>
                                        <p:tgtEl>
                                          <p:spTgt spid="20">
                                            <p:txEl>
                                              <p:pRg st="0" end="0"/>
                                            </p:txEl>
                                          </p:spTgt>
                                        </p:tgtEl>
                                        <p:attrNameLst>
                                          <p:attrName>style.visibility</p:attrName>
                                        </p:attrNameLst>
                                      </p:cBhvr>
                                      <p:to>
                                        <p:strVal val="visible"/>
                                      </p:to>
                                    </p:set>
                                    <p:anim calcmode="lin" valueType="num">
                                      <p:cBhvr additive="base">
                                        <p:cTn id="44" dur="5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2" decel="20000" fill="hold" grpId="0" nodeType="clickEffect">
                                  <p:stCondLst>
                                    <p:cond delay="0"/>
                                  </p:stCondLst>
                                  <p:childTnLst>
                                    <p:set>
                                      <p:cBhvr>
                                        <p:cTn id="49" dur="1" fill="hold">
                                          <p:stCondLst>
                                            <p:cond delay="0"/>
                                          </p:stCondLst>
                                        </p:cTn>
                                        <p:tgtEl>
                                          <p:spTgt spid="23">
                                            <p:txEl>
                                              <p:pRg st="0" end="0"/>
                                            </p:txEl>
                                          </p:spTgt>
                                        </p:tgtEl>
                                        <p:attrNameLst>
                                          <p:attrName>style.visibility</p:attrName>
                                        </p:attrNameLst>
                                      </p:cBhvr>
                                      <p:to>
                                        <p:strVal val="visible"/>
                                      </p:to>
                                    </p:set>
                                    <p:anim calcmode="lin" valueType="num">
                                      <p:cBhvr additive="base">
                                        <p:cTn id="50"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23">
                                            <p:txEl>
                                              <p:pRg st="0" end="0"/>
                                            </p:txEl>
                                          </p:spTgt>
                                        </p:tgtEl>
                                        <p:attrNameLst>
                                          <p:attrName>ppt_y</p:attrName>
                                        </p:attrNameLst>
                                      </p:cBhvr>
                                      <p:tavLst>
                                        <p:tav tm="0">
                                          <p:val>
                                            <p:strVal val="#ppt_y"/>
                                          </p:val>
                                        </p:tav>
                                        <p:tav tm="100000">
                                          <p:val>
                                            <p:strVal val="#ppt_y"/>
                                          </p:val>
                                        </p:tav>
                                      </p:tavLst>
                                    </p:anim>
                                  </p:childTnLst>
                                </p:cTn>
                              </p:par>
                              <p:par>
                                <p:cTn id="52" presetID="2" presetClass="entr" presetSubtype="2" decel="20000" fill="hold" grpId="0" nodeType="withEffect">
                                  <p:stCondLst>
                                    <p:cond delay="0"/>
                                  </p:stCondLst>
                                  <p:childTnLst>
                                    <p:set>
                                      <p:cBhvr>
                                        <p:cTn id="53" dur="1" fill="hold">
                                          <p:stCondLst>
                                            <p:cond delay="0"/>
                                          </p:stCondLst>
                                        </p:cTn>
                                        <p:tgtEl>
                                          <p:spTgt spid="24">
                                            <p:txEl>
                                              <p:pRg st="0" end="0"/>
                                            </p:txEl>
                                          </p:spTgt>
                                        </p:tgtEl>
                                        <p:attrNameLst>
                                          <p:attrName>style.visibility</p:attrName>
                                        </p:attrNameLst>
                                      </p:cBhvr>
                                      <p:to>
                                        <p:strVal val="visible"/>
                                      </p:to>
                                    </p:set>
                                    <p:anim calcmode="lin" valueType="num">
                                      <p:cBhvr additive="base">
                                        <p:cTn id="54" dur="5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2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P spid="12" grpId="0" animBg="1"/>
      <p:bldP spid="12" grpId="1" animBg="1"/>
      <p:bldP spid="12" grpId="2" animBg="1"/>
      <p:bldP spid="13" grpId="0" animBg="1"/>
      <p:bldP spid="13" grpId="1" animBg="1"/>
      <p:bldP spid="13" grpId="2" animBg="1"/>
      <p:bldP spid="18" grpId="0" build="p">
        <p:tmplLst>
          <p:tmpl lvl="1">
            <p:tnLst>
              <p:par>
                <p:cTn presetID="2" presetClass="entr" presetSubtype="2" decel="20000" fill="hold" nodeType="click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 presetClass="entr" presetSubtype="2" decel="2000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build="p">
        <p:tmplLst>
          <p:tmpl lvl="1">
            <p:tnLst>
              <p:par>
                <p:cTn presetID="2" presetClass="entr" presetSubtype="2" decel="20000" fill="hold" nodeType="click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2" presetClass="entr" presetSubtype="2" decel="2000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build="p">
        <p:tmplLst>
          <p:tmpl lvl="1">
            <p:tnLst>
              <p:par>
                <p:cTn presetID="2" presetClass="entr" presetSubtype="2" decel="20000" fill="hold" nodeType="click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2" decel="2000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1+#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hree Icon - Horizontal - Green - RBLF">
    <p:spTree>
      <p:nvGrpSpPr>
        <p:cNvPr id="1" name=""/>
        <p:cNvGrpSpPr/>
        <p:nvPr/>
      </p:nvGrpSpPr>
      <p:grpSpPr>
        <a:xfrm>
          <a:off x="0" y="0"/>
          <a:ext cx="0" cy="0"/>
          <a:chOff x="0" y="0"/>
          <a:chExt cx="0" cy="0"/>
        </a:xfrm>
      </p:grpSpPr>
      <p:sp>
        <p:nvSpPr>
          <p:cNvPr id="10" name="BKG Rectangle">
            <a:extLst>
              <a:ext uri="{FF2B5EF4-FFF2-40B4-BE49-F238E27FC236}">
                <a16:creationId xmlns:a16="http://schemas.microsoft.com/office/drawing/2014/main" id="{EEE2E3E4-09C5-48F7-AA0C-61C0C3FD24C2}"/>
              </a:ext>
              <a:ext uri="{C183D7F6-B498-43B3-948B-1728B52AA6E4}">
                <adec:decorative xmlns:adec="http://schemas.microsoft.com/office/drawing/2017/decorative" val="1"/>
              </a:ext>
            </a:extLst>
          </p:cNvPr>
          <p:cNvSpPr/>
          <p:nvPr userDrawn="1"/>
        </p:nvSpPr>
        <p:spPr>
          <a:xfrm>
            <a:off x="-4" y="0"/>
            <a:ext cx="6094413" cy="6858000"/>
          </a:xfrm>
          <a:prstGeom prst="rect">
            <a:avLst/>
          </a:prstGeom>
          <a:solidFill>
            <a:schemeClr val="accent4">
              <a:lumMod val="20000"/>
              <a:lumOff val="80000"/>
              <a:alpha val="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Title 1">
            <a:extLst>
              <a:ext uri="{FF2B5EF4-FFF2-40B4-BE49-F238E27FC236}">
                <a16:creationId xmlns:a16="http://schemas.microsoft.com/office/drawing/2014/main" id="{30A5567E-F548-4720-B611-7850ADCA900C}"/>
              </a:ext>
            </a:extLst>
          </p:cNvPr>
          <p:cNvSpPr>
            <a:spLocks noGrp="1"/>
          </p:cNvSpPr>
          <p:nvPr>
            <p:ph type="title"/>
          </p:nvPr>
        </p:nvSpPr>
        <p:spPr>
          <a:xfrm>
            <a:off x="667444" y="2376306"/>
            <a:ext cx="3630903" cy="2105388"/>
          </a:xfrm>
        </p:spPr>
        <p:txBody>
          <a:bodyPr wrap="square" anchor="ctr"/>
          <a:lstStyle>
            <a:lvl1pPr>
              <a:defRPr sz="3600">
                <a:solidFill>
                  <a:schemeClr val="accent4">
                    <a:lumMod val="50000"/>
                  </a:schemeClr>
                </a:solidFill>
              </a:defRPr>
            </a:lvl1pPr>
          </a:lstStyle>
          <a:p>
            <a:r>
              <a:rPr lang="en-GB"/>
              <a:t>Click to edit Master title style</a:t>
            </a:r>
            <a:endParaRPr lang="en-US" dirty="0"/>
          </a:p>
        </p:txBody>
      </p:sp>
      <p:sp>
        <p:nvSpPr>
          <p:cNvPr id="11" name="!! Oval Top">
            <a:extLst>
              <a:ext uri="{FF2B5EF4-FFF2-40B4-BE49-F238E27FC236}">
                <a16:creationId xmlns:a16="http://schemas.microsoft.com/office/drawing/2014/main" id="{B95A82A4-D00E-4BAE-97E0-52FA7B87C0D9}"/>
              </a:ext>
              <a:ext uri="{C183D7F6-B498-43B3-948B-1728B52AA6E4}">
                <adec:decorative xmlns:adec="http://schemas.microsoft.com/office/drawing/2017/decorative" val="1"/>
              </a:ext>
            </a:extLst>
          </p:cNvPr>
          <p:cNvSpPr/>
          <p:nvPr userDrawn="1"/>
        </p:nvSpPr>
        <p:spPr>
          <a:xfrm>
            <a:off x="5432325" y="2719433"/>
            <a:ext cx="1324173" cy="1324169"/>
          </a:xfrm>
          <a:prstGeom prst="ellipse">
            <a:avLst/>
          </a:prstGeom>
          <a:solidFill>
            <a:schemeClr val="accent4"/>
          </a:solidFill>
          <a:ln w="25400" cap="flat" cmpd="sng" algn="ctr">
            <a:solidFill>
              <a:schemeClr val="accent4"/>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2" name="!! Oval Top">
            <a:extLst>
              <a:ext uri="{FF2B5EF4-FFF2-40B4-BE49-F238E27FC236}">
                <a16:creationId xmlns:a16="http://schemas.microsoft.com/office/drawing/2014/main" id="{332FAD7F-A532-4557-9487-947B2391D066}"/>
              </a:ext>
              <a:ext uri="{C183D7F6-B498-43B3-948B-1728B52AA6E4}">
                <adec:decorative xmlns:adec="http://schemas.microsoft.com/office/drawing/2017/decorative" val="1"/>
              </a:ext>
            </a:extLst>
          </p:cNvPr>
          <p:cNvSpPr/>
          <p:nvPr userDrawn="1"/>
        </p:nvSpPr>
        <p:spPr>
          <a:xfrm>
            <a:off x="5432324" y="4481694"/>
            <a:ext cx="1324173" cy="1324169"/>
          </a:xfrm>
          <a:prstGeom prst="ellipse">
            <a:avLst/>
          </a:prstGeom>
          <a:solidFill>
            <a:schemeClr val="accent4"/>
          </a:solidFill>
          <a:ln w="25400" cap="flat" cmpd="sng" algn="ctr">
            <a:solidFill>
              <a:schemeClr val="accent4"/>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3" name="!! Oval Top">
            <a:extLst>
              <a:ext uri="{FF2B5EF4-FFF2-40B4-BE49-F238E27FC236}">
                <a16:creationId xmlns:a16="http://schemas.microsoft.com/office/drawing/2014/main" id="{5095E217-E63E-4FE6-9C8D-FB447A5BD47D}"/>
              </a:ext>
              <a:ext uri="{C183D7F6-B498-43B3-948B-1728B52AA6E4}">
                <adec:decorative xmlns:adec="http://schemas.microsoft.com/office/drawing/2017/decorative" val="1"/>
              </a:ext>
            </a:extLst>
          </p:cNvPr>
          <p:cNvSpPr/>
          <p:nvPr userDrawn="1"/>
        </p:nvSpPr>
        <p:spPr>
          <a:xfrm>
            <a:off x="5432323" y="957172"/>
            <a:ext cx="1324173" cy="1324169"/>
          </a:xfrm>
          <a:prstGeom prst="ellipse">
            <a:avLst/>
          </a:prstGeom>
          <a:solidFill>
            <a:schemeClr val="accent4"/>
          </a:solidFill>
          <a:ln w="25400" cap="flat" cmpd="sng" algn="ctr">
            <a:solidFill>
              <a:schemeClr val="accent4"/>
            </a:solidFill>
            <a:prstDash val="solid"/>
          </a:ln>
          <a:effectLst/>
        </p:spPr>
        <p:txBody>
          <a:bodyPr rot="0" spcFirstLastPara="0" vertOverflow="overflow" horzOverflow="overflow" vert="horz" wrap="none" lIns="60896" tIns="30448" rIns="60896" bIns="30448" numCol="1" spcCol="0" rtlCol="0" fromWordArt="0" anchor="ctr" anchorCtr="0" forceAA="0" compatLnSpc="1">
            <a:prstTxWarp prst="textNoShape">
              <a:avLst/>
            </a:prstTxWarp>
            <a:noAutofit/>
          </a:bodyPr>
          <a:lstStyle/>
          <a:p>
            <a:pPr algn="ctr" defTabSz="913578"/>
            <a:endParaRPr lang="en-US" sz="1600" kern="0" dirty="0">
              <a:solidFill>
                <a:schemeClr val="tx2"/>
              </a:solidFill>
              <a:latin typeface="Arial" panose="020B0604020202020204" pitchFamily="34" charset="0"/>
            </a:endParaRPr>
          </a:p>
        </p:txBody>
      </p:sp>
      <p:sp>
        <p:nvSpPr>
          <p:cNvPr id="18" name="Text Placeholder 17">
            <a:extLst>
              <a:ext uri="{FF2B5EF4-FFF2-40B4-BE49-F238E27FC236}">
                <a16:creationId xmlns:a16="http://schemas.microsoft.com/office/drawing/2014/main" id="{A8557501-25C3-4809-A7FA-8635CEF681FE}"/>
              </a:ext>
            </a:extLst>
          </p:cNvPr>
          <p:cNvSpPr>
            <a:spLocks noGrp="1"/>
          </p:cNvSpPr>
          <p:nvPr>
            <p:ph type="body" sz="quarter" idx="12" hasCustomPrompt="1"/>
          </p:nvPr>
        </p:nvSpPr>
        <p:spPr>
          <a:xfrm>
            <a:off x="7167433" y="2719433"/>
            <a:ext cx="4532442" cy="431800"/>
          </a:xfrm>
        </p:spPr>
        <p:txBody>
          <a:bodyPr/>
          <a:lstStyle>
            <a:lvl1pPr>
              <a:defRPr sz="2800">
                <a:solidFill>
                  <a:schemeClr val="accent4">
                    <a:lumMod val="75000"/>
                  </a:schemeClr>
                </a:solidFill>
              </a:defRPr>
            </a:lvl1pPr>
            <a:lvl2pPr>
              <a:defRPr sz="2800"/>
            </a:lvl2pPr>
            <a:lvl3pPr>
              <a:defRPr sz="2800"/>
            </a:lvl3pPr>
            <a:lvl4pPr>
              <a:defRPr sz="2800"/>
            </a:lvl4pPr>
            <a:lvl5pPr>
              <a:defRPr sz="2800"/>
            </a:lvl5pPr>
          </a:lstStyle>
          <a:p>
            <a:pPr lvl="0"/>
            <a:r>
              <a:rPr lang="en-US" dirty="0"/>
              <a:t>Click to Edit</a:t>
            </a:r>
          </a:p>
        </p:txBody>
      </p:sp>
      <p:sp>
        <p:nvSpPr>
          <p:cNvPr id="20" name="Text Placeholder 19">
            <a:extLst>
              <a:ext uri="{FF2B5EF4-FFF2-40B4-BE49-F238E27FC236}">
                <a16:creationId xmlns:a16="http://schemas.microsoft.com/office/drawing/2014/main" id="{2A7333B4-78E3-4DDB-AF65-D0BD9DDB0B13}"/>
              </a:ext>
            </a:extLst>
          </p:cNvPr>
          <p:cNvSpPr>
            <a:spLocks noGrp="1"/>
          </p:cNvSpPr>
          <p:nvPr>
            <p:ph type="body" sz="quarter" idx="13"/>
          </p:nvPr>
        </p:nvSpPr>
        <p:spPr>
          <a:xfrm>
            <a:off x="7167433" y="3291127"/>
            <a:ext cx="4532442" cy="752475"/>
          </a:xfrm>
        </p:spPr>
        <p:txBody>
          <a:bodyPr/>
          <a:lstStyle>
            <a:lvl1pPr>
              <a:defRPr sz="1600"/>
            </a:lvl1pPr>
            <a:lvl2pPr marL="273050" indent="0">
              <a:buNone/>
              <a:defRPr/>
            </a:lvl2pPr>
          </a:lstStyle>
          <a:p>
            <a:pPr lvl="0"/>
            <a:r>
              <a:rPr lang="en-GB"/>
              <a:t>Click to edit Master text styles</a:t>
            </a:r>
          </a:p>
        </p:txBody>
      </p:sp>
      <p:sp>
        <p:nvSpPr>
          <p:cNvPr id="21" name="Text Placeholder 17">
            <a:extLst>
              <a:ext uri="{FF2B5EF4-FFF2-40B4-BE49-F238E27FC236}">
                <a16:creationId xmlns:a16="http://schemas.microsoft.com/office/drawing/2014/main" id="{3A04C10E-4C0A-4F1C-AF4B-9368D6EEE1D5}"/>
              </a:ext>
            </a:extLst>
          </p:cNvPr>
          <p:cNvSpPr>
            <a:spLocks noGrp="1"/>
          </p:cNvSpPr>
          <p:nvPr>
            <p:ph type="body" sz="quarter" idx="14" hasCustomPrompt="1"/>
          </p:nvPr>
        </p:nvSpPr>
        <p:spPr>
          <a:xfrm>
            <a:off x="7167433" y="962235"/>
            <a:ext cx="4532442" cy="431800"/>
          </a:xfrm>
        </p:spPr>
        <p:txBody>
          <a:bodyPr/>
          <a:lstStyle>
            <a:lvl1pPr>
              <a:defRPr sz="2800">
                <a:solidFill>
                  <a:schemeClr val="accent4">
                    <a:lumMod val="75000"/>
                  </a:schemeClr>
                </a:solidFill>
              </a:defRPr>
            </a:lvl1pPr>
            <a:lvl2pPr>
              <a:defRPr sz="2800"/>
            </a:lvl2pPr>
            <a:lvl3pPr>
              <a:defRPr sz="2800"/>
            </a:lvl3pPr>
            <a:lvl4pPr>
              <a:defRPr sz="2800"/>
            </a:lvl4pPr>
            <a:lvl5pPr>
              <a:defRPr sz="2800"/>
            </a:lvl5pPr>
          </a:lstStyle>
          <a:p>
            <a:pPr lvl="0"/>
            <a:r>
              <a:rPr lang="en-US" dirty="0"/>
              <a:t>Click to Edit</a:t>
            </a:r>
          </a:p>
        </p:txBody>
      </p:sp>
      <p:sp>
        <p:nvSpPr>
          <p:cNvPr id="22" name="Text Placeholder 19">
            <a:extLst>
              <a:ext uri="{FF2B5EF4-FFF2-40B4-BE49-F238E27FC236}">
                <a16:creationId xmlns:a16="http://schemas.microsoft.com/office/drawing/2014/main" id="{DCD08270-3B84-4C0F-9D4B-B8C9B4451C98}"/>
              </a:ext>
            </a:extLst>
          </p:cNvPr>
          <p:cNvSpPr>
            <a:spLocks noGrp="1"/>
          </p:cNvSpPr>
          <p:nvPr>
            <p:ph type="body" sz="quarter" idx="15"/>
          </p:nvPr>
        </p:nvSpPr>
        <p:spPr>
          <a:xfrm>
            <a:off x="7167433" y="1533929"/>
            <a:ext cx="4532442" cy="752475"/>
          </a:xfrm>
        </p:spPr>
        <p:txBody>
          <a:bodyPr/>
          <a:lstStyle>
            <a:lvl1pPr>
              <a:defRPr sz="1600"/>
            </a:lvl1pPr>
            <a:lvl2pPr marL="273050" indent="0">
              <a:buNone/>
              <a:defRPr/>
            </a:lvl2pPr>
          </a:lstStyle>
          <a:p>
            <a:pPr lvl="0"/>
            <a:r>
              <a:rPr lang="en-GB"/>
              <a:t>Click to edit Master text styles</a:t>
            </a:r>
          </a:p>
        </p:txBody>
      </p:sp>
      <p:sp>
        <p:nvSpPr>
          <p:cNvPr id="23" name="Text Placeholder 17">
            <a:extLst>
              <a:ext uri="{FF2B5EF4-FFF2-40B4-BE49-F238E27FC236}">
                <a16:creationId xmlns:a16="http://schemas.microsoft.com/office/drawing/2014/main" id="{EF8022DB-38FA-4981-80AA-7A1F41B2303D}"/>
              </a:ext>
            </a:extLst>
          </p:cNvPr>
          <p:cNvSpPr>
            <a:spLocks noGrp="1"/>
          </p:cNvSpPr>
          <p:nvPr>
            <p:ph type="body" sz="quarter" idx="16" hasCustomPrompt="1"/>
          </p:nvPr>
        </p:nvSpPr>
        <p:spPr>
          <a:xfrm>
            <a:off x="7167433" y="4487077"/>
            <a:ext cx="4532442" cy="431800"/>
          </a:xfrm>
        </p:spPr>
        <p:txBody>
          <a:bodyPr/>
          <a:lstStyle>
            <a:lvl1pPr>
              <a:defRPr sz="2800">
                <a:solidFill>
                  <a:schemeClr val="accent4">
                    <a:lumMod val="75000"/>
                  </a:schemeClr>
                </a:solidFill>
              </a:defRPr>
            </a:lvl1pPr>
            <a:lvl2pPr>
              <a:defRPr sz="2800"/>
            </a:lvl2pPr>
            <a:lvl3pPr>
              <a:defRPr sz="2800"/>
            </a:lvl3pPr>
            <a:lvl4pPr>
              <a:defRPr sz="2800"/>
            </a:lvl4pPr>
            <a:lvl5pPr>
              <a:defRPr sz="2800"/>
            </a:lvl5pPr>
          </a:lstStyle>
          <a:p>
            <a:pPr lvl="0"/>
            <a:r>
              <a:rPr lang="en-US" dirty="0"/>
              <a:t>Click to Edit</a:t>
            </a:r>
          </a:p>
        </p:txBody>
      </p:sp>
      <p:sp>
        <p:nvSpPr>
          <p:cNvPr id="24" name="Text Placeholder 19">
            <a:extLst>
              <a:ext uri="{FF2B5EF4-FFF2-40B4-BE49-F238E27FC236}">
                <a16:creationId xmlns:a16="http://schemas.microsoft.com/office/drawing/2014/main" id="{B6DC575F-9A95-44E0-9909-8EAD3FF0D8C6}"/>
              </a:ext>
            </a:extLst>
          </p:cNvPr>
          <p:cNvSpPr>
            <a:spLocks noGrp="1"/>
          </p:cNvSpPr>
          <p:nvPr>
            <p:ph type="body" sz="quarter" idx="17"/>
          </p:nvPr>
        </p:nvSpPr>
        <p:spPr>
          <a:xfrm>
            <a:off x="7167433" y="5058771"/>
            <a:ext cx="4532442" cy="752475"/>
          </a:xfrm>
        </p:spPr>
        <p:txBody>
          <a:bodyPr/>
          <a:lstStyle>
            <a:lvl1pPr>
              <a:defRPr sz="1600"/>
            </a:lvl1pPr>
            <a:lvl2pPr marL="273050" indent="0">
              <a:buNone/>
              <a:defRPr/>
            </a:lvl2pPr>
          </a:lstStyle>
          <a:p>
            <a:pPr lvl="0"/>
            <a:r>
              <a:rPr lang="en-GB"/>
              <a:t>Click to edit Master text styles</a:t>
            </a:r>
          </a:p>
        </p:txBody>
      </p:sp>
      <p:sp>
        <p:nvSpPr>
          <p:cNvPr id="35" name="page number">
            <a:extLst>
              <a:ext uri="{FF2B5EF4-FFF2-40B4-BE49-F238E27FC236}">
                <a16:creationId xmlns:a16="http://schemas.microsoft.com/office/drawing/2014/main" id="{91E9769B-8BED-31C2-BCC5-5ED788A8862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Arial" panose="020B0604020202020204" pitchFamily="34" charset="0"/>
            </a:endParaRPr>
          </a:p>
        </p:txBody>
      </p:sp>
      <p:grpSp>
        <p:nvGrpSpPr>
          <p:cNvPr id="5" name="Graphic 8">
            <a:extLst>
              <a:ext uri="{FF2B5EF4-FFF2-40B4-BE49-F238E27FC236}">
                <a16:creationId xmlns:a16="http://schemas.microsoft.com/office/drawing/2014/main" id="{D0F9EA36-BB70-5313-044B-80807DA9CCD3}"/>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C2685E30-24AA-7761-80C0-48E5848DA42B}"/>
                </a:ext>
              </a:extLst>
            </p:cNvPr>
            <p:cNvGrpSpPr/>
            <p:nvPr/>
          </p:nvGrpSpPr>
          <p:grpSpPr>
            <a:xfrm>
              <a:off x="745455" y="6594444"/>
              <a:ext cx="722662" cy="98475"/>
              <a:chOff x="745455" y="6594444"/>
              <a:chExt cx="722662" cy="98475"/>
            </a:xfrm>
            <a:solidFill>
              <a:srgbClr val="000000"/>
            </a:solidFill>
          </p:grpSpPr>
          <p:sp>
            <p:nvSpPr>
              <p:cNvPr id="25" name="Freeform 49">
                <a:extLst>
                  <a:ext uri="{FF2B5EF4-FFF2-40B4-BE49-F238E27FC236}">
                    <a16:creationId xmlns:a16="http://schemas.microsoft.com/office/drawing/2014/main" id="{E99FBFD3-FC96-695C-66D3-862CB40AC301}"/>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6" name="Freeform 50">
                <a:extLst>
                  <a:ext uri="{FF2B5EF4-FFF2-40B4-BE49-F238E27FC236}">
                    <a16:creationId xmlns:a16="http://schemas.microsoft.com/office/drawing/2014/main" id="{6CDEBF1C-4273-612B-EE4B-68FA2CD80F6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7" name="Freeform 51">
                <a:extLst>
                  <a:ext uri="{FF2B5EF4-FFF2-40B4-BE49-F238E27FC236}">
                    <a16:creationId xmlns:a16="http://schemas.microsoft.com/office/drawing/2014/main" id="{0AFBAC62-9E83-6584-B456-AD66A2F13638}"/>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8" name="Freeform 52">
                <a:extLst>
                  <a:ext uri="{FF2B5EF4-FFF2-40B4-BE49-F238E27FC236}">
                    <a16:creationId xmlns:a16="http://schemas.microsoft.com/office/drawing/2014/main" id="{7AE67FF2-752E-D8BD-6B17-68A624B2764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9" name="Freeform 53">
                <a:extLst>
                  <a:ext uri="{FF2B5EF4-FFF2-40B4-BE49-F238E27FC236}">
                    <a16:creationId xmlns:a16="http://schemas.microsoft.com/office/drawing/2014/main" id="{F274C2D8-E9AD-F8CF-758D-E76DE4236FF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0" name="Freeform 54">
                <a:extLst>
                  <a:ext uri="{FF2B5EF4-FFF2-40B4-BE49-F238E27FC236}">
                    <a16:creationId xmlns:a16="http://schemas.microsoft.com/office/drawing/2014/main" id="{8D25EEE2-4428-09D0-2C2E-A4671B9BE44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31" name="Freeform 55">
                <a:extLst>
                  <a:ext uri="{FF2B5EF4-FFF2-40B4-BE49-F238E27FC236}">
                    <a16:creationId xmlns:a16="http://schemas.microsoft.com/office/drawing/2014/main" id="{F812BB8E-233F-3979-A51B-8634E7DB54C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2" name="Freeform 56">
                <a:extLst>
                  <a:ext uri="{FF2B5EF4-FFF2-40B4-BE49-F238E27FC236}">
                    <a16:creationId xmlns:a16="http://schemas.microsoft.com/office/drawing/2014/main" id="{AAA3E88A-2807-2D3B-8F46-54C67622DCB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3" name="Freeform 57">
                <a:extLst>
                  <a:ext uri="{FF2B5EF4-FFF2-40B4-BE49-F238E27FC236}">
                    <a16:creationId xmlns:a16="http://schemas.microsoft.com/office/drawing/2014/main" id="{04F62A2C-C883-D52B-C7F2-32F5EF8E781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4" name="Freeform 58">
                <a:extLst>
                  <a:ext uri="{FF2B5EF4-FFF2-40B4-BE49-F238E27FC236}">
                    <a16:creationId xmlns:a16="http://schemas.microsoft.com/office/drawing/2014/main" id="{D399ED2E-7F86-EDD9-F686-2BD5A307732C}"/>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7" name="Graphic 8">
              <a:extLst>
                <a:ext uri="{FF2B5EF4-FFF2-40B4-BE49-F238E27FC236}">
                  <a16:creationId xmlns:a16="http://schemas.microsoft.com/office/drawing/2014/main" id="{965D35B2-5C93-A6A0-129B-3451010F0999}"/>
                </a:ext>
              </a:extLst>
            </p:cNvPr>
            <p:cNvGrpSpPr/>
            <p:nvPr/>
          </p:nvGrpSpPr>
          <p:grpSpPr>
            <a:xfrm>
              <a:off x="265625" y="6323271"/>
              <a:ext cx="1249223" cy="190348"/>
              <a:chOff x="265625" y="6323271"/>
              <a:chExt cx="1249223" cy="190348"/>
            </a:xfrm>
            <a:solidFill>
              <a:srgbClr val="000000"/>
            </a:solidFill>
          </p:grpSpPr>
          <p:sp>
            <p:nvSpPr>
              <p:cNvPr id="8" name="Freeform 60">
                <a:extLst>
                  <a:ext uri="{FF2B5EF4-FFF2-40B4-BE49-F238E27FC236}">
                    <a16:creationId xmlns:a16="http://schemas.microsoft.com/office/drawing/2014/main" id="{E0FFA6EF-56B4-D322-134D-C0560EC0235D}"/>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9" name="Freeform 61">
                <a:extLst>
                  <a:ext uri="{FF2B5EF4-FFF2-40B4-BE49-F238E27FC236}">
                    <a16:creationId xmlns:a16="http://schemas.microsoft.com/office/drawing/2014/main" id="{5E208487-B1C7-8686-5965-DD8E1AF8ABB5}"/>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40722565-B854-AEC2-6FDD-4F8379CDFC6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AD2CAD7B-FFD3-87BD-81A9-89308D8D353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2E1E1374-E627-8B13-838C-C8E843CA72B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3D1EB2FF-6096-0636-BB9E-03CEF2B07E8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9" name="Freeform 66">
                <a:extLst>
                  <a:ext uri="{FF2B5EF4-FFF2-40B4-BE49-F238E27FC236}">
                    <a16:creationId xmlns:a16="http://schemas.microsoft.com/office/drawing/2014/main" id="{A9F2620B-E7EA-2199-0614-41C3DC49F39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219187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750"/>
                                        <p:tgtEl>
                                          <p:spTgt spid="13"/>
                                        </p:tgtEl>
                                      </p:cBhvr>
                                    </p:animEffect>
                                  </p:childTnLst>
                                </p:cTn>
                              </p:par>
                              <p:par>
                                <p:cTn id="8" presetID="6" presetClass="emph" presetSubtype="0" fill="hold" grpId="1" nodeType="withEffect">
                                  <p:stCondLst>
                                    <p:cond delay="0"/>
                                  </p:stCondLst>
                                  <p:childTnLst>
                                    <p:animScale>
                                      <p:cBhvr>
                                        <p:cTn id="9" dur="10" fill="hold"/>
                                        <p:tgtEl>
                                          <p:spTgt spid="13"/>
                                        </p:tgtEl>
                                      </p:cBhvr>
                                      <p:by x="1000" y="1000"/>
                                    </p:animScale>
                                  </p:childTnLst>
                                </p:cTn>
                              </p:par>
                              <p:par>
                                <p:cTn id="10" presetID="6" presetClass="emph" presetSubtype="0" accel="33333" decel="66667" fill="hold" grpId="2" nodeType="withEffect">
                                  <p:stCondLst>
                                    <p:cond delay="0"/>
                                  </p:stCondLst>
                                  <p:childTnLst>
                                    <p:animScale>
                                      <p:cBhvr>
                                        <p:cTn id="11" dur="750" fill="hold"/>
                                        <p:tgtEl>
                                          <p:spTgt spid="13"/>
                                        </p:tgtEl>
                                      </p:cBhvr>
                                      <p:by x="9999000" y="9999000"/>
                                    </p:animScale>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750"/>
                                        <p:tgtEl>
                                          <p:spTgt spid="11"/>
                                        </p:tgtEl>
                                      </p:cBhvr>
                                    </p:animEffect>
                                  </p:childTnLst>
                                </p:cTn>
                              </p:par>
                              <p:par>
                                <p:cTn id="15" presetID="6" presetClass="emph" presetSubtype="0" fill="hold" grpId="1" nodeType="withEffect">
                                  <p:stCondLst>
                                    <p:cond delay="0"/>
                                  </p:stCondLst>
                                  <p:childTnLst>
                                    <p:animScale>
                                      <p:cBhvr>
                                        <p:cTn id="16" dur="10" fill="hold"/>
                                        <p:tgtEl>
                                          <p:spTgt spid="11"/>
                                        </p:tgtEl>
                                      </p:cBhvr>
                                      <p:by x="1000" y="1000"/>
                                    </p:animScale>
                                  </p:childTnLst>
                                </p:cTn>
                              </p:par>
                              <p:par>
                                <p:cTn id="17" presetID="6" presetClass="emph" presetSubtype="0" accel="33333" decel="66667" fill="hold" grpId="2" nodeType="withEffect">
                                  <p:stCondLst>
                                    <p:cond delay="0"/>
                                  </p:stCondLst>
                                  <p:childTnLst>
                                    <p:animScale>
                                      <p:cBhvr>
                                        <p:cTn id="18" dur="750" fill="hold"/>
                                        <p:tgtEl>
                                          <p:spTgt spid="11"/>
                                        </p:tgtEl>
                                      </p:cBhvr>
                                      <p:by x="9999000" y="9999000"/>
                                    </p:animScale>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50"/>
                                        <p:tgtEl>
                                          <p:spTgt spid="12"/>
                                        </p:tgtEl>
                                      </p:cBhvr>
                                    </p:animEffect>
                                  </p:childTnLst>
                                </p:cTn>
                              </p:par>
                              <p:par>
                                <p:cTn id="22" presetID="6" presetClass="emph" presetSubtype="0" fill="hold" grpId="1" nodeType="withEffect">
                                  <p:stCondLst>
                                    <p:cond delay="0"/>
                                  </p:stCondLst>
                                  <p:childTnLst>
                                    <p:animScale>
                                      <p:cBhvr>
                                        <p:cTn id="23" dur="10" fill="hold"/>
                                        <p:tgtEl>
                                          <p:spTgt spid="12"/>
                                        </p:tgtEl>
                                      </p:cBhvr>
                                      <p:by x="1000" y="1000"/>
                                    </p:animScale>
                                  </p:childTnLst>
                                </p:cTn>
                              </p:par>
                              <p:par>
                                <p:cTn id="24" presetID="6" presetClass="emph" presetSubtype="0" accel="33333" decel="66667" fill="hold" grpId="2" nodeType="withEffect">
                                  <p:stCondLst>
                                    <p:cond delay="0"/>
                                  </p:stCondLst>
                                  <p:childTnLst>
                                    <p:animScale>
                                      <p:cBhvr>
                                        <p:cTn id="25" dur="750" fill="hold"/>
                                        <p:tgtEl>
                                          <p:spTgt spid="12"/>
                                        </p:tgtEl>
                                      </p:cBhvr>
                                      <p:by x="9999000" y="9999000"/>
                                    </p:animScale>
                                  </p:childTnLst>
                                </p:cTn>
                              </p:par>
                            </p:childTnLst>
                          </p:cTn>
                        </p:par>
                      </p:childTnLst>
                    </p:cTn>
                  </p:par>
                  <p:par>
                    <p:cTn id="26" fill="hold">
                      <p:stCondLst>
                        <p:cond delay="indefinite"/>
                      </p:stCondLst>
                      <p:childTnLst>
                        <p:par>
                          <p:cTn id="27" fill="hold">
                            <p:stCondLst>
                              <p:cond delay="0"/>
                            </p:stCondLst>
                            <p:childTnLst>
                              <p:par>
                                <p:cTn id="28" presetID="2" presetClass="entr" presetSubtype="2" decel="20000" fill="hold" grpId="0" nodeType="clickEffect">
                                  <p:stCondLst>
                                    <p:cond delay="0"/>
                                  </p:stCondLst>
                                  <p:childTnLst>
                                    <p:set>
                                      <p:cBhvr>
                                        <p:cTn id="29" dur="1" fill="hold">
                                          <p:stCondLst>
                                            <p:cond delay="0"/>
                                          </p:stCondLst>
                                        </p:cTn>
                                        <p:tgtEl>
                                          <p:spTgt spid="21">
                                            <p:txEl>
                                              <p:pRg st="0" end="0"/>
                                            </p:txEl>
                                          </p:spTgt>
                                        </p:tgtEl>
                                        <p:attrNameLst>
                                          <p:attrName>style.visibility</p:attrName>
                                        </p:attrNameLst>
                                      </p:cBhvr>
                                      <p:to>
                                        <p:strVal val="visible"/>
                                      </p:to>
                                    </p:set>
                                    <p:anim calcmode="lin" valueType="num">
                                      <p:cBhvr additive="base">
                                        <p:cTn id="30"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31" dur="500" fill="hold"/>
                                        <p:tgtEl>
                                          <p:spTgt spid="21">
                                            <p:txEl>
                                              <p:pRg st="0" end="0"/>
                                            </p:txEl>
                                          </p:spTgt>
                                        </p:tgtEl>
                                        <p:attrNameLst>
                                          <p:attrName>ppt_y</p:attrName>
                                        </p:attrNameLst>
                                      </p:cBhvr>
                                      <p:tavLst>
                                        <p:tav tm="0">
                                          <p:val>
                                            <p:strVal val="#ppt_y"/>
                                          </p:val>
                                        </p:tav>
                                        <p:tav tm="100000">
                                          <p:val>
                                            <p:strVal val="#ppt_y"/>
                                          </p:val>
                                        </p:tav>
                                      </p:tavLst>
                                    </p:anim>
                                  </p:childTnLst>
                                </p:cTn>
                              </p:par>
                              <p:par>
                                <p:cTn id="32" presetID="2" presetClass="entr" presetSubtype="2" decel="20000" fill="hold" grpId="0" nodeType="withEffect">
                                  <p:stCondLst>
                                    <p:cond delay="0"/>
                                  </p:stCondLst>
                                  <p:childTnLst>
                                    <p:set>
                                      <p:cBhvr>
                                        <p:cTn id="33" dur="1" fill="hold">
                                          <p:stCondLst>
                                            <p:cond delay="0"/>
                                          </p:stCondLst>
                                        </p:cTn>
                                        <p:tgtEl>
                                          <p:spTgt spid="22">
                                            <p:txEl>
                                              <p:pRg st="0" end="0"/>
                                            </p:txEl>
                                          </p:spTgt>
                                        </p:tgtEl>
                                        <p:attrNameLst>
                                          <p:attrName>style.visibility</p:attrName>
                                        </p:attrNameLst>
                                      </p:cBhvr>
                                      <p:to>
                                        <p:strVal val="visible"/>
                                      </p:to>
                                    </p:set>
                                    <p:anim calcmode="lin" valueType="num">
                                      <p:cBhvr additive="base">
                                        <p:cTn id="34"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2" decel="20000" fill="hold" grpId="0" nodeType="clickEffect">
                                  <p:stCondLst>
                                    <p:cond delay="0"/>
                                  </p:stCondLst>
                                  <p:childTnLst>
                                    <p:set>
                                      <p:cBhvr>
                                        <p:cTn id="39" dur="1" fill="hold">
                                          <p:stCondLst>
                                            <p:cond delay="0"/>
                                          </p:stCondLst>
                                        </p:cTn>
                                        <p:tgtEl>
                                          <p:spTgt spid="18">
                                            <p:txEl>
                                              <p:pRg st="0" end="0"/>
                                            </p:txEl>
                                          </p:spTgt>
                                        </p:tgtEl>
                                        <p:attrNameLst>
                                          <p:attrName>style.visibility</p:attrName>
                                        </p:attrNameLst>
                                      </p:cBhvr>
                                      <p:to>
                                        <p:strVal val="visible"/>
                                      </p:to>
                                    </p:set>
                                    <p:anim calcmode="lin" valueType="num">
                                      <p:cBhvr additive="base">
                                        <p:cTn id="40"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18">
                                            <p:txEl>
                                              <p:pRg st="0" end="0"/>
                                            </p:txEl>
                                          </p:spTgt>
                                        </p:tgtEl>
                                        <p:attrNameLst>
                                          <p:attrName>ppt_y</p:attrName>
                                        </p:attrNameLst>
                                      </p:cBhvr>
                                      <p:tavLst>
                                        <p:tav tm="0">
                                          <p:val>
                                            <p:strVal val="#ppt_y"/>
                                          </p:val>
                                        </p:tav>
                                        <p:tav tm="100000">
                                          <p:val>
                                            <p:strVal val="#ppt_y"/>
                                          </p:val>
                                        </p:tav>
                                      </p:tavLst>
                                    </p:anim>
                                  </p:childTnLst>
                                </p:cTn>
                              </p:par>
                              <p:par>
                                <p:cTn id="42" presetID="2" presetClass="entr" presetSubtype="2" decel="20000" fill="hold" grpId="0" nodeType="withEffect">
                                  <p:stCondLst>
                                    <p:cond delay="0"/>
                                  </p:stCondLst>
                                  <p:childTnLst>
                                    <p:set>
                                      <p:cBhvr>
                                        <p:cTn id="43" dur="1" fill="hold">
                                          <p:stCondLst>
                                            <p:cond delay="0"/>
                                          </p:stCondLst>
                                        </p:cTn>
                                        <p:tgtEl>
                                          <p:spTgt spid="20">
                                            <p:txEl>
                                              <p:pRg st="0" end="0"/>
                                            </p:txEl>
                                          </p:spTgt>
                                        </p:tgtEl>
                                        <p:attrNameLst>
                                          <p:attrName>style.visibility</p:attrName>
                                        </p:attrNameLst>
                                      </p:cBhvr>
                                      <p:to>
                                        <p:strVal val="visible"/>
                                      </p:to>
                                    </p:set>
                                    <p:anim calcmode="lin" valueType="num">
                                      <p:cBhvr additive="base">
                                        <p:cTn id="44" dur="5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2" decel="20000" fill="hold" grpId="0" nodeType="clickEffect">
                                  <p:stCondLst>
                                    <p:cond delay="0"/>
                                  </p:stCondLst>
                                  <p:childTnLst>
                                    <p:set>
                                      <p:cBhvr>
                                        <p:cTn id="49" dur="1" fill="hold">
                                          <p:stCondLst>
                                            <p:cond delay="0"/>
                                          </p:stCondLst>
                                        </p:cTn>
                                        <p:tgtEl>
                                          <p:spTgt spid="23">
                                            <p:txEl>
                                              <p:pRg st="0" end="0"/>
                                            </p:txEl>
                                          </p:spTgt>
                                        </p:tgtEl>
                                        <p:attrNameLst>
                                          <p:attrName>style.visibility</p:attrName>
                                        </p:attrNameLst>
                                      </p:cBhvr>
                                      <p:to>
                                        <p:strVal val="visible"/>
                                      </p:to>
                                    </p:set>
                                    <p:anim calcmode="lin" valueType="num">
                                      <p:cBhvr additive="base">
                                        <p:cTn id="50" dur="5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23">
                                            <p:txEl>
                                              <p:pRg st="0" end="0"/>
                                            </p:txEl>
                                          </p:spTgt>
                                        </p:tgtEl>
                                        <p:attrNameLst>
                                          <p:attrName>ppt_y</p:attrName>
                                        </p:attrNameLst>
                                      </p:cBhvr>
                                      <p:tavLst>
                                        <p:tav tm="0">
                                          <p:val>
                                            <p:strVal val="#ppt_y"/>
                                          </p:val>
                                        </p:tav>
                                        <p:tav tm="100000">
                                          <p:val>
                                            <p:strVal val="#ppt_y"/>
                                          </p:val>
                                        </p:tav>
                                      </p:tavLst>
                                    </p:anim>
                                  </p:childTnLst>
                                </p:cTn>
                              </p:par>
                              <p:par>
                                <p:cTn id="52" presetID="2" presetClass="entr" presetSubtype="2" decel="20000" fill="hold" grpId="0" nodeType="withEffect">
                                  <p:stCondLst>
                                    <p:cond delay="0"/>
                                  </p:stCondLst>
                                  <p:childTnLst>
                                    <p:set>
                                      <p:cBhvr>
                                        <p:cTn id="53" dur="1" fill="hold">
                                          <p:stCondLst>
                                            <p:cond delay="0"/>
                                          </p:stCondLst>
                                        </p:cTn>
                                        <p:tgtEl>
                                          <p:spTgt spid="24">
                                            <p:txEl>
                                              <p:pRg st="0" end="0"/>
                                            </p:txEl>
                                          </p:spTgt>
                                        </p:tgtEl>
                                        <p:attrNameLst>
                                          <p:attrName>style.visibility</p:attrName>
                                        </p:attrNameLst>
                                      </p:cBhvr>
                                      <p:to>
                                        <p:strVal val="visible"/>
                                      </p:to>
                                    </p:set>
                                    <p:anim calcmode="lin" valueType="num">
                                      <p:cBhvr additive="base">
                                        <p:cTn id="54" dur="5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55" dur="500" fill="hold"/>
                                        <p:tgtEl>
                                          <p:spTgt spid="2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P spid="12" grpId="0" animBg="1"/>
      <p:bldP spid="12" grpId="1" animBg="1"/>
      <p:bldP spid="12" grpId="2" animBg="1"/>
      <p:bldP spid="13" grpId="0" animBg="1"/>
      <p:bldP spid="13" grpId="1" animBg="1"/>
      <p:bldP spid="13" grpId="2" animBg="1"/>
      <p:bldP spid="18" grpId="0" build="p">
        <p:tmplLst>
          <p:tmpl lvl="1">
            <p:tnLst>
              <p:par>
                <p:cTn presetID="2" presetClass="entr" presetSubtype="2" decel="20000" fill="hold" nodeType="click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 presetClass="entr" presetSubtype="2" decel="2000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build="p">
        <p:tmplLst>
          <p:tmpl lvl="1">
            <p:tnLst>
              <p:par>
                <p:cTn presetID="2" presetClass="entr" presetSubtype="2" decel="20000" fill="hold" nodeType="click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2" presetClass="entr" presetSubtype="2" decel="2000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P spid="23" grpId="0" build="p">
        <p:tmplLst>
          <p:tmpl lvl="1">
            <p:tnLst>
              <p:par>
                <p:cTn presetID="2" presetClass="entr" presetSubtype="2" decel="20000" fill="hold" nodeType="click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spid="24" grpId="0" build="p">
        <p:tmplLst>
          <p:tmpl lvl="1">
            <p:tnLst>
              <p:par>
                <p:cTn presetID="2" presetClass="entr" presetSubtype="2" decel="2000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1+#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Big Statement - Leaf">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AE796DBB-7792-6B1A-4BD6-1B6B3F4B736A}"/>
              </a:ext>
            </a:extLst>
          </p:cNvPr>
          <p:cNvGrpSpPr/>
          <p:nvPr/>
        </p:nvGrpSpPr>
        <p:grpSpPr>
          <a:xfrm>
            <a:off x="5111737" y="1408637"/>
            <a:ext cx="7077088" cy="4553747"/>
            <a:chOff x="5111737" y="1408637"/>
            <a:chExt cx="7077088" cy="4553747"/>
          </a:xfrm>
        </p:grpSpPr>
        <p:sp>
          <p:nvSpPr>
            <p:cNvPr id="33" name="Freeform: Shape 32">
              <a:extLst>
                <a:ext uri="{FF2B5EF4-FFF2-40B4-BE49-F238E27FC236}">
                  <a16:creationId xmlns:a16="http://schemas.microsoft.com/office/drawing/2014/main" id="{E4086297-1AF3-2A2B-2613-14EDF97D3E23}"/>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30" name="Freeform: Shape 29">
              <a:extLst>
                <a:ext uri="{FF2B5EF4-FFF2-40B4-BE49-F238E27FC236}">
                  <a16:creationId xmlns:a16="http://schemas.microsoft.com/office/drawing/2014/main" id="{6E43FCC5-AD89-BD2E-37A1-C8E7D4E39967}"/>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9" name="Text Placeholder 862">
            <a:extLst>
              <a:ext uri="{FF2B5EF4-FFF2-40B4-BE49-F238E27FC236}">
                <a16:creationId xmlns:a16="http://schemas.microsoft.com/office/drawing/2014/main" id="{65A5776C-9EB9-F84B-B0C4-411FA1106F62}"/>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4"/>
                </a:solidFill>
              </a:defRPr>
            </a:lvl1pPr>
            <a:lvl2pPr marL="273050" indent="0">
              <a:buNone/>
              <a:defRPr/>
            </a:lvl2pPr>
          </a:lstStyle>
          <a:p>
            <a:pPr lvl="0"/>
            <a:r>
              <a:rPr lang="en-US" dirty="0"/>
              <a:t>Slide with large text placeholder, green theme.</a:t>
            </a:r>
          </a:p>
        </p:txBody>
      </p:sp>
      <p:sp>
        <p:nvSpPr>
          <p:cNvPr id="15" name="page number">
            <a:extLst>
              <a:ext uri="{FF2B5EF4-FFF2-40B4-BE49-F238E27FC236}">
                <a16:creationId xmlns:a16="http://schemas.microsoft.com/office/drawing/2014/main" id="{55FF2E89-7A98-C14C-B802-9BBF588108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55FF2E89-7A98-C14C-B802-9BBF588108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270682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Big Statement - Aqua">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AE981AE-FE9F-186D-50E0-7F14F9BF53B6}"/>
              </a:ext>
            </a:extLst>
          </p:cNvPr>
          <p:cNvGrpSpPr/>
          <p:nvPr/>
        </p:nvGrpSpPr>
        <p:grpSpPr>
          <a:xfrm>
            <a:off x="5111737" y="1408637"/>
            <a:ext cx="7077088" cy="4553747"/>
            <a:chOff x="5111737" y="1408637"/>
            <a:chExt cx="7077088" cy="4553747"/>
          </a:xfrm>
        </p:grpSpPr>
        <p:sp>
          <p:nvSpPr>
            <p:cNvPr id="3" name="Freeform: Shape 2">
              <a:extLst>
                <a:ext uri="{FF2B5EF4-FFF2-40B4-BE49-F238E27FC236}">
                  <a16:creationId xmlns:a16="http://schemas.microsoft.com/office/drawing/2014/main" id="{4C6C08E0-382E-E034-0786-953B81FE7655}"/>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3" name="Freeform: Shape 12">
              <a:extLst>
                <a:ext uri="{FF2B5EF4-FFF2-40B4-BE49-F238E27FC236}">
                  <a16:creationId xmlns:a16="http://schemas.microsoft.com/office/drawing/2014/main" id="{E200D762-9980-0F2F-A4D2-E7F64294A756}"/>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9" name="Text Placeholder 862">
            <a:extLst>
              <a:ext uri="{FF2B5EF4-FFF2-40B4-BE49-F238E27FC236}">
                <a16:creationId xmlns:a16="http://schemas.microsoft.com/office/drawing/2014/main" id="{113BEA88-710C-A54D-A13C-5E36B6B878B7}"/>
              </a:ext>
            </a:extLst>
          </p:cNvPr>
          <p:cNvSpPr>
            <a:spLocks noGrp="1"/>
          </p:cNvSpPr>
          <p:nvPr>
            <p:ph type="body" sz="quarter" idx="12" hasCustomPrompt="1"/>
          </p:nvPr>
        </p:nvSpPr>
        <p:spPr>
          <a:xfrm>
            <a:off x="580171" y="2233670"/>
            <a:ext cx="6525709" cy="22859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dirty="0"/>
              <a:t>Slide with large text placeholder, blue theme.</a:t>
            </a:r>
          </a:p>
        </p:txBody>
      </p:sp>
      <p:sp>
        <p:nvSpPr>
          <p:cNvPr id="16" name="page number">
            <a:extLst>
              <a:ext uri="{FF2B5EF4-FFF2-40B4-BE49-F238E27FC236}">
                <a16:creationId xmlns:a16="http://schemas.microsoft.com/office/drawing/2014/main" id="{3A15EC20-3B57-4E4E-872C-A34852CBEF1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3A15EC20-3B57-4E4E-872C-A34852CBEF1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6763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Big Statement - Plum">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76AE21A-751A-3AAB-6E34-CE624563FF91}"/>
              </a:ext>
            </a:extLst>
          </p:cNvPr>
          <p:cNvGrpSpPr/>
          <p:nvPr/>
        </p:nvGrpSpPr>
        <p:grpSpPr>
          <a:xfrm>
            <a:off x="5111737" y="1408637"/>
            <a:ext cx="7077088" cy="4553747"/>
            <a:chOff x="5111737" y="1408637"/>
            <a:chExt cx="7077088" cy="4553747"/>
          </a:xfrm>
        </p:grpSpPr>
        <p:sp>
          <p:nvSpPr>
            <p:cNvPr id="13" name="Freeform: Shape 12">
              <a:extLst>
                <a:ext uri="{FF2B5EF4-FFF2-40B4-BE49-F238E27FC236}">
                  <a16:creationId xmlns:a16="http://schemas.microsoft.com/office/drawing/2014/main" id="{FCFA1240-3D0D-AB66-BC3F-80EED3546482}"/>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6000">
                  <a:schemeClr val="accent5"/>
                </a:gs>
                <a:gs pos="7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4" name="Freeform: Shape 13">
              <a:extLst>
                <a:ext uri="{FF2B5EF4-FFF2-40B4-BE49-F238E27FC236}">
                  <a16:creationId xmlns:a16="http://schemas.microsoft.com/office/drawing/2014/main" id="{A884ED15-B8BE-771F-D78D-1BE6D9F66CCF}"/>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5"/>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10" name="Text Placeholder 862">
            <a:extLst>
              <a:ext uri="{FF2B5EF4-FFF2-40B4-BE49-F238E27FC236}">
                <a16:creationId xmlns:a16="http://schemas.microsoft.com/office/drawing/2014/main" id="{BB1BA4EC-6D18-954E-81DD-4678CFBE6FFB}"/>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5"/>
                </a:solidFill>
              </a:defRPr>
            </a:lvl1pPr>
            <a:lvl2pPr marL="273050" indent="0">
              <a:buNone/>
              <a:defRPr/>
            </a:lvl2pPr>
          </a:lstStyle>
          <a:p>
            <a:pPr lvl="0"/>
            <a:r>
              <a:rPr lang="en-US" dirty="0"/>
              <a:t>Slide with large text placeholder, purple theme.</a:t>
            </a:r>
          </a:p>
        </p:txBody>
      </p:sp>
      <p:sp>
        <p:nvSpPr>
          <p:cNvPr id="16" name="page number">
            <a:extLst>
              <a:ext uri="{FF2B5EF4-FFF2-40B4-BE49-F238E27FC236}">
                <a16:creationId xmlns:a16="http://schemas.microsoft.com/office/drawing/2014/main" id="{312DD3E6-E621-1B4F-9197-621CC0C346A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312DD3E6-E621-1B4F-9197-621CC0C346A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828199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Big Statement 2 - Leaf ">
    <p:spTree>
      <p:nvGrpSpPr>
        <p:cNvPr id="1" name=""/>
        <p:cNvGrpSpPr/>
        <p:nvPr/>
      </p:nvGrpSpPr>
      <p:grpSpPr>
        <a:xfrm>
          <a:off x="0" y="0"/>
          <a:ext cx="0" cy="0"/>
          <a:chOff x="0" y="0"/>
          <a:chExt cx="0" cy="0"/>
        </a:xfrm>
      </p:grpSpPr>
      <p:sp>
        <p:nvSpPr>
          <p:cNvPr id="61" name="Freeform: Shape 60">
            <a:extLst>
              <a:ext uri="{FF2B5EF4-FFF2-40B4-BE49-F238E27FC236}">
                <a16:creationId xmlns:a16="http://schemas.microsoft.com/office/drawing/2014/main" id="{552AB5D8-753F-CA24-2C8A-45BC9791756E}"/>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1A0A18CC-E157-AD15-E51D-50F3DC99465B}"/>
              </a:ext>
            </a:extLst>
          </p:cNvPr>
          <p:cNvSpPr/>
          <p:nvPr userDrawn="1"/>
        </p:nvSpPr>
        <p:spPr>
          <a:xfrm>
            <a:off x="6457030" y="355921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rgbClr val="61A30E"/>
              </a:gs>
              <a:gs pos="83000">
                <a:srgbClr val="0095C4"/>
              </a:gs>
            </a:gsLst>
            <a:lin ang="18900033" scaled="1"/>
          </a:gradFill>
          <a:ln w="0" cap="flat">
            <a:noFill/>
            <a:prstDash val="solid"/>
            <a:miter/>
          </a:ln>
        </p:spPr>
        <p:txBody>
          <a:bodyPr rtlCol="0" anchor="ctr"/>
          <a:lstStyle/>
          <a:p>
            <a:endParaRPr lang="en-US" dirty="0"/>
          </a:p>
        </p:txBody>
      </p:sp>
      <p:sp>
        <p:nvSpPr>
          <p:cNvPr id="28" name="Title 1">
            <a:extLst>
              <a:ext uri="{FF2B5EF4-FFF2-40B4-BE49-F238E27FC236}">
                <a16:creationId xmlns:a16="http://schemas.microsoft.com/office/drawing/2014/main" id="{426C215B-BC62-3CF9-EDF0-6413174A435A}"/>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 </a:t>
            </a:r>
            <a:br>
              <a:rPr lang="en-US"/>
            </a:br>
            <a:r>
              <a:rPr lang="en-US"/>
              <a:t>Green Theme</a:t>
            </a:r>
          </a:p>
        </p:txBody>
      </p:sp>
      <p:sp>
        <p:nvSpPr>
          <p:cNvPr id="29" name="Subtitle">
            <a:extLst>
              <a:ext uri="{FF2B5EF4-FFF2-40B4-BE49-F238E27FC236}">
                <a16:creationId xmlns:a16="http://schemas.microsoft.com/office/drawing/2014/main" id="{615FECE3-9918-4B48-E68F-739600E4B93A}"/>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7" name="page number">
            <a:extLst>
              <a:ext uri="{FF2B5EF4-FFF2-40B4-BE49-F238E27FC236}">
                <a16:creationId xmlns:a16="http://schemas.microsoft.com/office/drawing/2014/main" id="{4144FBF0-61D7-2140-A159-ECF2E9CDDA2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334703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Big Statement 2 - Aqua">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C6694C6-6A30-F4F5-68A3-ABC8048E7AE9}"/>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C43BE5DC-D92A-9A5C-C8AE-7A979F11542A}"/>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2"/>
              </a:gs>
              <a:gs pos="83000">
                <a:srgbClr val="0095C4"/>
              </a:gs>
            </a:gsLst>
            <a:lin ang="18900033" scaled="1"/>
          </a:gradFill>
          <a:ln w="0" cap="flat">
            <a:noFill/>
            <a:prstDash val="solid"/>
            <a:miter/>
          </a:ln>
        </p:spPr>
        <p:txBody>
          <a:bodyPr rtlCol="0" anchor="ctr"/>
          <a:lstStyle/>
          <a:p>
            <a:endParaRPr lang="en-US" dirty="0"/>
          </a:p>
        </p:txBody>
      </p:sp>
      <p:sp>
        <p:nvSpPr>
          <p:cNvPr id="8" name="page number">
            <a:extLst>
              <a:ext uri="{FF2B5EF4-FFF2-40B4-BE49-F238E27FC236}">
                <a16:creationId xmlns:a16="http://schemas.microsoft.com/office/drawing/2014/main" id="{45469056-638C-FF40-8AA5-0675077535B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9" name="Title 1">
            <a:extLst>
              <a:ext uri="{FF2B5EF4-FFF2-40B4-BE49-F238E27FC236}">
                <a16:creationId xmlns:a16="http://schemas.microsoft.com/office/drawing/2014/main" id="{001CFD5C-7C19-8E30-BF20-52E7629C490B}"/>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a:t>
            </a:r>
            <a:br>
              <a:rPr lang="en-US"/>
            </a:br>
            <a:r>
              <a:rPr lang="en-US"/>
              <a:t>Blue Theme</a:t>
            </a:r>
          </a:p>
        </p:txBody>
      </p:sp>
      <p:sp>
        <p:nvSpPr>
          <p:cNvPr id="30" name="Subtitle">
            <a:extLst>
              <a:ext uri="{FF2B5EF4-FFF2-40B4-BE49-F238E27FC236}">
                <a16:creationId xmlns:a16="http://schemas.microsoft.com/office/drawing/2014/main" id="{2765CEAA-0CA6-BE98-B450-1301D576C6A5}"/>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0" name="Freeform: Shape 5">
            <a:extLst>
              <a:ext uri="{FF2B5EF4-FFF2-40B4-BE49-F238E27FC236}">
                <a16:creationId xmlns:a16="http://schemas.microsoft.com/office/drawing/2014/main" id="{DC6694C6-6A30-F4F5-68A3-ABC8048E7AE9}"/>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2" name="page number">
            <a:extLst>
              <a:ext uri="{FF2B5EF4-FFF2-40B4-BE49-F238E27FC236}">
                <a16:creationId xmlns:a16="http://schemas.microsoft.com/office/drawing/2014/main" id="{45469056-638C-FF40-8AA5-0675077535B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220227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Big Statement 2 - Plum">
    <p:spTree>
      <p:nvGrpSpPr>
        <p:cNvPr id="1" name=""/>
        <p:cNvGrpSpPr/>
        <p:nvPr/>
      </p:nvGrpSpPr>
      <p:grpSpPr>
        <a:xfrm>
          <a:off x="0" y="0"/>
          <a:ext cx="0" cy="0"/>
          <a:chOff x="0" y="0"/>
          <a:chExt cx="0" cy="0"/>
        </a:xfrm>
      </p:grpSpPr>
      <p:sp>
        <p:nvSpPr>
          <p:cNvPr id="32" name="Freeform: Shape 31">
            <a:extLst>
              <a:ext uri="{FF2B5EF4-FFF2-40B4-BE49-F238E27FC236}">
                <a16:creationId xmlns:a16="http://schemas.microsoft.com/office/drawing/2014/main" id="{23AA4DDC-2936-0AB6-8344-5481913C661E}"/>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C2AE01D1-6E35-D230-30F3-0D3E2F8A5364}"/>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5"/>
              </a:gs>
              <a:gs pos="83000">
                <a:srgbClr val="0095C4"/>
              </a:gs>
            </a:gsLst>
            <a:lin ang="18900033" scaled="1"/>
          </a:gradFill>
          <a:ln w="0" cap="flat">
            <a:noFill/>
            <a:prstDash val="solid"/>
            <a:miter/>
          </a:ln>
        </p:spPr>
        <p:txBody>
          <a:bodyPr rtlCol="0" anchor="ctr"/>
          <a:lstStyle/>
          <a:p>
            <a:endParaRPr lang="en-US" dirty="0"/>
          </a:p>
        </p:txBody>
      </p:sp>
      <p:sp>
        <p:nvSpPr>
          <p:cNvPr id="7" name="page number">
            <a:extLst>
              <a:ext uri="{FF2B5EF4-FFF2-40B4-BE49-F238E27FC236}">
                <a16:creationId xmlns:a16="http://schemas.microsoft.com/office/drawing/2014/main" id="{2A1148C9-BE55-F64C-8A6E-A5239BDB408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2" name="Title 1">
            <a:extLst>
              <a:ext uri="{FF2B5EF4-FFF2-40B4-BE49-F238E27FC236}">
                <a16:creationId xmlns:a16="http://schemas.microsoft.com/office/drawing/2014/main" id="{98CA9A76-8DB9-793E-B69C-4DDA15EBC5E2}"/>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Big Statement – </a:t>
            </a:r>
            <a:br>
              <a:rPr lang="en-US" dirty="0"/>
            </a:br>
            <a:r>
              <a:rPr lang="en-US" dirty="0"/>
              <a:t>Purple Theme</a:t>
            </a:r>
          </a:p>
        </p:txBody>
      </p:sp>
      <p:sp>
        <p:nvSpPr>
          <p:cNvPr id="3" name="Subtitle">
            <a:extLst>
              <a:ext uri="{FF2B5EF4-FFF2-40B4-BE49-F238E27FC236}">
                <a16:creationId xmlns:a16="http://schemas.microsoft.com/office/drawing/2014/main" id="{E9F2B30E-136B-200F-6F46-63B36E449AFD}"/>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9" name="Freeform: Shape 31">
            <a:extLst>
              <a:ext uri="{FF2B5EF4-FFF2-40B4-BE49-F238E27FC236}">
                <a16:creationId xmlns:a16="http://schemas.microsoft.com/office/drawing/2014/main" id="{23AA4DDC-2936-0AB6-8344-5481913C661E}"/>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11" name="page number">
            <a:extLst>
              <a:ext uri="{FF2B5EF4-FFF2-40B4-BE49-F238E27FC236}">
                <a16:creationId xmlns:a16="http://schemas.microsoft.com/office/drawing/2014/main" id="{2A1148C9-BE55-F64C-8A6E-A5239BDB408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013995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Big Statement with Photo">
    <p:spTree>
      <p:nvGrpSpPr>
        <p:cNvPr id="1" name=""/>
        <p:cNvGrpSpPr/>
        <p:nvPr/>
      </p:nvGrpSpPr>
      <p:grpSpPr>
        <a:xfrm>
          <a:off x="0" y="0"/>
          <a:ext cx="0" cy="0"/>
          <a:chOff x="0" y="0"/>
          <a:chExt cx="0" cy="0"/>
        </a:xfrm>
      </p:grpSpPr>
      <p:sp>
        <p:nvSpPr>
          <p:cNvPr id="17" name="Text Placeholder 862">
            <a:extLst>
              <a:ext uri="{FF2B5EF4-FFF2-40B4-BE49-F238E27FC236}">
                <a16:creationId xmlns:a16="http://schemas.microsoft.com/office/drawing/2014/main" id="{C8F55BC8-3E55-49EB-BF20-18EB4F7F5970}"/>
              </a:ext>
            </a:extLst>
          </p:cNvPr>
          <p:cNvSpPr>
            <a:spLocks noGrp="1"/>
          </p:cNvSpPr>
          <p:nvPr>
            <p:ph type="body" sz="quarter" idx="12" hasCustomPrompt="1"/>
          </p:nvPr>
        </p:nvSpPr>
        <p:spPr>
          <a:xfrm>
            <a:off x="608014" y="2514600"/>
            <a:ext cx="5485844" cy="18287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a:t>Click to add text</a:t>
            </a:r>
          </a:p>
        </p:txBody>
      </p:sp>
      <p:sp>
        <p:nvSpPr>
          <p:cNvPr id="4" name="Picture Placeholder 3">
            <a:extLst>
              <a:ext uri="{FF2B5EF4-FFF2-40B4-BE49-F238E27FC236}">
                <a16:creationId xmlns:a16="http://schemas.microsoft.com/office/drawing/2014/main" id="{05DD6E7D-B875-48DF-B6A8-450BD6AE1716}"/>
              </a:ext>
            </a:extLst>
          </p:cNvPr>
          <p:cNvSpPr>
            <a:spLocks noGrp="1"/>
          </p:cNvSpPr>
          <p:nvPr>
            <p:ph type="pic" sz="quarter" idx="11" hasCustomPrompt="1"/>
          </p:nvPr>
        </p:nvSpPr>
        <p:spPr>
          <a:xfrm>
            <a:off x="6785687" y="69850"/>
            <a:ext cx="5403138" cy="6788150"/>
          </a:xfrm>
        </p:spPr>
        <p:txBody>
          <a:bodyPr lIns="640080" tIns="0" rIns="640080" anchor="ctr"/>
          <a:lstStyle>
            <a:lvl1pPr algn="ctr">
              <a:defRPr>
                <a:solidFill>
                  <a:schemeClr val="tx1"/>
                </a:solidFill>
              </a:defRPr>
            </a:lvl1pPr>
          </a:lstStyle>
          <a:p>
            <a:r>
              <a:rPr lang="en-US" dirty="0"/>
              <a:t>Click on the icon to insert a picture from your computer</a:t>
            </a:r>
          </a:p>
        </p:txBody>
      </p:sp>
      <p:sp>
        <p:nvSpPr>
          <p:cNvPr id="6" name="page number">
            <a:extLst>
              <a:ext uri="{FF2B5EF4-FFF2-40B4-BE49-F238E27FC236}">
                <a16:creationId xmlns:a16="http://schemas.microsoft.com/office/drawing/2014/main" id="{1AAC44A2-B8BC-4B45-BE44-C4C65AFCB66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1AAC44A2-B8BC-4B45-BE44-C4C65AFCB66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856434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Big Statist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B88A46-F304-51F6-1AAF-726E7309052D}"/>
              </a:ext>
            </a:extLst>
          </p:cNvPr>
          <p:cNvSpPr/>
          <p:nvPr/>
        </p:nvSpPr>
        <p:spPr>
          <a:xfrm>
            <a:off x="0" y="4332288"/>
            <a:ext cx="12188825" cy="2525712"/>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Oval 2">
            <a:extLst>
              <a:ext uri="{FF2B5EF4-FFF2-40B4-BE49-F238E27FC236}">
                <a16:creationId xmlns:a16="http://schemas.microsoft.com/office/drawing/2014/main" id="{24AFE851-C873-10C5-E165-301FDB834692}"/>
              </a:ext>
            </a:extLst>
          </p:cNvPr>
          <p:cNvSpPr/>
          <p:nvPr/>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Text Placeholder 14" descr="Doughnut chart label 3">
            <a:extLst>
              <a:ext uri="{FF2B5EF4-FFF2-40B4-BE49-F238E27FC236}">
                <a16:creationId xmlns:a16="http://schemas.microsoft.com/office/drawing/2014/main" id="{E4BDA96F-134D-4855-8751-F1043ABF3B47}"/>
              </a:ext>
            </a:extLst>
          </p:cNvPr>
          <p:cNvSpPr>
            <a:spLocks noGrp="1"/>
          </p:cNvSpPr>
          <p:nvPr>
            <p:ph type="body" sz="quarter" idx="11" hasCustomPrompt="1"/>
          </p:nvPr>
        </p:nvSpPr>
        <p:spPr>
          <a:xfrm>
            <a:off x="6096000" y="2514599"/>
            <a:ext cx="5027613" cy="1371601"/>
          </a:xfrm>
        </p:spPr>
        <p:txBody>
          <a:bodyPr anchor="ctr"/>
          <a:lstStyle>
            <a:lvl1pPr>
              <a:spcBef>
                <a:spcPts val="0"/>
              </a:spcBef>
              <a:defRPr sz="3600">
                <a:solidFill>
                  <a:schemeClr val="accent2"/>
                </a:solidFill>
              </a:defRPr>
            </a:lvl1pPr>
          </a:lstStyle>
          <a:p>
            <a:pPr lvl="0"/>
            <a:r>
              <a:rPr lang="en-US" dirty="0"/>
              <a:t>Doughnut Chart slide, click to add text here</a:t>
            </a:r>
          </a:p>
        </p:txBody>
      </p:sp>
      <p:sp>
        <p:nvSpPr>
          <p:cNvPr id="13" name="Text Placeholder 12" descr="Doughnut chart label 1">
            <a:extLst>
              <a:ext uri="{FF2B5EF4-FFF2-40B4-BE49-F238E27FC236}">
                <a16:creationId xmlns:a16="http://schemas.microsoft.com/office/drawing/2014/main" id="{8C4F4198-4BE0-4282-8B86-20DED598DC17}"/>
              </a:ext>
            </a:extLst>
          </p:cNvPr>
          <p:cNvSpPr>
            <a:spLocks noGrp="1"/>
          </p:cNvSpPr>
          <p:nvPr>
            <p:ph type="body" sz="quarter" idx="18"/>
          </p:nvPr>
        </p:nvSpPr>
        <p:spPr>
          <a:xfrm>
            <a:off x="608330" y="5507147"/>
            <a:ext cx="1371064" cy="423862"/>
          </a:xfrm>
        </p:spPr>
        <p:txBody>
          <a:bodyPr/>
          <a:lstStyle>
            <a:lvl1pPr algn="l">
              <a:defRPr sz="1200">
                <a:solidFill>
                  <a:schemeClr val="tx1"/>
                </a:solidFill>
              </a:defRPr>
            </a:lvl1pPr>
          </a:lstStyle>
          <a:p>
            <a:pPr lvl="0"/>
            <a:r>
              <a:rPr lang="en-GB"/>
              <a:t>Click to edit Master text styles</a:t>
            </a:r>
          </a:p>
        </p:txBody>
      </p:sp>
      <p:sp>
        <p:nvSpPr>
          <p:cNvPr id="70" name="Text Placeholder 12" descr="Doughnut chart label 2">
            <a:extLst>
              <a:ext uri="{FF2B5EF4-FFF2-40B4-BE49-F238E27FC236}">
                <a16:creationId xmlns:a16="http://schemas.microsoft.com/office/drawing/2014/main" id="{4B5F4E67-F2E8-4777-B495-668C321DCBAF}"/>
              </a:ext>
            </a:extLst>
          </p:cNvPr>
          <p:cNvSpPr>
            <a:spLocks noGrp="1"/>
          </p:cNvSpPr>
          <p:nvPr>
            <p:ph type="body" sz="quarter" idx="19"/>
          </p:nvPr>
        </p:nvSpPr>
        <p:spPr>
          <a:xfrm>
            <a:off x="2436416" y="5507147"/>
            <a:ext cx="1371064" cy="423862"/>
          </a:xfrm>
        </p:spPr>
        <p:txBody>
          <a:bodyPr/>
          <a:lstStyle>
            <a:lvl1pPr algn="l">
              <a:defRPr sz="1200">
                <a:solidFill>
                  <a:schemeClr val="tx1"/>
                </a:solidFill>
              </a:defRPr>
            </a:lvl1pPr>
          </a:lstStyle>
          <a:p>
            <a:pPr lvl="0"/>
            <a:r>
              <a:rPr lang="en-GB"/>
              <a:t>Click to edit Master text styles</a:t>
            </a:r>
          </a:p>
        </p:txBody>
      </p:sp>
      <p:sp>
        <p:nvSpPr>
          <p:cNvPr id="71" name="Text Placeholder 12" descr="Doughnut chart label 4">
            <a:extLst>
              <a:ext uri="{FF2B5EF4-FFF2-40B4-BE49-F238E27FC236}">
                <a16:creationId xmlns:a16="http://schemas.microsoft.com/office/drawing/2014/main" id="{704846F3-64ED-4181-8AEC-68B9734DA96D}"/>
              </a:ext>
            </a:extLst>
          </p:cNvPr>
          <p:cNvSpPr>
            <a:spLocks noGrp="1"/>
          </p:cNvSpPr>
          <p:nvPr>
            <p:ph type="body" sz="quarter" idx="20"/>
          </p:nvPr>
        </p:nvSpPr>
        <p:spPr>
          <a:xfrm>
            <a:off x="4261103" y="5507147"/>
            <a:ext cx="1371064" cy="423862"/>
          </a:xfrm>
        </p:spPr>
        <p:txBody>
          <a:bodyPr/>
          <a:lstStyle>
            <a:lvl1pPr algn="l">
              <a:defRPr sz="1200">
                <a:solidFill>
                  <a:schemeClr val="tx1"/>
                </a:solidFill>
              </a:defRPr>
            </a:lvl1pPr>
          </a:lstStyle>
          <a:p>
            <a:pPr lvl="0"/>
            <a:r>
              <a:rPr lang="en-GB"/>
              <a:t>Click to edit Master text styles</a:t>
            </a:r>
          </a:p>
        </p:txBody>
      </p:sp>
      <p:sp>
        <p:nvSpPr>
          <p:cNvPr id="72" name="Text Placeholder 12" descr="Doughnut chart label 5">
            <a:extLst>
              <a:ext uri="{FF2B5EF4-FFF2-40B4-BE49-F238E27FC236}">
                <a16:creationId xmlns:a16="http://schemas.microsoft.com/office/drawing/2014/main" id="{DD17F439-D919-44B7-889F-96A1DAF172D4}"/>
              </a:ext>
            </a:extLst>
          </p:cNvPr>
          <p:cNvSpPr>
            <a:spLocks noGrp="1"/>
          </p:cNvSpPr>
          <p:nvPr>
            <p:ph type="body" sz="quarter" idx="21"/>
          </p:nvPr>
        </p:nvSpPr>
        <p:spPr>
          <a:xfrm>
            <a:off x="6088109" y="5507147"/>
            <a:ext cx="1371064" cy="423862"/>
          </a:xfrm>
        </p:spPr>
        <p:txBody>
          <a:bodyPr/>
          <a:lstStyle>
            <a:lvl1pPr algn="l">
              <a:defRPr sz="1200">
                <a:solidFill>
                  <a:schemeClr val="tx1"/>
                </a:solidFill>
              </a:defRPr>
            </a:lvl1pPr>
          </a:lstStyle>
          <a:p>
            <a:pPr lvl="0"/>
            <a:r>
              <a:rPr lang="en-GB"/>
              <a:t>Click to edit Master text styles</a:t>
            </a:r>
          </a:p>
        </p:txBody>
      </p:sp>
      <p:sp>
        <p:nvSpPr>
          <p:cNvPr id="73" name="Text Placeholder 12" descr="Doughnut chart label 6">
            <a:extLst>
              <a:ext uri="{FF2B5EF4-FFF2-40B4-BE49-F238E27FC236}">
                <a16:creationId xmlns:a16="http://schemas.microsoft.com/office/drawing/2014/main" id="{0DA74846-CC03-44FE-9AE5-4975E808F8A0}"/>
              </a:ext>
            </a:extLst>
          </p:cNvPr>
          <p:cNvSpPr>
            <a:spLocks noGrp="1"/>
          </p:cNvSpPr>
          <p:nvPr>
            <p:ph type="body" sz="quarter" idx="22"/>
          </p:nvPr>
        </p:nvSpPr>
        <p:spPr>
          <a:xfrm>
            <a:off x="7920672" y="5507147"/>
            <a:ext cx="1371064" cy="423862"/>
          </a:xfrm>
        </p:spPr>
        <p:txBody>
          <a:bodyPr/>
          <a:lstStyle>
            <a:lvl1pPr algn="l">
              <a:defRPr sz="1200">
                <a:solidFill>
                  <a:schemeClr val="tx1"/>
                </a:solidFill>
              </a:defRPr>
            </a:lvl1pPr>
          </a:lstStyle>
          <a:p>
            <a:pPr lvl="0"/>
            <a:r>
              <a:rPr lang="en-GB"/>
              <a:t>Click to edit Master text styles</a:t>
            </a:r>
          </a:p>
        </p:txBody>
      </p:sp>
      <p:sp>
        <p:nvSpPr>
          <p:cNvPr id="16" name="page number">
            <a:extLst>
              <a:ext uri="{FF2B5EF4-FFF2-40B4-BE49-F238E27FC236}">
                <a16:creationId xmlns:a16="http://schemas.microsoft.com/office/drawing/2014/main" id="{5FED840F-E343-734C-96BA-0EFF5AE5DAD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grpSp>
        <p:nvGrpSpPr>
          <p:cNvPr id="9" name="Graphic 8">
            <a:extLst>
              <a:ext uri="{FF2B5EF4-FFF2-40B4-BE49-F238E27FC236}">
                <a16:creationId xmlns:a16="http://schemas.microsoft.com/office/drawing/2014/main" id="{51D71EBD-582E-1FCD-4FB5-19DB293014E0}"/>
              </a:ext>
            </a:extLst>
          </p:cNvPr>
          <p:cNvGrpSpPr/>
          <p:nvPr/>
        </p:nvGrpSpPr>
        <p:grpSpPr>
          <a:xfrm>
            <a:off x="265625" y="6323271"/>
            <a:ext cx="1249223" cy="369648"/>
            <a:chOff x="265625" y="6323271"/>
            <a:chExt cx="1249223" cy="369648"/>
          </a:xfrm>
          <a:solidFill>
            <a:srgbClr val="000000"/>
          </a:solidFill>
        </p:grpSpPr>
        <p:grpSp>
          <p:nvGrpSpPr>
            <p:cNvPr id="1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22"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1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4"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7"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8"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9"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0"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1"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5" name="Oval 34">
            <a:extLst>
              <a:ext uri="{FF2B5EF4-FFF2-40B4-BE49-F238E27FC236}">
                <a16:creationId xmlns:a16="http://schemas.microsoft.com/office/drawing/2014/main" id="{24AFE851-C873-10C5-E165-301FDB834692}"/>
              </a:ext>
            </a:extLst>
          </p:cNvPr>
          <p:cNvSpPr/>
          <p:nvPr userDrawn="1"/>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6" name="page number">
            <a:extLst>
              <a:ext uri="{FF2B5EF4-FFF2-40B4-BE49-F238E27FC236}">
                <a16:creationId xmlns:a16="http://schemas.microsoft.com/office/drawing/2014/main" id="{5FED840F-E343-734C-96BA-0EFF5AE5DAD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grpSp>
        <p:nvGrpSpPr>
          <p:cNvPr id="39" name="Graphic 8">
            <a:extLst>
              <a:ext uri="{FF2B5EF4-FFF2-40B4-BE49-F238E27FC236}">
                <a16:creationId xmlns:a16="http://schemas.microsoft.com/office/drawing/2014/main" id="{51D71EBD-582E-1FCD-4FB5-19DB293014E0}"/>
              </a:ext>
            </a:extLst>
          </p:cNvPr>
          <p:cNvGrpSpPr/>
          <p:nvPr userDrawn="1"/>
        </p:nvGrpSpPr>
        <p:grpSpPr>
          <a:xfrm>
            <a:off x="265625" y="6323271"/>
            <a:ext cx="1249223" cy="369648"/>
            <a:chOff x="265625" y="6323271"/>
            <a:chExt cx="1249223" cy="369648"/>
          </a:xfrm>
          <a:solidFill>
            <a:srgbClr val="000000"/>
          </a:solidFill>
        </p:grpSpPr>
        <p:grpSp>
          <p:nvGrpSpPr>
            <p:cNvPr id="4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49"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0"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1"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2"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3"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5"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6"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4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3"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4"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5"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6"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7"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8"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23" name="Chart Placeholder 22">
            <a:extLst>
              <a:ext uri="{FF2B5EF4-FFF2-40B4-BE49-F238E27FC236}">
                <a16:creationId xmlns:a16="http://schemas.microsoft.com/office/drawing/2014/main" id="{4093E53D-7586-4113-99BD-F45F1343692F}"/>
              </a:ext>
            </a:extLst>
          </p:cNvPr>
          <p:cNvSpPr>
            <a:spLocks noGrp="1"/>
          </p:cNvSpPr>
          <p:nvPr>
            <p:ph type="chart" sz="quarter" idx="13" hasCustomPrompt="1"/>
          </p:nvPr>
        </p:nvSpPr>
        <p:spPr bwMode="gray">
          <a:xfrm>
            <a:off x="662672" y="722997"/>
            <a:ext cx="4480256" cy="4480256"/>
          </a:xfrm>
        </p:spPr>
        <p:txBody>
          <a:bodyPr anchor="ctr"/>
          <a:lstStyle>
            <a:lvl1pPr algn="ctr">
              <a:defRPr>
                <a:solidFill>
                  <a:schemeClr val="tx1"/>
                </a:solidFill>
              </a:defRPr>
            </a:lvl1pPr>
          </a:lstStyle>
          <a:p>
            <a:r>
              <a:rPr lang="en-US" dirty="0"/>
              <a:t>Click to insert a </a:t>
            </a:r>
            <a:br>
              <a:rPr lang="en-US" dirty="0"/>
            </a:br>
            <a:r>
              <a:rPr lang="en-US" dirty="0"/>
              <a:t>Doughnut chart</a:t>
            </a:r>
          </a:p>
        </p:txBody>
      </p:sp>
      <p:sp>
        <p:nvSpPr>
          <p:cNvPr id="5" name="TextBox 4">
            <a:extLst>
              <a:ext uri="{FF2B5EF4-FFF2-40B4-BE49-F238E27FC236}">
                <a16:creationId xmlns:a16="http://schemas.microsoft.com/office/drawing/2014/main" id="{9EE7E0D9-D41D-881D-F813-4A2FF0C435F7}"/>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996566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page number">
            <a:extLst>
              <a:ext uri="{FF2B5EF4-FFF2-40B4-BE49-F238E27FC236}">
                <a16:creationId xmlns:a16="http://schemas.microsoft.com/office/drawing/2014/main" id="{BE17F87B-8433-6C45-84D8-13DF5C0ADDB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3" name="page number">
            <a:extLst>
              <a:ext uri="{FF2B5EF4-FFF2-40B4-BE49-F238E27FC236}">
                <a16:creationId xmlns:a16="http://schemas.microsoft.com/office/drawing/2014/main" id="{BE17F87B-8433-6C45-84D8-13DF5C0ADDB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358493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Actually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4024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1_Full-Bleed Photo 2">
    <p:bg>
      <p:bgPr>
        <a:blipFill dpi="0" rotWithShape="1">
          <a:blip r:embed="rId2">
            <a:lum/>
          </a:blip>
          <a:srcRect/>
          <a:stretch>
            <a:fillRect t="-10000" b="-10000"/>
          </a:stretch>
        </a:blipFill>
        <a:effectLst/>
      </p:bgPr>
    </p:bg>
    <p:spTree>
      <p:nvGrpSpPr>
        <p:cNvPr id="1" name=""/>
        <p:cNvGrpSpPr/>
        <p:nvPr/>
      </p:nvGrpSpPr>
      <p:grpSpPr>
        <a:xfrm>
          <a:off x="0" y="0"/>
          <a:ext cx="0" cy="0"/>
          <a:chOff x="0" y="0"/>
          <a:chExt cx="0" cy="0"/>
        </a:xfrm>
      </p:grpSpPr>
      <p:sp>
        <p:nvSpPr>
          <p:cNvPr id="11" name="page number">
            <a:extLst>
              <a:ext uri="{FF2B5EF4-FFF2-40B4-BE49-F238E27FC236}">
                <a16:creationId xmlns:a16="http://schemas.microsoft.com/office/drawing/2014/main" id="{55062593-5C0A-1043-8749-AF6C4D1E873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grpSp>
        <p:nvGrpSpPr>
          <p:cNvPr id="9" name="Graphic 8">
            <a:extLst>
              <a:ext uri="{FF2B5EF4-FFF2-40B4-BE49-F238E27FC236}">
                <a16:creationId xmlns:a16="http://schemas.microsoft.com/office/drawing/2014/main" id="{7855E429-EE5F-A662-3A5F-984B499AA750}"/>
              </a:ext>
            </a:extLst>
          </p:cNvPr>
          <p:cNvGrpSpPr/>
          <p:nvPr userDrawn="1"/>
        </p:nvGrpSpPr>
        <p:grpSpPr>
          <a:xfrm>
            <a:off x="265625" y="6323271"/>
            <a:ext cx="1249223" cy="369648"/>
            <a:chOff x="265625" y="6323271"/>
            <a:chExt cx="1249223" cy="369648"/>
          </a:xfrm>
          <a:solidFill>
            <a:schemeClr val="bg1"/>
          </a:solidFill>
        </p:grpSpPr>
        <p:grpSp>
          <p:nvGrpSpPr>
            <p:cNvPr id="10" name="Graphic 8">
              <a:extLst>
                <a:ext uri="{FF2B5EF4-FFF2-40B4-BE49-F238E27FC236}">
                  <a16:creationId xmlns:a16="http://schemas.microsoft.com/office/drawing/2014/main" id="{4F5F4771-6F17-344D-A184-324EF5C0B82D}"/>
                </a:ext>
              </a:extLst>
            </p:cNvPr>
            <p:cNvGrpSpPr/>
            <p:nvPr/>
          </p:nvGrpSpPr>
          <p:grpSpPr>
            <a:xfrm>
              <a:off x="745455" y="6594444"/>
              <a:ext cx="722662" cy="98475"/>
              <a:chOff x="745455" y="6594444"/>
              <a:chExt cx="722662" cy="98475"/>
            </a:xfrm>
            <a:grpFill/>
          </p:grpSpPr>
          <p:sp>
            <p:nvSpPr>
              <p:cNvPr id="35" name="Freeform 49">
                <a:extLst>
                  <a:ext uri="{FF2B5EF4-FFF2-40B4-BE49-F238E27FC236}">
                    <a16:creationId xmlns:a16="http://schemas.microsoft.com/office/drawing/2014/main" id="{5CED349D-CB12-B6A3-8EF9-468569C49DA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p>
            </p:txBody>
          </p:sp>
          <p:sp>
            <p:nvSpPr>
              <p:cNvPr id="36" name="Freeform 50">
                <a:extLst>
                  <a:ext uri="{FF2B5EF4-FFF2-40B4-BE49-F238E27FC236}">
                    <a16:creationId xmlns:a16="http://schemas.microsoft.com/office/drawing/2014/main" id="{CFD0F796-3503-808B-7074-C98318787410}"/>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p>
            </p:txBody>
          </p:sp>
          <p:sp>
            <p:nvSpPr>
              <p:cNvPr id="37" name="Freeform 51">
                <a:extLst>
                  <a:ext uri="{FF2B5EF4-FFF2-40B4-BE49-F238E27FC236}">
                    <a16:creationId xmlns:a16="http://schemas.microsoft.com/office/drawing/2014/main" id="{4E6983B4-13C5-191F-4988-A019CE32DD3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p>
            </p:txBody>
          </p:sp>
          <p:sp>
            <p:nvSpPr>
              <p:cNvPr id="38" name="Freeform 52">
                <a:extLst>
                  <a:ext uri="{FF2B5EF4-FFF2-40B4-BE49-F238E27FC236}">
                    <a16:creationId xmlns:a16="http://schemas.microsoft.com/office/drawing/2014/main" id="{E74848E9-1BA7-CE02-0022-A7AD9791F089}"/>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p>
            </p:txBody>
          </p:sp>
          <p:sp>
            <p:nvSpPr>
              <p:cNvPr id="39" name="Freeform 53">
                <a:extLst>
                  <a:ext uri="{FF2B5EF4-FFF2-40B4-BE49-F238E27FC236}">
                    <a16:creationId xmlns:a16="http://schemas.microsoft.com/office/drawing/2014/main" id="{AFA0534F-AB03-5359-DFA5-3D5195FF44B0}"/>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p>
            </p:txBody>
          </p:sp>
          <p:sp>
            <p:nvSpPr>
              <p:cNvPr id="40" name="Freeform 54">
                <a:extLst>
                  <a:ext uri="{FF2B5EF4-FFF2-40B4-BE49-F238E27FC236}">
                    <a16:creationId xmlns:a16="http://schemas.microsoft.com/office/drawing/2014/main" id="{32788929-CA5D-DBE6-3272-F117979A4DD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p>
            </p:txBody>
          </p:sp>
          <p:sp>
            <p:nvSpPr>
              <p:cNvPr id="41" name="Freeform 55">
                <a:extLst>
                  <a:ext uri="{FF2B5EF4-FFF2-40B4-BE49-F238E27FC236}">
                    <a16:creationId xmlns:a16="http://schemas.microsoft.com/office/drawing/2014/main" id="{8AF20F3F-7EC8-975C-0E60-B1937BA7A94D}"/>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p>
            </p:txBody>
          </p:sp>
          <p:sp>
            <p:nvSpPr>
              <p:cNvPr id="42" name="Freeform 56">
                <a:extLst>
                  <a:ext uri="{FF2B5EF4-FFF2-40B4-BE49-F238E27FC236}">
                    <a16:creationId xmlns:a16="http://schemas.microsoft.com/office/drawing/2014/main" id="{1E3B2EBA-5335-FF4B-F436-9F0E46E64C0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p>
            </p:txBody>
          </p:sp>
          <p:sp>
            <p:nvSpPr>
              <p:cNvPr id="43" name="Freeform 57">
                <a:extLst>
                  <a:ext uri="{FF2B5EF4-FFF2-40B4-BE49-F238E27FC236}">
                    <a16:creationId xmlns:a16="http://schemas.microsoft.com/office/drawing/2014/main" id="{2F539CE2-E30D-5B78-1B59-E6AC69547F5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p>
            </p:txBody>
          </p:sp>
          <p:sp>
            <p:nvSpPr>
              <p:cNvPr id="44" name="Freeform 58">
                <a:extLst>
                  <a:ext uri="{FF2B5EF4-FFF2-40B4-BE49-F238E27FC236}">
                    <a16:creationId xmlns:a16="http://schemas.microsoft.com/office/drawing/2014/main" id="{F31B47CE-111E-71BB-EBB8-CDBF018C1A2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p>
            </p:txBody>
          </p:sp>
        </p:grpSp>
        <p:grpSp>
          <p:nvGrpSpPr>
            <p:cNvPr id="14" name="Graphic 8">
              <a:extLst>
                <a:ext uri="{FF2B5EF4-FFF2-40B4-BE49-F238E27FC236}">
                  <a16:creationId xmlns:a16="http://schemas.microsoft.com/office/drawing/2014/main" id="{9570471E-00E1-D3B9-B980-7671A19F179C}"/>
                </a:ext>
              </a:extLst>
            </p:cNvPr>
            <p:cNvGrpSpPr/>
            <p:nvPr/>
          </p:nvGrpSpPr>
          <p:grpSpPr>
            <a:xfrm>
              <a:off x="265625" y="6323271"/>
              <a:ext cx="1249223" cy="190348"/>
              <a:chOff x="265625" y="6323271"/>
              <a:chExt cx="1249223" cy="190348"/>
            </a:xfrm>
            <a:grpFill/>
          </p:grpSpPr>
          <p:sp>
            <p:nvSpPr>
              <p:cNvPr id="28" name="Freeform 60">
                <a:extLst>
                  <a:ext uri="{FF2B5EF4-FFF2-40B4-BE49-F238E27FC236}">
                    <a16:creationId xmlns:a16="http://schemas.microsoft.com/office/drawing/2014/main" id="{999844D3-BB84-8D8B-8758-83D5D910D18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p>
            </p:txBody>
          </p:sp>
          <p:sp>
            <p:nvSpPr>
              <p:cNvPr id="29" name="Freeform 61">
                <a:extLst>
                  <a:ext uri="{FF2B5EF4-FFF2-40B4-BE49-F238E27FC236}">
                    <a16:creationId xmlns:a16="http://schemas.microsoft.com/office/drawing/2014/main" id="{91400D9F-9F37-C8FC-309F-BD4E0A011F9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p>
            </p:txBody>
          </p:sp>
          <p:sp>
            <p:nvSpPr>
              <p:cNvPr id="30" name="Freeform 62">
                <a:extLst>
                  <a:ext uri="{FF2B5EF4-FFF2-40B4-BE49-F238E27FC236}">
                    <a16:creationId xmlns:a16="http://schemas.microsoft.com/office/drawing/2014/main" id="{57F513C5-32F8-37C0-FEFD-936A2D057DA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p>
            </p:txBody>
          </p:sp>
          <p:sp>
            <p:nvSpPr>
              <p:cNvPr id="31" name="Freeform 63">
                <a:extLst>
                  <a:ext uri="{FF2B5EF4-FFF2-40B4-BE49-F238E27FC236}">
                    <a16:creationId xmlns:a16="http://schemas.microsoft.com/office/drawing/2014/main" id="{D10E4385-F14D-8C3A-3629-12233CF99C77}"/>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p>
            </p:txBody>
          </p:sp>
          <p:sp>
            <p:nvSpPr>
              <p:cNvPr id="32" name="Freeform 64">
                <a:extLst>
                  <a:ext uri="{FF2B5EF4-FFF2-40B4-BE49-F238E27FC236}">
                    <a16:creationId xmlns:a16="http://schemas.microsoft.com/office/drawing/2014/main" id="{8727ACDC-9726-8357-D559-6D60D851282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p>
            </p:txBody>
          </p:sp>
          <p:sp>
            <p:nvSpPr>
              <p:cNvPr id="33" name="Freeform 65">
                <a:extLst>
                  <a:ext uri="{FF2B5EF4-FFF2-40B4-BE49-F238E27FC236}">
                    <a16:creationId xmlns:a16="http://schemas.microsoft.com/office/drawing/2014/main" id="{1DF7BAE7-1EC3-A932-03D3-476132EC37D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p>
            </p:txBody>
          </p:sp>
          <p:sp>
            <p:nvSpPr>
              <p:cNvPr id="34" name="Freeform 66">
                <a:extLst>
                  <a:ext uri="{FF2B5EF4-FFF2-40B4-BE49-F238E27FC236}">
                    <a16:creationId xmlns:a16="http://schemas.microsoft.com/office/drawing/2014/main" id="{CD126E1A-578C-7A1F-F664-BDCB509AAE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314369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Full-Bleed Photo - Dark Text">
    <p:bg>
      <p:bgPr>
        <a:blipFill dpi="0" rotWithShape="1">
          <a:blip r:embed="rId2">
            <a:lum/>
          </a:blip>
          <a:srcRect/>
          <a:stretch>
            <a:fillRect t="-10000" b="-10000"/>
          </a:stretch>
        </a:blipFill>
        <a:effectLst/>
      </p:bgPr>
    </p:bg>
    <p:spTree>
      <p:nvGrpSpPr>
        <p:cNvPr id="1" name=""/>
        <p:cNvGrpSpPr/>
        <p:nvPr/>
      </p:nvGrpSpPr>
      <p:grpSpPr>
        <a:xfrm>
          <a:off x="0" y="0"/>
          <a:ext cx="0" cy="0"/>
          <a:chOff x="0" y="0"/>
          <a:chExt cx="0" cy="0"/>
        </a:xfrm>
      </p:grpSpPr>
      <p:sp>
        <p:nvSpPr>
          <p:cNvPr id="11" name="page number">
            <a:extLst>
              <a:ext uri="{FF2B5EF4-FFF2-40B4-BE49-F238E27FC236}">
                <a16:creationId xmlns:a16="http://schemas.microsoft.com/office/drawing/2014/main" id="{55062593-5C0A-1043-8749-AF6C4D1E873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grpSp>
        <p:nvGrpSpPr>
          <p:cNvPr id="9" name="Graphic 8">
            <a:extLst>
              <a:ext uri="{FF2B5EF4-FFF2-40B4-BE49-F238E27FC236}">
                <a16:creationId xmlns:a16="http://schemas.microsoft.com/office/drawing/2014/main" id="{599BD11D-D129-3E7C-8776-63BB012FC944}"/>
              </a:ext>
            </a:extLst>
          </p:cNvPr>
          <p:cNvGrpSpPr/>
          <p:nvPr userDrawn="1"/>
        </p:nvGrpSpPr>
        <p:grpSpPr>
          <a:xfrm>
            <a:off x="265625" y="6323271"/>
            <a:ext cx="1249223" cy="369648"/>
            <a:chOff x="265625" y="6323271"/>
            <a:chExt cx="1249223" cy="369648"/>
          </a:xfrm>
          <a:solidFill>
            <a:srgbClr val="000000"/>
          </a:solidFill>
        </p:grpSpPr>
        <p:grpSp>
          <p:nvGrpSpPr>
            <p:cNvPr id="10" name="Graphic 8">
              <a:extLst>
                <a:ext uri="{FF2B5EF4-FFF2-40B4-BE49-F238E27FC236}">
                  <a16:creationId xmlns:a16="http://schemas.microsoft.com/office/drawing/2014/main" id="{21DD2AE3-7BE2-1D6A-6C78-4CD74B479047}"/>
                </a:ext>
              </a:extLst>
            </p:cNvPr>
            <p:cNvGrpSpPr/>
            <p:nvPr/>
          </p:nvGrpSpPr>
          <p:grpSpPr>
            <a:xfrm>
              <a:off x="745455" y="6594444"/>
              <a:ext cx="722662" cy="98475"/>
              <a:chOff x="745455" y="6594444"/>
              <a:chExt cx="722662" cy="98475"/>
            </a:xfrm>
            <a:solidFill>
              <a:srgbClr val="000000"/>
            </a:solidFill>
          </p:grpSpPr>
          <p:sp>
            <p:nvSpPr>
              <p:cNvPr id="35" name="Freeform 49">
                <a:extLst>
                  <a:ext uri="{FF2B5EF4-FFF2-40B4-BE49-F238E27FC236}">
                    <a16:creationId xmlns:a16="http://schemas.microsoft.com/office/drawing/2014/main" id="{109F874C-C221-4081-09C4-52643A91FEDD}"/>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36" name="Freeform 50">
                <a:extLst>
                  <a:ext uri="{FF2B5EF4-FFF2-40B4-BE49-F238E27FC236}">
                    <a16:creationId xmlns:a16="http://schemas.microsoft.com/office/drawing/2014/main" id="{E4299243-E861-FC60-AF90-A6FD975BEEF5}"/>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37" name="Freeform 51">
                <a:extLst>
                  <a:ext uri="{FF2B5EF4-FFF2-40B4-BE49-F238E27FC236}">
                    <a16:creationId xmlns:a16="http://schemas.microsoft.com/office/drawing/2014/main" id="{2EAF3D58-B596-1CE0-B594-F570952C402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38" name="Freeform 52">
                <a:extLst>
                  <a:ext uri="{FF2B5EF4-FFF2-40B4-BE49-F238E27FC236}">
                    <a16:creationId xmlns:a16="http://schemas.microsoft.com/office/drawing/2014/main" id="{7814E893-5379-1561-C9F0-E02F81ACB66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39" name="Freeform 53">
                <a:extLst>
                  <a:ext uri="{FF2B5EF4-FFF2-40B4-BE49-F238E27FC236}">
                    <a16:creationId xmlns:a16="http://schemas.microsoft.com/office/drawing/2014/main" id="{29F85AC4-3FC1-8071-2E6A-0AB2FDBC81E5}"/>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0" name="Freeform 54">
                <a:extLst>
                  <a:ext uri="{FF2B5EF4-FFF2-40B4-BE49-F238E27FC236}">
                    <a16:creationId xmlns:a16="http://schemas.microsoft.com/office/drawing/2014/main" id="{E2339612-79EF-24A3-34E8-788CE6E23AF3}"/>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41" name="Freeform 55">
                <a:extLst>
                  <a:ext uri="{FF2B5EF4-FFF2-40B4-BE49-F238E27FC236}">
                    <a16:creationId xmlns:a16="http://schemas.microsoft.com/office/drawing/2014/main" id="{38E8D992-4D91-3946-7CD2-2A9B454F925F}"/>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42" name="Freeform 56">
                <a:extLst>
                  <a:ext uri="{FF2B5EF4-FFF2-40B4-BE49-F238E27FC236}">
                    <a16:creationId xmlns:a16="http://schemas.microsoft.com/office/drawing/2014/main" id="{6B320424-3E1F-E34B-6A50-E99AFE64AE4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43" name="Freeform 57">
                <a:extLst>
                  <a:ext uri="{FF2B5EF4-FFF2-40B4-BE49-F238E27FC236}">
                    <a16:creationId xmlns:a16="http://schemas.microsoft.com/office/drawing/2014/main" id="{E96F1D9F-F2F8-2CE4-FB5B-EAF44E4BF0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4" name="Freeform 58">
                <a:extLst>
                  <a:ext uri="{FF2B5EF4-FFF2-40B4-BE49-F238E27FC236}">
                    <a16:creationId xmlns:a16="http://schemas.microsoft.com/office/drawing/2014/main" id="{D513DE77-B23B-E2C1-D3BA-B4479F76D8A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4" name="Graphic 8">
              <a:extLst>
                <a:ext uri="{FF2B5EF4-FFF2-40B4-BE49-F238E27FC236}">
                  <a16:creationId xmlns:a16="http://schemas.microsoft.com/office/drawing/2014/main" id="{4E0DB74B-4915-FD1D-1F25-D5335240CB41}"/>
                </a:ext>
              </a:extLst>
            </p:cNvPr>
            <p:cNvGrpSpPr/>
            <p:nvPr/>
          </p:nvGrpSpPr>
          <p:grpSpPr>
            <a:xfrm>
              <a:off x="265625" y="6323271"/>
              <a:ext cx="1249223" cy="190348"/>
              <a:chOff x="265625" y="6323271"/>
              <a:chExt cx="1249223" cy="190348"/>
            </a:xfrm>
            <a:solidFill>
              <a:srgbClr val="000000"/>
            </a:solidFill>
          </p:grpSpPr>
          <p:sp>
            <p:nvSpPr>
              <p:cNvPr id="28" name="Freeform 60">
                <a:extLst>
                  <a:ext uri="{FF2B5EF4-FFF2-40B4-BE49-F238E27FC236}">
                    <a16:creationId xmlns:a16="http://schemas.microsoft.com/office/drawing/2014/main" id="{40A537D4-5528-AA79-9447-928DD4029041}"/>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29" name="Freeform 61">
                <a:extLst>
                  <a:ext uri="{FF2B5EF4-FFF2-40B4-BE49-F238E27FC236}">
                    <a16:creationId xmlns:a16="http://schemas.microsoft.com/office/drawing/2014/main" id="{E7D3589B-B975-8E38-DFFD-F88A1C642CC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30" name="Freeform 62">
                <a:extLst>
                  <a:ext uri="{FF2B5EF4-FFF2-40B4-BE49-F238E27FC236}">
                    <a16:creationId xmlns:a16="http://schemas.microsoft.com/office/drawing/2014/main" id="{DB9D18F8-7D75-3039-E84C-4388E5B08F7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31" name="Freeform 63">
                <a:extLst>
                  <a:ext uri="{FF2B5EF4-FFF2-40B4-BE49-F238E27FC236}">
                    <a16:creationId xmlns:a16="http://schemas.microsoft.com/office/drawing/2014/main" id="{533A6790-D0C5-67EC-091E-5227B01EB762}"/>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32" name="Freeform 64">
                <a:extLst>
                  <a:ext uri="{FF2B5EF4-FFF2-40B4-BE49-F238E27FC236}">
                    <a16:creationId xmlns:a16="http://schemas.microsoft.com/office/drawing/2014/main" id="{AAA1DF8D-D6BC-D8D1-9540-9BF527D79CA7}"/>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33" name="Freeform 65">
                <a:extLst>
                  <a:ext uri="{FF2B5EF4-FFF2-40B4-BE49-F238E27FC236}">
                    <a16:creationId xmlns:a16="http://schemas.microsoft.com/office/drawing/2014/main" id="{2C11636D-F267-31DF-0E5B-D371C8315D6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34" name="Freeform 66">
                <a:extLst>
                  <a:ext uri="{FF2B5EF4-FFF2-40B4-BE49-F238E27FC236}">
                    <a16:creationId xmlns:a16="http://schemas.microsoft.com/office/drawing/2014/main" id="{9B241429-A185-DA97-EBF1-73F7DDC5369B}"/>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759421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Big Statement with Icon - Ocean">
    <p:spTree>
      <p:nvGrpSpPr>
        <p:cNvPr id="1" name=""/>
        <p:cNvGrpSpPr/>
        <p:nvPr/>
      </p:nvGrpSpPr>
      <p:grpSpPr>
        <a:xfrm>
          <a:off x="0" y="0"/>
          <a:ext cx="0" cy="0"/>
          <a:chOff x="0" y="0"/>
          <a:chExt cx="0" cy="0"/>
        </a:xfrm>
      </p:grpSpPr>
      <p:sp>
        <p:nvSpPr>
          <p:cNvPr id="18" name="Text Placeholder 862">
            <a:extLst>
              <a:ext uri="{FF2B5EF4-FFF2-40B4-BE49-F238E27FC236}">
                <a16:creationId xmlns:a16="http://schemas.microsoft.com/office/drawing/2014/main" id="{E56855D3-D3B3-4208-ADBF-9790190F0A6E}"/>
              </a:ext>
            </a:extLst>
          </p:cNvPr>
          <p:cNvSpPr>
            <a:spLocks noGrp="1"/>
          </p:cNvSpPr>
          <p:nvPr>
            <p:ph type="body" sz="quarter" idx="12" hasCustomPrompt="1"/>
          </p:nvPr>
        </p:nvSpPr>
        <p:spPr>
          <a:xfrm>
            <a:off x="608013" y="2514600"/>
            <a:ext cx="5486400" cy="18287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dirty="0"/>
              <a:t>Slide with large text placeholder and circle graphic.</a:t>
            </a:r>
          </a:p>
        </p:txBody>
      </p:sp>
      <p:sp>
        <p:nvSpPr>
          <p:cNvPr id="6" name="Freeform: Shape 5">
            <a:extLst>
              <a:ext uri="{FF2B5EF4-FFF2-40B4-BE49-F238E27FC236}">
                <a16:creationId xmlns:a16="http://schemas.microsoft.com/office/drawing/2014/main" id="{B95FD2E6-B8EA-4366-97C4-6A53370F84D0}"/>
              </a:ext>
              <a:ext uri="{C183D7F6-B498-43B3-948B-1728B52AA6E4}">
                <adec:decorative xmlns:adec="http://schemas.microsoft.com/office/drawing/2017/decorative" val="1"/>
              </a:ext>
            </a:extLst>
          </p:cNvPr>
          <p:cNvSpPr/>
          <p:nvPr userDrawn="1"/>
        </p:nvSpPr>
        <p:spPr>
          <a:xfrm>
            <a:off x="5378859" y="1"/>
            <a:ext cx="6809966" cy="6858000"/>
          </a:xfrm>
          <a:custGeom>
            <a:avLst/>
            <a:gdLst>
              <a:gd name="connsiteX0" fmla="*/ 6845677 w 6846538"/>
              <a:gd name="connsiteY0" fmla="*/ 4820854 h 6858000"/>
              <a:gd name="connsiteX1" fmla="*/ 4811938 w 6846538"/>
              <a:gd name="connsiteY1" fmla="*/ 6857998 h 6858000"/>
              <a:gd name="connsiteX2" fmla="*/ 6845677 w 6846538"/>
              <a:gd name="connsiteY2" fmla="*/ 6857998 h 6858000"/>
              <a:gd name="connsiteX3" fmla="*/ 6846538 w 6846538"/>
              <a:gd name="connsiteY3" fmla="*/ 0 h 6858000"/>
              <a:gd name="connsiteX4" fmla="*/ 6846538 w 6846538"/>
              <a:gd name="connsiteY4" fmla="*/ 6858000 h 6858000"/>
              <a:gd name="connsiteX5" fmla="*/ 0 w 6846538"/>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46538" h="6858000">
                <a:moveTo>
                  <a:pt x="6845677" y="4820854"/>
                </a:moveTo>
                <a:lnTo>
                  <a:pt x="4811938" y="6857998"/>
                </a:lnTo>
                <a:lnTo>
                  <a:pt x="6845677" y="6857998"/>
                </a:lnTo>
                <a:close/>
                <a:moveTo>
                  <a:pt x="6846538" y="0"/>
                </a:moveTo>
                <a:lnTo>
                  <a:pt x="6846538" y="6858000"/>
                </a:lnTo>
                <a:lnTo>
                  <a:pt x="0" y="6858000"/>
                </a:lnTo>
                <a:close/>
              </a:path>
            </a:pathLst>
          </a:custGeom>
          <a:gradFill>
            <a:gsLst>
              <a:gs pos="0">
                <a:schemeClr val="bg2">
                  <a:alpha val="0"/>
                </a:schemeClr>
              </a:gs>
              <a:gs pos="100000">
                <a:schemeClr val="tx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dirty="0">
              <a:solidFill>
                <a:schemeClr val="bg1"/>
              </a:solidFill>
            </a:endParaRPr>
          </a:p>
        </p:txBody>
      </p:sp>
      <p:sp>
        <p:nvSpPr>
          <p:cNvPr id="2147" name="Oval 2146" descr="place icon in center">
            <a:extLst>
              <a:ext uri="{FF2B5EF4-FFF2-40B4-BE49-F238E27FC236}">
                <a16:creationId xmlns:a16="http://schemas.microsoft.com/office/drawing/2014/main" id="{FDDA58E5-A99B-48C0-A6B7-6BAE32E46F62}"/>
              </a:ext>
              <a:ext uri="{C183D7F6-B498-43B3-948B-1728B52AA6E4}">
                <adec:decorative xmlns:adec="http://schemas.microsoft.com/office/drawing/2017/decorative" val="0"/>
              </a:ext>
            </a:extLst>
          </p:cNvPr>
          <p:cNvSpPr/>
          <p:nvPr userDrawn="1"/>
        </p:nvSpPr>
        <p:spPr bwMode="gray">
          <a:xfrm>
            <a:off x="7273815" y="1515193"/>
            <a:ext cx="3735912" cy="3735912"/>
          </a:xfrm>
          <a:prstGeom prst="ellipse">
            <a:avLst/>
          </a:prstGeom>
          <a:solidFill>
            <a:schemeClr val="bg1"/>
          </a:solidFill>
          <a:ln w="38100">
            <a:solidFill>
              <a:schemeClr val="tx2"/>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60325" lvl="0" algn="ctr">
              <a:spcAft>
                <a:spcPts val="800"/>
              </a:spcAft>
            </a:pPr>
            <a:endParaRPr lang="en-US" sz="1400" kern="0" dirty="0"/>
          </a:p>
        </p:txBody>
      </p:sp>
      <p:sp>
        <p:nvSpPr>
          <p:cNvPr id="8" name="page number">
            <a:extLst>
              <a:ext uri="{FF2B5EF4-FFF2-40B4-BE49-F238E27FC236}">
                <a16:creationId xmlns:a16="http://schemas.microsoft.com/office/drawing/2014/main" id="{45469056-638C-FF40-8AA5-0675077535B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grpSp>
        <p:nvGrpSpPr>
          <p:cNvPr id="4" name="Graphic 8">
            <a:extLst>
              <a:ext uri="{FF2B5EF4-FFF2-40B4-BE49-F238E27FC236}">
                <a16:creationId xmlns:a16="http://schemas.microsoft.com/office/drawing/2014/main" id="{0D5F970B-8A4A-7222-0FD2-E307FD49F987}"/>
              </a:ext>
            </a:extLst>
          </p:cNvPr>
          <p:cNvGrpSpPr/>
          <p:nvPr userDrawn="1"/>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9B8BAA96-15B4-F3FB-AB7B-51A87CDE3DF4}"/>
                </a:ext>
              </a:extLst>
            </p:cNvPr>
            <p:cNvGrpSpPr/>
            <p:nvPr/>
          </p:nvGrpSpPr>
          <p:grpSpPr>
            <a:xfrm>
              <a:off x="745455" y="6594444"/>
              <a:ext cx="722662" cy="98475"/>
              <a:chOff x="745455" y="6594444"/>
              <a:chExt cx="722662" cy="98475"/>
            </a:xfrm>
            <a:solidFill>
              <a:srgbClr val="000000"/>
            </a:solidFill>
          </p:grpSpPr>
          <p:sp>
            <p:nvSpPr>
              <p:cNvPr id="16" name="Freeform 49">
                <a:extLst>
                  <a:ext uri="{FF2B5EF4-FFF2-40B4-BE49-F238E27FC236}">
                    <a16:creationId xmlns:a16="http://schemas.microsoft.com/office/drawing/2014/main" id="{E610C5B3-1D03-0361-1F2B-5D842D6202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17" name="Freeform 50">
                <a:extLst>
                  <a:ext uri="{FF2B5EF4-FFF2-40B4-BE49-F238E27FC236}">
                    <a16:creationId xmlns:a16="http://schemas.microsoft.com/office/drawing/2014/main" id="{333EE999-6EAD-01CE-732F-915D12FF734C}"/>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19" name="Freeform 51">
                <a:extLst>
                  <a:ext uri="{FF2B5EF4-FFF2-40B4-BE49-F238E27FC236}">
                    <a16:creationId xmlns:a16="http://schemas.microsoft.com/office/drawing/2014/main" id="{CCA5ABB9-08D4-D513-62C6-41756BBB134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0" name="Freeform 52">
                <a:extLst>
                  <a:ext uri="{FF2B5EF4-FFF2-40B4-BE49-F238E27FC236}">
                    <a16:creationId xmlns:a16="http://schemas.microsoft.com/office/drawing/2014/main" id="{6A0DB4AB-BCF1-EE04-9956-55A15AD8CD4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1" name="Freeform 53">
                <a:extLst>
                  <a:ext uri="{FF2B5EF4-FFF2-40B4-BE49-F238E27FC236}">
                    <a16:creationId xmlns:a16="http://schemas.microsoft.com/office/drawing/2014/main" id="{97332E21-F7D9-C6B3-B54B-7B7C7D260D2C}"/>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2" name="Freeform 54">
                <a:extLst>
                  <a:ext uri="{FF2B5EF4-FFF2-40B4-BE49-F238E27FC236}">
                    <a16:creationId xmlns:a16="http://schemas.microsoft.com/office/drawing/2014/main" id="{7110CF00-DDAA-1561-29C3-B9043D35EAC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3" name="Freeform 55">
                <a:extLst>
                  <a:ext uri="{FF2B5EF4-FFF2-40B4-BE49-F238E27FC236}">
                    <a16:creationId xmlns:a16="http://schemas.microsoft.com/office/drawing/2014/main" id="{8743735F-F3BE-CD3C-DBEA-2AFEC437EDA3}"/>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4" name="Freeform 56">
                <a:extLst>
                  <a:ext uri="{FF2B5EF4-FFF2-40B4-BE49-F238E27FC236}">
                    <a16:creationId xmlns:a16="http://schemas.microsoft.com/office/drawing/2014/main" id="{61D1B77E-130F-660C-4AC7-78D0F99767CC}"/>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5" name="Freeform 57">
                <a:extLst>
                  <a:ext uri="{FF2B5EF4-FFF2-40B4-BE49-F238E27FC236}">
                    <a16:creationId xmlns:a16="http://schemas.microsoft.com/office/drawing/2014/main" id="{BA4B8876-726E-54AB-B885-672A83BBCEE9}"/>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6" name="Freeform 58">
                <a:extLst>
                  <a:ext uri="{FF2B5EF4-FFF2-40B4-BE49-F238E27FC236}">
                    <a16:creationId xmlns:a16="http://schemas.microsoft.com/office/drawing/2014/main" id="{03C38D1C-9F91-91CA-6AD9-B9F474AB7AD9}"/>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7" name="Graphic 8">
              <a:extLst>
                <a:ext uri="{FF2B5EF4-FFF2-40B4-BE49-F238E27FC236}">
                  <a16:creationId xmlns:a16="http://schemas.microsoft.com/office/drawing/2014/main" id="{AD321CC0-02FB-4673-EC37-BEC78A60B530}"/>
                </a:ext>
              </a:extLst>
            </p:cNvPr>
            <p:cNvGrpSpPr/>
            <p:nvPr/>
          </p:nvGrpSpPr>
          <p:grpSpPr>
            <a:xfrm>
              <a:off x="265625" y="6323271"/>
              <a:ext cx="1249223" cy="190348"/>
              <a:chOff x="265625" y="6323271"/>
              <a:chExt cx="1249223" cy="190348"/>
            </a:xfrm>
            <a:solidFill>
              <a:srgbClr val="000000"/>
            </a:solidFill>
          </p:grpSpPr>
          <p:sp>
            <p:nvSpPr>
              <p:cNvPr id="9" name="Freeform 60">
                <a:extLst>
                  <a:ext uri="{FF2B5EF4-FFF2-40B4-BE49-F238E27FC236}">
                    <a16:creationId xmlns:a16="http://schemas.microsoft.com/office/drawing/2014/main" id="{3F8B5B57-7894-BCF8-1021-6508B67F605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0" name="Freeform 61">
                <a:extLst>
                  <a:ext uri="{FF2B5EF4-FFF2-40B4-BE49-F238E27FC236}">
                    <a16:creationId xmlns:a16="http://schemas.microsoft.com/office/drawing/2014/main" id="{2D81B226-DB69-C331-BB03-6A1A759596C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1" name="Freeform 62">
                <a:extLst>
                  <a:ext uri="{FF2B5EF4-FFF2-40B4-BE49-F238E27FC236}">
                    <a16:creationId xmlns:a16="http://schemas.microsoft.com/office/drawing/2014/main" id="{E824B014-B989-2E3D-558E-C9EE8D4B186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2" name="Freeform 63">
                <a:extLst>
                  <a:ext uri="{FF2B5EF4-FFF2-40B4-BE49-F238E27FC236}">
                    <a16:creationId xmlns:a16="http://schemas.microsoft.com/office/drawing/2014/main" id="{D509F8AC-4FB3-2B6F-5A4C-AA94FF6CBA07}"/>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3" name="Freeform 64">
                <a:extLst>
                  <a:ext uri="{FF2B5EF4-FFF2-40B4-BE49-F238E27FC236}">
                    <a16:creationId xmlns:a16="http://schemas.microsoft.com/office/drawing/2014/main" id="{3C4450EE-C450-E67D-777B-4AB32A942CB0}"/>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4" name="Freeform 65">
                <a:extLst>
                  <a:ext uri="{FF2B5EF4-FFF2-40B4-BE49-F238E27FC236}">
                    <a16:creationId xmlns:a16="http://schemas.microsoft.com/office/drawing/2014/main" id="{76940B2C-D8FF-CBBB-3272-4F983D27C3BB}"/>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5" name="Freeform 66">
                <a:extLst>
                  <a:ext uri="{FF2B5EF4-FFF2-40B4-BE49-F238E27FC236}">
                    <a16:creationId xmlns:a16="http://schemas.microsoft.com/office/drawing/2014/main" id="{31094477-4058-2F2B-47DF-DECC75FDEA6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618595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Big Statement with Icon - Indigo">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0240D96F-DE33-80F8-2C2A-CFCF89A6BD2C}"/>
              </a:ext>
              <a:ext uri="{C183D7F6-B498-43B3-948B-1728B52AA6E4}">
                <adec:decorative xmlns:adec="http://schemas.microsoft.com/office/drawing/2017/decorative" val="1"/>
              </a:ext>
            </a:extLst>
          </p:cNvPr>
          <p:cNvSpPr/>
          <p:nvPr userDrawn="1"/>
        </p:nvSpPr>
        <p:spPr>
          <a:xfrm>
            <a:off x="5378859" y="7557"/>
            <a:ext cx="6809966" cy="6857999"/>
          </a:xfrm>
          <a:custGeom>
            <a:avLst/>
            <a:gdLst>
              <a:gd name="connsiteX0" fmla="*/ 6845677 w 6846538"/>
              <a:gd name="connsiteY0" fmla="*/ 4820854 h 6858000"/>
              <a:gd name="connsiteX1" fmla="*/ 4811938 w 6846538"/>
              <a:gd name="connsiteY1" fmla="*/ 6857998 h 6858000"/>
              <a:gd name="connsiteX2" fmla="*/ 6845677 w 6846538"/>
              <a:gd name="connsiteY2" fmla="*/ 6857998 h 6858000"/>
              <a:gd name="connsiteX3" fmla="*/ 6846538 w 6846538"/>
              <a:gd name="connsiteY3" fmla="*/ 0 h 6858000"/>
              <a:gd name="connsiteX4" fmla="*/ 6846538 w 6846538"/>
              <a:gd name="connsiteY4" fmla="*/ 6858000 h 6858000"/>
              <a:gd name="connsiteX5" fmla="*/ 0 w 6846538"/>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46538" h="6858000">
                <a:moveTo>
                  <a:pt x="6845677" y="4820854"/>
                </a:moveTo>
                <a:lnTo>
                  <a:pt x="4811938" y="6857998"/>
                </a:lnTo>
                <a:lnTo>
                  <a:pt x="6845677" y="6857998"/>
                </a:lnTo>
                <a:close/>
                <a:moveTo>
                  <a:pt x="6846538" y="0"/>
                </a:moveTo>
                <a:lnTo>
                  <a:pt x="6846538" y="6858000"/>
                </a:lnTo>
                <a:lnTo>
                  <a:pt x="0" y="6858000"/>
                </a:lnTo>
                <a:close/>
              </a:path>
            </a:pathLst>
          </a:custGeom>
          <a:gradFill>
            <a:gsLst>
              <a:gs pos="0">
                <a:schemeClr val="bg2">
                  <a:alpha val="0"/>
                </a:schemeClr>
              </a:gs>
              <a:gs pos="98000">
                <a:schemeClr val="accent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dirty="0">
              <a:solidFill>
                <a:schemeClr val="bg1"/>
              </a:solidFill>
            </a:endParaRPr>
          </a:p>
        </p:txBody>
      </p:sp>
      <p:sp>
        <p:nvSpPr>
          <p:cNvPr id="18" name="Text Placeholder 862">
            <a:extLst>
              <a:ext uri="{FF2B5EF4-FFF2-40B4-BE49-F238E27FC236}">
                <a16:creationId xmlns:a16="http://schemas.microsoft.com/office/drawing/2014/main" id="{E56855D3-D3B3-4208-ADBF-9790190F0A6E}"/>
              </a:ext>
            </a:extLst>
          </p:cNvPr>
          <p:cNvSpPr>
            <a:spLocks noGrp="1"/>
          </p:cNvSpPr>
          <p:nvPr>
            <p:ph type="body" sz="quarter" idx="12" hasCustomPrompt="1"/>
          </p:nvPr>
        </p:nvSpPr>
        <p:spPr>
          <a:xfrm>
            <a:off x="608012" y="2514600"/>
            <a:ext cx="5486400" cy="18287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dirty="0"/>
              <a:t>Slide with large text placeholder and circle graphic.</a:t>
            </a:r>
          </a:p>
        </p:txBody>
      </p:sp>
      <p:sp>
        <p:nvSpPr>
          <p:cNvPr id="2147" name="Oval 2146" descr="place icon in center">
            <a:extLst>
              <a:ext uri="{FF2B5EF4-FFF2-40B4-BE49-F238E27FC236}">
                <a16:creationId xmlns:a16="http://schemas.microsoft.com/office/drawing/2014/main" id="{FDDA58E5-A99B-48C0-A6B7-6BAE32E46F62}"/>
              </a:ext>
              <a:ext uri="{C183D7F6-B498-43B3-948B-1728B52AA6E4}">
                <adec:decorative xmlns:adec="http://schemas.microsoft.com/office/drawing/2017/decorative" val="0"/>
              </a:ext>
            </a:extLst>
          </p:cNvPr>
          <p:cNvSpPr/>
          <p:nvPr userDrawn="1"/>
        </p:nvSpPr>
        <p:spPr bwMode="gray">
          <a:xfrm rot="10800000">
            <a:off x="7273815" y="1515193"/>
            <a:ext cx="3735912" cy="3735912"/>
          </a:xfrm>
          <a:prstGeom prst="ellipse">
            <a:avLst/>
          </a:prstGeom>
          <a:solidFill>
            <a:schemeClr val="bg1"/>
          </a:solidFill>
          <a:ln w="38100">
            <a:solidFill>
              <a:schemeClr val="accent2"/>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60325" lvl="0" algn="ctr">
              <a:spcAft>
                <a:spcPts val="800"/>
              </a:spcAft>
            </a:pPr>
            <a:endParaRPr lang="en-US" sz="1400" kern="0" dirty="0"/>
          </a:p>
        </p:txBody>
      </p:sp>
      <p:sp>
        <p:nvSpPr>
          <p:cNvPr id="7" name="page number">
            <a:extLst>
              <a:ext uri="{FF2B5EF4-FFF2-40B4-BE49-F238E27FC236}">
                <a16:creationId xmlns:a16="http://schemas.microsoft.com/office/drawing/2014/main" id="{2A1148C9-BE55-F64C-8A6E-A5239BDB408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122FEF99-9568-C127-B59A-D97585286AFF}"/>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33D4A503-4B73-9719-047A-FBB90698A583}"/>
                </a:ext>
              </a:extLst>
            </p:cNvPr>
            <p:cNvGrpSpPr/>
            <p:nvPr/>
          </p:nvGrpSpPr>
          <p:grpSpPr>
            <a:xfrm>
              <a:off x="745455" y="6594444"/>
              <a:ext cx="722662" cy="98475"/>
              <a:chOff x="745455" y="6594444"/>
              <a:chExt cx="722662" cy="98475"/>
            </a:xfrm>
            <a:solidFill>
              <a:srgbClr val="000000"/>
            </a:solidFill>
          </p:grpSpPr>
          <p:sp>
            <p:nvSpPr>
              <p:cNvPr id="16" name="Freeform 49">
                <a:extLst>
                  <a:ext uri="{FF2B5EF4-FFF2-40B4-BE49-F238E27FC236}">
                    <a16:creationId xmlns:a16="http://schemas.microsoft.com/office/drawing/2014/main" id="{6AA45075-6961-ABCF-6F83-1EBA5CC2C34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17" name="Freeform 50">
                <a:extLst>
                  <a:ext uri="{FF2B5EF4-FFF2-40B4-BE49-F238E27FC236}">
                    <a16:creationId xmlns:a16="http://schemas.microsoft.com/office/drawing/2014/main" id="{568D0346-39B9-799C-F87F-899C65BD333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19" name="Freeform 51">
                <a:extLst>
                  <a:ext uri="{FF2B5EF4-FFF2-40B4-BE49-F238E27FC236}">
                    <a16:creationId xmlns:a16="http://schemas.microsoft.com/office/drawing/2014/main" id="{CAD8B827-6241-B7C2-8DA8-6248DCD91B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0" name="Freeform 52">
                <a:extLst>
                  <a:ext uri="{FF2B5EF4-FFF2-40B4-BE49-F238E27FC236}">
                    <a16:creationId xmlns:a16="http://schemas.microsoft.com/office/drawing/2014/main" id="{A8BBFD5D-DD60-828F-1319-78ED8F3E2E0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1" name="Freeform 53">
                <a:extLst>
                  <a:ext uri="{FF2B5EF4-FFF2-40B4-BE49-F238E27FC236}">
                    <a16:creationId xmlns:a16="http://schemas.microsoft.com/office/drawing/2014/main" id="{9BD8E7FB-59CF-1A95-8BBE-CF4064F67C4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2" name="Freeform 54">
                <a:extLst>
                  <a:ext uri="{FF2B5EF4-FFF2-40B4-BE49-F238E27FC236}">
                    <a16:creationId xmlns:a16="http://schemas.microsoft.com/office/drawing/2014/main" id="{5F717A5A-64ED-28A6-3BF7-CF6BF69FF96B}"/>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3" name="Freeform 55">
                <a:extLst>
                  <a:ext uri="{FF2B5EF4-FFF2-40B4-BE49-F238E27FC236}">
                    <a16:creationId xmlns:a16="http://schemas.microsoft.com/office/drawing/2014/main" id="{2A3CEE21-8E03-D3B6-478C-91904FA873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4" name="Freeform 56">
                <a:extLst>
                  <a:ext uri="{FF2B5EF4-FFF2-40B4-BE49-F238E27FC236}">
                    <a16:creationId xmlns:a16="http://schemas.microsoft.com/office/drawing/2014/main" id="{FD187A30-EF1A-E792-C000-1D6DE72BA55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5" name="Freeform 57">
                <a:extLst>
                  <a:ext uri="{FF2B5EF4-FFF2-40B4-BE49-F238E27FC236}">
                    <a16:creationId xmlns:a16="http://schemas.microsoft.com/office/drawing/2014/main" id="{136F0EF1-E65A-81BA-62E5-4FA01CF143EF}"/>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6" name="Freeform 58">
                <a:extLst>
                  <a:ext uri="{FF2B5EF4-FFF2-40B4-BE49-F238E27FC236}">
                    <a16:creationId xmlns:a16="http://schemas.microsoft.com/office/drawing/2014/main" id="{74B6B4D0-A721-8E88-73B9-2550263A796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8" name="Graphic 8">
              <a:extLst>
                <a:ext uri="{FF2B5EF4-FFF2-40B4-BE49-F238E27FC236}">
                  <a16:creationId xmlns:a16="http://schemas.microsoft.com/office/drawing/2014/main" id="{80B4DF58-E10F-AD88-BB25-64A24616D8F0}"/>
                </a:ext>
              </a:extLst>
            </p:cNvPr>
            <p:cNvGrpSpPr/>
            <p:nvPr/>
          </p:nvGrpSpPr>
          <p:grpSpPr>
            <a:xfrm>
              <a:off x="265625" y="6323271"/>
              <a:ext cx="1249223" cy="190348"/>
              <a:chOff x="265625" y="6323271"/>
              <a:chExt cx="1249223" cy="190348"/>
            </a:xfrm>
            <a:solidFill>
              <a:srgbClr val="000000"/>
            </a:solidFill>
          </p:grpSpPr>
          <p:sp>
            <p:nvSpPr>
              <p:cNvPr id="9" name="Freeform 60">
                <a:extLst>
                  <a:ext uri="{FF2B5EF4-FFF2-40B4-BE49-F238E27FC236}">
                    <a16:creationId xmlns:a16="http://schemas.microsoft.com/office/drawing/2014/main" id="{F191DBA3-C2FA-E4B0-7EF8-6172EE9A4313}"/>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0" name="Freeform 61">
                <a:extLst>
                  <a:ext uri="{FF2B5EF4-FFF2-40B4-BE49-F238E27FC236}">
                    <a16:creationId xmlns:a16="http://schemas.microsoft.com/office/drawing/2014/main" id="{FC648FD2-6E19-7AD4-57F5-07C166C8EBD6}"/>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1" name="Freeform 62">
                <a:extLst>
                  <a:ext uri="{FF2B5EF4-FFF2-40B4-BE49-F238E27FC236}">
                    <a16:creationId xmlns:a16="http://schemas.microsoft.com/office/drawing/2014/main" id="{A7643791-A875-36A1-3E74-D2E7BC3732E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2" name="Freeform 63">
                <a:extLst>
                  <a:ext uri="{FF2B5EF4-FFF2-40B4-BE49-F238E27FC236}">
                    <a16:creationId xmlns:a16="http://schemas.microsoft.com/office/drawing/2014/main" id="{188ED956-AE28-3E93-9B26-5F126130521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3" name="Freeform 64">
                <a:extLst>
                  <a:ext uri="{FF2B5EF4-FFF2-40B4-BE49-F238E27FC236}">
                    <a16:creationId xmlns:a16="http://schemas.microsoft.com/office/drawing/2014/main" id="{4974D72F-3DBA-B8AF-31D1-D6B81BCB7C6B}"/>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4" name="Freeform 65">
                <a:extLst>
                  <a:ext uri="{FF2B5EF4-FFF2-40B4-BE49-F238E27FC236}">
                    <a16:creationId xmlns:a16="http://schemas.microsoft.com/office/drawing/2014/main" id="{B3E4686C-BC34-6EE3-3C08-05C3F8E41F53}"/>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5" name="Freeform 66">
                <a:extLst>
                  <a:ext uri="{FF2B5EF4-FFF2-40B4-BE49-F238E27FC236}">
                    <a16:creationId xmlns:a16="http://schemas.microsoft.com/office/drawing/2014/main" id="{4D63FFC6-C392-DCA1-A545-0910536D1B1B}"/>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735558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Big Statement with Icon - Plum">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EDA64E18-1A4A-077B-C551-0C1CB5D4F85E}"/>
              </a:ext>
              <a:ext uri="{C183D7F6-B498-43B3-948B-1728B52AA6E4}">
                <adec:decorative xmlns:adec="http://schemas.microsoft.com/office/drawing/2017/decorative" val="1"/>
              </a:ext>
            </a:extLst>
          </p:cNvPr>
          <p:cNvSpPr/>
          <p:nvPr userDrawn="1"/>
        </p:nvSpPr>
        <p:spPr>
          <a:xfrm>
            <a:off x="5378859" y="0"/>
            <a:ext cx="6809966" cy="6858000"/>
          </a:xfrm>
          <a:custGeom>
            <a:avLst/>
            <a:gdLst>
              <a:gd name="connsiteX0" fmla="*/ 6845677 w 6846538"/>
              <a:gd name="connsiteY0" fmla="*/ 4820854 h 6858000"/>
              <a:gd name="connsiteX1" fmla="*/ 4811938 w 6846538"/>
              <a:gd name="connsiteY1" fmla="*/ 6857998 h 6858000"/>
              <a:gd name="connsiteX2" fmla="*/ 6845677 w 6846538"/>
              <a:gd name="connsiteY2" fmla="*/ 6857998 h 6858000"/>
              <a:gd name="connsiteX3" fmla="*/ 6846538 w 6846538"/>
              <a:gd name="connsiteY3" fmla="*/ 0 h 6858000"/>
              <a:gd name="connsiteX4" fmla="*/ 6846538 w 6846538"/>
              <a:gd name="connsiteY4" fmla="*/ 6858000 h 6858000"/>
              <a:gd name="connsiteX5" fmla="*/ 0 w 6846538"/>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46538" h="6858000">
                <a:moveTo>
                  <a:pt x="6845677" y="4820854"/>
                </a:moveTo>
                <a:lnTo>
                  <a:pt x="4811938" y="6857998"/>
                </a:lnTo>
                <a:lnTo>
                  <a:pt x="6845677" y="6857998"/>
                </a:lnTo>
                <a:close/>
                <a:moveTo>
                  <a:pt x="6846538" y="0"/>
                </a:moveTo>
                <a:lnTo>
                  <a:pt x="6846538" y="6858000"/>
                </a:lnTo>
                <a:lnTo>
                  <a:pt x="0" y="6858000"/>
                </a:lnTo>
                <a:close/>
              </a:path>
            </a:pathLst>
          </a:custGeom>
          <a:gradFill>
            <a:gsLst>
              <a:gs pos="0">
                <a:schemeClr val="bg2">
                  <a:alpha val="0"/>
                </a:schemeClr>
              </a:gs>
              <a:gs pos="100000">
                <a:schemeClr val="accent5"/>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dirty="0">
              <a:solidFill>
                <a:schemeClr val="bg1"/>
              </a:solidFill>
            </a:endParaRPr>
          </a:p>
        </p:txBody>
      </p:sp>
      <p:sp>
        <p:nvSpPr>
          <p:cNvPr id="9" name="Text Placeholder 862">
            <a:extLst>
              <a:ext uri="{FF2B5EF4-FFF2-40B4-BE49-F238E27FC236}">
                <a16:creationId xmlns:a16="http://schemas.microsoft.com/office/drawing/2014/main" id="{0F507127-789E-994A-9A44-353C37E789F7}"/>
              </a:ext>
            </a:extLst>
          </p:cNvPr>
          <p:cNvSpPr>
            <a:spLocks noGrp="1"/>
          </p:cNvSpPr>
          <p:nvPr>
            <p:ph type="body" sz="quarter" idx="13" hasCustomPrompt="1"/>
          </p:nvPr>
        </p:nvSpPr>
        <p:spPr>
          <a:xfrm>
            <a:off x="608015" y="2514600"/>
            <a:ext cx="5486400" cy="1828799"/>
          </a:xfrm>
        </p:spPr>
        <p:txBody>
          <a:bodyPr anchor="ctr"/>
          <a:lstStyle>
            <a:lvl1pPr>
              <a:lnSpc>
                <a:spcPct val="100000"/>
              </a:lnSpc>
              <a:spcBef>
                <a:spcPts val="0"/>
              </a:spcBef>
              <a:defRPr sz="3600">
                <a:solidFill>
                  <a:schemeClr val="accent5"/>
                </a:solidFill>
              </a:defRPr>
            </a:lvl1pPr>
            <a:lvl2pPr marL="273050" indent="0">
              <a:buNone/>
              <a:defRPr/>
            </a:lvl2pPr>
          </a:lstStyle>
          <a:p>
            <a:pPr lvl="0"/>
            <a:r>
              <a:rPr lang="en-US" dirty="0"/>
              <a:t>Slide with large text placeholder and circle graphic.</a:t>
            </a:r>
          </a:p>
        </p:txBody>
      </p:sp>
      <p:sp>
        <p:nvSpPr>
          <p:cNvPr id="2147" name="Oval 2146" descr="place icon in center">
            <a:extLst>
              <a:ext uri="{FF2B5EF4-FFF2-40B4-BE49-F238E27FC236}">
                <a16:creationId xmlns:a16="http://schemas.microsoft.com/office/drawing/2014/main" id="{FDDA58E5-A99B-48C0-A6B7-6BAE32E46F62}"/>
              </a:ext>
              <a:ext uri="{C183D7F6-B498-43B3-948B-1728B52AA6E4}">
                <adec:decorative xmlns:adec="http://schemas.microsoft.com/office/drawing/2017/decorative" val="0"/>
              </a:ext>
            </a:extLst>
          </p:cNvPr>
          <p:cNvSpPr/>
          <p:nvPr userDrawn="1"/>
        </p:nvSpPr>
        <p:spPr bwMode="gray">
          <a:xfrm>
            <a:off x="7273815" y="1515193"/>
            <a:ext cx="3735912" cy="3735912"/>
          </a:xfrm>
          <a:prstGeom prst="ellipse">
            <a:avLst/>
          </a:prstGeom>
          <a:solidFill>
            <a:schemeClr val="bg1"/>
          </a:solidFill>
          <a:ln w="38100">
            <a:solidFill>
              <a:schemeClr val="accent5"/>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60325" lvl="0" algn="ctr">
              <a:spcAft>
                <a:spcPts val="800"/>
              </a:spcAft>
            </a:pPr>
            <a:endParaRPr lang="en-US" sz="1400" kern="0" dirty="0"/>
          </a:p>
        </p:txBody>
      </p:sp>
      <p:sp>
        <p:nvSpPr>
          <p:cNvPr id="7" name="page number">
            <a:extLst>
              <a:ext uri="{FF2B5EF4-FFF2-40B4-BE49-F238E27FC236}">
                <a16:creationId xmlns:a16="http://schemas.microsoft.com/office/drawing/2014/main" id="{4144FBF0-61D7-2140-A159-ECF2E9CDDA2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3E228101-C66C-3FA3-BC33-17B25C68AC63}"/>
              </a:ext>
            </a:extLst>
          </p:cNvPr>
          <p:cNvGrpSpPr/>
          <p:nvPr userDrawn="1"/>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34E08562-914A-6293-AB3E-AD1F7438AA7C}"/>
                </a:ext>
              </a:extLst>
            </p:cNvPr>
            <p:cNvGrpSpPr/>
            <p:nvPr/>
          </p:nvGrpSpPr>
          <p:grpSpPr>
            <a:xfrm>
              <a:off x="745455" y="6594444"/>
              <a:ext cx="722662" cy="98475"/>
              <a:chOff x="745455" y="6594444"/>
              <a:chExt cx="722662" cy="98475"/>
            </a:xfrm>
            <a:solidFill>
              <a:srgbClr val="000000"/>
            </a:solidFill>
          </p:grpSpPr>
          <p:sp>
            <p:nvSpPr>
              <p:cNvPr id="17" name="Freeform 49">
                <a:extLst>
                  <a:ext uri="{FF2B5EF4-FFF2-40B4-BE49-F238E27FC236}">
                    <a16:creationId xmlns:a16="http://schemas.microsoft.com/office/drawing/2014/main" id="{2479D982-A424-253E-FDA9-1075B0394B5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18" name="Freeform 50">
                <a:extLst>
                  <a:ext uri="{FF2B5EF4-FFF2-40B4-BE49-F238E27FC236}">
                    <a16:creationId xmlns:a16="http://schemas.microsoft.com/office/drawing/2014/main" id="{677EE2AF-BC9D-F084-01EC-BDA1C007BF1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19" name="Freeform 51">
                <a:extLst>
                  <a:ext uri="{FF2B5EF4-FFF2-40B4-BE49-F238E27FC236}">
                    <a16:creationId xmlns:a16="http://schemas.microsoft.com/office/drawing/2014/main" id="{405F2BD0-B9FA-6F67-762E-B6FAE891AD98}"/>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0" name="Freeform 52">
                <a:extLst>
                  <a:ext uri="{FF2B5EF4-FFF2-40B4-BE49-F238E27FC236}">
                    <a16:creationId xmlns:a16="http://schemas.microsoft.com/office/drawing/2014/main" id="{961C935A-9FED-CE71-115E-BE4E9B143C0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1" name="Freeform 53">
                <a:extLst>
                  <a:ext uri="{FF2B5EF4-FFF2-40B4-BE49-F238E27FC236}">
                    <a16:creationId xmlns:a16="http://schemas.microsoft.com/office/drawing/2014/main" id="{AF34E106-EF93-088A-39B0-CDC236BD84E9}"/>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2" name="Freeform 54">
                <a:extLst>
                  <a:ext uri="{FF2B5EF4-FFF2-40B4-BE49-F238E27FC236}">
                    <a16:creationId xmlns:a16="http://schemas.microsoft.com/office/drawing/2014/main" id="{1BD83468-56C4-1EC3-EC84-A54FFF8940DB}"/>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3" name="Freeform 55">
                <a:extLst>
                  <a:ext uri="{FF2B5EF4-FFF2-40B4-BE49-F238E27FC236}">
                    <a16:creationId xmlns:a16="http://schemas.microsoft.com/office/drawing/2014/main" id="{F270D062-DA4C-542D-8DEE-B6B668D8ED1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4" name="Freeform 56">
                <a:extLst>
                  <a:ext uri="{FF2B5EF4-FFF2-40B4-BE49-F238E27FC236}">
                    <a16:creationId xmlns:a16="http://schemas.microsoft.com/office/drawing/2014/main" id="{7C933C01-5186-1188-816E-F0F105C428CA}"/>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5" name="Freeform 57">
                <a:extLst>
                  <a:ext uri="{FF2B5EF4-FFF2-40B4-BE49-F238E27FC236}">
                    <a16:creationId xmlns:a16="http://schemas.microsoft.com/office/drawing/2014/main" id="{782FB9F1-EF51-7F31-5901-538957B7AB9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6" name="Freeform 58">
                <a:extLst>
                  <a:ext uri="{FF2B5EF4-FFF2-40B4-BE49-F238E27FC236}">
                    <a16:creationId xmlns:a16="http://schemas.microsoft.com/office/drawing/2014/main" id="{62CB707E-F39E-3D53-8791-2677637D016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8" name="Graphic 8">
              <a:extLst>
                <a:ext uri="{FF2B5EF4-FFF2-40B4-BE49-F238E27FC236}">
                  <a16:creationId xmlns:a16="http://schemas.microsoft.com/office/drawing/2014/main" id="{5795F136-F71E-B049-F0DD-84F2952BFC0D}"/>
                </a:ext>
              </a:extLst>
            </p:cNvPr>
            <p:cNvGrpSpPr/>
            <p:nvPr/>
          </p:nvGrpSpPr>
          <p:grpSpPr>
            <a:xfrm>
              <a:off x="265625" y="6323271"/>
              <a:ext cx="1249223" cy="190348"/>
              <a:chOff x="265625" y="6323271"/>
              <a:chExt cx="1249223" cy="190348"/>
            </a:xfrm>
            <a:solidFill>
              <a:srgbClr val="000000"/>
            </a:solidFill>
          </p:grpSpPr>
          <p:sp>
            <p:nvSpPr>
              <p:cNvPr id="10" name="Freeform 60">
                <a:extLst>
                  <a:ext uri="{FF2B5EF4-FFF2-40B4-BE49-F238E27FC236}">
                    <a16:creationId xmlns:a16="http://schemas.microsoft.com/office/drawing/2014/main" id="{376D3759-3639-AC4F-8076-C355B010096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1" name="Freeform 61">
                <a:extLst>
                  <a:ext uri="{FF2B5EF4-FFF2-40B4-BE49-F238E27FC236}">
                    <a16:creationId xmlns:a16="http://schemas.microsoft.com/office/drawing/2014/main" id="{CD4B151F-7D1F-8954-E784-7605482B291F}"/>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2" name="Freeform 62">
                <a:extLst>
                  <a:ext uri="{FF2B5EF4-FFF2-40B4-BE49-F238E27FC236}">
                    <a16:creationId xmlns:a16="http://schemas.microsoft.com/office/drawing/2014/main" id="{B40D9F42-AF0A-DE8A-5307-F8956165C7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3" name="Freeform 63">
                <a:extLst>
                  <a:ext uri="{FF2B5EF4-FFF2-40B4-BE49-F238E27FC236}">
                    <a16:creationId xmlns:a16="http://schemas.microsoft.com/office/drawing/2014/main" id="{D27CD8E0-E2C2-D155-7ED6-82D4C3AE5D21}"/>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4" name="Freeform 64">
                <a:extLst>
                  <a:ext uri="{FF2B5EF4-FFF2-40B4-BE49-F238E27FC236}">
                    <a16:creationId xmlns:a16="http://schemas.microsoft.com/office/drawing/2014/main" id="{0C1C198C-6EA4-B531-2246-6FDABBE5F14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5" name="Freeform 65">
                <a:extLst>
                  <a:ext uri="{FF2B5EF4-FFF2-40B4-BE49-F238E27FC236}">
                    <a16:creationId xmlns:a16="http://schemas.microsoft.com/office/drawing/2014/main" id="{83BE54EB-90E7-0347-1F71-69FB6E33746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6" name="Freeform 66">
                <a:extLst>
                  <a:ext uri="{FF2B5EF4-FFF2-40B4-BE49-F238E27FC236}">
                    <a16:creationId xmlns:a16="http://schemas.microsoft.com/office/drawing/2014/main" id="{1F40B3A4-4550-A2BD-7032-C23BD4122C9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338683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Definition">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F50ED68F-525B-00F4-AE58-E7AACD420745}"/>
              </a:ext>
              <a:ext uri="{C183D7F6-B498-43B3-948B-1728B52AA6E4}">
                <adec:decorative xmlns:adec="http://schemas.microsoft.com/office/drawing/2017/decorative" val="1"/>
              </a:ext>
            </a:extLst>
          </p:cNvPr>
          <p:cNvSpPr/>
          <p:nvPr userDrawn="1"/>
        </p:nvSpPr>
        <p:spPr>
          <a:xfrm>
            <a:off x="5378859" y="7558"/>
            <a:ext cx="6809966" cy="6857998"/>
          </a:xfrm>
          <a:custGeom>
            <a:avLst/>
            <a:gdLst>
              <a:gd name="connsiteX0" fmla="*/ 6845677 w 6846538"/>
              <a:gd name="connsiteY0" fmla="*/ 4820854 h 6858000"/>
              <a:gd name="connsiteX1" fmla="*/ 4811938 w 6846538"/>
              <a:gd name="connsiteY1" fmla="*/ 6857998 h 6858000"/>
              <a:gd name="connsiteX2" fmla="*/ 6845677 w 6846538"/>
              <a:gd name="connsiteY2" fmla="*/ 6857998 h 6858000"/>
              <a:gd name="connsiteX3" fmla="*/ 6846538 w 6846538"/>
              <a:gd name="connsiteY3" fmla="*/ 0 h 6858000"/>
              <a:gd name="connsiteX4" fmla="*/ 6846538 w 6846538"/>
              <a:gd name="connsiteY4" fmla="*/ 6858000 h 6858000"/>
              <a:gd name="connsiteX5" fmla="*/ 0 w 6846538"/>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46538" h="6858000">
                <a:moveTo>
                  <a:pt x="6845677" y="4820854"/>
                </a:moveTo>
                <a:lnTo>
                  <a:pt x="4811938" y="6857998"/>
                </a:lnTo>
                <a:lnTo>
                  <a:pt x="6845677" y="6857998"/>
                </a:lnTo>
                <a:close/>
                <a:moveTo>
                  <a:pt x="6846538" y="0"/>
                </a:moveTo>
                <a:lnTo>
                  <a:pt x="6846538" y="6858000"/>
                </a:lnTo>
                <a:lnTo>
                  <a:pt x="0" y="6858000"/>
                </a:lnTo>
                <a:close/>
              </a:path>
            </a:pathLst>
          </a:custGeom>
          <a:gradFill>
            <a:gsLst>
              <a:gs pos="0">
                <a:srgbClr val="F4F8FA">
                  <a:alpha val="0"/>
                </a:srgbClr>
              </a:gs>
              <a:gs pos="100000">
                <a:schemeClr val="accent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dirty="0">
              <a:solidFill>
                <a:schemeClr val="bg1"/>
              </a:solidFill>
            </a:endParaRPr>
          </a:p>
        </p:txBody>
      </p:sp>
      <p:sp>
        <p:nvSpPr>
          <p:cNvPr id="6" name="Oval 5" descr="place icon in center">
            <a:extLst>
              <a:ext uri="{FF2B5EF4-FFF2-40B4-BE49-F238E27FC236}">
                <a16:creationId xmlns:a16="http://schemas.microsoft.com/office/drawing/2014/main" id="{485306D4-55E2-403B-BFD1-9DA60421D596}"/>
              </a:ext>
              <a:ext uri="{C183D7F6-B498-43B3-948B-1728B52AA6E4}">
                <adec:decorative xmlns:adec="http://schemas.microsoft.com/office/drawing/2017/decorative" val="0"/>
              </a:ext>
            </a:extLst>
          </p:cNvPr>
          <p:cNvSpPr/>
          <p:nvPr userDrawn="1"/>
        </p:nvSpPr>
        <p:spPr bwMode="gray">
          <a:xfrm>
            <a:off x="7273815" y="1515193"/>
            <a:ext cx="3735912" cy="3735912"/>
          </a:xfrm>
          <a:prstGeom prst="ellipse">
            <a:avLst/>
          </a:prstGeom>
          <a:solidFill>
            <a:schemeClr val="bg1"/>
          </a:solidFill>
          <a:ln w="38100">
            <a:solidFill>
              <a:schemeClr val="accent2"/>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60325" marR="0" lvl="0" indent="0" algn="ctr" defTabSz="914400" rtl="0" eaLnBrk="1" fontAlgn="auto" latinLnBrk="0" hangingPunct="1">
              <a:lnSpc>
                <a:spcPct val="100000"/>
              </a:lnSpc>
              <a:spcBef>
                <a:spcPts val="0"/>
              </a:spcBef>
              <a:spcAft>
                <a:spcPts val="80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7" name="page number">
            <a:extLst>
              <a:ext uri="{FF2B5EF4-FFF2-40B4-BE49-F238E27FC236}">
                <a16:creationId xmlns:a16="http://schemas.microsoft.com/office/drawing/2014/main" id="{AC54A160-3D72-4DDC-86DA-8858609ECBB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Arial" panose="020B0604020202020204" pitchFamily="34" charset="0"/>
            </a:endParaRPr>
          </a:p>
        </p:txBody>
      </p:sp>
      <p:cxnSp>
        <p:nvCxnSpPr>
          <p:cNvPr id="8" name="Straight Connector 7">
            <a:extLst>
              <a:ext uri="{FF2B5EF4-FFF2-40B4-BE49-F238E27FC236}">
                <a16:creationId xmlns:a16="http://schemas.microsoft.com/office/drawing/2014/main" id="{BB0772A6-7577-4DB2-B194-0836A31C3FAA}"/>
              </a:ext>
              <a:ext uri="{C183D7F6-B498-43B3-948B-1728B52AA6E4}">
                <adec:decorative xmlns:adec="http://schemas.microsoft.com/office/drawing/2017/decorative" val="1"/>
              </a:ext>
            </a:extLst>
          </p:cNvPr>
          <p:cNvCxnSpPr>
            <a:cxnSpLocks/>
          </p:cNvCxnSpPr>
          <p:nvPr userDrawn="1"/>
        </p:nvCxnSpPr>
        <p:spPr bwMode="gray">
          <a:xfrm>
            <a:off x="608013" y="3174608"/>
            <a:ext cx="5016039" cy="0"/>
          </a:xfrm>
          <a:prstGeom prst="line">
            <a:avLst/>
          </a:prstGeom>
          <a:ln w="25400">
            <a:solidFill>
              <a:schemeClr val="tx1">
                <a:lumMod val="20000"/>
                <a:lumOff val="80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 name="Text Placeholder 2">
            <a:extLst>
              <a:ext uri="{FF2B5EF4-FFF2-40B4-BE49-F238E27FC236}">
                <a16:creationId xmlns:a16="http://schemas.microsoft.com/office/drawing/2014/main" id="{4943300B-7E9F-4E14-B0D0-3FBCFE7E1055}"/>
              </a:ext>
            </a:extLst>
          </p:cNvPr>
          <p:cNvSpPr>
            <a:spLocks noGrp="1"/>
          </p:cNvSpPr>
          <p:nvPr>
            <p:ph type="body" sz="quarter" idx="12" hasCustomPrompt="1"/>
          </p:nvPr>
        </p:nvSpPr>
        <p:spPr>
          <a:xfrm>
            <a:off x="612648" y="1755648"/>
            <a:ext cx="5916168" cy="822960"/>
          </a:xfrm>
        </p:spPr>
        <p:txBody>
          <a:bodyPr vert="horz" lIns="0" tIns="0" rIns="0" bIns="0" rtlCol="0" anchor="b" anchorCtr="0">
            <a:noAutofit/>
          </a:bodyPr>
          <a:lstStyle>
            <a:lvl1pPr>
              <a:defRPr lang="en-US" sz="4000" dirty="0">
                <a:solidFill>
                  <a:schemeClr val="accent2"/>
                </a:solidFill>
                <a:latin typeface="+mn-lt"/>
              </a:defRPr>
            </a:lvl1pPr>
          </a:lstStyle>
          <a:p>
            <a:pPr lvl="0">
              <a:lnSpc>
                <a:spcPct val="93000"/>
              </a:lnSpc>
              <a:spcBef>
                <a:spcPts val="0"/>
              </a:spcBef>
            </a:pPr>
            <a:r>
              <a:rPr lang="en-US" dirty="0"/>
              <a:t>Word Placeholder</a:t>
            </a:r>
          </a:p>
        </p:txBody>
      </p:sp>
      <p:sp>
        <p:nvSpPr>
          <p:cNvPr id="10" name="Text Placeholder 4">
            <a:extLst>
              <a:ext uri="{FF2B5EF4-FFF2-40B4-BE49-F238E27FC236}">
                <a16:creationId xmlns:a16="http://schemas.microsoft.com/office/drawing/2014/main" id="{5EFDFCC1-32B9-4692-A5A0-C1A105FF5C91}"/>
              </a:ext>
            </a:extLst>
          </p:cNvPr>
          <p:cNvSpPr>
            <a:spLocks noGrp="1"/>
          </p:cNvSpPr>
          <p:nvPr>
            <p:ph type="body" sz="quarter" idx="13" hasCustomPrompt="1"/>
          </p:nvPr>
        </p:nvSpPr>
        <p:spPr>
          <a:xfrm>
            <a:off x="612648" y="2578608"/>
            <a:ext cx="5916168" cy="457200"/>
          </a:xfrm>
        </p:spPr>
        <p:txBody>
          <a:bodyPr vert="horz" lIns="0" tIns="0" rIns="0" bIns="0" rtlCol="0" anchor="t" anchorCtr="0">
            <a:noAutofit/>
          </a:bodyPr>
          <a:lstStyle>
            <a:lvl1pPr>
              <a:defRPr lang="en-US" sz="2400" dirty="0">
                <a:latin typeface="+mj-lt"/>
                <a:cs typeface="Arial" panose="020B0604020202020204" pitchFamily="34" charset="0"/>
              </a:defRPr>
            </a:lvl1pPr>
          </a:lstStyle>
          <a:p>
            <a:pPr lvl="0">
              <a:spcAft>
                <a:spcPts val="4200"/>
              </a:spcAft>
            </a:pPr>
            <a:r>
              <a:rPr lang="en-US" dirty="0"/>
              <a:t>[</a:t>
            </a:r>
            <a:r>
              <a:rPr lang="en-US" dirty="0" err="1"/>
              <a:t>fəˈnɛtɪk</a:t>
            </a:r>
            <a:r>
              <a:rPr lang="en-US" dirty="0"/>
              <a:t> </a:t>
            </a:r>
            <a:r>
              <a:rPr lang="en-US" dirty="0" err="1"/>
              <a:t>trænˈskrɪpʃən</a:t>
            </a:r>
            <a:r>
              <a:rPr lang="en-US" dirty="0"/>
              <a:t> ˈ</a:t>
            </a:r>
            <a:r>
              <a:rPr lang="en-US" dirty="0" err="1"/>
              <a:t>pleɪsˌhəʊldə</a:t>
            </a:r>
            <a:r>
              <a:rPr lang="en-US" dirty="0"/>
              <a:t>]</a:t>
            </a:r>
          </a:p>
        </p:txBody>
      </p:sp>
      <p:sp>
        <p:nvSpPr>
          <p:cNvPr id="11" name="Text Placeholder 10">
            <a:extLst>
              <a:ext uri="{FF2B5EF4-FFF2-40B4-BE49-F238E27FC236}">
                <a16:creationId xmlns:a16="http://schemas.microsoft.com/office/drawing/2014/main" id="{5307D825-595E-4D57-BAAC-B507C217C1A4}"/>
              </a:ext>
            </a:extLst>
          </p:cNvPr>
          <p:cNvSpPr>
            <a:spLocks noGrp="1"/>
          </p:cNvSpPr>
          <p:nvPr>
            <p:ph type="body" sz="quarter" idx="14" hasCustomPrompt="1"/>
          </p:nvPr>
        </p:nvSpPr>
        <p:spPr>
          <a:xfrm>
            <a:off x="612648" y="3483864"/>
            <a:ext cx="5916167" cy="2006600"/>
          </a:xfr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lang="en-US" sz="2100" kern="1200" dirty="0">
                <a:solidFill>
                  <a:schemeClr val="tx2"/>
                </a:solidFill>
                <a:latin typeface="+mn-lt"/>
                <a:ea typeface="+mn-ea"/>
                <a:cs typeface="+mn-cs"/>
              </a:defRPr>
            </a:lvl1pPr>
          </a:lstStyle>
          <a:p>
            <a:pPr lvl="0"/>
            <a:r>
              <a:rPr lang="en-US" dirty="0"/>
              <a:t>The phonetic transcription can be generated using: https://tophonetics.com/</a:t>
            </a:r>
          </a:p>
        </p:txBody>
      </p:sp>
      <p:grpSp>
        <p:nvGrpSpPr>
          <p:cNvPr id="13" name="Graphic 8">
            <a:extLst>
              <a:ext uri="{FF2B5EF4-FFF2-40B4-BE49-F238E27FC236}">
                <a16:creationId xmlns:a16="http://schemas.microsoft.com/office/drawing/2014/main" id="{461B4E52-E06B-9863-8A38-75BD3297378C}"/>
              </a:ext>
            </a:extLst>
          </p:cNvPr>
          <p:cNvGrpSpPr/>
          <p:nvPr userDrawn="1"/>
        </p:nvGrpSpPr>
        <p:grpSpPr>
          <a:xfrm>
            <a:off x="265625" y="6323271"/>
            <a:ext cx="1249223" cy="369648"/>
            <a:chOff x="265625" y="6323271"/>
            <a:chExt cx="1249223" cy="369648"/>
          </a:xfrm>
          <a:solidFill>
            <a:srgbClr val="000000"/>
          </a:solidFill>
        </p:grpSpPr>
        <p:grpSp>
          <p:nvGrpSpPr>
            <p:cNvPr id="14" name="Graphic 8">
              <a:extLst>
                <a:ext uri="{FF2B5EF4-FFF2-40B4-BE49-F238E27FC236}">
                  <a16:creationId xmlns:a16="http://schemas.microsoft.com/office/drawing/2014/main" id="{4CB20520-C560-EA0B-31C6-CA320204A0B2}"/>
                </a:ext>
              </a:extLst>
            </p:cNvPr>
            <p:cNvGrpSpPr/>
            <p:nvPr/>
          </p:nvGrpSpPr>
          <p:grpSpPr>
            <a:xfrm>
              <a:off x="745455" y="6594444"/>
              <a:ext cx="722662" cy="98475"/>
              <a:chOff x="745455" y="6594444"/>
              <a:chExt cx="722662" cy="98475"/>
            </a:xfrm>
            <a:solidFill>
              <a:srgbClr val="000000"/>
            </a:solidFill>
          </p:grpSpPr>
          <p:sp>
            <p:nvSpPr>
              <p:cNvPr id="23" name="Freeform 49">
                <a:extLst>
                  <a:ext uri="{FF2B5EF4-FFF2-40B4-BE49-F238E27FC236}">
                    <a16:creationId xmlns:a16="http://schemas.microsoft.com/office/drawing/2014/main" id="{D37B54E1-1A30-72DF-482A-AD28AE5AC6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4" name="Freeform 50">
                <a:extLst>
                  <a:ext uri="{FF2B5EF4-FFF2-40B4-BE49-F238E27FC236}">
                    <a16:creationId xmlns:a16="http://schemas.microsoft.com/office/drawing/2014/main" id="{7F32477C-59A0-2EC1-63B9-1586C7132A85}"/>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5" name="Freeform 51">
                <a:extLst>
                  <a:ext uri="{FF2B5EF4-FFF2-40B4-BE49-F238E27FC236}">
                    <a16:creationId xmlns:a16="http://schemas.microsoft.com/office/drawing/2014/main" id="{60B56732-CC67-80A5-FE6F-383B0B92E9E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6" name="Freeform 52">
                <a:extLst>
                  <a:ext uri="{FF2B5EF4-FFF2-40B4-BE49-F238E27FC236}">
                    <a16:creationId xmlns:a16="http://schemas.microsoft.com/office/drawing/2014/main" id="{8F514716-5518-37CD-4A41-B18AA767E034}"/>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7" name="Freeform 53">
                <a:extLst>
                  <a:ext uri="{FF2B5EF4-FFF2-40B4-BE49-F238E27FC236}">
                    <a16:creationId xmlns:a16="http://schemas.microsoft.com/office/drawing/2014/main" id="{07455776-0DAE-AA28-F88D-CCBCB218CA5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8" name="Freeform 54">
                <a:extLst>
                  <a:ext uri="{FF2B5EF4-FFF2-40B4-BE49-F238E27FC236}">
                    <a16:creationId xmlns:a16="http://schemas.microsoft.com/office/drawing/2014/main" id="{3D8B9835-D602-E754-B562-BB27226DAEA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9" name="Freeform 55">
                <a:extLst>
                  <a:ext uri="{FF2B5EF4-FFF2-40B4-BE49-F238E27FC236}">
                    <a16:creationId xmlns:a16="http://schemas.microsoft.com/office/drawing/2014/main" id="{18C9CB56-60BE-0754-A93D-7E8E28C4EF2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0" name="Freeform 56">
                <a:extLst>
                  <a:ext uri="{FF2B5EF4-FFF2-40B4-BE49-F238E27FC236}">
                    <a16:creationId xmlns:a16="http://schemas.microsoft.com/office/drawing/2014/main" id="{E342CF24-B219-3ACD-1EF4-39F76F7363D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1" name="Freeform 57">
                <a:extLst>
                  <a:ext uri="{FF2B5EF4-FFF2-40B4-BE49-F238E27FC236}">
                    <a16:creationId xmlns:a16="http://schemas.microsoft.com/office/drawing/2014/main" id="{CB6E8BEC-9DA7-B352-ABA4-7D80BA56B839}"/>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2" name="Freeform 58">
                <a:extLst>
                  <a:ext uri="{FF2B5EF4-FFF2-40B4-BE49-F238E27FC236}">
                    <a16:creationId xmlns:a16="http://schemas.microsoft.com/office/drawing/2014/main" id="{D7A2C1E5-27B9-A2D1-7320-9A4CB51C506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5" name="Graphic 8">
              <a:extLst>
                <a:ext uri="{FF2B5EF4-FFF2-40B4-BE49-F238E27FC236}">
                  <a16:creationId xmlns:a16="http://schemas.microsoft.com/office/drawing/2014/main" id="{55744413-58E3-E558-276A-486C83F11284}"/>
                </a:ext>
              </a:extLst>
            </p:cNvPr>
            <p:cNvGrpSpPr/>
            <p:nvPr/>
          </p:nvGrpSpPr>
          <p:grpSpPr>
            <a:xfrm>
              <a:off x="265625" y="6323271"/>
              <a:ext cx="1249223" cy="190348"/>
              <a:chOff x="265625" y="6323271"/>
              <a:chExt cx="1249223" cy="190348"/>
            </a:xfrm>
            <a:solidFill>
              <a:srgbClr val="000000"/>
            </a:solidFill>
          </p:grpSpPr>
          <p:sp>
            <p:nvSpPr>
              <p:cNvPr id="16" name="Freeform 60">
                <a:extLst>
                  <a:ext uri="{FF2B5EF4-FFF2-40B4-BE49-F238E27FC236}">
                    <a16:creationId xmlns:a16="http://schemas.microsoft.com/office/drawing/2014/main" id="{0D630A4E-78CE-D513-AB43-F5D0BDF8284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7" name="Freeform 61">
                <a:extLst>
                  <a:ext uri="{FF2B5EF4-FFF2-40B4-BE49-F238E27FC236}">
                    <a16:creationId xmlns:a16="http://schemas.microsoft.com/office/drawing/2014/main" id="{E3EA1858-EE0A-6549-12E3-F3044E51766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8" name="Freeform 62">
                <a:extLst>
                  <a:ext uri="{FF2B5EF4-FFF2-40B4-BE49-F238E27FC236}">
                    <a16:creationId xmlns:a16="http://schemas.microsoft.com/office/drawing/2014/main" id="{89F48CB0-E2C2-97A2-CDD0-6999A5E4A1A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9" name="Freeform 63">
                <a:extLst>
                  <a:ext uri="{FF2B5EF4-FFF2-40B4-BE49-F238E27FC236}">
                    <a16:creationId xmlns:a16="http://schemas.microsoft.com/office/drawing/2014/main" id="{A65AB81D-F42B-82DE-515D-0EE573833403}"/>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20" name="Freeform 64">
                <a:extLst>
                  <a:ext uri="{FF2B5EF4-FFF2-40B4-BE49-F238E27FC236}">
                    <a16:creationId xmlns:a16="http://schemas.microsoft.com/office/drawing/2014/main" id="{EF429396-C56E-2145-DEDB-0CF99DDBCA2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21" name="Freeform 65">
                <a:extLst>
                  <a:ext uri="{FF2B5EF4-FFF2-40B4-BE49-F238E27FC236}">
                    <a16:creationId xmlns:a16="http://schemas.microsoft.com/office/drawing/2014/main" id="{6C880DBE-CC26-0C60-6693-0ED651A83C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2" name="Freeform 66">
                <a:extLst>
                  <a:ext uri="{FF2B5EF4-FFF2-40B4-BE49-F238E27FC236}">
                    <a16:creationId xmlns:a16="http://schemas.microsoft.com/office/drawing/2014/main" id="{0173913B-EF4C-8974-A24F-9C03E55E172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311006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QR">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3C43A142-B3D7-4E39-B708-595F0EB24BAC}"/>
              </a:ext>
              <a:ext uri="{C183D7F6-B498-43B3-948B-1728B52AA6E4}">
                <adec:decorative xmlns:adec="http://schemas.microsoft.com/office/drawing/2017/decorative" val="1"/>
              </a:ext>
            </a:extLst>
          </p:cNvPr>
          <p:cNvSpPr/>
          <p:nvPr userDrawn="1"/>
        </p:nvSpPr>
        <p:spPr>
          <a:xfrm>
            <a:off x="5378859" y="1"/>
            <a:ext cx="6809966" cy="6858000"/>
          </a:xfrm>
          <a:custGeom>
            <a:avLst/>
            <a:gdLst>
              <a:gd name="connsiteX0" fmla="*/ 6845677 w 6846538"/>
              <a:gd name="connsiteY0" fmla="*/ 4820854 h 6858000"/>
              <a:gd name="connsiteX1" fmla="*/ 4811938 w 6846538"/>
              <a:gd name="connsiteY1" fmla="*/ 6857998 h 6858000"/>
              <a:gd name="connsiteX2" fmla="*/ 6845677 w 6846538"/>
              <a:gd name="connsiteY2" fmla="*/ 6857998 h 6858000"/>
              <a:gd name="connsiteX3" fmla="*/ 6846538 w 6846538"/>
              <a:gd name="connsiteY3" fmla="*/ 0 h 6858000"/>
              <a:gd name="connsiteX4" fmla="*/ 6846538 w 6846538"/>
              <a:gd name="connsiteY4" fmla="*/ 6858000 h 6858000"/>
              <a:gd name="connsiteX5" fmla="*/ 0 w 6846538"/>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46538" h="6858000">
                <a:moveTo>
                  <a:pt x="6845677" y="4820854"/>
                </a:moveTo>
                <a:lnTo>
                  <a:pt x="4811938" y="6857998"/>
                </a:lnTo>
                <a:lnTo>
                  <a:pt x="6845677" y="6857998"/>
                </a:lnTo>
                <a:close/>
                <a:moveTo>
                  <a:pt x="6846538" y="0"/>
                </a:moveTo>
                <a:lnTo>
                  <a:pt x="6846538" y="6858000"/>
                </a:lnTo>
                <a:lnTo>
                  <a:pt x="0" y="6858000"/>
                </a:lnTo>
                <a:close/>
              </a:path>
            </a:pathLst>
          </a:custGeom>
          <a:gradFill>
            <a:gsLst>
              <a:gs pos="0">
                <a:srgbClr val="F4F8FA">
                  <a:alpha val="0"/>
                </a:srgbClr>
              </a:gs>
              <a:gs pos="100000">
                <a:schemeClr val="accent3"/>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6" name="Oval 5" descr="place icon in center">
            <a:extLst>
              <a:ext uri="{FF2B5EF4-FFF2-40B4-BE49-F238E27FC236}">
                <a16:creationId xmlns:a16="http://schemas.microsoft.com/office/drawing/2014/main" id="{D81D68B1-005D-48C3-80FB-FF903B82233B}"/>
              </a:ext>
              <a:ext uri="{C183D7F6-B498-43B3-948B-1728B52AA6E4}">
                <adec:decorative xmlns:adec="http://schemas.microsoft.com/office/drawing/2017/decorative" val="0"/>
              </a:ext>
            </a:extLst>
          </p:cNvPr>
          <p:cNvSpPr/>
          <p:nvPr userDrawn="1"/>
        </p:nvSpPr>
        <p:spPr bwMode="gray">
          <a:xfrm>
            <a:off x="7273815" y="1515193"/>
            <a:ext cx="3735912" cy="3735912"/>
          </a:xfrm>
          <a:prstGeom prst="ellipse">
            <a:avLst/>
          </a:prstGeom>
          <a:solidFill>
            <a:schemeClr val="bg1"/>
          </a:solidFill>
          <a:ln w="38100">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60325" marR="0" lvl="0" indent="0" algn="ctr" defTabSz="914400" rtl="0" eaLnBrk="1" fontAlgn="auto" latinLnBrk="0" hangingPunct="1">
              <a:lnSpc>
                <a:spcPct val="100000"/>
              </a:lnSpc>
              <a:spcBef>
                <a:spcPts val="0"/>
              </a:spcBef>
              <a:spcAft>
                <a:spcPts val="80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7" name="page number">
            <a:extLst>
              <a:ext uri="{FF2B5EF4-FFF2-40B4-BE49-F238E27FC236}">
                <a16:creationId xmlns:a16="http://schemas.microsoft.com/office/drawing/2014/main" id="{1B689AD8-A271-4D5C-B438-8E5BEE4F3F7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Arial" panose="020B0604020202020204" pitchFamily="34" charset="0"/>
            </a:endParaRPr>
          </a:p>
        </p:txBody>
      </p:sp>
      <p:sp>
        <p:nvSpPr>
          <p:cNvPr id="9" name="Text Placeholder 3">
            <a:extLst>
              <a:ext uri="{FF2B5EF4-FFF2-40B4-BE49-F238E27FC236}">
                <a16:creationId xmlns:a16="http://schemas.microsoft.com/office/drawing/2014/main" id="{4D50EB0B-B02A-4CB0-9940-E6609218E19A}"/>
              </a:ext>
            </a:extLst>
          </p:cNvPr>
          <p:cNvSpPr>
            <a:spLocks noGrp="1"/>
          </p:cNvSpPr>
          <p:nvPr>
            <p:ph type="body" sz="quarter" idx="13" hasCustomPrompt="1"/>
          </p:nvPr>
        </p:nvSpPr>
        <p:spPr>
          <a:xfrm>
            <a:off x="595312" y="2468563"/>
            <a:ext cx="5569513" cy="1085405"/>
          </a:xfrm>
        </p:spPr>
        <p:txBody>
          <a:bodyPr anchor="t" anchorCtr="0"/>
          <a:lstStyle>
            <a:lvl1pPr marL="0" indent="0" algn="l" defTabSz="914400" rtl="0" eaLnBrk="1" latinLnBrk="0" hangingPunct="1">
              <a:lnSpc>
                <a:spcPct val="100000"/>
              </a:lnSpc>
              <a:spcBef>
                <a:spcPts val="1200"/>
              </a:spcBef>
              <a:spcAft>
                <a:spcPts val="1200"/>
              </a:spcAft>
              <a:buClr>
                <a:schemeClr val="tx1">
                  <a:lumMod val="60000"/>
                  <a:lumOff val="40000"/>
                </a:schemeClr>
              </a:buClr>
              <a:buSzPct val="90000"/>
              <a:buFont typeface="Arial" panose="020B0604020202020204" pitchFamily="34" charset="0"/>
              <a:buChar char="​"/>
              <a:defRPr lang="en-US" sz="3400" kern="1200" dirty="0">
                <a:solidFill>
                  <a:schemeClr val="accent2"/>
                </a:solidFill>
                <a:latin typeface="+mj-lt"/>
                <a:ea typeface="+mn-ea"/>
                <a:cs typeface="+mn-cs"/>
              </a:defRPr>
            </a:lvl1pPr>
            <a:lvl5pPr>
              <a:defRPr/>
            </a:lvl5pPr>
          </a:lstStyle>
          <a:p>
            <a:pPr marL="0" marR="0" lvl="0" indent="0" algn="l" defTabSz="914400" rtl="0" eaLnBrk="1" fontAlgn="auto" latinLnBrk="0" hangingPunct="1">
              <a:lnSpc>
                <a:spcPct val="100000"/>
              </a:lnSpc>
              <a:spcBef>
                <a:spcPts val="1200"/>
              </a:spcBef>
              <a:spcAft>
                <a:spcPts val="1200"/>
              </a:spcAft>
              <a:buClr>
                <a:schemeClr val="tx1">
                  <a:lumMod val="60000"/>
                  <a:lumOff val="40000"/>
                </a:schemeClr>
              </a:buClr>
              <a:buSzPct val="90000"/>
              <a:buFont typeface="Arial" panose="020B0604020202020204" pitchFamily="34" charset="0"/>
              <a:buChar char="​"/>
              <a:tabLst/>
              <a:defRPr/>
            </a:pPr>
            <a:r>
              <a:rPr lang="en-US" dirty="0"/>
              <a:t>Resource Name</a:t>
            </a:r>
          </a:p>
          <a:p>
            <a:pPr lvl="0"/>
            <a:endParaRPr lang="en-US" dirty="0"/>
          </a:p>
        </p:txBody>
      </p:sp>
      <p:sp>
        <p:nvSpPr>
          <p:cNvPr id="10" name="Rectangle 9">
            <a:extLst>
              <a:ext uri="{FF2B5EF4-FFF2-40B4-BE49-F238E27FC236}">
                <a16:creationId xmlns:a16="http://schemas.microsoft.com/office/drawing/2014/main" id="{4319DB4A-420C-48A7-9CC6-C31C94350A59}"/>
              </a:ext>
            </a:extLst>
          </p:cNvPr>
          <p:cNvSpPr/>
          <p:nvPr userDrawn="1"/>
        </p:nvSpPr>
        <p:spPr>
          <a:xfrm>
            <a:off x="7221531" y="1462910"/>
            <a:ext cx="3840480" cy="3840480"/>
          </a:xfrm>
          <a:prstGeom prst="rect">
            <a:avLst/>
          </a:prstGeom>
          <a:solidFill>
            <a:schemeClr val="bg1"/>
          </a:solid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1" name="Text Placeholder 10">
            <a:extLst>
              <a:ext uri="{FF2B5EF4-FFF2-40B4-BE49-F238E27FC236}">
                <a16:creationId xmlns:a16="http://schemas.microsoft.com/office/drawing/2014/main" id="{F0BA1246-0B36-4F00-B607-6B19C44B490A}"/>
              </a:ext>
            </a:extLst>
          </p:cNvPr>
          <p:cNvSpPr>
            <a:spLocks noGrp="1"/>
          </p:cNvSpPr>
          <p:nvPr>
            <p:ph type="body" sz="quarter" idx="14" hasCustomPrompt="1"/>
          </p:nvPr>
        </p:nvSpPr>
        <p:spPr>
          <a:xfrm>
            <a:off x="595313" y="3749675"/>
            <a:ext cx="5499100" cy="669925"/>
          </a:xfrm>
        </p:spPr>
        <p:txBody>
          <a:bodyPr/>
          <a:lstStyle>
            <a:lvl1pPr>
              <a:defRPr>
                <a:solidFill>
                  <a:schemeClr val="tx1"/>
                </a:solidFill>
                <a:latin typeface="+mn-lt"/>
              </a:defRPr>
            </a:lvl1pPr>
            <a:lvl2pPr marL="273050" indent="0">
              <a:buNone/>
              <a:defRPr/>
            </a:lvl2pPr>
          </a:lstStyle>
          <a:p>
            <a:pPr lvl="0"/>
            <a:r>
              <a:rPr lang="en-US" dirty="0"/>
              <a:t>URL or Location</a:t>
            </a:r>
          </a:p>
        </p:txBody>
      </p:sp>
      <p:sp>
        <p:nvSpPr>
          <p:cNvPr id="13" name="Picture Placeholder 12">
            <a:extLst>
              <a:ext uri="{FF2B5EF4-FFF2-40B4-BE49-F238E27FC236}">
                <a16:creationId xmlns:a16="http://schemas.microsoft.com/office/drawing/2014/main" id="{95A840D7-B5DC-4B82-B742-1BC71286C579}"/>
              </a:ext>
            </a:extLst>
          </p:cNvPr>
          <p:cNvSpPr>
            <a:spLocks noGrp="1"/>
          </p:cNvSpPr>
          <p:nvPr>
            <p:ph type="pic" sz="quarter" idx="15" hasCustomPrompt="1"/>
          </p:nvPr>
        </p:nvSpPr>
        <p:spPr>
          <a:xfrm>
            <a:off x="7678731" y="1920109"/>
            <a:ext cx="2926080" cy="2926080"/>
          </a:xfrm>
        </p:spPr>
        <p:txBody>
          <a:bodyPr anchor="ctr"/>
          <a:lstStyle>
            <a:lvl1pPr algn="ctr">
              <a:defRPr/>
            </a:lvl1pPr>
          </a:lstStyle>
          <a:p>
            <a:r>
              <a:rPr lang="en-US" dirty="0"/>
              <a:t>QR Code</a:t>
            </a:r>
          </a:p>
        </p:txBody>
      </p:sp>
      <p:grpSp>
        <p:nvGrpSpPr>
          <p:cNvPr id="14" name="Graphic 8">
            <a:extLst>
              <a:ext uri="{FF2B5EF4-FFF2-40B4-BE49-F238E27FC236}">
                <a16:creationId xmlns:a16="http://schemas.microsoft.com/office/drawing/2014/main" id="{48A9556C-D90F-1E50-D386-BDD5D5B47BE9}"/>
              </a:ext>
            </a:extLst>
          </p:cNvPr>
          <p:cNvGrpSpPr/>
          <p:nvPr userDrawn="1"/>
        </p:nvGrpSpPr>
        <p:grpSpPr>
          <a:xfrm>
            <a:off x="265625" y="6323271"/>
            <a:ext cx="1249223" cy="369648"/>
            <a:chOff x="265625" y="6323271"/>
            <a:chExt cx="1249223" cy="369648"/>
          </a:xfrm>
          <a:solidFill>
            <a:srgbClr val="000000"/>
          </a:solidFill>
        </p:grpSpPr>
        <p:grpSp>
          <p:nvGrpSpPr>
            <p:cNvPr id="15" name="Graphic 8">
              <a:extLst>
                <a:ext uri="{FF2B5EF4-FFF2-40B4-BE49-F238E27FC236}">
                  <a16:creationId xmlns:a16="http://schemas.microsoft.com/office/drawing/2014/main" id="{7AE0B2ED-C500-0B34-E377-BDE89C990B9F}"/>
                </a:ext>
              </a:extLst>
            </p:cNvPr>
            <p:cNvGrpSpPr/>
            <p:nvPr/>
          </p:nvGrpSpPr>
          <p:grpSpPr>
            <a:xfrm>
              <a:off x="745455" y="6594444"/>
              <a:ext cx="722662" cy="98475"/>
              <a:chOff x="745455" y="6594444"/>
              <a:chExt cx="722662" cy="98475"/>
            </a:xfrm>
            <a:solidFill>
              <a:srgbClr val="000000"/>
            </a:solidFill>
          </p:grpSpPr>
          <p:sp>
            <p:nvSpPr>
              <p:cNvPr id="24" name="Freeform 49">
                <a:extLst>
                  <a:ext uri="{FF2B5EF4-FFF2-40B4-BE49-F238E27FC236}">
                    <a16:creationId xmlns:a16="http://schemas.microsoft.com/office/drawing/2014/main" id="{20347F9B-85D9-7305-6077-43772AB4D1E6}"/>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5" name="Freeform 50">
                <a:extLst>
                  <a:ext uri="{FF2B5EF4-FFF2-40B4-BE49-F238E27FC236}">
                    <a16:creationId xmlns:a16="http://schemas.microsoft.com/office/drawing/2014/main" id="{A058978B-1228-4CAF-11AF-339AE081625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6" name="Freeform 51">
                <a:extLst>
                  <a:ext uri="{FF2B5EF4-FFF2-40B4-BE49-F238E27FC236}">
                    <a16:creationId xmlns:a16="http://schemas.microsoft.com/office/drawing/2014/main" id="{A59467DD-9DEF-81E1-8873-73A46064E41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7" name="Freeform 52">
                <a:extLst>
                  <a:ext uri="{FF2B5EF4-FFF2-40B4-BE49-F238E27FC236}">
                    <a16:creationId xmlns:a16="http://schemas.microsoft.com/office/drawing/2014/main" id="{DC08AB5A-959D-9D7C-7E79-FFEBA46BD27B}"/>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8" name="Freeform 53">
                <a:extLst>
                  <a:ext uri="{FF2B5EF4-FFF2-40B4-BE49-F238E27FC236}">
                    <a16:creationId xmlns:a16="http://schemas.microsoft.com/office/drawing/2014/main" id="{71CF48B6-0739-ACD6-B12A-516A14949CCC}"/>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9" name="Freeform 54">
                <a:extLst>
                  <a:ext uri="{FF2B5EF4-FFF2-40B4-BE49-F238E27FC236}">
                    <a16:creationId xmlns:a16="http://schemas.microsoft.com/office/drawing/2014/main" id="{BDE1CBCA-34DC-B26D-AF48-C67EB1A3279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30" name="Freeform 55">
                <a:extLst>
                  <a:ext uri="{FF2B5EF4-FFF2-40B4-BE49-F238E27FC236}">
                    <a16:creationId xmlns:a16="http://schemas.microsoft.com/office/drawing/2014/main" id="{F6651751-9912-B2CD-5450-5C647507FF7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1" name="Freeform 56">
                <a:extLst>
                  <a:ext uri="{FF2B5EF4-FFF2-40B4-BE49-F238E27FC236}">
                    <a16:creationId xmlns:a16="http://schemas.microsoft.com/office/drawing/2014/main" id="{F52FFF3D-8EB6-A4D0-9E79-823CB8D65E9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2" name="Freeform 57">
                <a:extLst>
                  <a:ext uri="{FF2B5EF4-FFF2-40B4-BE49-F238E27FC236}">
                    <a16:creationId xmlns:a16="http://schemas.microsoft.com/office/drawing/2014/main" id="{D2697DDE-563D-9752-A650-E0D3A240D28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3" name="Freeform 58">
                <a:extLst>
                  <a:ext uri="{FF2B5EF4-FFF2-40B4-BE49-F238E27FC236}">
                    <a16:creationId xmlns:a16="http://schemas.microsoft.com/office/drawing/2014/main" id="{05F2E863-F47E-C104-AF3B-1E65229615B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6" name="Graphic 8">
              <a:extLst>
                <a:ext uri="{FF2B5EF4-FFF2-40B4-BE49-F238E27FC236}">
                  <a16:creationId xmlns:a16="http://schemas.microsoft.com/office/drawing/2014/main" id="{04B16A5F-3C07-794A-4C3F-4F7415949D13}"/>
                </a:ext>
              </a:extLst>
            </p:cNvPr>
            <p:cNvGrpSpPr/>
            <p:nvPr/>
          </p:nvGrpSpPr>
          <p:grpSpPr>
            <a:xfrm>
              <a:off x="265625" y="6323271"/>
              <a:ext cx="1249223" cy="190348"/>
              <a:chOff x="265625" y="6323271"/>
              <a:chExt cx="1249223" cy="190348"/>
            </a:xfrm>
            <a:solidFill>
              <a:srgbClr val="000000"/>
            </a:solidFill>
          </p:grpSpPr>
          <p:sp>
            <p:nvSpPr>
              <p:cNvPr id="17" name="Freeform 60">
                <a:extLst>
                  <a:ext uri="{FF2B5EF4-FFF2-40B4-BE49-F238E27FC236}">
                    <a16:creationId xmlns:a16="http://schemas.microsoft.com/office/drawing/2014/main" id="{3C0CED8A-C407-59DA-DAAB-CA9FA2466B6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8" name="Freeform 61">
                <a:extLst>
                  <a:ext uri="{FF2B5EF4-FFF2-40B4-BE49-F238E27FC236}">
                    <a16:creationId xmlns:a16="http://schemas.microsoft.com/office/drawing/2014/main" id="{977CA251-6615-A583-67E6-BED54FAB9366}"/>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9" name="Freeform 62">
                <a:extLst>
                  <a:ext uri="{FF2B5EF4-FFF2-40B4-BE49-F238E27FC236}">
                    <a16:creationId xmlns:a16="http://schemas.microsoft.com/office/drawing/2014/main" id="{3946A3E3-A254-7F7E-D406-C189314DCDE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20" name="Freeform 63">
                <a:extLst>
                  <a:ext uri="{FF2B5EF4-FFF2-40B4-BE49-F238E27FC236}">
                    <a16:creationId xmlns:a16="http://schemas.microsoft.com/office/drawing/2014/main" id="{B2E0029E-2C63-2298-0705-43A8E06C34F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21" name="Freeform 64">
                <a:extLst>
                  <a:ext uri="{FF2B5EF4-FFF2-40B4-BE49-F238E27FC236}">
                    <a16:creationId xmlns:a16="http://schemas.microsoft.com/office/drawing/2014/main" id="{761D8761-8B74-F609-6C4E-620DF09332C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22" name="Freeform 65">
                <a:extLst>
                  <a:ext uri="{FF2B5EF4-FFF2-40B4-BE49-F238E27FC236}">
                    <a16:creationId xmlns:a16="http://schemas.microsoft.com/office/drawing/2014/main" id="{0DE7D469-5170-81D5-2BE4-7410BB97497F}"/>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3" name="Freeform 66">
                <a:extLst>
                  <a:ext uri="{FF2B5EF4-FFF2-40B4-BE49-F238E27FC236}">
                    <a16:creationId xmlns:a16="http://schemas.microsoft.com/office/drawing/2014/main" id="{29C3639D-D697-3371-6E1C-821308BBA9F5}"/>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125718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QR - RBLF">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3C43A142-B3D7-4E39-B708-595F0EB24BAC}"/>
              </a:ext>
              <a:ext uri="{C183D7F6-B498-43B3-948B-1728B52AA6E4}">
                <adec:decorative xmlns:adec="http://schemas.microsoft.com/office/drawing/2017/decorative" val="1"/>
              </a:ext>
            </a:extLst>
          </p:cNvPr>
          <p:cNvSpPr/>
          <p:nvPr userDrawn="1"/>
        </p:nvSpPr>
        <p:spPr>
          <a:xfrm>
            <a:off x="5378859" y="1"/>
            <a:ext cx="6809966" cy="6858000"/>
          </a:xfrm>
          <a:custGeom>
            <a:avLst/>
            <a:gdLst>
              <a:gd name="connsiteX0" fmla="*/ 6845677 w 6846538"/>
              <a:gd name="connsiteY0" fmla="*/ 4820854 h 6858000"/>
              <a:gd name="connsiteX1" fmla="*/ 4811938 w 6846538"/>
              <a:gd name="connsiteY1" fmla="*/ 6857998 h 6858000"/>
              <a:gd name="connsiteX2" fmla="*/ 6845677 w 6846538"/>
              <a:gd name="connsiteY2" fmla="*/ 6857998 h 6858000"/>
              <a:gd name="connsiteX3" fmla="*/ 6846538 w 6846538"/>
              <a:gd name="connsiteY3" fmla="*/ 0 h 6858000"/>
              <a:gd name="connsiteX4" fmla="*/ 6846538 w 6846538"/>
              <a:gd name="connsiteY4" fmla="*/ 6858000 h 6858000"/>
              <a:gd name="connsiteX5" fmla="*/ 0 w 6846538"/>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46538" h="6858000">
                <a:moveTo>
                  <a:pt x="6845677" y="4820854"/>
                </a:moveTo>
                <a:lnTo>
                  <a:pt x="4811938" y="6857998"/>
                </a:lnTo>
                <a:lnTo>
                  <a:pt x="6845677" y="6857998"/>
                </a:lnTo>
                <a:close/>
                <a:moveTo>
                  <a:pt x="6846538" y="0"/>
                </a:moveTo>
                <a:lnTo>
                  <a:pt x="6846538" y="6858000"/>
                </a:lnTo>
                <a:lnTo>
                  <a:pt x="0" y="6858000"/>
                </a:lnTo>
                <a:close/>
              </a:path>
            </a:pathLst>
          </a:custGeom>
          <a:gradFill>
            <a:gsLst>
              <a:gs pos="0">
                <a:schemeClr val="accent2">
                  <a:lumMod val="60000"/>
                  <a:lumOff val="40000"/>
                </a:schemeClr>
              </a:gs>
              <a:gs pos="100000">
                <a:schemeClr val="accent5"/>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6" name="Oval 5" descr="place icon in center">
            <a:extLst>
              <a:ext uri="{FF2B5EF4-FFF2-40B4-BE49-F238E27FC236}">
                <a16:creationId xmlns:a16="http://schemas.microsoft.com/office/drawing/2014/main" id="{D81D68B1-005D-48C3-80FB-FF903B82233B}"/>
              </a:ext>
              <a:ext uri="{C183D7F6-B498-43B3-948B-1728B52AA6E4}">
                <adec:decorative xmlns:adec="http://schemas.microsoft.com/office/drawing/2017/decorative" val="0"/>
              </a:ext>
            </a:extLst>
          </p:cNvPr>
          <p:cNvSpPr/>
          <p:nvPr userDrawn="1"/>
        </p:nvSpPr>
        <p:spPr bwMode="gray">
          <a:xfrm>
            <a:off x="7273815" y="1515193"/>
            <a:ext cx="3735912" cy="3735912"/>
          </a:xfrm>
          <a:prstGeom prst="ellipse">
            <a:avLst/>
          </a:prstGeom>
          <a:solidFill>
            <a:schemeClr val="bg1"/>
          </a:solidFill>
          <a:ln w="38100">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60325" marR="0" lvl="0" indent="0" algn="ctr" defTabSz="914400" rtl="0" eaLnBrk="1" fontAlgn="auto" latinLnBrk="0" hangingPunct="1">
              <a:lnSpc>
                <a:spcPct val="100000"/>
              </a:lnSpc>
              <a:spcBef>
                <a:spcPts val="0"/>
              </a:spcBef>
              <a:spcAft>
                <a:spcPts val="80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7" name="page number">
            <a:extLst>
              <a:ext uri="{FF2B5EF4-FFF2-40B4-BE49-F238E27FC236}">
                <a16:creationId xmlns:a16="http://schemas.microsoft.com/office/drawing/2014/main" id="{1B689AD8-A271-4D5C-B438-8E5BEE4F3F7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Arial" panose="020B0604020202020204" pitchFamily="34" charset="0"/>
            </a:endParaRPr>
          </a:p>
        </p:txBody>
      </p:sp>
      <p:sp>
        <p:nvSpPr>
          <p:cNvPr id="9" name="Text Placeholder 3">
            <a:extLst>
              <a:ext uri="{FF2B5EF4-FFF2-40B4-BE49-F238E27FC236}">
                <a16:creationId xmlns:a16="http://schemas.microsoft.com/office/drawing/2014/main" id="{4D50EB0B-B02A-4CB0-9940-E6609218E19A}"/>
              </a:ext>
            </a:extLst>
          </p:cNvPr>
          <p:cNvSpPr>
            <a:spLocks noGrp="1"/>
          </p:cNvSpPr>
          <p:nvPr>
            <p:ph type="body" sz="quarter" idx="13" hasCustomPrompt="1"/>
          </p:nvPr>
        </p:nvSpPr>
        <p:spPr>
          <a:xfrm>
            <a:off x="595312" y="2468563"/>
            <a:ext cx="5569513" cy="1085405"/>
          </a:xfrm>
        </p:spPr>
        <p:txBody>
          <a:bodyPr anchor="t" anchorCtr="0"/>
          <a:lstStyle>
            <a:lvl1pPr marL="0" indent="0" algn="l" defTabSz="914400" rtl="0" eaLnBrk="1" latinLnBrk="0" hangingPunct="1">
              <a:lnSpc>
                <a:spcPct val="100000"/>
              </a:lnSpc>
              <a:spcBef>
                <a:spcPts val="1200"/>
              </a:spcBef>
              <a:spcAft>
                <a:spcPts val="1200"/>
              </a:spcAft>
              <a:buClr>
                <a:schemeClr val="tx1">
                  <a:lumMod val="60000"/>
                  <a:lumOff val="40000"/>
                </a:schemeClr>
              </a:buClr>
              <a:buSzPct val="90000"/>
              <a:buFont typeface="Arial" panose="020B0604020202020204" pitchFamily="34" charset="0"/>
              <a:buChar char="​"/>
              <a:defRPr lang="en-US" sz="3400" kern="1200" dirty="0">
                <a:solidFill>
                  <a:schemeClr val="accent2"/>
                </a:solidFill>
                <a:latin typeface="Arial" panose="020B0604020202020204" pitchFamily="34" charset="0"/>
                <a:ea typeface="+mn-ea"/>
                <a:cs typeface="+mn-cs"/>
              </a:defRPr>
            </a:lvl1pPr>
            <a:lvl5pPr>
              <a:defRPr/>
            </a:lvl5pPr>
          </a:lstStyle>
          <a:p>
            <a:pPr marL="0" marR="0" lvl="0" indent="0" algn="l" defTabSz="914400" rtl="0" eaLnBrk="1" fontAlgn="auto" latinLnBrk="0" hangingPunct="1">
              <a:lnSpc>
                <a:spcPct val="100000"/>
              </a:lnSpc>
              <a:spcBef>
                <a:spcPts val="1200"/>
              </a:spcBef>
              <a:spcAft>
                <a:spcPts val="1200"/>
              </a:spcAft>
              <a:buClr>
                <a:schemeClr val="tx1">
                  <a:lumMod val="60000"/>
                  <a:lumOff val="40000"/>
                </a:schemeClr>
              </a:buClr>
              <a:buSzPct val="90000"/>
              <a:buFont typeface="Arial" panose="020B0604020202020204" pitchFamily="34" charset="0"/>
              <a:buChar char="​"/>
              <a:tabLst/>
              <a:defRPr/>
            </a:pPr>
            <a:r>
              <a:rPr lang="en-US" dirty="0"/>
              <a:t>Resource Name</a:t>
            </a:r>
          </a:p>
          <a:p>
            <a:pPr lvl="0"/>
            <a:endParaRPr lang="en-US" dirty="0"/>
          </a:p>
        </p:txBody>
      </p:sp>
      <p:sp>
        <p:nvSpPr>
          <p:cNvPr id="10" name="Rectangle 9">
            <a:extLst>
              <a:ext uri="{FF2B5EF4-FFF2-40B4-BE49-F238E27FC236}">
                <a16:creationId xmlns:a16="http://schemas.microsoft.com/office/drawing/2014/main" id="{4319DB4A-420C-48A7-9CC6-C31C94350A59}"/>
              </a:ext>
            </a:extLst>
          </p:cNvPr>
          <p:cNvSpPr/>
          <p:nvPr userDrawn="1"/>
        </p:nvSpPr>
        <p:spPr>
          <a:xfrm>
            <a:off x="7221531" y="1462910"/>
            <a:ext cx="3840480" cy="3840480"/>
          </a:xfrm>
          <a:prstGeom prst="rect">
            <a:avLst/>
          </a:prstGeom>
          <a:solidFill>
            <a:schemeClr val="bg1"/>
          </a:solid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11" name="Text Placeholder 10">
            <a:extLst>
              <a:ext uri="{FF2B5EF4-FFF2-40B4-BE49-F238E27FC236}">
                <a16:creationId xmlns:a16="http://schemas.microsoft.com/office/drawing/2014/main" id="{F0BA1246-0B36-4F00-B607-6B19C44B490A}"/>
              </a:ext>
            </a:extLst>
          </p:cNvPr>
          <p:cNvSpPr>
            <a:spLocks noGrp="1"/>
          </p:cNvSpPr>
          <p:nvPr>
            <p:ph type="body" sz="quarter" idx="14" hasCustomPrompt="1"/>
          </p:nvPr>
        </p:nvSpPr>
        <p:spPr>
          <a:xfrm>
            <a:off x="595313" y="3749675"/>
            <a:ext cx="5499100" cy="669925"/>
          </a:xfrm>
        </p:spPr>
        <p:txBody>
          <a:bodyPr/>
          <a:lstStyle>
            <a:lvl1pPr>
              <a:defRPr>
                <a:solidFill>
                  <a:schemeClr val="tx1"/>
                </a:solidFill>
                <a:latin typeface="Arial" panose="020B0604020202020204" pitchFamily="34" charset="0"/>
              </a:defRPr>
            </a:lvl1pPr>
            <a:lvl2pPr marL="273050" indent="0">
              <a:buNone/>
              <a:defRPr/>
            </a:lvl2pPr>
          </a:lstStyle>
          <a:p>
            <a:pPr lvl="0"/>
            <a:r>
              <a:rPr lang="en-US" dirty="0"/>
              <a:t>URL or Location</a:t>
            </a:r>
          </a:p>
        </p:txBody>
      </p:sp>
      <p:sp>
        <p:nvSpPr>
          <p:cNvPr id="13" name="Picture Placeholder 12">
            <a:extLst>
              <a:ext uri="{FF2B5EF4-FFF2-40B4-BE49-F238E27FC236}">
                <a16:creationId xmlns:a16="http://schemas.microsoft.com/office/drawing/2014/main" id="{95A840D7-B5DC-4B82-B742-1BC71286C579}"/>
              </a:ext>
            </a:extLst>
          </p:cNvPr>
          <p:cNvSpPr>
            <a:spLocks noGrp="1"/>
          </p:cNvSpPr>
          <p:nvPr>
            <p:ph type="pic" sz="quarter" idx="15" hasCustomPrompt="1"/>
          </p:nvPr>
        </p:nvSpPr>
        <p:spPr>
          <a:xfrm>
            <a:off x="7678731" y="1920109"/>
            <a:ext cx="2926080" cy="2926080"/>
          </a:xfrm>
        </p:spPr>
        <p:txBody>
          <a:bodyPr anchor="ctr"/>
          <a:lstStyle>
            <a:lvl1pPr algn="ctr">
              <a:defRPr/>
            </a:lvl1pPr>
          </a:lstStyle>
          <a:p>
            <a:r>
              <a:rPr lang="en-US"/>
              <a:t>QR Code</a:t>
            </a:r>
          </a:p>
        </p:txBody>
      </p:sp>
      <p:grpSp>
        <p:nvGrpSpPr>
          <p:cNvPr id="14" name="Graphic 8">
            <a:extLst>
              <a:ext uri="{FF2B5EF4-FFF2-40B4-BE49-F238E27FC236}">
                <a16:creationId xmlns:a16="http://schemas.microsoft.com/office/drawing/2014/main" id="{48A9556C-D90F-1E50-D386-BDD5D5B47BE9}"/>
              </a:ext>
            </a:extLst>
          </p:cNvPr>
          <p:cNvGrpSpPr/>
          <p:nvPr userDrawn="1"/>
        </p:nvGrpSpPr>
        <p:grpSpPr>
          <a:xfrm>
            <a:off x="265625" y="6323271"/>
            <a:ext cx="1249223" cy="369648"/>
            <a:chOff x="265625" y="6323271"/>
            <a:chExt cx="1249223" cy="369648"/>
          </a:xfrm>
          <a:solidFill>
            <a:srgbClr val="000000"/>
          </a:solidFill>
        </p:grpSpPr>
        <p:grpSp>
          <p:nvGrpSpPr>
            <p:cNvPr id="15" name="Graphic 8">
              <a:extLst>
                <a:ext uri="{FF2B5EF4-FFF2-40B4-BE49-F238E27FC236}">
                  <a16:creationId xmlns:a16="http://schemas.microsoft.com/office/drawing/2014/main" id="{7AE0B2ED-C500-0B34-E377-BDE89C990B9F}"/>
                </a:ext>
              </a:extLst>
            </p:cNvPr>
            <p:cNvGrpSpPr/>
            <p:nvPr/>
          </p:nvGrpSpPr>
          <p:grpSpPr>
            <a:xfrm>
              <a:off x="745455" y="6594444"/>
              <a:ext cx="722662" cy="98475"/>
              <a:chOff x="745455" y="6594444"/>
              <a:chExt cx="722662" cy="98475"/>
            </a:xfrm>
            <a:solidFill>
              <a:srgbClr val="000000"/>
            </a:solidFill>
          </p:grpSpPr>
          <p:sp>
            <p:nvSpPr>
              <p:cNvPr id="24" name="Freeform 49">
                <a:extLst>
                  <a:ext uri="{FF2B5EF4-FFF2-40B4-BE49-F238E27FC236}">
                    <a16:creationId xmlns:a16="http://schemas.microsoft.com/office/drawing/2014/main" id="{20347F9B-85D9-7305-6077-43772AB4D1E6}"/>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25" name="Freeform 50">
                <a:extLst>
                  <a:ext uri="{FF2B5EF4-FFF2-40B4-BE49-F238E27FC236}">
                    <a16:creationId xmlns:a16="http://schemas.microsoft.com/office/drawing/2014/main" id="{A058978B-1228-4CAF-11AF-339AE081625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26" name="Freeform 51">
                <a:extLst>
                  <a:ext uri="{FF2B5EF4-FFF2-40B4-BE49-F238E27FC236}">
                    <a16:creationId xmlns:a16="http://schemas.microsoft.com/office/drawing/2014/main" id="{A59467DD-9DEF-81E1-8873-73A46064E41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27" name="Freeform 52">
                <a:extLst>
                  <a:ext uri="{FF2B5EF4-FFF2-40B4-BE49-F238E27FC236}">
                    <a16:creationId xmlns:a16="http://schemas.microsoft.com/office/drawing/2014/main" id="{DC08AB5A-959D-9D7C-7E79-FFEBA46BD27B}"/>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28" name="Freeform 53">
                <a:extLst>
                  <a:ext uri="{FF2B5EF4-FFF2-40B4-BE49-F238E27FC236}">
                    <a16:creationId xmlns:a16="http://schemas.microsoft.com/office/drawing/2014/main" id="{71CF48B6-0739-ACD6-B12A-516A14949CCC}"/>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29" name="Freeform 54">
                <a:extLst>
                  <a:ext uri="{FF2B5EF4-FFF2-40B4-BE49-F238E27FC236}">
                    <a16:creationId xmlns:a16="http://schemas.microsoft.com/office/drawing/2014/main" id="{BDE1CBCA-34DC-B26D-AF48-C67EB1A3279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30" name="Freeform 55">
                <a:extLst>
                  <a:ext uri="{FF2B5EF4-FFF2-40B4-BE49-F238E27FC236}">
                    <a16:creationId xmlns:a16="http://schemas.microsoft.com/office/drawing/2014/main" id="{F6651751-9912-B2CD-5450-5C647507FF7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31" name="Freeform 56">
                <a:extLst>
                  <a:ext uri="{FF2B5EF4-FFF2-40B4-BE49-F238E27FC236}">
                    <a16:creationId xmlns:a16="http://schemas.microsoft.com/office/drawing/2014/main" id="{F52FFF3D-8EB6-A4D0-9E79-823CB8D65E9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32" name="Freeform 57">
                <a:extLst>
                  <a:ext uri="{FF2B5EF4-FFF2-40B4-BE49-F238E27FC236}">
                    <a16:creationId xmlns:a16="http://schemas.microsoft.com/office/drawing/2014/main" id="{D2697DDE-563D-9752-A650-E0D3A240D28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33" name="Freeform 58">
                <a:extLst>
                  <a:ext uri="{FF2B5EF4-FFF2-40B4-BE49-F238E27FC236}">
                    <a16:creationId xmlns:a16="http://schemas.microsoft.com/office/drawing/2014/main" id="{05F2E863-F47E-C104-AF3B-1E65229615B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grpSp>
        <p:grpSp>
          <p:nvGrpSpPr>
            <p:cNvPr id="16" name="Graphic 8">
              <a:extLst>
                <a:ext uri="{FF2B5EF4-FFF2-40B4-BE49-F238E27FC236}">
                  <a16:creationId xmlns:a16="http://schemas.microsoft.com/office/drawing/2014/main" id="{04B16A5F-3C07-794A-4C3F-4F7415949D13}"/>
                </a:ext>
              </a:extLst>
            </p:cNvPr>
            <p:cNvGrpSpPr/>
            <p:nvPr/>
          </p:nvGrpSpPr>
          <p:grpSpPr>
            <a:xfrm>
              <a:off x="265625" y="6323271"/>
              <a:ext cx="1249223" cy="190348"/>
              <a:chOff x="265625" y="6323271"/>
              <a:chExt cx="1249223" cy="190348"/>
            </a:xfrm>
            <a:solidFill>
              <a:srgbClr val="000000"/>
            </a:solidFill>
          </p:grpSpPr>
          <p:sp>
            <p:nvSpPr>
              <p:cNvPr id="17" name="Freeform 60">
                <a:extLst>
                  <a:ext uri="{FF2B5EF4-FFF2-40B4-BE49-F238E27FC236}">
                    <a16:creationId xmlns:a16="http://schemas.microsoft.com/office/drawing/2014/main" id="{3C0CED8A-C407-59DA-DAAB-CA9FA2466B6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18" name="Freeform 61">
                <a:extLst>
                  <a:ext uri="{FF2B5EF4-FFF2-40B4-BE49-F238E27FC236}">
                    <a16:creationId xmlns:a16="http://schemas.microsoft.com/office/drawing/2014/main" id="{977CA251-6615-A583-67E6-BED54FAB9366}"/>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19" name="Freeform 62">
                <a:extLst>
                  <a:ext uri="{FF2B5EF4-FFF2-40B4-BE49-F238E27FC236}">
                    <a16:creationId xmlns:a16="http://schemas.microsoft.com/office/drawing/2014/main" id="{3946A3E3-A254-7F7E-D406-C189314DCDE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20" name="Freeform 63">
                <a:extLst>
                  <a:ext uri="{FF2B5EF4-FFF2-40B4-BE49-F238E27FC236}">
                    <a16:creationId xmlns:a16="http://schemas.microsoft.com/office/drawing/2014/main" id="{B2E0029E-2C63-2298-0705-43A8E06C34F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21" name="Freeform 64">
                <a:extLst>
                  <a:ext uri="{FF2B5EF4-FFF2-40B4-BE49-F238E27FC236}">
                    <a16:creationId xmlns:a16="http://schemas.microsoft.com/office/drawing/2014/main" id="{761D8761-8B74-F609-6C4E-620DF09332C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22" name="Freeform 65">
                <a:extLst>
                  <a:ext uri="{FF2B5EF4-FFF2-40B4-BE49-F238E27FC236}">
                    <a16:creationId xmlns:a16="http://schemas.microsoft.com/office/drawing/2014/main" id="{0DE7D469-5170-81D5-2BE4-7410BB97497F}"/>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sp>
            <p:nvSpPr>
              <p:cNvPr id="23" name="Freeform 66">
                <a:extLst>
                  <a:ext uri="{FF2B5EF4-FFF2-40B4-BE49-F238E27FC236}">
                    <a16:creationId xmlns:a16="http://schemas.microsoft.com/office/drawing/2014/main" id="{29C3639D-D697-3371-6E1C-821308BBA9F5}"/>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latin typeface="Arial" panose="020B0604020202020204" pitchFamily="34" charset="0"/>
                </a:endParaRPr>
              </a:p>
            </p:txBody>
          </p:sp>
        </p:grpSp>
      </p:grpSp>
    </p:spTree>
    <p:extLst>
      <p:ext uri="{BB962C8B-B14F-4D97-AF65-F5344CB8AC3E}">
        <p14:creationId xmlns:p14="http://schemas.microsoft.com/office/powerpoint/2010/main" val="911546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Q&amp;A">
    <p:spTree>
      <p:nvGrpSpPr>
        <p:cNvPr id="1" name=""/>
        <p:cNvGrpSpPr/>
        <p:nvPr/>
      </p:nvGrpSpPr>
      <p:grpSpPr>
        <a:xfrm>
          <a:off x="0" y="0"/>
          <a:ext cx="0" cy="0"/>
          <a:chOff x="0" y="0"/>
          <a:chExt cx="0" cy="0"/>
        </a:xfrm>
      </p:grpSpPr>
      <p:sp>
        <p:nvSpPr>
          <p:cNvPr id="16" name="page number">
            <a:extLst>
              <a:ext uri="{FF2B5EF4-FFF2-40B4-BE49-F238E27FC236}">
                <a16:creationId xmlns:a16="http://schemas.microsoft.com/office/drawing/2014/main" id="{3A15EC20-3B57-4E4E-872C-A34852CBEF1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Arial" panose="020B0604020202020204" pitchFamily="34" charset="0"/>
            </a:endParaRPr>
          </a:p>
        </p:txBody>
      </p:sp>
      <p:sp>
        <p:nvSpPr>
          <p:cNvPr id="5" name="Text Placeholder 4">
            <a:extLst>
              <a:ext uri="{FF2B5EF4-FFF2-40B4-BE49-F238E27FC236}">
                <a16:creationId xmlns:a16="http://schemas.microsoft.com/office/drawing/2014/main" id="{9DF7F371-DDCB-4DB5-8A5D-7CBC2916F075}"/>
              </a:ext>
            </a:extLst>
          </p:cNvPr>
          <p:cNvSpPr>
            <a:spLocks noGrp="1"/>
          </p:cNvSpPr>
          <p:nvPr>
            <p:ph type="body" sz="quarter" idx="15" hasCustomPrompt="1"/>
          </p:nvPr>
        </p:nvSpPr>
        <p:spPr>
          <a:xfrm>
            <a:off x="566102" y="1671003"/>
            <a:ext cx="8606325" cy="695325"/>
          </a:xfrm>
        </p:spPr>
        <p:txBody>
          <a:bodyPr/>
          <a:lstStyle>
            <a:lvl1pPr>
              <a:lnSpc>
                <a:spcPct val="93000"/>
              </a:lnSpc>
              <a:defRPr lang="en-US" sz="3200" kern="1200" dirty="0">
                <a:solidFill>
                  <a:schemeClr val="accent2"/>
                </a:solidFill>
                <a:latin typeface="+mn-lt"/>
                <a:ea typeface="+mn-ea"/>
                <a:cs typeface="+mn-cs"/>
              </a:defRPr>
            </a:lvl1pPr>
          </a:lstStyle>
          <a:p>
            <a:pPr lvl="0"/>
            <a:r>
              <a:rPr lang="en-US" dirty="0"/>
              <a:t>Question placeholder</a:t>
            </a:r>
          </a:p>
        </p:txBody>
      </p:sp>
      <p:sp>
        <p:nvSpPr>
          <p:cNvPr id="7" name="Text Placeholder 6">
            <a:extLst>
              <a:ext uri="{FF2B5EF4-FFF2-40B4-BE49-F238E27FC236}">
                <a16:creationId xmlns:a16="http://schemas.microsoft.com/office/drawing/2014/main" id="{F10CB019-BDB6-42D5-9070-E7A2F4C23DAD}"/>
              </a:ext>
            </a:extLst>
          </p:cNvPr>
          <p:cNvSpPr>
            <a:spLocks noGrp="1"/>
          </p:cNvSpPr>
          <p:nvPr>
            <p:ph type="body" sz="quarter" idx="17" hasCustomPrompt="1"/>
          </p:nvPr>
        </p:nvSpPr>
        <p:spPr>
          <a:xfrm>
            <a:off x="585788" y="3438229"/>
            <a:ext cx="8586639" cy="1243012"/>
          </a:xfrm>
        </p:spPr>
        <p:txBody>
          <a:bodyPr/>
          <a:lstStyle>
            <a:lvl1pPr>
              <a:spcBef>
                <a:spcPts val="1200"/>
              </a:spcBef>
              <a:defRPr lang="en-US" sz="2400" kern="1200" dirty="0">
                <a:solidFill>
                  <a:schemeClr val="tx1"/>
                </a:solidFill>
                <a:latin typeface="+mn-lt"/>
                <a:ea typeface="+mn-ea"/>
                <a:cs typeface="+mn-cs"/>
              </a:defRPr>
            </a:lvl1pPr>
          </a:lstStyle>
          <a:p>
            <a:pPr lvl="0"/>
            <a:r>
              <a:rPr lang="en-US" dirty="0"/>
              <a:t>Answer placeholder</a:t>
            </a:r>
          </a:p>
        </p:txBody>
      </p:sp>
      <p:sp>
        <p:nvSpPr>
          <p:cNvPr id="8" name="TextBox 7">
            <a:extLst>
              <a:ext uri="{FF2B5EF4-FFF2-40B4-BE49-F238E27FC236}">
                <a16:creationId xmlns:a16="http://schemas.microsoft.com/office/drawing/2014/main" id="{5A4A79AA-DC26-417C-ADB3-920836A1C4DB}"/>
              </a:ext>
            </a:extLst>
          </p:cNvPr>
          <p:cNvSpPr txBox="1"/>
          <p:nvPr userDrawn="1"/>
        </p:nvSpPr>
        <p:spPr>
          <a:xfrm>
            <a:off x="585153" y="3078620"/>
            <a:ext cx="751809" cy="184666"/>
          </a:xfrm>
          <a:prstGeom prst="rect">
            <a:avLst/>
          </a:prstGeom>
        </p:spPr>
        <p:txBody>
          <a:bodyPr wrap="none" lIns="0" tIns="0" rIns="0" bIns="0" anchor="b">
            <a:spAutoFit/>
          </a:bodyPr>
          <a:lstStyle>
            <a:defPPr>
              <a:defRPr lang="en-US"/>
            </a:defPPr>
            <a:lvl1pPr>
              <a:defRPr sz="1200" spc="100">
                <a:solidFill>
                  <a:schemeClr val="accent2"/>
                </a:solidFill>
                <a:latin typeface="Arial" panose="020B0604020202020204" pitchFamily="34" charset="0"/>
              </a:defRPr>
            </a:lvl1pPr>
            <a:lvl2pPr indent="-184150">
              <a:lnSpc>
                <a:spcPct val="100000"/>
              </a:lnSpc>
              <a:spcBef>
                <a:spcPts val="1200"/>
              </a:spcBef>
              <a:buClr>
                <a:schemeClr val="tx2"/>
              </a:buClr>
              <a:buSzPct val="90000"/>
              <a:buFont typeface="Arial" panose="020B0604020202020204" pitchFamily="34" charset="0"/>
              <a:buChar char="•"/>
              <a:defRPr>
                <a:solidFill>
                  <a:schemeClr val="tx2"/>
                </a:solidFill>
              </a:defRPr>
            </a:lvl2pPr>
            <a:lvl3pPr marL="744538" indent="-169863">
              <a:lnSpc>
                <a:spcPct val="100000"/>
              </a:lnSpc>
              <a:spcBef>
                <a:spcPts val="1200"/>
              </a:spcBef>
              <a:spcAft>
                <a:spcPts val="0"/>
              </a:spcAft>
              <a:buClr>
                <a:schemeClr val="tx2"/>
              </a:buClr>
              <a:buSzPct val="90000"/>
              <a:buFont typeface="Arial" panose="020B0604020202020204" pitchFamily="34" charset="0"/>
              <a:buChar char="–"/>
              <a:defRPr sz="1600">
                <a:solidFill>
                  <a:schemeClr val="tx2"/>
                </a:solidFill>
              </a:defRPr>
            </a:lvl3pPr>
            <a:lvl4pPr marL="969963" indent="-166688">
              <a:lnSpc>
                <a:spcPct val="100000"/>
              </a:lnSpc>
              <a:spcBef>
                <a:spcPts val="1200"/>
              </a:spcBef>
              <a:buClr>
                <a:schemeClr val="tx2"/>
              </a:buClr>
              <a:buSzPct val="90000"/>
              <a:buFont typeface="Arial" panose="020B0604020202020204" pitchFamily="34" charset="0"/>
              <a:buChar char="•"/>
              <a:defRPr sz="1400">
                <a:solidFill>
                  <a:schemeClr val="tx2"/>
                </a:solidFill>
              </a:defRPr>
            </a:lvl4pPr>
            <a:lvl5pPr marL="1143000" indent="-138113">
              <a:lnSpc>
                <a:spcPct val="100000"/>
              </a:lnSpc>
              <a:spcBef>
                <a:spcPts val="1200"/>
              </a:spcBef>
              <a:buClr>
                <a:schemeClr val="tx2"/>
              </a:buClr>
              <a:buSzPct val="90000"/>
              <a:buFont typeface="Arial" panose="020B0604020202020204" pitchFamily="34" charset="0"/>
              <a:buChar char="–"/>
              <a:tabLst/>
              <a:defRPr sz="1400">
                <a:solidFill>
                  <a:schemeClr val="tx2"/>
                </a:solidFill>
              </a:defRPr>
            </a:lvl5pPr>
            <a:lvl6pPr marL="1258888" indent="-111125">
              <a:lnSpc>
                <a:spcPct val="100000"/>
              </a:lnSpc>
              <a:spcBef>
                <a:spcPts val="1200"/>
              </a:spcBef>
              <a:buClr>
                <a:schemeClr val="tx2"/>
              </a:buClr>
              <a:buSzPct val="90000"/>
              <a:buFont typeface="Arial" panose="020B0604020202020204" pitchFamily="34" charset="0"/>
              <a:buChar char="•"/>
              <a:tabLst/>
              <a:defRPr sz="1400">
                <a:solidFill>
                  <a:schemeClr val="tx2"/>
                </a:solidFill>
              </a:defRPr>
            </a:lvl6pPr>
            <a:lvl7pPr marL="1379538" indent="-120650">
              <a:lnSpc>
                <a:spcPct val="100000"/>
              </a:lnSpc>
              <a:spcBef>
                <a:spcPts val="1200"/>
              </a:spcBef>
              <a:buClr>
                <a:schemeClr val="tx2"/>
              </a:buClr>
              <a:buSzPct val="90000"/>
              <a:buFont typeface="Arial" panose="020B0604020202020204" pitchFamily="34" charset="0"/>
              <a:buChar char="-"/>
              <a:tabLst/>
              <a:defRPr sz="1400">
                <a:solidFill>
                  <a:schemeClr val="tx2"/>
                </a:solidFill>
              </a:defRPr>
            </a:lvl7pPr>
            <a:lvl8pPr marL="1550988" indent="-120650">
              <a:lnSpc>
                <a:spcPct val="100000"/>
              </a:lnSpc>
              <a:spcBef>
                <a:spcPts val="1200"/>
              </a:spcBef>
              <a:buClr>
                <a:schemeClr val="tx2"/>
              </a:buClr>
              <a:buSzPct val="90000"/>
              <a:buFont typeface="Arial" panose="020B0604020202020204" pitchFamily="34" charset="0"/>
              <a:buChar char="•"/>
              <a:tabLst/>
              <a:defRPr sz="1400">
                <a:solidFill>
                  <a:schemeClr val="tx2"/>
                </a:solidFill>
              </a:defRPr>
            </a:lvl8pPr>
            <a:lvl9pPr marL="1722438" indent="-120650">
              <a:lnSpc>
                <a:spcPct val="100000"/>
              </a:lnSpc>
              <a:spcBef>
                <a:spcPts val="1200"/>
              </a:spcBef>
              <a:buClr>
                <a:schemeClr val="tx2"/>
              </a:buClr>
              <a:buSzPct val="90000"/>
              <a:buFont typeface="Arial" panose="020B0604020202020204" pitchFamily="34" charset="0"/>
              <a:buChar char="-"/>
              <a:tabLst/>
              <a:defRPr sz="1400">
                <a:solidFill>
                  <a:schemeClr val="tx2"/>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00" normalizeH="0" baseline="0" noProof="0" dirty="0">
                <a:ln>
                  <a:noFill/>
                </a:ln>
                <a:solidFill>
                  <a:schemeClr val="accent2"/>
                </a:solidFill>
                <a:effectLst/>
                <a:uLnTx/>
                <a:uFillTx/>
                <a:latin typeface="Arial" panose="020B0604020202020204" pitchFamily="34" charset="0"/>
                <a:ea typeface="+mn-ea"/>
                <a:cs typeface="+mn-cs"/>
              </a:rPr>
              <a:t>ANSWER</a:t>
            </a:r>
          </a:p>
        </p:txBody>
      </p:sp>
      <p:sp>
        <p:nvSpPr>
          <p:cNvPr id="64" name="TextBox 63">
            <a:extLst>
              <a:ext uri="{FF2B5EF4-FFF2-40B4-BE49-F238E27FC236}">
                <a16:creationId xmlns:a16="http://schemas.microsoft.com/office/drawing/2014/main" id="{4290E0C3-F9D7-4309-9E0D-F385EB4B6412}"/>
              </a:ext>
            </a:extLst>
          </p:cNvPr>
          <p:cNvSpPr txBox="1"/>
          <p:nvPr userDrawn="1"/>
        </p:nvSpPr>
        <p:spPr>
          <a:xfrm>
            <a:off x="585154" y="1315505"/>
            <a:ext cx="942566" cy="184666"/>
          </a:xfrm>
          <a:prstGeom prst="rect">
            <a:avLst/>
          </a:prstGeom>
        </p:spPr>
        <p:txBody>
          <a:bodyPr wrap="none" lIns="0" tIns="0" rIns="0" bIns="0" anchor="b">
            <a:spAutoFit/>
          </a:bodyPr>
          <a:lstStyle>
            <a:defPPr>
              <a:defRPr lang="en-US"/>
            </a:defPPr>
            <a:lvl1pPr>
              <a:defRPr sz="1200" spc="100">
                <a:solidFill>
                  <a:schemeClr val="accent2"/>
                </a:solidFill>
                <a:latin typeface="Arial" panose="020B0604020202020204" pitchFamily="34" charset="0"/>
              </a:defRPr>
            </a:lvl1pPr>
            <a:lvl2pPr indent="-184150">
              <a:lnSpc>
                <a:spcPct val="100000"/>
              </a:lnSpc>
              <a:spcBef>
                <a:spcPts val="1200"/>
              </a:spcBef>
              <a:buClr>
                <a:schemeClr val="tx2"/>
              </a:buClr>
              <a:buSzPct val="90000"/>
              <a:buFont typeface="Arial" panose="020B0604020202020204" pitchFamily="34" charset="0"/>
              <a:buChar char="•"/>
              <a:defRPr>
                <a:solidFill>
                  <a:schemeClr val="tx2"/>
                </a:solidFill>
              </a:defRPr>
            </a:lvl2pPr>
            <a:lvl3pPr marL="744538" indent="-169863">
              <a:lnSpc>
                <a:spcPct val="100000"/>
              </a:lnSpc>
              <a:spcBef>
                <a:spcPts val="1200"/>
              </a:spcBef>
              <a:spcAft>
                <a:spcPts val="0"/>
              </a:spcAft>
              <a:buClr>
                <a:schemeClr val="tx2"/>
              </a:buClr>
              <a:buSzPct val="90000"/>
              <a:buFont typeface="Arial" panose="020B0604020202020204" pitchFamily="34" charset="0"/>
              <a:buChar char="–"/>
              <a:defRPr sz="1600">
                <a:solidFill>
                  <a:schemeClr val="tx2"/>
                </a:solidFill>
              </a:defRPr>
            </a:lvl3pPr>
            <a:lvl4pPr marL="969963" indent="-166688">
              <a:lnSpc>
                <a:spcPct val="100000"/>
              </a:lnSpc>
              <a:spcBef>
                <a:spcPts val="1200"/>
              </a:spcBef>
              <a:buClr>
                <a:schemeClr val="tx2"/>
              </a:buClr>
              <a:buSzPct val="90000"/>
              <a:buFont typeface="Arial" panose="020B0604020202020204" pitchFamily="34" charset="0"/>
              <a:buChar char="•"/>
              <a:defRPr sz="1400">
                <a:solidFill>
                  <a:schemeClr val="tx2"/>
                </a:solidFill>
              </a:defRPr>
            </a:lvl4pPr>
            <a:lvl5pPr marL="1143000" indent="-138113">
              <a:lnSpc>
                <a:spcPct val="100000"/>
              </a:lnSpc>
              <a:spcBef>
                <a:spcPts val="1200"/>
              </a:spcBef>
              <a:buClr>
                <a:schemeClr val="tx2"/>
              </a:buClr>
              <a:buSzPct val="90000"/>
              <a:buFont typeface="Arial" panose="020B0604020202020204" pitchFamily="34" charset="0"/>
              <a:buChar char="–"/>
              <a:tabLst/>
              <a:defRPr sz="1400">
                <a:solidFill>
                  <a:schemeClr val="tx2"/>
                </a:solidFill>
              </a:defRPr>
            </a:lvl5pPr>
            <a:lvl6pPr marL="1258888" indent="-111125">
              <a:lnSpc>
                <a:spcPct val="100000"/>
              </a:lnSpc>
              <a:spcBef>
                <a:spcPts val="1200"/>
              </a:spcBef>
              <a:buClr>
                <a:schemeClr val="tx2"/>
              </a:buClr>
              <a:buSzPct val="90000"/>
              <a:buFont typeface="Arial" panose="020B0604020202020204" pitchFamily="34" charset="0"/>
              <a:buChar char="•"/>
              <a:tabLst/>
              <a:defRPr sz="1400">
                <a:solidFill>
                  <a:schemeClr val="tx2"/>
                </a:solidFill>
              </a:defRPr>
            </a:lvl6pPr>
            <a:lvl7pPr marL="1379538" indent="-120650">
              <a:lnSpc>
                <a:spcPct val="100000"/>
              </a:lnSpc>
              <a:spcBef>
                <a:spcPts val="1200"/>
              </a:spcBef>
              <a:buClr>
                <a:schemeClr val="tx2"/>
              </a:buClr>
              <a:buSzPct val="90000"/>
              <a:buFont typeface="Arial" panose="020B0604020202020204" pitchFamily="34" charset="0"/>
              <a:buChar char="-"/>
              <a:tabLst/>
              <a:defRPr sz="1400">
                <a:solidFill>
                  <a:schemeClr val="tx2"/>
                </a:solidFill>
              </a:defRPr>
            </a:lvl7pPr>
            <a:lvl8pPr marL="1550988" indent="-120650">
              <a:lnSpc>
                <a:spcPct val="100000"/>
              </a:lnSpc>
              <a:spcBef>
                <a:spcPts val="1200"/>
              </a:spcBef>
              <a:buClr>
                <a:schemeClr val="tx2"/>
              </a:buClr>
              <a:buSzPct val="90000"/>
              <a:buFont typeface="Arial" panose="020B0604020202020204" pitchFamily="34" charset="0"/>
              <a:buChar char="•"/>
              <a:tabLst/>
              <a:defRPr sz="1400">
                <a:solidFill>
                  <a:schemeClr val="tx2"/>
                </a:solidFill>
              </a:defRPr>
            </a:lvl8pPr>
            <a:lvl9pPr marL="1722438" indent="-120650">
              <a:lnSpc>
                <a:spcPct val="100000"/>
              </a:lnSpc>
              <a:spcBef>
                <a:spcPts val="1200"/>
              </a:spcBef>
              <a:buClr>
                <a:schemeClr val="tx2"/>
              </a:buClr>
              <a:buSzPct val="90000"/>
              <a:buFont typeface="Arial" panose="020B0604020202020204" pitchFamily="34" charset="0"/>
              <a:buChar char="-"/>
              <a:tabLst/>
              <a:defRPr sz="1400">
                <a:solidFill>
                  <a:schemeClr val="tx2"/>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00" normalizeH="0" baseline="0" noProof="0" dirty="0">
                <a:ln>
                  <a:noFill/>
                </a:ln>
                <a:solidFill>
                  <a:schemeClr val="accent2"/>
                </a:solidFill>
                <a:effectLst/>
                <a:uLnTx/>
                <a:uFillTx/>
                <a:latin typeface="Arial" panose="020B0604020202020204" pitchFamily="34" charset="0"/>
                <a:ea typeface="+mn-ea"/>
                <a:cs typeface="+mn-cs"/>
              </a:rPr>
              <a:t>QUESTION</a:t>
            </a:r>
          </a:p>
        </p:txBody>
      </p:sp>
      <p:cxnSp>
        <p:nvCxnSpPr>
          <p:cNvPr id="65" name="Straight Connector 64">
            <a:extLst>
              <a:ext uri="{FF2B5EF4-FFF2-40B4-BE49-F238E27FC236}">
                <a16:creationId xmlns:a16="http://schemas.microsoft.com/office/drawing/2014/main" id="{3EC0D0AE-7A16-4EC6-BC53-6DC082C857C5}"/>
              </a:ext>
            </a:extLst>
          </p:cNvPr>
          <p:cNvCxnSpPr>
            <a:cxnSpLocks/>
          </p:cNvCxnSpPr>
          <p:nvPr userDrawn="1"/>
        </p:nvCxnSpPr>
        <p:spPr bwMode="gray">
          <a:xfrm>
            <a:off x="612458" y="2933659"/>
            <a:ext cx="8551639" cy="0"/>
          </a:xfrm>
          <a:prstGeom prst="line">
            <a:avLst/>
          </a:prstGeom>
          <a:ln w="25400">
            <a:solidFill>
              <a:schemeClr val="tx1">
                <a:lumMod val="20000"/>
                <a:lumOff val="80000"/>
              </a:schemeClr>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3" name="Picture 2" descr="A blue and white chat bubbles&#10;&#10;Description automatically generated">
            <a:extLst>
              <a:ext uri="{FF2B5EF4-FFF2-40B4-BE49-F238E27FC236}">
                <a16:creationId xmlns:a16="http://schemas.microsoft.com/office/drawing/2014/main" id="{B07E408F-6F8D-527B-D190-71839E7CD143}"/>
              </a:ext>
            </a:extLst>
          </p:cNvPr>
          <p:cNvPicPr>
            <a:picLocks noChangeAspect="1"/>
          </p:cNvPicPr>
          <p:nvPr userDrawn="1"/>
        </p:nvPicPr>
        <p:blipFill>
          <a:blip r:embed="rId2"/>
          <a:stretch>
            <a:fillRect/>
          </a:stretch>
        </p:blipFill>
        <p:spPr>
          <a:xfrm>
            <a:off x="7010401" y="4059735"/>
            <a:ext cx="5762986" cy="2881493"/>
          </a:xfrm>
          <a:prstGeom prst="rect">
            <a:avLst/>
          </a:prstGeom>
        </p:spPr>
      </p:pic>
    </p:spTree>
    <p:extLst>
      <p:ext uri="{BB962C8B-B14F-4D97-AF65-F5344CB8AC3E}">
        <p14:creationId xmlns:p14="http://schemas.microsoft.com/office/powerpoint/2010/main" val="3924757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750"/>
                                        <p:tgtEl>
                                          <p:spTgt spid="64"/>
                                        </p:tgtEl>
                                      </p:cBhvr>
                                    </p:animEffect>
                                  </p:childTnLst>
                                </p:cTn>
                              </p:par>
                              <p:par>
                                <p:cTn id="8" presetID="63" presetClass="path" presetSubtype="0" accel="50000" decel="50000" fill="hold" grpId="1" nodeType="withEffect">
                                  <p:stCondLst>
                                    <p:cond delay="0"/>
                                  </p:stCondLst>
                                  <p:childTnLst>
                                    <p:animMotion origin="layout" path="M -1.09664E-6 -4.07407E-6 L 0.0129 -4.07407E-6 " pathEditMode="relative" rAng="0" ptsTypes="AA">
                                      <p:cBhvr>
                                        <p:cTn id="9" dur="750" spd="-100000" fill="hold"/>
                                        <p:tgtEl>
                                          <p:spTgt spid="64"/>
                                        </p:tgtEl>
                                        <p:attrNameLst>
                                          <p:attrName>ppt_x</p:attrName>
                                          <p:attrName>ppt_y</p:attrName>
                                        </p:attrNameLst>
                                      </p:cBhvr>
                                      <p:rCtr x="638" y="0"/>
                                    </p:animMotion>
                                  </p:childTnLst>
                                </p:cTn>
                              </p:par>
                              <p:par>
                                <p:cTn id="10" presetID="10" presetClass="entr" presetSubtype="0" fill="hold" grpId="0" nodeType="withEffect">
                                  <p:stCondLst>
                                    <p:cond delay="50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75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wipe(left)">
                                      <p:cBhvr>
                                        <p:cTn id="17" dur="1000"/>
                                        <p:tgtEl>
                                          <p:spTgt spid="6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750"/>
                                        <p:tgtEl>
                                          <p:spTgt spid="8"/>
                                        </p:tgtEl>
                                      </p:cBhvr>
                                    </p:animEffect>
                                  </p:childTnLst>
                                </p:cTn>
                              </p:par>
                              <p:par>
                                <p:cTn id="21" presetID="63" presetClass="path" presetSubtype="0" accel="50000" decel="50000" fill="hold" grpId="1" nodeType="withEffect">
                                  <p:stCondLst>
                                    <p:cond delay="0"/>
                                  </p:stCondLst>
                                  <p:childTnLst>
                                    <p:animMotion origin="layout" path="M -1.09664E-6 -4.07407E-6 L 0.0129 -4.07407E-6 " pathEditMode="relative" rAng="0" ptsTypes="AA">
                                      <p:cBhvr>
                                        <p:cTn id="22" dur="750" spd="-100000" fill="hold"/>
                                        <p:tgtEl>
                                          <p:spTgt spid="8"/>
                                        </p:tgtEl>
                                        <p:attrNameLst>
                                          <p:attrName>ppt_x</p:attrName>
                                          <p:attrName>ppt_y</p:attrName>
                                        </p:attrNameLst>
                                      </p:cBhvr>
                                      <p:rCtr x="638" y="0"/>
                                    </p:animMotion>
                                  </p:childTnLst>
                                </p:cTn>
                              </p:par>
                              <p:par>
                                <p:cTn id="23" presetID="10" presetClass="entr" presetSubtype="0" fill="hold" grpId="0" nodeType="withEffect">
                                  <p:stCondLst>
                                    <p:cond delay="50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10" presetClass="entr" presetSubtype="0" fill="hold" nodeType="withEffect">
                  <p:stCondLst>
                    <p:cond delay="500"/>
                  </p:stCondLst>
                  <p:childTnLst>
                    <p:set>
                      <p:cBhvr>
                        <p:cTn dur="1" fill="hold">
                          <p:stCondLst>
                            <p:cond delay="0"/>
                          </p:stCondLst>
                        </p:cTn>
                        <p:tgtEl>
                          <p:spTgt spid="5"/>
                        </p:tgtEl>
                        <p:attrNameLst>
                          <p:attrName>style.visibility</p:attrName>
                        </p:attrNameLst>
                      </p:cBhvr>
                      <p:to>
                        <p:strVal val="visible"/>
                      </p:to>
                    </p:set>
                    <p:animEffect transition="in" filter="fade">
                      <p:cBhvr>
                        <p:cTn dur="750"/>
                        <p:tgtEl>
                          <p:spTgt spid="5"/>
                        </p:tgtEl>
                      </p:cBhvr>
                    </p:animEffect>
                  </p:childTnLst>
                </p:cTn>
              </p:par>
            </p:tnLst>
          </p:tmpl>
        </p:tmplLst>
      </p:bldP>
      <p:bldP spid="7" grpId="0">
        <p:tmplLst>
          <p:tmpl>
            <p:tnLst>
              <p:par>
                <p:cTn presetID="10" presetClass="entr" presetSubtype="0" fill="hold" nodeType="withEffect">
                  <p:stCondLst>
                    <p:cond delay="500"/>
                  </p:stCondLst>
                  <p:childTnLst>
                    <p:set>
                      <p:cBhvr>
                        <p:cTn dur="1" fill="hold">
                          <p:stCondLst>
                            <p:cond delay="0"/>
                          </p:stCondLst>
                        </p:cTn>
                        <p:tgtEl>
                          <p:spTgt spid="7"/>
                        </p:tgtEl>
                        <p:attrNameLst>
                          <p:attrName>style.visibility</p:attrName>
                        </p:attrNameLst>
                      </p:cBhvr>
                      <p:to>
                        <p:strVal val="visible"/>
                      </p:to>
                    </p:set>
                    <p:animEffect transition="in" filter="fade">
                      <p:cBhvr>
                        <p:cTn dur="750"/>
                        <p:tgtEl>
                          <p:spTgt spid="7"/>
                        </p:tgtEl>
                      </p:cBhvr>
                    </p:animEffect>
                  </p:childTnLst>
                </p:cTn>
              </p:par>
            </p:tnLst>
          </p:tmpl>
        </p:tmplLst>
      </p:bldP>
      <p:bldP spid="8" grpId="0"/>
      <p:bldP spid="8" grpId="1"/>
      <p:bldP spid="64" grpId="0"/>
      <p:bldP spid="64" grpId="1"/>
    </p:bldLst>
  </p:timing>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Additional Resources">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99DA0648-21B2-406D-A422-7E274EDA1355}"/>
              </a:ext>
            </a:extLst>
          </p:cNvPr>
          <p:cNvSpPr>
            <a:spLocks noGrp="1"/>
          </p:cNvSpPr>
          <p:nvPr>
            <p:ph type="title" hasCustomPrompt="1"/>
          </p:nvPr>
        </p:nvSpPr>
        <p:spPr>
          <a:xfrm>
            <a:off x="579809" y="412751"/>
            <a:ext cx="11001004" cy="381000"/>
          </a:xfrm>
        </p:spPr>
        <p:txBody>
          <a:bodyPr/>
          <a:lstStyle>
            <a:lvl1pPr algn="ctr">
              <a:defRPr>
                <a:solidFill>
                  <a:schemeClr val="accent2"/>
                </a:solidFill>
                <a:latin typeface="+mj-lt"/>
              </a:defRPr>
            </a:lvl1pPr>
          </a:lstStyle>
          <a:p>
            <a:r>
              <a:rPr lang="en-US" dirty="0"/>
              <a:t>core.vmware.com</a:t>
            </a:r>
          </a:p>
        </p:txBody>
      </p:sp>
      <p:sp>
        <p:nvSpPr>
          <p:cNvPr id="21" name="Subtitle 2">
            <a:extLst>
              <a:ext uri="{FF2B5EF4-FFF2-40B4-BE49-F238E27FC236}">
                <a16:creationId xmlns:a16="http://schemas.microsoft.com/office/drawing/2014/main" id="{74AFF959-11BB-45D2-8B67-D31D48B8F642}"/>
              </a:ext>
            </a:extLst>
          </p:cNvPr>
          <p:cNvSpPr>
            <a:spLocks noGrp="1"/>
          </p:cNvSpPr>
          <p:nvPr>
            <p:ph type="subTitle" idx="16" hasCustomPrompt="1"/>
          </p:nvPr>
        </p:nvSpPr>
        <p:spPr>
          <a:xfrm>
            <a:off x="592866" y="811830"/>
            <a:ext cx="10987947" cy="247743"/>
          </a:xfrm>
        </p:spPr>
        <p:txBody>
          <a:bodyPr/>
          <a:lstStyle>
            <a:lvl1pPr marL="0" indent="0" algn="ctr">
              <a:lnSpc>
                <a:spcPct val="100000"/>
              </a:lnSpc>
              <a:spcBef>
                <a:spcPts val="0"/>
              </a:spcBef>
              <a:buNone/>
              <a:defRPr sz="2000">
                <a:solidFill>
                  <a:schemeClr val="tx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lgn="ctr"/>
            <a:r>
              <a:rPr lang="en-US" dirty="0"/>
              <a:t>Technical Resources for vSphere, vSAN, and Cloud Foundation</a:t>
            </a:r>
          </a:p>
        </p:txBody>
      </p:sp>
      <p:sp>
        <p:nvSpPr>
          <p:cNvPr id="5" name="Picture Placeholder 4">
            <a:extLst>
              <a:ext uri="{FF2B5EF4-FFF2-40B4-BE49-F238E27FC236}">
                <a16:creationId xmlns:a16="http://schemas.microsoft.com/office/drawing/2014/main" id="{8FB7FE73-44E6-4379-900C-92068AF1FB94}"/>
              </a:ext>
            </a:extLst>
          </p:cNvPr>
          <p:cNvSpPr>
            <a:spLocks noGrp="1"/>
          </p:cNvSpPr>
          <p:nvPr>
            <p:ph type="pic" sz="quarter" idx="17"/>
          </p:nvPr>
        </p:nvSpPr>
        <p:spPr>
          <a:xfrm>
            <a:off x="973138" y="1474454"/>
            <a:ext cx="5867400" cy="4230687"/>
          </a:xfrm>
        </p:spPr>
        <p:txBody>
          <a:bodyPr/>
          <a:lstStyle/>
          <a:p>
            <a:r>
              <a:rPr lang="en-GB"/>
              <a:t>Click icon to add picture</a:t>
            </a:r>
            <a:endParaRPr lang="en-US"/>
          </a:p>
        </p:txBody>
      </p:sp>
      <p:sp>
        <p:nvSpPr>
          <p:cNvPr id="10" name="Picture Placeholder 4">
            <a:extLst>
              <a:ext uri="{FF2B5EF4-FFF2-40B4-BE49-F238E27FC236}">
                <a16:creationId xmlns:a16="http://schemas.microsoft.com/office/drawing/2014/main" id="{4B5A7B52-A205-4C2E-90E8-6D53C34D17A7}"/>
              </a:ext>
            </a:extLst>
          </p:cNvPr>
          <p:cNvSpPr>
            <a:spLocks noGrp="1"/>
          </p:cNvSpPr>
          <p:nvPr>
            <p:ph type="pic" sz="quarter" idx="18"/>
          </p:nvPr>
        </p:nvSpPr>
        <p:spPr>
          <a:xfrm>
            <a:off x="5348036" y="1916279"/>
            <a:ext cx="5867400" cy="4230687"/>
          </a:xfrm>
        </p:spPr>
        <p:txBody>
          <a:bodyPr/>
          <a:lstStyle/>
          <a:p>
            <a:r>
              <a:rPr lang="en-GB"/>
              <a:t>Click icon to add picture</a:t>
            </a:r>
            <a:endParaRPr lang="en-US"/>
          </a:p>
        </p:txBody>
      </p:sp>
      <p:sp>
        <p:nvSpPr>
          <p:cNvPr id="2" name="page number">
            <a:extLst>
              <a:ext uri="{FF2B5EF4-FFF2-40B4-BE49-F238E27FC236}">
                <a16:creationId xmlns:a16="http://schemas.microsoft.com/office/drawing/2014/main" id="{5BD84BF0-FB26-689D-B375-968D34593F1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90000"/>
              </a:lnSpc>
              <a:spcBef>
                <a:spcPts val="0"/>
              </a:spcBef>
              <a:spcAft>
                <a:spcPts val="0"/>
              </a:spcAft>
              <a:buClrTx/>
              <a:buSzTx/>
              <a:buFontTx/>
              <a:buNone/>
              <a:tabLst/>
              <a:defRPr/>
            </a:pPr>
            <a:fld id="{7A51DB15-7364-4F0B-A3A0-1309F8830053}" type="slidenum">
              <a:rPr kumimoji="0" lang="en-US" sz="800" b="0" i="0" u="none" strike="noStrike" kern="1200" cap="none" spc="0" normalizeH="0" baseline="0" noProof="0" smtClean="0">
                <a:ln>
                  <a:noFill/>
                </a:ln>
                <a:solidFill>
                  <a:srgbClr val="3F3F3F"/>
                </a:solidFill>
                <a:effectLst/>
                <a:uLnTx/>
                <a:uFillTx/>
                <a:latin typeface="Arial" panose="020B0604020202020204" pitchFamily="34" charset="0"/>
                <a:ea typeface="Arial" panose="020B0604020202020204" pitchFamily="34" charset="0"/>
              </a:rPr>
              <a:pPr marL="0" marR="0" lvl="0" indent="0" algn="r" defTabSz="914400" rtl="0" eaLnBrk="1" fontAlgn="auto" latinLnBrk="0" hangingPunct="1">
                <a:lnSpc>
                  <a:spcPct val="9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3F3F3F"/>
              </a:solidFill>
              <a:effectLst/>
              <a:uLnTx/>
              <a:uFillTx/>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1733591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Important">
    <p:bg>
      <p:bgPr>
        <a:solidFill>
          <a:schemeClr val="bg1"/>
        </a:solidFill>
        <a:effectLst/>
      </p:bgPr>
    </p:bg>
    <p:spTree>
      <p:nvGrpSpPr>
        <p:cNvPr id="1" name=""/>
        <p:cNvGrpSpPr/>
        <p:nvPr/>
      </p:nvGrpSpPr>
      <p:grpSpPr>
        <a:xfrm>
          <a:off x="0" y="0"/>
          <a:ext cx="0" cy="0"/>
          <a:chOff x="0" y="0"/>
          <a:chExt cx="0" cy="0"/>
        </a:xfrm>
      </p:grpSpPr>
      <p:sp>
        <p:nvSpPr>
          <p:cNvPr id="5" name="Google Shape;6057;p505">
            <a:extLst>
              <a:ext uri="{FF2B5EF4-FFF2-40B4-BE49-F238E27FC236}">
                <a16:creationId xmlns:a16="http://schemas.microsoft.com/office/drawing/2014/main" id="{207E66D8-4803-457B-BEDC-BCE91009D765}"/>
              </a:ext>
            </a:extLst>
          </p:cNvPr>
          <p:cNvSpPr/>
          <p:nvPr userDrawn="1"/>
        </p:nvSpPr>
        <p:spPr>
          <a:xfrm>
            <a:off x="0" y="0"/>
            <a:ext cx="12187237" cy="6852792"/>
          </a:xfrm>
          <a:prstGeom prst="parallelogram">
            <a:avLst>
              <a:gd name="adj" fmla="val 0"/>
            </a:avLst>
          </a:prstGeom>
          <a:solidFill>
            <a:schemeClr val="tx2">
              <a:alpha val="25000"/>
            </a:schemeClr>
          </a:solidFill>
          <a:ln>
            <a:noFill/>
          </a:ln>
        </p:spPr>
        <p:txBody>
          <a:bodyPr spcFirstLastPara="1" wrap="square" lIns="91352" tIns="45676" rIns="91352" bIns="45676" anchor="ctr" anchorCtr="0">
            <a:noAutofit/>
          </a:bodyPr>
          <a:lstStyle/>
          <a:p>
            <a:pPr marL="0" marR="0" lvl="0" indent="0" algn="ctr" defTabSz="1218438" rtl="0" eaLnBrk="1" fontAlgn="auto" latinLnBrk="0" hangingPunct="1">
              <a:lnSpc>
                <a:spcPct val="100000"/>
              </a:lnSpc>
              <a:spcBef>
                <a:spcPts val="0"/>
              </a:spcBef>
              <a:spcAft>
                <a:spcPts val="0"/>
              </a:spcAft>
              <a:buClr>
                <a:srgbClr val="FFFFFF"/>
              </a:buClr>
              <a:buSzPts val="900"/>
              <a:buFontTx/>
              <a:buNone/>
              <a:tabLst/>
              <a:defRPr/>
            </a:pPr>
            <a:endParaRPr kumimoji="0" sz="12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3" name="Google Shape;6057;p505">
            <a:extLst>
              <a:ext uri="{FF2B5EF4-FFF2-40B4-BE49-F238E27FC236}">
                <a16:creationId xmlns:a16="http://schemas.microsoft.com/office/drawing/2014/main" id="{FC5D4AB5-14C6-8920-0088-BC04631F98F0}"/>
              </a:ext>
            </a:extLst>
          </p:cNvPr>
          <p:cNvSpPr/>
          <p:nvPr userDrawn="1"/>
        </p:nvSpPr>
        <p:spPr>
          <a:xfrm>
            <a:off x="-3450687" y="1422"/>
            <a:ext cx="19121828" cy="6852792"/>
          </a:xfrm>
          <a:prstGeom prst="parallelogram">
            <a:avLst>
              <a:gd name="adj" fmla="val 91175"/>
            </a:avLst>
          </a:prstGeom>
          <a:solidFill>
            <a:schemeClr val="bg1"/>
          </a:solidFill>
          <a:ln>
            <a:noFill/>
          </a:ln>
          <a:effectLst>
            <a:outerShdw blurRad="190500" sx="102000" sy="102000" algn="ctr" rotWithShape="0">
              <a:schemeClr val="accent2">
                <a:lumMod val="50000"/>
                <a:alpha val="10000"/>
              </a:schemeClr>
            </a:outerShdw>
          </a:effectLst>
        </p:spPr>
        <p:txBody>
          <a:bodyPr spcFirstLastPara="1" wrap="square" lIns="91352" tIns="45676" rIns="91352" bIns="45676" anchor="ctr" anchorCtr="0">
            <a:noAutofit/>
          </a:bodyPr>
          <a:lstStyle/>
          <a:p>
            <a:pPr marL="0" marR="0" lvl="0" indent="0" algn="ctr" defTabSz="1218438" rtl="0" eaLnBrk="1" fontAlgn="auto" latinLnBrk="0" hangingPunct="1">
              <a:lnSpc>
                <a:spcPct val="100000"/>
              </a:lnSpc>
              <a:spcBef>
                <a:spcPts val="0"/>
              </a:spcBef>
              <a:spcAft>
                <a:spcPts val="0"/>
              </a:spcAft>
              <a:buClr>
                <a:srgbClr val="FFFFFF"/>
              </a:buClr>
              <a:buSzPts val="900"/>
              <a:buFontTx/>
              <a:buNone/>
              <a:tabLst/>
              <a:defRPr/>
            </a:pPr>
            <a:endParaRPr kumimoji="0" sz="12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28" name="Content Placeholder 27">
            <a:extLst>
              <a:ext uri="{FF2B5EF4-FFF2-40B4-BE49-F238E27FC236}">
                <a16:creationId xmlns:a16="http://schemas.microsoft.com/office/drawing/2014/main" id="{350DA416-A0D4-40D1-BA66-993124D5FC92}"/>
              </a:ext>
            </a:extLst>
          </p:cNvPr>
          <p:cNvSpPr>
            <a:spLocks noGrp="1"/>
          </p:cNvSpPr>
          <p:nvPr>
            <p:ph sz="quarter" idx="12" hasCustomPrompt="1"/>
          </p:nvPr>
        </p:nvSpPr>
        <p:spPr>
          <a:xfrm>
            <a:off x="1448593" y="2318321"/>
            <a:ext cx="9290050" cy="2216150"/>
          </a:xfrm>
        </p:spPr>
        <p:txBody>
          <a:bodyPr anchor="ctr"/>
          <a:lstStyle>
            <a:lvl1pPr algn="ctr">
              <a:defRPr sz="2400"/>
            </a:lvl1pPr>
            <a:lvl2pPr algn="ctr">
              <a:defRPr/>
            </a:lvl2pPr>
            <a:lvl3pPr algn="ctr">
              <a:defRPr/>
            </a:lvl3pPr>
            <a:lvl4pPr algn="ctr">
              <a:defRPr/>
            </a:lvl4pPr>
            <a:lvl5pPr algn="ctr">
              <a:defRPr/>
            </a:lvl5pPr>
          </a:lstStyle>
          <a:p>
            <a:pPr algn="ctr">
              <a:spcAft>
                <a:spcPts val="600"/>
              </a:spcAft>
            </a:pPr>
            <a:r>
              <a:rPr lang="en-US" sz="2000" dirty="0"/>
              <a:t>Text here</a:t>
            </a:r>
          </a:p>
        </p:txBody>
      </p:sp>
      <p:grpSp>
        <p:nvGrpSpPr>
          <p:cNvPr id="9" name="Graphic 8">
            <a:extLst>
              <a:ext uri="{FF2B5EF4-FFF2-40B4-BE49-F238E27FC236}">
                <a16:creationId xmlns:a16="http://schemas.microsoft.com/office/drawing/2014/main" id="{64FCAA97-8FE4-50A0-7C79-556E1A1634BA}"/>
              </a:ext>
            </a:extLst>
          </p:cNvPr>
          <p:cNvGrpSpPr/>
          <p:nvPr userDrawn="1"/>
        </p:nvGrpSpPr>
        <p:grpSpPr>
          <a:xfrm>
            <a:off x="265625" y="6323271"/>
            <a:ext cx="1249223" cy="369648"/>
            <a:chOff x="265625" y="6323271"/>
            <a:chExt cx="1249223" cy="369648"/>
          </a:xfrm>
          <a:solidFill>
            <a:srgbClr val="000000"/>
          </a:solidFill>
        </p:grpSpPr>
        <p:grpSp>
          <p:nvGrpSpPr>
            <p:cNvPr id="10" name="Graphic 8">
              <a:extLst>
                <a:ext uri="{FF2B5EF4-FFF2-40B4-BE49-F238E27FC236}">
                  <a16:creationId xmlns:a16="http://schemas.microsoft.com/office/drawing/2014/main" id="{9A301478-2AE1-1FA6-9236-114A92D296E5}"/>
                </a:ext>
              </a:extLst>
            </p:cNvPr>
            <p:cNvGrpSpPr/>
            <p:nvPr/>
          </p:nvGrpSpPr>
          <p:grpSpPr>
            <a:xfrm>
              <a:off x="745455" y="6594444"/>
              <a:ext cx="722662" cy="98475"/>
              <a:chOff x="745455" y="6594444"/>
              <a:chExt cx="722662" cy="98475"/>
            </a:xfrm>
            <a:solidFill>
              <a:srgbClr val="000000"/>
            </a:solidFill>
          </p:grpSpPr>
          <p:sp>
            <p:nvSpPr>
              <p:cNvPr id="19" name="Freeform 49">
                <a:extLst>
                  <a:ext uri="{FF2B5EF4-FFF2-40B4-BE49-F238E27FC236}">
                    <a16:creationId xmlns:a16="http://schemas.microsoft.com/office/drawing/2014/main" id="{77B6408B-513E-793C-AA93-85ADC4E9AA57}"/>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0" name="Freeform 50">
                <a:extLst>
                  <a:ext uri="{FF2B5EF4-FFF2-40B4-BE49-F238E27FC236}">
                    <a16:creationId xmlns:a16="http://schemas.microsoft.com/office/drawing/2014/main" id="{FF01FD05-44B4-7183-40EE-BC72FC590546}"/>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1" name="Freeform 51">
                <a:extLst>
                  <a:ext uri="{FF2B5EF4-FFF2-40B4-BE49-F238E27FC236}">
                    <a16:creationId xmlns:a16="http://schemas.microsoft.com/office/drawing/2014/main" id="{EB5DC93C-6E1F-FE04-362F-1D25A5A988C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2" name="Freeform 52">
                <a:extLst>
                  <a:ext uri="{FF2B5EF4-FFF2-40B4-BE49-F238E27FC236}">
                    <a16:creationId xmlns:a16="http://schemas.microsoft.com/office/drawing/2014/main" id="{5039CFF3-425C-2523-E5FC-8AEA61B63CE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3" name="Freeform 53">
                <a:extLst>
                  <a:ext uri="{FF2B5EF4-FFF2-40B4-BE49-F238E27FC236}">
                    <a16:creationId xmlns:a16="http://schemas.microsoft.com/office/drawing/2014/main" id="{7D8FA307-33A9-5D04-1017-51AB846357E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4" name="Freeform 54">
                <a:extLst>
                  <a:ext uri="{FF2B5EF4-FFF2-40B4-BE49-F238E27FC236}">
                    <a16:creationId xmlns:a16="http://schemas.microsoft.com/office/drawing/2014/main" id="{75AB330D-0B06-9D30-7D05-27FB950067F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45" name="Freeform 55">
                <a:extLst>
                  <a:ext uri="{FF2B5EF4-FFF2-40B4-BE49-F238E27FC236}">
                    <a16:creationId xmlns:a16="http://schemas.microsoft.com/office/drawing/2014/main" id="{7C0134AF-3945-8FE4-327B-8B7A10AE6CE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46" name="Freeform 56">
                <a:extLst>
                  <a:ext uri="{FF2B5EF4-FFF2-40B4-BE49-F238E27FC236}">
                    <a16:creationId xmlns:a16="http://schemas.microsoft.com/office/drawing/2014/main" id="{B3CEFE01-F4E8-9E1B-9DFA-D8BC8DCCD4C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47" name="Freeform 57">
                <a:extLst>
                  <a:ext uri="{FF2B5EF4-FFF2-40B4-BE49-F238E27FC236}">
                    <a16:creationId xmlns:a16="http://schemas.microsoft.com/office/drawing/2014/main" id="{33412458-8168-B9DF-4184-D56E7AD747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8" name="Freeform 58">
                <a:extLst>
                  <a:ext uri="{FF2B5EF4-FFF2-40B4-BE49-F238E27FC236}">
                    <a16:creationId xmlns:a16="http://schemas.microsoft.com/office/drawing/2014/main" id="{B8B93CD1-9088-20B2-9AD2-0F790B4662A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1" name="Graphic 8">
              <a:extLst>
                <a:ext uri="{FF2B5EF4-FFF2-40B4-BE49-F238E27FC236}">
                  <a16:creationId xmlns:a16="http://schemas.microsoft.com/office/drawing/2014/main" id="{18F3F16B-B1BA-C92A-BBA1-2D5F48914371}"/>
                </a:ext>
              </a:extLst>
            </p:cNvPr>
            <p:cNvGrpSpPr/>
            <p:nvPr/>
          </p:nvGrpSpPr>
          <p:grpSpPr>
            <a:xfrm>
              <a:off x="265625" y="6323271"/>
              <a:ext cx="1249223" cy="190348"/>
              <a:chOff x="265625" y="6323271"/>
              <a:chExt cx="1249223" cy="190348"/>
            </a:xfrm>
            <a:solidFill>
              <a:srgbClr val="000000"/>
            </a:solidFill>
          </p:grpSpPr>
          <p:sp>
            <p:nvSpPr>
              <p:cNvPr id="12" name="Freeform 60">
                <a:extLst>
                  <a:ext uri="{FF2B5EF4-FFF2-40B4-BE49-F238E27FC236}">
                    <a16:creationId xmlns:a16="http://schemas.microsoft.com/office/drawing/2014/main" id="{BF6642DE-A776-A868-6859-4952EFA5AD9A}"/>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3" name="Freeform 61">
                <a:extLst>
                  <a:ext uri="{FF2B5EF4-FFF2-40B4-BE49-F238E27FC236}">
                    <a16:creationId xmlns:a16="http://schemas.microsoft.com/office/drawing/2014/main" id="{28D2AC94-FFD0-59D4-1FD3-A17D5C7B606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590E310A-0AE4-3A1A-0CC5-4E74D5B0305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C5C5E023-9533-ADB2-2A95-42803D624C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F12D8013-416F-8468-1334-31DEEE3EFC6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97A1E3A4-FFE5-8115-6381-659B1ACD9C51}"/>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8" name="Freeform 66">
                <a:extLst>
                  <a:ext uri="{FF2B5EF4-FFF2-40B4-BE49-F238E27FC236}">
                    <a16:creationId xmlns:a16="http://schemas.microsoft.com/office/drawing/2014/main" id="{A538E1FA-7AA2-D4C6-D933-FD2310DB60DB}"/>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729756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Important - RBLF">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FBFBEC1-F8B5-56BE-32B8-5D2EB66D2601}"/>
              </a:ext>
            </a:extLst>
          </p:cNvPr>
          <p:cNvSpPr/>
          <p:nvPr userDrawn="1"/>
        </p:nvSpPr>
        <p:spPr>
          <a:xfrm>
            <a:off x="0" y="0"/>
            <a:ext cx="12188825" cy="6858000"/>
          </a:xfrm>
          <a:prstGeom prst="rect">
            <a:avLst/>
          </a:prstGeom>
          <a:gradFill>
            <a:gsLst>
              <a:gs pos="0">
                <a:schemeClr val="accent2">
                  <a:lumMod val="97000"/>
                  <a:lumOff val="3000"/>
                  <a:alpha val="39000"/>
                </a:schemeClr>
              </a:gs>
              <a:gs pos="100000">
                <a:srgbClr val="0070C0"/>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t>
            </a:r>
          </a:p>
        </p:txBody>
      </p:sp>
      <p:sp>
        <p:nvSpPr>
          <p:cNvPr id="52" name="Google Shape;6057;p505">
            <a:extLst>
              <a:ext uri="{FF2B5EF4-FFF2-40B4-BE49-F238E27FC236}">
                <a16:creationId xmlns:a16="http://schemas.microsoft.com/office/drawing/2014/main" id="{5A80A387-35D3-267F-3EA7-20747D641A1F}"/>
              </a:ext>
            </a:extLst>
          </p:cNvPr>
          <p:cNvSpPr/>
          <p:nvPr userDrawn="1"/>
        </p:nvSpPr>
        <p:spPr>
          <a:xfrm>
            <a:off x="-3450687" y="1422"/>
            <a:ext cx="19121828" cy="6852792"/>
          </a:xfrm>
          <a:prstGeom prst="parallelogram">
            <a:avLst>
              <a:gd name="adj" fmla="val 91175"/>
            </a:avLst>
          </a:prstGeom>
          <a:solidFill>
            <a:schemeClr val="bg1"/>
          </a:solidFill>
          <a:ln>
            <a:noFill/>
          </a:ln>
          <a:effectLst>
            <a:outerShdw blurRad="190500" sx="102000" sy="102000" algn="ctr" rotWithShape="0">
              <a:schemeClr val="accent2">
                <a:lumMod val="50000"/>
                <a:alpha val="10000"/>
              </a:schemeClr>
            </a:outerShdw>
          </a:effectLst>
        </p:spPr>
        <p:txBody>
          <a:bodyPr spcFirstLastPara="1" wrap="square" lIns="91352" tIns="45676" rIns="91352" bIns="45676" anchor="ctr" anchorCtr="0">
            <a:noAutofit/>
          </a:bodyPr>
          <a:lstStyle/>
          <a:p>
            <a:pPr marL="0" marR="0" lvl="0" indent="0" algn="ctr" defTabSz="1218438" rtl="0" eaLnBrk="1" fontAlgn="auto" latinLnBrk="0" hangingPunct="1">
              <a:lnSpc>
                <a:spcPct val="100000"/>
              </a:lnSpc>
              <a:spcBef>
                <a:spcPts val="0"/>
              </a:spcBef>
              <a:spcAft>
                <a:spcPts val="0"/>
              </a:spcAft>
              <a:buClr>
                <a:srgbClr val="FFFFFF"/>
              </a:buClr>
              <a:buSzPts val="900"/>
              <a:buFontTx/>
              <a:buNone/>
              <a:tabLst/>
              <a:defRPr/>
            </a:pPr>
            <a:endParaRPr kumimoji="0" sz="12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28" name="Content Placeholder 27">
            <a:extLst>
              <a:ext uri="{FF2B5EF4-FFF2-40B4-BE49-F238E27FC236}">
                <a16:creationId xmlns:a16="http://schemas.microsoft.com/office/drawing/2014/main" id="{350DA416-A0D4-40D1-BA66-993124D5FC92}"/>
              </a:ext>
            </a:extLst>
          </p:cNvPr>
          <p:cNvSpPr>
            <a:spLocks noGrp="1"/>
          </p:cNvSpPr>
          <p:nvPr>
            <p:ph sz="quarter" idx="12" hasCustomPrompt="1"/>
          </p:nvPr>
        </p:nvSpPr>
        <p:spPr>
          <a:xfrm>
            <a:off x="1448593" y="2318321"/>
            <a:ext cx="9290050" cy="2216150"/>
          </a:xfrm>
        </p:spPr>
        <p:txBody>
          <a:bodyPr anchor="ctr"/>
          <a:lstStyle>
            <a:lvl1pPr algn="ctr">
              <a:defRPr sz="2400"/>
            </a:lvl1pPr>
            <a:lvl2pPr algn="ctr">
              <a:defRPr/>
            </a:lvl2pPr>
            <a:lvl3pPr algn="ctr">
              <a:defRPr/>
            </a:lvl3pPr>
            <a:lvl4pPr algn="ctr">
              <a:defRPr/>
            </a:lvl4pPr>
            <a:lvl5pPr algn="ctr">
              <a:defRPr/>
            </a:lvl5pPr>
          </a:lstStyle>
          <a:p>
            <a:pPr algn="ctr">
              <a:spcAft>
                <a:spcPts val="600"/>
              </a:spcAft>
            </a:pPr>
            <a:r>
              <a:rPr lang="en-US" sz="2000" dirty="0"/>
              <a:t>Text here</a:t>
            </a:r>
          </a:p>
        </p:txBody>
      </p:sp>
      <p:grpSp>
        <p:nvGrpSpPr>
          <p:cNvPr id="9" name="Graphic 8">
            <a:extLst>
              <a:ext uri="{FF2B5EF4-FFF2-40B4-BE49-F238E27FC236}">
                <a16:creationId xmlns:a16="http://schemas.microsoft.com/office/drawing/2014/main" id="{64FCAA97-8FE4-50A0-7C79-556E1A1634BA}"/>
              </a:ext>
            </a:extLst>
          </p:cNvPr>
          <p:cNvGrpSpPr/>
          <p:nvPr userDrawn="1"/>
        </p:nvGrpSpPr>
        <p:grpSpPr>
          <a:xfrm>
            <a:off x="265625" y="6323271"/>
            <a:ext cx="1249223" cy="369648"/>
            <a:chOff x="265625" y="6323271"/>
            <a:chExt cx="1249223" cy="369648"/>
          </a:xfrm>
          <a:solidFill>
            <a:srgbClr val="000000"/>
          </a:solidFill>
        </p:grpSpPr>
        <p:grpSp>
          <p:nvGrpSpPr>
            <p:cNvPr id="10" name="Graphic 8">
              <a:extLst>
                <a:ext uri="{FF2B5EF4-FFF2-40B4-BE49-F238E27FC236}">
                  <a16:creationId xmlns:a16="http://schemas.microsoft.com/office/drawing/2014/main" id="{9A301478-2AE1-1FA6-9236-114A92D296E5}"/>
                </a:ext>
              </a:extLst>
            </p:cNvPr>
            <p:cNvGrpSpPr/>
            <p:nvPr/>
          </p:nvGrpSpPr>
          <p:grpSpPr>
            <a:xfrm>
              <a:off x="745455" y="6594444"/>
              <a:ext cx="722662" cy="98475"/>
              <a:chOff x="745455" y="6594444"/>
              <a:chExt cx="722662" cy="98475"/>
            </a:xfrm>
            <a:solidFill>
              <a:srgbClr val="000000"/>
            </a:solidFill>
          </p:grpSpPr>
          <p:sp>
            <p:nvSpPr>
              <p:cNvPr id="19" name="Freeform 49">
                <a:extLst>
                  <a:ext uri="{FF2B5EF4-FFF2-40B4-BE49-F238E27FC236}">
                    <a16:creationId xmlns:a16="http://schemas.microsoft.com/office/drawing/2014/main" id="{77B6408B-513E-793C-AA93-85ADC4E9AA57}"/>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0" name="Freeform 50">
                <a:extLst>
                  <a:ext uri="{FF2B5EF4-FFF2-40B4-BE49-F238E27FC236}">
                    <a16:creationId xmlns:a16="http://schemas.microsoft.com/office/drawing/2014/main" id="{FF01FD05-44B4-7183-40EE-BC72FC590546}"/>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1" name="Freeform 51">
                <a:extLst>
                  <a:ext uri="{FF2B5EF4-FFF2-40B4-BE49-F238E27FC236}">
                    <a16:creationId xmlns:a16="http://schemas.microsoft.com/office/drawing/2014/main" id="{EB5DC93C-6E1F-FE04-362F-1D25A5A988C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2" name="Freeform 52">
                <a:extLst>
                  <a:ext uri="{FF2B5EF4-FFF2-40B4-BE49-F238E27FC236}">
                    <a16:creationId xmlns:a16="http://schemas.microsoft.com/office/drawing/2014/main" id="{5039CFF3-425C-2523-E5FC-8AEA61B63CE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3" name="Freeform 53">
                <a:extLst>
                  <a:ext uri="{FF2B5EF4-FFF2-40B4-BE49-F238E27FC236}">
                    <a16:creationId xmlns:a16="http://schemas.microsoft.com/office/drawing/2014/main" id="{7D8FA307-33A9-5D04-1017-51AB846357E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4" name="Freeform 54">
                <a:extLst>
                  <a:ext uri="{FF2B5EF4-FFF2-40B4-BE49-F238E27FC236}">
                    <a16:creationId xmlns:a16="http://schemas.microsoft.com/office/drawing/2014/main" id="{75AB330D-0B06-9D30-7D05-27FB950067F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45" name="Freeform 55">
                <a:extLst>
                  <a:ext uri="{FF2B5EF4-FFF2-40B4-BE49-F238E27FC236}">
                    <a16:creationId xmlns:a16="http://schemas.microsoft.com/office/drawing/2014/main" id="{7C0134AF-3945-8FE4-327B-8B7A10AE6CE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46" name="Freeform 56">
                <a:extLst>
                  <a:ext uri="{FF2B5EF4-FFF2-40B4-BE49-F238E27FC236}">
                    <a16:creationId xmlns:a16="http://schemas.microsoft.com/office/drawing/2014/main" id="{B3CEFE01-F4E8-9E1B-9DFA-D8BC8DCCD4C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47" name="Freeform 57">
                <a:extLst>
                  <a:ext uri="{FF2B5EF4-FFF2-40B4-BE49-F238E27FC236}">
                    <a16:creationId xmlns:a16="http://schemas.microsoft.com/office/drawing/2014/main" id="{33412458-8168-B9DF-4184-D56E7AD747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8" name="Freeform 58">
                <a:extLst>
                  <a:ext uri="{FF2B5EF4-FFF2-40B4-BE49-F238E27FC236}">
                    <a16:creationId xmlns:a16="http://schemas.microsoft.com/office/drawing/2014/main" id="{B8B93CD1-9088-20B2-9AD2-0F790B4662A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1" name="Graphic 8">
              <a:extLst>
                <a:ext uri="{FF2B5EF4-FFF2-40B4-BE49-F238E27FC236}">
                  <a16:creationId xmlns:a16="http://schemas.microsoft.com/office/drawing/2014/main" id="{18F3F16B-B1BA-C92A-BBA1-2D5F48914371}"/>
                </a:ext>
              </a:extLst>
            </p:cNvPr>
            <p:cNvGrpSpPr/>
            <p:nvPr/>
          </p:nvGrpSpPr>
          <p:grpSpPr>
            <a:xfrm>
              <a:off x="265625" y="6323271"/>
              <a:ext cx="1249223" cy="190348"/>
              <a:chOff x="265625" y="6323271"/>
              <a:chExt cx="1249223" cy="190348"/>
            </a:xfrm>
            <a:solidFill>
              <a:srgbClr val="000000"/>
            </a:solidFill>
          </p:grpSpPr>
          <p:sp>
            <p:nvSpPr>
              <p:cNvPr id="12" name="Freeform 60">
                <a:extLst>
                  <a:ext uri="{FF2B5EF4-FFF2-40B4-BE49-F238E27FC236}">
                    <a16:creationId xmlns:a16="http://schemas.microsoft.com/office/drawing/2014/main" id="{BF6642DE-A776-A868-6859-4952EFA5AD9A}"/>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3" name="Freeform 61">
                <a:extLst>
                  <a:ext uri="{FF2B5EF4-FFF2-40B4-BE49-F238E27FC236}">
                    <a16:creationId xmlns:a16="http://schemas.microsoft.com/office/drawing/2014/main" id="{28D2AC94-FFD0-59D4-1FD3-A17D5C7B606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590E310A-0AE4-3A1A-0CC5-4E74D5B0305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C5C5E023-9533-ADB2-2A95-42803D624C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F12D8013-416F-8468-1334-31DEEE3EFC6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97A1E3A4-FFE5-8115-6381-659B1ACD9C51}"/>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8" name="Freeform 66">
                <a:extLst>
                  <a:ext uri="{FF2B5EF4-FFF2-40B4-BE49-F238E27FC236}">
                    <a16:creationId xmlns:a16="http://schemas.microsoft.com/office/drawing/2014/main" id="{A538E1FA-7AA2-D4C6-D933-FD2310DB60DB}"/>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08840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Important - Re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FBFBEC1-F8B5-56BE-32B8-5D2EB66D2601}"/>
              </a:ext>
            </a:extLst>
          </p:cNvPr>
          <p:cNvSpPr/>
          <p:nvPr userDrawn="1"/>
        </p:nvSpPr>
        <p:spPr>
          <a:xfrm>
            <a:off x="-8703" y="0"/>
            <a:ext cx="12188825" cy="6858000"/>
          </a:xfrm>
          <a:prstGeom prst="rect">
            <a:avLst/>
          </a:prstGeom>
          <a:gradFill>
            <a:gsLst>
              <a:gs pos="0">
                <a:srgbClr val="930722"/>
              </a:gs>
              <a:gs pos="100000">
                <a:srgbClr val="A6192E"/>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t>
            </a:r>
          </a:p>
        </p:txBody>
      </p:sp>
      <p:sp>
        <p:nvSpPr>
          <p:cNvPr id="52" name="Google Shape;6057;p505">
            <a:extLst>
              <a:ext uri="{FF2B5EF4-FFF2-40B4-BE49-F238E27FC236}">
                <a16:creationId xmlns:a16="http://schemas.microsoft.com/office/drawing/2014/main" id="{5A80A387-35D3-267F-3EA7-20747D641A1F}"/>
              </a:ext>
            </a:extLst>
          </p:cNvPr>
          <p:cNvSpPr/>
          <p:nvPr userDrawn="1"/>
        </p:nvSpPr>
        <p:spPr>
          <a:xfrm>
            <a:off x="-3450687" y="1422"/>
            <a:ext cx="19121828" cy="6852792"/>
          </a:xfrm>
          <a:prstGeom prst="parallelogram">
            <a:avLst>
              <a:gd name="adj" fmla="val 91175"/>
            </a:avLst>
          </a:prstGeom>
          <a:solidFill>
            <a:schemeClr val="bg1"/>
          </a:solidFill>
          <a:ln>
            <a:noFill/>
          </a:ln>
          <a:effectLst>
            <a:outerShdw blurRad="190500" sx="102000" sy="102000" algn="ctr" rotWithShape="0">
              <a:schemeClr val="accent2">
                <a:lumMod val="50000"/>
                <a:alpha val="10000"/>
              </a:schemeClr>
            </a:outerShdw>
          </a:effectLst>
        </p:spPr>
        <p:txBody>
          <a:bodyPr spcFirstLastPara="1" wrap="square" lIns="91352" tIns="45676" rIns="91352" bIns="45676" anchor="ctr" anchorCtr="0">
            <a:noAutofit/>
          </a:bodyPr>
          <a:lstStyle/>
          <a:p>
            <a:pPr marL="0" marR="0" lvl="0" indent="0" algn="ctr" defTabSz="1218438" rtl="0" eaLnBrk="1" fontAlgn="auto" latinLnBrk="0" hangingPunct="1">
              <a:lnSpc>
                <a:spcPct val="100000"/>
              </a:lnSpc>
              <a:spcBef>
                <a:spcPts val="0"/>
              </a:spcBef>
              <a:spcAft>
                <a:spcPts val="0"/>
              </a:spcAft>
              <a:buClr>
                <a:srgbClr val="FFFFFF"/>
              </a:buClr>
              <a:buSzPts val="900"/>
              <a:buFontTx/>
              <a:buNone/>
              <a:tabLst/>
              <a:defRPr/>
            </a:pPr>
            <a:endParaRPr kumimoji="0" sz="12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28" name="Content Placeholder 27">
            <a:extLst>
              <a:ext uri="{FF2B5EF4-FFF2-40B4-BE49-F238E27FC236}">
                <a16:creationId xmlns:a16="http://schemas.microsoft.com/office/drawing/2014/main" id="{350DA416-A0D4-40D1-BA66-993124D5FC92}"/>
              </a:ext>
            </a:extLst>
          </p:cNvPr>
          <p:cNvSpPr>
            <a:spLocks noGrp="1"/>
          </p:cNvSpPr>
          <p:nvPr>
            <p:ph sz="quarter" idx="12" hasCustomPrompt="1"/>
          </p:nvPr>
        </p:nvSpPr>
        <p:spPr>
          <a:xfrm>
            <a:off x="1448593" y="2318321"/>
            <a:ext cx="9290050" cy="2216150"/>
          </a:xfrm>
        </p:spPr>
        <p:txBody>
          <a:bodyPr anchor="ctr"/>
          <a:lstStyle>
            <a:lvl1pPr algn="ctr">
              <a:defRPr sz="2400"/>
            </a:lvl1pPr>
            <a:lvl2pPr algn="ctr">
              <a:defRPr/>
            </a:lvl2pPr>
            <a:lvl3pPr algn="ctr">
              <a:defRPr/>
            </a:lvl3pPr>
            <a:lvl4pPr algn="ctr">
              <a:defRPr/>
            </a:lvl4pPr>
            <a:lvl5pPr algn="ctr">
              <a:defRPr/>
            </a:lvl5pPr>
          </a:lstStyle>
          <a:p>
            <a:pPr algn="ctr">
              <a:spcAft>
                <a:spcPts val="600"/>
              </a:spcAft>
            </a:pPr>
            <a:r>
              <a:rPr lang="en-US" sz="2000" dirty="0"/>
              <a:t>Text here</a:t>
            </a:r>
          </a:p>
        </p:txBody>
      </p:sp>
      <p:grpSp>
        <p:nvGrpSpPr>
          <p:cNvPr id="9" name="Graphic 8">
            <a:extLst>
              <a:ext uri="{FF2B5EF4-FFF2-40B4-BE49-F238E27FC236}">
                <a16:creationId xmlns:a16="http://schemas.microsoft.com/office/drawing/2014/main" id="{64FCAA97-8FE4-50A0-7C79-556E1A1634BA}"/>
              </a:ext>
            </a:extLst>
          </p:cNvPr>
          <p:cNvGrpSpPr/>
          <p:nvPr userDrawn="1"/>
        </p:nvGrpSpPr>
        <p:grpSpPr>
          <a:xfrm>
            <a:off x="265625" y="6323271"/>
            <a:ext cx="1249223" cy="369648"/>
            <a:chOff x="265625" y="6323271"/>
            <a:chExt cx="1249223" cy="369648"/>
          </a:xfrm>
          <a:solidFill>
            <a:srgbClr val="000000"/>
          </a:solidFill>
        </p:grpSpPr>
        <p:grpSp>
          <p:nvGrpSpPr>
            <p:cNvPr id="10" name="Graphic 8">
              <a:extLst>
                <a:ext uri="{FF2B5EF4-FFF2-40B4-BE49-F238E27FC236}">
                  <a16:creationId xmlns:a16="http://schemas.microsoft.com/office/drawing/2014/main" id="{9A301478-2AE1-1FA6-9236-114A92D296E5}"/>
                </a:ext>
              </a:extLst>
            </p:cNvPr>
            <p:cNvGrpSpPr/>
            <p:nvPr/>
          </p:nvGrpSpPr>
          <p:grpSpPr>
            <a:xfrm>
              <a:off x="745455" y="6594444"/>
              <a:ext cx="722662" cy="98475"/>
              <a:chOff x="745455" y="6594444"/>
              <a:chExt cx="722662" cy="98475"/>
            </a:xfrm>
            <a:solidFill>
              <a:srgbClr val="000000"/>
            </a:solidFill>
          </p:grpSpPr>
          <p:sp>
            <p:nvSpPr>
              <p:cNvPr id="19" name="Freeform 49">
                <a:extLst>
                  <a:ext uri="{FF2B5EF4-FFF2-40B4-BE49-F238E27FC236}">
                    <a16:creationId xmlns:a16="http://schemas.microsoft.com/office/drawing/2014/main" id="{77B6408B-513E-793C-AA93-85ADC4E9AA57}"/>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0" name="Freeform 50">
                <a:extLst>
                  <a:ext uri="{FF2B5EF4-FFF2-40B4-BE49-F238E27FC236}">
                    <a16:creationId xmlns:a16="http://schemas.microsoft.com/office/drawing/2014/main" id="{FF01FD05-44B4-7183-40EE-BC72FC590546}"/>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1" name="Freeform 51">
                <a:extLst>
                  <a:ext uri="{FF2B5EF4-FFF2-40B4-BE49-F238E27FC236}">
                    <a16:creationId xmlns:a16="http://schemas.microsoft.com/office/drawing/2014/main" id="{EB5DC93C-6E1F-FE04-362F-1D25A5A988C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2" name="Freeform 52">
                <a:extLst>
                  <a:ext uri="{FF2B5EF4-FFF2-40B4-BE49-F238E27FC236}">
                    <a16:creationId xmlns:a16="http://schemas.microsoft.com/office/drawing/2014/main" id="{5039CFF3-425C-2523-E5FC-8AEA61B63CE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3" name="Freeform 53">
                <a:extLst>
                  <a:ext uri="{FF2B5EF4-FFF2-40B4-BE49-F238E27FC236}">
                    <a16:creationId xmlns:a16="http://schemas.microsoft.com/office/drawing/2014/main" id="{7D8FA307-33A9-5D04-1017-51AB846357E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4" name="Freeform 54">
                <a:extLst>
                  <a:ext uri="{FF2B5EF4-FFF2-40B4-BE49-F238E27FC236}">
                    <a16:creationId xmlns:a16="http://schemas.microsoft.com/office/drawing/2014/main" id="{75AB330D-0B06-9D30-7D05-27FB950067F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45" name="Freeform 55">
                <a:extLst>
                  <a:ext uri="{FF2B5EF4-FFF2-40B4-BE49-F238E27FC236}">
                    <a16:creationId xmlns:a16="http://schemas.microsoft.com/office/drawing/2014/main" id="{7C0134AF-3945-8FE4-327B-8B7A10AE6CE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46" name="Freeform 56">
                <a:extLst>
                  <a:ext uri="{FF2B5EF4-FFF2-40B4-BE49-F238E27FC236}">
                    <a16:creationId xmlns:a16="http://schemas.microsoft.com/office/drawing/2014/main" id="{B3CEFE01-F4E8-9E1B-9DFA-D8BC8DCCD4C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47" name="Freeform 57">
                <a:extLst>
                  <a:ext uri="{FF2B5EF4-FFF2-40B4-BE49-F238E27FC236}">
                    <a16:creationId xmlns:a16="http://schemas.microsoft.com/office/drawing/2014/main" id="{33412458-8168-B9DF-4184-D56E7AD747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8" name="Freeform 58">
                <a:extLst>
                  <a:ext uri="{FF2B5EF4-FFF2-40B4-BE49-F238E27FC236}">
                    <a16:creationId xmlns:a16="http://schemas.microsoft.com/office/drawing/2014/main" id="{B8B93CD1-9088-20B2-9AD2-0F790B4662A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1" name="Graphic 8">
              <a:extLst>
                <a:ext uri="{FF2B5EF4-FFF2-40B4-BE49-F238E27FC236}">
                  <a16:creationId xmlns:a16="http://schemas.microsoft.com/office/drawing/2014/main" id="{18F3F16B-B1BA-C92A-BBA1-2D5F48914371}"/>
                </a:ext>
              </a:extLst>
            </p:cNvPr>
            <p:cNvGrpSpPr/>
            <p:nvPr/>
          </p:nvGrpSpPr>
          <p:grpSpPr>
            <a:xfrm>
              <a:off x="265625" y="6323271"/>
              <a:ext cx="1249223" cy="190348"/>
              <a:chOff x="265625" y="6323271"/>
              <a:chExt cx="1249223" cy="190348"/>
            </a:xfrm>
            <a:solidFill>
              <a:srgbClr val="000000"/>
            </a:solidFill>
          </p:grpSpPr>
          <p:sp>
            <p:nvSpPr>
              <p:cNvPr id="12" name="Freeform 60">
                <a:extLst>
                  <a:ext uri="{FF2B5EF4-FFF2-40B4-BE49-F238E27FC236}">
                    <a16:creationId xmlns:a16="http://schemas.microsoft.com/office/drawing/2014/main" id="{BF6642DE-A776-A868-6859-4952EFA5AD9A}"/>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3" name="Freeform 61">
                <a:extLst>
                  <a:ext uri="{FF2B5EF4-FFF2-40B4-BE49-F238E27FC236}">
                    <a16:creationId xmlns:a16="http://schemas.microsoft.com/office/drawing/2014/main" id="{28D2AC94-FFD0-59D4-1FD3-A17D5C7B606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590E310A-0AE4-3A1A-0CC5-4E74D5B0305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C5C5E023-9533-ADB2-2A95-42803D624C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F12D8013-416F-8468-1334-31DEEE3EFC6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97A1E3A4-FFE5-8115-6381-659B1ACD9C51}"/>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8" name="Freeform 66">
                <a:extLst>
                  <a:ext uri="{FF2B5EF4-FFF2-40B4-BE49-F238E27FC236}">
                    <a16:creationId xmlns:a16="http://schemas.microsoft.com/office/drawing/2014/main" id="{A538E1FA-7AA2-D4C6-D933-FD2310DB60DB}"/>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289592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Full Re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FBFBEC1-F8B5-56BE-32B8-5D2EB66D2601}"/>
              </a:ext>
            </a:extLst>
          </p:cNvPr>
          <p:cNvSpPr/>
          <p:nvPr userDrawn="1"/>
        </p:nvSpPr>
        <p:spPr>
          <a:xfrm>
            <a:off x="0" y="0"/>
            <a:ext cx="12188825" cy="6858000"/>
          </a:xfrm>
          <a:prstGeom prst="rect">
            <a:avLst/>
          </a:prstGeom>
          <a:gradFill flip="none" rotWithShape="1">
            <a:gsLst>
              <a:gs pos="0">
                <a:srgbClr val="A6192E"/>
              </a:gs>
              <a:gs pos="100000">
                <a:srgbClr val="79051B"/>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aphic 8">
            <a:extLst>
              <a:ext uri="{FF2B5EF4-FFF2-40B4-BE49-F238E27FC236}">
                <a16:creationId xmlns:a16="http://schemas.microsoft.com/office/drawing/2014/main" id="{64FCAA97-8FE4-50A0-7C79-556E1A1634BA}"/>
              </a:ext>
            </a:extLst>
          </p:cNvPr>
          <p:cNvGrpSpPr/>
          <p:nvPr userDrawn="1"/>
        </p:nvGrpSpPr>
        <p:grpSpPr>
          <a:xfrm>
            <a:off x="265625" y="6323271"/>
            <a:ext cx="1249223" cy="369648"/>
            <a:chOff x="265625" y="6323271"/>
            <a:chExt cx="1249223" cy="369648"/>
          </a:xfrm>
          <a:solidFill>
            <a:schemeClr val="bg1"/>
          </a:solidFill>
        </p:grpSpPr>
        <p:grpSp>
          <p:nvGrpSpPr>
            <p:cNvPr id="10" name="Graphic 8">
              <a:extLst>
                <a:ext uri="{FF2B5EF4-FFF2-40B4-BE49-F238E27FC236}">
                  <a16:creationId xmlns:a16="http://schemas.microsoft.com/office/drawing/2014/main" id="{9A301478-2AE1-1FA6-9236-114A92D296E5}"/>
                </a:ext>
              </a:extLst>
            </p:cNvPr>
            <p:cNvGrpSpPr/>
            <p:nvPr/>
          </p:nvGrpSpPr>
          <p:grpSpPr>
            <a:xfrm>
              <a:off x="745455" y="6594444"/>
              <a:ext cx="722662" cy="98475"/>
              <a:chOff x="745455" y="6594444"/>
              <a:chExt cx="722662" cy="98475"/>
            </a:xfrm>
            <a:grpFill/>
          </p:grpSpPr>
          <p:sp>
            <p:nvSpPr>
              <p:cNvPr id="19" name="Freeform 49">
                <a:extLst>
                  <a:ext uri="{FF2B5EF4-FFF2-40B4-BE49-F238E27FC236}">
                    <a16:creationId xmlns:a16="http://schemas.microsoft.com/office/drawing/2014/main" id="{77B6408B-513E-793C-AA93-85ADC4E9AA57}"/>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p>
            </p:txBody>
          </p:sp>
          <p:sp>
            <p:nvSpPr>
              <p:cNvPr id="20" name="Freeform 50">
                <a:extLst>
                  <a:ext uri="{FF2B5EF4-FFF2-40B4-BE49-F238E27FC236}">
                    <a16:creationId xmlns:a16="http://schemas.microsoft.com/office/drawing/2014/main" id="{FF01FD05-44B4-7183-40EE-BC72FC590546}"/>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p>
            </p:txBody>
          </p:sp>
          <p:sp>
            <p:nvSpPr>
              <p:cNvPr id="21" name="Freeform 51">
                <a:extLst>
                  <a:ext uri="{FF2B5EF4-FFF2-40B4-BE49-F238E27FC236}">
                    <a16:creationId xmlns:a16="http://schemas.microsoft.com/office/drawing/2014/main" id="{EB5DC93C-6E1F-FE04-362F-1D25A5A988C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p>
            </p:txBody>
          </p:sp>
          <p:sp>
            <p:nvSpPr>
              <p:cNvPr id="22" name="Freeform 52">
                <a:extLst>
                  <a:ext uri="{FF2B5EF4-FFF2-40B4-BE49-F238E27FC236}">
                    <a16:creationId xmlns:a16="http://schemas.microsoft.com/office/drawing/2014/main" id="{5039CFF3-425C-2523-E5FC-8AEA61B63CE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p>
            </p:txBody>
          </p:sp>
          <p:sp>
            <p:nvSpPr>
              <p:cNvPr id="23" name="Freeform 53">
                <a:extLst>
                  <a:ext uri="{FF2B5EF4-FFF2-40B4-BE49-F238E27FC236}">
                    <a16:creationId xmlns:a16="http://schemas.microsoft.com/office/drawing/2014/main" id="{7D8FA307-33A9-5D04-1017-51AB846357E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p>
            </p:txBody>
          </p:sp>
          <p:sp>
            <p:nvSpPr>
              <p:cNvPr id="44" name="Freeform 54">
                <a:extLst>
                  <a:ext uri="{FF2B5EF4-FFF2-40B4-BE49-F238E27FC236}">
                    <a16:creationId xmlns:a16="http://schemas.microsoft.com/office/drawing/2014/main" id="{75AB330D-0B06-9D30-7D05-27FB950067F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p>
            </p:txBody>
          </p:sp>
          <p:sp>
            <p:nvSpPr>
              <p:cNvPr id="45" name="Freeform 55">
                <a:extLst>
                  <a:ext uri="{FF2B5EF4-FFF2-40B4-BE49-F238E27FC236}">
                    <a16:creationId xmlns:a16="http://schemas.microsoft.com/office/drawing/2014/main" id="{7C0134AF-3945-8FE4-327B-8B7A10AE6CE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p>
            </p:txBody>
          </p:sp>
          <p:sp>
            <p:nvSpPr>
              <p:cNvPr id="46" name="Freeform 56">
                <a:extLst>
                  <a:ext uri="{FF2B5EF4-FFF2-40B4-BE49-F238E27FC236}">
                    <a16:creationId xmlns:a16="http://schemas.microsoft.com/office/drawing/2014/main" id="{B3CEFE01-F4E8-9E1B-9DFA-D8BC8DCCD4C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p>
            </p:txBody>
          </p:sp>
          <p:sp>
            <p:nvSpPr>
              <p:cNvPr id="47" name="Freeform 57">
                <a:extLst>
                  <a:ext uri="{FF2B5EF4-FFF2-40B4-BE49-F238E27FC236}">
                    <a16:creationId xmlns:a16="http://schemas.microsoft.com/office/drawing/2014/main" id="{33412458-8168-B9DF-4184-D56E7AD747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p>
            </p:txBody>
          </p:sp>
          <p:sp>
            <p:nvSpPr>
              <p:cNvPr id="48" name="Freeform 58">
                <a:extLst>
                  <a:ext uri="{FF2B5EF4-FFF2-40B4-BE49-F238E27FC236}">
                    <a16:creationId xmlns:a16="http://schemas.microsoft.com/office/drawing/2014/main" id="{B8B93CD1-9088-20B2-9AD2-0F790B4662A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p>
            </p:txBody>
          </p:sp>
        </p:grpSp>
        <p:grpSp>
          <p:nvGrpSpPr>
            <p:cNvPr id="11" name="Graphic 8">
              <a:extLst>
                <a:ext uri="{FF2B5EF4-FFF2-40B4-BE49-F238E27FC236}">
                  <a16:creationId xmlns:a16="http://schemas.microsoft.com/office/drawing/2014/main" id="{18F3F16B-B1BA-C92A-BBA1-2D5F48914371}"/>
                </a:ext>
              </a:extLst>
            </p:cNvPr>
            <p:cNvGrpSpPr/>
            <p:nvPr/>
          </p:nvGrpSpPr>
          <p:grpSpPr>
            <a:xfrm>
              <a:off x="265625" y="6323271"/>
              <a:ext cx="1249223" cy="190348"/>
              <a:chOff x="265625" y="6323271"/>
              <a:chExt cx="1249223" cy="190348"/>
            </a:xfrm>
            <a:grpFill/>
          </p:grpSpPr>
          <p:sp>
            <p:nvSpPr>
              <p:cNvPr id="12" name="Freeform 60">
                <a:extLst>
                  <a:ext uri="{FF2B5EF4-FFF2-40B4-BE49-F238E27FC236}">
                    <a16:creationId xmlns:a16="http://schemas.microsoft.com/office/drawing/2014/main" id="{BF6642DE-A776-A868-6859-4952EFA5AD9A}"/>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p>
            </p:txBody>
          </p:sp>
          <p:sp>
            <p:nvSpPr>
              <p:cNvPr id="13" name="Freeform 61">
                <a:extLst>
                  <a:ext uri="{FF2B5EF4-FFF2-40B4-BE49-F238E27FC236}">
                    <a16:creationId xmlns:a16="http://schemas.microsoft.com/office/drawing/2014/main" id="{28D2AC94-FFD0-59D4-1FD3-A17D5C7B606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590E310A-0AE4-3A1A-0CC5-4E74D5B0305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C5C5E023-9533-ADB2-2A95-42803D624C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F12D8013-416F-8468-1334-31DEEE3EFC6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97A1E3A4-FFE5-8115-6381-659B1ACD9C51}"/>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p>
            </p:txBody>
          </p:sp>
          <p:sp>
            <p:nvSpPr>
              <p:cNvPr id="18" name="Freeform 66">
                <a:extLst>
                  <a:ext uri="{FF2B5EF4-FFF2-40B4-BE49-F238E27FC236}">
                    <a16:creationId xmlns:a16="http://schemas.microsoft.com/office/drawing/2014/main" id="{A538E1FA-7AA2-D4C6-D933-FD2310DB60DB}"/>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p>
            </p:txBody>
          </p:sp>
        </p:grpSp>
      </p:grpSp>
      <p:sp>
        <p:nvSpPr>
          <p:cNvPr id="4" name="Content Placeholder 27">
            <a:extLst>
              <a:ext uri="{FF2B5EF4-FFF2-40B4-BE49-F238E27FC236}">
                <a16:creationId xmlns:a16="http://schemas.microsoft.com/office/drawing/2014/main" id="{350DA416-A0D4-40D1-BA66-993124D5FC92}"/>
              </a:ext>
            </a:extLst>
          </p:cNvPr>
          <p:cNvSpPr>
            <a:spLocks noGrp="1"/>
          </p:cNvSpPr>
          <p:nvPr>
            <p:ph sz="quarter" idx="12" hasCustomPrompt="1"/>
          </p:nvPr>
        </p:nvSpPr>
        <p:spPr>
          <a:xfrm>
            <a:off x="1" y="0"/>
            <a:ext cx="12188824" cy="6858000"/>
          </a:xfrm>
        </p:spPr>
        <p:txBody>
          <a:bodyPr anchor="ctr"/>
          <a:lstStyle>
            <a:lvl1pPr algn="ctr">
              <a:defRPr sz="3200">
                <a:solidFill>
                  <a:schemeClr val="bg1"/>
                </a:solidFill>
              </a:defRPr>
            </a:lvl1pPr>
            <a:lvl2pPr algn="ctr">
              <a:defRPr/>
            </a:lvl2pPr>
            <a:lvl3pPr algn="ctr">
              <a:defRPr/>
            </a:lvl3pPr>
            <a:lvl4pPr algn="ctr">
              <a:defRPr/>
            </a:lvl4pPr>
            <a:lvl5pPr algn="ctr">
              <a:defRPr/>
            </a:lvl5pPr>
          </a:lstStyle>
          <a:p>
            <a:pPr algn="ctr">
              <a:spcAft>
                <a:spcPts val="600"/>
              </a:spcAft>
            </a:pPr>
            <a:r>
              <a:rPr lang="en-US" sz="2000" dirty="0"/>
              <a:t>Text here</a:t>
            </a:r>
          </a:p>
        </p:txBody>
      </p:sp>
    </p:spTree>
    <p:extLst>
      <p:ext uri="{BB962C8B-B14F-4D97-AF65-F5344CB8AC3E}">
        <p14:creationId xmlns:p14="http://schemas.microsoft.com/office/powerpoint/2010/main" val="3533660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Screenshot">
    <p:spTree>
      <p:nvGrpSpPr>
        <p:cNvPr id="1" name=""/>
        <p:cNvGrpSpPr/>
        <p:nvPr/>
      </p:nvGrpSpPr>
      <p:grpSpPr>
        <a:xfrm>
          <a:off x="0" y="0"/>
          <a:ext cx="0" cy="0"/>
          <a:chOff x="0" y="0"/>
          <a:chExt cx="0" cy="0"/>
        </a:xfrm>
      </p:grpSpPr>
      <p:sp>
        <p:nvSpPr>
          <p:cNvPr id="9" name="Graphic 183">
            <a:extLst>
              <a:ext uri="{FF2B5EF4-FFF2-40B4-BE49-F238E27FC236}">
                <a16:creationId xmlns:a16="http://schemas.microsoft.com/office/drawing/2014/main" id="{CC0EE858-5B6C-D50F-5D2F-30F1D7D74C44}"/>
              </a:ext>
            </a:extLst>
          </p:cNvPr>
          <p:cNvSpPr/>
          <p:nvPr userDrawn="1"/>
        </p:nvSpPr>
        <p:spPr>
          <a:xfrm>
            <a:off x="320695" y="0"/>
            <a:ext cx="11547435" cy="5932641"/>
          </a:xfrm>
          <a:custGeom>
            <a:avLst/>
            <a:gdLst>
              <a:gd name="connsiteX0" fmla="*/ 10156413 w 10156412"/>
              <a:gd name="connsiteY0" fmla="*/ 0 h 5217985"/>
              <a:gd name="connsiteX1" fmla="*/ 4938427 w 10156412"/>
              <a:gd name="connsiteY1" fmla="*/ 5217986 h 5217985"/>
              <a:gd name="connsiteX2" fmla="*/ 0 w 10156412"/>
              <a:gd name="connsiteY2" fmla="*/ 5217986 h 5217985"/>
              <a:gd name="connsiteX3" fmla="*/ 5210842 w 10156412"/>
              <a:gd name="connsiteY3" fmla="*/ 7144 h 5217985"/>
              <a:gd name="connsiteX4" fmla="*/ 10156413 w 10156412"/>
              <a:gd name="connsiteY4" fmla="*/ 0 h 52179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6412" h="5217985">
                <a:moveTo>
                  <a:pt x="10156413" y="0"/>
                </a:moveTo>
                <a:lnTo>
                  <a:pt x="4938427" y="5217986"/>
                </a:lnTo>
                <a:lnTo>
                  <a:pt x="0" y="5217986"/>
                </a:lnTo>
                <a:lnTo>
                  <a:pt x="5210842" y="7144"/>
                </a:lnTo>
                <a:lnTo>
                  <a:pt x="10156413" y="0"/>
                </a:lnTo>
                <a:close/>
              </a:path>
            </a:pathLst>
          </a:custGeom>
          <a:gradFill>
            <a:gsLst>
              <a:gs pos="0">
                <a:schemeClr val="accent3">
                  <a:lumMod val="20000"/>
                  <a:lumOff val="80000"/>
                </a:schemeClr>
              </a:gs>
              <a:gs pos="97000">
                <a:schemeClr val="accent3">
                  <a:alpha val="56000"/>
                </a:schemeClr>
              </a:gs>
              <a:gs pos="51000">
                <a:schemeClr val="accent1">
                  <a:lumMod val="20000"/>
                  <a:lumOff val="80000"/>
                </a:schemeClr>
              </a:gs>
            </a:gsLst>
            <a:lin ang="5400000" scaled="1"/>
          </a:gradFill>
          <a:ln w="0" cap="flat">
            <a:noFill/>
            <a:prstDash val="solid"/>
            <a:miter/>
          </a:ln>
        </p:spPr>
        <p:txBody>
          <a:bodyPr rtlCol="0" anchor="ctr"/>
          <a:lstStyle/>
          <a:p>
            <a:endParaRPr lang="en-US"/>
          </a:p>
        </p:txBody>
      </p:sp>
      <p:sp>
        <p:nvSpPr>
          <p:cNvPr id="11" name="page number">
            <a:extLst>
              <a:ext uri="{FF2B5EF4-FFF2-40B4-BE49-F238E27FC236}">
                <a16:creationId xmlns:a16="http://schemas.microsoft.com/office/drawing/2014/main" id="{DD6ED7B7-A0CA-F5BD-3911-D9D78882D78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pic>
        <p:nvPicPr>
          <p:cNvPr id="12" name="Picture 11" descr="A screen shot of a computer&#10;&#10;Description automatically generated">
            <a:extLst>
              <a:ext uri="{FF2B5EF4-FFF2-40B4-BE49-F238E27FC236}">
                <a16:creationId xmlns:a16="http://schemas.microsoft.com/office/drawing/2014/main" id="{CAA26AE1-6CFF-CFC9-CF76-0A49C1E19A5E}"/>
              </a:ext>
            </a:extLst>
          </p:cNvPr>
          <p:cNvPicPr>
            <a:picLocks noChangeAspect="1"/>
          </p:cNvPicPr>
          <p:nvPr userDrawn="1"/>
        </p:nvPicPr>
        <p:blipFill>
          <a:blip r:embed="rId2"/>
          <a:stretch>
            <a:fillRect/>
          </a:stretch>
        </p:blipFill>
        <p:spPr>
          <a:xfrm>
            <a:off x="1381355" y="365760"/>
            <a:ext cx="9426115" cy="5651190"/>
          </a:xfrm>
          <a:prstGeom prst="rect">
            <a:avLst/>
          </a:prstGeom>
        </p:spPr>
      </p:pic>
      <p:grpSp>
        <p:nvGrpSpPr>
          <p:cNvPr id="6" name="Graphic 8">
            <a:extLst>
              <a:ext uri="{FF2B5EF4-FFF2-40B4-BE49-F238E27FC236}">
                <a16:creationId xmlns:a16="http://schemas.microsoft.com/office/drawing/2014/main" id="{87EFBD84-344D-95EF-DE3F-F6160168A24E}"/>
              </a:ext>
            </a:extLst>
          </p:cNvPr>
          <p:cNvGrpSpPr/>
          <p:nvPr userDrawn="1"/>
        </p:nvGrpSpPr>
        <p:grpSpPr>
          <a:xfrm>
            <a:off x="265625" y="6323271"/>
            <a:ext cx="1249223" cy="369648"/>
            <a:chOff x="265625" y="6323271"/>
            <a:chExt cx="1249223" cy="369648"/>
          </a:xfrm>
          <a:solidFill>
            <a:srgbClr val="000000"/>
          </a:solidFill>
        </p:grpSpPr>
        <p:grpSp>
          <p:nvGrpSpPr>
            <p:cNvPr id="7" name="Graphic 8">
              <a:extLst>
                <a:ext uri="{FF2B5EF4-FFF2-40B4-BE49-F238E27FC236}">
                  <a16:creationId xmlns:a16="http://schemas.microsoft.com/office/drawing/2014/main" id="{D9656C95-543D-8B11-107E-E47CCC79603F}"/>
                </a:ext>
              </a:extLst>
            </p:cNvPr>
            <p:cNvGrpSpPr/>
            <p:nvPr/>
          </p:nvGrpSpPr>
          <p:grpSpPr>
            <a:xfrm>
              <a:off x="745455" y="6594444"/>
              <a:ext cx="722662" cy="98475"/>
              <a:chOff x="745455" y="6594444"/>
              <a:chExt cx="722662" cy="98475"/>
            </a:xfrm>
            <a:solidFill>
              <a:srgbClr val="000000"/>
            </a:solidFill>
          </p:grpSpPr>
          <p:sp>
            <p:nvSpPr>
              <p:cNvPr id="19" name="Freeform 49">
                <a:extLst>
                  <a:ext uri="{FF2B5EF4-FFF2-40B4-BE49-F238E27FC236}">
                    <a16:creationId xmlns:a16="http://schemas.microsoft.com/office/drawing/2014/main" id="{A7B82701-0FDD-9029-8E99-1E22C10A5C6D}"/>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0" name="Freeform 50">
                <a:extLst>
                  <a:ext uri="{FF2B5EF4-FFF2-40B4-BE49-F238E27FC236}">
                    <a16:creationId xmlns:a16="http://schemas.microsoft.com/office/drawing/2014/main" id="{E1A3DB7F-29F4-4BEA-E671-1D68F6B58536}"/>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1" name="Freeform 51">
                <a:extLst>
                  <a:ext uri="{FF2B5EF4-FFF2-40B4-BE49-F238E27FC236}">
                    <a16:creationId xmlns:a16="http://schemas.microsoft.com/office/drawing/2014/main" id="{A22E09E8-6DE3-AA3F-3F5D-36ABE11E037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2" name="Freeform 52">
                <a:extLst>
                  <a:ext uri="{FF2B5EF4-FFF2-40B4-BE49-F238E27FC236}">
                    <a16:creationId xmlns:a16="http://schemas.microsoft.com/office/drawing/2014/main" id="{7A24911E-70C9-F02C-1964-9DFF5315CD9B}"/>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3" name="Freeform 53">
                <a:extLst>
                  <a:ext uri="{FF2B5EF4-FFF2-40B4-BE49-F238E27FC236}">
                    <a16:creationId xmlns:a16="http://schemas.microsoft.com/office/drawing/2014/main" id="{37BF3D16-6ACD-DA44-363A-8AC823B477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4" name="Freeform 54">
                <a:extLst>
                  <a:ext uri="{FF2B5EF4-FFF2-40B4-BE49-F238E27FC236}">
                    <a16:creationId xmlns:a16="http://schemas.microsoft.com/office/drawing/2014/main" id="{BE6417C8-BBF4-81F7-A0DD-24EB7EFBFE3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5" name="Freeform 55">
                <a:extLst>
                  <a:ext uri="{FF2B5EF4-FFF2-40B4-BE49-F238E27FC236}">
                    <a16:creationId xmlns:a16="http://schemas.microsoft.com/office/drawing/2014/main" id="{B4A4279D-68E4-8B6F-E581-236E464E40F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6" name="Freeform 56">
                <a:extLst>
                  <a:ext uri="{FF2B5EF4-FFF2-40B4-BE49-F238E27FC236}">
                    <a16:creationId xmlns:a16="http://schemas.microsoft.com/office/drawing/2014/main" id="{F697AECC-1861-AE33-EE4E-BCE1A815D26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7" name="Freeform 57">
                <a:extLst>
                  <a:ext uri="{FF2B5EF4-FFF2-40B4-BE49-F238E27FC236}">
                    <a16:creationId xmlns:a16="http://schemas.microsoft.com/office/drawing/2014/main" id="{C0525938-7872-C849-6A48-7C9C0C25C1E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8" name="Freeform 58">
                <a:extLst>
                  <a:ext uri="{FF2B5EF4-FFF2-40B4-BE49-F238E27FC236}">
                    <a16:creationId xmlns:a16="http://schemas.microsoft.com/office/drawing/2014/main" id="{FA5A3834-0DE7-CB60-35E5-22D79CB88609}"/>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8" name="Graphic 8">
              <a:extLst>
                <a:ext uri="{FF2B5EF4-FFF2-40B4-BE49-F238E27FC236}">
                  <a16:creationId xmlns:a16="http://schemas.microsoft.com/office/drawing/2014/main" id="{BA3AC9DE-BCBF-E496-55E8-B706E2AFEA9B}"/>
                </a:ext>
              </a:extLst>
            </p:cNvPr>
            <p:cNvGrpSpPr/>
            <p:nvPr/>
          </p:nvGrpSpPr>
          <p:grpSpPr>
            <a:xfrm>
              <a:off x="265625" y="6323271"/>
              <a:ext cx="1249223" cy="190348"/>
              <a:chOff x="265625" y="6323271"/>
              <a:chExt cx="1249223" cy="190348"/>
            </a:xfrm>
            <a:solidFill>
              <a:srgbClr val="000000"/>
            </a:solidFill>
          </p:grpSpPr>
          <p:sp>
            <p:nvSpPr>
              <p:cNvPr id="10" name="Freeform 60">
                <a:extLst>
                  <a:ext uri="{FF2B5EF4-FFF2-40B4-BE49-F238E27FC236}">
                    <a16:creationId xmlns:a16="http://schemas.microsoft.com/office/drawing/2014/main" id="{3B9321B5-FF9F-F279-FAB5-2A3C476536A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3" name="Freeform 61">
                <a:extLst>
                  <a:ext uri="{FF2B5EF4-FFF2-40B4-BE49-F238E27FC236}">
                    <a16:creationId xmlns:a16="http://schemas.microsoft.com/office/drawing/2014/main" id="{67AC7DF2-D051-44A4-8593-C53748DBA882}"/>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4" name="Freeform 62">
                <a:extLst>
                  <a:ext uri="{FF2B5EF4-FFF2-40B4-BE49-F238E27FC236}">
                    <a16:creationId xmlns:a16="http://schemas.microsoft.com/office/drawing/2014/main" id="{C7EF40A0-69C9-4C10-1242-C502242CD4E3}"/>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5" name="Freeform 63">
                <a:extLst>
                  <a:ext uri="{FF2B5EF4-FFF2-40B4-BE49-F238E27FC236}">
                    <a16:creationId xmlns:a16="http://schemas.microsoft.com/office/drawing/2014/main" id="{6F20B51A-FCBD-2B3E-53A3-9ACB9196A26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6" name="Freeform 64">
                <a:extLst>
                  <a:ext uri="{FF2B5EF4-FFF2-40B4-BE49-F238E27FC236}">
                    <a16:creationId xmlns:a16="http://schemas.microsoft.com/office/drawing/2014/main" id="{DBDA56D6-EEA4-C40A-3200-D843DFA23D2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7" name="Freeform 65">
                <a:extLst>
                  <a:ext uri="{FF2B5EF4-FFF2-40B4-BE49-F238E27FC236}">
                    <a16:creationId xmlns:a16="http://schemas.microsoft.com/office/drawing/2014/main" id="{B8422E84-A38D-22FE-8238-51651BA7FA5B}"/>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8" name="Freeform 66">
                <a:extLst>
                  <a:ext uri="{FF2B5EF4-FFF2-40B4-BE49-F238E27FC236}">
                    <a16:creationId xmlns:a16="http://schemas.microsoft.com/office/drawing/2014/main" id="{CE857AA0-5594-39A8-04E9-4842D5E7D5B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3" name="TextBox 2">
            <a:extLst>
              <a:ext uri="{FF2B5EF4-FFF2-40B4-BE49-F238E27FC236}">
                <a16:creationId xmlns:a16="http://schemas.microsoft.com/office/drawing/2014/main" id="{42F28B57-8777-0EF5-2660-00FF91A1062C}"/>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622127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Thank You / Closing - Leaf">
    <p:spTree>
      <p:nvGrpSpPr>
        <p:cNvPr id="1" name=""/>
        <p:cNvGrpSpPr/>
        <p:nvPr/>
      </p:nvGrpSpPr>
      <p:grpSpPr>
        <a:xfrm>
          <a:off x="0" y="0"/>
          <a:ext cx="0" cy="0"/>
          <a:chOff x="0" y="0"/>
          <a:chExt cx="0" cy="0"/>
        </a:xfrm>
      </p:grpSpPr>
      <p:sp>
        <p:nvSpPr>
          <p:cNvPr id="49" name="Freeform: Shape 48">
            <a:extLst>
              <a:ext uri="{FF2B5EF4-FFF2-40B4-BE49-F238E27FC236}">
                <a16:creationId xmlns:a16="http://schemas.microsoft.com/office/drawing/2014/main" id="{56DE6961-EE11-6DE7-194F-886ED937142D}"/>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rgbClr val="61A30E"/>
              </a:gs>
              <a:gs pos="85000">
                <a:srgbClr val="0095C4"/>
              </a:gs>
            </a:gsLst>
            <a:lin ang="18899976" scaled="1"/>
          </a:gradFill>
          <a:ln w="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F8F365AF-9910-BF20-6CFB-24D4C0928B4D}"/>
              </a:ext>
            </a:extLst>
          </p:cNvPr>
          <p:cNvSpPr/>
          <p:nvPr/>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10" name="TextBox 9">
            <a:extLst>
              <a:ext uri="{FF2B5EF4-FFF2-40B4-BE49-F238E27FC236}">
                <a16:creationId xmlns:a16="http://schemas.microsoft.com/office/drawing/2014/main" id="{01F07DE2-A4BE-3B43-A385-D616B948566C}"/>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11" name="Graphic 8">
            <a:extLst>
              <a:ext uri="{FF2B5EF4-FFF2-40B4-BE49-F238E27FC236}">
                <a16:creationId xmlns:a16="http://schemas.microsoft.com/office/drawing/2014/main" id="{6CCAFF07-C864-65F7-E8B7-2C5633311999}"/>
              </a:ext>
            </a:extLst>
          </p:cNvPr>
          <p:cNvGrpSpPr/>
          <p:nvPr/>
        </p:nvGrpSpPr>
        <p:grpSpPr>
          <a:xfrm>
            <a:off x="265625" y="6323271"/>
            <a:ext cx="1249223" cy="369648"/>
            <a:chOff x="265625" y="6323271"/>
            <a:chExt cx="1249223" cy="369648"/>
          </a:xfrm>
          <a:solidFill>
            <a:srgbClr val="000000"/>
          </a:solidFill>
        </p:grpSpPr>
        <p:grpSp>
          <p:nvGrpSpPr>
            <p:cNvPr id="12" name="Graphic 8">
              <a:extLst>
                <a:ext uri="{FF2B5EF4-FFF2-40B4-BE49-F238E27FC236}">
                  <a16:creationId xmlns:a16="http://schemas.microsoft.com/office/drawing/2014/main" id="{AE286926-0755-5C11-7A0A-71094C615B03}"/>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1302BC0-EF33-69DC-5657-3D7BE117EB0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BEAD69D2-73E4-A144-E3E4-00652D470A7C}"/>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1D44DE0F-E65D-8F5E-DDB1-448E05AF8B4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300A7CEA-47C8-F052-0ABC-CC3EB17C99C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B263CA39-11CD-CCFC-8658-51B68E806BF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454151A7-9F9E-00A6-12C4-7BF08E75C91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1677C85A-569D-FF5C-4327-E5F7B4ABB32F}"/>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E88D3A2E-3EBA-D825-F133-2DE36CA58E5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3803B19A-69EA-855A-98FD-BD1186959E33}"/>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EBFA825D-97CB-A8C0-AFB9-8046277D843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5" name="Graphic 8">
              <a:extLst>
                <a:ext uri="{FF2B5EF4-FFF2-40B4-BE49-F238E27FC236}">
                  <a16:creationId xmlns:a16="http://schemas.microsoft.com/office/drawing/2014/main" id="{3A2519BE-9221-F0E4-149B-1E0F287B15F2}"/>
                </a:ext>
              </a:extLst>
            </p:cNvPr>
            <p:cNvGrpSpPr/>
            <p:nvPr/>
          </p:nvGrpSpPr>
          <p:grpSpPr>
            <a:xfrm>
              <a:off x="265625" y="6323271"/>
              <a:ext cx="1249223" cy="190348"/>
              <a:chOff x="265625" y="6323271"/>
              <a:chExt cx="1249223" cy="190348"/>
            </a:xfrm>
            <a:solidFill>
              <a:srgbClr val="000000"/>
            </a:solidFill>
          </p:grpSpPr>
          <p:sp>
            <p:nvSpPr>
              <p:cNvPr id="16" name="Freeform 15">
                <a:extLst>
                  <a:ext uri="{FF2B5EF4-FFF2-40B4-BE49-F238E27FC236}">
                    <a16:creationId xmlns:a16="http://schemas.microsoft.com/office/drawing/2014/main" id="{E24DA16D-AFE1-058B-85D1-9EA36D66A8E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55335D38-CD27-91AC-1D9C-2ECBE6EA600D}"/>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93057BCE-C1E5-5093-0F75-68335E992A1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7CA24CC9-729F-DCB8-F923-0F15F8C9188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BAE7E7AF-181B-E7F5-FE78-4DDD4C4C35B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5473C35A-2B1B-B305-B605-0C9EA6533ED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150F0538-4DA7-4B39-5875-633FB664361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2" name="Freeform: Shape 1">
            <a:extLst>
              <a:ext uri="{FF2B5EF4-FFF2-40B4-BE49-F238E27FC236}">
                <a16:creationId xmlns:a16="http://schemas.microsoft.com/office/drawing/2014/main" id="{1C5EE576-7D35-4E9E-7E82-8116BB430A44}"/>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4"/>
              </a:gs>
            </a:gsLst>
            <a:lin ang="0" scaled="1"/>
          </a:gradFill>
          <a:ln w="0" cap="flat">
            <a:noFill/>
            <a:prstDash val="solid"/>
            <a:miter/>
          </a:ln>
        </p:spPr>
        <p:txBody>
          <a:bodyPr rtlCol="0" anchor="ctr"/>
          <a:lstStyle/>
          <a:p>
            <a:endParaRPr lang="en-US" dirty="0"/>
          </a:p>
        </p:txBody>
      </p:sp>
      <p:sp>
        <p:nvSpPr>
          <p:cNvPr id="34" name="Freeform: Shape 1">
            <a:extLst>
              <a:ext uri="{FF2B5EF4-FFF2-40B4-BE49-F238E27FC236}">
                <a16:creationId xmlns:a16="http://schemas.microsoft.com/office/drawing/2014/main" id="{1C5EE576-7D35-4E9E-7E82-8116BB430A44}"/>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4"/>
              </a:gs>
            </a:gsLst>
            <a:lin ang="0" scaled="1"/>
          </a:gradFill>
          <a:ln w="0" cap="flat">
            <a:noFill/>
            <a:prstDash val="solid"/>
            <a:miter/>
          </a:ln>
        </p:spPr>
        <p:txBody>
          <a:bodyPr rtlCol="0" anchor="ctr"/>
          <a:lstStyle/>
          <a:p>
            <a:endParaRPr lang="en-US" dirty="0"/>
          </a:p>
        </p:txBody>
      </p:sp>
      <p:sp>
        <p:nvSpPr>
          <p:cNvPr id="3" name="TextBox 2">
            <a:extLst>
              <a:ext uri="{FF2B5EF4-FFF2-40B4-BE49-F238E27FC236}">
                <a16:creationId xmlns:a16="http://schemas.microsoft.com/office/drawing/2014/main" id="{73C0D969-A405-CD2A-A392-B917B8B613B7}"/>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1100038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p:cSld name="Thank You / Closing - Aqua">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11BDF268-11B0-0052-054F-E2A7324524A8}"/>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2"/>
              </a:gs>
              <a:gs pos="85000">
                <a:srgbClr val="0095C4"/>
              </a:gs>
            </a:gsLst>
            <a:lin ang="18899976" scaled="1"/>
          </a:gradFill>
          <a:ln w="0"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FFB6A110-E961-EB34-6F92-35210D5B70F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2"/>
              </a:gs>
            </a:gsLst>
            <a:lin ang="0" scaled="1"/>
          </a:gradFill>
          <a:ln w="0" cap="flat">
            <a:noFill/>
            <a:prstDash val="solid"/>
            <a:miter/>
          </a:ln>
        </p:spPr>
        <p:txBody>
          <a:bodyPr rtlCol="0" anchor="ctr"/>
          <a:lstStyle/>
          <a:p>
            <a:endParaRPr lang="en-US" dirty="0"/>
          </a:p>
        </p:txBody>
      </p:sp>
      <p:sp>
        <p:nvSpPr>
          <p:cNvPr id="13" name="TextBox 12">
            <a:extLst>
              <a:ext uri="{FF2B5EF4-FFF2-40B4-BE49-F238E27FC236}">
                <a16:creationId xmlns:a16="http://schemas.microsoft.com/office/drawing/2014/main" id="{1BD12A38-34FF-DD48-95F6-31F5ED4772C8}"/>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
        <p:nvSpPr>
          <p:cNvPr id="2" name="TextBox 1">
            <a:extLst>
              <a:ext uri="{FF2B5EF4-FFF2-40B4-BE49-F238E27FC236}">
                <a16:creationId xmlns:a16="http://schemas.microsoft.com/office/drawing/2014/main" id="{6870951A-A1C2-4343-3CAE-6020736681CC}"/>
              </a:ext>
            </a:extLst>
          </p:cNvPr>
          <p:cNvSpPr txBox="1"/>
          <p:nvPr/>
        </p:nvSpPr>
        <p:spPr>
          <a:xfrm>
            <a:off x="1645084" y="6461498"/>
            <a:ext cx="2806859" cy="125484"/>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Broadcom Proprietary and Confidential. Copyright © 2024 Broadcom.  </a:t>
            </a:r>
          </a:p>
        </p:txBody>
      </p:sp>
      <p:grpSp>
        <p:nvGrpSpPr>
          <p:cNvPr id="4" name="Graphic 8">
            <a:extLst>
              <a:ext uri="{FF2B5EF4-FFF2-40B4-BE49-F238E27FC236}">
                <a16:creationId xmlns:a16="http://schemas.microsoft.com/office/drawing/2014/main" id="{51193D83-E1DC-D884-497D-C36876692E8C}"/>
              </a:ext>
            </a:extLst>
          </p:cNvPr>
          <p:cNvGrpSpPr/>
          <p:nvPr/>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7" name="Freeform 6">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8" name="Freeform 7">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2" name="Freeform: Shape 14">
            <a:extLst>
              <a:ext uri="{FF2B5EF4-FFF2-40B4-BE49-F238E27FC236}">
                <a16:creationId xmlns:a16="http://schemas.microsoft.com/office/drawing/2014/main" id="{CD863588-1EDA-72EC-6D61-3E8A0E7CB273}"/>
              </a:ext>
            </a:extLst>
          </p:cNvPr>
          <p:cNvSpPr/>
          <p:nvPr userDrawn="1"/>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33" name="Freeform: Shape 29">
            <a:extLst>
              <a:ext uri="{FF2B5EF4-FFF2-40B4-BE49-F238E27FC236}">
                <a16:creationId xmlns:a16="http://schemas.microsoft.com/office/drawing/2014/main" id="{FFB6A110-E961-EB34-6F92-35210D5B70F6}"/>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2"/>
              </a:gs>
            </a:gsLst>
            <a:lin ang="0" scaled="1"/>
          </a:gradFill>
          <a:ln w="0" cap="flat">
            <a:noFill/>
            <a:prstDash val="solid"/>
            <a:miter/>
          </a:ln>
        </p:spPr>
        <p:txBody>
          <a:bodyPr rtlCol="0" anchor="ctr"/>
          <a:lstStyle/>
          <a:p>
            <a:endParaRPr lang="en-US" dirty="0"/>
          </a:p>
        </p:txBody>
      </p:sp>
      <p:sp>
        <p:nvSpPr>
          <p:cNvPr id="34" name="TextBox 33">
            <a:extLst>
              <a:ext uri="{FF2B5EF4-FFF2-40B4-BE49-F238E27FC236}">
                <a16:creationId xmlns:a16="http://schemas.microsoft.com/office/drawing/2014/main" id="{1BD12A38-34FF-DD48-95F6-31F5ED4772C8}"/>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37" name="Graphic 8">
            <a:extLst>
              <a:ext uri="{FF2B5EF4-FFF2-40B4-BE49-F238E27FC236}">
                <a16:creationId xmlns:a16="http://schemas.microsoft.com/office/drawing/2014/main" id="{51193D83-E1DC-D884-497D-C36876692E8C}"/>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0" name="TextBox 9">
            <a:extLst>
              <a:ext uri="{FF2B5EF4-FFF2-40B4-BE49-F238E27FC236}">
                <a16:creationId xmlns:a16="http://schemas.microsoft.com/office/drawing/2014/main" id="{39FCD237-E611-CAC8-3736-F49AF3DA231A}"/>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853787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p:cSld name="Thank You / Closing - Plum">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AED7BA03-D917-7BF7-506D-6901DD40B1DF}"/>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5"/>
              </a:gs>
              <a:gs pos="85000">
                <a:srgbClr val="0095C4"/>
              </a:gs>
            </a:gsLst>
            <a:lin ang="18899976" scaled="1"/>
          </a:gradFill>
          <a:ln w="0" cap="flat">
            <a:noFill/>
            <a:prstDash val="solid"/>
            <a:miter/>
          </a:ln>
        </p:spPr>
        <p:txBody>
          <a:bodyPr rtlCol="0" anchor="ctr"/>
          <a:lstStyle/>
          <a:p>
            <a:endParaRPr lang="en-US" dirty="0"/>
          </a:p>
        </p:txBody>
      </p:sp>
      <p:sp>
        <p:nvSpPr>
          <p:cNvPr id="10" name="TextBox 9">
            <a:extLst>
              <a:ext uri="{FF2B5EF4-FFF2-40B4-BE49-F238E27FC236}">
                <a16:creationId xmlns:a16="http://schemas.microsoft.com/office/drawing/2014/main" id="{53EB9DBD-7EC8-8749-8D2B-52C66972D46E}"/>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
        <p:nvSpPr>
          <p:cNvPr id="2" name="TextBox 1">
            <a:extLst>
              <a:ext uri="{FF2B5EF4-FFF2-40B4-BE49-F238E27FC236}">
                <a16:creationId xmlns:a16="http://schemas.microsoft.com/office/drawing/2014/main" id="{9DB548BE-0CE3-CE23-414D-C93C2FDD312A}"/>
              </a:ext>
            </a:extLst>
          </p:cNvPr>
          <p:cNvSpPr txBox="1"/>
          <p:nvPr/>
        </p:nvSpPr>
        <p:spPr>
          <a:xfrm>
            <a:off x="1645084" y="6461498"/>
            <a:ext cx="2806859" cy="125484"/>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Arial" panose="020B0604020202020204" pitchFamily="34" charset="0"/>
                <a:sym typeface="Arial" panose="020B0604020202020204" pitchFamily="34" charset="0"/>
                <a:rtl val="0"/>
              </a:rPr>
              <a:t>Broadcom Proprietary and Confidential. Copyright © 2024 Broadcom.  </a:t>
            </a:r>
          </a:p>
        </p:txBody>
      </p:sp>
      <p:grpSp>
        <p:nvGrpSpPr>
          <p:cNvPr id="4" name="Graphic 8">
            <a:extLst>
              <a:ext uri="{FF2B5EF4-FFF2-40B4-BE49-F238E27FC236}">
                <a16:creationId xmlns:a16="http://schemas.microsoft.com/office/drawing/2014/main" id="{8112DCCF-A410-8E64-BF5C-1AED8279B1FF}"/>
              </a:ext>
            </a:extLst>
          </p:cNvPr>
          <p:cNvGrpSpPr/>
          <p:nvPr/>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5" name="Freeform 14">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3" name="Freeform: Shape 12">
            <a:extLst>
              <a:ext uri="{FF2B5EF4-FFF2-40B4-BE49-F238E27FC236}">
                <a16:creationId xmlns:a16="http://schemas.microsoft.com/office/drawing/2014/main" id="{C039270F-3B2C-5A52-9E64-757A7B13656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5"/>
              </a:gs>
            </a:gsLst>
            <a:lin ang="0" scaled="1"/>
          </a:gradFill>
          <a:ln w="0" cap="flat">
            <a:noFill/>
            <a:prstDash val="solid"/>
            <a:miter/>
          </a:ln>
        </p:spPr>
        <p:txBody>
          <a:bodyPr rtlCol="0" anchor="ctr"/>
          <a:lstStyle/>
          <a:p>
            <a:endParaRPr lang="en-US" dirty="0"/>
          </a:p>
        </p:txBody>
      </p:sp>
      <p:sp>
        <p:nvSpPr>
          <p:cNvPr id="31" name="Freeform: Shape 7">
            <a:extLst>
              <a:ext uri="{FF2B5EF4-FFF2-40B4-BE49-F238E27FC236}">
                <a16:creationId xmlns:a16="http://schemas.microsoft.com/office/drawing/2014/main" id="{6317424D-DA75-A15F-0C19-096E89461340}"/>
              </a:ext>
            </a:extLst>
          </p:cNvPr>
          <p:cNvSpPr/>
          <p:nvPr userDrawn="1"/>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32" name="TextBox 31">
            <a:extLst>
              <a:ext uri="{FF2B5EF4-FFF2-40B4-BE49-F238E27FC236}">
                <a16:creationId xmlns:a16="http://schemas.microsoft.com/office/drawing/2014/main" id="{53EB9DBD-7EC8-8749-8D2B-52C66972D46E}"/>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35" name="Graphic 8">
            <a:extLst>
              <a:ext uri="{FF2B5EF4-FFF2-40B4-BE49-F238E27FC236}">
                <a16:creationId xmlns:a16="http://schemas.microsoft.com/office/drawing/2014/main" id="{8112DCCF-A410-8E64-BF5C-1AED8279B1FF}"/>
              </a:ext>
            </a:extLst>
          </p:cNvPr>
          <p:cNvGrpSpPr/>
          <p:nvPr userDrawn="1"/>
        </p:nvGrpSpPr>
        <p:grpSpPr>
          <a:xfrm>
            <a:off x="265625" y="6323271"/>
            <a:ext cx="1249223" cy="369648"/>
            <a:chOff x="265625" y="6323271"/>
            <a:chExt cx="1249223" cy="369648"/>
          </a:xfrm>
          <a:solidFill>
            <a:srgbClr val="000000"/>
          </a:solidFill>
        </p:grpSpPr>
        <p:grpSp>
          <p:nvGrpSpPr>
            <p:cNvPr id="36"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45" name="Freeform 44">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7"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38" name="Freeform 37">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39" name="Freeform 38">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0" name="Freeform 39">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5" name="Freeform: Shape 12">
            <a:extLst>
              <a:ext uri="{FF2B5EF4-FFF2-40B4-BE49-F238E27FC236}">
                <a16:creationId xmlns:a16="http://schemas.microsoft.com/office/drawing/2014/main" id="{C039270F-3B2C-5A52-9E64-757A7B136566}"/>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5"/>
              </a:gs>
            </a:gsLst>
            <a:lin ang="0" scaled="1"/>
          </a:gradFill>
          <a:ln w="0" cap="flat">
            <a:noFill/>
            <a:prstDash val="solid"/>
            <a:miter/>
          </a:ln>
        </p:spPr>
        <p:txBody>
          <a:bodyPr rtlCol="0" anchor="ctr"/>
          <a:lstStyle/>
          <a:p>
            <a:endParaRPr lang="en-US" dirty="0"/>
          </a:p>
        </p:txBody>
      </p:sp>
      <p:sp>
        <p:nvSpPr>
          <p:cNvPr id="9" name="TextBox 8">
            <a:extLst>
              <a:ext uri="{FF2B5EF4-FFF2-40B4-BE49-F238E27FC236}">
                <a16:creationId xmlns:a16="http://schemas.microsoft.com/office/drawing/2014/main" id="{6B6C42D0-DC6D-DA1A-9109-B30DDBCA1FD2}"/>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Tree>
    <p:extLst>
      <p:ext uri="{BB962C8B-B14F-4D97-AF65-F5344CB8AC3E}">
        <p14:creationId xmlns:p14="http://schemas.microsoft.com/office/powerpoint/2010/main" val="2213449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p:cSld name="vcf-close-a">
    <p:spTree>
      <p:nvGrpSpPr>
        <p:cNvPr id="1" name=""/>
        <p:cNvGrpSpPr/>
        <p:nvPr/>
      </p:nvGrpSpPr>
      <p:grpSpPr>
        <a:xfrm>
          <a:off x="0" y="0"/>
          <a:ext cx="0" cy="0"/>
          <a:chOff x="0" y="0"/>
          <a:chExt cx="0" cy="0"/>
        </a:xfrm>
      </p:grpSpPr>
      <p:pic>
        <p:nvPicPr>
          <p:cNvPr id="7" name="Picture 6" descr="A screen shot of a computer&#10;&#10;AI-generated content may be incorrect.">
            <a:extLst>
              <a:ext uri="{FF2B5EF4-FFF2-40B4-BE49-F238E27FC236}">
                <a16:creationId xmlns:a16="http://schemas.microsoft.com/office/drawing/2014/main" id="{5D22B5DE-D878-0F7B-8289-C21F71E7925B}"/>
              </a:ext>
            </a:extLst>
          </p:cNvPr>
          <p:cNvPicPr>
            <a:picLocks noChangeAspect="1"/>
          </p:cNvPicPr>
          <p:nvPr userDrawn="1"/>
        </p:nvPicPr>
        <p:blipFill>
          <a:blip r:embed="rId2"/>
          <a:srcRect l="53694" b="13698"/>
          <a:stretch>
            <a:fillRect/>
          </a:stretch>
        </p:blipFill>
        <p:spPr>
          <a:xfrm>
            <a:off x="6544638" y="893"/>
            <a:ext cx="5644186" cy="5917022"/>
          </a:xfrm>
          <a:prstGeom prst="rect">
            <a:avLst/>
          </a:prstGeom>
        </p:spPr>
      </p:pic>
      <p:sp>
        <p:nvSpPr>
          <p:cNvPr id="10" name="TextBox 9">
            <a:extLst>
              <a:ext uri="{FF2B5EF4-FFF2-40B4-BE49-F238E27FC236}">
                <a16:creationId xmlns:a16="http://schemas.microsoft.com/office/drawing/2014/main" id="{01F07DE2-A4BE-3B43-A385-D616B948566C}"/>
              </a:ext>
            </a:extLst>
          </p:cNvPr>
          <p:cNvSpPr txBox="1"/>
          <p:nvPr/>
        </p:nvSpPr>
        <p:spPr>
          <a:xfrm>
            <a:off x="612593" y="3730021"/>
            <a:ext cx="3585557" cy="692497"/>
          </a:xfrm>
          <a:prstGeom prst="rect">
            <a:avLst/>
          </a:prstGeom>
        </p:spPr>
        <p:txBody>
          <a:bodyPr wrap="square" lIns="0" tIns="0" rIns="0" bIns="0" rtlCol="0">
            <a:spAutoFit/>
          </a:bodyPr>
          <a:lstStyle/>
          <a:p>
            <a:pPr algn="l"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pic>
        <p:nvPicPr>
          <p:cNvPr id="2" name="Graphic 1">
            <a:extLst>
              <a:ext uri="{FF2B5EF4-FFF2-40B4-BE49-F238E27FC236}">
                <a16:creationId xmlns:a16="http://schemas.microsoft.com/office/drawing/2014/main" id="{231E1D4D-2045-E0A6-9319-80E550D43A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33266" y="570134"/>
            <a:ext cx="2857719" cy="562472"/>
          </a:xfrm>
          <a:prstGeom prst="rect">
            <a:avLst/>
          </a:prstGeom>
        </p:spPr>
      </p:pic>
    </p:spTree>
    <p:extLst>
      <p:ext uri="{BB962C8B-B14F-4D97-AF65-F5344CB8AC3E}">
        <p14:creationId xmlns:p14="http://schemas.microsoft.com/office/powerpoint/2010/main" val="1632556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vcf-close-b">
    <p:spTree>
      <p:nvGrpSpPr>
        <p:cNvPr id="1" name=""/>
        <p:cNvGrpSpPr/>
        <p:nvPr/>
      </p:nvGrpSpPr>
      <p:grpSpPr>
        <a:xfrm>
          <a:off x="0" y="0"/>
          <a:ext cx="0" cy="0"/>
          <a:chOff x="0" y="0"/>
          <a:chExt cx="0" cy="0"/>
        </a:xfrm>
      </p:grpSpPr>
      <p:pic>
        <p:nvPicPr>
          <p:cNvPr id="4" name="Picture 3" descr="A logo of a cloud computing system&#10;&#10;AI-generated content may be incorrect.">
            <a:extLst>
              <a:ext uri="{FF2B5EF4-FFF2-40B4-BE49-F238E27FC236}">
                <a16:creationId xmlns:a16="http://schemas.microsoft.com/office/drawing/2014/main" id="{D5B6D3D3-656A-E2AE-0E8D-85964108B23F}"/>
              </a:ext>
            </a:extLst>
          </p:cNvPr>
          <p:cNvPicPr>
            <a:picLocks noChangeAspect="1"/>
          </p:cNvPicPr>
          <p:nvPr userDrawn="1"/>
        </p:nvPicPr>
        <p:blipFill>
          <a:blip r:embed="rId2"/>
          <a:stretch>
            <a:fillRect/>
          </a:stretch>
        </p:blipFill>
        <p:spPr>
          <a:xfrm>
            <a:off x="5330825" y="0"/>
            <a:ext cx="6858000" cy="6858000"/>
          </a:xfrm>
          <a:prstGeom prst="rect">
            <a:avLst/>
          </a:prstGeom>
        </p:spPr>
      </p:pic>
      <p:pic>
        <p:nvPicPr>
          <p:cNvPr id="2" name="Graphic 1">
            <a:extLst>
              <a:ext uri="{FF2B5EF4-FFF2-40B4-BE49-F238E27FC236}">
                <a16:creationId xmlns:a16="http://schemas.microsoft.com/office/drawing/2014/main" id="{0663E1E2-33E8-E1CE-2C1C-C00429E453F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33266" y="570134"/>
            <a:ext cx="2857719" cy="562472"/>
          </a:xfrm>
          <a:prstGeom prst="rect">
            <a:avLst/>
          </a:prstGeom>
        </p:spPr>
      </p:pic>
      <p:sp>
        <p:nvSpPr>
          <p:cNvPr id="5" name="TextBox 4">
            <a:extLst>
              <a:ext uri="{FF2B5EF4-FFF2-40B4-BE49-F238E27FC236}">
                <a16:creationId xmlns:a16="http://schemas.microsoft.com/office/drawing/2014/main" id="{4599F36B-0C50-2222-827C-116C6403C43F}"/>
              </a:ext>
            </a:extLst>
          </p:cNvPr>
          <p:cNvSpPr txBox="1"/>
          <p:nvPr userDrawn="1"/>
        </p:nvSpPr>
        <p:spPr>
          <a:xfrm>
            <a:off x="612593" y="3730021"/>
            <a:ext cx="3585557" cy="692497"/>
          </a:xfrm>
          <a:prstGeom prst="rect">
            <a:avLst/>
          </a:prstGeom>
        </p:spPr>
        <p:txBody>
          <a:bodyPr wrap="square" lIns="0" tIns="0" rIns="0" bIns="0" rtlCol="0">
            <a:spAutoFit/>
          </a:bodyPr>
          <a:lstStyle/>
          <a:p>
            <a:pPr algn="l"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Tree>
    <p:extLst>
      <p:ext uri="{BB962C8B-B14F-4D97-AF65-F5344CB8AC3E}">
        <p14:creationId xmlns:p14="http://schemas.microsoft.com/office/powerpoint/2010/main" val="2577072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p:cSld name="End of Template">
    <p:bg>
      <p:bgPr>
        <a:solidFill>
          <a:srgbClr val="E68C2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446863-BC96-B418-1052-C44A7E35FC2E}"/>
              </a:ext>
            </a:extLst>
          </p:cNvPr>
          <p:cNvSpPr txBox="1"/>
          <p:nvPr/>
        </p:nvSpPr>
        <p:spPr>
          <a:xfrm>
            <a:off x="606392" y="721895"/>
            <a:ext cx="10876547" cy="4880008"/>
          </a:xfrm>
          <a:prstGeom prst="rect">
            <a:avLst/>
          </a:prstGeom>
          <a:noFill/>
        </p:spPr>
        <p:txBody>
          <a:bodyPr wrap="square" lIns="0" tIns="0" rIns="0" bIns="0" rtlCol="0" anchor="ctr">
            <a:noAutofit/>
          </a:bodyPr>
          <a:lstStyle/>
          <a:p>
            <a:pPr algn="ctr">
              <a:lnSpc>
                <a:spcPct val="90000"/>
              </a:lnSpc>
            </a:pPr>
            <a:r>
              <a:rPr lang="en-US" sz="5400" spc="300" dirty="0">
                <a:solidFill>
                  <a:schemeClr val="tx2"/>
                </a:solidFill>
              </a:rPr>
              <a:t>DO NOT USE </a:t>
            </a:r>
          </a:p>
          <a:p>
            <a:pPr algn="ctr">
              <a:lnSpc>
                <a:spcPct val="90000"/>
              </a:lnSpc>
            </a:pPr>
            <a:endParaRPr lang="en-US" sz="5400" spc="300" dirty="0">
              <a:solidFill>
                <a:schemeClr val="tx2"/>
              </a:solidFill>
            </a:endParaRPr>
          </a:p>
          <a:p>
            <a:pPr algn="ctr">
              <a:lnSpc>
                <a:spcPct val="90000"/>
              </a:lnSpc>
            </a:pPr>
            <a:r>
              <a:rPr lang="en-US" sz="5400" spc="300" dirty="0">
                <a:solidFill>
                  <a:schemeClr val="tx2"/>
                </a:solidFill>
              </a:rPr>
              <a:t>ALL LAYOUTS PAST THIS ARE NOT PART OF THIS TEMPLATE</a:t>
            </a:r>
          </a:p>
        </p:txBody>
      </p:sp>
      <p:sp>
        <p:nvSpPr>
          <p:cNvPr id="3" name="TextBox 2">
            <a:extLst>
              <a:ext uri="{FF2B5EF4-FFF2-40B4-BE49-F238E27FC236}">
                <a16:creationId xmlns:a16="http://schemas.microsoft.com/office/drawing/2014/main" id="{D6446863-BC96-B418-1052-C44A7E35FC2E}"/>
              </a:ext>
            </a:extLst>
          </p:cNvPr>
          <p:cNvSpPr txBox="1"/>
          <p:nvPr userDrawn="1"/>
        </p:nvSpPr>
        <p:spPr>
          <a:xfrm>
            <a:off x="606392" y="721895"/>
            <a:ext cx="10876547" cy="4880008"/>
          </a:xfrm>
          <a:prstGeom prst="rect">
            <a:avLst/>
          </a:prstGeom>
          <a:noFill/>
        </p:spPr>
        <p:txBody>
          <a:bodyPr wrap="square" lIns="0" tIns="0" rIns="0" bIns="0" rtlCol="0" anchor="ctr">
            <a:noAutofit/>
          </a:bodyPr>
          <a:lstStyle/>
          <a:p>
            <a:pPr algn="ctr">
              <a:lnSpc>
                <a:spcPct val="90000"/>
              </a:lnSpc>
            </a:pPr>
            <a:r>
              <a:rPr lang="en-US" sz="5400" spc="300" dirty="0">
                <a:solidFill>
                  <a:schemeClr val="tx1"/>
                </a:solidFill>
              </a:rPr>
              <a:t>DO NOT USE </a:t>
            </a:r>
          </a:p>
          <a:p>
            <a:pPr algn="ctr">
              <a:lnSpc>
                <a:spcPct val="90000"/>
              </a:lnSpc>
            </a:pPr>
            <a:endParaRPr lang="en-US" sz="5400" spc="300" dirty="0">
              <a:solidFill>
                <a:schemeClr val="tx1"/>
              </a:solidFill>
            </a:endParaRPr>
          </a:p>
          <a:p>
            <a:pPr algn="ctr">
              <a:lnSpc>
                <a:spcPct val="90000"/>
              </a:lnSpc>
            </a:pPr>
            <a:r>
              <a:rPr lang="en-US" sz="5400" spc="300" dirty="0">
                <a:solidFill>
                  <a:schemeClr val="tx1"/>
                </a:solidFill>
              </a:rPr>
              <a:t>ALL LAYOUTS PAST THIS ARE NOT PART OF THIS TEMPLATE</a:t>
            </a:r>
          </a:p>
        </p:txBody>
      </p:sp>
    </p:spTree>
    <p:extLst>
      <p:ext uri="{BB962C8B-B14F-4D97-AF65-F5344CB8AC3E}">
        <p14:creationId xmlns:p14="http://schemas.microsoft.com/office/powerpoint/2010/main" val="1008220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userDrawn="1">
  <p:cSld name="Section Header 2 - VCF 9">
    <p:spTree>
      <p:nvGrpSpPr>
        <p:cNvPr id="1" name=""/>
        <p:cNvGrpSpPr/>
        <p:nvPr/>
      </p:nvGrpSpPr>
      <p:grpSpPr>
        <a:xfrm>
          <a:off x="0" y="0"/>
          <a:ext cx="0" cy="0"/>
          <a:chOff x="0" y="0"/>
          <a:chExt cx="0" cy="0"/>
        </a:xfrm>
      </p:grpSpPr>
      <p:sp>
        <p:nvSpPr>
          <p:cNvPr id="7" name="page number">
            <a:extLst>
              <a:ext uri="{FF2B5EF4-FFF2-40B4-BE49-F238E27FC236}">
                <a16:creationId xmlns:a16="http://schemas.microsoft.com/office/drawing/2014/main" id="{4A09E42F-A242-99EB-F577-92B46DC248D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sp>
        <p:nvSpPr>
          <p:cNvPr id="8" name="page number">
            <a:extLst>
              <a:ext uri="{FF2B5EF4-FFF2-40B4-BE49-F238E27FC236}">
                <a16:creationId xmlns:a16="http://schemas.microsoft.com/office/drawing/2014/main" id="{1B636022-6C4A-A3C6-8787-CC3F01A9194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dirty="0"/>
          </a:p>
        </p:txBody>
      </p:sp>
      <p:pic>
        <p:nvPicPr>
          <p:cNvPr id="11" name="Picture 10" descr="A logo of a cloud computing system&#10;&#10;AI-generated content may be incorrect.">
            <a:extLst>
              <a:ext uri="{FF2B5EF4-FFF2-40B4-BE49-F238E27FC236}">
                <a16:creationId xmlns:a16="http://schemas.microsoft.com/office/drawing/2014/main" id="{8356B12A-2EA9-49AC-693D-B973F567DC43}"/>
              </a:ext>
            </a:extLst>
          </p:cNvPr>
          <p:cNvPicPr>
            <a:picLocks noChangeAspect="1"/>
          </p:cNvPicPr>
          <p:nvPr userDrawn="1"/>
        </p:nvPicPr>
        <p:blipFill>
          <a:blip r:embed="rId2"/>
          <a:stretch>
            <a:fillRect/>
          </a:stretch>
        </p:blipFill>
        <p:spPr>
          <a:xfrm>
            <a:off x="5330825" y="0"/>
            <a:ext cx="6858000" cy="6858000"/>
          </a:xfrm>
          <a:prstGeom prst="rect">
            <a:avLst/>
          </a:prstGeom>
        </p:spPr>
      </p:pic>
      <p:sp>
        <p:nvSpPr>
          <p:cNvPr id="12" name="TextBox 11">
            <a:extLst>
              <a:ext uri="{FF2B5EF4-FFF2-40B4-BE49-F238E27FC236}">
                <a16:creationId xmlns:a16="http://schemas.microsoft.com/office/drawing/2014/main" id="{86E2602D-26F9-D8F2-BB65-F272A5AC5CE9}"/>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grpSp>
        <p:nvGrpSpPr>
          <p:cNvPr id="13" name="Graphic 8">
            <a:extLst>
              <a:ext uri="{FF2B5EF4-FFF2-40B4-BE49-F238E27FC236}">
                <a16:creationId xmlns:a16="http://schemas.microsoft.com/office/drawing/2014/main" id="{6AFD8790-FB33-1EDF-9EEE-4E25DCB9CDED}"/>
              </a:ext>
            </a:extLst>
          </p:cNvPr>
          <p:cNvGrpSpPr/>
          <p:nvPr userDrawn="1"/>
        </p:nvGrpSpPr>
        <p:grpSpPr>
          <a:xfrm>
            <a:off x="265625" y="6323271"/>
            <a:ext cx="1249223" cy="369648"/>
            <a:chOff x="265625" y="6323271"/>
            <a:chExt cx="1249223" cy="369648"/>
          </a:xfrm>
          <a:solidFill>
            <a:srgbClr val="000000"/>
          </a:solidFill>
        </p:grpSpPr>
        <p:grpSp>
          <p:nvGrpSpPr>
            <p:cNvPr id="14" name="Graphic 8">
              <a:extLst>
                <a:ext uri="{FF2B5EF4-FFF2-40B4-BE49-F238E27FC236}">
                  <a16:creationId xmlns:a16="http://schemas.microsoft.com/office/drawing/2014/main" id="{F054A892-F9A2-6282-25E5-81A9E0333752}"/>
                </a:ext>
              </a:extLst>
            </p:cNvPr>
            <p:cNvGrpSpPr/>
            <p:nvPr/>
          </p:nvGrpSpPr>
          <p:grpSpPr>
            <a:xfrm>
              <a:off x="745455" y="6594444"/>
              <a:ext cx="722662" cy="98475"/>
              <a:chOff x="745455" y="6594444"/>
              <a:chExt cx="722662" cy="98475"/>
            </a:xfrm>
            <a:solidFill>
              <a:srgbClr val="000000"/>
            </a:solidFill>
          </p:grpSpPr>
          <p:sp>
            <p:nvSpPr>
              <p:cNvPr id="23" name="Freeform 130">
                <a:extLst>
                  <a:ext uri="{FF2B5EF4-FFF2-40B4-BE49-F238E27FC236}">
                    <a16:creationId xmlns:a16="http://schemas.microsoft.com/office/drawing/2014/main" id="{641844FC-F333-B86F-44A7-1D66DB93565D}"/>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131">
                <a:extLst>
                  <a:ext uri="{FF2B5EF4-FFF2-40B4-BE49-F238E27FC236}">
                    <a16:creationId xmlns:a16="http://schemas.microsoft.com/office/drawing/2014/main" id="{E030512B-C610-E8F0-002B-98BD1D6FDE4B}"/>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132">
                <a:extLst>
                  <a:ext uri="{FF2B5EF4-FFF2-40B4-BE49-F238E27FC236}">
                    <a16:creationId xmlns:a16="http://schemas.microsoft.com/office/drawing/2014/main" id="{116B9845-FA87-FCE1-43C2-008E8DDBC3F8}"/>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133">
                <a:extLst>
                  <a:ext uri="{FF2B5EF4-FFF2-40B4-BE49-F238E27FC236}">
                    <a16:creationId xmlns:a16="http://schemas.microsoft.com/office/drawing/2014/main" id="{0827DD60-2308-11E8-444F-0A4E8F5E57E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134">
                <a:extLst>
                  <a:ext uri="{FF2B5EF4-FFF2-40B4-BE49-F238E27FC236}">
                    <a16:creationId xmlns:a16="http://schemas.microsoft.com/office/drawing/2014/main" id="{89172ED4-76BE-6769-5AF8-7D80E6E8C4F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135">
                <a:extLst>
                  <a:ext uri="{FF2B5EF4-FFF2-40B4-BE49-F238E27FC236}">
                    <a16:creationId xmlns:a16="http://schemas.microsoft.com/office/drawing/2014/main" id="{E0BCF574-5B10-1304-8724-86C6D2170550}"/>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136">
                <a:extLst>
                  <a:ext uri="{FF2B5EF4-FFF2-40B4-BE49-F238E27FC236}">
                    <a16:creationId xmlns:a16="http://schemas.microsoft.com/office/drawing/2014/main" id="{1748EB86-2F75-ADD5-5DBA-1D406C6B63B0}"/>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137">
                <a:extLst>
                  <a:ext uri="{FF2B5EF4-FFF2-40B4-BE49-F238E27FC236}">
                    <a16:creationId xmlns:a16="http://schemas.microsoft.com/office/drawing/2014/main" id="{06185670-3BB4-D3A2-30A6-DE3D70607BE9}"/>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138">
                <a:extLst>
                  <a:ext uri="{FF2B5EF4-FFF2-40B4-BE49-F238E27FC236}">
                    <a16:creationId xmlns:a16="http://schemas.microsoft.com/office/drawing/2014/main" id="{321A61A9-904D-0C20-C6EB-E43F88810639}"/>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139">
                <a:extLst>
                  <a:ext uri="{FF2B5EF4-FFF2-40B4-BE49-F238E27FC236}">
                    <a16:creationId xmlns:a16="http://schemas.microsoft.com/office/drawing/2014/main" id="{E5524ECE-8971-1933-DE0D-D6E74964BB5C}"/>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5" name="Graphic 8">
              <a:extLst>
                <a:ext uri="{FF2B5EF4-FFF2-40B4-BE49-F238E27FC236}">
                  <a16:creationId xmlns:a16="http://schemas.microsoft.com/office/drawing/2014/main" id="{A69EA316-B994-0218-A936-C0BBB0BB412F}"/>
                </a:ext>
              </a:extLst>
            </p:cNvPr>
            <p:cNvGrpSpPr/>
            <p:nvPr/>
          </p:nvGrpSpPr>
          <p:grpSpPr>
            <a:xfrm>
              <a:off x="265625" y="6323271"/>
              <a:ext cx="1249223" cy="190348"/>
              <a:chOff x="265625" y="6323271"/>
              <a:chExt cx="1249223" cy="190348"/>
            </a:xfrm>
            <a:solidFill>
              <a:srgbClr val="000000"/>
            </a:solidFill>
          </p:grpSpPr>
          <p:sp>
            <p:nvSpPr>
              <p:cNvPr id="16" name="Freeform 57">
                <a:extLst>
                  <a:ext uri="{FF2B5EF4-FFF2-40B4-BE49-F238E27FC236}">
                    <a16:creationId xmlns:a16="http://schemas.microsoft.com/office/drawing/2014/main" id="{2DAC743B-81C3-C2D2-4C02-6FBDA6436F93}"/>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7" name="Freeform 58">
                <a:extLst>
                  <a:ext uri="{FF2B5EF4-FFF2-40B4-BE49-F238E27FC236}">
                    <a16:creationId xmlns:a16="http://schemas.microsoft.com/office/drawing/2014/main" id="{A2295029-4090-FCC5-7A0A-6C6395B1296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59">
                <a:extLst>
                  <a:ext uri="{FF2B5EF4-FFF2-40B4-BE49-F238E27FC236}">
                    <a16:creationId xmlns:a16="http://schemas.microsoft.com/office/drawing/2014/main" id="{1C060A85-0C8E-A758-9501-CCD6F6A4197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60">
                <a:extLst>
                  <a:ext uri="{FF2B5EF4-FFF2-40B4-BE49-F238E27FC236}">
                    <a16:creationId xmlns:a16="http://schemas.microsoft.com/office/drawing/2014/main" id="{BBCA13FB-DE1E-2B8E-252D-5F80C68264A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61">
                <a:extLst>
                  <a:ext uri="{FF2B5EF4-FFF2-40B4-BE49-F238E27FC236}">
                    <a16:creationId xmlns:a16="http://schemas.microsoft.com/office/drawing/2014/main" id="{12F3ED5A-59F4-C1EB-61FF-B5F6B02CF71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62">
                <a:extLst>
                  <a:ext uri="{FF2B5EF4-FFF2-40B4-BE49-F238E27FC236}">
                    <a16:creationId xmlns:a16="http://schemas.microsoft.com/office/drawing/2014/main" id="{A9CF46B8-D947-310B-A5EE-C529AC549CD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129">
                <a:extLst>
                  <a:ext uri="{FF2B5EF4-FFF2-40B4-BE49-F238E27FC236}">
                    <a16:creationId xmlns:a16="http://schemas.microsoft.com/office/drawing/2014/main" id="{FCD67B9C-39B5-376E-98A1-346A4ABEC84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grpSp>
        <p:nvGrpSpPr>
          <p:cNvPr id="33" name="Graphic 8">
            <a:extLst>
              <a:ext uri="{FF2B5EF4-FFF2-40B4-BE49-F238E27FC236}">
                <a16:creationId xmlns:a16="http://schemas.microsoft.com/office/drawing/2014/main" id="{7BC714D4-5E43-9EB6-CD58-344A5241A8D2}"/>
              </a:ext>
            </a:extLst>
          </p:cNvPr>
          <p:cNvGrpSpPr/>
          <p:nvPr userDrawn="1"/>
        </p:nvGrpSpPr>
        <p:grpSpPr>
          <a:xfrm>
            <a:off x="265625" y="6323271"/>
            <a:ext cx="1249223" cy="369648"/>
            <a:chOff x="265625" y="6323271"/>
            <a:chExt cx="1249223" cy="369648"/>
          </a:xfrm>
          <a:solidFill>
            <a:srgbClr val="000000"/>
          </a:solidFill>
        </p:grpSpPr>
        <p:grpSp>
          <p:nvGrpSpPr>
            <p:cNvPr id="34" name="Graphic 8">
              <a:extLst>
                <a:ext uri="{FF2B5EF4-FFF2-40B4-BE49-F238E27FC236}">
                  <a16:creationId xmlns:a16="http://schemas.microsoft.com/office/drawing/2014/main" id="{92360516-3E34-C9F7-C40E-C6F1326E6E80}"/>
                </a:ext>
              </a:extLst>
            </p:cNvPr>
            <p:cNvGrpSpPr/>
            <p:nvPr/>
          </p:nvGrpSpPr>
          <p:grpSpPr>
            <a:xfrm>
              <a:off x="745455" y="6594444"/>
              <a:ext cx="722662" cy="98475"/>
              <a:chOff x="745455" y="6594444"/>
              <a:chExt cx="722662" cy="98475"/>
            </a:xfrm>
            <a:solidFill>
              <a:srgbClr val="000000"/>
            </a:solidFill>
          </p:grpSpPr>
          <p:sp>
            <p:nvSpPr>
              <p:cNvPr id="43" name="Freeform 46">
                <a:extLst>
                  <a:ext uri="{FF2B5EF4-FFF2-40B4-BE49-F238E27FC236}">
                    <a16:creationId xmlns:a16="http://schemas.microsoft.com/office/drawing/2014/main" id="{F267FC51-6BBB-40C1-1B64-C819AD9E924D}"/>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4" name="Freeform 47">
                <a:extLst>
                  <a:ext uri="{FF2B5EF4-FFF2-40B4-BE49-F238E27FC236}">
                    <a16:creationId xmlns:a16="http://schemas.microsoft.com/office/drawing/2014/main" id="{1C250312-C963-A6E4-69DD-9836D3FF9FA5}"/>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5" name="Freeform 48">
                <a:extLst>
                  <a:ext uri="{FF2B5EF4-FFF2-40B4-BE49-F238E27FC236}">
                    <a16:creationId xmlns:a16="http://schemas.microsoft.com/office/drawing/2014/main" id="{E8294F8E-ACFE-6C83-33F5-F173B29ED57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46" name="Freeform 49">
                <a:extLst>
                  <a:ext uri="{FF2B5EF4-FFF2-40B4-BE49-F238E27FC236}">
                    <a16:creationId xmlns:a16="http://schemas.microsoft.com/office/drawing/2014/main" id="{F26EFF21-4016-E289-58C1-C8AE335F41A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47" name="Freeform 50">
                <a:extLst>
                  <a:ext uri="{FF2B5EF4-FFF2-40B4-BE49-F238E27FC236}">
                    <a16:creationId xmlns:a16="http://schemas.microsoft.com/office/drawing/2014/main" id="{AC8780B8-BC6E-831E-903D-DAC71DAF62C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48" name="Freeform 51">
                <a:extLst>
                  <a:ext uri="{FF2B5EF4-FFF2-40B4-BE49-F238E27FC236}">
                    <a16:creationId xmlns:a16="http://schemas.microsoft.com/office/drawing/2014/main" id="{520A03C9-0D95-436B-33EE-418F9C381DBB}"/>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49" name="Freeform 63">
                <a:extLst>
                  <a:ext uri="{FF2B5EF4-FFF2-40B4-BE49-F238E27FC236}">
                    <a16:creationId xmlns:a16="http://schemas.microsoft.com/office/drawing/2014/main" id="{86985D3B-CB71-1C2D-E610-643879554CF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0" name="Freeform 64">
                <a:extLst>
                  <a:ext uri="{FF2B5EF4-FFF2-40B4-BE49-F238E27FC236}">
                    <a16:creationId xmlns:a16="http://schemas.microsoft.com/office/drawing/2014/main" id="{83804B10-C3E3-3756-C6C6-BD24E3F5DB5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1" name="Freeform 65">
                <a:extLst>
                  <a:ext uri="{FF2B5EF4-FFF2-40B4-BE49-F238E27FC236}">
                    <a16:creationId xmlns:a16="http://schemas.microsoft.com/office/drawing/2014/main" id="{E0D4BEEB-2B52-2BCC-2AA3-9CB0371C504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66">
                <a:extLst>
                  <a:ext uri="{FF2B5EF4-FFF2-40B4-BE49-F238E27FC236}">
                    <a16:creationId xmlns:a16="http://schemas.microsoft.com/office/drawing/2014/main" id="{FC6DB7FC-52EE-FCCA-B10E-BBE46B645E4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5" name="Graphic 8">
              <a:extLst>
                <a:ext uri="{FF2B5EF4-FFF2-40B4-BE49-F238E27FC236}">
                  <a16:creationId xmlns:a16="http://schemas.microsoft.com/office/drawing/2014/main" id="{802E83C1-8E3A-98B6-835B-C82E43462A96}"/>
                </a:ext>
              </a:extLst>
            </p:cNvPr>
            <p:cNvGrpSpPr/>
            <p:nvPr/>
          </p:nvGrpSpPr>
          <p:grpSpPr>
            <a:xfrm>
              <a:off x="265625" y="6323271"/>
              <a:ext cx="1249223" cy="190348"/>
              <a:chOff x="265625" y="6323271"/>
              <a:chExt cx="1249223" cy="190348"/>
            </a:xfrm>
            <a:solidFill>
              <a:srgbClr val="000000"/>
            </a:solidFill>
          </p:grpSpPr>
          <p:sp>
            <p:nvSpPr>
              <p:cNvPr id="36" name="Freeform 39">
                <a:extLst>
                  <a:ext uri="{FF2B5EF4-FFF2-40B4-BE49-F238E27FC236}">
                    <a16:creationId xmlns:a16="http://schemas.microsoft.com/office/drawing/2014/main" id="{3AC5080C-B703-FBEE-A180-434848A418A5}"/>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37" name="Freeform 40">
                <a:extLst>
                  <a:ext uri="{FF2B5EF4-FFF2-40B4-BE49-F238E27FC236}">
                    <a16:creationId xmlns:a16="http://schemas.microsoft.com/office/drawing/2014/main" id="{52D26A12-0AD7-BF76-FB76-785CED4E77B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38" name="Freeform 41">
                <a:extLst>
                  <a:ext uri="{FF2B5EF4-FFF2-40B4-BE49-F238E27FC236}">
                    <a16:creationId xmlns:a16="http://schemas.microsoft.com/office/drawing/2014/main" id="{0F9B3C40-ECBC-1335-79E5-4F932218A323}"/>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39" name="Freeform 42">
                <a:extLst>
                  <a:ext uri="{FF2B5EF4-FFF2-40B4-BE49-F238E27FC236}">
                    <a16:creationId xmlns:a16="http://schemas.microsoft.com/office/drawing/2014/main" id="{0C26CE8B-E5A1-64D4-3165-5B028731ABD9}"/>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0" name="Freeform 43">
                <a:extLst>
                  <a:ext uri="{FF2B5EF4-FFF2-40B4-BE49-F238E27FC236}">
                    <a16:creationId xmlns:a16="http://schemas.microsoft.com/office/drawing/2014/main" id="{3FD2ACE9-F091-409A-89DB-15ED8FE09F9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1" name="Freeform 44">
                <a:extLst>
                  <a:ext uri="{FF2B5EF4-FFF2-40B4-BE49-F238E27FC236}">
                    <a16:creationId xmlns:a16="http://schemas.microsoft.com/office/drawing/2014/main" id="{3ABB79E1-CF72-D116-895D-601E765DF99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2" name="Freeform 45">
                <a:extLst>
                  <a:ext uri="{FF2B5EF4-FFF2-40B4-BE49-F238E27FC236}">
                    <a16:creationId xmlns:a16="http://schemas.microsoft.com/office/drawing/2014/main" id="{558D9FC1-DF67-A341-0EF1-A50E1ED2E055}"/>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7" name="Title 1">
            <a:extLst>
              <a:ext uri="{FF2B5EF4-FFF2-40B4-BE49-F238E27FC236}">
                <a16:creationId xmlns:a16="http://schemas.microsoft.com/office/drawing/2014/main" id="{2E9CF95B-EC49-A640-02D3-0E63069F96B5}"/>
              </a:ext>
            </a:extLst>
          </p:cNvPr>
          <p:cNvSpPr>
            <a:spLocks noGrp="1"/>
          </p:cNvSpPr>
          <p:nvPr>
            <p:ph type="title" hasCustomPrompt="1"/>
          </p:nvPr>
        </p:nvSpPr>
        <p:spPr>
          <a:xfrm>
            <a:off x="589107" y="2319735"/>
            <a:ext cx="5503023" cy="1229360"/>
          </a:xfrm>
        </p:spPr>
        <p:txBody>
          <a:bodyPr wrap="square" anchor="b"/>
          <a:lstStyle>
            <a:lvl1pPr algn="l">
              <a:defRPr sz="4000" b="0" cap="none" baseline="0">
                <a:solidFill>
                  <a:schemeClr val="tx1"/>
                </a:solidFill>
              </a:defRPr>
            </a:lvl1pPr>
          </a:lstStyle>
          <a:p>
            <a:r>
              <a:rPr lang="en-US" dirty="0"/>
              <a:t>Section Title</a:t>
            </a:r>
          </a:p>
        </p:txBody>
      </p:sp>
      <p:sp>
        <p:nvSpPr>
          <p:cNvPr id="58" name="Subtitle">
            <a:extLst>
              <a:ext uri="{FF2B5EF4-FFF2-40B4-BE49-F238E27FC236}">
                <a16:creationId xmlns:a16="http://schemas.microsoft.com/office/drawing/2014/main" id="{26439155-6644-32B9-FB27-A2E249728F5E}"/>
              </a:ext>
            </a:extLst>
          </p:cNvPr>
          <p:cNvSpPr>
            <a:spLocks noGrp="1"/>
          </p:cNvSpPr>
          <p:nvPr>
            <p:ph type="subTitle" idx="10" hasCustomPrompt="1"/>
          </p:nvPr>
        </p:nvSpPr>
        <p:spPr>
          <a:xfrm>
            <a:off x="602966" y="3648653"/>
            <a:ext cx="5491446" cy="700882"/>
          </a:xfrm>
        </p:spPr>
        <p:txBody>
          <a:bodyPr/>
          <a:lstStyle>
            <a:lvl1pPr marL="0" indent="0" algn="l">
              <a:buNone/>
              <a:defRPr sz="2400">
                <a:solidFill>
                  <a:schemeClr val="tx1">
                    <a:lumMod val="75000"/>
                    <a:lumOff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Tree>
    <p:extLst>
      <p:ext uri="{BB962C8B-B14F-4D97-AF65-F5344CB8AC3E}">
        <p14:creationId xmlns:p14="http://schemas.microsoft.com/office/powerpoint/2010/main" val="835685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vcf-title-a">
    <p:spTree>
      <p:nvGrpSpPr>
        <p:cNvPr id="1" name=""/>
        <p:cNvGrpSpPr/>
        <p:nvPr/>
      </p:nvGrpSpPr>
      <p:grpSpPr>
        <a:xfrm>
          <a:off x="0" y="0"/>
          <a:ext cx="0" cy="0"/>
          <a:chOff x="0" y="0"/>
          <a:chExt cx="0" cy="0"/>
        </a:xfrm>
      </p:grpSpPr>
      <p:sp>
        <p:nvSpPr>
          <p:cNvPr id="730"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5"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pic>
        <p:nvPicPr>
          <p:cNvPr id="3" name="Picture 2">
            <a:extLst>
              <a:ext uri="{FF2B5EF4-FFF2-40B4-BE49-F238E27FC236}">
                <a16:creationId xmlns:a16="http://schemas.microsoft.com/office/drawing/2014/main" id="{5C172C47-B04C-E1F6-EDB5-FDC049FCD281}"/>
              </a:ext>
            </a:extLst>
          </p:cNvPr>
          <p:cNvPicPr>
            <a:picLocks noChangeAspect="1"/>
          </p:cNvPicPr>
          <p:nvPr userDrawn="1"/>
        </p:nvPicPr>
        <p:blipFill>
          <a:blip r:embed="rId2"/>
          <a:srcRect/>
          <a:stretch/>
        </p:blipFill>
        <p:spPr>
          <a:xfrm>
            <a:off x="1" y="893"/>
            <a:ext cx="12188821" cy="6856212"/>
          </a:xfrm>
          <a:prstGeom prst="rect">
            <a:avLst/>
          </a:prstGeom>
        </p:spPr>
      </p:pic>
      <p:sp>
        <p:nvSpPr>
          <p:cNvPr id="4" name="Title click to edit">
            <a:extLst>
              <a:ext uri="{FF2B5EF4-FFF2-40B4-BE49-F238E27FC236}">
                <a16:creationId xmlns:a16="http://schemas.microsoft.com/office/drawing/2014/main" id="{02DC6D70-483F-D243-4F88-413A27F4B8C7}"/>
              </a:ext>
            </a:extLst>
          </p:cNvPr>
          <p:cNvSpPr>
            <a:spLocks noGrp="1"/>
          </p:cNvSpPr>
          <p:nvPr>
            <p:ph type="title" hasCustomPrompt="1"/>
          </p:nvPr>
        </p:nvSpPr>
        <p:spPr>
          <a:xfrm>
            <a:off x="585626" y="1701846"/>
            <a:ext cx="4782865" cy="1234440"/>
          </a:xfrm>
        </p:spPr>
        <p:txBody>
          <a:bodyPr wrap="square" anchor="b"/>
          <a:lstStyle>
            <a:lvl1pPr algn="l">
              <a:defRPr sz="4000" b="0" cap="none" baseline="0">
                <a:solidFill>
                  <a:schemeClr val="tx1"/>
                </a:solidFill>
              </a:defRPr>
            </a:lvl1pPr>
          </a:lstStyle>
          <a:p>
            <a:r>
              <a:rPr lang="en-US" dirty="0"/>
              <a:t>Title Slide – Medium Theme</a:t>
            </a:r>
          </a:p>
        </p:txBody>
      </p:sp>
      <p:sp>
        <p:nvSpPr>
          <p:cNvPr id="7" name="Subtitle click to edit">
            <a:extLst>
              <a:ext uri="{FF2B5EF4-FFF2-40B4-BE49-F238E27FC236}">
                <a16:creationId xmlns:a16="http://schemas.microsoft.com/office/drawing/2014/main" id="{AC34C045-C4A3-B3CF-8013-28BB5F314BE6}"/>
              </a:ext>
            </a:extLst>
          </p:cNvPr>
          <p:cNvSpPr>
            <a:spLocks noGrp="1"/>
          </p:cNvSpPr>
          <p:nvPr>
            <p:ph type="subTitle" idx="10" hasCustomPrompt="1"/>
          </p:nvPr>
        </p:nvSpPr>
        <p:spPr>
          <a:xfrm>
            <a:off x="586477" y="2986547"/>
            <a:ext cx="4795599"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8" name="Click to edit Speaker Name ">
            <a:extLst>
              <a:ext uri="{FF2B5EF4-FFF2-40B4-BE49-F238E27FC236}">
                <a16:creationId xmlns:a16="http://schemas.microsoft.com/office/drawing/2014/main" id="{363E4230-B335-D7C4-E9EE-4F651CCF622E}"/>
              </a:ext>
            </a:extLst>
          </p:cNvPr>
          <p:cNvSpPr>
            <a:spLocks noGrp="1"/>
          </p:cNvSpPr>
          <p:nvPr>
            <p:ph type="body" sz="quarter" idx="11" hasCustomPrompt="1"/>
          </p:nvPr>
        </p:nvSpPr>
        <p:spPr>
          <a:xfrm>
            <a:off x="585625" y="4737425"/>
            <a:ext cx="5082201" cy="355601"/>
          </a:xfrm>
        </p:spPr>
        <p:txBody>
          <a:bodyPr anchor="ctr"/>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9" name="Click to edit role">
            <a:extLst>
              <a:ext uri="{FF2B5EF4-FFF2-40B4-BE49-F238E27FC236}">
                <a16:creationId xmlns:a16="http://schemas.microsoft.com/office/drawing/2014/main" id="{EB54C8EF-07DB-4A32-EB40-44984F785605}"/>
              </a:ext>
            </a:extLst>
          </p:cNvPr>
          <p:cNvSpPr>
            <a:spLocks noGrp="1"/>
          </p:cNvSpPr>
          <p:nvPr>
            <p:ph type="body" sz="quarter" idx="12" hasCustomPrompt="1"/>
          </p:nvPr>
        </p:nvSpPr>
        <p:spPr>
          <a:xfrm>
            <a:off x="585625" y="5117480"/>
            <a:ext cx="5082201" cy="355601"/>
          </a:xfrm>
        </p:spPr>
        <p:txBody>
          <a:bodyPr anchor="ctr"/>
          <a:lstStyle>
            <a:lvl1pPr algn="l">
              <a:buNone/>
              <a:defRPr sz="1600">
                <a:solidFill>
                  <a:schemeClr val="tx1"/>
                </a:solidFill>
              </a:defRPr>
            </a:lvl1pPr>
          </a:lstStyle>
          <a:p>
            <a:pPr lvl="0"/>
            <a:r>
              <a:rPr lang="en-US" dirty="0"/>
              <a:t>Role / Division, Broadcom</a:t>
            </a:r>
          </a:p>
        </p:txBody>
      </p:sp>
      <p:sp>
        <p:nvSpPr>
          <p:cNvPr id="10" name="Click to edit role">
            <a:extLst>
              <a:ext uri="{FF2B5EF4-FFF2-40B4-BE49-F238E27FC236}">
                <a16:creationId xmlns:a16="http://schemas.microsoft.com/office/drawing/2014/main" id="{347F7262-DCD7-861E-EBFD-55A18B121C20}"/>
              </a:ext>
            </a:extLst>
          </p:cNvPr>
          <p:cNvSpPr>
            <a:spLocks noGrp="1"/>
          </p:cNvSpPr>
          <p:nvPr>
            <p:ph type="body" sz="quarter" idx="14" hasCustomPrompt="1"/>
          </p:nvPr>
        </p:nvSpPr>
        <p:spPr>
          <a:xfrm>
            <a:off x="585625" y="5485986"/>
            <a:ext cx="5082201" cy="355601"/>
          </a:xfrm>
        </p:spPr>
        <p:txBody>
          <a:bodyPr anchor="ctr"/>
          <a:lstStyle>
            <a:lvl1pPr algn="l">
              <a:buNone/>
              <a:defRPr sz="1600">
                <a:solidFill>
                  <a:schemeClr val="tx1"/>
                </a:solidFill>
              </a:defRPr>
            </a:lvl1pPr>
          </a:lstStyle>
          <a:p>
            <a:pPr lvl="0"/>
            <a:r>
              <a:rPr lang="en-US"/>
              <a:t>Date</a:t>
            </a:r>
          </a:p>
        </p:txBody>
      </p:sp>
      <p:sp>
        <p:nvSpPr>
          <p:cNvPr id="11" name="TextBox 10">
            <a:extLst>
              <a:ext uri="{FF2B5EF4-FFF2-40B4-BE49-F238E27FC236}">
                <a16:creationId xmlns:a16="http://schemas.microsoft.com/office/drawing/2014/main" id="{39918576-EF48-97F0-64B9-6669FE30C7FF}"/>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grpSp>
        <p:nvGrpSpPr>
          <p:cNvPr id="12" name="Graphic 8">
            <a:extLst>
              <a:ext uri="{FF2B5EF4-FFF2-40B4-BE49-F238E27FC236}">
                <a16:creationId xmlns:a16="http://schemas.microsoft.com/office/drawing/2014/main" id="{FF78CE15-02F0-7FC5-BB2C-166BDC44CD5B}"/>
              </a:ext>
            </a:extLst>
          </p:cNvPr>
          <p:cNvGrpSpPr/>
          <p:nvPr userDrawn="1"/>
        </p:nvGrpSpPr>
        <p:grpSpPr>
          <a:xfrm>
            <a:off x="265625" y="6323271"/>
            <a:ext cx="1249223" cy="369648"/>
            <a:chOff x="265625" y="6323271"/>
            <a:chExt cx="1249223" cy="369648"/>
          </a:xfrm>
          <a:solidFill>
            <a:schemeClr val="tx1"/>
          </a:solidFill>
        </p:grpSpPr>
        <p:grpSp>
          <p:nvGrpSpPr>
            <p:cNvPr id="13" name="Graphic 8">
              <a:extLst>
                <a:ext uri="{FF2B5EF4-FFF2-40B4-BE49-F238E27FC236}">
                  <a16:creationId xmlns:a16="http://schemas.microsoft.com/office/drawing/2014/main" id="{02EB9EED-18D2-3595-B442-6DBF073666A1}"/>
                </a:ext>
              </a:extLst>
            </p:cNvPr>
            <p:cNvGrpSpPr/>
            <p:nvPr/>
          </p:nvGrpSpPr>
          <p:grpSpPr>
            <a:xfrm>
              <a:off x="745455" y="6594444"/>
              <a:ext cx="722662" cy="98475"/>
              <a:chOff x="745455" y="6594444"/>
              <a:chExt cx="722662" cy="98475"/>
            </a:xfrm>
            <a:grpFill/>
          </p:grpSpPr>
          <p:sp>
            <p:nvSpPr>
              <p:cNvPr id="23" name="Freeform 22">
                <a:extLst>
                  <a:ext uri="{FF2B5EF4-FFF2-40B4-BE49-F238E27FC236}">
                    <a16:creationId xmlns:a16="http://schemas.microsoft.com/office/drawing/2014/main" id="{8F7C67AA-6928-85E3-8830-84A01BD05CE6}"/>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6B1B7D76-16B1-1B7F-F766-5FB305EACAC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E5049BDD-2524-9C3F-6E78-7F5FC887A18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ED97AD2D-085D-85A8-633D-A5A49CC7394E}"/>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757E7874-28DD-B5CE-BB3D-8D9FBD70DDB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A0B9AEC-F4A4-8794-E1D3-C25E411A206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99CF8EE6-A915-D9FA-02B9-E1DFC99DBC1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9652012E-F831-7CC4-380F-F12B3E742D9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42A3B8DA-01C3-7984-65A5-F87CE847983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12854487-6BBC-F60A-0BB7-762C0530C0D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dirty="0"/>
              </a:p>
            </p:txBody>
          </p:sp>
        </p:grpSp>
        <p:grpSp>
          <p:nvGrpSpPr>
            <p:cNvPr id="14" name="Graphic 8">
              <a:extLst>
                <a:ext uri="{FF2B5EF4-FFF2-40B4-BE49-F238E27FC236}">
                  <a16:creationId xmlns:a16="http://schemas.microsoft.com/office/drawing/2014/main" id="{7C3F2EC0-0E91-1B90-0984-E15451F11E09}"/>
                </a:ext>
              </a:extLst>
            </p:cNvPr>
            <p:cNvGrpSpPr/>
            <p:nvPr/>
          </p:nvGrpSpPr>
          <p:grpSpPr>
            <a:xfrm>
              <a:off x="265625" y="6323271"/>
              <a:ext cx="1249223" cy="190348"/>
              <a:chOff x="265625" y="6323271"/>
              <a:chExt cx="1249223" cy="190348"/>
            </a:xfrm>
            <a:grpFill/>
          </p:grpSpPr>
          <p:sp>
            <p:nvSpPr>
              <p:cNvPr id="15" name="Freeform 14">
                <a:extLst>
                  <a:ext uri="{FF2B5EF4-FFF2-40B4-BE49-F238E27FC236}">
                    <a16:creationId xmlns:a16="http://schemas.microsoft.com/office/drawing/2014/main" id="{3E1EA83D-0C41-6298-66D3-2AACACADF563}"/>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B9B542A7-1CED-E3B4-2F6F-981A0BCF0F9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0F403641-4B58-5167-918C-45D30FB8B885}"/>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58B02E53-85CD-F8E6-1B90-2A239092033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346B34D3-96E7-AEEC-E3E3-9703F262AE5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BE841654-790E-1DA0-EAB4-635FDD741A4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E1E56751-BAEE-C6B1-E3A0-D9F895DD818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dirty="0"/>
              </a:p>
            </p:txBody>
          </p:sp>
        </p:grpSp>
      </p:grpSp>
      <p:pic>
        <p:nvPicPr>
          <p:cNvPr id="35" name="Graphic 34">
            <a:extLst>
              <a:ext uri="{FF2B5EF4-FFF2-40B4-BE49-F238E27FC236}">
                <a16:creationId xmlns:a16="http://schemas.microsoft.com/office/drawing/2014/main" id="{562883D5-FFBF-B3A4-D7CB-96B8FAC9AA8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85625" y="570134"/>
            <a:ext cx="2857719" cy="562472"/>
          </a:xfrm>
          <a:prstGeom prst="rect">
            <a:avLst/>
          </a:prstGeom>
        </p:spPr>
      </p:pic>
    </p:spTree>
    <p:extLst>
      <p:ext uri="{BB962C8B-B14F-4D97-AF65-F5344CB8AC3E}">
        <p14:creationId xmlns:p14="http://schemas.microsoft.com/office/powerpoint/2010/main" val="993619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6="http://schemas.microsoft.com/office/drawing/2014/main">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VCF-title-b">
    <p:spTree>
      <p:nvGrpSpPr>
        <p:cNvPr id="1" name=""/>
        <p:cNvGrpSpPr/>
        <p:nvPr/>
      </p:nvGrpSpPr>
      <p:grpSpPr>
        <a:xfrm>
          <a:off x="0" y="0"/>
          <a:ext cx="0" cy="0"/>
          <a:chOff x="0" y="0"/>
          <a:chExt cx="0" cy="0"/>
        </a:xfrm>
      </p:grpSpPr>
      <p:pic>
        <p:nvPicPr>
          <p:cNvPr id="37" name="Picture 36" descr="A logo of a cloud computing system&#10;&#10;AI-generated content may be incorrect.">
            <a:extLst>
              <a:ext uri="{FF2B5EF4-FFF2-40B4-BE49-F238E27FC236}">
                <a16:creationId xmlns:a16="http://schemas.microsoft.com/office/drawing/2014/main" id="{76C03434-B721-874C-862C-A6A095C3B992}"/>
              </a:ext>
            </a:extLst>
          </p:cNvPr>
          <p:cNvPicPr>
            <a:picLocks noChangeAspect="1"/>
          </p:cNvPicPr>
          <p:nvPr userDrawn="1"/>
        </p:nvPicPr>
        <p:blipFill>
          <a:blip r:embed="rId2"/>
          <a:stretch>
            <a:fillRect/>
          </a:stretch>
        </p:blipFill>
        <p:spPr>
          <a:xfrm>
            <a:off x="5330825" y="0"/>
            <a:ext cx="6858000" cy="6858000"/>
          </a:xfrm>
          <a:prstGeom prst="rect">
            <a:avLst/>
          </a:prstGeom>
        </p:spPr>
      </p:pic>
      <p:sp>
        <p:nvSpPr>
          <p:cNvPr id="730"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5"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11" name="TextBox 10">
            <a:extLst>
              <a:ext uri="{FF2B5EF4-FFF2-40B4-BE49-F238E27FC236}">
                <a16:creationId xmlns:a16="http://schemas.microsoft.com/office/drawing/2014/main" id="{39918576-EF48-97F0-64B9-6669FE30C7FF}"/>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grpSp>
        <p:nvGrpSpPr>
          <p:cNvPr id="12" name="Graphic 8">
            <a:extLst>
              <a:ext uri="{FF2B5EF4-FFF2-40B4-BE49-F238E27FC236}">
                <a16:creationId xmlns:a16="http://schemas.microsoft.com/office/drawing/2014/main" id="{FF78CE15-02F0-7FC5-BB2C-166BDC44CD5B}"/>
              </a:ext>
            </a:extLst>
          </p:cNvPr>
          <p:cNvGrpSpPr/>
          <p:nvPr userDrawn="1"/>
        </p:nvGrpSpPr>
        <p:grpSpPr>
          <a:xfrm>
            <a:off x="265625" y="6323271"/>
            <a:ext cx="1249223" cy="369648"/>
            <a:chOff x="265625" y="6323271"/>
            <a:chExt cx="1249223" cy="369648"/>
          </a:xfrm>
          <a:solidFill>
            <a:schemeClr val="tx1"/>
          </a:solidFill>
        </p:grpSpPr>
        <p:grpSp>
          <p:nvGrpSpPr>
            <p:cNvPr id="13" name="Graphic 8">
              <a:extLst>
                <a:ext uri="{FF2B5EF4-FFF2-40B4-BE49-F238E27FC236}">
                  <a16:creationId xmlns:a16="http://schemas.microsoft.com/office/drawing/2014/main" id="{02EB9EED-18D2-3595-B442-6DBF073666A1}"/>
                </a:ext>
              </a:extLst>
            </p:cNvPr>
            <p:cNvGrpSpPr/>
            <p:nvPr/>
          </p:nvGrpSpPr>
          <p:grpSpPr>
            <a:xfrm>
              <a:off x="745455" y="6594444"/>
              <a:ext cx="722662" cy="98475"/>
              <a:chOff x="745455" y="6594444"/>
              <a:chExt cx="722662" cy="98475"/>
            </a:xfrm>
            <a:grpFill/>
          </p:grpSpPr>
          <p:sp>
            <p:nvSpPr>
              <p:cNvPr id="23" name="Freeform 22">
                <a:extLst>
                  <a:ext uri="{FF2B5EF4-FFF2-40B4-BE49-F238E27FC236}">
                    <a16:creationId xmlns:a16="http://schemas.microsoft.com/office/drawing/2014/main" id="{8F7C67AA-6928-85E3-8830-84A01BD05CE6}"/>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6B1B7D76-16B1-1B7F-F766-5FB305EACAC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E5049BDD-2524-9C3F-6E78-7F5FC887A18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ED97AD2D-085D-85A8-633D-A5A49CC7394E}"/>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757E7874-28DD-B5CE-BB3D-8D9FBD70DDB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A0B9AEC-F4A4-8794-E1D3-C25E411A206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99CF8EE6-A915-D9FA-02B9-E1DFC99DBC1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9652012E-F831-7CC4-380F-F12B3E742D9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42A3B8DA-01C3-7984-65A5-F87CE847983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12854487-6BBC-F60A-0BB7-762C0530C0D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dirty="0"/>
              </a:p>
            </p:txBody>
          </p:sp>
        </p:grpSp>
        <p:grpSp>
          <p:nvGrpSpPr>
            <p:cNvPr id="14" name="Graphic 8">
              <a:extLst>
                <a:ext uri="{FF2B5EF4-FFF2-40B4-BE49-F238E27FC236}">
                  <a16:creationId xmlns:a16="http://schemas.microsoft.com/office/drawing/2014/main" id="{7C3F2EC0-0E91-1B90-0984-E15451F11E09}"/>
                </a:ext>
              </a:extLst>
            </p:cNvPr>
            <p:cNvGrpSpPr/>
            <p:nvPr/>
          </p:nvGrpSpPr>
          <p:grpSpPr>
            <a:xfrm>
              <a:off x="265625" y="6323271"/>
              <a:ext cx="1249223" cy="190348"/>
              <a:chOff x="265625" y="6323271"/>
              <a:chExt cx="1249223" cy="190348"/>
            </a:xfrm>
            <a:grpFill/>
          </p:grpSpPr>
          <p:sp>
            <p:nvSpPr>
              <p:cNvPr id="15" name="Freeform 14">
                <a:extLst>
                  <a:ext uri="{FF2B5EF4-FFF2-40B4-BE49-F238E27FC236}">
                    <a16:creationId xmlns:a16="http://schemas.microsoft.com/office/drawing/2014/main" id="{3E1EA83D-0C41-6298-66D3-2AACACADF563}"/>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B9B542A7-1CED-E3B4-2F6F-981A0BCF0F9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0F403641-4B58-5167-918C-45D30FB8B885}"/>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58B02E53-85CD-F8E6-1B90-2A239092033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346B34D3-96E7-AEEC-E3E3-9703F262AE5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BE841654-790E-1DA0-EAB4-635FDD741A4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E1E56751-BAEE-C6B1-E3A0-D9F895DD818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dirty="0"/>
              </a:p>
            </p:txBody>
          </p:sp>
        </p:grpSp>
      </p:grpSp>
      <p:sp>
        <p:nvSpPr>
          <p:cNvPr id="6" name="Title click to edit">
            <a:extLst>
              <a:ext uri="{FF2B5EF4-FFF2-40B4-BE49-F238E27FC236}">
                <a16:creationId xmlns:a16="http://schemas.microsoft.com/office/drawing/2014/main" id="{9A564A77-DB55-ED06-B6E2-D814406B5E70}"/>
              </a:ext>
            </a:extLst>
          </p:cNvPr>
          <p:cNvSpPr>
            <a:spLocks noGrp="1"/>
          </p:cNvSpPr>
          <p:nvPr>
            <p:ph type="title" hasCustomPrompt="1"/>
          </p:nvPr>
        </p:nvSpPr>
        <p:spPr>
          <a:xfrm>
            <a:off x="585626" y="1701846"/>
            <a:ext cx="4782865" cy="1234440"/>
          </a:xfrm>
        </p:spPr>
        <p:txBody>
          <a:bodyPr wrap="square" anchor="b"/>
          <a:lstStyle>
            <a:lvl1pPr algn="l">
              <a:defRPr sz="4000" b="0" cap="none" baseline="0">
                <a:solidFill>
                  <a:schemeClr val="tx1"/>
                </a:solidFill>
              </a:defRPr>
            </a:lvl1pPr>
          </a:lstStyle>
          <a:p>
            <a:r>
              <a:rPr lang="en-US" dirty="0"/>
              <a:t>Title Slide – Medium Theme</a:t>
            </a:r>
          </a:p>
        </p:txBody>
      </p:sp>
      <p:sp>
        <p:nvSpPr>
          <p:cNvPr id="16" name="Subtitle click to edit">
            <a:extLst>
              <a:ext uri="{FF2B5EF4-FFF2-40B4-BE49-F238E27FC236}">
                <a16:creationId xmlns:a16="http://schemas.microsoft.com/office/drawing/2014/main" id="{3E88110F-9182-0840-066F-3DE4AC6B8C94}"/>
              </a:ext>
            </a:extLst>
          </p:cNvPr>
          <p:cNvSpPr>
            <a:spLocks noGrp="1"/>
          </p:cNvSpPr>
          <p:nvPr>
            <p:ph type="subTitle" idx="10" hasCustomPrompt="1"/>
          </p:nvPr>
        </p:nvSpPr>
        <p:spPr>
          <a:xfrm>
            <a:off x="586477" y="2986547"/>
            <a:ext cx="4795599"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33" name="Click to edit Speaker Name ">
            <a:extLst>
              <a:ext uri="{FF2B5EF4-FFF2-40B4-BE49-F238E27FC236}">
                <a16:creationId xmlns:a16="http://schemas.microsoft.com/office/drawing/2014/main" id="{F3B64E52-E233-3D80-DBA7-7192CE74C2D6}"/>
              </a:ext>
            </a:extLst>
          </p:cNvPr>
          <p:cNvSpPr>
            <a:spLocks noGrp="1"/>
          </p:cNvSpPr>
          <p:nvPr>
            <p:ph type="body" sz="quarter" idx="11" hasCustomPrompt="1"/>
          </p:nvPr>
        </p:nvSpPr>
        <p:spPr>
          <a:xfrm>
            <a:off x="585625" y="4737425"/>
            <a:ext cx="5082201" cy="355601"/>
          </a:xfrm>
        </p:spPr>
        <p:txBody>
          <a:bodyPr anchor="ctr"/>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34" name="Click to edit role">
            <a:extLst>
              <a:ext uri="{FF2B5EF4-FFF2-40B4-BE49-F238E27FC236}">
                <a16:creationId xmlns:a16="http://schemas.microsoft.com/office/drawing/2014/main" id="{61F028C3-376D-2857-410D-AA8C02182DBB}"/>
              </a:ext>
            </a:extLst>
          </p:cNvPr>
          <p:cNvSpPr>
            <a:spLocks noGrp="1"/>
          </p:cNvSpPr>
          <p:nvPr>
            <p:ph type="body" sz="quarter" idx="12" hasCustomPrompt="1"/>
          </p:nvPr>
        </p:nvSpPr>
        <p:spPr>
          <a:xfrm>
            <a:off x="585625" y="5117480"/>
            <a:ext cx="5082201" cy="355601"/>
          </a:xfrm>
        </p:spPr>
        <p:txBody>
          <a:bodyPr anchor="ctr"/>
          <a:lstStyle>
            <a:lvl1pPr algn="l">
              <a:buNone/>
              <a:defRPr sz="1600">
                <a:solidFill>
                  <a:schemeClr val="tx1"/>
                </a:solidFill>
              </a:defRPr>
            </a:lvl1pPr>
          </a:lstStyle>
          <a:p>
            <a:pPr lvl="0"/>
            <a:r>
              <a:rPr lang="en-US" dirty="0"/>
              <a:t>Role / Division, Broadcom</a:t>
            </a:r>
          </a:p>
        </p:txBody>
      </p:sp>
      <p:sp>
        <p:nvSpPr>
          <p:cNvPr id="35" name="Click to edit role">
            <a:extLst>
              <a:ext uri="{FF2B5EF4-FFF2-40B4-BE49-F238E27FC236}">
                <a16:creationId xmlns:a16="http://schemas.microsoft.com/office/drawing/2014/main" id="{81EDBE59-D3BD-9990-3E9F-32B59874E467}"/>
              </a:ext>
            </a:extLst>
          </p:cNvPr>
          <p:cNvSpPr>
            <a:spLocks noGrp="1"/>
          </p:cNvSpPr>
          <p:nvPr>
            <p:ph type="body" sz="quarter" idx="14" hasCustomPrompt="1"/>
          </p:nvPr>
        </p:nvSpPr>
        <p:spPr>
          <a:xfrm>
            <a:off x="585625" y="5485986"/>
            <a:ext cx="5082201" cy="355601"/>
          </a:xfrm>
        </p:spPr>
        <p:txBody>
          <a:bodyPr anchor="ctr"/>
          <a:lstStyle>
            <a:lvl1pPr algn="l">
              <a:buNone/>
              <a:defRPr sz="1600">
                <a:solidFill>
                  <a:schemeClr val="tx1"/>
                </a:solidFill>
              </a:defRPr>
            </a:lvl1pPr>
          </a:lstStyle>
          <a:p>
            <a:pPr lvl="0"/>
            <a:r>
              <a:rPr lang="en-US"/>
              <a:t>Date</a:t>
            </a:r>
          </a:p>
        </p:txBody>
      </p:sp>
      <p:pic>
        <p:nvPicPr>
          <p:cNvPr id="36" name="Graphic 35">
            <a:extLst>
              <a:ext uri="{FF2B5EF4-FFF2-40B4-BE49-F238E27FC236}">
                <a16:creationId xmlns:a16="http://schemas.microsoft.com/office/drawing/2014/main" id="{C56447FA-F32D-9EA0-DEC5-21724B4D253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85625" y="570134"/>
            <a:ext cx="2857719" cy="562472"/>
          </a:xfrm>
          <a:prstGeom prst="rect">
            <a:avLst/>
          </a:prstGeom>
        </p:spPr>
      </p:pic>
    </p:spTree>
    <p:extLst>
      <p:ext uri="{BB962C8B-B14F-4D97-AF65-F5344CB8AC3E}">
        <p14:creationId xmlns:p14="http://schemas.microsoft.com/office/powerpoint/2010/main" val="3430405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6="http://schemas.microsoft.com/office/drawing/2014/main">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Title Slide – Leaf">
    <p:spTree>
      <p:nvGrpSpPr>
        <p:cNvPr id="1" name=""/>
        <p:cNvGrpSpPr/>
        <p:nvPr/>
      </p:nvGrpSpPr>
      <p:grpSpPr>
        <a:xfrm>
          <a:off x="0" y="0"/>
          <a:ext cx="0" cy="0"/>
          <a:chOff x="0" y="0"/>
          <a:chExt cx="0" cy="0"/>
        </a:xfrm>
      </p:grpSpPr>
      <p:sp>
        <p:nvSpPr>
          <p:cNvPr id="30" name="Freeform: Shape 29">
            <a:extLst>
              <a:ext uri="{FF2B5EF4-FFF2-40B4-BE49-F238E27FC236}">
                <a16:creationId xmlns:a16="http://schemas.microsoft.com/office/drawing/2014/main" id="{E832C870-B130-F9CC-6224-4A7EBA6FD046}"/>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2D3B49F1-E261-2E76-44FD-7CE4633B932C}"/>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4"/>
              </a:gs>
            </a:gsLst>
            <a:lin ang="0" scaled="1"/>
          </a:gradFill>
          <a:ln w="0" cap="flat">
            <a:noFill/>
            <a:prstDash val="solid"/>
            <a:miter/>
          </a:ln>
        </p:spPr>
        <p:txBody>
          <a:bodyPr rtlCol="0" anchor="ctr"/>
          <a:lstStyle/>
          <a:p>
            <a:endParaRPr lang="en-US"/>
          </a:p>
        </p:txBody>
      </p:sp>
      <p:sp>
        <p:nvSpPr>
          <p:cNvPr id="2" name="Title click to edit"/>
          <p:cNvSpPr>
            <a:spLocks noGrp="1"/>
          </p:cNvSpPr>
          <p:nvPr>
            <p:ph type="title" hasCustomPrompt="1"/>
          </p:nvPr>
        </p:nvSpPr>
        <p:spPr>
          <a:xfrm>
            <a:off x="6592949" y="1701846"/>
            <a:ext cx="5102866" cy="1234440"/>
          </a:xfrm>
        </p:spPr>
        <p:txBody>
          <a:bodyPr wrap="square" anchor="b"/>
          <a:lstStyle>
            <a:lvl1pPr algn="l">
              <a:defRPr sz="4000" b="0" cap="none" baseline="0">
                <a:solidFill>
                  <a:schemeClr val="tx1"/>
                </a:solidFill>
              </a:defRPr>
            </a:lvl1pPr>
          </a:lstStyle>
          <a:p>
            <a:r>
              <a:rPr lang="en-US" dirty="0"/>
              <a:t>Title Slide – Green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92948" y="4737425"/>
            <a:ext cx="5402202" cy="355601"/>
          </a:xfrm>
        </p:spPr>
        <p:txBody>
          <a:bodyPr anchor="ctr"/>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92948" y="5117480"/>
            <a:ext cx="5402202" cy="355601"/>
          </a:xfrm>
        </p:spPr>
        <p:txBody>
          <a:bodyPr anchor="ctr"/>
          <a:lstStyle>
            <a:lvl1pPr algn="l">
              <a:buNone/>
              <a:defRPr sz="1600">
                <a:solidFill>
                  <a:schemeClr val="tx1"/>
                </a:solidFill>
              </a:defRPr>
            </a:lvl1pPr>
          </a:lstStyle>
          <a:p>
            <a:pPr lvl="0"/>
            <a:r>
              <a:rPr lang="en-US" dirty="0"/>
              <a:t>Role / Division, Broadcom</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92948" y="5485986"/>
            <a:ext cx="5402202" cy="355601"/>
          </a:xfrm>
        </p:spPr>
        <p:txBody>
          <a:bodyPr anchor="ctr"/>
          <a:lstStyle>
            <a:lvl1pPr algn="l">
              <a:buNone/>
              <a:defRPr sz="1600">
                <a:solidFill>
                  <a:schemeClr val="tx1"/>
                </a:solidFill>
              </a:defRPr>
            </a:lvl1pPr>
          </a:lstStyle>
          <a:p>
            <a:pPr lvl="0"/>
            <a:r>
              <a:rPr lang="en-US"/>
              <a:t>Date</a:t>
            </a:r>
          </a:p>
        </p:txBody>
      </p:sp>
      <p:grpSp>
        <p:nvGrpSpPr>
          <p:cNvPr id="34" name="Graphic 8">
            <a:extLst>
              <a:ext uri="{FF2B5EF4-FFF2-40B4-BE49-F238E27FC236}">
                <a16:creationId xmlns:a16="http://schemas.microsoft.com/office/drawing/2014/main" id="{2BB61FAB-D61D-91C0-B6E9-540E07D70F8D}"/>
              </a:ext>
            </a:extLst>
          </p:cNvPr>
          <p:cNvGrpSpPr/>
          <p:nvPr/>
        </p:nvGrpSpPr>
        <p:grpSpPr>
          <a:xfrm>
            <a:off x="265625" y="6323271"/>
            <a:ext cx="1249223" cy="369648"/>
            <a:chOff x="265625" y="6323271"/>
            <a:chExt cx="1249223" cy="369648"/>
          </a:xfrm>
          <a:solidFill>
            <a:schemeClr val="tx1"/>
          </a:solidFill>
        </p:grpSpPr>
        <p:grpSp>
          <p:nvGrpSpPr>
            <p:cNvPr id="35" name="Graphic 8">
              <a:extLst>
                <a:ext uri="{FF2B5EF4-FFF2-40B4-BE49-F238E27FC236}">
                  <a16:creationId xmlns:a16="http://schemas.microsoft.com/office/drawing/2014/main" id="{335A91E3-C984-A339-9A90-22456A5B3A8A}"/>
                </a:ext>
              </a:extLst>
            </p:cNvPr>
            <p:cNvGrpSpPr/>
            <p:nvPr/>
          </p:nvGrpSpPr>
          <p:grpSpPr>
            <a:xfrm>
              <a:off x="745455" y="6594444"/>
              <a:ext cx="722662" cy="98475"/>
              <a:chOff x="745455" y="6594444"/>
              <a:chExt cx="722662" cy="98475"/>
            </a:xfrm>
            <a:grpFill/>
          </p:grpSpPr>
          <p:sp>
            <p:nvSpPr>
              <p:cNvPr id="44" name="Freeform 49">
                <a:extLst>
                  <a:ext uri="{FF2B5EF4-FFF2-40B4-BE49-F238E27FC236}">
                    <a16:creationId xmlns:a16="http://schemas.microsoft.com/office/drawing/2014/main" id="{2EEFE471-3371-E1FC-8E61-E71CA25FE11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45" name="Freeform 50">
                <a:extLst>
                  <a:ext uri="{FF2B5EF4-FFF2-40B4-BE49-F238E27FC236}">
                    <a16:creationId xmlns:a16="http://schemas.microsoft.com/office/drawing/2014/main" id="{34442E96-4426-8630-B676-AB0394715E4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46" name="Freeform 51">
                <a:extLst>
                  <a:ext uri="{FF2B5EF4-FFF2-40B4-BE49-F238E27FC236}">
                    <a16:creationId xmlns:a16="http://schemas.microsoft.com/office/drawing/2014/main" id="{8BA96E31-5EEA-7357-298B-37DAB50D934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47" name="Freeform 52">
                <a:extLst>
                  <a:ext uri="{FF2B5EF4-FFF2-40B4-BE49-F238E27FC236}">
                    <a16:creationId xmlns:a16="http://schemas.microsoft.com/office/drawing/2014/main" id="{E859CE78-8BEE-82DE-03EC-271997048CB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48" name="Freeform 53">
                <a:extLst>
                  <a:ext uri="{FF2B5EF4-FFF2-40B4-BE49-F238E27FC236}">
                    <a16:creationId xmlns:a16="http://schemas.microsoft.com/office/drawing/2014/main" id="{E074AE8D-6BAE-0DDA-85ED-03C6DFCA1FC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49" name="Freeform 54">
                <a:extLst>
                  <a:ext uri="{FF2B5EF4-FFF2-40B4-BE49-F238E27FC236}">
                    <a16:creationId xmlns:a16="http://schemas.microsoft.com/office/drawing/2014/main" id="{2815B090-56C3-061C-A4E5-5567DB842EA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50" name="Freeform 55">
                <a:extLst>
                  <a:ext uri="{FF2B5EF4-FFF2-40B4-BE49-F238E27FC236}">
                    <a16:creationId xmlns:a16="http://schemas.microsoft.com/office/drawing/2014/main" id="{8634125F-8CBC-AFEE-A587-4B1837F7252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51" name="Freeform 56">
                <a:extLst>
                  <a:ext uri="{FF2B5EF4-FFF2-40B4-BE49-F238E27FC236}">
                    <a16:creationId xmlns:a16="http://schemas.microsoft.com/office/drawing/2014/main" id="{1626768D-F016-8910-72B1-1285CDBD2C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2" name="Freeform 57">
                <a:extLst>
                  <a:ext uri="{FF2B5EF4-FFF2-40B4-BE49-F238E27FC236}">
                    <a16:creationId xmlns:a16="http://schemas.microsoft.com/office/drawing/2014/main" id="{033F3E91-FC25-9595-D391-3BEFA2E3103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3" name="Freeform 58">
                <a:extLst>
                  <a:ext uri="{FF2B5EF4-FFF2-40B4-BE49-F238E27FC236}">
                    <a16:creationId xmlns:a16="http://schemas.microsoft.com/office/drawing/2014/main" id="{1B389628-7A3D-BDD6-09AA-C8EB240B27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36" name="Graphic 8">
              <a:extLst>
                <a:ext uri="{FF2B5EF4-FFF2-40B4-BE49-F238E27FC236}">
                  <a16:creationId xmlns:a16="http://schemas.microsoft.com/office/drawing/2014/main" id="{8FA550BC-EBDD-737B-E99F-83A19CCC9A69}"/>
                </a:ext>
              </a:extLst>
            </p:cNvPr>
            <p:cNvGrpSpPr/>
            <p:nvPr/>
          </p:nvGrpSpPr>
          <p:grpSpPr>
            <a:xfrm>
              <a:off x="265625" y="6323271"/>
              <a:ext cx="1249223" cy="190348"/>
              <a:chOff x="265625" y="6323271"/>
              <a:chExt cx="1249223" cy="190348"/>
            </a:xfrm>
            <a:grpFill/>
          </p:grpSpPr>
          <p:sp>
            <p:nvSpPr>
              <p:cNvPr id="37" name="Freeform 60">
                <a:extLst>
                  <a:ext uri="{FF2B5EF4-FFF2-40B4-BE49-F238E27FC236}">
                    <a16:creationId xmlns:a16="http://schemas.microsoft.com/office/drawing/2014/main" id="{C76FC98A-1FB6-CE69-CC08-A918C3F29BB1}"/>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38" name="Freeform 61">
                <a:extLst>
                  <a:ext uri="{FF2B5EF4-FFF2-40B4-BE49-F238E27FC236}">
                    <a16:creationId xmlns:a16="http://schemas.microsoft.com/office/drawing/2014/main" id="{D685DB74-4923-6FAD-8A0D-0932C52110C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39" name="Freeform 62">
                <a:extLst>
                  <a:ext uri="{FF2B5EF4-FFF2-40B4-BE49-F238E27FC236}">
                    <a16:creationId xmlns:a16="http://schemas.microsoft.com/office/drawing/2014/main" id="{116AF541-5EFC-359A-ABC2-2C9EA68507C8}"/>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40" name="Freeform 63">
                <a:extLst>
                  <a:ext uri="{FF2B5EF4-FFF2-40B4-BE49-F238E27FC236}">
                    <a16:creationId xmlns:a16="http://schemas.microsoft.com/office/drawing/2014/main" id="{3163EAE2-C691-152F-3359-20D42B5E3519}"/>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41" name="Freeform 64">
                <a:extLst>
                  <a:ext uri="{FF2B5EF4-FFF2-40B4-BE49-F238E27FC236}">
                    <a16:creationId xmlns:a16="http://schemas.microsoft.com/office/drawing/2014/main" id="{D142A448-EDF0-D8A5-2BCA-233FEC0793E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42" name="Freeform 65">
                <a:extLst>
                  <a:ext uri="{FF2B5EF4-FFF2-40B4-BE49-F238E27FC236}">
                    <a16:creationId xmlns:a16="http://schemas.microsoft.com/office/drawing/2014/main" id="{E1D9DD60-FD2B-F2E1-C858-BEADF788A55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43" name="Freeform 66">
                <a:extLst>
                  <a:ext uri="{FF2B5EF4-FFF2-40B4-BE49-F238E27FC236}">
                    <a16:creationId xmlns:a16="http://schemas.microsoft.com/office/drawing/2014/main" id="{E70E549A-43A2-9663-41E9-A93F6C8A166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54" name="Freeform: Shape 29">
            <a:extLst>
              <a:ext uri="{FF2B5EF4-FFF2-40B4-BE49-F238E27FC236}">
                <a16:creationId xmlns:a16="http://schemas.microsoft.com/office/drawing/2014/main" id="{E832C870-B130-F9CC-6224-4A7EBA6FD046}"/>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a:p>
        </p:txBody>
      </p:sp>
      <p:sp>
        <p:nvSpPr>
          <p:cNvPr id="55" name="Freeform: Shape 30">
            <a:extLst>
              <a:ext uri="{FF2B5EF4-FFF2-40B4-BE49-F238E27FC236}">
                <a16:creationId xmlns:a16="http://schemas.microsoft.com/office/drawing/2014/main" id="{2D3B49F1-E261-2E76-44FD-7CE4633B932C}"/>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4"/>
              </a:gs>
            </a:gsLst>
            <a:lin ang="0" scaled="1"/>
          </a:gradFill>
          <a:ln w="0" cap="flat">
            <a:noFill/>
            <a:prstDash val="solid"/>
            <a:miter/>
          </a:ln>
        </p:spPr>
        <p:txBody>
          <a:bodyPr rtlCol="0" anchor="ctr"/>
          <a:lstStyle/>
          <a:p>
            <a:endParaRPr lang="en-US"/>
          </a:p>
        </p:txBody>
      </p:sp>
      <p:grpSp>
        <p:nvGrpSpPr>
          <p:cNvPr id="58" name="Graphic 8">
            <a:extLst>
              <a:ext uri="{FF2B5EF4-FFF2-40B4-BE49-F238E27FC236}">
                <a16:creationId xmlns:a16="http://schemas.microsoft.com/office/drawing/2014/main" id="{2BB61FAB-D61D-91C0-B6E9-540E07D70F8D}"/>
              </a:ext>
            </a:extLst>
          </p:cNvPr>
          <p:cNvGrpSpPr/>
          <p:nvPr userDrawn="1"/>
        </p:nvGrpSpPr>
        <p:grpSpPr>
          <a:xfrm>
            <a:off x="265625" y="6323271"/>
            <a:ext cx="1249223" cy="369648"/>
            <a:chOff x="265625" y="6323271"/>
            <a:chExt cx="1249223" cy="369648"/>
          </a:xfrm>
          <a:solidFill>
            <a:schemeClr val="tx1"/>
          </a:solidFill>
        </p:grpSpPr>
        <p:grpSp>
          <p:nvGrpSpPr>
            <p:cNvPr id="59" name="Graphic 8">
              <a:extLst>
                <a:ext uri="{FF2B5EF4-FFF2-40B4-BE49-F238E27FC236}">
                  <a16:creationId xmlns:a16="http://schemas.microsoft.com/office/drawing/2014/main" id="{335A91E3-C984-A339-9A90-22456A5B3A8A}"/>
                </a:ext>
              </a:extLst>
            </p:cNvPr>
            <p:cNvGrpSpPr/>
            <p:nvPr/>
          </p:nvGrpSpPr>
          <p:grpSpPr>
            <a:xfrm>
              <a:off x="745455" y="6594444"/>
              <a:ext cx="722662" cy="98475"/>
              <a:chOff x="745455" y="6594444"/>
              <a:chExt cx="722662" cy="98475"/>
            </a:xfrm>
            <a:grpFill/>
          </p:grpSpPr>
          <p:sp>
            <p:nvSpPr>
              <p:cNvPr id="68" name="Freeform 49">
                <a:extLst>
                  <a:ext uri="{FF2B5EF4-FFF2-40B4-BE49-F238E27FC236}">
                    <a16:creationId xmlns:a16="http://schemas.microsoft.com/office/drawing/2014/main" id="{2EEFE471-3371-E1FC-8E61-E71CA25FE11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69" name="Freeform 50">
                <a:extLst>
                  <a:ext uri="{FF2B5EF4-FFF2-40B4-BE49-F238E27FC236}">
                    <a16:creationId xmlns:a16="http://schemas.microsoft.com/office/drawing/2014/main" id="{34442E96-4426-8630-B676-AB0394715E4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70" name="Freeform 51">
                <a:extLst>
                  <a:ext uri="{FF2B5EF4-FFF2-40B4-BE49-F238E27FC236}">
                    <a16:creationId xmlns:a16="http://schemas.microsoft.com/office/drawing/2014/main" id="{8BA96E31-5EEA-7357-298B-37DAB50D934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71" name="Freeform 52">
                <a:extLst>
                  <a:ext uri="{FF2B5EF4-FFF2-40B4-BE49-F238E27FC236}">
                    <a16:creationId xmlns:a16="http://schemas.microsoft.com/office/drawing/2014/main" id="{E859CE78-8BEE-82DE-03EC-271997048CB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72" name="Freeform 53">
                <a:extLst>
                  <a:ext uri="{FF2B5EF4-FFF2-40B4-BE49-F238E27FC236}">
                    <a16:creationId xmlns:a16="http://schemas.microsoft.com/office/drawing/2014/main" id="{E074AE8D-6BAE-0DDA-85ED-03C6DFCA1FC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73" name="Freeform 54">
                <a:extLst>
                  <a:ext uri="{FF2B5EF4-FFF2-40B4-BE49-F238E27FC236}">
                    <a16:creationId xmlns:a16="http://schemas.microsoft.com/office/drawing/2014/main" id="{2815B090-56C3-061C-A4E5-5567DB842EA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74" name="Freeform 55">
                <a:extLst>
                  <a:ext uri="{FF2B5EF4-FFF2-40B4-BE49-F238E27FC236}">
                    <a16:creationId xmlns:a16="http://schemas.microsoft.com/office/drawing/2014/main" id="{8634125F-8CBC-AFEE-A587-4B1837F7252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75" name="Freeform 56">
                <a:extLst>
                  <a:ext uri="{FF2B5EF4-FFF2-40B4-BE49-F238E27FC236}">
                    <a16:creationId xmlns:a16="http://schemas.microsoft.com/office/drawing/2014/main" id="{1626768D-F016-8910-72B1-1285CDBD2C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76" name="Freeform 57">
                <a:extLst>
                  <a:ext uri="{FF2B5EF4-FFF2-40B4-BE49-F238E27FC236}">
                    <a16:creationId xmlns:a16="http://schemas.microsoft.com/office/drawing/2014/main" id="{033F3E91-FC25-9595-D391-3BEFA2E3103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77" name="Freeform 58">
                <a:extLst>
                  <a:ext uri="{FF2B5EF4-FFF2-40B4-BE49-F238E27FC236}">
                    <a16:creationId xmlns:a16="http://schemas.microsoft.com/office/drawing/2014/main" id="{1B389628-7A3D-BDD6-09AA-C8EB240B27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60" name="Graphic 8">
              <a:extLst>
                <a:ext uri="{FF2B5EF4-FFF2-40B4-BE49-F238E27FC236}">
                  <a16:creationId xmlns:a16="http://schemas.microsoft.com/office/drawing/2014/main" id="{8FA550BC-EBDD-737B-E99F-83A19CCC9A69}"/>
                </a:ext>
              </a:extLst>
            </p:cNvPr>
            <p:cNvGrpSpPr/>
            <p:nvPr/>
          </p:nvGrpSpPr>
          <p:grpSpPr>
            <a:xfrm>
              <a:off x="265625" y="6323271"/>
              <a:ext cx="1249223" cy="190348"/>
              <a:chOff x="265625" y="6323271"/>
              <a:chExt cx="1249223" cy="190348"/>
            </a:xfrm>
            <a:grpFill/>
          </p:grpSpPr>
          <p:sp>
            <p:nvSpPr>
              <p:cNvPr id="61" name="Freeform 60">
                <a:extLst>
                  <a:ext uri="{FF2B5EF4-FFF2-40B4-BE49-F238E27FC236}">
                    <a16:creationId xmlns:a16="http://schemas.microsoft.com/office/drawing/2014/main" id="{C76FC98A-1FB6-CE69-CC08-A918C3F29BB1}"/>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62" name="Freeform 61">
                <a:extLst>
                  <a:ext uri="{FF2B5EF4-FFF2-40B4-BE49-F238E27FC236}">
                    <a16:creationId xmlns:a16="http://schemas.microsoft.com/office/drawing/2014/main" id="{D685DB74-4923-6FAD-8A0D-0932C52110C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63" name="Freeform 62">
                <a:extLst>
                  <a:ext uri="{FF2B5EF4-FFF2-40B4-BE49-F238E27FC236}">
                    <a16:creationId xmlns:a16="http://schemas.microsoft.com/office/drawing/2014/main" id="{116AF541-5EFC-359A-ABC2-2C9EA68507C8}"/>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64" name="Freeform 63">
                <a:extLst>
                  <a:ext uri="{FF2B5EF4-FFF2-40B4-BE49-F238E27FC236}">
                    <a16:creationId xmlns:a16="http://schemas.microsoft.com/office/drawing/2014/main" id="{3163EAE2-C691-152F-3359-20D42B5E3519}"/>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65" name="Freeform 64">
                <a:extLst>
                  <a:ext uri="{FF2B5EF4-FFF2-40B4-BE49-F238E27FC236}">
                    <a16:creationId xmlns:a16="http://schemas.microsoft.com/office/drawing/2014/main" id="{D142A448-EDF0-D8A5-2BCA-233FEC0793E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66" name="Freeform 65">
                <a:extLst>
                  <a:ext uri="{FF2B5EF4-FFF2-40B4-BE49-F238E27FC236}">
                    <a16:creationId xmlns:a16="http://schemas.microsoft.com/office/drawing/2014/main" id="{E1D9DD60-FD2B-F2E1-C858-BEADF788A55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67" name="Freeform 66">
                <a:extLst>
                  <a:ext uri="{FF2B5EF4-FFF2-40B4-BE49-F238E27FC236}">
                    <a16:creationId xmlns:a16="http://schemas.microsoft.com/office/drawing/2014/main" id="{E70E549A-43A2-9663-41E9-A93F6C8A166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4" name="TextBox 3">
            <a:extLst>
              <a:ext uri="{FF2B5EF4-FFF2-40B4-BE49-F238E27FC236}">
                <a16:creationId xmlns:a16="http://schemas.microsoft.com/office/drawing/2014/main" id="{D3419FAF-ACD3-DB06-B849-18BF7716266A}"/>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spTree>
    <p:extLst>
      <p:ext uri="{BB962C8B-B14F-4D97-AF65-F5344CB8AC3E}">
        <p14:creationId xmlns:p14="http://schemas.microsoft.com/office/powerpoint/2010/main" val="4220495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16" name="Click to edit text">
            <a:extLst>
              <a:ext uri="{FF2B5EF4-FFF2-40B4-BE49-F238E27FC236}">
                <a16:creationId xmlns:a16="http://schemas.microsoft.com/office/drawing/2014/main" id="{B29EB907-51A5-4D60-B03A-85DECB7627F9}"/>
              </a:ext>
            </a:extLst>
          </p:cNvPr>
          <p:cNvSpPr>
            <a:spLocks noGrp="1"/>
          </p:cNvSpPr>
          <p:nvPr>
            <p:ph type="body" sz="quarter" idx="23" hasCustomPrompt="1"/>
          </p:nvPr>
        </p:nvSpPr>
        <p:spPr>
          <a:xfrm>
            <a:off x="2894013" y="1359907"/>
            <a:ext cx="7315200" cy="4322783"/>
          </a:xfrm>
        </p:spPr>
        <p:txBody>
          <a:bodyPr anchor="t"/>
          <a:lstStyle>
            <a:lvl1pPr marL="0" indent="0">
              <a:spcBef>
                <a:spcPts val="1800"/>
              </a:spcBef>
              <a:buClr>
                <a:schemeClr val="accent2"/>
              </a:buClr>
              <a:buFont typeface="Arial" panose="020B0604020202020204" pitchFamily="34" charset="0"/>
              <a:buChar char="​"/>
              <a:defRPr>
                <a:solidFill>
                  <a:schemeClr val="tx1"/>
                </a:solidFill>
              </a:defRPr>
            </a:lvl1pPr>
            <a:lvl2pPr marL="0" indent="0">
              <a:spcBef>
                <a:spcPts val="600"/>
              </a:spcBef>
              <a:buFont typeface="Arial" panose="020B0604020202020204" pitchFamily="34" charset="0"/>
              <a:buNone/>
              <a:defRPr/>
            </a:lvl2pPr>
            <a:lvl3pPr marL="342900" indent="0">
              <a:buFont typeface="Arial" panose="020B0604020202020204" pitchFamily="34" charset="0"/>
              <a:buNone/>
              <a:defRPr sz="1800"/>
            </a:lvl3pPr>
            <a:lvl4pPr marL="342900" indent="0">
              <a:buFont typeface="Arial" panose="020B0604020202020204" pitchFamily="34" charset="0"/>
              <a:buChar char="​"/>
              <a:tabLst/>
              <a:defRPr sz="1800">
                <a:solidFill>
                  <a:schemeClr val="tx2"/>
                </a:solidFill>
              </a:defRPr>
            </a:lvl4pPr>
            <a:lvl5pPr marL="342900" indent="0">
              <a:buFont typeface="Arial" panose="020B0604020202020204" pitchFamily="34" charset="0"/>
              <a:buChar char="​"/>
              <a:tabLst/>
              <a:defRPr sz="1800">
                <a:solidFill>
                  <a:schemeClr val="tx2"/>
                </a:solidFill>
              </a:defRPr>
            </a:lvl5pPr>
            <a:lvl6pPr marL="342900" indent="0">
              <a:buFont typeface="Arial" panose="020B0604020202020204" pitchFamily="34" charset="0"/>
              <a:buChar char="​"/>
              <a:defRPr sz="1800">
                <a:solidFill>
                  <a:schemeClr val="tx2"/>
                </a:solidFill>
              </a:defRPr>
            </a:lvl6pPr>
            <a:lvl7pPr marL="342900" indent="0">
              <a:buFont typeface="Arial" panose="020B0604020202020204" pitchFamily="34" charset="0"/>
              <a:buChar char="​"/>
              <a:defRPr sz="1800">
                <a:solidFill>
                  <a:schemeClr val="tx2"/>
                </a:solidFill>
              </a:defRPr>
            </a:lvl7pPr>
            <a:lvl8pPr marL="342900" indent="0">
              <a:buFont typeface="Arial" panose="020B0604020202020204" pitchFamily="34" charset="0"/>
              <a:buChar char="​"/>
              <a:defRPr sz="1800">
                <a:solidFill>
                  <a:schemeClr val="tx2"/>
                </a:solidFill>
              </a:defRPr>
            </a:lvl8pPr>
            <a:lvl9pPr marL="342900" indent="0">
              <a:buFont typeface="Arial" panose="020B0604020202020204" pitchFamily="34" charset="0"/>
              <a:buChar char="​"/>
              <a:defRPr sz="1800">
                <a:solidFill>
                  <a:schemeClr val="tx2"/>
                </a:solidFill>
              </a:defRPr>
            </a:lvl9pPr>
          </a:lstStyle>
          <a:p>
            <a:pPr lvl="0"/>
            <a:r>
              <a:rPr lang="en-US" dirty="0"/>
              <a:t>Edit text</a:t>
            </a:r>
          </a:p>
          <a:p>
            <a:pPr lvl="1"/>
            <a:endParaRPr lang="en-US" dirty="0"/>
          </a:p>
        </p:txBody>
      </p:sp>
      <p:sp>
        <p:nvSpPr>
          <p:cNvPr id="730"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2" name="TextBox 1">
            <a:extLst>
              <a:ext uri="{FF2B5EF4-FFF2-40B4-BE49-F238E27FC236}">
                <a16:creationId xmlns:a16="http://schemas.microsoft.com/office/drawing/2014/main" id="{EFAB009F-8C77-4345-BB40-5C6D1F329C80}"/>
              </a:ext>
            </a:extLst>
          </p:cNvPr>
          <p:cNvSpPr txBox="1"/>
          <p:nvPr/>
        </p:nvSpPr>
        <p:spPr>
          <a:xfrm>
            <a:off x="610289" y="1257625"/>
            <a:ext cx="1939871" cy="443198"/>
          </a:xfrm>
          <a:prstGeom prst="rect">
            <a:avLst/>
          </a:prstGeom>
        </p:spPr>
        <p:txBody>
          <a:bodyPr vert="horz" wrap="none" lIns="0" tIns="0" rIns="0" bIns="0" rtlCol="0" anchor="b">
            <a:noAutofit/>
          </a:bodyPr>
          <a:lstStyle>
            <a:lvl1pPr>
              <a:lnSpc>
                <a:spcPct val="90000"/>
              </a:lnSpc>
              <a:spcBef>
                <a:spcPct val="0"/>
              </a:spcBef>
              <a:buNone/>
              <a:defRPr sz="3200" b="0">
                <a:solidFill>
                  <a:schemeClr val="accent2"/>
                </a:solidFill>
                <a:latin typeface="+mj-lt"/>
              </a:defRPr>
            </a:lvl1pPr>
          </a:lstStyle>
          <a:p>
            <a:pPr lvl="0"/>
            <a:r>
              <a:rPr lang="en-US">
                <a:solidFill>
                  <a:schemeClr val="tx1"/>
                </a:solidFill>
              </a:rPr>
              <a:t>Agenda</a:t>
            </a:r>
          </a:p>
        </p:txBody>
      </p:sp>
      <p:sp>
        <p:nvSpPr>
          <p:cNvPr id="5"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6" name="TextBox 5">
            <a:extLst>
              <a:ext uri="{FF2B5EF4-FFF2-40B4-BE49-F238E27FC236}">
                <a16:creationId xmlns:a16="http://schemas.microsoft.com/office/drawing/2014/main" id="{EFAB009F-8C77-4345-BB40-5C6D1F329C80}"/>
              </a:ext>
            </a:extLst>
          </p:cNvPr>
          <p:cNvSpPr txBox="1"/>
          <p:nvPr userDrawn="1"/>
        </p:nvSpPr>
        <p:spPr>
          <a:xfrm>
            <a:off x="610289" y="1257625"/>
            <a:ext cx="1939871" cy="443198"/>
          </a:xfrm>
          <a:prstGeom prst="rect">
            <a:avLst/>
          </a:prstGeom>
        </p:spPr>
        <p:txBody>
          <a:bodyPr vert="horz" wrap="none" lIns="0" tIns="0" rIns="0" bIns="0" rtlCol="0" anchor="b">
            <a:noAutofit/>
          </a:bodyPr>
          <a:lstStyle>
            <a:lvl1pPr>
              <a:lnSpc>
                <a:spcPct val="90000"/>
              </a:lnSpc>
              <a:spcBef>
                <a:spcPct val="0"/>
              </a:spcBef>
              <a:buNone/>
              <a:defRPr sz="3200" b="0">
                <a:solidFill>
                  <a:schemeClr val="accent2"/>
                </a:solidFill>
                <a:latin typeface="+mj-lt"/>
              </a:defRPr>
            </a:lvl1pPr>
          </a:lstStyle>
          <a:p>
            <a:pPr lvl="0"/>
            <a:r>
              <a:rPr lang="en-US" dirty="0">
                <a:solidFill>
                  <a:schemeClr val="tx1"/>
                </a:solidFill>
              </a:rPr>
              <a:t>Agenda</a:t>
            </a:r>
          </a:p>
        </p:txBody>
      </p:sp>
    </p:spTree>
    <p:extLst>
      <p:ext uri="{BB962C8B-B14F-4D97-AF65-F5344CB8AC3E}">
        <p14:creationId xmlns:p14="http://schemas.microsoft.com/office/powerpoint/2010/main" val="3042335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Section Header – Leaf">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8" y="938794"/>
            <a:ext cx="6427626" cy="1229360"/>
          </a:xfrm>
        </p:spPr>
        <p:txBody>
          <a:bodyPr wrap="square" anchor="b"/>
          <a:lstStyle>
            <a:lvl1pPr algn="l">
              <a:defRPr sz="3600" b="0" cap="none" baseline="0">
                <a:solidFill>
                  <a:schemeClr val="tx1"/>
                </a:solidFill>
              </a:defRPr>
            </a:lvl1pPr>
          </a:lstStyle>
          <a:p>
            <a:r>
              <a:rPr lang="en-US" dirty="0"/>
              <a:t>Section Title Option 1</a:t>
            </a:r>
            <a:br>
              <a:rPr lang="en-US" dirty="0"/>
            </a:br>
            <a:r>
              <a:rPr lang="en-US" dirty="0"/>
              <a:t>Green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4" name="page number">
            <a:extLst>
              <a:ext uri="{FF2B5EF4-FFF2-40B4-BE49-F238E27FC236}">
                <a16:creationId xmlns:a16="http://schemas.microsoft.com/office/drawing/2014/main" id="{20A83C12-6BEB-4E4C-9FB0-AA1FB4C661B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27" name="Freeform: Shape 26">
            <a:extLst>
              <a:ext uri="{FF2B5EF4-FFF2-40B4-BE49-F238E27FC236}">
                <a16:creationId xmlns:a16="http://schemas.microsoft.com/office/drawing/2014/main" id="{FAAA3BBF-4C76-744C-98CD-FE087D70233F}"/>
              </a:ext>
            </a:extLst>
          </p:cNvPr>
          <p:cNvSpPr/>
          <p:nvPr/>
        </p:nvSpPr>
        <p:spPr>
          <a:xfrm>
            <a:off x="6525510"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4"/>
              </a:gs>
              <a:gs pos="89000">
                <a:schemeClr val="accent3"/>
              </a:gs>
            </a:gsLst>
            <a:lin ang="18900000" scaled="1"/>
          </a:gradFill>
          <a:ln w="0" cap="flat">
            <a:noFill/>
            <a:prstDash val="solid"/>
            <a:miter/>
          </a:ln>
        </p:spPr>
        <p:txBody>
          <a:bodyPr rtlCol="0" anchor="ctr"/>
          <a:lstStyle/>
          <a:p>
            <a:endParaRPr lang="en-US"/>
          </a:p>
        </p:txBody>
      </p:sp>
      <p:sp>
        <p:nvSpPr>
          <p:cNvPr id="6" name="page number">
            <a:extLst>
              <a:ext uri="{FF2B5EF4-FFF2-40B4-BE49-F238E27FC236}">
                <a16:creationId xmlns:a16="http://schemas.microsoft.com/office/drawing/2014/main" id="{20A83C12-6BEB-4E4C-9FB0-AA1FB4C661B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7" name="Freeform: Shape 26">
            <a:extLst>
              <a:ext uri="{FF2B5EF4-FFF2-40B4-BE49-F238E27FC236}">
                <a16:creationId xmlns:a16="http://schemas.microsoft.com/office/drawing/2014/main" id="{FAAA3BBF-4C76-744C-98CD-FE087D70233F}"/>
              </a:ext>
            </a:extLst>
          </p:cNvPr>
          <p:cNvSpPr/>
          <p:nvPr userDrawn="1"/>
        </p:nvSpPr>
        <p:spPr>
          <a:xfrm>
            <a:off x="6525510"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4"/>
              </a:gs>
              <a:gs pos="89000">
                <a:schemeClr val="accent3"/>
              </a:gs>
            </a:gsLst>
            <a:lin ang="18900000" scaled="1"/>
          </a:gradFill>
          <a:ln w="0" cap="flat">
            <a:noFill/>
            <a:prstDash val="solid"/>
            <a:miter/>
          </a:ln>
        </p:spPr>
        <p:txBody>
          <a:bodyPr rtlCol="0" anchor="ctr"/>
          <a:lstStyle/>
          <a:p>
            <a:endParaRPr lang="en-US"/>
          </a:p>
        </p:txBody>
      </p:sp>
    </p:spTree>
    <p:extLst>
      <p:ext uri="{BB962C8B-B14F-4D97-AF65-F5344CB8AC3E}">
        <p14:creationId xmlns:p14="http://schemas.microsoft.com/office/powerpoint/2010/main" val="3879785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Section Header – Aqu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tx1"/>
                </a:solidFill>
              </a:defRPr>
            </a:lvl1pPr>
          </a:lstStyle>
          <a:p>
            <a:r>
              <a:rPr lang="en-US" dirty="0"/>
              <a:t>Section Title Option 2</a:t>
            </a:r>
            <a:br>
              <a:rPr lang="en-US" dirty="0"/>
            </a:br>
            <a:r>
              <a:rPr lang="en-US" dirty="0"/>
              <a:t>Blue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27" name="Freeform: Shape 26">
            <a:extLst>
              <a:ext uri="{FF2B5EF4-FFF2-40B4-BE49-F238E27FC236}">
                <a16:creationId xmlns:a16="http://schemas.microsoft.com/office/drawing/2014/main" id="{91AFD096-497D-5408-14FF-AFEF0DD58883}"/>
              </a:ext>
            </a:extLst>
          </p:cNvPr>
          <p:cNvSpPr/>
          <p:nvPr/>
        </p:nvSpPr>
        <p:spPr>
          <a:xfrm>
            <a:off x="6525510"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1"/>
              </a:gs>
              <a:gs pos="89000">
                <a:schemeClr val="accent3"/>
              </a:gs>
            </a:gsLst>
            <a:lin ang="18900000" scaled="1"/>
          </a:gradFill>
          <a:ln w="0" cap="flat">
            <a:noFill/>
            <a:prstDash val="solid"/>
            <a:miter/>
          </a:ln>
        </p:spPr>
        <p:txBody>
          <a:bodyPr rtlCol="0" anchor="ctr"/>
          <a:lstStyle/>
          <a:p>
            <a:endParaRPr lang="en-US"/>
          </a:p>
        </p:txBody>
      </p:sp>
      <p:sp>
        <p:nvSpPr>
          <p:cNvPr id="6" name="page number">
            <a:extLst>
              <a:ext uri="{FF2B5EF4-FFF2-40B4-BE49-F238E27FC236}">
                <a16:creationId xmlns:a16="http://schemas.microsoft.com/office/drawing/2014/main" id="{274E202C-D42A-664B-A387-688ED861096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7" name="Freeform: Shape 26">
            <a:extLst>
              <a:ext uri="{FF2B5EF4-FFF2-40B4-BE49-F238E27FC236}">
                <a16:creationId xmlns:a16="http://schemas.microsoft.com/office/drawing/2014/main" id="{91AFD096-497D-5408-14FF-AFEF0DD58883}"/>
              </a:ext>
            </a:extLst>
          </p:cNvPr>
          <p:cNvSpPr/>
          <p:nvPr userDrawn="1"/>
        </p:nvSpPr>
        <p:spPr>
          <a:xfrm>
            <a:off x="6525510"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1"/>
              </a:gs>
              <a:gs pos="89000">
                <a:schemeClr val="accent3"/>
              </a:gs>
            </a:gsLst>
            <a:lin ang="18900000" scaled="1"/>
          </a:gradFill>
          <a:ln w="0" cap="flat">
            <a:noFill/>
            <a:prstDash val="solid"/>
            <a:miter/>
          </a:ln>
        </p:spPr>
        <p:txBody>
          <a:bodyPr rtlCol="0" anchor="ctr"/>
          <a:lstStyle/>
          <a:p>
            <a:endParaRPr lang="en-US"/>
          </a:p>
        </p:txBody>
      </p:sp>
    </p:spTree>
    <p:extLst>
      <p:ext uri="{BB962C8B-B14F-4D97-AF65-F5344CB8AC3E}">
        <p14:creationId xmlns:p14="http://schemas.microsoft.com/office/powerpoint/2010/main" val="771371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Section Header – Plu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55971" cy="1229360"/>
          </a:xfrm>
        </p:spPr>
        <p:txBody>
          <a:bodyPr wrap="square" anchor="b"/>
          <a:lstStyle>
            <a:lvl1pPr algn="l">
              <a:defRPr sz="3600" b="0" cap="none" baseline="0">
                <a:solidFill>
                  <a:schemeClr val="tx1"/>
                </a:solidFill>
              </a:defRPr>
            </a:lvl1pPr>
          </a:lstStyle>
          <a:p>
            <a:r>
              <a:rPr lang="en-US" dirty="0"/>
              <a:t>Section Title Option 3 </a:t>
            </a:r>
            <a:br>
              <a:rPr lang="en-US" dirty="0"/>
            </a:br>
            <a:r>
              <a:rPr lang="en-US" dirty="0"/>
              <a:t>Purple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4211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5" name="page number">
            <a:extLst>
              <a:ext uri="{FF2B5EF4-FFF2-40B4-BE49-F238E27FC236}">
                <a16:creationId xmlns:a16="http://schemas.microsoft.com/office/drawing/2014/main" id="{8424C6A4-7F55-9842-969F-317F913DCB9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28" name="Freeform: Shape 27">
            <a:extLst>
              <a:ext uri="{FF2B5EF4-FFF2-40B4-BE49-F238E27FC236}">
                <a16:creationId xmlns:a16="http://schemas.microsoft.com/office/drawing/2014/main" id="{73A0F87F-2BDE-1844-C8AF-E9E494A1B4B5}"/>
              </a:ext>
            </a:extLst>
          </p:cNvPr>
          <p:cNvSpPr/>
          <p:nvPr/>
        </p:nvSpPr>
        <p:spPr>
          <a:xfrm>
            <a:off x="6525510"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5"/>
              </a:gs>
              <a:gs pos="89000">
                <a:schemeClr val="accent3"/>
              </a:gs>
            </a:gsLst>
            <a:lin ang="18900000" scaled="1"/>
          </a:gradFill>
          <a:ln w="0" cap="flat">
            <a:noFill/>
            <a:prstDash val="solid"/>
            <a:miter/>
          </a:ln>
        </p:spPr>
        <p:txBody>
          <a:bodyPr rtlCol="0" anchor="ctr"/>
          <a:lstStyle/>
          <a:p>
            <a:endParaRPr lang="en-US"/>
          </a:p>
        </p:txBody>
      </p:sp>
      <p:sp>
        <p:nvSpPr>
          <p:cNvPr id="6" name="page number">
            <a:extLst>
              <a:ext uri="{FF2B5EF4-FFF2-40B4-BE49-F238E27FC236}">
                <a16:creationId xmlns:a16="http://schemas.microsoft.com/office/drawing/2014/main" id="{8424C6A4-7F55-9842-969F-317F913DCB9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7" name="Freeform: Shape 27">
            <a:extLst>
              <a:ext uri="{FF2B5EF4-FFF2-40B4-BE49-F238E27FC236}">
                <a16:creationId xmlns:a16="http://schemas.microsoft.com/office/drawing/2014/main" id="{73A0F87F-2BDE-1844-C8AF-E9E494A1B4B5}"/>
              </a:ext>
            </a:extLst>
          </p:cNvPr>
          <p:cNvSpPr/>
          <p:nvPr userDrawn="1"/>
        </p:nvSpPr>
        <p:spPr>
          <a:xfrm>
            <a:off x="6525510"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5"/>
              </a:gs>
              <a:gs pos="89000">
                <a:schemeClr val="accent3"/>
              </a:gs>
            </a:gsLst>
            <a:lin ang="18900000" scaled="1"/>
          </a:gradFill>
          <a:ln w="0" cap="flat">
            <a:noFill/>
            <a:prstDash val="solid"/>
            <a:miter/>
          </a:ln>
        </p:spPr>
        <p:txBody>
          <a:bodyPr rtlCol="0" anchor="ctr"/>
          <a:lstStyle/>
          <a:p>
            <a:endParaRPr lang="en-US"/>
          </a:p>
        </p:txBody>
      </p:sp>
    </p:spTree>
    <p:extLst>
      <p:ext uri="{BB962C8B-B14F-4D97-AF65-F5344CB8AC3E}">
        <p14:creationId xmlns:p14="http://schemas.microsoft.com/office/powerpoint/2010/main" val="4290603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Section Header – Photo 5">
    <p:bg>
      <p:bgPr>
        <a:gradFill>
          <a:gsLst>
            <a:gs pos="0">
              <a:srgbClr val="074D73"/>
            </a:gs>
            <a:gs pos="76000">
              <a:srgbClr val="1A1F38"/>
            </a:gs>
            <a:gs pos="20000">
              <a:srgbClr val="113454"/>
            </a:gs>
            <a:gs pos="51000">
              <a:srgbClr val="1A203A"/>
            </a:gs>
            <a:gs pos="95000">
              <a:srgbClr val="1B1D36"/>
            </a:gs>
          </a:gsLst>
          <a:lin ang="19200000" scaled="0"/>
        </a:gradFill>
        <a:effectLst/>
      </p:bgPr>
    </p:bg>
    <p:spTree>
      <p:nvGrpSpPr>
        <p:cNvPr id="1" name=""/>
        <p:cNvGrpSpPr/>
        <p:nvPr/>
      </p:nvGrpSpPr>
      <p:grpSpPr>
        <a:xfrm>
          <a:off x="0" y="0"/>
          <a:ext cx="0" cy="0"/>
          <a:chOff x="0" y="0"/>
          <a:chExt cx="0" cy="0"/>
        </a:xfrm>
      </p:grpSpPr>
      <p:pic>
        <p:nvPicPr>
          <p:cNvPr id="3" name="Picture 2" descr="A blue sky with white clouds&#10;&#10;Description automatically generated">
            <a:extLst>
              <a:ext uri="{FF2B5EF4-FFF2-40B4-BE49-F238E27FC236}">
                <a16:creationId xmlns:a16="http://schemas.microsoft.com/office/drawing/2014/main" id="{7169D6F6-E30F-A17E-6C94-69ADD6FC87A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2" name="Picture 1">
            <a:extLst>
              <a:ext uri="{FF2B5EF4-FFF2-40B4-BE49-F238E27FC236}">
                <a16:creationId xmlns:a16="http://schemas.microsoft.com/office/drawing/2014/main" id="{C259BB32-99BA-3BA2-1A2F-33AF15E3AF34}"/>
              </a:ext>
            </a:extLst>
          </p:cNvPr>
          <p:cNvPicPr>
            <a:picLocks noChangeAspect="1"/>
          </p:cNvPicPr>
          <p:nvPr/>
        </p:nvPicPr>
        <p:blipFill>
          <a:blip r:embed="rId3"/>
          <a:stretch>
            <a:fillRect/>
          </a:stretch>
        </p:blipFill>
        <p:spPr>
          <a:xfrm>
            <a:off x="-27711" y="0"/>
            <a:ext cx="12220331" cy="6876719"/>
          </a:xfrm>
          <a:prstGeom prst="rect">
            <a:avLst/>
          </a:prstGeom>
        </p:spPr>
      </p:pic>
      <p:sp>
        <p:nvSpPr>
          <p:cNvPr id="6" name="Freeform: Shape 5">
            <a:extLst>
              <a:ext uri="{FF2B5EF4-FFF2-40B4-BE49-F238E27FC236}">
                <a16:creationId xmlns:a16="http://schemas.microsoft.com/office/drawing/2014/main" id="{F705FF27-7F71-D359-EABA-F1A1B8488C78}"/>
              </a:ext>
            </a:extLst>
          </p:cNvPr>
          <p:cNvSpPr/>
          <p:nvPr/>
        </p:nvSpPr>
        <p:spPr>
          <a:xfrm>
            <a:off x="5788396" y="1252917"/>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1"/>
              </a:gs>
            </a:gsLst>
            <a:lin ang="0"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7" name="page number">
            <a:extLst>
              <a:ext uri="{FF2B5EF4-FFF2-40B4-BE49-F238E27FC236}">
                <a16:creationId xmlns:a16="http://schemas.microsoft.com/office/drawing/2014/main" id="{1F27E68D-9E1F-8D43-7D91-195342E7D2C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8" name="TextBox 7">
            <a:extLst>
              <a:ext uri="{FF2B5EF4-FFF2-40B4-BE49-F238E27FC236}">
                <a16:creationId xmlns:a16="http://schemas.microsoft.com/office/drawing/2014/main" id="{84EC33C8-FD42-CAC0-0F84-5B16725AA099}"/>
              </a:ext>
            </a:extLst>
          </p:cNvPr>
          <p:cNvSpPr txBox="1"/>
          <p:nvPr/>
        </p:nvSpPr>
        <p:spPr>
          <a:xfrm>
            <a:off x="1645084" y="6461498"/>
            <a:ext cx="44884" cy="127471"/>
          </a:xfrm>
          <a:prstGeom prst="rect">
            <a:avLst/>
          </a:prstGeom>
          <a:noFill/>
        </p:spPr>
        <p:txBody>
          <a:bodyPr wrap="none" lIns="0" tIns="0" rIns="0" bIns="0" rtlCol="0">
            <a:spAutoFit/>
          </a:bodyPr>
          <a:lstStyle/>
          <a:p>
            <a:pPr algn="l">
              <a:lnSpc>
                <a:spcPct val="130000"/>
              </a:lnSpc>
            </a:pPr>
            <a:r>
              <a:rPr lang="en-US" sz="700" spc="0" baseline="0" dirty="0">
                <a:ln/>
                <a:solidFill>
                  <a:schemeClr val="tx1"/>
                </a:solidFill>
                <a:latin typeface="Arial" panose="020B0604020202020204" pitchFamily="34" charset="0"/>
                <a:sym typeface="Arial" panose="020B0604020202020204" pitchFamily="34" charset="0"/>
                <a:rtl val="0"/>
              </a:rPr>
              <a:t>  </a:t>
            </a:r>
          </a:p>
        </p:txBody>
      </p:sp>
      <p:grpSp>
        <p:nvGrpSpPr>
          <p:cNvPr id="10" name="Graphic 8">
            <a:extLst>
              <a:ext uri="{FF2B5EF4-FFF2-40B4-BE49-F238E27FC236}">
                <a16:creationId xmlns:a16="http://schemas.microsoft.com/office/drawing/2014/main" id="{24F4BBFA-E401-71DB-322A-C0F7B1456DD1}"/>
              </a:ext>
            </a:extLst>
          </p:cNvPr>
          <p:cNvGrpSpPr/>
          <p:nvPr/>
        </p:nvGrpSpPr>
        <p:grpSpPr>
          <a:xfrm>
            <a:off x="265625" y="6323271"/>
            <a:ext cx="1249223" cy="369648"/>
            <a:chOff x="265625" y="6323271"/>
            <a:chExt cx="1249223" cy="369648"/>
          </a:xfrm>
          <a:solidFill>
            <a:schemeClr val="tx1"/>
          </a:solidFill>
        </p:grpSpPr>
        <p:grpSp>
          <p:nvGrpSpPr>
            <p:cNvPr id="11" name="Graphic 8">
              <a:extLst>
                <a:ext uri="{FF2B5EF4-FFF2-40B4-BE49-F238E27FC236}">
                  <a16:creationId xmlns:a16="http://schemas.microsoft.com/office/drawing/2014/main" id="{1152CECE-7D00-FB57-8AED-A980E0AA706C}"/>
                </a:ext>
              </a:extLst>
            </p:cNvPr>
            <p:cNvGrpSpPr/>
            <p:nvPr/>
          </p:nvGrpSpPr>
          <p:grpSpPr>
            <a:xfrm>
              <a:off x="745455" y="6594444"/>
              <a:ext cx="722662" cy="98475"/>
              <a:chOff x="745455" y="6594444"/>
              <a:chExt cx="722662" cy="98475"/>
            </a:xfrm>
            <a:grpFill/>
          </p:grpSpPr>
          <p:sp>
            <p:nvSpPr>
              <p:cNvPr id="31" name="Freeform 49">
                <a:extLst>
                  <a:ext uri="{FF2B5EF4-FFF2-40B4-BE49-F238E27FC236}">
                    <a16:creationId xmlns:a16="http://schemas.microsoft.com/office/drawing/2014/main" id="{79C20AE1-12CE-3C84-4231-7F713A84F36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32" name="Freeform 50">
                <a:extLst>
                  <a:ext uri="{FF2B5EF4-FFF2-40B4-BE49-F238E27FC236}">
                    <a16:creationId xmlns:a16="http://schemas.microsoft.com/office/drawing/2014/main" id="{F5399904-C3CC-6381-9A25-73DC23134DBA}"/>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33" name="Freeform 51">
                <a:extLst>
                  <a:ext uri="{FF2B5EF4-FFF2-40B4-BE49-F238E27FC236}">
                    <a16:creationId xmlns:a16="http://schemas.microsoft.com/office/drawing/2014/main" id="{F6EAAC51-D815-2AF9-147A-07BA9A749C6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34" name="Freeform 52">
                <a:extLst>
                  <a:ext uri="{FF2B5EF4-FFF2-40B4-BE49-F238E27FC236}">
                    <a16:creationId xmlns:a16="http://schemas.microsoft.com/office/drawing/2014/main" id="{8B1191D5-1604-2303-9E26-925E5C75E6A9}"/>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35" name="Freeform 53">
                <a:extLst>
                  <a:ext uri="{FF2B5EF4-FFF2-40B4-BE49-F238E27FC236}">
                    <a16:creationId xmlns:a16="http://schemas.microsoft.com/office/drawing/2014/main" id="{B37FACCB-F53B-68CA-2282-169C34C4F5F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36" name="Freeform 54">
                <a:extLst>
                  <a:ext uri="{FF2B5EF4-FFF2-40B4-BE49-F238E27FC236}">
                    <a16:creationId xmlns:a16="http://schemas.microsoft.com/office/drawing/2014/main" id="{31702D51-613B-DB30-99CD-A859266C481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50" name="Freeform 55">
                <a:extLst>
                  <a:ext uri="{FF2B5EF4-FFF2-40B4-BE49-F238E27FC236}">
                    <a16:creationId xmlns:a16="http://schemas.microsoft.com/office/drawing/2014/main" id="{F544E4C7-C463-AE78-0748-5F5110FB542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51" name="Freeform 56">
                <a:extLst>
                  <a:ext uri="{FF2B5EF4-FFF2-40B4-BE49-F238E27FC236}">
                    <a16:creationId xmlns:a16="http://schemas.microsoft.com/office/drawing/2014/main" id="{ED108FCB-216A-4598-63A8-416600940D1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2" name="Freeform 57">
                <a:extLst>
                  <a:ext uri="{FF2B5EF4-FFF2-40B4-BE49-F238E27FC236}">
                    <a16:creationId xmlns:a16="http://schemas.microsoft.com/office/drawing/2014/main" id="{CD156F37-DF1C-3C97-515C-0F98B4D997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3" name="Freeform 58">
                <a:extLst>
                  <a:ext uri="{FF2B5EF4-FFF2-40B4-BE49-F238E27FC236}">
                    <a16:creationId xmlns:a16="http://schemas.microsoft.com/office/drawing/2014/main" id="{9D7C8B40-9761-A603-215B-B3D65D7C3B9F}"/>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12" name="Graphic 8">
              <a:extLst>
                <a:ext uri="{FF2B5EF4-FFF2-40B4-BE49-F238E27FC236}">
                  <a16:creationId xmlns:a16="http://schemas.microsoft.com/office/drawing/2014/main" id="{B245A94E-E9E8-00F4-6425-D0D03AE313D3}"/>
                </a:ext>
              </a:extLst>
            </p:cNvPr>
            <p:cNvGrpSpPr/>
            <p:nvPr/>
          </p:nvGrpSpPr>
          <p:grpSpPr>
            <a:xfrm>
              <a:off x="265625" y="6323271"/>
              <a:ext cx="1249223" cy="190348"/>
              <a:chOff x="265625" y="6323271"/>
              <a:chExt cx="1249223" cy="190348"/>
            </a:xfrm>
            <a:grpFill/>
          </p:grpSpPr>
          <p:sp>
            <p:nvSpPr>
              <p:cNvPr id="13" name="Freeform 60">
                <a:extLst>
                  <a:ext uri="{FF2B5EF4-FFF2-40B4-BE49-F238E27FC236}">
                    <a16:creationId xmlns:a16="http://schemas.microsoft.com/office/drawing/2014/main" id="{208C38E2-D216-085B-DB26-61A15766D53D}"/>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14" name="Freeform 61">
                <a:extLst>
                  <a:ext uri="{FF2B5EF4-FFF2-40B4-BE49-F238E27FC236}">
                    <a16:creationId xmlns:a16="http://schemas.microsoft.com/office/drawing/2014/main" id="{DA109CD5-2DBD-005B-F641-CF9759FE6BA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25" name="Freeform 62">
                <a:extLst>
                  <a:ext uri="{FF2B5EF4-FFF2-40B4-BE49-F238E27FC236}">
                    <a16:creationId xmlns:a16="http://schemas.microsoft.com/office/drawing/2014/main" id="{874DFA82-922F-DC4A-5476-8F2960412F5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26" name="Freeform 63">
                <a:extLst>
                  <a:ext uri="{FF2B5EF4-FFF2-40B4-BE49-F238E27FC236}">
                    <a16:creationId xmlns:a16="http://schemas.microsoft.com/office/drawing/2014/main" id="{3254E0F9-148B-20DE-65F7-BBE10DFC827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27" name="Freeform 64">
                <a:extLst>
                  <a:ext uri="{FF2B5EF4-FFF2-40B4-BE49-F238E27FC236}">
                    <a16:creationId xmlns:a16="http://schemas.microsoft.com/office/drawing/2014/main" id="{809F8B96-CFBF-721E-5471-5D911E0F461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28" name="Freeform 65">
                <a:extLst>
                  <a:ext uri="{FF2B5EF4-FFF2-40B4-BE49-F238E27FC236}">
                    <a16:creationId xmlns:a16="http://schemas.microsoft.com/office/drawing/2014/main" id="{830D8964-98D6-2883-9A2B-CA4B4A12D0A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29" name="Freeform 66">
                <a:extLst>
                  <a:ext uri="{FF2B5EF4-FFF2-40B4-BE49-F238E27FC236}">
                    <a16:creationId xmlns:a16="http://schemas.microsoft.com/office/drawing/2014/main" id="{7E6F124E-943B-470E-3146-50464B6C9142}"/>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pic>
        <p:nvPicPr>
          <p:cNvPr id="30" name="Picture 29" descr="A blue sky with white clouds&#10;&#10;Description automatically generated">
            <a:extLst>
              <a:ext uri="{FF2B5EF4-FFF2-40B4-BE49-F238E27FC236}">
                <a16:creationId xmlns:a16="http://schemas.microsoft.com/office/drawing/2014/main" id="{7169D6F6-E30F-A17E-6C94-69ADD6FC87A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37" name="Picture 36">
            <a:extLst>
              <a:ext uri="{FF2B5EF4-FFF2-40B4-BE49-F238E27FC236}">
                <a16:creationId xmlns:a16="http://schemas.microsoft.com/office/drawing/2014/main" id="{C259BB32-99BA-3BA2-1A2F-33AF15E3AF34}"/>
              </a:ext>
            </a:extLst>
          </p:cNvPr>
          <p:cNvPicPr>
            <a:picLocks noChangeAspect="1"/>
          </p:cNvPicPr>
          <p:nvPr userDrawn="1"/>
        </p:nvPicPr>
        <p:blipFill>
          <a:blip r:embed="rId3"/>
          <a:stretch>
            <a:fillRect/>
          </a:stretch>
        </p:blipFill>
        <p:spPr>
          <a:xfrm>
            <a:off x="-27711" y="0"/>
            <a:ext cx="12220331" cy="6876719"/>
          </a:xfrm>
          <a:prstGeom prst="rect">
            <a:avLst/>
          </a:prstGeom>
        </p:spPr>
      </p:pic>
      <p:sp>
        <p:nvSpPr>
          <p:cNvPr id="38" name="Freeform: Shape 5">
            <a:extLst>
              <a:ext uri="{FF2B5EF4-FFF2-40B4-BE49-F238E27FC236}">
                <a16:creationId xmlns:a16="http://schemas.microsoft.com/office/drawing/2014/main" id="{F705FF27-7F71-D359-EABA-F1A1B8488C78}"/>
              </a:ext>
            </a:extLst>
          </p:cNvPr>
          <p:cNvSpPr/>
          <p:nvPr userDrawn="1"/>
        </p:nvSpPr>
        <p:spPr>
          <a:xfrm>
            <a:off x="5788396" y="1252917"/>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1"/>
              </a:gs>
            </a:gsLst>
            <a:lin ang="0"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39" name="page number">
            <a:extLst>
              <a:ext uri="{FF2B5EF4-FFF2-40B4-BE49-F238E27FC236}">
                <a16:creationId xmlns:a16="http://schemas.microsoft.com/office/drawing/2014/main" id="{1F27E68D-9E1F-8D43-7D91-195342E7D2C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grpSp>
        <p:nvGrpSpPr>
          <p:cNvPr id="42" name="Graphic 8">
            <a:extLst>
              <a:ext uri="{FF2B5EF4-FFF2-40B4-BE49-F238E27FC236}">
                <a16:creationId xmlns:a16="http://schemas.microsoft.com/office/drawing/2014/main" id="{24F4BBFA-E401-71DB-322A-C0F7B1456DD1}"/>
              </a:ext>
            </a:extLst>
          </p:cNvPr>
          <p:cNvGrpSpPr/>
          <p:nvPr userDrawn="1"/>
        </p:nvGrpSpPr>
        <p:grpSpPr>
          <a:xfrm>
            <a:off x="265625" y="6323271"/>
            <a:ext cx="1249223" cy="369648"/>
            <a:chOff x="265625" y="6323271"/>
            <a:chExt cx="1249223" cy="369648"/>
          </a:xfrm>
          <a:solidFill>
            <a:schemeClr val="tx1"/>
          </a:solidFill>
        </p:grpSpPr>
        <p:grpSp>
          <p:nvGrpSpPr>
            <p:cNvPr id="43" name="Graphic 8">
              <a:extLst>
                <a:ext uri="{FF2B5EF4-FFF2-40B4-BE49-F238E27FC236}">
                  <a16:creationId xmlns:a16="http://schemas.microsoft.com/office/drawing/2014/main" id="{1152CECE-7D00-FB57-8AED-A980E0AA706C}"/>
                </a:ext>
              </a:extLst>
            </p:cNvPr>
            <p:cNvGrpSpPr/>
            <p:nvPr/>
          </p:nvGrpSpPr>
          <p:grpSpPr>
            <a:xfrm>
              <a:off x="745455" y="6594444"/>
              <a:ext cx="722662" cy="98475"/>
              <a:chOff x="745455" y="6594444"/>
              <a:chExt cx="722662" cy="98475"/>
            </a:xfrm>
            <a:grpFill/>
          </p:grpSpPr>
          <p:sp>
            <p:nvSpPr>
              <p:cNvPr id="56" name="Freeform 49">
                <a:extLst>
                  <a:ext uri="{FF2B5EF4-FFF2-40B4-BE49-F238E27FC236}">
                    <a16:creationId xmlns:a16="http://schemas.microsoft.com/office/drawing/2014/main" id="{79C20AE1-12CE-3C84-4231-7F713A84F36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57" name="Freeform 50">
                <a:extLst>
                  <a:ext uri="{FF2B5EF4-FFF2-40B4-BE49-F238E27FC236}">
                    <a16:creationId xmlns:a16="http://schemas.microsoft.com/office/drawing/2014/main" id="{F5399904-C3CC-6381-9A25-73DC23134DBA}"/>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58" name="Freeform 51">
                <a:extLst>
                  <a:ext uri="{FF2B5EF4-FFF2-40B4-BE49-F238E27FC236}">
                    <a16:creationId xmlns:a16="http://schemas.microsoft.com/office/drawing/2014/main" id="{F6EAAC51-D815-2AF9-147A-07BA9A749C6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59" name="Freeform 52">
                <a:extLst>
                  <a:ext uri="{FF2B5EF4-FFF2-40B4-BE49-F238E27FC236}">
                    <a16:creationId xmlns:a16="http://schemas.microsoft.com/office/drawing/2014/main" id="{8B1191D5-1604-2303-9E26-925E5C75E6A9}"/>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60" name="Freeform 53">
                <a:extLst>
                  <a:ext uri="{FF2B5EF4-FFF2-40B4-BE49-F238E27FC236}">
                    <a16:creationId xmlns:a16="http://schemas.microsoft.com/office/drawing/2014/main" id="{B37FACCB-F53B-68CA-2282-169C34C4F5F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61" name="Freeform 54">
                <a:extLst>
                  <a:ext uri="{FF2B5EF4-FFF2-40B4-BE49-F238E27FC236}">
                    <a16:creationId xmlns:a16="http://schemas.microsoft.com/office/drawing/2014/main" id="{31702D51-613B-DB30-99CD-A859266C481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62" name="Freeform 55">
                <a:extLst>
                  <a:ext uri="{FF2B5EF4-FFF2-40B4-BE49-F238E27FC236}">
                    <a16:creationId xmlns:a16="http://schemas.microsoft.com/office/drawing/2014/main" id="{F544E4C7-C463-AE78-0748-5F5110FB542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63" name="Freeform 56">
                <a:extLst>
                  <a:ext uri="{FF2B5EF4-FFF2-40B4-BE49-F238E27FC236}">
                    <a16:creationId xmlns:a16="http://schemas.microsoft.com/office/drawing/2014/main" id="{ED108FCB-216A-4598-63A8-416600940D1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64" name="Freeform 57">
                <a:extLst>
                  <a:ext uri="{FF2B5EF4-FFF2-40B4-BE49-F238E27FC236}">
                    <a16:creationId xmlns:a16="http://schemas.microsoft.com/office/drawing/2014/main" id="{CD156F37-DF1C-3C97-515C-0F98B4D997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65" name="Freeform 58">
                <a:extLst>
                  <a:ext uri="{FF2B5EF4-FFF2-40B4-BE49-F238E27FC236}">
                    <a16:creationId xmlns:a16="http://schemas.microsoft.com/office/drawing/2014/main" id="{9D7C8B40-9761-A603-215B-B3D65D7C3B9F}"/>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44" name="Graphic 8">
              <a:extLst>
                <a:ext uri="{FF2B5EF4-FFF2-40B4-BE49-F238E27FC236}">
                  <a16:creationId xmlns:a16="http://schemas.microsoft.com/office/drawing/2014/main" id="{B245A94E-E9E8-00F4-6425-D0D03AE313D3}"/>
                </a:ext>
              </a:extLst>
            </p:cNvPr>
            <p:cNvGrpSpPr/>
            <p:nvPr/>
          </p:nvGrpSpPr>
          <p:grpSpPr>
            <a:xfrm>
              <a:off x="265625" y="6323271"/>
              <a:ext cx="1249223" cy="190348"/>
              <a:chOff x="265625" y="6323271"/>
              <a:chExt cx="1249223" cy="190348"/>
            </a:xfrm>
            <a:grpFill/>
          </p:grpSpPr>
          <p:sp>
            <p:nvSpPr>
              <p:cNvPr id="45" name="Freeform 60">
                <a:extLst>
                  <a:ext uri="{FF2B5EF4-FFF2-40B4-BE49-F238E27FC236}">
                    <a16:creationId xmlns:a16="http://schemas.microsoft.com/office/drawing/2014/main" id="{208C38E2-D216-085B-DB26-61A15766D53D}"/>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46" name="Freeform 61">
                <a:extLst>
                  <a:ext uri="{FF2B5EF4-FFF2-40B4-BE49-F238E27FC236}">
                    <a16:creationId xmlns:a16="http://schemas.microsoft.com/office/drawing/2014/main" id="{DA109CD5-2DBD-005B-F641-CF9759FE6BA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47" name="Freeform 62">
                <a:extLst>
                  <a:ext uri="{FF2B5EF4-FFF2-40B4-BE49-F238E27FC236}">
                    <a16:creationId xmlns:a16="http://schemas.microsoft.com/office/drawing/2014/main" id="{874DFA82-922F-DC4A-5476-8F2960412F5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48" name="Freeform 63">
                <a:extLst>
                  <a:ext uri="{FF2B5EF4-FFF2-40B4-BE49-F238E27FC236}">
                    <a16:creationId xmlns:a16="http://schemas.microsoft.com/office/drawing/2014/main" id="{3254E0F9-148B-20DE-65F7-BBE10DFC827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49" name="Freeform 64">
                <a:extLst>
                  <a:ext uri="{FF2B5EF4-FFF2-40B4-BE49-F238E27FC236}">
                    <a16:creationId xmlns:a16="http://schemas.microsoft.com/office/drawing/2014/main" id="{809F8B96-CFBF-721E-5471-5D911E0F461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54" name="Freeform 65">
                <a:extLst>
                  <a:ext uri="{FF2B5EF4-FFF2-40B4-BE49-F238E27FC236}">
                    <a16:creationId xmlns:a16="http://schemas.microsoft.com/office/drawing/2014/main" id="{830D8964-98D6-2883-9A2B-CA4B4A12D0A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55" name="Freeform 66">
                <a:extLst>
                  <a:ext uri="{FF2B5EF4-FFF2-40B4-BE49-F238E27FC236}">
                    <a16:creationId xmlns:a16="http://schemas.microsoft.com/office/drawing/2014/main" id="{7E6F124E-943B-470E-3146-50464B6C9142}"/>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5" name="TextBox 4">
            <a:extLst>
              <a:ext uri="{FF2B5EF4-FFF2-40B4-BE49-F238E27FC236}">
                <a16:creationId xmlns:a16="http://schemas.microsoft.com/office/drawing/2014/main" id="{CCD1F3D8-738C-E588-944B-48AC43E7FD28}"/>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sp>
        <p:nvSpPr>
          <p:cNvPr id="17" name="Title 1">
            <a:extLst>
              <a:ext uri="{FF2B5EF4-FFF2-40B4-BE49-F238E27FC236}">
                <a16:creationId xmlns:a16="http://schemas.microsoft.com/office/drawing/2014/main" id="{2AC6091C-E947-4C0C-85B0-C87C084ACBB4}"/>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tx1"/>
                </a:solidFill>
              </a:defRPr>
            </a:lvl1pPr>
          </a:lstStyle>
          <a:p>
            <a:r>
              <a:rPr lang="en-US" dirty="0"/>
              <a:t>Section Title </a:t>
            </a:r>
            <a:br>
              <a:rPr lang="en-US" dirty="0"/>
            </a:br>
            <a:r>
              <a:rPr lang="en-US" dirty="0"/>
              <a:t>with photo</a:t>
            </a:r>
          </a:p>
        </p:txBody>
      </p:sp>
      <p:sp>
        <p:nvSpPr>
          <p:cNvPr id="18" name="Subtitle">
            <a:extLst>
              <a:ext uri="{FF2B5EF4-FFF2-40B4-BE49-F238E27FC236}">
                <a16:creationId xmlns:a16="http://schemas.microsoft.com/office/drawing/2014/main" id="{A2044BBD-0109-43FF-A52D-8FA2841A4DF6}"/>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Tree>
    <p:extLst>
      <p:ext uri="{BB962C8B-B14F-4D97-AF65-F5344CB8AC3E}">
        <p14:creationId xmlns:p14="http://schemas.microsoft.com/office/powerpoint/2010/main" val="1217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Quote – Leaf">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Arial" panose="020B0604020202020204" pitchFamily="34" charset="0"/>
              <a:buChar char="“"/>
              <a:defRPr sz="2800">
                <a:solidFill>
                  <a:schemeClr val="tx1"/>
                </a:solidFill>
              </a:defRPr>
            </a:lvl1pPr>
            <a:lvl2pPr marL="457200" indent="-184150">
              <a:buClrTx/>
              <a:buFont typeface="Arial" panose="020B0604020202020204" pitchFamily="34" charset="0"/>
              <a:buChar char="“"/>
              <a:defRPr>
                <a:solidFill>
                  <a:schemeClr val="bg1"/>
                </a:solidFill>
              </a:defRPr>
            </a:lvl2pPr>
            <a:lvl3pPr marL="744538" indent="-169863">
              <a:buClrTx/>
              <a:buFont typeface="Arial" panose="020B0604020202020204" pitchFamily="34" charset="0"/>
              <a:buChar char="“"/>
              <a:defRPr>
                <a:solidFill>
                  <a:schemeClr val="bg1"/>
                </a:solidFill>
              </a:defRPr>
            </a:lvl3pPr>
            <a:lvl4pPr marL="969963" indent="-166688">
              <a:buClrTx/>
              <a:buFont typeface="Arial" panose="020B0604020202020204" pitchFamily="34" charset="0"/>
              <a:buChar char="“"/>
              <a:defRPr>
                <a:solidFill>
                  <a:schemeClr val="bg1"/>
                </a:solidFill>
              </a:defRPr>
            </a:lvl4pPr>
            <a:lvl5pPr marL="1143000" indent="-138113">
              <a:buClrTx/>
              <a:buFont typeface="Arial" panose="020B0604020202020204" pitchFamily="34" charset="0"/>
              <a:buChar char="“"/>
              <a:defRPr>
                <a:solidFill>
                  <a:schemeClr val="bg1"/>
                </a:solidFill>
              </a:defRPr>
            </a:lvl5pPr>
          </a:lstStyle>
          <a:p>
            <a:pPr lvl="0"/>
            <a:r>
              <a:rPr lang="en-US" dirty="0"/>
              <a:t>Quote text on left, green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a:defRPr sz="1800">
                <a:solidFill>
                  <a:schemeClr val="tx1"/>
                </a:solidFill>
              </a:defRPr>
            </a:lvl1pPr>
          </a:lstStyle>
          <a:p>
            <a:pPr lvl="0"/>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0CA8A2D-22C2-3546-ACA3-B76C2A2C9541}"/>
              </a:ext>
            </a:extLst>
          </p:cNvPr>
          <p:cNvSpPr>
            <a:spLocks noGrp="1"/>
          </p:cNvSpPr>
          <p:nvPr>
            <p:ph type="pic" sz="quarter" idx="4294967295" hasCustomPrompt="1"/>
          </p:nvPr>
        </p:nvSpPr>
        <p:spPr>
          <a:xfrm>
            <a:off x="8925484" y="4619335"/>
            <a:ext cx="2740025" cy="1371600"/>
          </a:xfrm>
        </p:spPr>
        <p:txBody>
          <a:bodyPr/>
          <a:lstStyle/>
          <a:p>
            <a:r>
              <a:rPr lang="en-US"/>
              <a:t>Click to insert logo or delete box if not needed</a:t>
            </a:r>
          </a:p>
        </p:txBody>
      </p:sp>
      <p:sp>
        <p:nvSpPr>
          <p:cNvPr id="17" name="page number">
            <a:extLst>
              <a:ext uri="{FF2B5EF4-FFF2-40B4-BE49-F238E27FC236}">
                <a16:creationId xmlns:a16="http://schemas.microsoft.com/office/drawing/2014/main" id="{81F6B6E3-D446-FF48-A968-0E6ED9485D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3" name="Freeform: Shape 2">
            <a:extLst>
              <a:ext uri="{FF2B5EF4-FFF2-40B4-BE49-F238E27FC236}">
                <a16:creationId xmlns:a16="http://schemas.microsoft.com/office/drawing/2014/main" id="{A4E09EAF-21A8-2364-FB16-C37C8768B257}"/>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4"/>
              </a:gs>
            </a:gsLst>
            <a:lin ang="0" scaled="1"/>
          </a:gradFill>
          <a:ln w="0" cap="flat">
            <a:noFill/>
            <a:prstDash val="solid"/>
            <a:miter/>
          </a:ln>
          <a:effectLst>
            <a:outerShdw blurRad="88900" dist="50800" dir="420000" algn="ctr" rotWithShape="0">
              <a:schemeClr val="accent3">
                <a:alpha val="22000"/>
              </a:schemeClr>
            </a:outerShdw>
          </a:effectLst>
        </p:spPr>
        <p:txBody>
          <a:bodyPr rtlCol="0" anchor="ctr"/>
          <a:lstStyle/>
          <a:p>
            <a:endParaRPr lang="en-US"/>
          </a:p>
        </p:txBody>
      </p:sp>
      <p:grpSp>
        <p:nvGrpSpPr>
          <p:cNvPr id="6" name="Graphic 8">
            <a:extLst>
              <a:ext uri="{FF2B5EF4-FFF2-40B4-BE49-F238E27FC236}">
                <a16:creationId xmlns:a16="http://schemas.microsoft.com/office/drawing/2014/main" id="{EF8AAA69-F9C8-285C-6751-D512EF1C4E2A}"/>
              </a:ext>
            </a:extLst>
          </p:cNvPr>
          <p:cNvGrpSpPr/>
          <p:nvPr/>
        </p:nvGrpSpPr>
        <p:grpSpPr>
          <a:xfrm>
            <a:off x="265625" y="6323271"/>
            <a:ext cx="1249223" cy="369648"/>
            <a:chOff x="265625" y="6323271"/>
            <a:chExt cx="1249223" cy="369648"/>
          </a:xfrm>
          <a:solidFill>
            <a:schemeClr val="tx1"/>
          </a:solidFill>
        </p:grpSpPr>
        <p:grpSp>
          <p:nvGrpSpPr>
            <p:cNvPr id="7" name="Graphic 8">
              <a:extLst>
                <a:ext uri="{FF2B5EF4-FFF2-40B4-BE49-F238E27FC236}">
                  <a16:creationId xmlns:a16="http://schemas.microsoft.com/office/drawing/2014/main" id="{B1E86749-AF0E-35B9-4E9D-E2ED707B976B}"/>
                </a:ext>
              </a:extLst>
            </p:cNvPr>
            <p:cNvGrpSpPr/>
            <p:nvPr/>
          </p:nvGrpSpPr>
          <p:grpSpPr>
            <a:xfrm>
              <a:off x="745455" y="6594444"/>
              <a:ext cx="722662" cy="98475"/>
              <a:chOff x="745455" y="6594444"/>
              <a:chExt cx="722662" cy="98475"/>
            </a:xfrm>
            <a:grpFill/>
          </p:grpSpPr>
          <p:sp>
            <p:nvSpPr>
              <p:cNvPr id="22" name="Freeform 49">
                <a:extLst>
                  <a:ext uri="{FF2B5EF4-FFF2-40B4-BE49-F238E27FC236}">
                    <a16:creationId xmlns:a16="http://schemas.microsoft.com/office/drawing/2014/main" id="{5EFC1DAB-0C0C-9890-2845-1C41412A839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25" name="Freeform 50">
                <a:extLst>
                  <a:ext uri="{FF2B5EF4-FFF2-40B4-BE49-F238E27FC236}">
                    <a16:creationId xmlns:a16="http://schemas.microsoft.com/office/drawing/2014/main" id="{D03C5645-52E1-7462-FF94-A7AAA1193C4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26" name="Freeform 51">
                <a:extLst>
                  <a:ext uri="{FF2B5EF4-FFF2-40B4-BE49-F238E27FC236}">
                    <a16:creationId xmlns:a16="http://schemas.microsoft.com/office/drawing/2014/main" id="{51D3D6D3-7B6E-917C-E4F2-6A34F132B7F8}"/>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27" name="Freeform 52">
                <a:extLst>
                  <a:ext uri="{FF2B5EF4-FFF2-40B4-BE49-F238E27FC236}">
                    <a16:creationId xmlns:a16="http://schemas.microsoft.com/office/drawing/2014/main" id="{4F771D9E-BC6B-7074-013D-D6DD8F8D396B}"/>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28" name="Freeform 53">
                <a:extLst>
                  <a:ext uri="{FF2B5EF4-FFF2-40B4-BE49-F238E27FC236}">
                    <a16:creationId xmlns:a16="http://schemas.microsoft.com/office/drawing/2014/main" id="{F358783A-FE6E-ABAD-24A2-7001EDCB652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29" name="Freeform 54">
                <a:extLst>
                  <a:ext uri="{FF2B5EF4-FFF2-40B4-BE49-F238E27FC236}">
                    <a16:creationId xmlns:a16="http://schemas.microsoft.com/office/drawing/2014/main" id="{0D96871D-534B-242E-A8A3-6BF2C4A2A20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30" name="Freeform 55">
                <a:extLst>
                  <a:ext uri="{FF2B5EF4-FFF2-40B4-BE49-F238E27FC236}">
                    <a16:creationId xmlns:a16="http://schemas.microsoft.com/office/drawing/2014/main" id="{7EFD97DA-53F5-39D8-4BFE-9718F51B8E3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31" name="Freeform 56">
                <a:extLst>
                  <a:ext uri="{FF2B5EF4-FFF2-40B4-BE49-F238E27FC236}">
                    <a16:creationId xmlns:a16="http://schemas.microsoft.com/office/drawing/2014/main" id="{D43F1DA5-7A7C-8D09-B0FD-237EE96575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32" name="Freeform 57">
                <a:extLst>
                  <a:ext uri="{FF2B5EF4-FFF2-40B4-BE49-F238E27FC236}">
                    <a16:creationId xmlns:a16="http://schemas.microsoft.com/office/drawing/2014/main" id="{AF168E8C-27DD-1F28-179C-69AA01DD027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1" name="Freeform 58">
                <a:extLst>
                  <a:ext uri="{FF2B5EF4-FFF2-40B4-BE49-F238E27FC236}">
                    <a16:creationId xmlns:a16="http://schemas.microsoft.com/office/drawing/2014/main" id="{7EC46BFF-F84B-8719-B28A-91DF0F6EFFD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8" name="Graphic 8">
              <a:extLst>
                <a:ext uri="{FF2B5EF4-FFF2-40B4-BE49-F238E27FC236}">
                  <a16:creationId xmlns:a16="http://schemas.microsoft.com/office/drawing/2014/main" id="{442CD4E2-6C45-610C-B37B-9EBF4B3115C2}"/>
                </a:ext>
              </a:extLst>
            </p:cNvPr>
            <p:cNvGrpSpPr/>
            <p:nvPr/>
          </p:nvGrpSpPr>
          <p:grpSpPr>
            <a:xfrm>
              <a:off x="265625" y="6323271"/>
              <a:ext cx="1249223" cy="190348"/>
              <a:chOff x="265625" y="6323271"/>
              <a:chExt cx="1249223" cy="190348"/>
            </a:xfrm>
            <a:grpFill/>
          </p:grpSpPr>
          <p:sp>
            <p:nvSpPr>
              <p:cNvPr id="9" name="Freeform 60">
                <a:extLst>
                  <a:ext uri="{FF2B5EF4-FFF2-40B4-BE49-F238E27FC236}">
                    <a16:creationId xmlns:a16="http://schemas.microsoft.com/office/drawing/2014/main" id="{ED525359-6B46-C9E5-6E5B-B3C26E52350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10" name="Freeform 61">
                <a:extLst>
                  <a:ext uri="{FF2B5EF4-FFF2-40B4-BE49-F238E27FC236}">
                    <a16:creationId xmlns:a16="http://schemas.microsoft.com/office/drawing/2014/main" id="{7EF8FA77-DD00-B32A-8E5D-B8EC0601713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12" name="Freeform 62">
                <a:extLst>
                  <a:ext uri="{FF2B5EF4-FFF2-40B4-BE49-F238E27FC236}">
                    <a16:creationId xmlns:a16="http://schemas.microsoft.com/office/drawing/2014/main" id="{5B6CD07D-9D52-9ADA-8705-8975DC744B4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13" name="Freeform 63">
                <a:extLst>
                  <a:ext uri="{FF2B5EF4-FFF2-40B4-BE49-F238E27FC236}">
                    <a16:creationId xmlns:a16="http://schemas.microsoft.com/office/drawing/2014/main" id="{743CD6CC-2436-9E0B-F9AA-5E7F7A570191}"/>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14" name="Freeform 64">
                <a:extLst>
                  <a:ext uri="{FF2B5EF4-FFF2-40B4-BE49-F238E27FC236}">
                    <a16:creationId xmlns:a16="http://schemas.microsoft.com/office/drawing/2014/main" id="{D002A0F9-D34F-062E-FA0D-55E00502A6A3}"/>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18" name="Freeform 65">
                <a:extLst>
                  <a:ext uri="{FF2B5EF4-FFF2-40B4-BE49-F238E27FC236}">
                    <a16:creationId xmlns:a16="http://schemas.microsoft.com/office/drawing/2014/main" id="{7F1B60F0-5EE6-28CA-7BCF-8E426EB9FCC1}"/>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20" name="Freeform 66">
                <a:extLst>
                  <a:ext uri="{FF2B5EF4-FFF2-40B4-BE49-F238E27FC236}">
                    <a16:creationId xmlns:a16="http://schemas.microsoft.com/office/drawing/2014/main" id="{F30FD712-5475-5FC0-34B0-E973EECE9D1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33" name="page number">
            <a:extLst>
              <a:ext uri="{FF2B5EF4-FFF2-40B4-BE49-F238E27FC236}">
                <a16:creationId xmlns:a16="http://schemas.microsoft.com/office/drawing/2014/main" id="{81F6B6E3-D446-FF48-A968-0E6ED9485D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34" name="Freeform: Shape 2">
            <a:extLst>
              <a:ext uri="{FF2B5EF4-FFF2-40B4-BE49-F238E27FC236}">
                <a16:creationId xmlns:a16="http://schemas.microsoft.com/office/drawing/2014/main" id="{A4E09EAF-21A8-2364-FB16-C37C8768B257}"/>
              </a:ext>
            </a:extLst>
          </p:cNvPr>
          <p:cNvSpPr/>
          <p:nvPr userDrawn="1"/>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4"/>
              </a:gs>
            </a:gsLst>
            <a:lin ang="0" scaled="1"/>
          </a:gradFill>
          <a:ln w="0" cap="flat">
            <a:noFill/>
            <a:prstDash val="solid"/>
            <a:miter/>
          </a:ln>
          <a:effectLst>
            <a:outerShdw blurRad="88900" dist="50800" dir="420000" algn="ctr" rotWithShape="0">
              <a:schemeClr val="accent3">
                <a:alpha val="22000"/>
              </a:schemeClr>
            </a:outerShdw>
          </a:effectLst>
        </p:spPr>
        <p:txBody>
          <a:bodyPr rtlCol="0" anchor="ctr"/>
          <a:lstStyle/>
          <a:p>
            <a:endParaRPr lang="en-US"/>
          </a:p>
        </p:txBody>
      </p:sp>
      <p:grpSp>
        <p:nvGrpSpPr>
          <p:cNvPr id="37" name="Graphic 8">
            <a:extLst>
              <a:ext uri="{FF2B5EF4-FFF2-40B4-BE49-F238E27FC236}">
                <a16:creationId xmlns:a16="http://schemas.microsoft.com/office/drawing/2014/main" id="{EF8AAA69-F9C8-285C-6751-D512EF1C4E2A}"/>
              </a:ext>
            </a:extLst>
          </p:cNvPr>
          <p:cNvGrpSpPr/>
          <p:nvPr userDrawn="1"/>
        </p:nvGrpSpPr>
        <p:grpSpPr>
          <a:xfrm>
            <a:off x="265625" y="6323271"/>
            <a:ext cx="1249223" cy="369648"/>
            <a:chOff x="265625" y="6323271"/>
            <a:chExt cx="1249223" cy="369648"/>
          </a:xfrm>
          <a:solidFill>
            <a:schemeClr val="tx1"/>
          </a:solidFill>
        </p:grpSpPr>
        <p:grpSp>
          <p:nvGrpSpPr>
            <p:cNvPr id="38" name="Graphic 8">
              <a:extLst>
                <a:ext uri="{FF2B5EF4-FFF2-40B4-BE49-F238E27FC236}">
                  <a16:creationId xmlns:a16="http://schemas.microsoft.com/office/drawing/2014/main" id="{B1E86749-AF0E-35B9-4E9D-E2ED707B976B}"/>
                </a:ext>
              </a:extLst>
            </p:cNvPr>
            <p:cNvGrpSpPr/>
            <p:nvPr/>
          </p:nvGrpSpPr>
          <p:grpSpPr>
            <a:xfrm>
              <a:off x="745455" y="6594444"/>
              <a:ext cx="722662" cy="98475"/>
              <a:chOff x="745455" y="6594444"/>
              <a:chExt cx="722662" cy="98475"/>
            </a:xfrm>
            <a:grpFill/>
          </p:grpSpPr>
          <p:sp>
            <p:nvSpPr>
              <p:cNvPr id="47" name="Freeform 49">
                <a:extLst>
                  <a:ext uri="{FF2B5EF4-FFF2-40B4-BE49-F238E27FC236}">
                    <a16:creationId xmlns:a16="http://schemas.microsoft.com/office/drawing/2014/main" id="{5EFC1DAB-0C0C-9890-2845-1C41412A839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48" name="Freeform 50">
                <a:extLst>
                  <a:ext uri="{FF2B5EF4-FFF2-40B4-BE49-F238E27FC236}">
                    <a16:creationId xmlns:a16="http://schemas.microsoft.com/office/drawing/2014/main" id="{D03C5645-52E1-7462-FF94-A7AAA1193C4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49" name="Freeform 51">
                <a:extLst>
                  <a:ext uri="{FF2B5EF4-FFF2-40B4-BE49-F238E27FC236}">
                    <a16:creationId xmlns:a16="http://schemas.microsoft.com/office/drawing/2014/main" id="{51D3D6D3-7B6E-917C-E4F2-6A34F132B7F8}"/>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50" name="Freeform 52">
                <a:extLst>
                  <a:ext uri="{FF2B5EF4-FFF2-40B4-BE49-F238E27FC236}">
                    <a16:creationId xmlns:a16="http://schemas.microsoft.com/office/drawing/2014/main" id="{4F771D9E-BC6B-7074-013D-D6DD8F8D396B}"/>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52" name="Freeform 53">
                <a:extLst>
                  <a:ext uri="{FF2B5EF4-FFF2-40B4-BE49-F238E27FC236}">
                    <a16:creationId xmlns:a16="http://schemas.microsoft.com/office/drawing/2014/main" id="{F358783A-FE6E-ABAD-24A2-7001EDCB652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3" name="Freeform 54">
                <a:extLst>
                  <a:ext uri="{FF2B5EF4-FFF2-40B4-BE49-F238E27FC236}">
                    <a16:creationId xmlns:a16="http://schemas.microsoft.com/office/drawing/2014/main" id="{0D96871D-534B-242E-A8A3-6BF2C4A2A20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54" name="Freeform 55">
                <a:extLst>
                  <a:ext uri="{FF2B5EF4-FFF2-40B4-BE49-F238E27FC236}">
                    <a16:creationId xmlns:a16="http://schemas.microsoft.com/office/drawing/2014/main" id="{7EFD97DA-53F5-39D8-4BFE-9718F51B8E3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55" name="Freeform 56">
                <a:extLst>
                  <a:ext uri="{FF2B5EF4-FFF2-40B4-BE49-F238E27FC236}">
                    <a16:creationId xmlns:a16="http://schemas.microsoft.com/office/drawing/2014/main" id="{D43F1DA5-7A7C-8D09-B0FD-237EE96575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6" name="Freeform 57">
                <a:extLst>
                  <a:ext uri="{FF2B5EF4-FFF2-40B4-BE49-F238E27FC236}">
                    <a16:creationId xmlns:a16="http://schemas.microsoft.com/office/drawing/2014/main" id="{AF168E8C-27DD-1F28-179C-69AA01DD027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7" name="Freeform 58">
                <a:extLst>
                  <a:ext uri="{FF2B5EF4-FFF2-40B4-BE49-F238E27FC236}">
                    <a16:creationId xmlns:a16="http://schemas.microsoft.com/office/drawing/2014/main" id="{7EC46BFF-F84B-8719-B28A-91DF0F6EFFD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39" name="Graphic 8">
              <a:extLst>
                <a:ext uri="{FF2B5EF4-FFF2-40B4-BE49-F238E27FC236}">
                  <a16:creationId xmlns:a16="http://schemas.microsoft.com/office/drawing/2014/main" id="{442CD4E2-6C45-610C-B37B-9EBF4B3115C2}"/>
                </a:ext>
              </a:extLst>
            </p:cNvPr>
            <p:cNvGrpSpPr/>
            <p:nvPr/>
          </p:nvGrpSpPr>
          <p:grpSpPr>
            <a:xfrm>
              <a:off x="265625" y="6323271"/>
              <a:ext cx="1249223" cy="190348"/>
              <a:chOff x="265625" y="6323271"/>
              <a:chExt cx="1249223" cy="190348"/>
            </a:xfrm>
            <a:grpFill/>
          </p:grpSpPr>
          <p:sp>
            <p:nvSpPr>
              <p:cNvPr id="40" name="Freeform 60">
                <a:extLst>
                  <a:ext uri="{FF2B5EF4-FFF2-40B4-BE49-F238E27FC236}">
                    <a16:creationId xmlns:a16="http://schemas.microsoft.com/office/drawing/2014/main" id="{ED525359-6B46-C9E5-6E5B-B3C26E52350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41" name="Freeform 61">
                <a:extLst>
                  <a:ext uri="{FF2B5EF4-FFF2-40B4-BE49-F238E27FC236}">
                    <a16:creationId xmlns:a16="http://schemas.microsoft.com/office/drawing/2014/main" id="{7EF8FA77-DD00-B32A-8E5D-B8EC0601713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42" name="Freeform 62">
                <a:extLst>
                  <a:ext uri="{FF2B5EF4-FFF2-40B4-BE49-F238E27FC236}">
                    <a16:creationId xmlns:a16="http://schemas.microsoft.com/office/drawing/2014/main" id="{5B6CD07D-9D52-9ADA-8705-8975DC744B4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43" name="Freeform 63">
                <a:extLst>
                  <a:ext uri="{FF2B5EF4-FFF2-40B4-BE49-F238E27FC236}">
                    <a16:creationId xmlns:a16="http://schemas.microsoft.com/office/drawing/2014/main" id="{743CD6CC-2436-9E0B-F9AA-5E7F7A570191}"/>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44" name="Freeform 64">
                <a:extLst>
                  <a:ext uri="{FF2B5EF4-FFF2-40B4-BE49-F238E27FC236}">
                    <a16:creationId xmlns:a16="http://schemas.microsoft.com/office/drawing/2014/main" id="{D002A0F9-D34F-062E-FA0D-55E00502A6A3}"/>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45" name="Freeform 65">
                <a:extLst>
                  <a:ext uri="{FF2B5EF4-FFF2-40B4-BE49-F238E27FC236}">
                    <a16:creationId xmlns:a16="http://schemas.microsoft.com/office/drawing/2014/main" id="{7F1B60F0-5EE6-28CA-7BCF-8E426EB9FCC1}"/>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46" name="Freeform 66">
                <a:extLst>
                  <a:ext uri="{FF2B5EF4-FFF2-40B4-BE49-F238E27FC236}">
                    <a16:creationId xmlns:a16="http://schemas.microsoft.com/office/drawing/2014/main" id="{F30FD712-5475-5FC0-34B0-E973EECE9D1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2" name="TextBox 1">
            <a:extLst>
              <a:ext uri="{FF2B5EF4-FFF2-40B4-BE49-F238E27FC236}">
                <a16:creationId xmlns:a16="http://schemas.microsoft.com/office/drawing/2014/main" id="{C4CA9F3B-4EFA-7D5B-E6CE-D0918D7D181F}"/>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spTree>
    <p:extLst>
      <p:ext uri="{BB962C8B-B14F-4D97-AF65-F5344CB8AC3E}">
        <p14:creationId xmlns:p14="http://schemas.microsoft.com/office/powerpoint/2010/main" val="1794703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Quote – Aqua">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Arial" panose="020B0604020202020204" pitchFamily="34" charset="0"/>
              <a:buChar char="“"/>
              <a:defRPr sz="2800">
                <a:solidFill>
                  <a:schemeClr val="tx1"/>
                </a:solidFill>
              </a:defRPr>
            </a:lvl1pPr>
            <a:lvl2pPr marL="457200" indent="-184150">
              <a:buClrTx/>
              <a:buFont typeface="Arial" panose="020B0604020202020204" pitchFamily="34" charset="0"/>
              <a:buChar char="“"/>
              <a:defRPr>
                <a:solidFill>
                  <a:schemeClr val="bg1"/>
                </a:solidFill>
              </a:defRPr>
            </a:lvl2pPr>
            <a:lvl3pPr marL="744538" indent="-169863">
              <a:buClrTx/>
              <a:buFont typeface="Arial" panose="020B0604020202020204" pitchFamily="34" charset="0"/>
              <a:buChar char="“"/>
              <a:defRPr>
                <a:solidFill>
                  <a:schemeClr val="bg1"/>
                </a:solidFill>
              </a:defRPr>
            </a:lvl3pPr>
            <a:lvl4pPr marL="969963" indent="-166688">
              <a:buClrTx/>
              <a:buFont typeface="Arial" panose="020B0604020202020204" pitchFamily="34" charset="0"/>
              <a:buChar char="“"/>
              <a:defRPr>
                <a:solidFill>
                  <a:schemeClr val="bg1"/>
                </a:solidFill>
              </a:defRPr>
            </a:lvl4pPr>
            <a:lvl5pPr marL="1143000" indent="-138113">
              <a:buClrTx/>
              <a:buFont typeface="Arial" panose="020B0604020202020204" pitchFamily="34" charset="0"/>
              <a:buChar char="“"/>
              <a:defRPr>
                <a:solidFill>
                  <a:schemeClr val="bg1"/>
                </a:solidFill>
              </a:defRPr>
            </a:lvl5pPr>
          </a:lstStyle>
          <a:p>
            <a:pPr lvl="0"/>
            <a:r>
              <a:rPr lang="en-US" dirty="0"/>
              <a:t>Quote text on left, blue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a:defRPr sz="1800">
                <a:solidFill>
                  <a:schemeClr val="tx1"/>
                </a:solidFill>
              </a:defRPr>
            </a:lvl1pPr>
          </a:lstStyle>
          <a:p>
            <a:pPr lvl="0"/>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A92ABA6C-6064-9743-BF58-8AB21015448D}"/>
              </a:ext>
            </a:extLst>
          </p:cNvPr>
          <p:cNvSpPr>
            <a:spLocks noGrp="1"/>
          </p:cNvSpPr>
          <p:nvPr>
            <p:ph type="pic" sz="quarter" idx="4294967295" hasCustomPrompt="1"/>
          </p:nvPr>
        </p:nvSpPr>
        <p:spPr>
          <a:xfrm>
            <a:off x="8925484" y="4619335"/>
            <a:ext cx="2740025" cy="1371600"/>
          </a:xfrm>
        </p:spPr>
        <p:txBody>
          <a:bodyPr/>
          <a:lstStyle/>
          <a:p>
            <a:r>
              <a:rPr lang="en-US"/>
              <a:t>Click to insert logo or delete box if not needed</a:t>
            </a:r>
          </a:p>
        </p:txBody>
      </p:sp>
      <p:sp>
        <p:nvSpPr>
          <p:cNvPr id="17" name="page number">
            <a:extLst>
              <a:ext uri="{FF2B5EF4-FFF2-40B4-BE49-F238E27FC236}">
                <a16:creationId xmlns:a16="http://schemas.microsoft.com/office/drawing/2014/main" id="{DBC60254-9AEC-2A49-ABD6-870EE5B97F6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3" name="Freeform: Shape 2">
            <a:extLst>
              <a:ext uri="{FF2B5EF4-FFF2-40B4-BE49-F238E27FC236}">
                <a16:creationId xmlns:a16="http://schemas.microsoft.com/office/drawing/2014/main" id="{35A9104F-6CE0-0E15-0E37-20E590BF49BB}"/>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1"/>
              </a:gs>
            </a:gsLst>
            <a:lin ang="0" scaled="1"/>
          </a:gradFill>
          <a:ln w="0" cap="flat">
            <a:noFill/>
            <a:prstDash val="solid"/>
            <a:miter/>
          </a:ln>
          <a:effectLst>
            <a:outerShdw blurRad="88900" dist="50800" dir="420000" algn="ctr" rotWithShape="0">
              <a:schemeClr val="accent3">
                <a:alpha val="22000"/>
              </a:schemeClr>
            </a:outerShdw>
          </a:effectLst>
        </p:spPr>
        <p:txBody>
          <a:bodyPr rtlCol="0" anchor="ctr"/>
          <a:lstStyle/>
          <a:p>
            <a:endParaRPr lang="en-US"/>
          </a:p>
        </p:txBody>
      </p:sp>
      <p:grpSp>
        <p:nvGrpSpPr>
          <p:cNvPr id="6" name="Graphic 8">
            <a:extLst>
              <a:ext uri="{FF2B5EF4-FFF2-40B4-BE49-F238E27FC236}">
                <a16:creationId xmlns:a16="http://schemas.microsoft.com/office/drawing/2014/main" id="{01895A84-0D4A-E136-EC12-BE455D6F7BDC}"/>
              </a:ext>
            </a:extLst>
          </p:cNvPr>
          <p:cNvGrpSpPr/>
          <p:nvPr/>
        </p:nvGrpSpPr>
        <p:grpSpPr>
          <a:xfrm>
            <a:off x="265625" y="6323271"/>
            <a:ext cx="1249223" cy="369648"/>
            <a:chOff x="265625" y="6323271"/>
            <a:chExt cx="1249223" cy="369648"/>
          </a:xfrm>
          <a:solidFill>
            <a:schemeClr val="tx1"/>
          </a:solidFill>
        </p:grpSpPr>
        <p:grpSp>
          <p:nvGrpSpPr>
            <p:cNvPr id="7" name="Graphic 8">
              <a:extLst>
                <a:ext uri="{FF2B5EF4-FFF2-40B4-BE49-F238E27FC236}">
                  <a16:creationId xmlns:a16="http://schemas.microsoft.com/office/drawing/2014/main" id="{5E616E0B-1DB3-5240-5AD0-E9C7820B5554}"/>
                </a:ext>
              </a:extLst>
            </p:cNvPr>
            <p:cNvGrpSpPr/>
            <p:nvPr/>
          </p:nvGrpSpPr>
          <p:grpSpPr>
            <a:xfrm>
              <a:off x="745455" y="6594444"/>
              <a:ext cx="722662" cy="98475"/>
              <a:chOff x="745455" y="6594444"/>
              <a:chExt cx="722662" cy="98475"/>
            </a:xfrm>
            <a:grpFill/>
          </p:grpSpPr>
          <p:sp>
            <p:nvSpPr>
              <p:cNvPr id="22" name="Freeform 49">
                <a:extLst>
                  <a:ext uri="{FF2B5EF4-FFF2-40B4-BE49-F238E27FC236}">
                    <a16:creationId xmlns:a16="http://schemas.microsoft.com/office/drawing/2014/main" id="{9FC75BD4-120F-D586-74ED-1F9116240351}"/>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25" name="Freeform 50">
                <a:extLst>
                  <a:ext uri="{FF2B5EF4-FFF2-40B4-BE49-F238E27FC236}">
                    <a16:creationId xmlns:a16="http://schemas.microsoft.com/office/drawing/2014/main" id="{3411B67E-FDC4-855B-4FDF-B1B3C8C0BE8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26" name="Freeform 51">
                <a:extLst>
                  <a:ext uri="{FF2B5EF4-FFF2-40B4-BE49-F238E27FC236}">
                    <a16:creationId xmlns:a16="http://schemas.microsoft.com/office/drawing/2014/main" id="{72CFFA37-B73D-9C96-B859-9FB926027C5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27" name="Freeform 52">
                <a:extLst>
                  <a:ext uri="{FF2B5EF4-FFF2-40B4-BE49-F238E27FC236}">
                    <a16:creationId xmlns:a16="http://schemas.microsoft.com/office/drawing/2014/main" id="{F65B3DF8-4E57-9859-C549-D211492D1674}"/>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28" name="Freeform 53">
                <a:extLst>
                  <a:ext uri="{FF2B5EF4-FFF2-40B4-BE49-F238E27FC236}">
                    <a16:creationId xmlns:a16="http://schemas.microsoft.com/office/drawing/2014/main" id="{E63B148F-D1AB-4B3E-2140-B0D6C63E1DD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29" name="Freeform 54">
                <a:extLst>
                  <a:ext uri="{FF2B5EF4-FFF2-40B4-BE49-F238E27FC236}">
                    <a16:creationId xmlns:a16="http://schemas.microsoft.com/office/drawing/2014/main" id="{BD50620D-D8BD-B773-E6FE-E3283A29B8F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30" name="Freeform 55">
                <a:extLst>
                  <a:ext uri="{FF2B5EF4-FFF2-40B4-BE49-F238E27FC236}">
                    <a16:creationId xmlns:a16="http://schemas.microsoft.com/office/drawing/2014/main" id="{686C6B4E-EBDE-17C6-C5A2-CAA2EAEDAD50}"/>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31" name="Freeform 56">
                <a:extLst>
                  <a:ext uri="{FF2B5EF4-FFF2-40B4-BE49-F238E27FC236}">
                    <a16:creationId xmlns:a16="http://schemas.microsoft.com/office/drawing/2014/main" id="{AED721C8-E7D9-E1A0-4669-657ADCCF759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32" name="Freeform 57">
                <a:extLst>
                  <a:ext uri="{FF2B5EF4-FFF2-40B4-BE49-F238E27FC236}">
                    <a16:creationId xmlns:a16="http://schemas.microsoft.com/office/drawing/2014/main" id="{7DE26621-6B38-2204-1342-65B558997C9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1" name="Freeform 58">
                <a:extLst>
                  <a:ext uri="{FF2B5EF4-FFF2-40B4-BE49-F238E27FC236}">
                    <a16:creationId xmlns:a16="http://schemas.microsoft.com/office/drawing/2014/main" id="{137E68B0-08B6-7410-B11F-AF9CD95A72C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8" name="Graphic 8">
              <a:extLst>
                <a:ext uri="{FF2B5EF4-FFF2-40B4-BE49-F238E27FC236}">
                  <a16:creationId xmlns:a16="http://schemas.microsoft.com/office/drawing/2014/main" id="{BC54518F-E881-574F-10B7-841B324AFCBA}"/>
                </a:ext>
              </a:extLst>
            </p:cNvPr>
            <p:cNvGrpSpPr/>
            <p:nvPr/>
          </p:nvGrpSpPr>
          <p:grpSpPr>
            <a:xfrm>
              <a:off x="265625" y="6323271"/>
              <a:ext cx="1249223" cy="190348"/>
              <a:chOff x="265625" y="6323271"/>
              <a:chExt cx="1249223" cy="190348"/>
            </a:xfrm>
            <a:grpFill/>
          </p:grpSpPr>
          <p:sp>
            <p:nvSpPr>
              <p:cNvPr id="9" name="Freeform 60">
                <a:extLst>
                  <a:ext uri="{FF2B5EF4-FFF2-40B4-BE49-F238E27FC236}">
                    <a16:creationId xmlns:a16="http://schemas.microsoft.com/office/drawing/2014/main" id="{B25FE72A-50C4-D231-C81E-ECF25717B6ED}"/>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10" name="Freeform 61">
                <a:extLst>
                  <a:ext uri="{FF2B5EF4-FFF2-40B4-BE49-F238E27FC236}">
                    <a16:creationId xmlns:a16="http://schemas.microsoft.com/office/drawing/2014/main" id="{AE425AE6-C96D-44E8-E3EA-1BC62111CE32}"/>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12" name="Freeform 62">
                <a:extLst>
                  <a:ext uri="{FF2B5EF4-FFF2-40B4-BE49-F238E27FC236}">
                    <a16:creationId xmlns:a16="http://schemas.microsoft.com/office/drawing/2014/main" id="{61F793F8-9FE9-DB13-3AED-2542BDE18CA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13" name="Freeform 63">
                <a:extLst>
                  <a:ext uri="{FF2B5EF4-FFF2-40B4-BE49-F238E27FC236}">
                    <a16:creationId xmlns:a16="http://schemas.microsoft.com/office/drawing/2014/main" id="{A37968DD-C7DF-0A07-C51D-2DDEB93AC2F7}"/>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14" name="Freeform 64">
                <a:extLst>
                  <a:ext uri="{FF2B5EF4-FFF2-40B4-BE49-F238E27FC236}">
                    <a16:creationId xmlns:a16="http://schemas.microsoft.com/office/drawing/2014/main" id="{18ABE9A8-DDC7-C2A0-CAF1-CBC7108A3437}"/>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18" name="Freeform 65">
                <a:extLst>
                  <a:ext uri="{FF2B5EF4-FFF2-40B4-BE49-F238E27FC236}">
                    <a16:creationId xmlns:a16="http://schemas.microsoft.com/office/drawing/2014/main" id="{0F476DB9-C430-1781-1A44-29B98BBF2D43}"/>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20" name="Freeform 66">
                <a:extLst>
                  <a:ext uri="{FF2B5EF4-FFF2-40B4-BE49-F238E27FC236}">
                    <a16:creationId xmlns:a16="http://schemas.microsoft.com/office/drawing/2014/main" id="{3A162B77-4A66-2CB0-97D5-895CBEDF3B1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33" name="page number">
            <a:extLst>
              <a:ext uri="{FF2B5EF4-FFF2-40B4-BE49-F238E27FC236}">
                <a16:creationId xmlns:a16="http://schemas.microsoft.com/office/drawing/2014/main" id="{DBC60254-9AEC-2A49-ABD6-870EE5B97F6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34" name="Freeform: Shape 2">
            <a:extLst>
              <a:ext uri="{FF2B5EF4-FFF2-40B4-BE49-F238E27FC236}">
                <a16:creationId xmlns:a16="http://schemas.microsoft.com/office/drawing/2014/main" id="{35A9104F-6CE0-0E15-0E37-20E590BF49BB}"/>
              </a:ext>
            </a:extLst>
          </p:cNvPr>
          <p:cNvSpPr/>
          <p:nvPr userDrawn="1"/>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1"/>
              </a:gs>
            </a:gsLst>
            <a:lin ang="0" scaled="1"/>
          </a:gradFill>
          <a:ln w="0" cap="flat">
            <a:noFill/>
            <a:prstDash val="solid"/>
            <a:miter/>
          </a:ln>
          <a:effectLst>
            <a:outerShdw blurRad="88900" dist="50800" dir="420000" algn="ctr" rotWithShape="0">
              <a:schemeClr val="accent3">
                <a:alpha val="22000"/>
              </a:schemeClr>
            </a:outerShdw>
          </a:effectLst>
        </p:spPr>
        <p:txBody>
          <a:bodyPr rtlCol="0" anchor="ctr"/>
          <a:lstStyle/>
          <a:p>
            <a:endParaRPr lang="en-US"/>
          </a:p>
        </p:txBody>
      </p:sp>
      <p:grpSp>
        <p:nvGrpSpPr>
          <p:cNvPr id="37" name="Graphic 8">
            <a:extLst>
              <a:ext uri="{FF2B5EF4-FFF2-40B4-BE49-F238E27FC236}">
                <a16:creationId xmlns:a16="http://schemas.microsoft.com/office/drawing/2014/main" id="{01895A84-0D4A-E136-EC12-BE455D6F7BDC}"/>
              </a:ext>
            </a:extLst>
          </p:cNvPr>
          <p:cNvGrpSpPr/>
          <p:nvPr userDrawn="1"/>
        </p:nvGrpSpPr>
        <p:grpSpPr>
          <a:xfrm>
            <a:off x="265625" y="6323271"/>
            <a:ext cx="1249223" cy="369648"/>
            <a:chOff x="265625" y="6323271"/>
            <a:chExt cx="1249223" cy="369648"/>
          </a:xfrm>
          <a:solidFill>
            <a:schemeClr val="tx1"/>
          </a:solidFill>
        </p:grpSpPr>
        <p:grpSp>
          <p:nvGrpSpPr>
            <p:cNvPr id="38" name="Graphic 8">
              <a:extLst>
                <a:ext uri="{FF2B5EF4-FFF2-40B4-BE49-F238E27FC236}">
                  <a16:creationId xmlns:a16="http://schemas.microsoft.com/office/drawing/2014/main" id="{5E616E0B-1DB3-5240-5AD0-E9C7820B5554}"/>
                </a:ext>
              </a:extLst>
            </p:cNvPr>
            <p:cNvGrpSpPr/>
            <p:nvPr/>
          </p:nvGrpSpPr>
          <p:grpSpPr>
            <a:xfrm>
              <a:off x="745455" y="6594444"/>
              <a:ext cx="722662" cy="98475"/>
              <a:chOff x="745455" y="6594444"/>
              <a:chExt cx="722662" cy="98475"/>
            </a:xfrm>
            <a:grpFill/>
          </p:grpSpPr>
          <p:sp>
            <p:nvSpPr>
              <p:cNvPr id="47" name="Freeform 49">
                <a:extLst>
                  <a:ext uri="{FF2B5EF4-FFF2-40B4-BE49-F238E27FC236}">
                    <a16:creationId xmlns:a16="http://schemas.microsoft.com/office/drawing/2014/main" id="{9FC75BD4-120F-D586-74ED-1F9116240351}"/>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48" name="Freeform 50">
                <a:extLst>
                  <a:ext uri="{FF2B5EF4-FFF2-40B4-BE49-F238E27FC236}">
                    <a16:creationId xmlns:a16="http://schemas.microsoft.com/office/drawing/2014/main" id="{3411B67E-FDC4-855B-4FDF-B1B3C8C0BE8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49" name="Freeform 51">
                <a:extLst>
                  <a:ext uri="{FF2B5EF4-FFF2-40B4-BE49-F238E27FC236}">
                    <a16:creationId xmlns:a16="http://schemas.microsoft.com/office/drawing/2014/main" id="{72CFFA37-B73D-9C96-B859-9FB926027C5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50" name="Freeform 52">
                <a:extLst>
                  <a:ext uri="{FF2B5EF4-FFF2-40B4-BE49-F238E27FC236}">
                    <a16:creationId xmlns:a16="http://schemas.microsoft.com/office/drawing/2014/main" id="{F65B3DF8-4E57-9859-C549-D211492D1674}"/>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52" name="Freeform 53">
                <a:extLst>
                  <a:ext uri="{FF2B5EF4-FFF2-40B4-BE49-F238E27FC236}">
                    <a16:creationId xmlns:a16="http://schemas.microsoft.com/office/drawing/2014/main" id="{E63B148F-D1AB-4B3E-2140-B0D6C63E1DD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3" name="Freeform 54">
                <a:extLst>
                  <a:ext uri="{FF2B5EF4-FFF2-40B4-BE49-F238E27FC236}">
                    <a16:creationId xmlns:a16="http://schemas.microsoft.com/office/drawing/2014/main" id="{BD50620D-D8BD-B773-E6FE-E3283A29B8F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54" name="Freeform 55">
                <a:extLst>
                  <a:ext uri="{FF2B5EF4-FFF2-40B4-BE49-F238E27FC236}">
                    <a16:creationId xmlns:a16="http://schemas.microsoft.com/office/drawing/2014/main" id="{686C6B4E-EBDE-17C6-C5A2-CAA2EAEDAD50}"/>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55" name="Freeform 56">
                <a:extLst>
                  <a:ext uri="{FF2B5EF4-FFF2-40B4-BE49-F238E27FC236}">
                    <a16:creationId xmlns:a16="http://schemas.microsoft.com/office/drawing/2014/main" id="{AED721C8-E7D9-E1A0-4669-657ADCCF759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6" name="Freeform 57">
                <a:extLst>
                  <a:ext uri="{FF2B5EF4-FFF2-40B4-BE49-F238E27FC236}">
                    <a16:creationId xmlns:a16="http://schemas.microsoft.com/office/drawing/2014/main" id="{7DE26621-6B38-2204-1342-65B558997C9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7" name="Freeform 58">
                <a:extLst>
                  <a:ext uri="{FF2B5EF4-FFF2-40B4-BE49-F238E27FC236}">
                    <a16:creationId xmlns:a16="http://schemas.microsoft.com/office/drawing/2014/main" id="{137E68B0-08B6-7410-B11F-AF9CD95A72C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39" name="Graphic 8">
              <a:extLst>
                <a:ext uri="{FF2B5EF4-FFF2-40B4-BE49-F238E27FC236}">
                  <a16:creationId xmlns:a16="http://schemas.microsoft.com/office/drawing/2014/main" id="{BC54518F-E881-574F-10B7-841B324AFCBA}"/>
                </a:ext>
              </a:extLst>
            </p:cNvPr>
            <p:cNvGrpSpPr/>
            <p:nvPr/>
          </p:nvGrpSpPr>
          <p:grpSpPr>
            <a:xfrm>
              <a:off x="265625" y="6323271"/>
              <a:ext cx="1249223" cy="190348"/>
              <a:chOff x="265625" y="6323271"/>
              <a:chExt cx="1249223" cy="190348"/>
            </a:xfrm>
            <a:grpFill/>
          </p:grpSpPr>
          <p:sp>
            <p:nvSpPr>
              <p:cNvPr id="40" name="Freeform 60">
                <a:extLst>
                  <a:ext uri="{FF2B5EF4-FFF2-40B4-BE49-F238E27FC236}">
                    <a16:creationId xmlns:a16="http://schemas.microsoft.com/office/drawing/2014/main" id="{B25FE72A-50C4-D231-C81E-ECF25717B6ED}"/>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41" name="Freeform 61">
                <a:extLst>
                  <a:ext uri="{FF2B5EF4-FFF2-40B4-BE49-F238E27FC236}">
                    <a16:creationId xmlns:a16="http://schemas.microsoft.com/office/drawing/2014/main" id="{AE425AE6-C96D-44E8-E3EA-1BC62111CE32}"/>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42" name="Freeform 62">
                <a:extLst>
                  <a:ext uri="{FF2B5EF4-FFF2-40B4-BE49-F238E27FC236}">
                    <a16:creationId xmlns:a16="http://schemas.microsoft.com/office/drawing/2014/main" id="{61F793F8-9FE9-DB13-3AED-2542BDE18CA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43" name="Freeform 63">
                <a:extLst>
                  <a:ext uri="{FF2B5EF4-FFF2-40B4-BE49-F238E27FC236}">
                    <a16:creationId xmlns:a16="http://schemas.microsoft.com/office/drawing/2014/main" id="{A37968DD-C7DF-0A07-C51D-2DDEB93AC2F7}"/>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44" name="Freeform 64">
                <a:extLst>
                  <a:ext uri="{FF2B5EF4-FFF2-40B4-BE49-F238E27FC236}">
                    <a16:creationId xmlns:a16="http://schemas.microsoft.com/office/drawing/2014/main" id="{18ABE9A8-DDC7-C2A0-CAF1-CBC7108A3437}"/>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45" name="Freeform 65">
                <a:extLst>
                  <a:ext uri="{FF2B5EF4-FFF2-40B4-BE49-F238E27FC236}">
                    <a16:creationId xmlns:a16="http://schemas.microsoft.com/office/drawing/2014/main" id="{0F476DB9-C430-1781-1A44-29B98BBF2D43}"/>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46" name="Freeform 66">
                <a:extLst>
                  <a:ext uri="{FF2B5EF4-FFF2-40B4-BE49-F238E27FC236}">
                    <a16:creationId xmlns:a16="http://schemas.microsoft.com/office/drawing/2014/main" id="{3A162B77-4A66-2CB0-97D5-895CBEDF3B1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4" name="TextBox 3">
            <a:extLst>
              <a:ext uri="{FF2B5EF4-FFF2-40B4-BE49-F238E27FC236}">
                <a16:creationId xmlns:a16="http://schemas.microsoft.com/office/drawing/2014/main" id="{9B8C7D05-A7CE-2989-2ED9-F641F9332C58}"/>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spTree>
    <p:extLst>
      <p:ext uri="{BB962C8B-B14F-4D97-AF65-F5344CB8AC3E}">
        <p14:creationId xmlns:p14="http://schemas.microsoft.com/office/powerpoint/2010/main" val="4118380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Quote – Plum">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62158" cy="3200400"/>
          </a:xfrm>
        </p:spPr>
        <p:txBody>
          <a:bodyPr anchor="b"/>
          <a:lstStyle>
            <a:lvl1pPr marL="169863" indent="-169863">
              <a:buClrTx/>
              <a:buSzPct val="100000"/>
              <a:buFont typeface="Arial" panose="020B0604020202020204" pitchFamily="34" charset="0"/>
              <a:buChar char="“"/>
              <a:defRPr sz="2800">
                <a:solidFill>
                  <a:schemeClr val="tx1"/>
                </a:solidFill>
              </a:defRPr>
            </a:lvl1pPr>
            <a:lvl2pPr marL="457200" indent="-184150">
              <a:buClrTx/>
              <a:buFont typeface="Arial" panose="020B0604020202020204" pitchFamily="34" charset="0"/>
              <a:buChar char="“"/>
              <a:defRPr>
                <a:solidFill>
                  <a:schemeClr val="bg1"/>
                </a:solidFill>
              </a:defRPr>
            </a:lvl2pPr>
            <a:lvl3pPr marL="744538" indent="-169863">
              <a:buClrTx/>
              <a:buFont typeface="Arial" panose="020B0604020202020204" pitchFamily="34" charset="0"/>
              <a:buChar char="“"/>
              <a:defRPr>
                <a:solidFill>
                  <a:schemeClr val="bg1"/>
                </a:solidFill>
              </a:defRPr>
            </a:lvl3pPr>
            <a:lvl4pPr marL="969963" indent="-166688">
              <a:buClrTx/>
              <a:buFont typeface="Arial" panose="020B0604020202020204" pitchFamily="34" charset="0"/>
              <a:buChar char="“"/>
              <a:defRPr>
                <a:solidFill>
                  <a:schemeClr val="bg1"/>
                </a:solidFill>
              </a:defRPr>
            </a:lvl4pPr>
            <a:lvl5pPr marL="1143000" indent="-138113">
              <a:buClrTx/>
              <a:buFont typeface="Arial" panose="020B0604020202020204" pitchFamily="34" charset="0"/>
              <a:buChar char="“"/>
              <a:defRPr>
                <a:solidFill>
                  <a:schemeClr val="bg1"/>
                </a:solidFill>
              </a:defRPr>
            </a:lvl5pPr>
          </a:lstStyle>
          <a:p>
            <a:pPr lvl="0"/>
            <a:r>
              <a:rPr lang="en-US" dirty="0"/>
              <a:t>Quote text on left, purple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a:defRPr sz="1800">
                <a:solidFill>
                  <a:schemeClr val="tx1"/>
                </a:solidFill>
              </a:defRPr>
            </a:lvl1pPr>
          </a:lstStyle>
          <a:p>
            <a:pPr lvl="0"/>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53CF3A7-833E-B042-A405-AB46430C4476}"/>
              </a:ext>
            </a:extLst>
          </p:cNvPr>
          <p:cNvSpPr>
            <a:spLocks noGrp="1"/>
          </p:cNvSpPr>
          <p:nvPr>
            <p:ph type="pic" sz="quarter" idx="4294967295" hasCustomPrompt="1"/>
          </p:nvPr>
        </p:nvSpPr>
        <p:spPr>
          <a:xfrm>
            <a:off x="8925484" y="4619335"/>
            <a:ext cx="2740025" cy="1371600"/>
          </a:xfrm>
        </p:spPr>
        <p:txBody>
          <a:bodyPr/>
          <a:lstStyle/>
          <a:p>
            <a:r>
              <a:rPr lang="en-US"/>
              <a:t>Click to insert logo or delete box if not needed</a:t>
            </a:r>
          </a:p>
        </p:txBody>
      </p:sp>
      <p:sp>
        <p:nvSpPr>
          <p:cNvPr id="17" name="page number">
            <a:extLst>
              <a:ext uri="{FF2B5EF4-FFF2-40B4-BE49-F238E27FC236}">
                <a16:creationId xmlns:a16="http://schemas.microsoft.com/office/drawing/2014/main" id="{D03B3F1E-BEE4-0C40-B954-F58A7FCE9AE3}"/>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6" name="Freeform: Shape 5">
            <a:extLst>
              <a:ext uri="{FF2B5EF4-FFF2-40B4-BE49-F238E27FC236}">
                <a16:creationId xmlns:a16="http://schemas.microsoft.com/office/drawing/2014/main" id="{28BB6002-9774-B78F-802F-0CF8624B2003}"/>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a:effectLst>
            <a:outerShdw blurRad="88900" dist="50800" dir="420000" algn="ctr" rotWithShape="0">
              <a:schemeClr val="accent3">
                <a:alpha val="22000"/>
              </a:schemeClr>
            </a:outerShdw>
          </a:effectLst>
        </p:spPr>
        <p:txBody>
          <a:bodyPr rtlCol="0" anchor="ctr"/>
          <a:lstStyle/>
          <a:p>
            <a:endParaRPr lang="en-US"/>
          </a:p>
        </p:txBody>
      </p:sp>
      <p:grpSp>
        <p:nvGrpSpPr>
          <p:cNvPr id="9" name="Graphic 8">
            <a:extLst>
              <a:ext uri="{FF2B5EF4-FFF2-40B4-BE49-F238E27FC236}">
                <a16:creationId xmlns:a16="http://schemas.microsoft.com/office/drawing/2014/main" id="{2390A11A-A86F-5882-6844-0E466052BF52}"/>
              </a:ext>
            </a:extLst>
          </p:cNvPr>
          <p:cNvGrpSpPr/>
          <p:nvPr/>
        </p:nvGrpSpPr>
        <p:grpSpPr>
          <a:xfrm>
            <a:off x="265625" y="6323271"/>
            <a:ext cx="1249223" cy="369648"/>
            <a:chOff x="265625" y="6323271"/>
            <a:chExt cx="1249223" cy="369648"/>
          </a:xfrm>
          <a:solidFill>
            <a:schemeClr val="tx1"/>
          </a:solidFill>
        </p:grpSpPr>
        <p:grpSp>
          <p:nvGrpSpPr>
            <p:cNvPr id="10" name="Graphic 8">
              <a:extLst>
                <a:ext uri="{FF2B5EF4-FFF2-40B4-BE49-F238E27FC236}">
                  <a16:creationId xmlns:a16="http://schemas.microsoft.com/office/drawing/2014/main" id="{1287141A-AA2B-4B0A-BFA9-B84F27B17532}"/>
                </a:ext>
              </a:extLst>
            </p:cNvPr>
            <p:cNvGrpSpPr/>
            <p:nvPr/>
          </p:nvGrpSpPr>
          <p:grpSpPr>
            <a:xfrm>
              <a:off x="745455" y="6594444"/>
              <a:ext cx="722662" cy="98475"/>
              <a:chOff x="745455" y="6594444"/>
              <a:chExt cx="722662" cy="98475"/>
            </a:xfrm>
            <a:grpFill/>
          </p:grpSpPr>
          <p:sp>
            <p:nvSpPr>
              <p:cNvPr id="27" name="Freeform 49">
                <a:extLst>
                  <a:ext uri="{FF2B5EF4-FFF2-40B4-BE49-F238E27FC236}">
                    <a16:creationId xmlns:a16="http://schemas.microsoft.com/office/drawing/2014/main" id="{1C066710-B26E-D1E3-18D6-B3AA21057E1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28" name="Freeform 50">
                <a:extLst>
                  <a:ext uri="{FF2B5EF4-FFF2-40B4-BE49-F238E27FC236}">
                    <a16:creationId xmlns:a16="http://schemas.microsoft.com/office/drawing/2014/main" id="{17E74D78-C752-D8A6-FF08-1CF49E8D7D2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29" name="Freeform 51">
                <a:extLst>
                  <a:ext uri="{FF2B5EF4-FFF2-40B4-BE49-F238E27FC236}">
                    <a16:creationId xmlns:a16="http://schemas.microsoft.com/office/drawing/2014/main" id="{E956BC4F-EAFF-0316-8046-24983269187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30" name="Freeform 52">
                <a:extLst>
                  <a:ext uri="{FF2B5EF4-FFF2-40B4-BE49-F238E27FC236}">
                    <a16:creationId xmlns:a16="http://schemas.microsoft.com/office/drawing/2014/main" id="{11ABB7B0-C48D-D848-95FC-587FB08D89B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31" name="Freeform 53">
                <a:extLst>
                  <a:ext uri="{FF2B5EF4-FFF2-40B4-BE49-F238E27FC236}">
                    <a16:creationId xmlns:a16="http://schemas.microsoft.com/office/drawing/2014/main" id="{23892A0C-9FCE-A2F5-4A3D-C3330D546A4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32" name="Freeform 54">
                <a:extLst>
                  <a:ext uri="{FF2B5EF4-FFF2-40B4-BE49-F238E27FC236}">
                    <a16:creationId xmlns:a16="http://schemas.microsoft.com/office/drawing/2014/main" id="{109C5B71-71F9-4AD1-51F2-47EA49F9769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33" name="Freeform 55">
                <a:extLst>
                  <a:ext uri="{FF2B5EF4-FFF2-40B4-BE49-F238E27FC236}">
                    <a16:creationId xmlns:a16="http://schemas.microsoft.com/office/drawing/2014/main" id="{1B0AB11E-CABA-4FFE-5521-213169BFDFC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34" name="Freeform 56">
                <a:extLst>
                  <a:ext uri="{FF2B5EF4-FFF2-40B4-BE49-F238E27FC236}">
                    <a16:creationId xmlns:a16="http://schemas.microsoft.com/office/drawing/2014/main" id="{BEC0AE63-DA48-1109-85C6-871ECA0854B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1" name="Freeform 57">
                <a:extLst>
                  <a:ext uri="{FF2B5EF4-FFF2-40B4-BE49-F238E27FC236}">
                    <a16:creationId xmlns:a16="http://schemas.microsoft.com/office/drawing/2014/main" id="{D5D2CE9B-809B-9734-8DCA-B3AC5B5BE6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2" name="Freeform 58">
                <a:extLst>
                  <a:ext uri="{FF2B5EF4-FFF2-40B4-BE49-F238E27FC236}">
                    <a16:creationId xmlns:a16="http://schemas.microsoft.com/office/drawing/2014/main" id="{4ADEE0A9-9710-7D46-37C9-DA1F237FE519}"/>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12" name="Graphic 8">
              <a:extLst>
                <a:ext uri="{FF2B5EF4-FFF2-40B4-BE49-F238E27FC236}">
                  <a16:creationId xmlns:a16="http://schemas.microsoft.com/office/drawing/2014/main" id="{BD93DA91-446A-F96C-CE09-5FB06F7FE181}"/>
                </a:ext>
              </a:extLst>
            </p:cNvPr>
            <p:cNvGrpSpPr/>
            <p:nvPr/>
          </p:nvGrpSpPr>
          <p:grpSpPr>
            <a:xfrm>
              <a:off x="265625" y="6323271"/>
              <a:ext cx="1249223" cy="190348"/>
              <a:chOff x="265625" y="6323271"/>
              <a:chExt cx="1249223" cy="190348"/>
            </a:xfrm>
            <a:grpFill/>
          </p:grpSpPr>
          <p:sp>
            <p:nvSpPr>
              <p:cNvPr id="13" name="Freeform 60">
                <a:extLst>
                  <a:ext uri="{FF2B5EF4-FFF2-40B4-BE49-F238E27FC236}">
                    <a16:creationId xmlns:a16="http://schemas.microsoft.com/office/drawing/2014/main" id="{F00DA642-945F-5A86-57AF-04C4AED1224A}"/>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14" name="Freeform 61">
                <a:extLst>
                  <a:ext uri="{FF2B5EF4-FFF2-40B4-BE49-F238E27FC236}">
                    <a16:creationId xmlns:a16="http://schemas.microsoft.com/office/drawing/2014/main" id="{DF0075F0-B738-3CD2-2EDB-6FC7CA0C9AC2}"/>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18" name="Freeform 62">
                <a:extLst>
                  <a:ext uri="{FF2B5EF4-FFF2-40B4-BE49-F238E27FC236}">
                    <a16:creationId xmlns:a16="http://schemas.microsoft.com/office/drawing/2014/main" id="{8BBEB3D7-E405-4303-E5F9-F7C188A7E495}"/>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20" name="Freeform 63">
                <a:extLst>
                  <a:ext uri="{FF2B5EF4-FFF2-40B4-BE49-F238E27FC236}">
                    <a16:creationId xmlns:a16="http://schemas.microsoft.com/office/drawing/2014/main" id="{27121B67-8C5B-C0A8-81BF-983C52B8490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22" name="Freeform 64">
                <a:extLst>
                  <a:ext uri="{FF2B5EF4-FFF2-40B4-BE49-F238E27FC236}">
                    <a16:creationId xmlns:a16="http://schemas.microsoft.com/office/drawing/2014/main" id="{AB234BB0-68CB-1B7B-2215-CF5302E248E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25" name="Freeform 65">
                <a:extLst>
                  <a:ext uri="{FF2B5EF4-FFF2-40B4-BE49-F238E27FC236}">
                    <a16:creationId xmlns:a16="http://schemas.microsoft.com/office/drawing/2014/main" id="{7E66E60A-E387-27FC-C421-69C1B6A8382F}"/>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26" name="Freeform 66">
                <a:extLst>
                  <a:ext uri="{FF2B5EF4-FFF2-40B4-BE49-F238E27FC236}">
                    <a16:creationId xmlns:a16="http://schemas.microsoft.com/office/drawing/2014/main" id="{1113AF47-BC85-4E31-745F-72A7961DCA3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35" name="page number">
            <a:extLst>
              <a:ext uri="{FF2B5EF4-FFF2-40B4-BE49-F238E27FC236}">
                <a16:creationId xmlns:a16="http://schemas.microsoft.com/office/drawing/2014/main" id="{D03B3F1E-BEE4-0C40-B954-F58A7FCE9AE3}"/>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36" name="Freeform: Shape 5">
            <a:extLst>
              <a:ext uri="{FF2B5EF4-FFF2-40B4-BE49-F238E27FC236}">
                <a16:creationId xmlns:a16="http://schemas.microsoft.com/office/drawing/2014/main" id="{28BB6002-9774-B78F-802F-0CF8624B2003}"/>
              </a:ext>
            </a:extLst>
          </p:cNvPr>
          <p:cNvSpPr/>
          <p:nvPr userDrawn="1"/>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a:effectLst>
            <a:outerShdw blurRad="88900" dist="50800" dir="420000" algn="ctr" rotWithShape="0">
              <a:schemeClr val="accent3">
                <a:alpha val="22000"/>
              </a:schemeClr>
            </a:outerShdw>
          </a:effectLst>
        </p:spPr>
        <p:txBody>
          <a:bodyPr rtlCol="0" anchor="ctr"/>
          <a:lstStyle/>
          <a:p>
            <a:endParaRPr lang="en-US"/>
          </a:p>
        </p:txBody>
      </p:sp>
      <p:grpSp>
        <p:nvGrpSpPr>
          <p:cNvPr id="39" name="Graphic 8">
            <a:extLst>
              <a:ext uri="{FF2B5EF4-FFF2-40B4-BE49-F238E27FC236}">
                <a16:creationId xmlns:a16="http://schemas.microsoft.com/office/drawing/2014/main" id="{2390A11A-A86F-5882-6844-0E466052BF52}"/>
              </a:ext>
            </a:extLst>
          </p:cNvPr>
          <p:cNvGrpSpPr/>
          <p:nvPr userDrawn="1"/>
        </p:nvGrpSpPr>
        <p:grpSpPr>
          <a:xfrm>
            <a:off x="265625" y="6323271"/>
            <a:ext cx="1249223" cy="369648"/>
            <a:chOff x="265625" y="6323271"/>
            <a:chExt cx="1249223" cy="369648"/>
          </a:xfrm>
          <a:solidFill>
            <a:schemeClr val="tx1"/>
          </a:solidFill>
        </p:grpSpPr>
        <p:grpSp>
          <p:nvGrpSpPr>
            <p:cNvPr id="40" name="Graphic 8">
              <a:extLst>
                <a:ext uri="{FF2B5EF4-FFF2-40B4-BE49-F238E27FC236}">
                  <a16:creationId xmlns:a16="http://schemas.microsoft.com/office/drawing/2014/main" id="{1287141A-AA2B-4B0A-BFA9-B84F27B17532}"/>
                </a:ext>
              </a:extLst>
            </p:cNvPr>
            <p:cNvGrpSpPr/>
            <p:nvPr/>
          </p:nvGrpSpPr>
          <p:grpSpPr>
            <a:xfrm>
              <a:off x="745455" y="6594444"/>
              <a:ext cx="722662" cy="98475"/>
              <a:chOff x="745455" y="6594444"/>
              <a:chExt cx="722662" cy="98475"/>
            </a:xfrm>
            <a:grpFill/>
          </p:grpSpPr>
          <p:sp>
            <p:nvSpPr>
              <p:cNvPr id="49" name="Freeform 49">
                <a:extLst>
                  <a:ext uri="{FF2B5EF4-FFF2-40B4-BE49-F238E27FC236}">
                    <a16:creationId xmlns:a16="http://schemas.microsoft.com/office/drawing/2014/main" id="{1C066710-B26E-D1E3-18D6-B3AA21057E1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50" name="Freeform 50">
                <a:extLst>
                  <a:ext uri="{FF2B5EF4-FFF2-40B4-BE49-F238E27FC236}">
                    <a16:creationId xmlns:a16="http://schemas.microsoft.com/office/drawing/2014/main" id="{17E74D78-C752-D8A6-FF08-1CF49E8D7D2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53" name="Freeform 51">
                <a:extLst>
                  <a:ext uri="{FF2B5EF4-FFF2-40B4-BE49-F238E27FC236}">
                    <a16:creationId xmlns:a16="http://schemas.microsoft.com/office/drawing/2014/main" id="{E956BC4F-EAFF-0316-8046-24983269187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54" name="Freeform 52">
                <a:extLst>
                  <a:ext uri="{FF2B5EF4-FFF2-40B4-BE49-F238E27FC236}">
                    <a16:creationId xmlns:a16="http://schemas.microsoft.com/office/drawing/2014/main" id="{11ABB7B0-C48D-D848-95FC-587FB08D89B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55" name="Freeform 53">
                <a:extLst>
                  <a:ext uri="{FF2B5EF4-FFF2-40B4-BE49-F238E27FC236}">
                    <a16:creationId xmlns:a16="http://schemas.microsoft.com/office/drawing/2014/main" id="{23892A0C-9FCE-A2F5-4A3D-C3330D546A4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6" name="Freeform 54">
                <a:extLst>
                  <a:ext uri="{FF2B5EF4-FFF2-40B4-BE49-F238E27FC236}">
                    <a16:creationId xmlns:a16="http://schemas.microsoft.com/office/drawing/2014/main" id="{109C5B71-71F9-4AD1-51F2-47EA49F9769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57" name="Freeform 55">
                <a:extLst>
                  <a:ext uri="{FF2B5EF4-FFF2-40B4-BE49-F238E27FC236}">
                    <a16:creationId xmlns:a16="http://schemas.microsoft.com/office/drawing/2014/main" id="{1B0AB11E-CABA-4FFE-5521-213169BFDFC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58" name="Freeform 56">
                <a:extLst>
                  <a:ext uri="{FF2B5EF4-FFF2-40B4-BE49-F238E27FC236}">
                    <a16:creationId xmlns:a16="http://schemas.microsoft.com/office/drawing/2014/main" id="{BEC0AE63-DA48-1109-85C6-871ECA0854B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9" name="Freeform 57">
                <a:extLst>
                  <a:ext uri="{FF2B5EF4-FFF2-40B4-BE49-F238E27FC236}">
                    <a16:creationId xmlns:a16="http://schemas.microsoft.com/office/drawing/2014/main" id="{D5D2CE9B-809B-9734-8DCA-B3AC5B5BE6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60" name="Freeform 58">
                <a:extLst>
                  <a:ext uri="{FF2B5EF4-FFF2-40B4-BE49-F238E27FC236}">
                    <a16:creationId xmlns:a16="http://schemas.microsoft.com/office/drawing/2014/main" id="{4ADEE0A9-9710-7D46-37C9-DA1F237FE519}"/>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41" name="Graphic 8">
              <a:extLst>
                <a:ext uri="{FF2B5EF4-FFF2-40B4-BE49-F238E27FC236}">
                  <a16:creationId xmlns:a16="http://schemas.microsoft.com/office/drawing/2014/main" id="{BD93DA91-446A-F96C-CE09-5FB06F7FE181}"/>
                </a:ext>
              </a:extLst>
            </p:cNvPr>
            <p:cNvGrpSpPr/>
            <p:nvPr/>
          </p:nvGrpSpPr>
          <p:grpSpPr>
            <a:xfrm>
              <a:off x="265625" y="6323271"/>
              <a:ext cx="1249223" cy="190348"/>
              <a:chOff x="265625" y="6323271"/>
              <a:chExt cx="1249223" cy="190348"/>
            </a:xfrm>
            <a:grpFill/>
          </p:grpSpPr>
          <p:sp>
            <p:nvSpPr>
              <p:cNvPr id="42" name="Freeform 60">
                <a:extLst>
                  <a:ext uri="{FF2B5EF4-FFF2-40B4-BE49-F238E27FC236}">
                    <a16:creationId xmlns:a16="http://schemas.microsoft.com/office/drawing/2014/main" id="{F00DA642-945F-5A86-57AF-04C4AED1224A}"/>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43" name="Freeform 61">
                <a:extLst>
                  <a:ext uri="{FF2B5EF4-FFF2-40B4-BE49-F238E27FC236}">
                    <a16:creationId xmlns:a16="http://schemas.microsoft.com/office/drawing/2014/main" id="{DF0075F0-B738-3CD2-2EDB-6FC7CA0C9AC2}"/>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44" name="Freeform 62">
                <a:extLst>
                  <a:ext uri="{FF2B5EF4-FFF2-40B4-BE49-F238E27FC236}">
                    <a16:creationId xmlns:a16="http://schemas.microsoft.com/office/drawing/2014/main" id="{8BBEB3D7-E405-4303-E5F9-F7C188A7E495}"/>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45" name="Freeform 63">
                <a:extLst>
                  <a:ext uri="{FF2B5EF4-FFF2-40B4-BE49-F238E27FC236}">
                    <a16:creationId xmlns:a16="http://schemas.microsoft.com/office/drawing/2014/main" id="{27121B67-8C5B-C0A8-81BF-983C52B8490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46" name="Freeform 64">
                <a:extLst>
                  <a:ext uri="{FF2B5EF4-FFF2-40B4-BE49-F238E27FC236}">
                    <a16:creationId xmlns:a16="http://schemas.microsoft.com/office/drawing/2014/main" id="{AB234BB0-68CB-1B7B-2215-CF5302E248E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47" name="Freeform 65">
                <a:extLst>
                  <a:ext uri="{FF2B5EF4-FFF2-40B4-BE49-F238E27FC236}">
                    <a16:creationId xmlns:a16="http://schemas.microsoft.com/office/drawing/2014/main" id="{7E66E60A-E387-27FC-C421-69C1B6A8382F}"/>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48" name="Freeform 66">
                <a:extLst>
                  <a:ext uri="{FF2B5EF4-FFF2-40B4-BE49-F238E27FC236}">
                    <a16:creationId xmlns:a16="http://schemas.microsoft.com/office/drawing/2014/main" id="{1113AF47-BC85-4E31-745F-72A7961DCA3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2" name="TextBox 1">
            <a:extLst>
              <a:ext uri="{FF2B5EF4-FFF2-40B4-BE49-F238E27FC236}">
                <a16:creationId xmlns:a16="http://schemas.microsoft.com/office/drawing/2014/main" id="{EB6E9A2C-A30C-1FC4-7D2B-2E73E9CAB87C}"/>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spTree>
    <p:extLst>
      <p:ext uri="{BB962C8B-B14F-4D97-AF65-F5344CB8AC3E}">
        <p14:creationId xmlns:p14="http://schemas.microsoft.com/office/powerpoint/2010/main" val="1577192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Quote – Photo 5">
    <p:bg>
      <p:bgRef idx="1001">
        <a:schemeClr val="bg1"/>
      </p:bgRef>
    </p:bg>
    <p:spTree>
      <p:nvGrpSpPr>
        <p:cNvPr id="1" name=""/>
        <p:cNvGrpSpPr/>
        <p:nvPr/>
      </p:nvGrpSpPr>
      <p:grpSpPr>
        <a:xfrm>
          <a:off x="0" y="0"/>
          <a:ext cx="0" cy="0"/>
          <a:chOff x="0" y="0"/>
          <a:chExt cx="0" cy="0"/>
        </a:xfrm>
      </p:grpSpPr>
      <p:pic>
        <p:nvPicPr>
          <p:cNvPr id="14" name="Picture 13" descr="Looking up view of a tall building with glass windows&#10;&#10;Description automatically generated">
            <a:extLst>
              <a:ext uri="{FF2B5EF4-FFF2-40B4-BE49-F238E27FC236}">
                <a16:creationId xmlns:a16="http://schemas.microsoft.com/office/drawing/2014/main" id="{B58239E3-9C93-6272-ED1E-D9695DC94E85}"/>
              </a:ext>
            </a:extLst>
          </p:cNvPr>
          <p:cNvPicPr>
            <a:picLocks noChangeAspect="1"/>
          </p:cNvPicPr>
          <p:nvPr/>
        </p:nvPicPr>
        <p:blipFill rotWithShape="1">
          <a:blip r:embed="rId2">
            <a:alphaModFix/>
          </a:blip>
          <a:srcRect l="161" t="1221" r="1066" b="309"/>
          <a:stretch/>
        </p:blipFill>
        <p:spPr>
          <a:xfrm>
            <a:off x="1829993" y="0"/>
            <a:ext cx="10358832" cy="6858000"/>
          </a:xfrm>
          <a:prstGeom prst="rect">
            <a:avLst/>
          </a:prstGeom>
        </p:spPr>
      </p:pic>
      <p:pic>
        <p:nvPicPr>
          <p:cNvPr id="3" name="Graphic 2">
            <a:extLst>
              <a:ext uri="{FF2B5EF4-FFF2-40B4-BE49-F238E27FC236}">
                <a16:creationId xmlns:a16="http://schemas.microsoft.com/office/drawing/2014/main" id="{26674980-3D29-D390-CCF3-4BAE501BFC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1904689" cy="6858000"/>
          </a:xfrm>
          <a:prstGeom prst="rect">
            <a:avLst/>
          </a:prstGeom>
        </p:spPr>
      </p:pic>
      <p:sp>
        <p:nvSpPr>
          <p:cNvPr id="15" name="page number">
            <a:extLst>
              <a:ext uri="{FF2B5EF4-FFF2-40B4-BE49-F238E27FC236}">
                <a16:creationId xmlns:a16="http://schemas.microsoft.com/office/drawing/2014/main" id="{65B8D505-D55C-B546-9B33-22157CD80DE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bg1"/>
                </a:solidFill>
              </a:rPr>
              <a:pPr lvl="0" algn="r"/>
              <a:t>‹#›</a:t>
            </a:fld>
            <a:endParaRPr lang="en-US">
              <a:solidFill>
                <a:schemeClr val="bg1"/>
              </a:solidFill>
            </a:endParaRPr>
          </a:p>
        </p:txBody>
      </p:sp>
      <p:sp>
        <p:nvSpPr>
          <p:cNvPr id="16" name="Freeform: Shape 15">
            <a:extLst>
              <a:ext uri="{FF2B5EF4-FFF2-40B4-BE49-F238E27FC236}">
                <a16:creationId xmlns:a16="http://schemas.microsoft.com/office/drawing/2014/main" id="{49B903B5-7F2F-E66E-598F-E60B2A8F00A5}"/>
              </a:ext>
            </a:extLst>
          </p:cNvPr>
          <p:cNvSpPr/>
          <p:nvPr/>
        </p:nvSpPr>
        <p:spPr>
          <a:xfrm>
            <a:off x="6477"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1"/>
              </a:gs>
            </a:gsLst>
            <a:lin ang="0" scaled="1"/>
          </a:gradFill>
          <a:ln w="0" cap="flat">
            <a:noFill/>
            <a:prstDash val="solid"/>
            <a:miter/>
          </a:ln>
        </p:spPr>
        <p:txBody>
          <a:bodyPr rtlCol="0" anchor="ctr"/>
          <a:lstStyle/>
          <a:p>
            <a:endParaRPr lang="en-US"/>
          </a:p>
        </p:txBody>
      </p:sp>
      <p:sp>
        <p:nvSpPr>
          <p:cNvPr id="8" name="Text Placeholder 7">
            <a:extLst>
              <a:ext uri="{FF2B5EF4-FFF2-40B4-BE49-F238E27FC236}">
                <a16:creationId xmlns:a16="http://schemas.microsoft.com/office/drawing/2014/main" id="{B6C21BA7-C6D2-446E-8FD2-266107E90C49}"/>
              </a:ext>
            </a:extLst>
          </p:cNvPr>
          <p:cNvSpPr>
            <a:spLocks noGrp="1"/>
          </p:cNvSpPr>
          <p:nvPr>
            <p:ph type="body" sz="quarter" idx="16" hasCustomPrompt="1"/>
          </p:nvPr>
        </p:nvSpPr>
        <p:spPr>
          <a:xfrm>
            <a:off x="438912" y="1600200"/>
            <a:ext cx="4754880" cy="3200400"/>
          </a:xfrm>
        </p:spPr>
        <p:txBody>
          <a:bodyPr anchor="b"/>
          <a:lstStyle>
            <a:lvl1pPr marL="169863" indent="-169863">
              <a:buClrTx/>
              <a:buSzPct val="100000"/>
              <a:buFont typeface="Arial" panose="020B0604020202020204" pitchFamily="34" charset="0"/>
              <a:buChar char="“"/>
              <a:defRPr sz="2800">
                <a:solidFill>
                  <a:schemeClr val="tx1"/>
                </a:solidFill>
              </a:defRPr>
            </a:lvl1pPr>
            <a:lvl2pPr marL="457200" indent="-184150">
              <a:buClrTx/>
              <a:buFont typeface="Arial" panose="020B0604020202020204" pitchFamily="34" charset="0"/>
              <a:buChar char="“"/>
              <a:defRPr>
                <a:solidFill>
                  <a:schemeClr val="bg1"/>
                </a:solidFill>
              </a:defRPr>
            </a:lvl2pPr>
            <a:lvl3pPr marL="744538" indent="-169863">
              <a:buClrTx/>
              <a:buFont typeface="Arial" panose="020B0604020202020204" pitchFamily="34" charset="0"/>
              <a:buChar char="“"/>
              <a:defRPr>
                <a:solidFill>
                  <a:schemeClr val="bg1"/>
                </a:solidFill>
              </a:defRPr>
            </a:lvl3pPr>
            <a:lvl4pPr marL="969963" indent="-166688">
              <a:buClrTx/>
              <a:buFont typeface="Arial" panose="020B0604020202020204" pitchFamily="34" charset="0"/>
              <a:buChar char="“"/>
              <a:defRPr>
                <a:solidFill>
                  <a:schemeClr val="bg1"/>
                </a:solidFill>
              </a:defRPr>
            </a:lvl4pPr>
            <a:lvl5pPr marL="1143000" indent="-138113">
              <a:buClrTx/>
              <a:buFont typeface="Arial" panose="020B0604020202020204" pitchFamily="34" charset="0"/>
              <a:buChar char="“"/>
              <a:defRPr>
                <a:solidFill>
                  <a:schemeClr val="bg1"/>
                </a:solidFill>
              </a:defRPr>
            </a:lvl5pPr>
          </a:lstStyle>
          <a:p>
            <a:pPr lvl="0"/>
            <a:r>
              <a:rPr lang="en-US"/>
              <a:t>Quote page with photo showing a building. Click to replace text.”</a:t>
            </a:r>
          </a:p>
        </p:txBody>
      </p:sp>
      <p:sp>
        <p:nvSpPr>
          <p:cNvPr id="11" name="Text Placeholder 10">
            <a:extLst>
              <a:ext uri="{FF2B5EF4-FFF2-40B4-BE49-F238E27FC236}">
                <a16:creationId xmlns:a16="http://schemas.microsoft.com/office/drawing/2014/main" id="{0762CBDD-60C2-443D-88B5-C596896049D8}"/>
              </a:ext>
            </a:extLst>
          </p:cNvPr>
          <p:cNvSpPr>
            <a:spLocks noGrp="1"/>
          </p:cNvSpPr>
          <p:nvPr>
            <p:ph type="body" sz="quarter" idx="17" hasCustomPrompt="1"/>
          </p:nvPr>
        </p:nvSpPr>
        <p:spPr>
          <a:xfrm>
            <a:off x="612648" y="5065775"/>
            <a:ext cx="3603217" cy="642005"/>
          </a:xfrm>
        </p:spPr>
        <p:txBody>
          <a:bodyPr/>
          <a:lstStyle>
            <a:lvl1pPr>
              <a:defRPr sz="1800">
                <a:solidFill>
                  <a:schemeClr val="tx1"/>
                </a:solidFill>
              </a:defRPr>
            </a:lvl1pPr>
          </a:lstStyle>
          <a:p>
            <a:pPr lvl="0"/>
            <a:r>
              <a:rPr lang="en-US"/>
              <a:t>Source Name</a:t>
            </a:r>
          </a:p>
        </p:txBody>
      </p:sp>
      <p:sp>
        <p:nvSpPr>
          <p:cNvPr id="18" name="TextBox 17">
            <a:extLst>
              <a:ext uri="{FF2B5EF4-FFF2-40B4-BE49-F238E27FC236}">
                <a16:creationId xmlns:a16="http://schemas.microsoft.com/office/drawing/2014/main" id="{B8C89D83-34B7-9DE5-2D23-D9CC98989628}"/>
              </a:ext>
            </a:extLst>
          </p:cNvPr>
          <p:cNvSpPr txBox="1"/>
          <p:nvPr/>
        </p:nvSpPr>
        <p:spPr>
          <a:xfrm>
            <a:off x="1645084" y="6461498"/>
            <a:ext cx="44884" cy="127471"/>
          </a:xfrm>
          <a:prstGeom prst="rect">
            <a:avLst/>
          </a:prstGeom>
          <a:noFill/>
        </p:spPr>
        <p:txBody>
          <a:bodyPr wrap="none" lIns="0" tIns="0" rIns="0" bIns="0" rtlCol="0">
            <a:spAutoFit/>
          </a:bodyPr>
          <a:lstStyle/>
          <a:p>
            <a:pPr algn="l">
              <a:lnSpc>
                <a:spcPct val="130000"/>
              </a:lnSpc>
            </a:pPr>
            <a:r>
              <a:rPr lang="en-US" sz="700" spc="0" baseline="0" dirty="0">
                <a:ln/>
                <a:solidFill>
                  <a:schemeClr val="tx1"/>
                </a:solidFill>
                <a:latin typeface="Arial" panose="020B0604020202020204" pitchFamily="34" charset="0"/>
                <a:sym typeface="Arial" panose="020B0604020202020204" pitchFamily="34" charset="0"/>
                <a:rtl val="0"/>
              </a:rPr>
              <a:t>  </a:t>
            </a:r>
          </a:p>
        </p:txBody>
      </p:sp>
      <p:grpSp>
        <p:nvGrpSpPr>
          <p:cNvPr id="20" name="Graphic 8">
            <a:extLst>
              <a:ext uri="{FF2B5EF4-FFF2-40B4-BE49-F238E27FC236}">
                <a16:creationId xmlns:a16="http://schemas.microsoft.com/office/drawing/2014/main" id="{B313AB46-F6F1-7548-233A-70080E090ABE}"/>
              </a:ext>
            </a:extLst>
          </p:cNvPr>
          <p:cNvGrpSpPr/>
          <p:nvPr/>
        </p:nvGrpSpPr>
        <p:grpSpPr>
          <a:xfrm>
            <a:off x="265625" y="6323271"/>
            <a:ext cx="1249223" cy="369648"/>
            <a:chOff x="265625" y="6323271"/>
            <a:chExt cx="1249223" cy="369648"/>
          </a:xfrm>
          <a:solidFill>
            <a:schemeClr val="tx1"/>
          </a:solidFill>
        </p:grpSpPr>
        <p:grpSp>
          <p:nvGrpSpPr>
            <p:cNvPr id="21" name="Graphic 8">
              <a:extLst>
                <a:ext uri="{FF2B5EF4-FFF2-40B4-BE49-F238E27FC236}">
                  <a16:creationId xmlns:a16="http://schemas.microsoft.com/office/drawing/2014/main" id="{16B66651-CA05-C7CB-6AE6-5BBB5AB3905A}"/>
                </a:ext>
              </a:extLst>
            </p:cNvPr>
            <p:cNvGrpSpPr/>
            <p:nvPr/>
          </p:nvGrpSpPr>
          <p:grpSpPr>
            <a:xfrm>
              <a:off x="745455" y="6594444"/>
              <a:ext cx="722662" cy="98475"/>
              <a:chOff x="745455" y="6594444"/>
              <a:chExt cx="722662" cy="98475"/>
            </a:xfrm>
            <a:grpFill/>
          </p:grpSpPr>
          <p:sp>
            <p:nvSpPr>
              <p:cNvPr id="30" name="Freeform 49">
                <a:extLst>
                  <a:ext uri="{FF2B5EF4-FFF2-40B4-BE49-F238E27FC236}">
                    <a16:creationId xmlns:a16="http://schemas.microsoft.com/office/drawing/2014/main" id="{DE447064-204F-4225-B4B6-D91E27CBAD6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50" name="Freeform 50">
                <a:extLst>
                  <a:ext uri="{FF2B5EF4-FFF2-40B4-BE49-F238E27FC236}">
                    <a16:creationId xmlns:a16="http://schemas.microsoft.com/office/drawing/2014/main" id="{BC71CF05-E965-6FEA-1892-5ADD408578B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51" name="Freeform 51">
                <a:extLst>
                  <a:ext uri="{FF2B5EF4-FFF2-40B4-BE49-F238E27FC236}">
                    <a16:creationId xmlns:a16="http://schemas.microsoft.com/office/drawing/2014/main" id="{2B0E1D31-FDF5-DCF3-829D-706DAAB219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52" name="Freeform 52">
                <a:extLst>
                  <a:ext uri="{FF2B5EF4-FFF2-40B4-BE49-F238E27FC236}">
                    <a16:creationId xmlns:a16="http://schemas.microsoft.com/office/drawing/2014/main" id="{CD1DB4F1-5803-C754-D908-25AB6C2EC97E}"/>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53" name="Freeform 53">
                <a:extLst>
                  <a:ext uri="{FF2B5EF4-FFF2-40B4-BE49-F238E27FC236}">
                    <a16:creationId xmlns:a16="http://schemas.microsoft.com/office/drawing/2014/main" id="{84B26A25-3662-F756-7FAE-65E5273F2EED}"/>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4" name="Freeform 54">
                <a:extLst>
                  <a:ext uri="{FF2B5EF4-FFF2-40B4-BE49-F238E27FC236}">
                    <a16:creationId xmlns:a16="http://schemas.microsoft.com/office/drawing/2014/main" id="{1A481190-1482-7661-0DEF-3F26B2C271C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55" name="Freeform 55">
                <a:extLst>
                  <a:ext uri="{FF2B5EF4-FFF2-40B4-BE49-F238E27FC236}">
                    <a16:creationId xmlns:a16="http://schemas.microsoft.com/office/drawing/2014/main" id="{4F993F4B-50BB-6189-C1FF-B7DA8569DA43}"/>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56" name="Freeform 56">
                <a:extLst>
                  <a:ext uri="{FF2B5EF4-FFF2-40B4-BE49-F238E27FC236}">
                    <a16:creationId xmlns:a16="http://schemas.microsoft.com/office/drawing/2014/main" id="{10F9046F-1DCD-7514-1672-62798186F10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7" name="Freeform 57">
                <a:extLst>
                  <a:ext uri="{FF2B5EF4-FFF2-40B4-BE49-F238E27FC236}">
                    <a16:creationId xmlns:a16="http://schemas.microsoft.com/office/drawing/2014/main" id="{6CE0977D-3D89-3E6A-450D-E7D4A69FC215}"/>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8" name="Freeform 58">
                <a:extLst>
                  <a:ext uri="{FF2B5EF4-FFF2-40B4-BE49-F238E27FC236}">
                    <a16:creationId xmlns:a16="http://schemas.microsoft.com/office/drawing/2014/main" id="{3EAFC586-7768-A5DE-0377-EDBAB1E13EE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22" name="Graphic 8">
              <a:extLst>
                <a:ext uri="{FF2B5EF4-FFF2-40B4-BE49-F238E27FC236}">
                  <a16:creationId xmlns:a16="http://schemas.microsoft.com/office/drawing/2014/main" id="{D842B4DD-F1FB-EC35-383A-1F53319B094E}"/>
                </a:ext>
              </a:extLst>
            </p:cNvPr>
            <p:cNvGrpSpPr/>
            <p:nvPr/>
          </p:nvGrpSpPr>
          <p:grpSpPr>
            <a:xfrm>
              <a:off x="265625" y="6323271"/>
              <a:ext cx="1249223" cy="190348"/>
              <a:chOff x="265625" y="6323271"/>
              <a:chExt cx="1249223" cy="190348"/>
            </a:xfrm>
            <a:grpFill/>
          </p:grpSpPr>
          <p:sp>
            <p:nvSpPr>
              <p:cNvPr id="23" name="Freeform 60">
                <a:extLst>
                  <a:ext uri="{FF2B5EF4-FFF2-40B4-BE49-F238E27FC236}">
                    <a16:creationId xmlns:a16="http://schemas.microsoft.com/office/drawing/2014/main" id="{BFA6694F-C1C2-7D3E-CB1D-C91AE343F373}"/>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24" name="Freeform 61">
                <a:extLst>
                  <a:ext uri="{FF2B5EF4-FFF2-40B4-BE49-F238E27FC236}">
                    <a16:creationId xmlns:a16="http://schemas.microsoft.com/office/drawing/2014/main" id="{A6D92E3F-3118-57BB-C0B4-66DCA0299E8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25" name="Freeform 62">
                <a:extLst>
                  <a:ext uri="{FF2B5EF4-FFF2-40B4-BE49-F238E27FC236}">
                    <a16:creationId xmlns:a16="http://schemas.microsoft.com/office/drawing/2014/main" id="{5A01F2AD-EA45-EB64-56BC-05C1C6993AA8}"/>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26" name="Freeform 63">
                <a:extLst>
                  <a:ext uri="{FF2B5EF4-FFF2-40B4-BE49-F238E27FC236}">
                    <a16:creationId xmlns:a16="http://schemas.microsoft.com/office/drawing/2014/main" id="{E88E6DB9-04BF-52E9-243F-9C0129D0D9E3}"/>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27" name="Freeform 64">
                <a:extLst>
                  <a:ext uri="{FF2B5EF4-FFF2-40B4-BE49-F238E27FC236}">
                    <a16:creationId xmlns:a16="http://schemas.microsoft.com/office/drawing/2014/main" id="{269D09DD-6D49-9D68-0318-D45B96F85F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28" name="Freeform 65">
                <a:extLst>
                  <a:ext uri="{FF2B5EF4-FFF2-40B4-BE49-F238E27FC236}">
                    <a16:creationId xmlns:a16="http://schemas.microsoft.com/office/drawing/2014/main" id="{14ED6E64-9503-EAFF-07F3-B2BEB464C49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29" name="Freeform 66">
                <a:extLst>
                  <a:ext uri="{FF2B5EF4-FFF2-40B4-BE49-F238E27FC236}">
                    <a16:creationId xmlns:a16="http://schemas.microsoft.com/office/drawing/2014/main" id="{57E06DF9-22C9-B636-2D5D-1FE4635EF8A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pic>
        <p:nvPicPr>
          <p:cNvPr id="31" name="Picture 30" descr="Looking up view of a tall building with glass windows&#10;&#10;Description automatically generated">
            <a:extLst>
              <a:ext uri="{FF2B5EF4-FFF2-40B4-BE49-F238E27FC236}">
                <a16:creationId xmlns:a16="http://schemas.microsoft.com/office/drawing/2014/main" id="{B58239E3-9C93-6272-ED1E-D9695DC94E85}"/>
              </a:ext>
            </a:extLst>
          </p:cNvPr>
          <p:cNvPicPr>
            <a:picLocks noChangeAspect="1"/>
          </p:cNvPicPr>
          <p:nvPr userDrawn="1"/>
        </p:nvPicPr>
        <p:blipFill rotWithShape="1">
          <a:blip r:embed="rId2">
            <a:alphaModFix/>
          </a:blip>
          <a:srcRect l="161" t="1221" r="1066" b="309"/>
          <a:stretch/>
        </p:blipFill>
        <p:spPr>
          <a:xfrm>
            <a:off x="1829993" y="0"/>
            <a:ext cx="10358832" cy="6858000"/>
          </a:xfrm>
          <a:prstGeom prst="rect">
            <a:avLst/>
          </a:prstGeom>
        </p:spPr>
      </p:pic>
      <p:pic>
        <p:nvPicPr>
          <p:cNvPr id="32" name="Graphic 2">
            <a:extLst>
              <a:ext uri="{FF2B5EF4-FFF2-40B4-BE49-F238E27FC236}">
                <a16:creationId xmlns:a16="http://schemas.microsoft.com/office/drawing/2014/main" id="{26674980-3D29-D390-CCF3-4BAE501BFC6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1904689" cy="6858000"/>
          </a:xfrm>
          <a:prstGeom prst="rect">
            <a:avLst/>
          </a:prstGeom>
        </p:spPr>
      </p:pic>
      <p:sp>
        <p:nvSpPr>
          <p:cNvPr id="33" name="page number">
            <a:extLst>
              <a:ext uri="{FF2B5EF4-FFF2-40B4-BE49-F238E27FC236}">
                <a16:creationId xmlns:a16="http://schemas.microsoft.com/office/drawing/2014/main" id="{65B8D505-D55C-B546-9B33-22157CD80DE2}"/>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bg1"/>
                </a:solidFill>
              </a:rPr>
              <a:pPr lvl="0" algn="r"/>
              <a:t>‹#›</a:t>
            </a:fld>
            <a:endParaRPr lang="en-US">
              <a:solidFill>
                <a:schemeClr val="bg1"/>
              </a:solidFill>
            </a:endParaRPr>
          </a:p>
        </p:txBody>
      </p:sp>
      <p:sp>
        <p:nvSpPr>
          <p:cNvPr id="34" name="Freeform: Shape 15">
            <a:extLst>
              <a:ext uri="{FF2B5EF4-FFF2-40B4-BE49-F238E27FC236}">
                <a16:creationId xmlns:a16="http://schemas.microsoft.com/office/drawing/2014/main" id="{49B903B5-7F2F-E66E-598F-E60B2A8F00A5}"/>
              </a:ext>
            </a:extLst>
          </p:cNvPr>
          <p:cNvSpPr/>
          <p:nvPr userDrawn="1"/>
        </p:nvSpPr>
        <p:spPr>
          <a:xfrm>
            <a:off x="6477"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1"/>
              </a:gs>
            </a:gsLst>
            <a:lin ang="0" scaled="1"/>
          </a:gradFill>
          <a:ln w="0" cap="flat">
            <a:noFill/>
            <a:prstDash val="solid"/>
            <a:miter/>
          </a:ln>
        </p:spPr>
        <p:txBody>
          <a:bodyPr rtlCol="0" anchor="ctr"/>
          <a:lstStyle/>
          <a:p>
            <a:endParaRPr lang="en-US"/>
          </a:p>
        </p:txBody>
      </p:sp>
      <p:grpSp>
        <p:nvGrpSpPr>
          <p:cNvPr id="37" name="Graphic 8">
            <a:extLst>
              <a:ext uri="{FF2B5EF4-FFF2-40B4-BE49-F238E27FC236}">
                <a16:creationId xmlns:a16="http://schemas.microsoft.com/office/drawing/2014/main" id="{B313AB46-F6F1-7548-233A-70080E090ABE}"/>
              </a:ext>
            </a:extLst>
          </p:cNvPr>
          <p:cNvGrpSpPr/>
          <p:nvPr userDrawn="1"/>
        </p:nvGrpSpPr>
        <p:grpSpPr>
          <a:xfrm>
            <a:off x="265625" y="6323271"/>
            <a:ext cx="1249223" cy="369648"/>
            <a:chOff x="265625" y="6323271"/>
            <a:chExt cx="1249223" cy="369648"/>
          </a:xfrm>
          <a:solidFill>
            <a:schemeClr val="tx1"/>
          </a:solidFill>
        </p:grpSpPr>
        <p:grpSp>
          <p:nvGrpSpPr>
            <p:cNvPr id="38" name="Graphic 8">
              <a:extLst>
                <a:ext uri="{FF2B5EF4-FFF2-40B4-BE49-F238E27FC236}">
                  <a16:creationId xmlns:a16="http://schemas.microsoft.com/office/drawing/2014/main" id="{16B66651-CA05-C7CB-6AE6-5BBB5AB3905A}"/>
                </a:ext>
              </a:extLst>
            </p:cNvPr>
            <p:cNvGrpSpPr/>
            <p:nvPr/>
          </p:nvGrpSpPr>
          <p:grpSpPr>
            <a:xfrm>
              <a:off x="745455" y="6594444"/>
              <a:ext cx="722662" cy="98475"/>
              <a:chOff x="745455" y="6594444"/>
              <a:chExt cx="722662" cy="98475"/>
            </a:xfrm>
            <a:grpFill/>
          </p:grpSpPr>
          <p:sp>
            <p:nvSpPr>
              <p:cNvPr id="47" name="Freeform 49">
                <a:extLst>
                  <a:ext uri="{FF2B5EF4-FFF2-40B4-BE49-F238E27FC236}">
                    <a16:creationId xmlns:a16="http://schemas.microsoft.com/office/drawing/2014/main" id="{DE447064-204F-4225-B4B6-D91E27CBAD6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48" name="Freeform 50">
                <a:extLst>
                  <a:ext uri="{FF2B5EF4-FFF2-40B4-BE49-F238E27FC236}">
                    <a16:creationId xmlns:a16="http://schemas.microsoft.com/office/drawing/2014/main" id="{BC71CF05-E965-6FEA-1892-5ADD408578B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49" name="Freeform 51">
                <a:extLst>
                  <a:ext uri="{FF2B5EF4-FFF2-40B4-BE49-F238E27FC236}">
                    <a16:creationId xmlns:a16="http://schemas.microsoft.com/office/drawing/2014/main" id="{2B0E1D31-FDF5-DCF3-829D-706DAAB219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59" name="Freeform 52">
                <a:extLst>
                  <a:ext uri="{FF2B5EF4-FFF2-40B4-BE49-F238E27FC236}">
                    <a16:creationId xmlns:a16="http://schemas.microsoft.com/office/drawing/2014/main" id="{CD1DB4F1-5803-C754-D908-25AB6C2EC97E}"/>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60" name="Freeform 53">
                <a:extLst>
                  <a:ext uri="{FF2B5EF4-FFF2-40B4-BE49-F238E27FC236}">
                    <a16:creationId xmlns:a16="http://schemas.microsoft.com/office/drawing/2014/main" id="{84B26A25-3662-F756-7FAE-65E5273F2EED}"/>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61" name="Freeform 54">
                <a:extLst>
                  <a:ext uri="{FF2B5EF4-FFF2-40B4-BE49-F238E27FC236}">
                    <a16:creationId xmlns:a16="http://schemas.microsoft.com/office/drawing/2014/main" id="{1A481190-1482-7661-0DEF-3F26B2C271C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62" name="Freeform 55">
                <a:extLst>
                  <a:ext uri="{FF2B5EF4-FFF2-40B4-BE49-F238E27FC236}">
                    <a16:creationId xmlns:a16="http://schemas.microsoft.com/office/drawing/2014/main" id="{4F993F4B-50BB-6189-C1FF-B7DA8569DA43}"/>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63" name="Freeform 56">
                <a:extLst>
                  <a:ext uri="{FF2B5EF4-FFF2-40B4-BE49-F238E27FC236}">
                    <a16:creationId xmlns:a16="http://schemas.microsoft.com/office/drawing/2014/main" id="{10F9046F-1DCD-7514-1672-62798186F10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64" name="Freeform 57">
                <a:extLst>
                  <a:ext uri="{FF2B5EF4-FFF2-40B4-BE49-F238E27FC236}">
                    <a16:creationId xmlns:a16="http://schemas.microsoft.com/office/drawing/2014/main" id="{6CE0977D-3D89-3E6A-450D-E7D4A69FC215}"/>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65" name="Freeform 58">
                <a:extLst>
                  <a:ext uri="{FF2B5EF4-FFF2-40B4-BE49-F238E27FC236}">
                    <a16:creationId xmlns:a16="http://schemas.microsoft.com/office/drawing/2014/main" id="{3EAFC586-7768-A5DE-0377-EDBAB1E13EE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39" name="Graphic 8">
              <a:extLst>
                <a:ext uri="{FF2B5EF4-FFF2-40B4-BE49-F238E27FC236}">
                  <a16:creationId xmlns:a16="http://schemas.microsoft.com/office/drawing/2014/main" id="{D842B4DD-F1FB-EC35-383A-1F53319B094E}"/>
                </a:ext>
              </a:extLst>
            </p:cNvPr>
            <p:cNvGrpSpPr/>
            <p:nvPr/>
          </p:nvGrpSpPr>
          <p:grpSpPr>
            <a:xfrm>
              <a:off x="265625" y="6323271"/>
              <a:ext cx="1249223" cy="190348"/>
              <a:chOff x="265625" y="6323271"/>
              <a:chExt cx="1249223" cy="190348"/>
            </a:xfrm>
            <a:grpFill/>
          </p:grpSpPr>
          <p:sp>
            <p:nvSpPr>
              <p:cNvPr id="40" name="Freeform 60">
                <a:extLst>
                  <a:ext uri="{FF2B5EF4-FFF2-40B4-BE49-F238E27FC236}">
                    <a16:creationId xmlns:a16="http://schemas.microsoft.com/office/drawing/2014/main" id="{BFA6694F-C1C2-7D3E-CB1D-C91AE343F373}"/>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41" name="Freeform 61">
                <a:extLst>
                  <a:ext uri="{FF2B5EF4-FFF2-40B4-BE49-F238E27FC236}">
                    <a16:creationId xmlns:a16="http://schemas.microsoft.com/office/drawing/2014/main" id="{A6D92E3F-3118-57BB-C0B4-66DCA0299E8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42" name="Freeform 62">
                <a:extLst>
                  <a:ext uri="{FF2B5EF4-FFF2-40B4-BE49-F238E27FC236}">
                    <a16:creationId xmlns:a16="http://schemas.microsoft.com/office/drawing/2014/main" id="{5A01F2AD-EA45-EB64-56BC-05C1C6993AA8}"/>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43" name="Freeform 63">
                <a:extLst>
                  <a:ext uri="{FF2B5EF4-FFF2-40B4-BE49-F238E27FC236}">
                    <a16:creationId xmlns:a16="http://schemas.microsoft.com/office/drawing/2014/main" id="{E88E6DB9-04BF-52E9-243F-9C0129D0D9E3}"/>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44" name="Freeform 64">
                <a:extLst>
                  <a:ext uri="{FF2B5EF4-FFF2-40B4-BE49-F238E27FC236}">
                    <a16:creationId xmlns:a16="http://schemas.microsoft.com/office/drawing/2014/main" id="{269D09DD-6D49-9D68-0318-D45B96F85F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45" name="Freeform 65">
                <a:extLst>
                  <a:ext uri="{FF2B5EF4-FFF2-40B4-BE49-F238E27FC236}">
                    <a16:creationId xmlns:a16="http://schemas.microsoft.com/office/drawing/2014/main" id="{14ED6E64-9503-EAFF-07F3-B2BEB464C49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46" name="Freeform 66">
                <a:extLst>
                  <a:ext uri="{FF2B5EF4-FFF2-40B4-BE49-F238E27FC236}">
                    <a16:creationId xmlns:a16="http://schemas.microsoft.com/office/drawing/2014/main" id="{57E06DF9-22C9-B636-2D5D-1FE4635EF8A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4" name="TextBox 3">
            <a:extLst>
              <a:ext uri="{FF2B5EF4-FFF2-40B4-BE49-F238E27FC236}">
                <a16:creationId xmlns:a16="http://schemas.microsoft.com/office/drawing/2014/main" id="{CFD3FFDA-55E7-C453-30A5-BFF418716CBF}"/>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spTree>
    <p:extLst>
      <p:ext uri="{BB962C8B-B14F-4D97-AF65-F5344CB8AC3E}">
        <p14:creationId xmlns:p14="http://schemas.microsoft.com/office/powerpoint/2010/main" val="2939421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6="http://schemas.microsoft.com/office/drawing/2014/main">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tx1"/>
                </a:solidFill>
              </a:defRPr>
            </a:lvl1pPr>
          </a:lstStyle>
          <a:p>
            <a:r>
              <a:rPr lang="en-US" dirty="0"/>
              <a:t>Click to Add One Line Title</a:t>
            </a: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5"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dirty="0">
              <a:solidFill>
                <a:schemeClr val="tx1"/>
              </a:solidFill>
            </a:endParaRPr>
          </a:p>
        </p:txBody>
      </p:sp>
    </p:spTree>
    <p:extLst>
      <p:ext uri="{BB962C8B-B14F-4D97-AF65-F5344CB8AC3E}">
        <p14:creationId xmlns:p14="http://schemas.microsoft.com/office/powerpoint/2010/main" val="1803942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tx1"/>
                </a:solidFill>
              </a:defRPr>
            </a:lvl1pPr>
          </a:lstStyle>
          <a:p>
            <a:r>
              <a:rPr lang="en-US" dirty="0"/>
              <a:t>Click to Add One Line Title</a:t>
            </a:r>
          </a:p>
        </p:txBody>
      </p:sp>
      <p:sp>
        <p:nvSpPr>
          <p:cNvPr id="6"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3348002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4E83-0498-4D8B-94A0-3FF7CDD8F127}"/>
              </a:ext>
            </a:extLst>
          </p:cNvPr>
          <p:cNvSpPr>
            <a:spLocks noGrp="1"/>
          </p:cNvSpPr>
          <p:nvPr>
            <p:ph type="title" hasCustomPrompt="1"/>
          </p:nvPr>
        </p:nvSpPr>
        <p:spPr/>
        <p:txBody>
          <a:bodyPr/>
          <a:lstStyle>
            <a:lvl1pPr>
              <a:defRPr>
                <a:solidFill>
                  <a:schemeClr val="tx1"/>
                </a:solidFill>
              </a:defRPr>
            </a:lvl1pPr>
          </a:lstStyle>
          <a:p>
            <a:r>
              <a:rPr lang="en-US" dirty="0"/>
              <a:t>Single Content Layout Click to Add One Line Title</a:t>
            </a:r>
          </a:p>
        </p:txBody>
      </p:sp>
      <p:sp>
        <p:nvSpPr>
          <p:cNvPr id="8" name="Subtitle 2">
            <a:extLst>
              <a:ext uri="{FF2B5EF4-FFF2-40B4-BE49-F238E27FC236}">
                <a16:creationId xmlns:a16="http://schemas.microsoft.com/office/drawing/2014/main" id="{216D2F66-BB7F-4F0E-A224-A105F87676EF}"/>
              </a:ext>
            </a:extLst>
          </p:cNvPr>
          <p:cNvSpPr>
            <a:spLocks noGrp="1"/>
          </p:cNvSpPr>
          <p:nvPr>
            <p:ph type="subTitle" idx="10" hasCustomPrompt="1"/>
          </p:nvPr>
        </p:nvSpPr>
        <p:spPr>
          <a:xfrm>
            <a:off x="592866" y="811830"/>
            <a:ext cx="1098794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a:xfrm>
            <a:off x="616505" y="1600201"/>
            <a:ext cx="10972800" cy="4572000"/>
          </a:xfrm>
        </p:spPr>
        <p:txBody>
          <a:bodyPr/>
          <a:lstStyle>
            <a:lvl1pPr>
              <a:spcBef>
                <a:spcPts val="0"/>
              </a:spcBef>
              <a:defRPr>
                <a:solidFill>
                  <a:schemeClr val="tx1"/>
                </a:solidFill>
              </a:defRPr>
            </a:lvl1pPr>
            <a:lvl2pPr>
              <a:spcBef>
                <a:spcPts val="0"/>
              </a:spcBef>
              <a:defRPr>
                <a:solidFill>
                  <a:schemeClr val="tx1"/>
                </a:solidFill>
              </a:defRPr>
            </a:lvl2pPr>
            <a:lvl3pPr>
              <a:spcBef>
                <a:spcPts val="0"/>
              </a:spcBef>
              <a:defRPr>
                <a:solidFill>
                  <a:schemeClr val="tx1"/>
                </a:solidFill>
              </a:defRPr>
            </a:lvl3pPr>
            <a:lvl4pPr>
              <a:spcBef>
                <a:spcPts val="0"/>
              </a:spcBef>
              <a:defRPr>
                <a:solidFill>
                  <a:schemeClr val="tx1"/>
                </a:solidFill>
              </a:defRPr>
            </a:lvl4pPr>
            <a:lvl5pPr>
              <a:spcBef>
                <a:spcPts val="0"/>
              </a:spcBef>
              <a:defRPr>
                <a:solidFill>
                  <a:schemeClr val="tx1"/>
                </a:solidFill>
              </a:defRPr>
            </a:lvl5pPr>
            <a:lvl6pPr>
              <a:defRPr/>
            </a:lvl6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age number">
            <a:extLst>
              <a:ext uri="{FF2B5EF4-FFF2-40B4-BE49-F238E27FC236}">
                <a16:creationId xmlns:a16="http://schemas.microsoft.com/office/drawing/2014/main" id="{175B5FDB-839C-A941-B264-01387F31F00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6" name="page number">
            <a:extLst>
              <a:ext uri="{FF2B5EF4-FFF2-40B4-BE49-F238E27FC236}">
                <a16:creationId xmlns:a16="http://schemas.microsoft.com/office/drawing/2014/main" id="{175B5FDB-839C-A941-B264-01387F31F00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1792286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Two-Content Balance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tx1"/>
                </a:solidFill>
              </a:defRPr>
            </a:lvl1pPr>
          </a:lstStyle>
          <a:p>
            <a:r>
              <a:rPr lang="en-US" dirty="0"/>
              <a:t>Two-content Layout Click to Add One Line Title</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Content Placeholder 3">
            <a:extLst>
              <a:ext uri="{FF2B5EF4-FFF2-40B4-BE49-F238E27FC236}">
                <a16:creationId xmlns:a16="http://schemas.microsoft.com/office/drawing/2014/main" id="{87AF420A-ED2C-4AD1-A28B-EB26178557DE}"/>
              </a:ext>
            </a:extLst>
          </p:cNvPr>
          <p:cNvSpPr>
            <a:spLocks noGrp="1"/>
          </p:cNvSpPr>
          <p:nvPr>
            <p:ph sz="quarter" idx="17" hasCustomPrompt="1"/>
          </p:nvPr>
        </p:nvSpPr>
        <p:spPr>
          <a:xfrm>
            <a:off x="608013"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2" name="Content Placeholder 3">
            <a:extLst>
              <a:ext uri="{FF2B5EF4-FFF2-40B4-BE49-F238E27FC236}">
                <a16:creationId xmlns:a16="http://schemas.microsoft.com/office/drawing/2014/main" id="{CD860A49-A98C-4F0E-AB34-4E13B89D5EBC}"/>
              </a:ext>
            </a:extLst>
          </p:cNvPr>
          <p:cNvSpPr>
            <a:spLocks noGrp="1"/>
          </p:cNvSpPr>
          <p:nvPr>
            <p:ph sz="quarter" idx="18" hasCustomPrompt="1"/>
          </p:nvPr>
        </p:nvSpPr>
        <p:spPr>
          <a:xfrm>
            <a:off x="6267030"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306FFEC8-099C-484D-841A-7FCB225B189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9" name="page number">
            <a:extLst>
              <a:ext uri="{FF2B5EF4-FFF2-40B4-BE49-F238E27FC236}">
                <a16:creationId xmlns:a16="http://schemas.microsoft.com/office/drawing/2014/main" id="{306FFEC8-099C-484D-841A-7FCB225B189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3750830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Two-Content Balanced Color on Right">
    <p:spTree>
      <p:nvGrpSpPr>
        <p:cNvPr id="1" name=""/>
        <p:cNvGrpSpPr/>
        <p:nvPr/>
      </p:nvGrpSpPr>
      <p:grpSpPr>
        <a:xfrm>
          <a:off x="0" y="0"/>
          <a:ext cx="0" cy="0"/>
          <a:chOff x="0" y="0"/>
          <a:chExt cx="0" cy="0"/>
        </a:xfrm>
      </p:grpSpPr>
      <p:sp>
        <p:nvSpPr>
          <p:cNvPr id="72" name="Content Placeholder 17">
            <a:extLst>
              <a:ext uri="{FF2B5EF4-FFF2-40B4-BE49-F238E27FC236}">
                <a16:creationId xmlns:a16="http://schemas.microsoft.com/office/drawing/2014/main" id="{A0456ED3-FDC5-4E29-B939-E35EA08477CA}"/>
              </a:ext>
            </a:extLst>
          </p:cNvPr>
          <p:cNvSpPr>
            <a:spLocks noGrp="1"/>
          </p:cNvSpPr>
          <p:nvPr>
            <p:ph sz="quarter" idx="16" hasCustomPrompt="1"/>
          </p:nvPr>
        </p:nvSpPr>
        <p:spPr bwMode="ltGray">
          <a:xfrm>
            <a:off x="6323381" y="1600201"/>
            <a:ext cx="5865445" cy="4572000"/>
          </a:xfrm>
          <a:solidFill>
            <a:schemeClr val="bg1">
              <a:alpha val="20000"/>
            </a:schemeClr>
          </a:solid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bwMode="ltGray">
          <a:xfrm>
            <a:off x="0" y="1600201"/>
            <a:ext cx="5893593" cy="4572000"/>
          </a:xfrm>
          <a:noFill/>
        </p:spPr>
        <p:txBody>
          <a:bodyPr vert="horz" lIns="640080" tIns="457200" rIns="457200" bIns="457200" rtlCol="0">
            <a:noAutofit/>
          </a:bodyPr>
          <a:lstStyle>
            <a:lvl1pPr>
              <a:spcBef>
                <a:spcPts val="1200"/>
              </a:spcBef>
              <a:buClr>
                <a:schemeClr val="tx1"/>
              </a:buClr>
              <a:defRPr lang="en-US" sz="1800" dirty="0">
                <a:solidFill>
                  <a:schemeClr val="tx1"/>
                </a:solidFill>
              </a:defRPr>
            </a:lvl1pPr>
            <a:lvl2pPr>
              <a:buClr>
                <a:schemeClr val="tx1"/>
              </a:buClr>
              <a:defRPr lang="en-US" sz="1600" dirty="0">
                <a:solidFill>
                  <a:schemeClr val="tx1"/>
                </a:solidFill>
              </a:defRPr>
            </a:lvl2pPr>
            <a:lvl3pPr>
              <a:buClr>
                <a:schemeClr val="tx1"/>
              </a:buClr>
              <a:defRPr lang="en-US" sz="1400" dirty="0">
                <a:solidFill>
                  <a:schemeClr val="tx1"/>
                </a:solidFill>
              </a:defRPr>
            </a:lvl3pPr>
            <a:lvl4pPr>
              <a:buClr>
                <a:schemeClr val="tx1"/>
              </a:buClr>
              <a:defRPr lang="en-US" sz="1200" dirty="0">
                <a:solidFill>
                  <a:schemeClr val="tx1"/>
                </a:solidFill>
              </a:defRPr>
            </a:lvl4pPr>
            <a:lvl5pPr>
              <a:buClr>
                <a:schemeClr val="tx1"/>
              </a:buClr>
              <a:defRPr lang="en-US" sz="1200" dirty="0">
                <a:solidFill>
                  <a:schemeClr val="tx1"/>
                </a:solidFill>
              </a:defRPr>
            </a:lvl5pPr>
            <a:lvl6pPr>
              <a:buClrTx/>
              <a:defRPr sz="1400">
                <a:solidFill>
                  <a:schemeClr val="tx1"/>
                </a:solidFill>
              </a:defRPr>
            </a:lvl6pPr>
            <a:lvl7pPr>
              <a:buClrTx/>
              <a:defRPr sz="1400">
                <a:solidFill>
                  <a:schemeClr val="tx1"/>
                </a:solidFill>
              </a:defRPr>
            </a:lvl7pPr>
            <a:lvl8pPr>
              <a:buClr>
                <a:schemeClr val="tx1"/>
              </a:buClr>
              <a:defRPr sz="1400">
                <a:solidFill>
                  <a:schemeClr val="tx1"/>
                </a:solidFill>
              </a:defRPr>
            </a:lvl8pPr>
            <a:lvl9pPr>
              <a:buClr>
                <a:schemeClr val="tx1"/>
              </a:buClr>
              <a:defRPr sz="1400">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tx1"/>
                </a:solidFill>
              </a:defRPr>
            </a:lvl1pPr>
          </a:lstStyle>
          <a:p>
            <a:r>
              <a:rPr lang="en-US"/>
              <a:t>Two-content Layout: Graphic on Left, Text on Right - Click to Edit</a:t>
            </a:r>
          </a:p>
        </p:txBody>
      </p:sp>
      <p:sp>
        <p:nvSpPr>
          <p:cNvPr id="7" name="page number">
            <a:extLst>
              <a:ext uri="{FF2B5EF4-FFF2-40B4-BE49-F238E27FC236}">
                <a16:creationId xmlns:a16="http://schemas.microsoft.com/office/drawing/2014/main" id="{1727F760-24DE-9A42-B7E9-356D8DC2BDA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9" name="page number">
            <a:extLst>
              <a:ext uri="{FF2B5EF4-FFF2-40B4-BE49-F238E27FC236}">
                <a16:creationId xmlns:a16="http://schemas.microsoft.com/office/drawing/2014/main" id="{1727F760-24DE-9A42-B7E9-356D8DC2BDA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1048901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Two-Content Balanced Color on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tx1"/>
                </a:solidFill>
              </a:defRPr>
            </a:lvl1pPr>
          </a:lstStyle>
          <a:p>
            <a:r>
              <a:rPr lang="en-US"/>
              <a:t>Two-content Layout: Text on Left, Graphic on Right - Click to Edit</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7" name="Content Placeholder 17">
            <a:extLst>
              <a:ext uri="{FF2B5EF4-FFF2-40B4-BE49-F238E27FC236}">
                <a16:creationId xmlns:a16="http://schemas.microsoft.com/office/drawing/2014/main" id="{E4143250-D1B5-E54B-9FA1-AB95D634DBC6}"/>
              </a:ext>
            </a:extLst>
          </p:cNvPr>
          <p:cNvSpPr>
            <a:spLocks noGrp="1"/>
          </p:cNvSpPr>
          <p:nvPr>
            <p:ph sz="quarter" idx="16" hasCustomPrompt="1"/>
          </p:nvPr>
        </p:nvSpPr>
        <p:spPr bwMode="ltGray">
          <a:xfrm>
            <a:off x="0" y="1600201"/>
            <a:ext cx="5865445" cy="4572000"/>
          </a:xfrm>
          <a:solidFill>
            <a:schemeClr val="bg1">
              <a:alpha val="20000"/>
            </a:schemeClr>
          </a:solidFill>
        </p:spPr>
        <p:txBody>
          <a:bodyPr vert="horz" lIns="64008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bwMode="ltGray">
          <a:xfrm>
            <a:off x="6323382" y="1600201"/>
            <a:ext cx="5865444" cy="4572000"/>
          </a:xfrm>
          <a:noFill/>
        </p:spPr>
        <p:txBody>
          <a:bodyPr vert="horz" lIns="457200" tIns="457200" rIns="457200" bIns="457200" rtlCol="0">
            <a:noAutofit/>
          </a:bodyPr>
          <a:lstStyle>
            <a:lvl1pPr>
              <a:spcBef>
                <a:spcPts val="1200"/>
              </a:spcBef>
              <a:defRPr lang="en-US" sz="1800" dirty="0">
                <a:solidFill>
                  <a:schemeClr val="tx1"/>
                </a:solidFill>
              </a:defRPr>
            </a:lvl1pPr>
            <a:lvl2pPr>
              <a:buClr>
                <a:schemeClr val="tx1"/>
              </a:buClr>
              <a:defRPr lang="en-US" sz="1600" dirty="0">
                <a:solidFill>
                  <a:schemeClr val="tx1"/>
                </a:solidFill>
              </a:defRPr>
            </a:lvl2pPr>
            <a:lvl3pPr>
              <a:buClr>
                <a:schemeClr val="tx1"/>
              </a:buClr>
              <a:defRPr lang="en-US" sz="1400" dirty="0">
                <a:solidFill>
                  <a:schemeClr val="tx1"/>
                </a:solidFill>
              </a:defRPr>
            </a:lvl3pPr>
            <a:lvl4pPr>
              <a:buClr>
                <a:schemeClr val="tx1"/>
              </a:buClr>
              <a:defRPr lang="en-US" sz="1200" dirty="0">
                <a:solidFill>
                  <a:schemeClr val="tx1"/>
                </a:solidFill>
              </a:defRPr>
            </a:lvl4pPr>
            <a:lvl5pPr>
              <a:buClr>
                <a:schemeClr val="tx1"/>
              </a:buClr>
              <a:defRPr lang="en-US" sz="1200" dirty="0">
                <a:solidFill>
                  <a:schemeClr val="tx1"/>
                </a:solidFill>
              </a:defRPr>
            </a:lvl5pPr>
            <a:lvl6pPr>
              <a:buClrTx/>
              <a:defRPr sz="1400">
                <a:solidFill>
                  <a:schemeClr val="tx1"/>
                </a:solidFill>
              </a:defRPr>
            </a:lvl6pPr>
            <a:lvl7pPr>
              <a:buClrTx/>
              <a:defRPr sz="1400">
                <a:solidFill>
                  <a:schemeClr val="tx1"/>
                </a:solidFill>
              </a:defRPr>
            </a:lvl7pPr>
            <a:lvl8pPr>
              <a:buClrTx/>
              <a:defRPr sz="1400">
                <a:solidFill>
                  <a:schemeClr val="tx1"/>
                </a:solidFill>
              </a:defRPr>
            </a:lvl8pPr>
            <a:lvl9pPr>
              <a:buClrTx/>
              <a:defRPr sz="1400">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age number">
            <a:extLst>
              <a:ext uri="{FF2B5EF4-FFF2-40B4-BE49-F238E27FC236}">
                <a16:creationId xmlns:a16="http://schemas.microsoft.com/office/drawing/2014/main" id="{4FD1F5D3-21E9-5341-B48A-48F1E4CF33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9" name="page number">
            <a:extLst>
              <a:ext uri="{FF2B5EF4-FFF2-40B4-BE49-F238E27FC236}">
                <a16:creationId xmlns:a16="http://schemas.microsoft.com/office/drawing/2014/main" id="{4FD1F5D3-21E9-5341-B48A-48F1E4CF33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616202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A1FE0B-90B1-4BED-9AA5-6DC9F6424E67}"/>
              </a:ext>
            </a:extLst>
          </p:cNvPr>
          <p:cNvSpPr>
            <a:spLocks noGrp="1"/>
          </p:cNvSpPr>
          <p:nvPr>
            <p:ph type="title" hasCustomPrompt="1"/>
          </p:nvPr>
        </p:nvSpPr>
        <p:spPr/>
        <p:txBody>
          <a:bodyPr/>
          <a:lstStyle>
            <a:lvl1pPr>
              <a:defRPr>
                <a:solidFill>
                  <a:schemeClr val="tx1"/>
                </a:solidFill>
              </a:defRPr>
            </a:lvl1pPr>
          </a:lstStyle>
          <a:p>
            <a:r>
              <a:rPr lang="en-US"/>
              <a:t>Two-content Text Comparison Layout</a:t>
            </a:r>
          </a:p>
        </p:txBody>
      </p:sp>
      <p:sp>
        <p:nvSpPr>
          <p:cNvPr id="13" name="Subtitle 2">
            <a:extLst>
              <a:ext uri="{FF2B5EF4-FFF2-40B4-BE49-F238E27FC236}">
                <a16:creationId xmlns:a16="http://schemas.microsoft.com/office/drawing/2014/main" id="{D541C7AA-97CA-4F96-9506-F144DA2CD8E2}"/>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11" name="Text Placeholder 4">
            <a:extLst>
              <a:ext uri="{FF2B5EF4-FFF2-40B4-BE49-F238E27FC236}">
                <a16:creationId xmlns:a16="http://schemas.microsoft.com/office/drawing/2014/main" id="{9E550D89-51A7-894E-88FB-394F3178F2EC}"/>
              </a:ext>
            </a:extLst>
          </p:cNvPr>
          <p:cNvSpPr>
            <a:spLocks noGrp="1"/>
          </p:cNvSpPr>
          <p:nvPr>
            <p:ph type="body" sz="quarter" idx="17" hasCustomPrompt="1"/>
          </p:nvPr>
        </p:nvSpPr>
        <p:spPr bwMode="gray">
          <a:xfrm>
            <a:off x="592866" y="1600202"/>
            <a:ext cx="5238974" cy="875370"/>
          </a:xfrm>
          <a:noFill/>
        </p:spPr>
        <p:txBody>
          <a:bodyPr vert="horz" lIns="0" tIns="91440" rIns="457200" bIns="91440" rtlCol="0" anchor="b">
            <a:noAutofit/>
          </a:bodyPr>
          <a:lstStyle>
            <a:lvl1pPr>
              <a:defRPr lang="en-US" dirty="0">
                <a:solidFill>
                  <a:schemeClr val="accent3"/>
                </a:solidFill>
              </a:defRPr>
            </a:lvl1pPr>
          </a:lstStyle>
          <a:p>
            <a:pPr lvl="0"/>
            <a:r>
              <a:rPr lang="en-US"/>
              <a:t>Click to add header </a:t>
            </a:r>
          </a:p>
        </p:txBody>
      </p:sp>
      <p:sp>
        <p:nvSpPr>
          <p:cNvPr id="14" name="Rectangle 13">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p:nvSpPr>
        <p:spPr>
          <a:xfrm>
            <a:off x="592865" y="2484176"/>
            <a:ext cx="5238974"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0" name="Content Placeholder 17">
            <a:extLst>
              <a:ext uri="{FF2B5EF4-FFF2-40B4-BE49-F238E27FC236}">
                <a16:creationId xmlns:a16="http://schemas.microsoft.com/office/drawing/2014/main" id="{0170DFD5-97D2-3349-AE52-EB22861A6880}"/>
              </a:ext>
            </a:extLst>
          </p:cNvPr>
          <p:cNvSpPr>
            <a:spLocks noGrp="1"/>
          </p:cNvSpPr>
          <p:nvPr>
            <p:ph sz="quarter" idx="14" hasCustomPrompt="1"/>
          </p:nvPr>
        </p:nvSpPr>
        <p:spPr bwMode="gray">
          <a:xfrm>
            <a:off x="579808" y="2621020"/>
            <a:ext cx="5267273" cy="3544027"/>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a:extLst>
              <a:ext uri="{FF2B5EF4-FFF2-40B4-BE49-F238E27FC236}">
                <a16:creationId xmlns:a16="http://schemas.microsoft.com/office/drawing/2014/main" id="{961E082F-F30B-BC46-BB99-CA9B65C08128}"/>
              </a:ext>
            </a:extLst>
          </p:cNvPr>
          <p:cNvSpPr>
            <a:spLocks noGrp="1"/>
          </p:cNvSpPr>
          <p:nvPr>
            <p:ph type="body" sz="quarter" idx="18" hasCustomPrompt="1"/>
          </p:nvPr>
        </p:nvSpPr>
        <p:spPr bwMode="gray">
          <a:xfrm>
            <a:off x="6370043" y="1600202"/>
            <a:ext cx="5238974" cy="875370"/>
          </a:xfrm>
          <a:noFill/>
        </p:spPr>
        <p:txBody>
          <a:bodyPr vert="horz" lIns="0" tIns="91440" rIns="457200" bIns="91440" rtlCol="0" anchor="b">
            <a:noAutofit/>
          </a:bodyPr>
          <a:lstStyle>
            <a:lvl1pPr>
              <a:defRPr lang="en-US" sz="2000">
                <a:solidFill>
                  <a:schemeClr val="accent4"/>
                </a:solidFill>
              </a:defRPr>
            </a:lvl1pPr>
          </a:lstStyle>
          <a:p>
            <a:pPr lvl="0"/>
            <a:r>
              <a:rPr lang="en-US"/>
              <a:t>Click to add header </a:t>
            </a:r>
          </a:p>
        </p:txBody>
      </p:sp>
      <p:sp>
        <p:nvSpPr>
          <p:cNvPr id="16" name="Rectangle 15">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p:nvSpPr>
        <p:spPr>
          <a:xfrm>
            <a:off x="6365191" y="2484176"/>
            <a:ext cx="523897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a:p>
            <a:pPr algn="ctr">
              <a:spcAft>
                <a:spcPts val="600"/>
              </a:spcAft>
            </a:pPr>
            <a:endParaRPr lang="en-US" sz="1200">
              <a:solidFill>
                <a:schemeClr val="bg1"/>
              </a:solidFill>
            </a:endParaRPr>
          </a:p>
        </p:txBody>
      </p:sp>
      <p:sp>
        <p:nvSpPr>
          <p:cNvPr id="9" name="Content Placeholder 17">
            <a:extLst>
              <a:ext uri="{FF2B5EF4-FFF2-40B4-BE49-F238E27FC236}">
                <a16:creationId xmlns:a16="http://schemas.microsoft.com/office/drawing/2014/main" id="{3EE56D9F-2DF2-4F43-A13A-4844DFE465AC}"/>
              </a:ext>
            </a:extLst>
          </p:cNvPr>
          <p:cNvSpPr>
            <a:spLocks noGrp="1"/>
          </p:cNvSpPr>
          <p:nvPr>
            <p:ph sz="quarter" idx="16" hasCustomPrompt="1"/>
          </p:nvPr>
        </p:nvSpPr>
        <p:spPr bwMode="gray">
          <a:xfrm>
            <a:off x="6369460" y="2621021"/>
            <a:ext cx="5238974" cy="3544027"/>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age number">
            <a:extLst>
              <a:ext uri="{FF2B5EF4-FFF2-40B4-BE49-F238E27FC236}">
                <a16:creationId xmlns:a16="http://schemas.microsoft.com/office/drawing/2014/main" id="{3E816477-50B7-9248-BE5F-B9062610CEE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17" name="Rectangle 16">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userDrawn="1"/>
        </p:nvSpPr>
        <p:spPr>
          <a:xfrm>
            <a:off x="592865" y="2484176"/>
            <a:ext cx="5238974"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8" name="Rectangle 17">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userDrawn="1"/>
        </p:nvSpPr>
        <p:spPr>
          <a:xfrm>
            <a:off x="6365191" y="2484176"/>
            <a:ext cx="523897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a:p>
            <a:pPr algn="ctr">
              <a:spcAft>
                <a:spcPts val="600"/>
              </a:spcAft>
            </a:pPr>
            <a:endParaRPr lang="en-US" sz="1200">
              <a:solidFill>
                <a:schemeClr val="bg1"/>
              </a:solidFill>
            </a:endParaRPr>
          </a:p>
        </p:txBody>
      </p:sp>
      <p:sp>
        <p:nvSpPr>
          <p:cNvPr id="19" name="page number">
            <a:extLst>
              <a:ext uri="{FF2B5EF4-FFF2-40B4-BE49-F238E27FC236}">
                <a16:creationId xmlns:a16="http://schemas.microsoft.com/office/drawing/2014/main" id="{3E816477-50B7-9248-BE5F-B9062610CEE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12016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Three-Content 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F2C94F-DA57-4BDB-8E5C-E4A0C7522314}"/>
              </a:ext>
            </a:extLst>
          </p:cNvPr>
          <p:cNvSpPr>
            <a:spLocks noGrp="1"/>
          </p:cNvSpPr>
          <p:nvPr>
            <p:ph type="title" hasCustomPrompt="1"/>
          </p:nvPr>
        </p:nvSpPr>
        <p:spPr/>
        <p:txBody>
          <a:bodyPr/>
          <a:lstStyle>
            <a:lvl1pPr>
              <a:defRPr>
                <a:solidFill>
                  <a:schemeClr val="tx1"/>
                </a:solidFill>
              </a:defRPr>
            </a:lvl1pPr>
          </a:lstStyle>
          <a:p>
            <a:r>
              <a:rPr lang="en-US"/>
              <a:t>Three-content Layout – Three Horizontal Text Boxes</a:t>
            </a:r>
          </a:p>
        </p:txBody>
      </p:sp>
      <p:sp>
        <p:nvSpPr>
          <p:cNvPr id="13" name="Subtitle 2">
            <a:extLst>
              <a:ext uri="{FF2B5EF4-FFF2-40B4-BE49-F238E27FC236}">
                <a16:creationId xmlns:a16="http://schemas.microsoft.com/office/drawing/2014/main" id="{FC59F98B-A991-4DEC-A409-289E778CB84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24" name="Text Placeholder 3">
            <a:extLst>
              <a:ext uri="{FF2B5EF4-FFF2-40B4-BE49-F238E27FC236}">
                <a16:creationId xmlns:a16="http://schemas.microsoft.com/office/drawing/2014/main" id="{E0956C27-3D46-7745-A4A9-42842784C100}"/>
              </a:ext>
            </a:extLst>
          </p:cNvPr>
          <p:cNvSpPr>
            <a:spLocks noGrp="1"/>
          </p:cNvSpPr>
          <p:nvPr>
            <p:ph type="body" sz="quarter" idx="28" hasCustomPrompt="1"/>
          </p:nvPr>
        </p:nvSpPr>
        <p:spPr>
          <a:xfrm>
            <a:off x="592866" y="1600200"/>
            <a:ext cx="3593592" cy="914400"/>
          </a:xfrm>
          <a:noFill/>
        </p:spPr>
        <p:txBody>
          <a:bodyPr lIns="0" tIns="91440" rIns="182880" bIns="91440" anchor="b"/>
          <a:lstStyle>
            <a:lvl1pPr>
              <a:defRPr sz="1800">
                <a:solidFill>
                  <a:schemeClr val="accent3"/>
                </a:solidFill>
              </a:defRPr>
            </a:lvl1pPr>
            <a:lvl2pPr marL="0" indent="0">
              <a:buFont typeface="Arial" panose="020B0604020202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7" name="Rectangle 26">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p:nvSpPr>
        <p:spPr>
          <a:xfrm>
            <a:off x="592866" y="2511744"/>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0" name="Text Placeholder 15">
            <a:extLst>
              <a:ext uri="{FF2B5EF4-FFF2-40B4-BE49-F238E27FC236}">
                <a16:creationId xmlns:a16="http://schemas.microsoft.com/office/drawing/2014/main" id="{088F3A7B-ECB7-0E49-B754-464BE3E44868}"/>
              </a:ext>
            </a:extLst>
          </p:cNvPr>
          <p:cNvSpPr>
            <a:spLocks noGrp="1"/>
          </p:cNvSpPr>
          <p:nvPr>
            <p:ph type="body" sz="quarter" idx="27" hasCustomPrompt="1"/>
          </p:nvPr>
        </p:nvSpPr>
        <p:spPr>
          <a:xfrm>
            <a:off x="592866" y="2546329"/>
            <a:ext cx="3593592" cy="3627773"/>
          </a:xfrm>
          <a:noFill/>
          <a:ln>
            <a:noFill/>
          </a:ln>
        </p:spPr>
        <p:txBody>
          <a:bodyPr lIns="0" tIns="182880" rIns="182880" bIns="182880"/>
          <a:lstStyle>
            <a:lvl1pPr>
              <a:defRPr sz="1600">
                <a:solidFill>
                  <a:schemeClr val="tx1"/>
                </a:solidFill>
              </a:defRPr>
            </a:lvl1pPr>
          </a:lstStyle>
          <a:p>
            <a:r>
              <a:rPr lang="en-US" dirty="0"/>
              <a:t>Click to add text</a:t>
            </a:r>
          </a:p>
          <a:p>
            <a:r>
              <a:rPr lang="en-US" dirty="0"/>
              <a:t>Click to add text</a:t>
            </a:r>
          </a:p>
          <a:p>
            <a:r>
              <a:rPr lang="en-US" dirty="0"/>
              <a:t>Click to add text</a:t>
            </a:r>
          </a:p>
          <a:p>
            <a:r>
              <a:rPr lang="en-US" dirty="0"/>
              <a:t>Click to add text</a:t>
            </a:r>
          </a:p>
          <a:p>
            <a:endParaRPr lang="en-US" dirty="0"/>
          </a:p>
        </p:txBody>
      </p:sp>
      <p:sp>
        <p:nvSpPr>
          <p:cNvPr id="26" name="Text Placeholder 3">
            <a:extLst>
              <a:ext uri="{FF2B5EF4-FFF2-40B4-BE49-F238E27FC236}">
                <a16:creationId xmlns:a16="http://schemas.microsoft.com/office/drawing/2014/main" id="{88975597-2DC5-4748-87A2-37C22D522B0B}"/>
              </a:ext>
            </a:extLst>
          </p:cNvPr>
          <p:cNvSpPr>
            <a:spLocks noGrp="1"/>
          </p:cNvSpPr>
          <p:nvPr>
            <p:ph type="body" sz="quarter" idx="26" hasCustomPrompt="1"/>
          </p:nvPr>
        </p:nvSpPr>
        <p:spPr>
          <a:xfrm>
            <a:off x="4300806" y="1600200"/>
            <a:ext cx="3593592" cy="914400"/>
          </a:xfrm>
          <a:noFill/>
        </p:spPr>
        <p:txBody>
          <a:bodyPr lIns="0" tIns="91440" rIns="182880" bIns="91440" anchor="b"/>
          <a:lstStyle>
            <a:lvl1pPr>
              <a:defRPr sz="1800">
                <a:solidFill>
                  <a:schemeClr val="accent4"/>
                </a:solidFill>
              </a:defRPr>
            </a:lvl1pPr>
            <a:lvl2pPr marL="0" indent="0">
              <a:buFont typeface="Arial" panose="020B0604020202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8" name="Rectangle 27">
            <a:extLst>
              <a:ext uri="{FF2B5EF4-FFF2-40B4-BE49-F238E27FC236}">
                <a16:creationId xmlns:a16="http://schemas.microsoft.com/office/drawing/2014/main" id="{53DE0F89-6066-984A-B5C6-BC57894C3396}"/>
              </a:ext>
              <a:ext uri="{C183D7F6-B498-43B3-948B-1728B52AA6E4}">
                <adec:decorative xmlns:adec="http://schemas.microsoft.com/office/drawing/2017/decorative" val="1"/>
              </a:ext>
            </a:extLst>
          </p:cNvPr>
          <p:cNvSpPr/>
          <p:nvPr/>
        </p:nvSpPr>
        <p:spPr>
          <a:xfrm>
            <a:off x="4300806" y="2511744"/>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1" name="Text Placeholder 13">
            <a:extLst>
              <a:ext uri="{FF2B5EF4-FFF2-40B4-BE49-F238E27FC236}">
                <a16:creationId xmlns:a16="http://schemas.microsoft.com/office/drawing/2014/main" id="{44EE5778-B7AD-374C-B107-63971E570839}"/>
              </a:ext>
            </a:extLst>
          </p:cNvPr>
          <p:cNvSpPr>
            <a:spLocks noGrp="1"/>
          </p:cNvSpPr>
          <p:nvPr>
            <p:ph type="body" sz="quarter" idx="25" hasCustomPrompt="1"/>
          </p:nvPr>
        </p:nvSpPr>
        <p:spPr>
          <a:xfrm>
            <a:off x="4300806" y="2546329"/>
            <a:ext cx="3593592" cy="3627773"/>
          </a:xfrm>
          <a:noFill/>
          <a:ln>
            <a:noFill/>
          </a:ln>
        </p:spPr>
        <p:txBody>
          <a:bodyPr lIns="0" tIns="182880" rIns="182880" bIns="182880"/>
          <a:lstStyle>
            <a:lvl1pPr>
              <a:defRPr sz="1600">
                <a:solidFill>
                  <a:schemeClr val="tx1"/>
                </a:solidFill>
              </a:defRPr>
            </a:lvl1pPr>
          </a:lstStyle>
          <a:p>
            <a:r>
              <a:rPr lang="en-US"/>
              <a:t>Click to add text</a:t>
            </a:r>
          </a:p>
          <a:p>
            <a:r>
              <a:rPr lang="en-US"/>
              <a:t>Click to add text</a:t>
            </a:r>
          </a:p>
          <a:p>
            <a:r>
              <a:rPr lang="en-US"/>
              <a:t>Click to add text</a:t>
            </a:r>
          </a:p>
          <a:p>
            <a:r>
              <a:rPr lang="en-US"/>
              <a:t>Click to add text</a:t>
            </a:r>
          </a:p>
          <a:p>
            <a:endParaRPr lang="en-US"/>
          </a:p>
        </p:txBody>
      </p:sp>
      <p:sp>
        <p:nvSpPr>
          <p:cNvPr id="25" name="Text Placeholder 3">
            <a:extLst>
              <a:ext uri="{FF2B5EF4-FFF2-40B4-BE49-F238E27FC236}">
                <a16:creationId xmlns:a16="http://schemas.microsoft.com/office/drawing/2014/main" id="{F48BF931-C509-8F46-8576-3656F9F4BA19}"/>
              </a:ext>
            </a:extLst>
          </p:cNvPr>
          <p:cNvSpPr>
            <a:spLocks noGrp="1"/>
          </p:cNvSpPr>
          <p:nvPr>
            <p:ph type="body" sz="quarter" idx="23" hasCustomPrompt="1"/>
          </p:nvPr>
        </p:nvSpPr>
        <p:spPr>
          <a:xfrm>
            <a:off x="8008746" y="1600200"/>
            <a:ext cx="3593592" cy="914400"/>
          </a:xfrm>
          <a:noFill/>
        </p:spPr>
        <p:txBody>
          <a:bodyPr lIns="0" tIns="91440" rIns="182880" bIns="91440" anchor="b"/>
          <a:lstStyle>
            <a:lvl1pPr>
              <a:defRPr sz="1800">
                <a:solidFill>
                  <a:schemeClr val="accent6"/>
                </a:solidFill>
              </a:defRPr>
            </a:lvl1pPr>
            <a:lvl2pPr marL="0" indent="0">
              <a:buFont typeface="Arial" panose="020B0604020202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9" name="Rectangle 28">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p:nvSpPr>
        <p:spPr>
          <a:xfrm>
            <a:off x="8008746" y="2509480"/>
            <a:ext cx="3593592" cy="50246"/>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2" name="Text Placeholder 12">
            <a:extLst>
              <a:ext uri="{FF2B5EF4-FFF2-40B4-BE49-F238E27FC236}">
                <a16:creationId xmlns:a16="http://schemas.microsoft.com/office/drawing/2014/main" id="{7C6F38D2-AD30-AE4E-B0AD-4BAFB463F8B5}"/>
              </a:ext>
            </a:extLst>
          </p:cNvPr>
          <p:cNvSpPr>
            <a:spLocks noGrp="1"/>
          </p:cNvSpPr>
          <p:nvPr>
            <p:ph type="body" sz="quarter" idx="24" hasCustomPrompt="1"/>
          </p:nvPr>
        </p:nvSpPr>
        <p:spPr>
          <a:xfrm>
            <a:off x="8008746" y="2546329"/>
            <a:ext cx="3593592" cy="3627773"/>
          </a:xfrm>
          <a:noFill/>
          <a:ln>
            <a:noFill/>
          </a:ln>
        </p:spPr>
        <p:txBody>
          <a:bodyPr lIns="0" tIns="182880" rIns="182880" bIns="182880"/>
          <a:lstStyle>
            <a:lvl1pPr>
              <a:defRPr sz="1600">
                <a:solidFill>
                  <a:schemeClr val="tx1"/>
                </a:solidFill>
              </a:defRPr>
            </a:lvl1pPr>
          </a:lstStyle>
          <a:p>
            <a:r>
              <a:rPr lang="en-US"/>
              <a:t>Click to add text</a:t>
            </a:r>
          </a:p>
          <a:p>
            <a:r>
              <a:rPr lang="en-US"/>
              <a:t>Click to add text</a:t>
            </a:r>
          </a:p>
          <a:p>
            <a:r>
              <a:rPr lang="en-US"/>
              <a:t>Click to add text</a:t>
            </a:r>
          </a:p>
          <a:p>
            <a:r>
              <a:rPr lang="en-US"/>
              <a:t>Click to add text</a:t>
            </a:r>
          </a:p>
          <a:p>
            <a:endParaRPr lang="en-US"/>
          </a:p>
        </p:txBody>
      </p:sp>
      <p:sp>
        <p:nvSpPr>
          <p:cNvPr id="15" name="page number">
            <a:extLst>
              <a:ext uri="{FF2B5EF4-FFF2-40B4-BE49-F238E27FC236}">
                <a16:creationId xmlns:a16="http://schemas.microsoft.com/office/drawing/2014/main" id="{7788490C-B63E-8E46-A9C1-9CF865F7FA57}"/>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14" name="Rectangle 13">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userDrawn="1"/>
        </p:nvSpPr>
        <p:spPr>
          <a:xfrm>
            <a:off x="592866" y="2511744"/>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6" name="Rectangle 15">
            <a:extLst>
              <a:ext uri="{FF2B5EF4-FFF2-40B4-BE49-F238E27FC236}">
                <a16:creationId xmlns:a16="http://schemas.microsoft.com/office/drawing/2014/main" id="{53DE0F89-6066-984A-B5C6-BC57894C3396}"/>
              </a:ext>
              <a:ext uri="{C183D7F6-B498-43B3-948B-1728B52AA6E4}">
                <adec:decorative xmlns:adec="http://schemas.microsoft.com/office/drawing/2017/decorative" val="1"/>
              </a:ext>
            </a:extLst>
          </p:cNvPr>
          <p:cNvSpPr/>
          <p:nvPr userDrawn="1"/>
        </p:nvSpPr>
        <p:spPr>
          <a:xfrm>
            <a:off x="4300806" y="2511744"/>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7" name="Rectangle 16">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userDrawn="1"/>
        </p:nvSpPr>
        <p:spPr>
          <a:xfrm>
            <a:off x="8008746" y="2509480"/>
            <a:ext cx="3593592" cy="50246"/>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8" name="page number">
            <a:extLst>
              <a:ext uri="{FF2B5EF4-FFF2-40B4-BE49-F238E27FC236}">
                <a16:creationId xmlns:a16="http://schemas.microsoft.com/office/drawing/2014/main" id="{7788490C-B63E-8E46-A9C1-9CF865F7FA57}"/>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2496317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Two Content Dynamic –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46AD2E-9306-49E7-A98B-7D26E458C2B2}"/>
              </a:ext>
            </a:extLst>
          </p:cNvPr>
          <p:cNvSpPr>
            <a:spLocks noGrp="1"/>
          </p:cNvSpPr>
          <p:nvPr>
            <p:ph type="title" hasCustomPrompt="1"/>
          </p:nvPr>
        </p:nvSpPr>
        <p:spPr/>
        <p:txBody>
          <a:bodyPr wrap="none"/>
          <a:lstStyle>
            <a:lvl1pPr>
              <a:defRPr>
                <a:solidFill>
                  <a:schemeClr val="tx1"/>
                </a:solidFill>
              </a:defRPr>
            </a:lvl1pPr>
          </a:lstStyle>
          <a:p>
            <a:r>
              <a:rPr lang="en-US"/>
              <a:t>Two-content Layout – Highlight Text on Left, Text/Graphic on Right</a:t>
            </a:r>
          </a:p>
        </p:txBody>
      </p:sp>
      <p:sp>
        <p:nvSpPr>
          <p:cNvPr id="14" name="Subtitle 2">
            <a:extLst>
              <a:ext uri="{FF2B5EF4-FFF2-40B4-BE49-F238E27FC236}">
                <a16:creationId xmlns:a16="http://schemas.microsoft.com/office/drawing/2014/main" id="{551435C2-3F7C-4835-8DB0-71E2C00537CF}"/>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add subtitle</a:t>
            </a:r>
          </a:p>
        </p:txBody>
      </p:sp>
      <p:sp>
        <p:nvSpPr>
          <p:cNvPr id="7" name="Rectangle 6">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p:nvSpPr>
        <p:spPr>
          <a:xfrm flipV="1">
            <a:off x="0" y="1589925"/>
            <a:ext cx="2894012" cy="54864"/>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a:p>
            <a:pPr algn="ctr">
              <a:spcAft>
                <a:spcPts val="600"/>
              </a:spcAft>
            </a:pPr>
            <a:endParaRPr lang="en-US" sz="1200">
              <a:solidFill>
                <a:schemeClr val="bg1"/>
              </a:solidFill>
            </a:endParaRPr>
          </a:p>
        </p:txBody>
      </p:sp>
      <p:sp>
        <p:nvSpPr>
          <p:cNvPr id="4" name="Text Placeholder 3">
            <a:extLst>
              <a:ext uri="{FF2B5EF4-FFF2-40B4-BE49-F238E27FC236}">
                <a16:creationId xmlns:a16="http://schemas.microsoft.com/office/drawing/2014/main" id="{830FD232-93CB-4B54-A933-93C11B099F7A}"/>
              </a:ext>
            </a:extLst>
          </p:cNvPr>
          <p:cNvSpPr>
            <a:spLocks noGrp="1"/>
          </p:cNvSpPr>
          <p:nvPr>
            <p:ph type="body" sz="quarter" idx="20" hasCustomPrompt="1"/>
          </p:nvPr>
        </p:nvSpPr>
        <p:spPr>
          <a:xfrm>
            <a:off x="0" y="1644789"/>
            <a:ext cx="2894013" cy="4527410"/>
          </a:xfrm>
          <a:solidFill>
            <a:schemeClr val="bg1">
              <a:alpha val="20000"/>
            </a:schemeClr>
          </a:solidFill>
        </p:spPr>
        <p:txBody>
          <a:bodyPr vert="horz" lIns="457200" tIns="457200" rIns="457200" bIns="457200" rtlCol="0">
            <a:noAutofit/>
          </a:bodyPr>
          <a:lstStyle>
            <a:lvl1pPr>
              <a:defRPr lang="en-US" sz="1800" dirty="0">
                <a:solidFill>
                  <a:schemeClr val="tx1"/>
                </a:solidFill>
              </a:defRPr>
            </a:lvl1pPr>
            <a:lvl2pPr>
              <a:defRPr lang="en-US" sz="1600" dirty="0" smtClean="0">
                <a:solidFill>
                  <a:schemeClr val="tx1"/>
                </a:solidFill>
              </a:defRPr>
            </a:lvl2pPr>
            <a:lvl3pPr>
              <a:defRPr lang="en-US" sz="1400" dirty="0" smtClean="0">
                <a:solidFill>
                  <a:schemeClr val="tx1"/>
                </a:solidFill>
              </a:defRPr>
            </a:lvl3pPr>
            <a:lvl4pPr>
              <a:defRPr lang="en-US" sz="1200" dirty="0" smtClean="0">
                <a:solidFill>
                  <a:schemeClr val="tx1"/>
                </a:solidFill>
              </a:defRPr>
            </a:lvl4pPr>
            <a:lvl5pPr>
              <a:defRPr lang="en-US" sz="1200" dirty="0">
                <a:solidFill>
                  <a:schemeClr val="tx1"/>
                </a:solidFill>
              </a:defRPr>
            </a:lvl5pPr>
          </a:lstStyle>
          <a:p>
            <a:pPr lvl="0">
              <a:spcBef>
                <a:spcPts val="1200"/>
              </a:spcBef>
            </a:pPr>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a:extLst>
              <a:ext uri="{FF2B5EF4-FFF2-40B4-BE49-F238E27FC236}">
                <a16:creationId xmlns:a16="http://schemas.microsoft.com/office/drawing/2014/main" id="{577AE2CA-1B34-4F04-BD7F-F624F20E94FB}"/>
              </a:ext>
            </a:extLst>
          </p:cNvPr>
          <p:cNvSpPr>
            <a:spLocks noGrp="1"/>
          </p:cNvSpPr>
          <p:nvPr>
            <p:ph sz="quarter" idx="19" hasCustomPrompt="1"/>
          </p:nvPr>
        </p:nvSpPr>
        <p:spPr>
          <a:xfrm>
            <a:off x="3351213" y="1600200"/>
            <a:ext cx="8229600" cy="4572000"/>
          </a:xfrm>
        </p:spPr>
        <p:txBody>
          <a:bodyPr vert="horz" lIns="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1A93E906-C928-C345-B032-1F5C677FAEDD}"/>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9" name="Rectangle 8">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userDrawn="1"/>
        </p:nvSpPr>
        <p:spPr>
          <a:xfrm flipV="1">
            <a:off x="0" y="1589925"/>
            <a:ext cx="2894012" cy="54864"/>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a:p>
            <a:pPr algn="ctr">
              <a:spcAft>
                <a:spcPts val="600"/>
              </a:spcAft>
            </a:pPr>
            <a:endParaRPr lang="en-US" sz="1200">
              <a:solidFill>
                <a:schemeClr val="bg1"/>
              </a:solidFill>
            </a:endParaRPr>
          </a:p>
        </p:txBody>
      </p:sp>
      <p:sp>
        <p:nvSpPr>
          <p:cNvPr id="10" name="page number">
            <a:extLst>
              <a:ext uri="{FF2B5EF4-FFF2-40B4-BE49-F238E27FC236}">
                <a16:creationId xmlns:a16="http://schemas.microsoft.com/office/drawing/2014/main" id="{1A93E906-C928-C345-B032-1F5C677FAEDD}"/>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2541084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Two Content Dynamic –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2A934A-AC6B-460C-9C93-B13CF6B6263F}"/>
              </a:ext>
            </a:extLst>
          </p:cNvPr>
          <p:cNvSpPr>
            <a:spLocks noGrp="1"/>
          </p:cNvSpPr>
          <p:nvPr>
            <p:ph type="title" hasCustomPrompt="1"/>
          </p:nvPr>
        </p:nvSpPr>
        <p:spPr/>
        <p:txBody>
          <a:bodyPr wrap="none"/>
          <a:lstStyle>
            <a:lvl1pPr>
              <a:defRPr>
                <a:solidFill>
                  <a:schemeClr val="tx1"/>
                </a:solidFill>
              </a:defRPr>
            </a:lvl1pPr>
          </a:lstStyle>
          <a:p>
            <a:r>
              <a:rPr lang="en-US"/>
              <a:t>Two-content Layout – Highlight Text on Right, Text/Graphic on Left</a:t>
            </a:r>
          </a:p>
        </p:txBody>
      </p:sp>
      <p:sp>
        <p:nvSpPr>
          <p:cNvPr id="14" name="Subtitle 2">
            <a:extLst>
              <a:ext uri="{FF2B5EF4-FFF2-40B4-BE49-F238E27FC236}">
                <a16:creationId xmlns:a16="http://schemas.microsoft.com/office/drawing/2014/main" id="{F6F5131D-84AE-4294-83A1-243FE1C81A8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8" name="Content Placeholder 7">
            <a:extLst>
              <a:ext uri="{FF2B5EF4-FFF2-40B4-BE49-F238E27FC236}">
                <a16:creationId xmlns:a16="http://schemas.microsoft.com/office/drawing/2014/main" id="{7460DEEA-0331-45ED-8943-6F9E74884092}"/>
              </a:ext>
            </a:extLst>
          </p:cNvPr>
          <p:cNvSpPr>
            <a:spLocks noGrp="1"/>
          </p:cNvSpPr>
          <p:nvPr>
            <p:ph sz="quarter" idx="19" hasCustomPrompt="1"/>
          </p:nvPr>
        </p:nvSpPr>
        <p:spPr>
          <a:xfrm>
            <a:off x="608013" y="1600200"/>
            <a:ext cx="8229600" cy="4572000"/>
          </a:xfrm>
        </p:spPr>
        <p:txBody>
          <a:bodyPr tIns="45720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Nineth level</a:t>
            </a:r>
          </a:p>
        </p:txBody>
      </p:sp>
      <p:sp>
        <p:nvSpPr>
          <p:cNvPr id="7" name="Rectangle 6">
            <a:extLst>
              <a:ext uri="{FF2B5EF4-FFF2-40B4-BE49-F238E27FC236}">
                <a16:creationId xmlns:a16="http://schemas.microsoft.com/office/drawing/2014/main" id="{B12C22B1-5B53-F148-8D4A-31CCDD16E170}"/>
              </a:ext>
              <a:ext uri="{C183D7F6-B498-43B3-948B-1728B52AA6E4}">
                <adec:decorative xmlns:adec="http://schemas.microsoft.com/office/drawing/2017/decorative" val="1"/>
              </a:ext>
            </a:extLst>
          </p:cNvPr>
          <p:cNvSpPr/>
          <p:nvPr/>
        </p:nvSpPr>
        <p:spPr>
          <a:xfrm flipV="1">
            <a:off x="9285149" y="1589924"/>
            <a:ext cx="2903676" cy="60905"/>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tx1"/>
              </a:solidFill>
            </a:endParaRPr>
          </a:p>
          <a:p>
            <a:pPr algn="ctr">
              <a:spcAft>
                <a:spcPts val="600"/>
              </a:spcAft>
            </a:pPr>
            <a:endParaRPr lang="en-US" sz="1200">
              <a:solidFill>
                <a:schemeClr val="tx1"/>
              </a:solidFill>
            </a:endParaRPr>
          </a:p>
        </p:txBody>
      </p:sp>
      <p:sp>
        <p:nvSpPr>
          <p:cNvPr id="5" name="Text Placeholder 4">
            <a:extLst>
              <a:ext uri="{FF2B5EF4-FFF2-40B4-BE49-F238E27FC236}">
                <a16:creationId xmlns:a16="http://schemas.microsoft.com/office/drawing/2014/main" id="{8197ED16-D162-4BF7-B635-2F70E10855A0}"/>
              </a:ext>
            </a:extLst>
          </p:cNvPr>
          <p:cNvSpPr>
            <a:spLocks noGrp="1"/>
          </p:cNvSpPr>
          <p:nvPr>
            <p:ph type="body" sz="quarter" idx="20" hasCustomPrompt="1"/>
          </p:nvPr>
        </p:nvSpPr>
        <p:spPr>
          <a:xfrm>
            <a:off x="9326880" y="1644788"/>
            <a:ext cx="2894012" cy="4527411"/>
          </a:xfrm>
          <a:solidFill>
            <a:schemeClr val="bg1">
              <a:alpha val="20000"/>
            </a:schemeClr>
          </a:solidFill>
        </p:spPr>
        <p:txBody>
          <a:bodyPr vert="horz" lIns="274320" tIns="457200" rIns="457200" bIns="457200" rtlCol="0">
            <a:noAutofit/>
          </a:bodyPr>
          <a:lstStyle>
            <a:lvl1pPr>
              <a:spcAft>
                <a:spcPts val="1200"/>
              </a:spcAft>
              <a:defRPr lang="en-US" sz="1800" dirty="0">
                <a:solidFill>
                  <a:schemeClr val="tx1"/>
                </a:solidFill>
              </a:defRPr>
            </a:lvl1pPr>
            <a:lvl2pPr>
              <a:spcAft>
                <a:spcPts val="1200"/>
              </a:spcAft>
              <a:defRPr lang="en-US" sz="1600" dirty="0">
                <a:solidFill>
                  <a:schemeClr val="tx1"/>
                </a:solidFill>
              </a:defRPr>
            </a:lvl2pPr>
            <a:lvl3pPr>
              <a:spcAft>
                <a:spcPts val="1200"/>
              </a:spcAft>
              <a:defRPr lang="en-US" sz="1400" dirty="0">
                <a:solidFill>
                  <a:schemeClr val="tx1"/>
                </a:solidFill>
              </a:defRPr>
            </a:lvl3pPr>
            <a:lvl4pPr>
              <a:spcAft>
                <a:spcPts val="1200"/>
              </a:spcAft>
              <a:defRPr lang="en-US" sz="1200" dirty="0">
                <a:solidFill>
                  <a:schemeClr val="tx1"/>
                </a:solidFill>
              </a:defRPr>
            </a:lvl4pPr>
            <a:lvl5pPr>
              <a:spcAft>
                <a:spcPts val="1200"/>
              </a:spcAft>
              <a:defRPr lang="en-US" sz="1200" dirty="0">
                <a:solidFill>
                  <a:schemeClr val="tx1"/>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age number">
            <a:extLst>
              <a:ext uri="{FF2B5EF4-FFF2-40B4-BE49-F238E27FC236}">
                <a16:creationId xmlns:a16="http://schemas.microsoft.com/office/drawing/2014/main" id="{EA3FFB13-8625-D245-BD64-AAC7CCCB5B6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10" name="Rectangle 9">
            <a:extLst>
              <a:ext uri="{FF2B5EF4-FFF2-40B4-BE49-F238E27FC236}">
                <a16:creationId xmlns:a16="http://schemas.microsoft.com/office/drawing/2014/main" id="{B12C22B1-5B53-F148-8D4A-31CCDD16E170}"/>
              </a:ext>
              <a:ext uri="{C183D7F6-B498-43B3-948B-1728B52AA6E4}">
                <adec:decorative xmlns:adec="http://schemas.microsoft.com/office/drawing/2017/decorative" val="1"/>
              </a:ext>
            </a:extLst>
          </p:cNvPr>
          <p:cNvSpPr/>
          <p:nvPr userDrawn="1"/>
        </p:nvSpPr>
        <p:spPr>
          <a:xfrm flipV="1">
            <a:off x="9285149" y="1589924"/>
            <a:ext cx="2903676" cy="60905"/>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tx1"/>
              </a:solidFill>
            </a:endParaRPr>
          </a:p>
          <a:p>
            <a:pPr algn="ctr">
              <a:spcAft>
                <a:spcPts val="600"/>
              </a:spcAft>
            </a:pPr>
            <a:endParaRPr lang="en-US" sz="1200">
              <a:solidFill>
                <a:schemeClr val="tx1"/>
              </a:solidFill>
            </a:endParaRPr>
          </a:p>
        </p:txBody>
      </p:sp>
      <p:sp>
        <p:nvSpPr>
          <p:cNvPr id="11" name="page number">
            <a:extLst>
              <a:ext uri="{FF2B5EF4-FFF2-40B4-BE49-F238E27FC236}">
                <a16:creationId xmlns:a16="http://schemas.microsoft.com/office/drawing/2014/main" id="{EA3FFB13-8625-D245-BD64-AAC7CCCB5B6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2673847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Diagram with Content on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57BCD9-063B-4ED4-B68C-092EC2C342E6}"/>
              </a:ext>
            </a:extLst>
          </p:cNvPr>
          <p:cNvSpPr>
            <a:spLocks noGrp="1"/>
          </p:cNvSpPr>
          <p:nvPr>
            <p:ph type="title" hasCustomPrompt="1"/>
          </p:nvPr>
        </p:nvSpPr>
        <p:spPr/>
        <p:txBody>
          <a:bodyPr wrap="none"/>
          <a:lstStyle>
            <a:lvl1pPr>
              <a:defRPr>
                <a:solidFill>
                  <a:schemeClr val="tx1"/>
                </a:solidFill>
              </a:defRPr>
            </a:lvl1pPr>
          </a:lstStyle>
          <a:p>
            <a:r>
              <a:rPr lang="en-US"/>
              <a:t>Diagram with Content</a:t>
            </a:r>
          </a:p>
        </p:txBody>
      </p:sp>
      <p:sp>
        <p:nvSpPr>
          <p:cNvPr id="9" name="Subtitle 2">
            <a:extLst>
              <a:ext uri="{FF2B5EF4-FFF2-40B4-BE49-F238E27FC236}">
                <a16:creationId xmlns:a16="http://schemas.microsoft.com/office/drawing/2014/main" id="{A0D276D7-17CD-46AB-99B2-97FD34FEEFF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8" name="Content Placeholder 17">
            <a:extLst>
              <a:ext uri="{FF2B5EF4-FFF2-40B4-BE49-F238E27FC236}">
                <a16:creationId xmlns:a16="http://schemas.microsoft.com/office/drawing/2014/main" id="{73A8AFF7-683B-9045-8B6E-5867DABAE588}"/>
              </a:ext>
            </a:extLst>
          </p:cNvPr>
          <p:cNvSpPr>
            <a:spLocks noGrp="1"/>
          </p:cNvSpPr>
          <p:nvPr>
            <p:ph sz="quarter" idx="14" hasCustomPrompt="1"/>
          </p:nvPr>
        </p:nvSpPr>
        <p:spPr bwMode="ltGray">
          <a:xfrm>
            <a:off x="595424" y="1600201"/>
            <a:ext cx="7410892" cy="4572000"/>
          </a:xfrm>
          <a:noFill/>
        </p:spPr>
        <p:txBody>
          <a:bodyPr vert="horz" lIns="457200" tIns="457200" rIns="457200" bIns="457200" rtlCol="0">
            <a:noAutofit/>
          </a:bodyPr>
          <a:lstStyle>
            <a:lvl1pPr algn="ctr">
              <a:spcBef>
                <a:spcPts val="1200"/>
              </a:spcBef>
              <a:defRPr lang="en-US" sz="12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Click to add a graphic. Note intended for text. </a:t>
            </a:r>
            <a:br>
              <a:rPr lang="en-US"/>
            </a:br>
            <a:r>
              <a:rPr lang="en-US"/>
              <a:t>Please use 2 content dynamic layout for text layouts</a:t>
            </a:r>
          </a:p>
        </p:txBody>
      </p:sp>
      <p:sp>
        <p:nvSpPr>
          <p:cNvPr id="5" name="Text Placeholder 4">
            <a:extLst>
              <a:ext uri="{FF2B5EF4-FFF2-40B4-BE49-F238E27FC236}">
                <a16:creationId xmlns:a16="http://schemas.microsoft.com/office/drawing/2014/main" id="{7F7496CC-9DD2-4299-850C-005958FB65CC}"/>
              </a:ext>
            </a:extLst>
          </p:cNvPr>
          <p:cNvSpPr>
            <a:spLocks noGrp="1"/>
          </p:cNvSpPr>
          <p:nvPr>
            <p:ph type="body" sz="quarter" idx="17" hasCustomPrompt="1"/>
          </p:nvPr>
        </p:nvSpPr>
        <p:spPr>
          <a:xfrm>
            <a:off x="8380413" y="1600200"/>
            <a:ext cx="3808412" cy="4572000"/>
          </a:xfrm>
          <a:noFill/>
        </p:spPr>
        <p:txBody>
          <a:bodyPr tIns="457200" rIns="594360" bIns="457200"/>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vl6pPr>
              <a:defRPr sz="1100">
                <a:solidFill>
                  <a:schemeClr val="tx1"/>
                </a:solidFill>
              </a:defRPr>
            </a:lvl6pPr>
            <a:lvl7pPr>
              <a:defRPr sz="1100">
                <a:solidFill>
                  <a:schemeClr val="tx1"/>
                </a:solidFill>
              </a:defRPr>
            </a:lvl7pPr>
            <a:lvl8pPr>
              <a:defRPr sz="1100">
                <a:solidFill>
                  <a:schemeClr val="tx1"/>
                </a:solidFill>
              </a:defRPr>
            </a:lvl8pPr>
            <a:lvl9pPr>
              <a:defRPr sz="110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1" name="page number">
            <a:extLst>
              <a:ext uri="{FF2B5EF4-FFF2-40B4-BE49-F238E27FC236}">
                <a16:creationId xmlns:a16="http://schemas.microsoft.com/office/drawing/2014/main" id="{0D34A4A0-0C07-994F-9539-A07F4B06F18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7" name="Rectangle 6">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p:nvSpPr>
        <p:spPr>
          <a:xfrm flipV="1">
            <a:off x="8380072" y="1589923"/>
            <a:ext cx="3808754" cy="82618"/>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tx1"/>
              </a:solidFill>
            </a:endParaRPr>
          </a:p>
          <a:p>
            <a:pPr algn="ctr">
              <a:spcAft>
                <a:spcPts val="600"/>
              </a:spcAft>
            </a:pPr>
            <a:endParaRPr lang="en-US" sz="1200">
              <a:solidFill>
                <a:schemeClr val="tx1"/>
              </a:solidFill>
            </a:endParaRPr>
          </a:p>
        </p:txBody>
      </p:sp>
      <p:sp>
        <p:nvSpPr>
          <p:cNvPr id="10" name="page number">
            <a:extLst>
              <a:ext uri="{FF2B5EF4-FFF2-40B4-BE49-F238E27FC236}">
                <a16:creationId xmlns:a16="http://schemas.microsoft.com/office/drawing/2014/main" id="{0D34A4A0-0C07-994F-9539-A07F4B06F18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12" name="Rectangle 11">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userDrawn="1"/>
        </p:nvSpPr>
        <p:spPr>
          <a:xfrm flipV="1">
            <a:off x="8380072" y="1589923"/>
            <a:ext cx="3808754" cy="82618"/>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tx1"/>
              </a:solidFill>
            </a:endParaRPr>
          </a:p>
          <a:p>
            <a:pPr algn="ctr">
              <a:spcAft>
                <a:spcPts val="600"/>
              </a:spcAft>
            </a:pPr>
            <a:endParaRPr lang="en-US" sz="1200">
              <a:solidFill>
                <a:schemeClr val="tx1"/>
              </a:solidFill>
            </a:endParaRPr>
          </a:p>
        </p:txBody>
      </p:sp>
    </p:spTree>
    <p:extLst>
      <p:ext uri="{BB962C8B-B14F-4D97-AF65-F5344CB8AC3E}">
        <p14:creationId xmlns:p14="http://schemas.microsoft.com/office/powerpoint/2010/main" val="2964455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Diagram with Outcome, Benefi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15888C-CFB4-4BEC-9B94-46E698DFC481}"/>
              </a:ext>
            </a:extLst>
          </p:cNvPr>
          <p:cNvSpPr>
            <a:spLocks noGrp="1"/>
          </p:cNvSpPr>
          <p:nvPr>
            <p:ph type="title" hasCustomPrompt="1"/>
          </p:nvPr>
        </p:nvSpPr>
        <p:spPr/>
        <p:txBody>
          <a:bodyPr wrap="none"/>
          <a:lstStyle>
            <a:lvl1pPr>
              <a:defRPr>
                <a:solidFill>
                  <a:schemeClr val="tx1"/>
                </a:solidFill>
              </a:defRPr>
            </a:lvl1pPr>
          </a:lstStyle>
          <a:p>
            <a:r>
              <a:rPr lang="en-US"/>
              <a:t>Diagram with Outcome/Benefit Content</a:t>
            </a:r>
          </a:p>
        </p:txBody>
      </p:sp>
      <p:sp>
        <p:nvSpPr>
          <p:cNvPr id="19" name="Subtitle 2">
            <a:extLst>
              <a:ext uri="{FF2B5EF4-FFF2-40B4-BE49-F238E27FC236}">
                <a16:creationId xmlns:a16="http://schemas.microsoft.com/office/drawing/2014/main" id="{E9D6A872-88BD-4DFC-AFFD-1E9BEEB6533B}"/>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11" name="Content Placeholder 17">
            <a:extLst>
              <a:ext uri="{FF2B5EF4-FFF2-40B4-BE49-F238E27FC236}">
                <a16:creationId xmlns:a16="http://schemas.microsoft.com/office/drawing/2014/main" id="{DAEEA46F-682F-5A4F-8E4D-B4CA754E0724}"/>
              </a:ext>
            </a:extLst>
          </p:cNvPr>
          <p:cNvSpPr>
            <a:spLocks noGrp="1"/>
          </p:cNvSpPr>
          <p:nvPr>
            <p:ph sz="quarter" idx="14" hasCustomPrompt="1"/>
          </p:nvPr>
        </p:nvSpPr>
        <p:spPr bwMode="ltGray">
          <a:xfrm>
            <a:off x="595424" y="1600201"/>
            <a:ext cx="7410892" cy="4572000"/>
          </a:xfrm>
          <a:noFill/>
        </p:spPr>
        <p:txBody>
          <a:bodyPr vert="horz" lIns="457200" tIns="457200" rIns="457200" bIns="457200" rtlCol="0">
            <a:noAutofit/>
          </a:bodyPr>
          <a:lstStyle>
            <a:lvl1pPr marL="171450" indent="-171450" algn="ctr">
              <a:spcBef>
                <a:spcPts val="1200"/>
              </a:spcBef>
              <a:defRPr lang="en-US" sz="1200" kern="1200" dirty="0">
                <a:solidFill>
                  <a:schemeClr val="tx1"/>
                </a:solidFill>
                <a:latin typeface="+mn-lt"/>
                <a:ea typeface="+mn-ea"/>
                <a:cs typeface="+mn-cs"/>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marL="0" marR="0" lvl="0" indent="0" algn="ctr" defTabSz="914400" rtl="0" eaLnBrk="1" fontAlgn="auto" latinLnBrk="0" hangingPunct="1">
              <a:lnSpc>
                <a:spcPct val="100000"/>
              </a:lnSpc>
              <a:spcBef>
                <a:spcPts val="1200"/>
              </a:spcBef>
              <a:spcAft>
                <a:spcPts val="0"/>
              </a:spcAft>
              <a:buClr>
                <a:schemeClr val="tx1">
                  <a:lumMod val="60000"/>
                  <a:lumOff val="40000"/>
                </a:schemeClr>
              </a:buClr>
              <a:buSzPct val="90000"/>
              <a:buFont typeface="Arial" panose="020B0604020202020204" pitchFamily="34" charset="0"/>
              <a:buChar char="​"/>
              <a:tabLst/>
              <a:defRPr/>
            </a:pPr>
            <a:r>
              <a:rPr lang="en-US"/>
              <a:t>Click to add a graphic. Note intended for text. </a:t>
            </a:r>
            <a:br>
              <a:rPr lang="en-US"/>
            </a:br>
            <a:r>
              <a:rPr lang="en-US"/>
              <a:t>Please use 2 content dynamic layout for text layouts</a:t>
            </a:r>
          </a:p>
          <a:p>
            <a:pPr marL="0" lvl="0" indent="0" algn="ctr"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endParaRPr lang="en-US"/>
          </a:p>
        </p:txBody>
      </p:sp>
      <p:cxnSp>
        <p:nvCxnSpPr>
          <p:cNvPr id="138" name="Straight Connector 137">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p:nvCxnSpPr>
        <p:spPr>
          <a:xfrm>
            <a:off x="8380413" y="1608668"/>
            <a:ext cx="3808412" cy="0"/>
          </a:xfrm>
          <a:prstGeom prst="line">
            <a:avLst/>
          </a:prstGeom>
          <a:ln w="25400">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9005EB21-86C3-42EF-BFE7-549D9EA3645A}"/>
              </a:ext>
            </a:extLst>
          </p:cNvPr>
          <p:cNvSpPr>
            <a:spLocks noGrp="1"/>
          </p:cNvSpPr>
          <p:nvPr>
            <p:ph type="body" sz="quarter" idx="17" hasCustomPrompt="1"/>
          </p:nvPr>
        </p:nvSpPr>
        <p:spPr>
          <a:xfrm>
            <a:off x="8380413" y="1699688"/>
            <a:ext cx="2006600" cy="298450"/>
          </a:xfrm>
        </p:spPr>
        <p:txBody>
          <a:bodyPr anchor="b"/>
          <a:lstStyle>
            <a:lvl1pPr>
              <a:defRPr sz="1800">
                <a:solidFill>
                  <a:schemeClr val="accent3"/>
                </a:solidFill>
              </a:defRPr>
            </a:lvl1pPr>
            <a:lvl5pPr>
              <a:defRPr/>
            </a:lvl5pPr>
          </a:lstStyle>
          <a:p>
            <a:pPr lvl="0"/>
            <a:r>
              <a:rPr lang="en-US"/>
              <a:t>Outcome</a:t>
            </a:r>
          </a:p>
        </p:txBody>
      </p:sp>
      <p:sp>
        <p:nvSpPr>
          <p:cNvPr id="4" name="Text Placeholder 3">
            <a:extLst>
              <a:ext uri="{FF2B5EF4-FFF2-40B4-BE49-F238E27FC236}">
                <a16:creationId xmlns:a16="http://schemas.microsoft.com/office/drawing/2014/main" id="{A8781D19-2DDB-4D83-983D-3D159A7DE7C0}"/>
              </a:ext>
            </a:extLst>
          </p:cNvPr>
          <p:cNvSpPr>
            <a:spLocks noGrp="1"/>
          </p:cNvSpPr>
          <p:nvPr>
            <p:ph type="body" sz="quarter" idx="20" hasCustomPrompt="1"/>
          </p:nvPr>
        </p:nvSpPr>
        <p:spPr>
          <a:xfrm>
            <a:off x="8378825" y="2063048"/>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dirty="0"/>
              <a:t>Click to add text</a:t>
            </a:r>
          </a:p>
          <a:p>
            <a:pPr lvl="1"/>
            <a:r>
              <a:rPr lang="en-US" dirty="0"/>
              <a:t>Second level</a:t>
            </a:r>
          </a:p>
          <a:p>
            <a:pPr lvl="2"/>
            <a:r>
              <a:rPr lang="en-US" dirty="0"/>
              <a:t>Third level</a:t>
            </a:r>
          </a:p>
        </p:txBody>
      </p:sp>
      <p:cxnSp>
        <p:nvCxnSpPr>
          <p:cNvPr id="75" name="Straight Connector 74">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Text Placeholder 6">
            <a:extLst>
              <a:ext uri="{FF2B5EF4-FFF2-40B4-BE49-F238E27FC236}">
                <a16:creationId xmlns:a16="http://schemas.microsoft.com/office/drawing/2014/main" id="{0D0977FA-A4CA-4F1F-8109-D7498D165EDD}"/>
              </a:ext>
            </a:extLst>
          </p:cNvPr>
          <p:cNvSpPr>
            <a:spLocks noGrp="1"/>
          </p:cNvSpPr>
          <p:nvPr>
            <p:ph type="body" sz="quarter" idx="19" hasCustomPrompt="1"/>
          </p:nvPr>
        </p:nvSpPr>
        <p:spPr>
          <a:xfrm>
            <a:off x="8380413" y="3972469"/>
            <a:ext cx="2006600" cy="298450"/>
          </a:xfrm>
        </p:spPr>
        <p:txBody>
          <a:bodyPr anchor="b"/>
          <a:lstStyle>
            <a:lvl1pPr>
              <a:defRPr sz="1800">
                <a:solidFill>
                  <a:schemeClr val="accent4"/>
                </a:solidFill>
              </a:defRPr>
            </a:lvl1pPr>
            <a:lvl5pPr>
              <a:defRPr/>
            </a:lvl5pPr>
          </a:lstStyle>
          <a:p>
            <a:pPr lvl="0"/>
            <a:r>
              <a:rPr lang="en-US"/>
              <a:t>Benefit</a:t>
            </a:r>
          </a:p>
        </p:txBody>
      </p:sp>
      <p:sp>
        <p:nvSpPr>
          <p:cNvPr id="16" name="Text Placeholder 3">
            <a:extLst>
              <a:ext uri="{FF2B5EF4-FFF2-40B4-BE49-F238E27FC236}">
                <a16:creationId xmlns:a16="http://schemas.microsoft.com/office/drawing/2014/main" id="{BB1458BF-96C1-46C6-A67F-AD0FB4B4E5C0}"/>
              </a:ext>
            </a:extLst>
          </p:cNvPr>
          <p:cNvSpPr>
            <a:spLocks noGrp="1"/>
          </p:cNvSpPr>
          <p:nvPr>
            <p:ph type="body" sz="quarter" idx="21" hasCustomPrompt="1"/>
          </p:nvPr>
        </p:nvSpPr>
        <p:spPr>
          <a:xfrm>
            <a:off x="8378825" y="4347904"/>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dirty="0"/>
              <a:t>Click to add text</a:t>
            </a:r>
          </a:p>
          <a:p>
            <a:pPr lvl="1"/>
            <a:r>
              <a:rPr lang="en-US" dirty="0"/>
              <a:t>Second level</a:t>
            </a:r>
          </a:p>
          <a:p>
            <a:pPr lvl="2"/>
            <a:r>
              <a:rPr lang="en-US" dirty="0"/>
              <a:t>Third level</a:t>
            </a:r>
          </a:p>
        </p:txBody>
      </p:sp>
      <p:sp>
        <p:nvSpPr>
          <p:cNvPr id="13" name="page number">
            <a:extLst>
              <a:ext uri="{FF2B5EF4-FFF2-40B4-BE49-F238E27FC236}">
                <a16:creationId xmlns:a16="http://schemas.microsoft.com/office/drawing/2014/main" id="{2520CB7B-27A1-0749-95BA-681D8A0535D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cxnSp>
        <p:nvCxnSpPr>
          <p:cNvPr id="12" name="Straight Connector 11">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userDrawn="1"/>
        </p:nvCxnSpPr>
        <p:spPr>
          <a:xfrm>
            <a:off x="8380413" y="1608668"/>
            <a:ext cx="3808412" cy="0"/>
          </a:xfrm>
          <a:prstGeom prst="line">
            <a:avLst/>
          </a:prstGeom>
          <a:ln w="25400">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userDrawn="1"/>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page number">
            <a:extLst>
              <a:ext uri="{FF2B5EF4-FFF2-40B4-BE49-F238E27FC236}">
                <a16:creationId xmlns:a16="http://schemas.microsoft.com/office/drawing/2014/main" id="{2520CB7B-27A1-0749-95BA-681D8A0535D2}"/>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160904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Customer Success">
    <p:spTree>
      <p:nvGrpSpPr>
        <p:cNvPr id="1" name=""/>
        <p:cNvGrpSpPr/>
        <p:nvPr/>
      </p:nvGrpSpPr>
      <p:grpSpPr>
        <a:xfrm>
          <a:off x="0" y="0"/>
          <a:ext cx="0" cy="0"/>
          <a:chOff x="0" y="0"/>
          <a:chExt cx="0" cy="0"/>
        </a:xfrm>
      </p:grpSpPr>
      <p:sp>
        <p:nvSpPr>
          <p:cNvPr id="53" name="Title 1">
            <a:extLst>
              <a:ext uri="{FF2B5EF4-FFF2-40B4-BE49-F238E27FC236}">
                <a16:creationId xmlns:a16="http://schemas.microsoft.com/office/drawing/2014/main" id="{05E46EAA-9D16-0D47-AF18-92C449033DAC}"/>
              </a:ext>
            </a:extLst>
          </p:cNvPr>
          <p:cNvSpPr>
            <a:spLocks noGrp="1"/>
          </p:cNvSpPr>
          <p:nvPr>
            <p:ph type="title" hasCustomPrompt="1"/>
          </p:nvPr>
        </p:nvSpPr>
        <p:spPr>
          <a:xfrm>
            <a:off x="579809" y="412751"/>
            <a:ext cx="11001004" cy="381000"/>
          </a:xfrm>
        </p:spPr>
        <p:txBody>
          <a:bodyPr/>
          <a:lstStyle>
            <a:lvl1pPr>
              <a:defRPr>
                <a:solidFill>
                  <a:schemeClr val="tx1"/>
                </a:solidFill>
              </a:defRPr>
            </a:lvl1pPr>
          </a:lstStyle>
          <a:p>
            <a:r>
              <a:rPr lang="en-US"/>
              <a:t>Customer Success – add Company Name here</a:t>
            </a:r>
          </a:p>
        </p:txBody>
      </p:sp>
      <p:sp>
        <p:nvSpPr>
          <p:cNvPr id="52" name="Subtitle 2">
            <a:extLst>
              <a:ext uri="{FF2B5EF4-FFF2-40B4-BE49-F238E27FC236}">
                <a16:creationId xmlns:a16="http://schemas.microsoft.com/office/drawing/2014/main" id="{CEFD99AC-6466-F04E-8E45-7EEEEA01BA6C}"/>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the highlighted business impact</a:t>
            </a:r>
          </a:p>
        </p:txBody>
      </p:sp>
      <p:cxnSp>
        <p:nvCxnSpPr>
          <p:cNvPr id="30" name="Straight Connector 29">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p:nvCxnSpPr>
        <p:spPr>
          <a:xfrm>
            <a:off x="609600" y="1552248"/>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1" name="Text Placeholder 6">
            <a:extLst>
              <a:ext uri="{FF2B5EF4-FFF2-40B4-BE49-F238E27FC236}">
                <a16:creationId xmlns:a16="http://schemas.microsoft.com/office/drawing/2014/main" id="{40CB7868-5ADF-4E42-9BA5-758DD5ADEBC0}"/>
              </a:ext>
            </a:extLst>
          </p:cNvPr>
          <p:cNvSpPr>
            <a:spLocks noGrp="1"/>
          </p:cNvSpPr>
          <p:nvPr>
            <p:ph type="body" sz="quarter" idx="17" hasCustomPrompt="1"/>
          </p:nvPr>
        </p:nvSpPr>
        <p:spPr>
          <a:xfrm>
            <a:off x="613093" y="1564006"/>
            <a:ext cx="2006600" cy="227454"/>
          </a:xfrm>
        </p:spPr>
        <p:txBody>
          <a:bodyPr anchor="b"/>
          <a:lstStyle>
            <a:lvl1pPr>
              <a:lnSpc>
                <a:spcPct val="100000"/>
              </a:lnSpc>
              <a:spcBef>
                <a:spcPts val="0"/>
              </a:spcBef>
              <a:defRPr sz="1200" cap="all" baseline="0">
                <a:solidFill>
                  <a:schemeClr val="tx1"/>
                </a:solidFill>
              </a:defRPr>
            </a:lvl1pPr>
            <a:lvl5pPr>
              <a:defRPr/>
            </a:lvl5pPr>
          </a:lstStyle>
          <a:p>
            <a:pPr lvl="0"/>
            <a:r>
              <a:rPr lang="en-US"/>
              <a:t>ABOUT</a:t>
            </a:r>
          </a:p>
        </p:txBody>
      </p:sp>
      <p:sp>
        <p:nvSpPr>
          <p:cNvPr id="50" name="Content Placeholder 17">
            <a:extLst>
              <a:ext uri="{FF2B5EF4-FFF2-40B4-BE49-F238E27FC236}">
                <a16:creationId xmlns:a16="http://schemas.microsoft.com/office/drawing/2014/main" id="{767C0863-B9D1-344E-A978-CD49E9400F6F}"/>
              </a:ext>
            </a:extLst>
          </p:cNvPr>
          <p:cNvSpPr>
            <a:spLocks noGrp="1"/>
          </p:cNvSpPr>
          <p:nvPr>
            <p:ph sz="quarter" idx="16" hasCustomPrompt="1"/>
          </p:nvPr>
        </p:nvSpPr>
        <p:spPr>
          <a:xfrm>
            <a:off x="611645" y="1901093"/>
            <a:ext cx="3201848" cy="1214595"/>
          </a:xfrm>
          <a:noFill/>
        </p:spPr>
        <p:txBody>
          <a:bodyPr vert="horz" lIns="0" tIns="0" rIns="0" bIns="457200" rtlCol="0">
            <a:noAutofit/>
          </a:bodyPr>
          <a:lstStyle>
            <a:lvl1pPr>
              <a:lnSpc>
                <a:spcPct val="100000"/>
              </a:lnSpc>
              <a:spcBef>
                <a:spcPts val="0"/>
              </a:spcBef>
              <a:defRPr lang="en-US" sz="1050" dirty="0">
                <a:solidFill>
                  <a:schemeClr val="tx1"/>
                </a:solidFill>
              </a:defRPr>
            </a:lvl1pPr>
            <a:lvl2pPr marL="114300" indent="-114300">
              <a:lnSpc>
                <a:spcPct val="100000"/>
              </a:lnSpc>
              <a:spcBef>
                <a:spcPts val="0"/>
              </a:spcBef>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39" name="Straight Connector 38">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p:nvCxnSpPr>
        <p:spPr>
          <a:xfrm>
            <a:off x="4412165" y="1552248"/>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4" name="Text Placeholder 6">
            <a:extLst>
              <a:ext uri="{FF2B5EF4-FFF2-40B4-BE49-F238E27FC236}">
                <a16:creationId xmlns:a16="http://schemas.microsoft.com/office/drawing/2014/main" id="{5A3D06D5-FD3F-BA4E-8627-B3D253D001EB}"/>
              </a:ext>
            </a:extLst>
          </p:cNvPr>
          <p:cNvSpPr>
            <a:spLocks noGrp="1"/>
          </p:cNvSpPr>
          <p:nvPr>
            <p:ph type="body" sz="quarter" idx="39" hasCustomPrompt="1"/>
          </p:nvPr>
        </p:nvSpPr>
        <p:spPr>
          <a:xfrm>
            <a:off x="4418012" y="1564006"/>
            <a:ext cx="2006600" cy="227454"/>
          </a:xfrm>
        </p:spPr>
        <p:txBody>
          <a:bodyPr anchor="b"/>
          <a:lstStyle>
            <a:lvl1pPr>
              <a:lnSpc>
                <a:spcPct val="100000"/>
              </a:lnSpc>
              <a:spcBef>
                <a:spcPts val="0"/>
              </a:spcBef>
              <a:defRPr sz="1200" cap="all" baseline="0">
                <a:solidFill>
                  <a:schemeClr val="tx1"/>
                </a:solidFill>
              </a:defRPr>
            </a:lvl1pPr>
            <a:lvl5pPr>
              <a:defRPr/>
            </a:lvl5pPr>
          </a:lstStyle>
          <a:p>
            <a:pPr lvl="0"/>
            <a:r>
              <a:rPr lang="en-US"/>
              <a:t>SOLUTION</a:t>
            </a:r>
          </a:p>
        </p:txBody>
      </p:sp>
      <p:sp>
        <p:nvSpPr>
          <p:cNvPr id="47" name="Content Placeholder 17">
            <a:extLst>
              <a:ext uri="{FF2B5EF4-FFF2-40B4-BE49-F238E27FC236}">
                <a16:creationId xmlns:a16="http://schemas.microsoft.com/office/drawing/2014/main" id="{A2B343CF-FF49-7E4F-A7C9-0593553254F3}"/>
              </a:ext>
            </a:extLst>
          </p:cNvPr>
          <p:cNvSpPr>
            <a:spLocks noGrp="1"/>
          </p:cNvSpPr>
          <p:nvPr>
            <p:ph sz="quarter" idx="20" hasCustomPrompt="1"/>
          </p:nvPr>
        </p:nvSpPr>
        <p:spPr>
          <a:xfrm>
            <a:off x="4414210" y="1901094"/>
            <a:ext cx="3201848" cy="1225566"/>
          </a:xfrm>
          <a:noFill/>
        </p:spPr>
        <p:txBody>
          <a:bodyPr vert="horz" lIns="0" tIns="0" rIns="0" bIns="457200" rtlCol="0">
            <a:noAutofit/>
          </a:bodyPr>
          <a:lstStyle>
            <a:lvl1pPr>
              <a:lnSpc>
                <a:spcPct val="100000"/>
              </a:lnSpc>
              <a:spcBef>
                <a:spcPts val="0"/>
              </a:spcBef>
              <a:defRPr lang="en-US" sz="1050" dirty="0">
                <a:solidFill>
                  <a:schemeClr val="tx1"/>
                </a:solidFill>
              </a:defRPr>
            </a:lvl1pPr>
            <a:lvl2pPr marL="114300" indent="-114300">
              <a:lnSpc>
                <a:spcPct val="100000"/>
              </a:lnSpc>
              <a:spcBef>
                <a:spcPts val="0"/>
              </a:spcBef>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31" name="Straight Connector 30">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p:nvCxnSpPr>
        <p:spPr>
          <a:xfrm>
            <a:off x="609600" y="3325372"/>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9" name="Text Placeholder 6">
            <a:extLst>
              <a:ext uri="{FF2B5EF4-FFF2-40B4-BE49-F238E27FC236}">
                <a16:creationId xmlns:a16="http://schemas.microsoft.com/office/drawing/2014/main" id="{68B03587-93C7-A44F-A27D-84877C6A912A}"/>
              </a:ext>
            </a:extLst>
          </p:cNvPr>
          <p:cNvSpPr>
            <a:spLocks noGrp="1"/>
          </p:cNvSpPr>
          <p:nvPr>
            <p:ph type="body" sz="quarter" idx="19" hasCustomPrompt="1"/>
          </p:nvPr>
        </p:nvSpPr>
        <p:spPr>
          <a:xfrm>
            <a:off x="613093" y="3345364"/>
            <a:ext cx="2006600" cy="227454"/>
          </a:xfrm>
        </p:spPr>
        <p:txBody>
          <a:bodyPr anchor="b"/>
          <a:lstStyle>
            <a:lvl1pPr>
              <a:lnSpc>
                <a:spcPct val="100000"/>
              </a:lnSpc>
              <a:spcBef>
                <a:spcPts val="0"/>
              </a:spcBef>
              <a:defRPr sz="1200" cap="all" baseline="0">
                <a:solidFill>
                  <a:schemeClr val="tx1"/>
                </a:solidFill>
              </a:defRPr>
            </a:lvl1pPr>
            <a:lvl5pPr>
              <a:defRPr/>
            </a:lvl5pPr>
          </a:lstStyle>
          <a:p>
            <a:pPr lvl="0"/>
            <a:r>
              <a:rPr lang="en-US"/>
              <a:t>CHALLENGES</a:t>
            </a:r>
          </a:p>
        </p:txBody>
      </p:sp>
      <p:sp>
        <p:nvSpPr>
          <p:cNvPr id="48" name="Content Placeholder 17">
            <a:extLst>
              <a:ext uri="{FF2B5EF4-FFF2-40B4-BE49-F238E27FC236}">
                <a16:creationId xmlns:a16="http://schemas.microsoft.com/office/drawing/2014/main" id="{65BA7F3E-AD8D-A54C-B026-DAA8FC9C0540}"/>
              </a:ext>
            </a:extLst>
          </p:cNvPr>
          <p:cNvSpPr>
            <a:spLocks noGrp="1"/>
          </p:cNvSpPr>
          <p:nvPr>
            <p:ph sz="quarter" idx="18" hasCustomPrompt="1"/>
          </p:nvPr>
        </p:nvSpPr>
        <p:spPr>
          <a:xfrm>
            <a:off x="611645" y="3693430"/>
            <a:ext cx="3201848" cy="1110049"/>
          </a:xfrm>
          <a:noFill/>
        </p:spPr>
        <p:txBody>
          <a:bodyPr vert="horz" lIns="0" tIns="0" rIns="0" bIns="457200" rtlCol="0">
            <a:noAutofit/>
          </a:bodyPr>
          <a:lstStyle>
            <a:lvl1pPr>
              <a:lnSpc>
                <a:spcPct val="100000"/>
              </a:lnSpc>
              <a:spcBef>
                <a:spcPts val="0"/>
              </a:spcBef>
              <a:defRPr lang="en-US" sz="1050" dirty="0">
                <a:solidFill>
                  <a:schemeClr val="tx1"/>
                </a:solidFill>
              </a:defRPr>
            </a:lvl1pPr>
            <a:lvl2pPr marL="114300" indent="-114300">
              <a:lnSpc>
                <a:spcPct val="100000"/>
              </a:lnSpc>
              <a:spcBef>
                <a:spcPts val="0"/>
              </a:spcBef>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40" name="Straight Connector 39">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p:nvCxnSpPr>
        <p:spPr>
          <a:xfrm>
            <a:off x="4412165" y="3325372"/>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9" name="Text Placeholder 33">
            <a:extLst>
              <a:ext uri="{FF2B5EF4-FFF2-40B4-BE49-F238E27FC236}">
                <a16:creationId xmlns:a16="http://schemas.microsoft.com/office/drawing/2014/main" id="{12DEAF9A-D0A2-3A4B-B37B-FD530909C5D1}"/>
              </a:ext>
            </a:extLst>
          </p:cNvPr>
          <p:cNvSpPr>
            <a:spLocks noGrp="1"/>
          </p:cNvSpPr>
          <p:nvPr>
            <p:ph type="body" sz="quarter" idx="23" hasCustomPrompt="1"/>
          </p:nvPr>
        </p:nvSpPr>
        <p:spPr>
          <a:xfrm>
            <a:off x="4426811" y="3345364"/>
            <a:ext cx="2006600" cy="227454"/>
          </a:xfrm>
        </p:spPr>
        <p:txBody>
          <a:bodyPr anchor="b" anchorCtr="0"/>
          <a:lstStyle>
            <a:lvl1pPr>
              <a:defRPr sz="1200" cap="all" baseline="0">
                <a:solidFill>
                  <a:schemeClr val="tx1"/>
                </a:solidFill>
              </a:defRPr>
            </a:lvl1pPr>
          </a:lstStyle>
          <a:p>
            <a:r>
              <a:rPr lang="en-US"/>
              <a:t>IMPACT</a:t>
            </a:r>
          </a:p>
        </p:txBody>
      </p:sp>
      <p:sp>
        <p:nvSpPr>
          <p:cNvPr id="46" name="Content Placeholder 17">
            <a:extLst>
              <a:ext uri="{FF2B5EF4-FFF2-40B4-BE49-F238E27FC236}">
                <a16:creationId xmlns:a16="http://schemas.microsoft.com/office/drawing/2014/main" id="{3265790D-1104-8D4D-A8C6-F7A7E77F664C}"/>
              </a:ext>
            </a:extLst>
          </p:cNvPr>
          <p:cNvSpPr>
            <a:spLocks noGrp="1"/>
          </p:cNvSpPr>
          <p:nvPr>
            <p:ph sz="quarter" idx="22" hasCustomPrompt="1"/>
          </p:nvPr>
        </p:nvSpPr>
        <p:spPr>
          <a:xfrm>
            <a:off x="4414210" y="3693430"/>
            <a:ext cx="3201848" cy="1132351"/>
          </a:xfrm>
          <a:noFill/>
        </p:spPr>
        <p:txBody>
          <a:bodyPr vert="horz" lIns="0" tIns="0" rIns="0" bIns="457200" rtlCol="0">
            <a:noAutofit/>
          </a:bodyPr>
          <a:lstStyle>
            <a:lvl1pPr>
              <a:lnSpc>
                <a:spcPct val="100000"/>
              </a:lnSpc>
              <a:spcBef>
                <a:spcPts val="0"/>
              </a:spcBef>
              <a:defRPr lang="en-US" sz="1050" dirty="0">
                <a:solidFill>
                  <a:schemeClr val="tx1"/>
                </a:solidFill>
              </a:defRPr>
            </a:lvl1pPr>
            <a:lvl2pPr marL="114300" indent="-114300">
              <a:lnSpc>
                <a:spcPct val="100000"/>
              </a:lnSpc>
              <a:spcBef>
                <a:spcPts val="0"/>
              </a:spcBef>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55" name="Straight Connector 54">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p:nvCxnSpPr>
        <p:spPr>
          <a:xfrm>
            <a:off x="608739" y="5023689"/>
            <a:ext cx="3472607" cy="0"/>
          </a:xfrm>
          <a:prstGeom prst="line">
            <a:avLst/>
          </a:prstGeom>
          <a:ln w="22225">
            <a:solidFill>
              <a:schemeClr val="accent6"/>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4" name="Text Placeholder 6">
            <a:extLst>
              <a:ext uri="{FF2B5EF4-FFF2-40B4-BE49-F238E27FC236}">
                <a16:creationId xmlns:a16="http://schemas.microsoft.com/office/drawing/2014/main" id="{EF15C3B0-3307-FF46-8C6D-169079865548}"/>
              </a:ext>
            </a:extLst>
          </p:cNvPr>
          <p:cNvSpPr>
            <a:spLocks noGrp="1"/>
          </p:cNvSpPr>
          <p:nvPr>
            <p:ph type="body" sz="quarter" idx="29" hasCustomPrompt="1"/>
          </p:nvPr>
        </p:nvSpPr>
        <p:spPr>
          <a:xfrm>
            <a:off x="613093" y="5039275"/>
            <a:ext cx="3200400" cy="227454"/>
          </a:xfrm>
        </p:spPr>
        <p:txBody>
          <a:bodyPr anchor="b"/>
          <a:lstStyle>
            <a:lvl1pPr algn="l">
              <a:lnSpc>
                <a:spcPct val="100000"/>
              </a:lnSpc>
              <a:spcBef>
                <a:spcPts val="0"/>
              </a:spcBef>
              <a:defRPr sz="1200" cap="all" baseline="0">
                <a:solidFill>
                  <a:schemeClr val="tx1"/>
                </a:solidFill>
              </a:defRPr>
            </a:lvl1pPr>
            <a:lvl5pPr>
              <a:defRPr/>
            </a:lvl5pPr>
          </a:lstStyle>
          <a:p>
            <a:pPr lvl="0"/>
            <a:r>
              <a:rPr lang="en-US"/>
              <a:t>PRODUCTS</a:t>
            </a:r>
          </a:p>
        </p:txBody>
      </p:sp>
      <p:sp>
        <p:nvSpPr>
          <p:cNvPr id="56" name="Text Placeholder 6">
            <a:extLst>
              <a:ext uri="{FF2B5EF4-FFF2-40B4-BE49-F238E27FC236}">
                <a16:creationId xmlns:a16="http://schemas.microsoft.com/office/drawing/2014/main" id="{F0EFE66F-363C-804E-BABD-F54C3E33FDEA}"/>
              </a:ext>
            </a:extLst>
          </p:cNvPr>
          <p:cNvSpPr>
            <a:spLocks noGrp="1"/>
          </p:cNvSpPr>
          <p:nvPr>
            <p:ph type="body" sz="quarter" idx="31" hasCustomPrompt="1"/>
          </p:nvPr>
        </p:nvSpPr>
        <p:spPr>
          <a:xfrm>
            <a:off x="613093" y="5326736"/>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One</a:t>
            </a:r>
          </a:p>
        </p:txBody>
      </p:sp>
      <p:sp>
        <p:nvSpPr>
          <p:cNvPr id="57" name="Text Placeholder 6">
            <a:extLst>
              <a:ext uri="{FF2B5EF4-FFF2-40B4-BE49-F238E27FC236}">
                <a16:creationId xmlns:a16="http://schemas.microsoft.com/office/drawing/2014/main" id="{0166C751-50F5-8B4F-9A97-B83901E78B00}"/>
              </a:ext>
            </a:extLst>
          </p:cNvPr>
          <p:cNvSpPr>
            <a:spLocks noGrp="1"/>
          </p:cNvSpPr>
          <p:nvPr>
            <p:ph type="body" sz="quarter" idx="33" hasCustomPrompt="1"/>
          </p:nvPr>
        </p:nvSpPr>
        <p:spPr>
          <a:xfrm>
            <a:off x="613093" y="5576118"/>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Two</a:t>
            </a:r>
          </a:p>
        </p:txBody>
      </p:sp>
      <p:sp>
        <p:nvSpPr>
          <p:cNvPr id="58" name="Text Placeholder 6">
            <a:extLst>
              <a:ext uri="{FF2B5EF4-FFF2-40B4-BE49-F238E27FC236}">
                <a16:creationId xmlns:a16="http://schemas.microsoft.com/office/drawing/2014/main" id="{0D57825D-E522-644D-8F4A-0B77A7036EBF}"/>
              </a:ext>
            </a:extLst>
          </p:cNvPr>
          <p:cNvSpPr>
            <a:spLocks noGrp="1"/>
          </p:cNvSpPr>
          <p:nvPr>
            <p:ph type="body" sz="quarter" idx="35" hasCustomPrompt="1"/>
          </p:nvPr>
        </p:nvSpPr>
        <p:spPr>
          <a:xfrm>
            <a:off x="613093" y="5807027"/>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Three</a:t>
            </a:r>
          </a:p>
        </p:txBody>
      </p:sp>
      <p:sp>
        <p:nvSpPr>
          <p:cNvPr id="65" name="Text Placeholder 6">
            <a:extLst>
              <a:ext uri="{FF2B5EF4-FFF2-40B4-BE49-F238E27FC236}">
                <a16:creationId xmlns:a16="http://schemas.microsoft.com/office/drawing/2014/main" id="{715C6E1C-FC70-6A4E-8F12-8EFEDFF99F5A}"/>
              </a:ext>
            </a:extLst>
          </p:cNvPr>
          <p:cNvSpPr>
            <a:spLocks noGrp="1"/>
          </p:cNvSpPr>
          <p:nvPr>
            <p:ph type="body" sz="quarter" idx="40" hasCustomPrompt="1"/>
          </p:nvPr>
        </p:nvSpPr>
        <p:spPr>
          <a:xfrm>
            <a:off x="4393597" y="5039274"/>
            <a:ext cx="3200400" cy="227454"/>
          </a:xfrm>
        </p:spPr>
        <p:txBody>
          <a:bodyPr anchor="b"/>
          <a:lstStyle>
            <a:lvl1pPr algn="l">
              <a:lnSpc>
                <a:spcPct val="100000"/>
              </a:lnSpc>
              <a:spcBef>
                <a:spcPts val="0"/>
              </a:spcBef>
              <a:defRPr sz="1200" cap="all" baseline="0">
                <a:solidFill>
                  <a:schemeClr val="tx1"/>
                </a:solidFill>
              </a:defRPr>
            </a:lvl1pPr>
            <a:lvl5pPr>
              <a:defRPr/>
            </a:lvl5pPr>
          </a:lstStyle>
          <a:p>
            <a:pPr lvl="0"/>
            <a:r>
              <a:rPr lang="en-US"/>
              <a:t>STRATEGIC PRIORITIES</a:t>
            </a:r>
          </a:p>
        </p:txBody>
      </p:sp>
      <p:sp>
        <p:nvSpPr>
          <p:cNvPr id="61" name="Text Placeholder 6">
            <a:extLst>
              <a:ext uri="{FF2B5EF4-FFF2-40B4-BE49-F238E27FC236}">
                <a16:creationId xmlns:a16="http://schemas.microsoft.com/office/drawing/2014/main" id="{EBAAD5C6-0007-A84B-A2C2-FCC2F00B4295}"/>
              </a:ext>
            </a:extLst>
          </p:cNvPr>
          <p:cNvSpPr>
            <a:spLocks noGrp="1"/>
          </p:cNvSpPr>
          <p:nvPr>
            <p:ph type="body" sz="quarter" idx="36" hasCustomPrompt="1"/>
          </p:nvPr>
        </p:nvSpPr>
        <p:spPr>
          <a:xfrm>
            <a:off x="4400790" y="5327336"/>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One</a:t>
            </a:r>
          </a:p>
        </p:txBody>
      </p:sp>
      <p:sp>
        <p:nvSpPr>
          <p:cNvPr id="62" name="Text Placeholder 6">
            <a:extLst>
              <a:ext uri="{FF2B5EF4-FFF2-40B4-BE49-F238E27FC236}">
                <a16:creationId xmlns:a16="http://schemas.microsoft.com/office/drawing/2014/main" id="{A8B7A6ED-D85B-2E4C-BCD6-D130232A3F76}"/>
              </a:ext>
            </a:extLst>
          </p:cNvPr>
          <p:cNvSpPr>
            <a:spLocks noGrp="1"/>
          </p:cNvSpPr>
          <p:nvPr>
            <p:ph type="body" sz="quarter" idx="37" hasCustomPrompt="1"/>
          </p:nvPr>
        </p:nvSpPr>
        <p:spPr>
          <a:xfrm>
            <a:off x="4400790" y="5576718"/>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Two</a:t>
            </a:r>
          </a:p>
        </p:txBody>
      </p:sp>
      <p:sp>
        <p:nvSpPr>
          <p:cNvPr id="63" name="Text Placeholder 6">
            <a:extLst>
              <a:ext uri="{FF2B5EF4-FFF2-40B4-BE49-F238E27FC236}">
                <a16:creationId xmlns:a16="http://schemas.microsoft.com/office/drawing/2014/main" id="{C507BC1F-4225-8C48-9110-5D75D900FFC0}"/>
              </a:ext>
            </a:extLst>
          </p:cNvPr>
          <p:cNvSpPr>
            <a:spLocks noGrp="1"/>
          </p:cNvSpPr>
          <p:nvPr>
            <p:ph type="body" sz="quarter" idx="38" hasCustomPrompt="1"/>
          </p:nvPr>
        </p:nvSpPr>
        <p:spPr>
          <a:xfrm>
            <a:off x="4400790" y="5807627"/>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Three</a:t>
            </a:r>
          </a:p>
        </p:txBody>
      </p:sp>
      <p:sp>
        <p:nvSpPr>
          <p:cNvPr id="45" name="Picture Placeholder 8">
            <a:extLst>
              <a:ext uri="{FF2B5EF4-FFF2-40B4-BE49-F238E27FC236}">
                <a16:creationId xmlns:a16="http://schemas.microsoft.com/office/drawing/2014/main" id="{231A51E8-5046-A444-8DFA-A0B8E647C4F2}"/>
              </a:ext>
            </a:extLst>
          </p:cNvPr>
          <p:cNvSpPr>
            <a:spLocks noGrp="1"/>
          </p:cNvSpPr>
          <p:nvPr>
            <p:ph type="pic" sz="quarter" idx="25" hasCustomPrompt="1"/>
          </p:nvPr>
        </p:nvSpPr>
        <p:spPr>
          <a:xfrm>
            <a:off x="9207965" y="1600200"/>
            <a:ext cx="1841500" cy="660399"/>
          </a:xfrm>
        </p:spPr>
        <p:txBody>
          <a:bodyPr anchor="ctr"/>
          <a:lstStyle>
            <a:lvl1pPr algn="ctr">
              <a:lnSpc>
                <a:spcPct val="100000"/>
              </a:lnSpc>
              <a:spcBef>
                <a:spcPts val="0"/>
              </a:spcBef>
              <a:defRPr>
                <a:solidFill>
                  <a:schemeClr val="tx1"/>
                </a:solidFill>
              </a:defRPr>
            </a:lvl1pPr>
          </a:lstStyle>
          <a:p>
            <a:r>
              <a:rPr lang="en-US"/>
              <a:t>Insert Logo here</a:t>
            </a:r>
          </a:p>
        </p:txBody>
      </p:sp>
      <p:sp>
        <p:nvSpPr>
          <p:cNvPr id="44" name="Text Placeholder 10">
            <a:extLst>
              <a:ext uri="{FF2B5EF4-FFF2-40B4-BE49-F238E27FC236}">
                <a16:creationId xmlns:a16="http://schemas.microsoft.com/office/drawing/2014/main" id="{81E8E56D-8554-4E46-BBBC-E98827D1EE1F}"/>
              </a:ext>
            </a:extLst>
          </p:cNvPr>
          <p:cNvSpPr>
            <a:spLocks noGrp="1"/>
          </p:cNvSpPr>
          <p:nvPr>
            <p:ph type="body" sz="quarter" idx="27" hasCustomPrompt="1"/>
          </p:nvPr>
        </p:nvSpPr>
        <p:spPr>
          <a:xfrm>
            <a:off x="8509465" y="2347933"/>
            <a:ext cx="3206750" cy="241300"/>
          </a:xfrm>
        </p:spPr>
        <p:txBody>
          <a:bodyPr anchor="ctr"/>
          <a:lstStyle>
            <a:lvl1pPr algn="ctr">
              <a:lnSpc>
                <a:spcPct val="100000"/>
              </a:lnSpc>
              <a:spcBef>
                <a:spcPts val="0"/>
              </a:spcBef>
              <a:defRPr sz="1200">
                <a:solidFill>
                  <a:schemeClr val="tx1"/>
                </a:solidFill>
              </a:defRPr>
            </a:lvl1pPr>
            <a:lvl2pPr marL="0" indent="0" algn="ctr">
              <a:buFont typeface="Arial" panose="020B0604020202020204" pitchFamily="34" charset="0"/>
              <a:buChar char="​"/>
              <a:defRPr sz="1200">
                <a:solidFill>
                  <a:schemeClr val="accent1"/>
                </a:solidFill>
              </a:defRPr>
            </a:lvl2pPr>
            <a:lvl3pPr marL="0" indent="0" algn="ctr">
              <a:buFont typeface="Arial" panose="020B0604020202020204" pitchFamily="34" charset="0"/>
              <a:buChar char="​"/>
              <a:defRPr sz="1200">
                <a:solidFill>
                  <a:schemeClr val="accent1"/>
                </a:solidFill>
              </a:defRPr>
            </a:lvl3pPr>
            <a:lvl4pPr marL="0" indent="0" algn="ctr">
              <a:buFont typeface="Arial" panose="020B0604020202020204" pitchFamily="34" charset="0"/>
              <a:buChar char="​"/>
              <a:defRPr sz="1200">
                <a:solidFill>
                  <a:schemeClr val="accent1"/>
                </a:solidFill>
              </a:defRPr>
            </a:lvl4pPr>
            <a:lvl5pPr marL="0" indent="0" algn="ctr">
              <a:buFont typeface="Arial" panose="020B0604020202020204" pitchFamily="34" charset="0"/>
              <a:buChar char="​"/>
              <a:defRPr sz="1200">
                <a:solidFill>
                  <a:schemeClr val="accent1"/>
                </a:solidFill>
              </a:defRPr>
            </a:lvl5pPr>
          </a:lstStyle>
          <a:p>
            <a:pPr lvl="0"/>
            <a:r>
              <a:rPr lang="en-US"/>
              <a:t>Location</a:t>
            </a:r>
          </a:p>
        </p:txBody>
      </p:sp>
      <p:sp>
        <p:nvSpPr>
          <p:cNvPr id="43" name="Text Placeholder 10">
            <a:extLst>
              <a:ext uri="{FF2B5EF4-FFF2-40B4-BE49-F238E27FC236}">
                <a16:creationId xmlns:a16="http://schemas.microsoft.com/office/drawing/2014/main" id="{59903D24-0D11-174E-9765-B2914D00A88C}"/>
              </a:ext>
            </a:extLst>
          </p:cNvPr>
          <p:cNvSpPr>
            <a:spLocks noGrp="1"/>
          </p:cNvSpPr>
          <p:nvPr>
            <p:ph type="body" sz="quarter" idx="28" hasCustomPrompt="1"/>
          </p:nvPr>
        </p:nvSpPr>
        <p:spPr>
          <a:xfrm>
            <a:off x="8509465" y="2647290"/>
            <a:ext cx="3206750" cy="241300"/>
          </a:xfrm>
        </p:spPr>
        <p:txBody>
          <a:bodyPr anchor="ctr"/>
          <a:lstStyle>
            <a:lvl1pPr algn="ctr">
              <a:lnSpc>
                <a:spcPct val="100000"/>
              </a:lnSpc>
              <a:spcBef>
                <a:spcPts val="0"/>
              </a:spcBef>
              <a:defRPr sz="1200">
                <a:solidFill>
                  <a:schemeClr val="tx1"/>
                </a:solidFill>
              </a:defRPr>
            </a:lvl1pPr>
            <a:lvl2pPr marL="0" indent="0" algn="ctr">
              <a:buFont typeface="Arial" panose="020B0604020202020204" pitchFamily="34" charset="0"/>
              <a:buChar char="​"/>
              <a:defRPr sz="1200">
                <a:solidFill>
                  <a:schemeClr val="accent1"/>
                </a:solidFill>
              </a:defRPr>
            </a:lvl2pPr>
            <a:lvl3pPr marL="0" indent="0" algn="ctr">
              <a:buFont typeface="Arial" panose="020B0604020202020204" pitchFamily="34" charset="0"/>
              <a:buChar char="​"/>
              <a:defRPr sz="1200">
                <a:solidFill>
                  <a:schemeClr val="accent1"/>
                </a:solidFill>
              </a:defRPr>
            </a:lvl3pPr>
            <a:lvl4pPr marL="0" indent="0" algn="ctr">
              <a:buFont typeface="Arial" panose="020B0604020202020204" pitchFamily="34" charset="0"/>
              <a:buChar char="​"/>
              <a:defRPr sz="1200">
                <a:solidFill>
                  <a:schemeClr val="accent1"/>
                </a:solidFill>
              </a:defRPr>
            </a:lvl4pPr>
            <a:lvl5pPr marL="0" indent="0" algn="ctr">
              <a:buFont typeface="Arial" panose="020B0604020202020204" pitchFamily="34" charset="0"/>
              <a:buChar char="​"/>
              <a:defRPr sz="1200">
                <a:solidFill>
                  <a:schemeClr val="accent1"/>
                </a:solidFill>
              </a:defRPr>
            </a:lvl5pPr>
          </a:lstStyle>
          <a:p>
            <a:pPr lvl="0"/>
            <a:r>
              <a:rPr lang="en-US"/>
              <a:t>Industry</a:t>
            </a:r>
          </a:p>
        </p:txBody>
      </p:sp>
      <p:sp>
        <p:nvSpPr>
          <p:cNvPr id="42" name="Picture Placeholder 5">
            <a:extLst>
              <a:ext uri="{FF2B5EF4-FFF2-40B4-BE49-F238E27FC236}">
                <a16:creationId xmlns:a16="http://schemas.microsoft.com/office/drawing/2014/main" id="{2EDE5296-3D34-0C47-A404-38FF5A22C6D8}"/>
              </a:ext>
            </a:extLst>
          </p:cNvPr>
          <p:cNvSpPr>
            <a:spLocks noGrp="1"/>
          </p:cNvSpPr>
          <p:nvPr>
            <p:ph type="pic" sz="quarter" idx="24"/>
          </p:nvPr>
        </p:nvSpPr>
        <p:spPr>
          <a:xfrm>
            <a:off x="8515815" y="2971800"/>
            <a:ext cx="3194050" cy="1828800"/>
          </a:xfrm>
        </p:spPr>
        <p:txBody>
          <a:bodyPr/>
          <a:lstStyle>
            <a:lvl1pPr>
              <a:lnSpc>
                <a:spcPct val="100000"/>
              </a:lnSpc>
              <a:spcBef>
                <a:spcPts val="0"/>
              </a:spcBef>
              <a:defRPr>
                <a:solidFill>
                  <a:schemeClr val="tx1"/>
                </a:solidFill>
              </a:defRPr>
            </a:lvl1pPr>
          </a:lstStyle>
          <a:p>
            <a:r>
              <a:rPr lang="en-US"/>
              <a:t>Click icon to add picture</a:t>
            </a:r>
          </a:p>
        </p:txBody>
      </p:sp>
      <p:sp>
        <p:nvSpPr>
          <p:cNvPr id="41" name="Text Placeholder 10">
            <a:extLst>
              <a:ext uri="{FF2B5EF4-FFF2-40B4-BE49-F238E27FC236}">
                <a16:creationId xmlns:a16="http://schemas.microsoft.com/office/drawing/2014/main" id="{C7B1EDB8-ADF5-9C41-B4C4-26AA9C0B9D24}"/>
              </a:ext>
            </a:extLst>
          </p:cNvPr>
          <p:cNvSpPr>
            <a:spLocks noGrp="1"/>
          </p:cNvSpPr>
          <p:nvPr>
            <p:ph type="body" sz="quarter" idx="26" hasCustomPrompt="1"/>
          </p:nvPr>
        </p:nvSpPr>
        <p:spPr>
          <a:xfrm>
            <a:off x="8515815" y="5022214"/>
            <a:ext cx="3200400" cy="1153795"/>
          </a:xfrm>
        </p:spPr>
        <p:txBody>
          <a:bodyPr/>
          <a:lstStyle>
            <a:lvl1pPr algn="ctr">
              <a:lnSpc>
                <a:spcPct val="100000"/>
              </a:lnSpc>
              <a:spcBef>
                <a:spcPts val="0"/>
              </a:spcBef>
              <a:defRPr sz="1400">
                <a:solidFill>
                  <a:schemeClr val="tx1"/>
                </a:solidFill>
              </a:defRPr>
            </a:lvl1pPr>
            <a:lvl2pPr marL="0" indent="0" algn="ctr">
              <a:lnSpc>
                <a:spcPct val="100000"/>
              </a:lnSpc>
              <a:spcBef>
                <a:spcPts val="0"/>
              </a:spcBef>
              <a:buFont typeface="Arial" panose="020B0604020202020204" pitchFamily="34" charset="0"/>
              <a:buChar char="​"/>
              <a:defRPr sz="1200">
                <a:solidFill>
                  <a:schemeClr val="tx1"/>
                </a:solidFill>
              </a:defRPr>
            </a:lvl2pPr>
            <a:lvl3pPr marL="0" indent="0" algn="ctr">
              <a:buFont typeface="Arial" panose="020B0604020202020204" pitchFamily="34" charset="0"/>
              <a:buNone/>
              <a:defRPr sz="1200">
                <a:solidFill>
                  <a:schemeClr val="accent1"/>
                </a:solidFill>
              </a:defRPr>
            </a:lvl3pPr>
            <a:lvl4pPr marL="0" indent="0" algn="ctr">
              <a:buFont typeface="Arial" panose="020B0604020202020204" pitchFamily="34" charset="0"/>
              <a:buChar char="​"/>
              <a:defRPr sz="1200">
                <a:solidFill>
                  <a:schemeClr val="accent1"/>
                </a:solidFill>
              </a:defRPr>
            </a:lvl4pPr>
            <a:lvl5pPr marL="0" indent="0" algn="ctr">
              <a:buFont typeface="Arial" panose="020B0604020202020204" pitchFamily="34" charset="0"/>
              <a:buChar char="​"/>
              <a:defRPr sz="1200">
                <a:solidFill>
                  <a:schemeClr val="accent1"/>
                </a:solidFill>
              </a:defRPr>
            </a:lvl5pPr>
          </a:lstStyle>
          <a:p>
            <a:pPr lvl="0"/>
            <a:r>
              <a:rPr lang="en-US"/>
              <a:t>Click to add text</a:t>
            </a:r>
          </a:p>
          <a:p>
            <a:pPr lvl="1"/>
            <a:r>
              <a:rPr lang="en-US"/>
              <a:t>Second level</a:t>
            </a:r>
          </a:p>
        </p:txBody>
      </p:sp>
      <p:sp>
        <p:nvSpPr>
          <p:cNvPr id="33" name="page number">
            <a:extLst>
              <a:ext uri="{FF2B5EF4-FFF2-40B4-BE49-F238E27FC236}">
                <a16:creationId xmlns:a16="http://schemas.microsoft.com/office/drawing/2014/main" id="{CB20449E-0760-3743-8E7C-7D6BA7165F7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cxnSp>
        <p:nvCxnSpPr>
          <p:cNvPr id="3" name="Straight Connector 2">
            <a:extLst>
              <a:ext uri="{FF2B5EF4-FFF2-40B4-BE49-F238E27FC236}">
                <a16:creationId xmlns:a16="http://schemas.microsoft.com/office/drawing/2014/main" id="{D35F47B4-23F1-B9FD-9FC0-4D2A8FB45EAF}"/>
              </a:ext>
              <a:ext uri="{C183D7F6-B498-43B3-948B-1728B52AA6E4}">
                <adec:decorative xmlns:adec="http://schemas.microsoft.com/office/drawing/2017/decorative" val="1"/>
              </a:ext>
            </a:extLst>
          </p:cNvPr>
          <p:cNvCxnSpPr>
            <a:cxnSpLocks/>
          </p:cNvCxnSpPr>
          <p:nvPr/>
        </p:nvCxnSpPr>
        <p:spPr>
          <a:xfrm>
            <a:off x="4387095" y="5019911"/>
            <a:ext cx="3472607" cy="0"/>
          </a:xfrm>
          <a:prstGeom prst="line">
            <a:avLst/>
          </a:prstGeom>
          <a:ln w="22225">
            <a:solidFill>
              <a:schemeClr val="accent6"/>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userDrawn="1"/>
        </p:nvCxnSpPr>
        <p:spPr>
          <a:xfrm>
            <a:off x="609600" y="1552248"/>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userDrawn="1"/>
        </p:nvCxnSpPr>
        <p:spPr>
          <a:xfrm>
            <a:off x="4412165" y="1552248"/>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userDrawn="1"/>
        </p:nvCxnSpPr>
        <p:spPr>
          <a:xfrm>
            <a:off x="609600" y="3325372"/>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userDrawn="1"/>
        </p:nvCxnSpPr>
        <p:spPr>
          <a:xfrm>
            <a:off x="4412165" y="3325372"/>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userDrawn="1"/>
        </p:nvCxnSpPr>
        <p:spPr>
          <a:xfrm>
            <a:off x="608739" y="5023689"/>
            <a:ext cx="3472607" cy="0"/>
          </a:xfrm>
          <a:prstGeom prst="line">
            <a:avLst/>
          </a:prstGeom>
          <a:ln w="22225">
            <a:solidFill>
              <a:schemeClr val="accent6"/>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page number">
            <a:extLst>
              <a:ext uri="{FF2B5EF4-FFF2-40B4-BE49-F238E27FC236}">
                <a16:creationId xmlns:a16="http://schemas.microsoft.com/office/drawing/2014/main" id="{CB20449E-0760-3743-8E7C-7D6BA7165F7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cxnSp>
        <p:nvCxnSpPr>
          <p:cNvPr id="60" name="Straight Connector 59">
            <a:extLst>
              <a:ext uri="{FF2B5EF4-FFF2-40B4-BE49-F238E27FC236}">
                <a16:creationId xmlns:a16="http://schemas.microsoft.com/office/drawing/2014/main" id="{D35F47B4-23F1-B9FD-9FC0-4D2A8FB45EAF}"/>
              </a:ext>
              <a:ext uri="{C183D7F6-B498-43B3-948B-1728B52AA6E4}">
                <adec:decorative xmlns:adec="http://schemas.microsoft.com/office/drawing/2017/decorative" val="1"/>
              </a:ext>
            </a:extLst>
          </p:cNvPr>
          <p:cNvCxnSpPr>
            <a:cxnSpLocks/>
          </p:cNvCxnSpPr>
          <p:nvPr userDrawn="1"/>
        </p:nvCxnSpPr>
        <p:spPr>
          <a:xfrm>
            <a:off x="4387095" y="5019911"/>
            <a:ext cx="3472607" cy="0"/>
          </a:xfrm>
          <a:prstGeom prst="line">
            <a:avLst/>
          </a:prstGeom>
          <a:ln w="22225">
            <a:solidFill>
              <a:schemeClr val="accent6"/>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1556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Thre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tx1"/>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p:nvSpPr>
        <p:spPr bwMode="gray">
          <a:xfrm>
            <a:off x="1981877" y="2055429"/>
            <a:ext cx="1828959" cy="1828959"/>
          </a:xfrm>
          <a:prstGeom prst="ellipse">
            <a:avLst/>
          </a:prstGeom>
          <a:noFill/>
          <a:ln w="381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tx1"/>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a:t>Click to add text here</a:t>
            </a:r>
          </a:p>
          <a:p>
            <a:pPr lvl="1"/>
            <a:r>
              <a:rPr lang="en-US"/>
              <a:t>Second level</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p:nvSpPr>
        <p:spPr bwMode="gray">
          <a:xfrm>
            <a:off x="5184924"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tx1"/>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a:t>Click to add text here</a:t>
            </a:r>
          </a:p>
          <a:p>
            <a:pPr lvl="1"/>
            <a:r>
              <a:rPr lang="en-US"/>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p:nvSpPr>
        <p:spPr bwMode="gray">
          <a:xfrm>
            <a:off x="8389301"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tx1"/>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a:t>Click to add text here</a:t>
            </a:r>
          </a:p>
          <a:p>
            <a:pPr lvl="1"/>
            <a:r>
              <a:rPr lang="en-US"/>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18" name="Oval 17">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userDrawn="1"/>
        </p:nvSpPr>
        <p:spPr bwMode="gray">
          <a:xfrm>
            <a:off x="1981877" y="2055429"/>
            <a:ext cx="1828959" cy="1828959"/>
          </a:xfrm>
          <a:prstGeom prst="ellipse">
            <a:avLst/>
          </a:prstGeom>
          <a:noFill/>
          <a:ln w="381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0" name="Oval 19">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userDrawn="1"/>
        </p:nvSpPr>
        <p:spPr bwMode="gray">
          <a:xfrm>
            <a:off x="5184924"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4" name="Oval 23">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userDrawn="1"/>
        </p:nvSpPr>
        <p:spPr bwMode="gray">
          <a:xfrm>
            <a:off x="8389301"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5" name="page number">
            <a:extLst>
              <a:ext uri="{FF2B5EF4-FFF2-40B4-BE49-F238E27FC236}">
                <a16:creationId xmlns:a16="http://schemas.microsoft.com/office/drawing/2014/main" id="{6122FC91-666D-7A42-9D21-9800CF4E370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3469646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Four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tx1"/>
                </a:solidFill>
              </a:defRPr>
            </a:lvl1pPr>
          </a:lstStyle>
          <a:p>
            <a:r>
              <a:rPr lang="en-US"/>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p:nvSpPr>
        <p:spPr bwMode="gray">
          <a:xfrm>
            <a:off x="1065749" y="2060872"/>
            <a:ext cx="1828959" cy="1828959"/>
          </a:xfrm>
          <a:prstGeom prst="ellipse">
            <a:avLst/>
          </a:prstGeom>
          <a:noFill/>
          <a:ln w="381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tx1"/>
              </a:solidFill>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tx1"/>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a:t>Click to add text</a:t>
            </a:r>
          </a:p>
          <a:p>
            <a:pPr lvl="1"/>
            <a:r>
              <a:rPr lang="en-US"/>
              <a:t>Second level</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p:nvSpPr>
        <p:spPr bwMode="gray">
          <a:xfrm>
            <a:off x="3806932"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tx1"/>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a:t>Click to add text</a:t>
            </a:r>
          </a:p>
          <a:p>
            <a:pPr lvl="1"/>
            <a:r>
              <a:rPr lang="en-US"/>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p:nvSpPr>
        <p:spPr bwMode="gray">
          <a:xfrm>
            <a:off x="6562100"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tx1"/>
              </a:solidFill>
            </a:endParaRPr>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tx1"/>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a:t>Click to add text</a:t>
            </a:r>
          </a:p>
          <a:p>
            <a:pPr lvl="1"/>
            <a:r>
              <a:rPr lang="en-US"/>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tx1"/>
                </a:solidFill>
              </a:defRPr>
            </a:lvl1pPr>
            <a:lvl2pPr marL="0" indent="0" algn="ctr">
              <a:lnSpc>
                <a:spcPct val="100000"/>
              </a:lnSpc>
              <a:spcBef>
                <a:spcPts val="600"/>
              </a:spcBef>
              <a:buFont typeface="Arial" panose="020B0604020202020204" pitchFamily="34" charset="0"/>
              <a:buChar char="​"/>
              <a:defRPr>
                <a:solidFill>
                  <a:schemeClr val="tx1"/>
                </a:solidFill>
              </a:defRPr>
            </a:lvl2pPr>
          </a:lstStyle>
          <a:p>
            <a:pPr lvl="0"/>
            <a:r>
              <a:rPr lang="en-US"/>
              <a:t>Click to add text</a:t>
            </a:r>
          </a:p>
          <a:p>
            <a:pPr lvl="1"/>
            <a:r>
              <a:rPr lang="en-US"/>
              <a:t>Second level</a:t>
            </a:r>
          </a:p>
        </p:txBody>
      </p:sp>
      <p:sp>
        <p:nvSpPr>
          <p:cNvPr id="20" name="page number">
            <a:extLst>
              <a:ext uri="{FF2B5EF4-FFF2-40B4-BE49-F238E27FC236}">
                <a16:creationId xmlns:a16="http://schemas.microsoft.com/office/drawing/2014/main" id="{1D45AB97-9B77-2244-B7BA-E18EA4CD43E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19" name="Oval 18">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userDrawn="1"/>
        </p:nvSpPr>
        <p:spPr bwMode="gray">
          <a:xfrm>
            <a:off x="1065749" y="2060872"/>
            <a:ext cx="1828959" cy="1828959"/>
          </a:xfrm>
          <a:prstGeom prst="ellipse">
            <a:avLst/>
          </a:prstGeom>
          <a:noFill/>
          <a:ln w="381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tx1"/>
              </a:solidFill>
            </a:endParaRPr>
          </a:p>
        </p:txBody>
      </p:sp>
      <p:sp>
        <p:nvSpPr>
          <p:cNvPr id="24" name="Oval 2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userDrawn="1"/>
        </p:nvSpPr>
        <p:spPr bwMode="gray">
          <a:xfrm>
            <a:off x="3806932"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5" name="Oval 24">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userDrawn="1"/>
        </p:nvSpPr>
        <p:spPr bwMode="gray">
          <a:xfrm>
            <a:off x="6562100"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tx1"/>
              </a:solidFill>
            </a:endParaRPr>
          </a:p>
        </p:txBody>
      </p:sp>
      <p:sp>
        <p:nvSpPr>
          <p:cNvPr id="26" name="Oval 25">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userDrawn="1"/>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7" name="page number">
            <a:extLst>
              <a:ext uri="{FF2B5EF4-FFF2-40B4-BE49-F238E27FC236}">
                <a16:creationId xmlns:a16="http://schemas.microsoft.com/office/drawing/2014/main" id="{1D45AB97-9B77-2244-B7BA-E18EA4CD43E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3098895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Fiv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tx1"/>
                </a:solidFill>
              </a:defRPr>
            </a:lvl1pPr>
          </a:lstStyle>
          <a:p>
            <a:r>
              <a:rPr lang="en-US" dirty="0"/>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p:nvSpPr>
        <p:spPr bwMode="gray">
          <a:xfrm>
            <a:off x="609800" y="2064663"/>
            <a:ext cx="1828959" cy="1828959"/>
          </a:xfrm>
          <a:prstGeom prst="ellipse">
            <a:avLst/>
          </a:prstGeom>
          <a:noFill/>
          <a:ln w="381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tx1"/>
              </a:solidFill>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a:t>Click to add text</a:t>
            </a:r>
          </a:p>
          <a:p>
            <a:pPr lvl="1"/>
            <a:r>
              <a:rPr lang="en-US"/>
              <a:t>Second level</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p:nvSpPr>
        <p:spPr bwMode="gray">
          <a:xfrm>
            <a:off x="2892452"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3110473" y="2428884"/>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2894013" y="4282873"/>
            <a:ext cx="1828800" cy="1458912"/>
          </a:xfrm>
        </p:spPr>
        <p:txBody>
          <a:bodyPr/>
          <a:lstStyle>
            <a:lvl1pPr algn="ctr">
              <a:lnSpc>
                <a:spcPct val="100000"/>
              </a:lnSpc>
              <a:spcBef>
                <a:spcPts val="600"/>
              </a:spcBef>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a:t>Click to add text</a:t>
            </a:r>
          </a:p>
          <a:p>
            <a:pPr lvl="1"/>
            <a:r>
              <a:rPr lang="en-US"/>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p:nvSpPr>
        <p:spPr bwMode="gray">
          <a:xfrm>
            <a:off x="5201380" y="2064663"/>
            <a:ext cx="1828959" cy="1828959"/>
          </a:xfrm>
          <a:prstGeom prst="ellipse">
            <a:avLst/>
          </a:prstGeom>
          <a:noFill/>
          <a:ln w="38100">
            <a:solidFill>
              <a:schemeClr val="accent3"/>
            </a:solidFill>
          </a:ln>
          <a:effectLst/>
        </p:spPr>
        <p:txBody>
          <a:bodyPr vert="horz" wrap="square" lIns="0" tIns="0" rIns="0" bIns="0" numCol="1" anchor="ctr" anchorCtr="0" compatLnSpc="1">
            <a:prstTxWarp prst="textNoShape">
              <a:avLst/>
            </a:prstTxWarp>
          </a:bodyPr>
          <a:lstStyle/>
          <a:p>
            <a:pPr lvl="0" algn="ctr"/>
            <a:endParaRPr lang="en-US">
              <a:solidFill>
                <a:schemeClr val="tx1"/>
              </a:solidFill>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5412658" y="2428884"/>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dirty="0"/>
              <a:t>add icon</a:t>
            </a:r>
            <a:br>
              <a:rPr lang="en-US" dirty="0"/>
            </a:br>
            <a:r>
              <a:rPr lang="en-US" dirty="0"/>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5185093" y="4282873"/>
            <a:ext cx="1828800" cy="1458912"/>
          </a:xfrm>
        </p:spPr>
        <p:txBody>
          <a:bodyPr/>
          <a:lstStyle>
            <a:lvl1pPr algn="ctr">
              <a:lnSpc>
                <a:spcPct val="100000"/>
              </a:lnSpc>
              <a:spcBef>
                <a:spcPts val="600"/>
              </a:spcBef>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dirty="0"/>
              <a:t>Click to add text</a:t>
            </a:r>
          </a:p>
          <a:p>
            <a:pPr lvl="1"/>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tx1"/>
              </a:solidFill>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a:t>Click to add text</a:t>
            </a:r>
          </a:p>
          <a:p>
            <a:pPr lvl="1"/>
            <a:r>
              <a:rPr lang="en-US"/>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p:nvSpPr>
        <p:spPr bwMode="gray">
          <a:xfrm>
            <a:off x="9744473" y="2064663"/>
            <a:ext cx="1828959" cy="1828959"/>
          </a:xfrm>
          <a:prstGeom prst="ellipse">
            <a:avLst/>
          </a:prstGeom>
          <a:noFill/>
          <a:ln w="381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a:lvl2pPr>
          </a:lstStyle>
          <a:p>
            <a:pPr lvl="0"/>
            <a:r>
              <a:rPr lang="en-US"/>
              <a:t>add icon</a:t>
            </a:r>
            <a:br>
              <a:rPr lang="en-US"/>
            </a:br>
            <a:r>
              <a:rPr lang="en-US"/>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a:t>Click to add text</a:t>
            </a:r>
          </a:p>
          <a:p>
            <a:pPr lvl="1"/>
            <a:r>
              <a:rPr lang="en-US"/>
              <a:t>Second level</a:t>
            </a:r>
          </a:p>
        </p:txBody>
      </p:sp>
      <p:sp>
        <p:nvSpPr>
          <p:cNvPr id="27" name="page number">
            <a:extLst>
              <a:ext uri="{FF2B5EF4-FFF2-40B4-BE49-F238E27FC236}">
                <a16:creationId xmlns:a16="http://schemas.microsoft.com/office/drawing/2014/main" id="{6D94DD40-25D8-6A48-98B5-B2B0FB64FD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26" name="Oval 25">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userDrawn="1"/>
        </p:nvSpPr>
        <p:spPr bwMode="gray">
          <a:xfrm>
            <a:off x="609800" y="2064663"/>
            <a:ext cx="1828959" cy="1828959"/>
          </a:xfrm>
          <a:prstGeom prst="ellipse">
            <a:avLst/>
          </a:prstGeom>
          <a:noFill/>
          <a:ln w="381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tx1"/>
              </a:solidFill>
            </a:endParaRPr>
          </a:p>
        </p:txBody>
      </p:sp>
      <p:sp>
        <p:nvSpPr>
          <p:cNvPr id="31" name="Oval 30">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userDrawn="1"/>
        </p:nvSpPr>
        <p:spPr bwMode="gray">
          <a:xfrm>
            <a:off x="2892452"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3" name="Oval 32">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userDrawn="1"/>
        </p:nvSpPr>
        <p:spPr bwMode="gray">
          <a:xfrm>
            <a:off x="5201380" y="2064663"/>
            <a:ext cx="1828959" cy="1828959"/>
          </a:xfrm>
          <a:prstGeom prst="ellipse">
            <a:avLst/>
          </a:prstGeom>
          <a:noFill/>
          <a:ln w="38100">
            <a:solidFill>
              <a:schemeClr val="accent3"/>
            </a:solidFill>
          </a:ln>
          <a:effectLst/>
        </p:spPr>
        <p:txBody>
          <a:bodyPr vert="horz" wrap="square" lIns="0" tIns="0" rIns="0" bIns="0" numCol="1" anchor="ctr" anchorCtr="0" compatLnSpc="1">
            <a:prstTxWarp prst="textNoShape">
              <a:avLst/>
            </a:prstTxWarp>
          </a:bodyPr>
          <a:lstStyle/>
          <a:p>
            <a:pPr lvl="0" algn="ctr"/>
            <a:endParaRPr lang="en-US">
              <a:solidFill>
                <a:schemeClr val="tx1"/>
              </a:solidFill>
            </a:endParaRPr>
          </a:p>
        </p:txBody>
      </p:sp>
      <p:sp>
        <p:nvSpPr>
          <p:cNvPr id="34" name="Oval 33">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userDrawn="1"/>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a:solidFill>
                <a:schemeClr val="tx1"/>
              </a:solidFill>
            </a:endParaRPr>
          </a:p>
        </p:txBody>
      </p:sp>
      <p:sp>
        <p:nvSpPr>
          <p:cNvPr id="35" name="Oval 34">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userDrawn="1"/>
        </p:nvSpPr>
        <p:spPr bwMode="gray">
          <a:xfrm>
            <a:off x="9744473" y="2064663"/>
            <a:ext cx="1828959" cy="1828959"/>
          </a:xfrm>
          <a:prstGeom prst="ellipse">
            <a:avLst/>
          </a:prstGeom>
          <a:noFill/>
          <a:ln w="381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6" name="page number">
            <a:extLst>
              <a:ext uri="{FF2B5EF4-FFF2-40B4-BE49-F238E27FC236}">
                <a16:creationId xmlns:a16="http://schemas.microsoft.com/office/drawing/2014/main" id="{6D94DD40-25D8-6A48-98B5-B2B0FB64FD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130009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Five Numbered ">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EE46A-2B6A-D0CE-D67A-E39C4516F8BB}"/>
              </a:ext>
            </a:extLst>
          </p:cNvPr>
          <p:cNvSpPr/>
          <p:nvPr/>
        </p:nvSpPr>
        <p:spPr>
          <a:xfrm>
            <a:off x="2894013"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5" name="Rectangle 4">
            <a:extLst>
              <a:ext uri="{FF2B5EF4-FFF2-40B4-BE49-F238E27FC236}">
                <a16:creationId xmlns:a16="http://schemas.microsoft.com/office/drawing/2014/main" id="{1DC9EA80-9EA8-343E-F517-1CAD885879D6}"/>
              </a:ext>
            </a:extLst>
          </p:cNvPr>
          <p:cNvSpPr/>
          <p:nvPr/>
        </p:nvSpPr>
        <p:spPr>
          <a:xfrm>
            <a:off x="5185093"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6" name="Rectangle 5">
            <a:extLst>
              <a:ext uri="{FF2B5EF4-FFF2-40B4-BE49-F238E27FC236}">
                <a16:creationId xmlns:a16="http://schemas.microsoft.com/office/drawing/2014/main" id="{A8D23D95-E4CC-0B03-48A9-0EC81B2368E5}"/>
              </a:ext>
            </a:extLst>
          </p:cNvPr>
          <p:cNvSpPr/>
          <p:nvPr/>
        </p:nvSpPr>
        <p:spPr>
          <a:xfrm>
            <a:off x="7470001"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7" name="Rectangle 6">
            <a:extLst>
              <a:ext uri="{FF2B5EF4-FFF2-40B4-BE49-F238E27FC236}">
                <a16:creationId xmlns:a16="http://schemas.microsoft.com/office/drawing/2014/main" id="{3737E5D6-04BF-01BC-A221-0F1D603C51D8}"/>
              </a:ext>
            </a:extLst>
          </p:cNvPr>
          <p:cNvSpPr/>
          <p:nvPr/>
        </p:nvSpPr>
        <p:spPr>
          <a:xfrm>
            <a:off x="9752013"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 name="Rectangle 1">
            <a:extLst>
              <a:ext uri="{FF2B5EF4-FFF2-40B4-BE49-F238E27FC236}">
                <a16:creationId xmlns:a16="http://schemas.microsoft.com/office/drawing/2014/main" id="{65142366-F01F-D56A-11BB-7D669E9AD2B4}"/>
              </a:ext>
            </a:extLst>
          </p:cNvPr>
          <p:cNvSpPr/>
          <p:nvPr/>
        </p:nvSpPr>
        <p:spPr>
          <a:xfrm>
            <a:off x="610851"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tx1"/>
                </a:solidFill>
              </a:defRPr>
            </a:lvl1pPr>
          </a:lstStyle>
          <a:p>
            <a:r>
              <a:rPr lang="en-US" dirty="0"/>
              <a:t>Five Column Text with Number Icons Click to Add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8" name="Straight Connector 17">
            <a:extLst>
              <a:ext uri="{FF2B5EF4-FFF2-40B4-BE49-F238E27FC236}">
                <a16:creationId xmlns:a16="http://schemas.microsoft.com/office/drawing/2014/main" id="{903341DC-DE80-5E4C-A4C9-C984D7074760}"/>
              </a:ext>
            </a:extLst>
          </p:cNvPr>
          <p:cNvCxnSpPr/>
          <p:nvPr/>
        </p:nvCxnSpPr>
        <p:spPr bwMode="gray">
          <a:xfrm>
            <a:off x="610850" y="2512464"/>
            <a:ext cx="1828800" cy="0"/>
          </a:xfrm>
          <a:prstGeom prst="line">
            <a:avLst/>
          </a:prstGeom>
          <a:ln w="25400">
            <a:solidFill>
              <a:schemeClr val="accent6"/>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1" y="2529075"/>
            <a:ext cx="1828800" cy="2871263"/>
          </a:xfrm>
          <a:noFill/>
          <a:ln>
            <a:noFill/>
          </a:ln>
        </p:spPr>
        <p:txBody>
          <a:bodyPr lIns="182880" tIns="548640" rIns="182880" bIns="182880"/>
          <a:lstStyle>
            <a:lvl1pPr algn="ctr">
              <a:lnSpc>
                <a:spcPct val="90000"/>
              </a:lnSpc>
              <a:spcBef>
                <a:spcPts val="600"/>
              </a:spcBef>
              <a:buNone/>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a:t>Click to add text</a:t>
            </a:r>
          </a:p>
          <a:p>
            <a:pPr lvl="1"/>
            <a:r>
              <a:rPr lang="en-US"/>
              <a:t>Second level</a:t>
            </a:r>
          </a:p>
        </p:txBody>
      </p:sp>
      <p:cxnSp>
        <p:nvCxnSpPr>
          <p:cNvPr id="15" name="Straight Connector 14">
            <a:extLst>
              <a:ext uri="{FF2B5EF4-FFF2-40B4-BE49-F238E27FC236}">
                <a16:creationId xmlns:a16="http://schemas.microsoft.com/office/drawing/2014/main" id="{182EA033-41AE-6148-A260-889FF59E41C9}"/>
              </a:ext>
            </a:extLst>
          </p:cNvPr>
          <p:cNvCxnSpPr/>
          <p:nvPr/>
        </p:nvCxnSpPr>
        <p:spPr bwMode="gray">
          <a:xfrm>
            <a:off x="2894013"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2894013" y="2529075"/>
            <a:ext cx="1828800" cy="2871263"/>
          </a:xfrm>
          <a:noFill/>
          <a:ln>
            <a:noFill/>
          </a:ln>
        </p:spPr>
        <p:txBody>
          <a:bodyPr lIns="182880" tIns="548640" rIns="182880" bIns="182880"/>
          <a:lstStyle>
            <a:lvl1pPr algn="ctr">
              <a:lnSpc>
                <a:spcPct val="90000"/>
              </a:lnSpc>
              <a:spcBef>
                <a:spcPts val="600"/>
              </a:spcBef>
              <a:buNone/>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a:t>Click to add text</a:t>
            </a:r>
          </a:p>
          <a:p>
            <a:pPr lvl="1"/>
            <a:r>
              <a:rPr lang="en-US"/>
              <a:t>Second level</a:t>
            </a:r>
          </a:p>
        </p:txBody>
      </p:sp>
      <p:cxnSp>
        <p:nvCxnSpPr>
          <p:cNvPr id="19" name="Straight Connector 18">
            <a:extLst>
              <a:ext uri="{FF2B5EF4-FFF2-40B4-BE49-F238E27FC236}">
                <a16:creationId xmlns:a16="http://schemas.microsoft.com/office/drawing/2014/main" id="{662FF207-1B75-1940-91E1-2692254C727F}"/>
              </a:ext>
            </a:extLst>
          </p:cNvPr>
          <p:cNvCxnSpPr/>
          <p:nvPr/>
        </p:nvCxnSpPr>
        <p:spPr bwMode="gray">
          <a:xfrm>
            <a:off x="518509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5185093" y="2529075"/>
            <a:ext cx="1828800" cy="2871263"/>
          </a:xfrm>
          <a:noFill/>
          <a:ln>
            <a:noFill/>
          </a:ln>
        </p:spPr>
        <p:txBody>
          <a:bodyPr lIns="182880" tIns="548640" rIns="182880" bIns="182880"/>
          <a:lstStyle>
            <a:lvl1pPr algn="ctr">
              <a:lnSpc>
                <a:spcPct val="90000"/>
              </a:lnSpc>
              <a:spcBef>
                <a:spcPts val="600"/>
              </a:spcBef>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a:t>Click to add text</a:t>
            </a:r>
          </a:p>
          <a:p>
            <a:pPr lvl="1"/>
            <a:r>
              <a:rPr lang="en-US"/>
              <a:t>Second level</a:t>
            </a:r>
          </a:p>
        </p:txBody>
      </p:sp>
      <p:cxnSp>
        <p:nvCxnSpPr>
          <p:cNvPr id="20" name="Straight Connector 19">
            <a:extLst>
              <a:ext uri="{FF2B5EF4-FFF2-40B4-BE49-F238E27FC236}">
                <a16:creationId xmlns:a16="http://schemas.microsoft.com/office/drawing/2014/main" id="{128E238A-DE09-DD4F-A6F3-2F244E7301C3}"/>
              </a:ext>
            </a:extLst>
          </p:cNvPr>
          <p:cNvCxnSpPr/>
          <p:nvPr/>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2529075"/>
            <a:ext cx="1828800" cy="2871263"/>
          </a:xfrm>
          <a:noFill/>
          <a:ln>
            <a:noFill/>
          </a:ln>
        </p:spPr>
        <p:txBody>
          <a:bodyPr lIns="182880" tIns="548640" rIns="182880" bIns="182880"/>
          <a:lstStyle>
            <a:lvl1pPr algn="ctr">
              <a:lnSpc>
                <a:spcPct val="90000"/>
              </a:lnSpc>
              <a:spcBef>
                <a:spcPts val="600"/>
              </a:spcBef>
              <a:buNone/>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a:t>Click to add text</a:t>
            </a:r>
          </a:p>
          <a:p>
            <a:pPr lvl="1"/>
            <a:r>
              <a:rPr lang="en-US"/>
              <a:t>Second level</a:t>
            </a:r>
          </a:p>
        </p:txBody>
      </p:sp>
      <p:cxnSp>
        <p:nvCxnSpPr>
          <p:cNvPr id="21" name="Straight Connector 20">
            <a:extLst>
              <a:ext uri="{FF2B5EF4-FFF2-40B4-BE49-F238E27FC236}">
                <a16:creationId xmlns:a16="http://schemas.microsoft.com/office/drawing/2014/main" id="{E8B64954-CA3A-494E-B70D-3405C9F592D8}"/>
              </a:ext>
            </a:extLst>
          </p:cNvPr>
          <p:cNvCxnSpPr/>
          <p:nvPr/>
        </p:nvCxnSpPr>
        <p:spPr bwMode="gray">
          <a:xfrm>
            <a:off x="9752013" y="2512464"/>
            <a:ext cx="1828800" cy="0"/>
          </a:xfrm>
          <a:prstGeom prst="line">
            <a:avLst/>
          </a:prstGeom>
          <a:ln w="2540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2529075"/>
            <a:ext cx="1828800" cy="2871263"/>
          </a:xfrm>
          <a:noFill/>
          <a:ln>
            <a:noFill/>
          </a:ln>
        </p:spPr>
        <p:txBody>
          <a:bodyPr lIns="182880" tIns="548640" rIns="182880" bIns="182880"/>
          <a:lstStyle>
            <a:lvl1pPr algn="ctr">
              <a:lnSpc>
                <a:spcPct val="90000"/>
              </a:lnSpc>
              <a:spcBef>
                <a:spcPts val="600"/>
              </a:spcBef>
              <a:buNone/>
              <a:defRPr sz="2000">
                <a:solidFill>
                  <a:schemeClr val="tx1"/>
                </a:solidFill>
              </a:defRPr>
            </a:lvl1pPr>
            <a:lvl2pPr marL="0" indent="0" algn="ctr">
              <a:lnSpc>
                <a:spcPct val="100000"/>
              </a:lnSpc>
              <a:spcBef>
                <a:spcPts val="600"/>
              </a:spcBef>
              <a:buFont typeface="Arial" panose="020B0604020202020204" pitchFamily="34" charset="0"/>
              <a:buChar char="​"/>
              <a:defRPr sz="1600">
                <a:solidFill>
                  <a:schemeClr val="tx1"/>
                </a:solidFill>
              </a:defRPr>
            </a:lvl2pPr>
          </a:lstStyle>
          <a:p>
            <a:pPr lvl="0"/>
            <a:r>
              <a:rPr lang="en-US"/>
              <a:t>Click to add text</a:t>
            </a:r>
          </a:p>
          <a:p>
            <a:pPr lvl="1"/>
            <a:r>
              <a:rPr lang="en-US"/>
              <a:t>Second level</a:t>
            </a:r>
          </a:p>
        </p:txBody>
      </p:sp>
      <p:sp>
        <p:nvSpPr>
          <p:cNvPr id="23" name="page number">
            <a:extLst>
              <a:ext uri="{FF2B5EF4-FFF2-40B4-BE49-F238E27FC236}">
                <a16:creationId xmlns:a16="http://schemas.microsoft.com/office/drawing/2014/main" id="{778B9E91-325F-BB46-BB33-20219DF70C9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38" name="Oval 37">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p:nvSpPr>
        <p:spPr bwMode="gray">
          <a:xfrm>
            <a:off x="1131007" y="2118221"/>
            <a:ext cx="788487" cy="788487"/>
          </a:xfrm>
          <a:prstGeom prst="ellipse">
            <a:avLst/>
          </a:prstGeom>
          <a:solidFill>
            <a:schemeClr val="bg2"/>
          </a:solidFill>
          <a:ln w="254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a:solidFill>
                  <a:schemeClr val="tx1"/>
                </a:solidFill>
              </a:rPr>
              <a:t>1</a:t>
            </a:r>
          </a:p>
        </p:txBody>
      </p:sp>
      <p:sp>
        <p:nvSpPr>
          <p:cNvPr id="37" name="Oval 36">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p:nvSpPr>
        <p:spPr bwMode="gray">
          <a:xfrm>
            <a:off x="3414170" y="2118221"/>
            <a:ext cx="788487" cy="788487"/>
          </a:xfrm>
          <a:prstGeom prst="ellipse">
            <a:avLst/>
          </a:prstGeom>
          <a:solidFill>
            <a:schemeClr val="bg2"/>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solidFill>
                  <a:schemeClr val="tx1"/>
                </a:solidFill>
              </a:rPr>
              <a:t>2</a:t>
            </a:r>
          </a:p>
        </p:txBody>
      </p:sp>
      <p:sp>
        <p:nvSpPr>
          <p:cNvPr id="39" name="Oval 38">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p:nvSpPr>
        <p:spPr bwMode="gray">
          <a:xfrm>
            <a:off x="5705250" y="2118221"/>
            <a:ext cx="788487" cy="788487"/>
          </a:xfrm>
          <a:prstGeom prst="ellipse">
            <a:avLst/>
          </a:prstGeom>
          <a:solidFill>
            <a:schemeClr val="bg2"/>
          </a:solidFill>
          <a:ln w="25400">
            <a:solidFill>
              <a:schemeClr val="accent3"/>
            </a:solidFill>
          </a:ln>
          <a:effectLst/>
        </p:spPr>
        <p:txBody>
          <a:bodyPr vert="horz" wrap="square" lIns="0" tIns="0" rIns="0" bIns="0" numCol="1" anchor="ctr" anchorCtr="0" compatLnSpc="1">
            <a:prstTxWarp prst="textNoShape">
              <a:avLst/>
            </a:prstTxWarp>
          </a:bodyPr>
          <a:lstStyle/>
          <a:p>
            <a:pPr lvl="0" algn="ctr"/>
            <a:r>
              <a:rPr lang="en-US">
                <a:solidFill>
                  <a:schemeClr val="tx1"/>
                </a:solidFill>
              </a:rPr>
              <a:t>3</a:t>
            </a:r>
          </a:p>
        </p:txBody>
      </p:sp>
      <p:sp>
        <p:nvSpPr>
          <p:cNvPr id="40" name="Oval 39">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p:nvSpPr>
        <p:spPr bwMode="gray">
          <a:xfrm>
            <a:off x="7990158" y="2118221"/>
            <a:ext cx="788487" cy="788487"/>
          </a:xfrm>
          <a:prstGeom prst="ellipse">
            <a:avLst/>
          </a:prstGeom>
          <a:solidFill>
            <a:schemeClr val="bg2"/>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a:solidFill>
                  <a:schemeClr val="tx1"/>
                </a:solidFill>
              </a:rPr>
              <a:t>4</a:t>
            </a:r>
          </a:p>
        </p:txBody>
      </p:sp>
      <p:sp>
        <p:nvSpPr>
          <p:cNvPr id="41" name="Oval 40">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p:nvSpPr>
        <p:spPr bwMode="gray">
          <a:xfrm>
            <a:off x="10272170" y="2118221"/>
            <a:ext cx="788487" cy="788487"/>
          </a:xfrm>
          <a:prstGeom prst="ellipse">
            <a:avLst/>
          </a:prstGeom>
          <a:solidFill>
            <a:schemeClr val="bg2"/>
          </a:solidFill>
          <a:ln w="254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solidFill>
                  <a:schemeClr val="tx1"/>
                </a:solidFill>
              </a:rPr>
              <a:t>5</a:t>
            </a:r>
          </a:p>
        </p:txBody>
      </p:sp>
      <p:sp>
        <p:nvSpPr>
          <p:cNvPr id="25" name="Rectangle 24">
            <a:extLst>
              <a:ext uri="{FF2B5EF4-FFF2-40B4-BE49-F238E27FC236}">
                <a16:creationId xmlns:a16="http://schemas.microsoft.com/office/drawing/2014/main" id="{C52EE46A-2B6A-D0CE-D67A-E39C4516F8BB}"/>
              </a:ext>
            </a:extLst>
          </p:cNvPr>
          <p:cNvSpPr/>
          <p:nvPr userDrawn="1"/>
        </p:nvSpPr>
        <p:spPr>
          <a:xfrm>
            <a:off x="2894013"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6" name="Rectangle 25">
            <a:extLst>
              <a:ext uri="{FF2B5EF4-FFF2-40B4-BE49-F238E27FC236}">
                <a16:creationId xmlns:a16="http://schemas.microsoft.com/office/drawing/2014/main" id="{1DC9EA80-9EA8-343E-F517-1CAD885879D6}"/>
              </a:ext>
            </a:extLst>
          </p:cNvPr>
          <p:cNvSpPr/>
          <p:nvPr userDrawn="1"/>
        </p:nvSpPr>
        <p:spPr>
          <a:xfrm>
            <a:off x="5185093"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7" name="Rectangle 26">
            <a:extLst>
              <a:ext uri="{FF2B5EF4-FFF2-40B4-BE49-F238E27FC236}">
                <a16:creationId xmlns:a16="http://schemas.microsoft.com/office/drawing/2014/main" id="{A8D23D95-E4CC-0B03-48A9-0EC81B2368E5}"/>
              </a:ext>
            </a:extLst>
          </p:cNvPr>
          <p:cNvSpPr/>
          <p:nvPr userDrawn="1"/>
        </p:nvSpPr>
        <p:spPr>
          <a:xfrm>
            <a:off x="7470001"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1" name="Rectangle 30">
            <a:extLst>
              <a:ext uri="{FF2B5EF4-FFF2-40B4-BE49-F238E27FC236}">
                <a16:creationId xmlns:a16="http://schemas.microsoft.com/office/drawing/2014/main" id="{3737E5D6-04BF-01BC-A221-0F1D603C51D8}"/>
              </a:ext>
            </a:extLst>
          </p:cNvPr>
          <p:cNvSpPr/>
          <p:nvPr userDrawn="1"/>
        </p:nvSpPr>
        <p:spPr>
          <a:xfrm>
            <a:off x="9752013"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3" name="Rectangle 32">
            <a:extLst>
              <a:ext uri="{FF2B5EF4-FFF2-40B4-BE49-F238E27FC236}">
                <a16:creationId xmlns:a16="http://schemas.microsoft.com/office/drawing/2014/main" id="{65142366-F01F-D56A-11BB-7D669E9AD2B4}"/>
              </a:ext>
            </a:extLst>
          </p:cNvPr>
          <p:cNvSpPr/>
          <p:nvPr userDrawn="1"/>
        </p:nvSpPr>
        <p:spPr>
          <a:xfrm>
            <a:off x="610851" y="2529075"/>
            <a:ext cx="1828800" cy="28712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cxnSp>
        <p:nvCxnSpPr>
          <p:cNvPr id="34" name="Straight Connector 33">
            <a:extLst>
              <a:ext uri="{FF2B5EF4-FFF2-40B4-BE49-F238E27FC236}">
                <a16:creationId xmlns:a16="http://schemas.microsoft.com/office/drawing/2014/main" id="{903341DC-DE80-5E4C-A4C9-C984D7074760}"/>
              </a:ext>
            </a:extLst>
          </p:cNvPr>
          <p:cNvCxnSpPr/>
          <p:nvPr userDrawn="1"/>
        </p:nvCxnSpPr>
        <p:spPr bwMode="gray">
          <a:xfrm>
            <a:off x="610850" y="2512464"/>
            <a:ext cx="1828800" cy="0"/>
          </a:xfrm>
          <a:prstGeom prst="line">
            <a:avLst/>
          </a:prstGeom>
          <a:ln w="25400">
            <a:solidFill>
              <a:schemeClr val="accent6"/>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82EA033-41AE-6148-A260-889FF59E41C9}"/>
              </a:ext>
            </a:extLst>
          </p:cNvPr>
          <p:cNvCxnSpPr/>
          <p:nvPr userDrawn="1"/>
        </p:nvCxnSpPr>
        <p:spPr bwMode="gray">
          <a:xfrm>
            <a:off x="2894013"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62FF207-1B75-1940-91E1-2692254C727F}"/>
              </a:ext>
            </a:extLst>
          </p:cNvPr>
          <p:cNvCxnSpPr/>
          <p:nvPr userDrawn="1"/>
        </p:nvCxnSpPr>
        <p:spPr bwMode="gray">
          <a:xfrm>
            <a:off x="518509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28E238A-DE09-DD4F-A6F3-2F244E7301C3}"/>
              </a:ext>
            </a:extLst>
          </p:cNvPr>
          <p:cNvCxnSpPr/>
          <p:nvPr userDrawn="1"/>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8B64954-CA3A-494E-B70D-3405C9F592D8}"/>
              </a:ext>
            </a:extLst>
          </p:cNvPr>
          <p:cNvCxnSpPr/>
          <p:nvPr userDrawn="1"/>
        </p:nvCxnSpPr>
        <p:spPr bwMode="gray">
          <a:xfrm>
            <a:off x="9752013" y="2512464"/>
            <a:ext cx="1828800" cy="0"/>
          </a:xfrm>
          <a:prstGeom prst="line">
            <a:avLst/>
          </a:prstGeom>
          <a:ln w="2540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4" name="page number">
            <a:extLst>
              <a:ext uri="{FF2B5EF4-FFF2-40B4-BE49-F238E27FC236}">
                <a16:creationId xmlns:a16="http://schemas.microsoft.com/office/drawing/2014/main" id="{778B9E91-325F-BB46-BB33-20219DF70C9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45" name="Oval 44">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userDrawn="1"/>
        </p:nvSpPr>
        <p:spPr bwMode="gray">
          <a:xfrm>
            <a:off x="1131007" y="2118221"/>
            <a:ext cx="788487" cy="788487"/>
          </a:xfrm>
          <a:prstGeom prst="ellipse">
            <a:avLst/>
          </a:prstGeom>
          <a:solidFill>
            <a:schemeClr val="bg2"/>
          </a:solidFill>
          <a:ln w="254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tx1"/>
                </a:solidFill>
              </a:rPr>
              <a:t>1</a:t>
            </a:r>
          </a:p>
        </p:txBody>
      </p:sp>
      <p:sp>
        <p:nvSpPr>
          <p:cNvPr id="46" name="Oval 45">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userDrawn="1"/>
        </p:nvSpPr>
        <p:spPr bwMode="gray">
          <a:xfrm>
            <a:off x="3414170" y="2118221"/>
            <a:ext cx="788487" cy="788487"/>
          </a:xfrm>
          <a:prstGeom prst="ellipse">
            <a:avLst/>
          </a:prstGeom>
          <a:solidFill>
            <a:schemeClr val="bg2"/>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solidFill>
                  <a:schemeClr val="tx1"/>
                </a:solidFill>
              </a:rPr>
              <a:t>2</a:t>
            </a:r>
          </a:p>
        </p:txBody>
      </p:sp>
      <p:sp>
        <p:nvSpPr>
          <p:cNvPr id="47" name="Oval 46">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userDrawn="1"/>
        </p:nvSpPr>
        <p:spPr bwMode="gray">
          <a:xfrm>
            <a:off x="5705250" y="2118221"/>
            <a:ext cx="788487" cy="788487"/>
          </a:xfrm>
          <a:prstGeom prst="ellipse">
            <a:avLst/>
          </a:prstGeom>
          <a:solidFill>
            <a:schemeClr val="bg2"/>
          </a:solidFill>
          <a:ln w="25400">
            <a:solidFill>
              <a:schemeClr val="accent3"/>
            </a:solidFill>
          </a:ln>
          <a:effectLst/>
        </p:spPr>
        <p:txBody>
          <a:bodyPr vert="horz" wrap="square" lIns="0" tIns="0" rIns="0" bIns="0" numCol="1" anchor="ctr" anchorCtr="0" compatLnSpc="1">
            <a:prstTxWarp prst="textNoShape">
              <a:avLst/>
            </a:prstTxWarp>
          </a:bodyPr>
          <a:lstStyle/>
          <a:p>
            <a:pPr lvl="0" algn="ctr"/>
            <a:r>
              <a:rPr lang="en-US">
                <a:solidFill>
                  <a:schemeClr val="tx1"/>
                </a:solidFill>
              </a:rPr>
              <a:t>3</a:t>
            </a:r>
          </a:p>
        </p:txBody>
      </p:sp>
      <p:sp>
        <p:nvSpPr>
          <p:cNvPr id="48" name="Oval 47">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userDrawn="1"/>
        </p:nvSpPr>
        <p:spPr bwMode="gray">
          <a:xfrm>
            <a:off x="7990158" y="2118221"/>
            <a:ext cx="788487" cy="788487"/>
          </a:xfrm>
          <a:prstGeom prst="ellipse">
            <a:avLst/>
          </a:prstGeom>
          <a:solidFill>
            <a:schemeClr val="bg2"/>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a:solidFill>
                  <a:schemeClr val="tx1"/>
                </a:solidFill>
              </a:rPr>
              <a:t>4</a:t>
            </a:r>
          </a:p>
        </p:txBody>
      </p:sp>
      <p:sp>
        <p:nvSpPr>
          <p:cNvPr id="49" name="Oval 48">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userDrawn="1"/>
        </p:nvSpPr>
        <p:spPr bwMode="gray">
          <a:xfrm>
            <a:off x="10272170" y="2118221"/>
            <a:ext cx="788487" cy="788487"/>
          </a:xfrm>
          <a:prstGeom prst="ellipse">
            <a:avLst/>
          </a:prstGeom>
          <a:solidFill>
            <a:schemeClr val="bg2"/>
          </a:solidFill>
          <a:ln w="254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solidFill>
                  <a:schemeClr val="tx1"/>
                </a:solidFill>
              </a:rPr>
              <a:t>5</a:t>
            </a:r>
          </a:p>
        </p:txBody>
      </p:sp>
    </p:spTree>
    <p:extLst>
      <p:ext uri="{BB962C8B-B14F-4D97-AF65-F5344CB8AC3E}">
        <p14:creationId xmlns:p14="http://schemas.microsoft.com/office/powerpoint/2010/main" val="3973380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tx1"/>
                </a:solidFill>
              </a:defRPr>
            </a:lvl1pPr>
          </a:lstStyle>
          <a:p>
            <a:r>
              <a:rPr lang="en-US" dirty="0"/>
              <a:t>Sample Chart Layout for Text – Click to Add a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5" name="Text Placeholder 3" descr="Row 1 label">
            <a:extLst>
              <a:ext uri="{FF2B5EF4-FFF2-40B4-BE49-F238E27FC236}">
                <a16:creationId xmlns:a16="http://schemas.microsoft.com/office/drawing/2014/main" id="{7077ED63-7149-B64F-804C-21E2E59DF7DB}"/>
              </a:ext>
            </a:extLst>
          </p:cNvPr>
          <p:cNvSpPr>
            <a:spLocks noGrp="1"/>
          </p:cNvSpPr>
          <p:nvPr>
            <p:ph type="body" sz="quarter" idx="30" hasCustomPrompt="1"/>
          </p:nvPr>
        </p:nvSpPr>
        <p:spPr>
          <a:xfrm>
            <a:off x="271464" y="1546789"/>
            <a:ext cx="574570" cy="439174"/>
          </a:xfrm>
          <a:no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Arial" panose="020B0604020202020204" pitchFamily="34" charset="0"/>
              <a:buChar char="​"/>
              <a:defRPr sz="1400"/>
            </a:lvl2pPr>
          </a:lstStyle>
          <a:p>
            <a:pPr lvl="0"/>
            <a:r>
              <a:rPr lang="en-US" dirty="0"/>
              <a:t>Click to add text</a:t>
            </a:r>
          </a:p>
        </p:txBody>
      </p:sp>
      <p:sp>
        <p:nvSpPr>
          <p:cNvPr id="34" name="Text Placeholder 3" descr="Row 1 text box is a long horizontal box the width of the slide acting as a header. ">
            <a:extLst>
              <a:ext uri="{FF2B5EF4-FFF2-40B4-BE49-F238E27FC236}">
                <a16:creationId xmlns:a16="http://schemas.microsoft.com/office/drawing/2014/main" id="{03CB2304-DD0F-674C-91F7-863CDF3757FC}"/>
              </a:ext>
            </a:extLst>
          </p:cNvPr>
          <p:cNvSpPr>
            <a:spLocks noGrp="1"/>
          </p:cNvSpPr>
          <p:nvPr>
            <p:ph type="body" sz="quarter" idx="29" hasCustomPrompt="1"/>
          </p:nvPr>
        </p:nvSpPr>
        <p:spPr>
          <a:xfrm>
            <a:off x="1034040" y="1561701"/>
            <a:ext cx="10630969" cy="429469"/>
          </a:xfrm>
          <a:noFill/>
          <a:ln w="12700">
            <a:solidFill>
              <a:schemeClr val="accent3">
                <a:alpha val="25000"/>
              </a:schemeClr>
            </a:solidFill>
          </a:ln>
        </p:spPr>
        <p:txBody>
          <a:bodyPr tIns="91440"/>
          <a:lstStyle>
            <a:lvl1pPr algn="ctr">
              <a:lnSpc>
                <a:spcPct val="100000"/>
              </a:lnSpc>
              <a:spcBef>
                <a:spcPts val="600"/>
              </a:spcBef>
              <a:buNone/>
              <a:defRPr sz="1600">
                <a:solidFill>
                  <a:schemeClr val="tx1"/>
                </a:solidFill>
              </a:defRPr>
            </a:lvl1pPr>
            <a:lvl2pPr marL="0" indent="0" algn="ctr">
              <a:lnSpc>
                <a:spcPct val="100000"/>
              </a:lnSpc>
              <a:spcBef>
                <a:spcPts val="600"/>
              </a:spcBef>
              <a:buFont typeface="Arial" panose="020B0604020202020204" pitchFamily="34" charset="0"/>
              <a:buChar char="​"/>
              <a:defRPr sz="1400"/>
            </a:lvl2pPr>
          </a:lstStyle>
          <a:p>
            <a:pPr lvl="0"/>
            <a:r>
              <a:rPr lang="en-US" dirty="0"/>
              <a:t>Click to add text</a:t>
            </a:r>
          </a:p>
        </p:txBody>
      </p:sp>
      <p:sp>
        <p:nvSpPr>
          <p:cNvPr id="36" name="Text Placeholder 3" descr="Row 2 label; this row shows 4 content boxes labeled A through D, each is a different color and holds text.">
            <a:extLst>
              <a:ext uri="{FF2B5EF4-FFF2-40B4-BE49-F238E27FC236}">
                <a16:creationId xmlns:a16="http://schemas.microsoft.com/office/drawing/2014/main" id="{3E62FD32-E978-1A49-AA98-60CD14AE003D}"/>
              </a:ext>
            </a:extLst>
          </p:cNvPr>
          <p:cNvSpPr>
            <a:spLocks noGrp="1"/>
          </p:cNvSpPr>
          <p:nvPr>
            <p:ph type="body" sz="quarter" idx="31" hasCustomPrompt="1"/>
          </p:nvPr>
        </p:nvSpPr>
        <p:spPr>
          <a:xfrm>
            <a:off x="285750" y="3304775"/>
            <a:ext cx="560283" cy="658026"/>
          </a:xfrm>
          <a:no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Arial" panose="020B0604020202020204" pitchFamily="34" charset="0"/>
              <a:buChar char="​"/>
              <a:defRPr sz="1400"/>
            </a:lvl2pPr>
          </a:lstStyle>
          <a:p>
            <a:pPr lvl="0"/>
            <a:r>
              <a:rPr lang="en-US" dirty="0"/>
              <a:t>Click to add text</a:t>
            </a:r>
          </a:p>
        </p:txBody>
      </p:sp>
      <p:cxnSp>
        <p:nvCxnSpPr>
          <p:cNvPr id="25" name="Straight Connector 24">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p:nvCxnSpPr>
        <p:spPr bwMode="gray">
          <a:xfrm>
            <a:off x="1093076" y="2680138"/>
            <a:ext cx="2459421" cy="0"/>
          </a:xfrm>
          <a:prstGeom prst="line">
            <a:avLst/>
          </a:prstGeom>
          <a:ln w="25400">
            <a:solidFill>
              <a:schemeClr val="accent6"/>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descr="Row 2, box 1: text in plum">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1102407" y="2699834"/>
            <a:ext cx="2430126" cy="1949198"/>
          </a:xfrm>
          <a:noFill/>
          <a:ln w="15875">
            <a:noFill/>
          </a:ln>
        </p:spPr>
        <p:txBody>
          <a:bodyPr tIns="365760"/>
          <a:lstStyle>
            <a:lvl1pPr algn="ctr">
              <a:lnSpc>
                <a:spcPct val="100000"/>
              </a:lnSpc>
              <a:spcBef>
                <a:spcPts val="600"/>
              </a:spcBef>
              <a:buNone/>
              <a:defRPr sz="1800">
                <a:solidFill>
                  <a:schemeClr val="tx1"/>
                </a:solidFill>
              </a:defRPr>
            </a:lvl1pPr>
            <a:lvl2pPr marL="0" indent="0" algn="ctr">
              <a:lnSpc>
                <a:spcPct val="100000"/>
              </a:lnSpc>
              <a:spcBef>
                <a:spcPts val="600"/>
              </a:spcBef>
              <a:buFont typeface="Arial" panose="020B0604020202020204" pitchFamily="34" charset="0"/>
              <a:buChar char="​"/>
              <a:defRPr sz="1400">
                <a:solidFill>
                  <a:schemeClr val="tx1"/>
                </a:solidFill>
              </a:defRPr>
            </a:lvl2pPr>
          </a:lstStyle>
          <a:p>
            <a:pPr lvl="0"/>
            <a:r>
              <a:rPr lang="en-US" dirty="0"/>
              <a:t>Click to add text</a:t>
            </a:r>
          </a:p>
          <a:p>
            <a:pPr lvl="1"/>
            <a:r>
              <a:rPr lang="en-US" dirty="0"/>
              <a:t>Second level</a:t>
            </a:r>
          </a:p>
        </p:txBody>
      </p:sp>
      <p:cxnSp>
        <p:nvCxnSpPr>
          <p:cNvPr id="4" name="Straight Connector 3">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p:nvCxnSpPr>
        <p:spPr bwMode="gray">
          <a:xfrm>
            <a:off x="3808412"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descr="Row 2, box 2: text in ocean">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3816081" y="2699834"/>
            <a:ext cx="2430126" cy="1949198"/>
          </a:xfrm>
          <a:noFill/>
          <a:ln w="15875">
            <a:noFill/>
          </a:ln>
        </p:spPr>
        <p:txBody>
          <a:bodyPr tIns="365760"/>
          <a:lstStyle>
            <a:lvl1pPr algn="ctr">
              <a:lnSpc>
                <a:spcPct val="100000"/>
              </a:lnSpc>
              <a:spcBef>
                <a:spcPts val="600"/>
              </a:spcBef>
              <a:buNone/>
              <a:defRPr sz="1800">
                <a:solidFill>
                  <a:schemeClr val="tx1"/>
                </a:solidFill>
              </a:defRPr>
            </a:lvl1pPr>
            <a:lvl2pPr marL="0" indent="0" algn="ctr">
              <a:lnSpc>
                <a:spcPct val="100000"/>
              </a:lnSpc>
              <a:spcBef>
                <a:spcPts val="600"/>
              </a:spcBef>
              <a:buFont typeface="Arial" panose="020B0604020202020204" pitchFamily="34" charset="0"/>
              <a:buChar char="​"/>
              <a:defRPr sz="1400">
                <a:solidFill>
                  <a:schemeClr val="tx1"/>
                </a:solidFill>
              </a:defRPr>
            </a:lvl2pPr>
          </a:lstStyle>
          <a:p>
            <a:pPr lvl="0"/>
            <a:r>
              <a:rPr lang="en-US" dirty="0"/>
              <a:t>Click to add text</a:t>
            </a:r>
          </a:p>
          <a:p>
            <a:pPr lvl="1"/>
            <a:r>
              <a:rPr lang="en-US" dirty="0"/>
              <a:t>Second level</a:t>
            </a:r>
          </a:p>
        </p:txBody>
      </p:sp>
      <p:cxnSp>
        <p:nvCxnSpPr>
          <p:cNvPr id="32" name="Straight Connector 31">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p:nvCxnSpPr>
        <p:spPr bwMode="gray">
          <a:xfrm>
            <a:off x="655161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descr="Row 2, box 3: text in indigo">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6529754" y="2699834"/>
            <a:ext cx="2477611" cy="1949198"/>
          </a:xfrm>
          <a:noFill/>
          <a:ln w="15875">
            <a:noFill/>
          </a:ln>
        </p:spPr>
        <p:txBody>
          <a:bodyPr tIns="365760"/>
          <a:lstStyle>
            <a:lvl1pPr algn="ctr">
              <a:lnSpc>
                <a:spcPct val="100000"/>
              </a:lnSpc>
              <a:spcBef>
                <a:spcPts val="600"/>
              </a:spcBef>
              <a:defRPr sz="1800">
                <a:solidFill>
                  <a:schemeClr val="tx1"/>
                </a:solidFill>
              </a:defRPr>
            </a:lvl1pPr>
            <a:lvl2pPr marL="0" indent="0" algn="ctr">
              <a:lnSpc>
                <a:spcPct val="100000"/>
              </a:lnSpc>
              <a:spcBef>
                <a:spcPts val="600"/>
              </a:spcBef>
              <a:buFont typeface="Arial" panose="020B0604020202020204" pitchFamily="34" charset="0"/>
              <a:buChar char="​"/>
              <a:defRPr sz="1400">
                <a:solidFill>
                  <a:schemeClr val="tx1"/>
                </a:solidFill>
              </a:defRPr>
            </a:lvl2pPr>
          </a:lstStyle>
          <a:p>
            <a:pPr lvl="0"/>
            <a:r>
              <a:rPr lang="en-US"/>
              <a:t>Click to add text</a:t>
            </a:r>
          </a:p>
          <a:p>
            <a:pPr lvl="1"/>
            <a:r>
              <a:rPr lang="en-US"/>
              <a:t>Second level</a:t>
            </a:r>
          </a:p>
        </p:txBody>
      </p:sp>
      <p:cxnSp>
        <p:nvCxnSpPr>
          <p:cNvPr id="38" name="Straight Connector 37">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descr="Row 2, box 4: text in dark green">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9243428" y="2699834"/>
            <a:ext cx="2454586" cy="1949198"/>
          </a:xfrm>
          <a:noFill/>
          <a:ln w="15875">
            <a:noFill/>
          </a:ln>
        </p:spPr>
        <p:txBody>
          <a:bodyPr tIns="365760"/>
          <a:lstStyle>
            <a:lvl1pPr algn="ctr">
              <a:lnSpc>
                <a:spcPct val="100000"/>
              </a:lnSpc>
              <a:spcBef>
                <a:spcPts val="600"/>
              </a:spcBef>
              <a:buNone/>
              <a:defRPr sz="1800">
                <a:solidFill>
                  <a:schemeClr val="tx1"/>
                </a:solidFill>
              </a:defRPr>
            </a:lvl1pPr>
            <a:lvl2pPr marL="0" indent="0" algn="ctr">
              <a:lnSpc>
                <a:spcPct val="100000"/>
              </a:lnSpc>
              <a:spcBef>
                <a:spcPts val="600"/>
              </a:spcBef>
              <a:buFont typeface="Arial" panose="020B0604020202020204" pitchFamily="34" charset="0"/>
              <a:buChar char="​"/>
              <a:defRPr sz="1400">
                <a:solidFill>
                  <a:schemeClr val="tx1"/>
                </a:solidFill>
              </a:defRPr>
            </a:lvl2pPr>
          </a:lstStyle>
          <a:p>
            <a:pPr lvl="0"/>
            <a:r>
              <a:rPr lang="en-US"/>
              <a:t>Click to add text</a:t>
            </a:r>
          </a:p>
          <a:p>
            <a:pPr lvl="1"/>
            <a:r>
              <a:rPr lang="en-US"/>
              <a:t>Second level</a:t>
            </a:r>
          </a:p>
        </p:txBody>
      </p:sp>
      <p:sp>
        <p:nvSpPr>
          <p:cNvPr id="37" name="Text Placeholder 3" descr="Row 3 label: this row shows six, small content boxes in a horiztonal row">
            <a:extLst>
              <a:ext uri="{FF2B5EF4-FFF2-40B4-BE49-F238E27FC236}">
                <a16:creationId xmlns:a16="http://schemas.microsoft.com/office/drawing/2014/main" id="{EF286E42-C44A-274D-B9C1-D21F1AD1DEB2}"/>
              </a:ext>
            </a:extLst>
          </p:cNvPr>
          <p:cNvSpPr>
            <a:spLocks noGrp="1"/>
          </p:cNvSpPr>
          <p:nvPr>
            <p:ph type="body" sz="quarter" idx="32" hasCustomPrompt="1"/>
          </p:nvPr>
        </p:nvSpPr>
        <p:spPr>
          <a:xfrm>
            <a:off x="300038" y="5065521"/>
            <a:ext cx="545995" cy="658026"/>
          </a:xfrm>
          <a:no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Arial" panose="020B0604020202020204" pitchFamily="34" charset="0"/>
              <a:buChar char="​"/>
              <a:defRPr sz="1400"/>
            </a:lvl2pPr>
          </a:lstStyle>
          <a:p>
            <a:pPr lvl="0"/>
            <a:r>
              <a:rPr lang="en-US" dirty="0"/>
              <a:t>Click to add text</a:t>
            </a:r>
          </a:p>
        </p:txBody>
      </p:sp>
      <p:sp>
        <p:nvSpPr>
          <p:cNvPr id="20" name="Text Placeholder 3" descr="Row 3, text box 1">
            <a:extLst>
              <a:ext uri="{FF2B5EF4-FFF2-40B4-BE49-F238E27FC236}">
                <a16:creationId xmlns:a16="http://schemas.microsoft.com/office/drawing/2014/main" id="{828E38C7-4E21-F24B-B372-9632EC441D7F}"/>
              </a:ext>
            </a:extLst>
          </p:cNvPr>
          <p:cNvSpPr>
            <a:spLocks noGrp="1"/>
          </p:cNvSpPr>
          <p:nvPr>
            <p:ph type="body" sz="quarter" idx="23" hasCustomPrompt="1"/>
          </p:nvPr>
        </p:nvSpPr>
        <p:spPr>
          <a:xfrm>
            <a:off x="1115051" y="4956561"/>
            <a:ext cx="1713607" cy="915157"/>
          </a:xfrm>
          <a:no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dirty="0"/>
              <a:t>Click to add text</a:t>
            </a:r>
          </a:p>
          <a:p>
            <a:pPr lvl="1"/>
            <a:r>
              <a:rPr lang="en-US" dirty="0"/>
              <a:t>Second level</a:t>
            </a:r>
          </a:p>
        </p:txBody>
      </p:sp>
      <p:sp>
        <p:nvSpPr>
          <p:cNvPr id="21" name="Text Placeholder 3" descr="Row 3, text box 2">
            <a:extLst>
              <a:ext uri="{FF2B5EF4-FFF2-40B4-BE49-F238E27FC236}">
                <a16:creationId xmlns:a16="http://schemas.microsoft.com/office/drawing/2014/main" id="{8B2FDC15-7948-0244-83E4-0CDCDBC619B3}"/>
              </a:ext>
            </a:extLst>
          </p:cNvPr>
          <p:cNvSpPr>
            <a:spLocks noGrp="1"/>
          </p:cNvSpPr>
          <p:nvPr>
            <p:ph type="body" sz="quarter" idx="24" hasCustomPrompt="1"/>
          </p:nvPr>
        </p:nvSpPr>
        <p:spPr>
          <a:xfrm>
            <a:off x="2886312" y="4956561"/>
            <a:ext cx="1713607" cy="915157"/>
          </a:xfrm>
          <a:no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26" name="Text Placeholder 3" descr="Row 3, text box 3">
            <a:extLst>
              <a:ext uri="{FF2B5EF4-FFF2-40B4-BE49-F238E27FC236}">
                <a16:creationId xmlns:a16="http://schemas.microsoft.com/office/drawing/2014/main" id="{E4B34A83-BA8A-6844-8A56-BBD517A5B6FD}"/>
              </a:ext>
            </a:extLst>
          </p:cNvPr>
          <p:cNvSpPr>
            <a:spLocks noGrp="1"/>
          </p:cNvSpPr>
          <p:nvPr>
            <p:ph type="body" sz="quarter" idx="25" hasCustomPrompt="1"/>
          </p:nvPr>
        </p:nvSpPr>
        <p:spPr>
          <a:xfrm>
            <a:off x="4657573" y="4956561"/>
            <a:ext cx="1713607" cy="915157"/>
          </a:xfrm>
          <a:no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27" name="Text Placeholder 3" descr="Row 3, text box 4">
            <a:extLst>
              <a:ext uri="{FF2B5EF4-FFF2-40B4-BE49-F238E27FC236}">
                <a16:creationId xmlns:a16="http://schemas.microsoft.com/office/drawing/2014/main" id="{532716FA-3DC7-AF41-8C5F-F9D040A43930}"/>
              </a:ext>
            </a:extLst>
          </p:cNvPr>
          <p:cNvSpPr>
            <a:spLocks noGrp="1"/>
          </p:cNvSpPr>
          <p:nvPr>
            <p:ph type="body" sz="quarter" idx="26" hasCustomPrompt="1"/>
          </p:nvPr>
        </p:nvSpPr>
        <p:spPr>
          <a:xfrm>
            <a:off x="6428834" y="4956561"/>
            <a:ext cx="1713607" cy="915157"/>
          </a:xfrm>
          <a:no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31" name="Text Placeholder 3" descr="Row 3, text box 5">
            <a:extLst>
              <a:ext uri="{FF2B5EF4-FFF2-40B4-BE49-F238E27FC236}">
                <a16:creationId xmlns:a16="http://schemas.microsoft.com/office/drawing/2014/main" id="{6EA6D41F-30CE-1443-9F1F-896A2907ECBD}"/>
              </a:ext>
            </a:extLst>
          </p:cNvPr>
          <p:cNvSpPr>
            <a:spLocks noGrp="1"/>
          </p:cNvSpPr>
          <p:nvPr>
            <p:ph type="body" sz="quarter" idx="27" hasCustomPrompt="1"/>
          </p:nvPr>
        </p:nvSpPr>
        <p:spPr>
          <a:xfrm>
            <a:off x="8200095" y="4956561"/>
            <a:ext cx="1713607" cy="915157"/>
          </a:xfrm>
          <a:no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33" name="Text Placeholder 3" descr="Row 3, text box 6">
            <a:extLst>
              <a:ext uri="{FF2B5EF4-FFF2-40B4-BE49-F238E27FC236}">
                <a16:creationId xmlns:a16="http://schemas.microsoft.com/office/drawing/2014/main" id="{62388AAB-5BA2-4747-B0D0-B11DA9195125}"/>
              </a:ext>
            </a:extLst>
          </p:cNvPr>
          <p:cNvSpPr>
            <a:spLocks noGrp="1"/>
          </p:cNvSpPr>
          <p:nvPr>
            <p:ph type="body" sz="quarter" idx="28" hasCustomPrompt="1"/>
          </p:nvPr>
        </p:nvSpPr>
        <p:spPr>
          <a:xfrm>
            <a:off x="9971354" y="4956561"/>
            <a:ext cx="1713607" cy="915157"/>
          </a:xfrm>
          <a:no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Arial" panose="020B0604020202020204" pitchFamily="34" charset="0"/>
              <a:buChar char="​"/>
              <a:defRPr sz="1000">
                <a:solidFill>
                  <a:schemeClr val="tx1"/>
                </a:solidFill>
              </a:defRPr>
            </a:lvl2pPr>
          </a:lstStyle>
          <a:p>
            <a:pPr lvl="0"/>
            <a:r>
              <a:rPr lang="en-US"/>
              <a:t>Click to add text</a:t>
            </a:r>
          </a:p>
          <a:p>
            <a:pPr lvl="1"/>
            <a:r>
              <a:rPr lang="en-US"/>
              <a:t>Second level</a:t>
            </a:r>
          </a:p>
        </p:txBody>
      </p:sp>
      <p:sp>
        <p:nvSpPr>
          <p:cNvPr id="24" name="page number">
            <a:extLst>
              <a:ext uri="{FF2B5EF4-FFF2-40B4-BE49-F238E27FC236}">
                <a16:creationId xmlns:a16="http://schemas.microsoft.com/office/drawing/2014/main" id="{D09494D0-773E-A04D-BC5F-65AA87B8246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cxnSp>
        <p:nvCxnSpPr>
          <p:cNvPr id="23" name="Straight Connector 22">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userDrawn="1"/>
        </p:nvCxnSpPr>
        <p:spPr bwMode="gray">
          <a:xfrm>
            <a:off x="1093076" y="2680138"/>
            <a:ext cx="2459421" cy="0"/>
          </a:xfrm>
          <a:prstGeom prst="line">
            <a:avLst/>
          </a:prstGeom>
          <a:ln w="25400">
            <a:solidFill>
              <a:schemeClr val="accent6"/>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userDrawn="1"/>
        </p:nvCxnSpPr>
        <p:spPr bwMode="gray">
          <a:xfrm>
            <a:off x="3808412"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userDrawn="1"/>
        </p:nvCxnSpPr>
        <p:spPr bwMode="gray">
          <a:xfrm>
            <a:off x="655161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userDrawn="1"/>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2" name="page number">
            <a:extLst>
              <a:ext uri="{FF2B5EF4-FFF2-40B4-BE49-F238E27FC236}">
                <a16:creationId xmlns:a16="http://schemas.microsoft.com/office/drawing/2014/main" id="{D09494D0-773E-A04D-BC5F-65AA87B8246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715751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Big Statement - Leaf">
    <p:spTree>
      <p:nvGrpSpPr>
        <p:cNvPr id="1" name=""/>
        <p:cNvGrpSpPr/>
        <p:nvPr/>
      </p:nvGrpSpPr>
      <p:grpSpPr>
        <a:xfrm>
          <a:off x="0" y="0"/>
          <a:ext cx="0" cy="0"/>
          <a:chOff x="0" y="0"/>
          <a:chExt cx="0" cy="0"/>
        </a:xfrm>
      </p:grpSpPr>
      <p:sp>
        <p:nvSpPr>
          <p:cNvPr id="15" name="page number">
            <a:extLst>
              <a:ext uri="{FF2B5EF4-FFF2-40B4-BE49-F238E27FC236}">
                <a16:creationId xmlns:a16="http://schemas.microsoft.com/office/drawing/2014/main" id="{55FF2E89-7A98-C14C-B802-9BBF588108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grpSp>
        <p:nvGrpSpPr>
          <p:cNvPr id="4" name="Group 3">
            <a:extLst>
              <a:ext uri="{FF2B5EF4-FFF2-40B4-BE49-F238E27FC236}">
                <a16:creationId xmlns:a16="http://schemas.microsoft.com/office/drawing/2014/main" id="{FC1F0186-3845-7382-86A6-5F5D4383F8F7}"/>
              </a:ext>
            </a:extLst>
          </p:cNvPr>
          <p:cNvGrpSpPr/>
          <p:nvPr/>
        </p:nvGrpSpPr>
        <p:grpSpPr>
          <a:xfrm>
            <a:off x="5111737" y="1408637"/>
            <a:ext cx="7077088" cy="4553747"/>
            <a:chOff x="5111737" y="1408637"/>
            <a:chExt cx="7077088" cy="4553747"/>
          </a:xfrm>
        </p:grpSpPr>
        <p:sp>
          <p:nvSpPr>
            <p:cNvPr id="5" name="Freeform: Shape 4">
              <a:extLst>
                <a:ext uri="{FF2B5EF4-FFF2-40B4-BE49-F238E27FC236}">
                  <a16:creationId xmlns:a16="http://schemas.microsoft.com/office/drawing/2014/main" id="{5CE73523-7E54-A36C-FD38-BF94183DD0EB}"/>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6" name="Freeform: Shape 5">
              <a:extLst>
                <a:ext uri="{FF2B5EF4-FFF2-40B4-BE49-F238E27FC236}">
                  <a16:creationId xmlns:a16="http://schemas.microsoft.com/office/drawing/2014/main" id="{6BE9AFFF-4763-3B75-31C5-5DD8D812F069}"/>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sp>
        <p:nvSpPr>
          <p:cNvPr id="9" name="Text Placeholder 862">
            <a:extLst>
              <a:ext uri="{FF2B5EF4-FFF2-40B4-BE49-F238E27FC236}">
                <a16:creationId xmlns:a16="http://schemas.microsoft.com/office/drawing/2014/main" id="{65A5776C-9EB9-F84B-B0C4-411FA1106F62}"/>
              </a:ext>
            </a:extLst>
          </p:cNvPr>
          <p:cNvSpPr>
            <a:spLocks noGrp="1"/>
          </p:cNvSpPr>
          <p:nvPr>
            <p:ph type="body" sz="quarter" idx="12" hasCustomPrompt="1"/>
          </p:nvPr>
        </p:nvSpPr>
        <p:spPr>
          <a:xfrm>
            <a:off x="608013" y="2233670"/>
            <a:ext cx="6497867" cy="2285999"/>
          </a:xfrm>
        </p:spPr>
        <p:txBody>
          <a:bodyPr anchor="ctr"/>
          <a:lstStyle>
            <a:lvl1pPr>
              <a:lnSpc>
                <a:spcPct val="100000"/>
              </a:lnSpc>
              <a:spcBef>
                <a:spcPts val="0"/>
              </a:spcBef>
              <a:defRPr sz="3600">
                <a:solidFill>
                  <a:schemeClr val="tx1"/>
                </a:solidFill>
              </a:defRPr>
            </a:lvl1pPr>
            <a:lvl2pPr marL="273050" indent="0">
              <a:buNone/>
              <a:defRPr/>
            </a:lvl2pPr>
          </a:lstStyle>
          <a:p>
            <a:pPr lvl="0"/>
            <a:r>
              <a:rPr lang="en-US"/>
              <a:t>Slide with large text placeholder, green theme.</a:t>
            </a:r>
          </a:p>
        </p:txBody>
      </p:sp>
      <p:sp>
        <p:nvSpPr>
          <p:cNvPr id="7" name="page number">
            <a:extLst>
              <a:ext uri="{FF2B5EF4-FFF2-40B4-BE49-F238E27FC236}">
                <a16:creationId xmlns:a16="http://schemas.microsoft.com/office/drawing/2014/main" id="{55FF2E89-7A98-C14C-B802-9BBF588108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grpSp>
        <p:nvGrpSpPr>
          <p:cNvPr id="8" name="Group 7">
            <a:extLst>
              <a:ext uri="{FF2B5EF4-FFF2-40B4-BE49-F238E27FC236}">
                <a16:creationId xmlns:a16="http://schemas.microsoft.com/office/drawing/2014/main" id="{FC1F0186-3845-7382-86A6-5F5D4383F8F7}"/>
              </a:ext>
            </a:extLst>
          </p:cNvPr>
          <p:cNvGrpSpPr/>
          <p:nvPr userDrawn="1"/>
        </p:nvGrpSpPr>
        <p:grpSpPr>
          <a:xfrm>
            <a:off x="5111737" y="1408637"/>
            <a:ext cx="7077088" cy="4553747"/>
            <a:chOff x="5111737" y="1408637"/>
            <a:chExt cx="7077088" cy="4553747"/>
          </a:xfrm>
        </p:grpSpPr>
        <p:sp>
          <p:nvSpPr>
            <p:cNvPr id="10" name="Freeform: Shape 4">
              <a:extLst>
                <a:ext uri="{FF2B5EF4-FFF2-40B4-BE49-F238E27FC236}">
                  <a16:creationId xmlns:a16="http://schemas.microsoft.com/office/drawing/2014/main" id="{5CE73523-7E54-A36C-FD38-BF94183DD0EB}"/>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11" name="Freeform: Shape 5">
              <a:extLst>
                <a:ext uri="{FF2B5EF4-FFF2-40B4-BE49-F238E27FC236}">
                  <a16:creationId xmlns:a16="http://schemas.microsoft.com/office/drawing/2014/main" id="{6BE9AFFF-4763-3B75-31C5-5DD8D812F069}"/>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spTree>
    <p:extLst>
      <p:ext uri="{BB962C8B-B14F-4D97-AF65-F5344CB8AC3E}">
        <p14:creationId xmlns:p14="http://schemas.microsoft.com/office/powerpoint/2010/main" val="3729240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Big Statement - Aqua">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3DD054C-4464-7CB7-C3A1-6A8668D833BD}"/>
              </a:ext>
            </a:extLst>
          </p:cNvPr>
          <p:cNvGrpSpPr/>
          <p:nvPr/>
        </p:nvGrpSpPr>
        <p:grpSpPr>
          <a:xfrm>
            <a:off x="5111737" y="1408637"/>
            <a:ext cx="7077088" cy="4553747"/>
            <a:chOff x="5111737" y="1408637"/>
            <a:chExt cx="7077088" cy="4553747"/>
          </a:xfrm>
        </p:grpSpPr>
        <p:sp>
          <p:nvSpPr>
            <p:cNvPr id="8" name="Freeform: Shape 7">
              <a:extLst>
                <a:ext uri="{FF2B5EF4-FFF2-40B4-BE49-F238E27FC236}">
                  <a16:creationId xmlns:a16="http://schemas.microsoft.com/office/drawing/2014/main" id="{09E671A8-33F0-DC2E-2A8F-DD407B020081}"/>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21000">
                  <a:schemeClr val="accent1"/>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789EC2F6-3343-CE3E-3067-8087325DE6DA}"/>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1"/>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grpSp>
      <p:sp>
        <p:nvSpPr>
          <p:cNvPr id="9" name="Text Placeholder 862">
            <a:extLst>
              <a:ext uri="{FF2B5EF4-FFF2-40B4-BE49-F238E27FC236}">
                <a16:creationId xmlns:a16="http://schemas.microsoft.com/office/drawing/2014/main" id="{113BEA88-710C-A54D-A13C-5E36B6B878B7}"/>
              </a:ext>
            </a:extLst>
          </p:cNvPr>
          <p:cNvSpPr>
            <a:spLocks noGrp="1"/>
          </p:cNvSpPr>
          <p:nvPr>
            <p:ph type="body" sz="quarter" idx="12" hasCustomPrompt="1"/>
          </p:nvPr>
        </p:nvSpPr>
        <p:spPr>
          <a:xfrm>
            <a:off x="608013" y="2233670"/>
            <a:ext cx="6497867" cy="2285999"/>
          </a:xfrm>
        </p:spPr>
        <p:txBody>
          <a:bodyPr anchor="ctr"/>
          <a:lstStyle>
            <a:lvl1pPr>
              <a:lnSpc>
                <a:spcPct val="100000"/>
              </a:lnSpc>
              <a:spcBef>
                <a:spcPts val="0"/>
              </a:spcBef>
              <a:defRPr sz="3600">
                <a:solidFill>
                  <a:schemeClr val="tx1"/>
                </a:solidFill>
              </a:defRPr>
            </a:lvl1pPr>
            <a:lvl2pPr marL="273050" indent="0">
              <a:buNone/>
              <a:defRPr/>
            </a:lvl2pPr>
          </a:lstStyle>
          <a:p>
            <a:pPr lvl="0"/>
            <a:r>
              <a:rPr lang="en-US" dirty="0"/>
              <a:t>Slide with large text placeholder, blue theme.</a:t>
            </a:r>
          </a:p>
        </p:txBody>
      </p:sp>
      <p:sp>
        <p:nvSpPr>
          <p:cNvPr id="16" name="page number">
            <a:extLst>
              <a:ext uri="{FF2B5EF4-FFF2-40B4-BE49-F238E27FC236}">
                <a16:creationId xmlns:a16="http://schemas.microsoft.com/office/drawing/2014/main" id="{3A15EC20-3B57-4E4E-872C-A34852CBEF1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grpSp>
        <p:nvGrpSpPr>
          <p:cNvPr id="11" name="Group 10">
            <a:extLst>
              <a:ext uri="{FF2B5EF4-FFF2-40B4-BE49-F238E27FC236}">
                <a16:creationId xmlns:a16="http://schemas.microsoft.com/office/drawing/2014/main" id="{73DD054C-4464-7CB7-C3A1-6A8668D833BD}"/>
              </a:ext>
            </a:extLst>
          </p:cNvPr>
          <p:cNvGrpSpPr/>
          <p:nvPr userDrawn="1"/>
        </p:nvGrpSpPr>
        <p:grpSpPr>
          <a:xfrm>
            <a:off x="5111737" y="1408637"/>
            <a:ext cx="7077088" cy="4553747"/>
            <a:chOff x="5111737" y="1408637"/>
            <a:chExt cx="7077088" cy="4553747"/>
          </a:xfrm>
        </p:grpSpPr>
        <p:sp>
          <p:nvSpPr>
            <p:cNvPr id="12" name="Freeform: Shape 7">
              <a:extLst>
                <a:ext uri="{FF2B5EF4-FFF2-40B4-BE49-F238E27FC236}">
                  <a16:creationId xmlns:a16="http://schemas.microsoft.com/office/drawing/2014/main" id="{09E671A8-33F0-DC2E-2A8F-DD407B020081}"/>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21000">
                  <a:schemeClr val="accent1"/>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13" name="Freeform: Shape 9">
              <a:extLst>
                <a:ext uri="{FF2B5EF4-FFF2-40B4-BE49-F238E27FC236}">
                  <a16:creationId xmlns:a16="http://schemas.microsoft.com/office/drawing/2014/main" id="{789EC2F6-3343-CE3E-3067-8087325DE6DA}"/>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1"/>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grpSp>
      <p:sp>
        <p:nvSpPr>
          <p:cNvPr id="14" name="page number">
            <a:extLst>
              <a:ext uri="{FF2B5EF4-FFF2-40B4-BE49-F238E27FC236}">
                <a16:creationId xmlns:a16="http://schemas.microsoft.com/office/drawing/2014/main" id="{3A15EC20-3B57-4E4E-872C-A34852CBEF1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1622331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Big Statement - Plum">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49C4F28F-D820-7F1F-91C7-4E732E3FF4B9}"/>
              </a:ext>
            </a:extLst>
          </p:cNvPr>
          <p:cNvGrpSpPr/>
          <p:nvPr/>
        </p:nvGrpSpPr>
        <p:grpSpPr>
          <a:xfrm>
            <a:off x="5111737" y="1408637"/>
            <a:ext cx="7077088" cy="4553747"/>
            <a:chOff x="5111737" y="1408637"/>
            <a:chExt cx="7077088" cy="4553747"/>
          </a:xfrm>
        </p:grpSpPr>
        <p:sp>
          <p:nvSpPr>
            <p:cNvPr id="4" name="Freeform: Shape 3">
              <a:extLst>
                <a:ext uri="{FF2B5EF4-FFF2-40B4-BE49-F238E27FC236}">
                  <a16:creationId xmlns:a16="http://schemas.microsoft.com/office/drawing/2014/main" id="{A23EE99F-E93C-3420-BB05-2D555AD744F2}"/>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6000">
                  <a:schemeClr val="accent5"/>
                </a:gs>
                <a:gs pos="7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5" name="Freeform: Shape 4">
              <a:extLst>
                <a:ext uri="{FF2B5EF4-FFF2-40B4-BE49-F238E27FC236}">
                  <a16:creationId xmlns:a16="http://schemas.microsoft.com/office/drawing/2014/main" id="{6BD13FCB-AB86-7965-C7A5-41F3EA7F3FEE}"/>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5"/>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sp>
        <p:nvSpPr>
          <p:cNvPr id="10" name="Text Placeholder 862">
            <a:extLst>
              <a:ext uri="{FF2B5EF4-FFF2-40B4-BE49-F238E27FC236}">
                <a16:creationId xmlns:a16="http://schemas.microsoft.com/office/drawing/2014/main" id="{BB1BA4EC-6D18-954E-81DD-4678CFBE6FFB}"/>
              </a:ext>
            </a:extLst>
          </p:cNvPr>
          <p:cNvSpPr>
            <a:spLocks noGrp="1"/>
          </p:cNvSpPr>
          <p:nvPr>
            <p:ph type="body" sz="quarter" idx="12" hasCustomPrompt="1"/>
          </p:nvPr>
        </p:nvSpPr>
        <p:spPr>
          <a:xfrm>
            <a:off x="608013" y="2233670"/>
            <a:ext cx="6497867" cy="2285999"/>
          </a:xfrm>
        </p:spPr>
        <p:txBody>
          <a:bodyPr anchor="ctr"/>
          <a:lstStyle>
            <a:lvl1pPr>
              <a:lnSpc>
                <a:spcPct val="100000"/>
              </a:lnSpc>
              <a:spcBef>
                <a:spcPts val="0"/>
              </a:spcBef>
              <a:defRPr sz="3600">
                <a:solidFill>
                  <a:schemeClr val="tx1"/>
                </a:solidFill>
              </a:defRPr>
            </a:lvl1pPr>
            <a:lvl2pPr marL="273050" indent="0">
              <a:buNone/>
              <a:defRPr/>
            </a:lvl2pPr>
          </a:lstStyle>
          <a:p>
            <a:pPr lvl="0"/>
            <a:r>
              <a:rPr lang="en-US" dirty="0"/>
              <a:t>Slide with large text placeholder, purple theme.</a:t>
            </a:r>
          </a:p>
        </p:txBody>
      </p:sp>
      <p:sp>
        <p:nvSpPr>
          <p:cNvPr id="16" name="page number">
            <a:extLst>
              <a:ext uri="{FF2B5EF4-FFF2-40B4-BE49-F238E27FC236}">
                <a16:creationId xmlns:a16="http://schemas.microsoft.com/office/drawing/2014/main" id="{312DD3E6-E621-1B4F-9197-621CC0C346A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grpSp>
        <p:nvGrpSpPr>
          <p:cNvPr id="7" name="Group 6">
            <a:extLst>
              <a:ext uri="{FF2B5EF4-FFF2-40B4-BE49-F238E27FC236}">
                <a16:creationId xmlns:a16="http://schemas.microsoft.com/office/drawing/2014/main" id="{49C4F28F-D820-7F1F-91C7-4E732E3FF4B9}"/>
              </a:ext>
            </a:extLst>
          </p:cNvPr>
          <p:cNvGrpSpPr/>
          <p:nvPr userDrawn="1"/>
        </p:nvGrpSpPr>
        <p:grpSpPr>
          <a:xfrm>
            <a:off x="5111737" y="1408637"/>
            <a:ext cx="7077088" cy="4553747"/>
            <a:chOff x="5111737" y="1408637"/>
            <a:chExt cx="7077088" cy="4553747"/>
          </a:xfrm>
        </p:grpSpPr>
        <p:sp>
          <p:nvSpPr>
            <p:cNvPr id="8" name="Freeform: Shape 3">
              <a:extLst>
                <a:ext uri="{FF2B5EF4-FFF2-40B4-BE49-F238E27FC236}">
                  <a16:creationId xmlns:a16="http://schemas.microsoft.com/office/drawing/2014/main" id="{A23EE99F-E93C-3420-BB05-2D555AD744F2}"/>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6000">
                  <a:schemeClr val="accent5"/>
                </a:gs>
                <a:gs pos="7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sp>
          <p:nvSpPr>
            <p:cNvPr id="9" name="Freeform: Shape 4">
              <a:extLst>
                <a:ext uri="{FF2B5EF4-FFF2-40B4-BE49-F238E27FC236}">
                  <a16:creationId xmlns:a16="http://schemas.microsoft.com/office/drawing/2014/main" id="{6BD13FCB-AB86-7965-C7A5-41F3EA7F3FEE}"/>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5"/>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grpSp>
      <p:sp>
        <p:nvSpPr>
          <p:cNvPr id="11" name="page number">
            <a:extLst>
              <a:ext uri="{FF2B5EF4-FFF2-40B4-BE49-F238E27FC236}">
                <a16:creationId xmlns:a16="http://schemas.microsoft.com/office/drawing/2014/main" id="{312DD3E6-E621-1B4F-9197-621CC0C346A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4242788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Big Statement 2 - Leaf">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790259BD-425B-08EE-F13F-3E45E77F1B69}"/>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a:p>
        </p:txBody>
      </p:sp>
      <p:sp>
        <p:nvSpPr>
          <p:cNvPr id="3" name="Freeform: Shape 2">
            <a:extLst>
              <a:ext uri="{FF2B5EF4-FFF2-40B4-BE49-F238E27FC236}">
                <a16:creationId xmlns:a16="http://schemas.microsoft.com/office/drawing/2014/main" id="{797BAED2-30F9-8FE2-1EEF-B548291B27BB}"/>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rgbClr val="61A30E"/>
              </a:gs>
              <a:gs pos="83000">
                <a:srgbClr val="0095C4"/>
              </a:gs>
            </a:gsLst>
            <a:lin ang="18900033" scaled="1"/>
          </a:gradFill>
          <a:ln w="0" cap="flat">
            <a:noFill/>
            <a:prstDash val="solid"/>
            <a:miter/>
          </a:ln>
        </p:spPr>
        <p:txBody>
          <a:bodyPr rtlCol="0" anchor="ctr"/>
          <a:lstStyle/>
          <a:p>
            <a:endParaRPr lang="en-US"/>
          </a:p>
        </p:txBody>
      </p:sp>
      <p:sp>
        <p:nvSpPr>
          <p:cNvPr id="28" name="Title 1">
            <a:extLst>
              <a:ext uri="{FF2B5EF4-FFF2-40B4-BE49-F238E27FC236}">
                <a16:creationId xmlns:a16="http://schemas.microsoft.com/office/drawing/2014/main" id="{426C215B-BC62-3CF9-EDF0-6413174A435A}"/>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tx1"/>
                </a:solidFill>
              </a:defRPr>
            </a:lvl1pPr>
          </a:lstStyle>
          <a:p>
            <a:r>
              <a:rPr lang="en-US" dirty="0"/>
              <a:t>Big Statement – Green Theme</a:t>
            </a:r>
          </a:p>
        </p:txBody>
      </p:sp>
      <p:sp>
        <p:nvSpPr>
          <p:cNvPr id="29" name="Subtitle">
            <a:extLst>
              <a:ext uri="{FF2B5EF4-FFF2-40B4-BE49-F238E27FC236}">
                <a16:creationId xmlns:a16="http://schemas.microsoft.com/office/drawing/2014/main" id="{615FECE3-9918-4B48-E68F-739600E4B93A}"/>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7" name="page number">
            <a:extLst>
              <a:ext uri="{FF2B5EF4-FFF2-40B4-BE49-F238E27FC236}">
                <a16:creationId xmlns:a16="http://schemas.microsoft.com/office/drawing/2014/main" id="{4144FBF0-61D7-2140-A159-ECF2E9CDDA2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8" name="Freeform: Shape 1">
            <a:extLst>
              <a:ext uri="{FF2B5EF4-FFF2-40B4-BE49-F238E27FC236}">
                <a16:creationId xmlns:a16="http://schemas.microsoft.com/office/drawing/2014/main" id="{790259BD-425B-08EE-F13F-3E45E77F1B69}"/>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a:p>
        </p:txBody>
      </p:sp>
      <p:sp>
        <p:nvSpPr>
          <p:cNvPr id="9" name="Freeform: Shape 2">
            <a:extLst>
              <a:ext uri="{FF2B5EF4-FFF2-40B4-BE49-F238E27FC236}">
                <a16:creationId xmlns:a16="http://schemas.microsoft.com/office/drawing/2014/main" id="{797BAED2-30F9-8FE2-1EEF-B548291B27BB}"/>
              </a:ext>
            </a:extLst>
          </p:cNvPr>
          <p:cNvSpPr/>
          <p:nvPr userDrawn="1"/>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rgbClr val="61A30E"/>
              </a:gs>
              <a:gs pos="83000">
                <a:srgbClr val="0095C4"/>
              </a:gs>
            </a:gsLst>
            <a:lin ang="18900033" scaled="1"/>
          </a:gradFill>
          <a:ln w="0" cap="flat">
            <a:noFill/>
            <a:prstDash val="solid"/>
            <a:miter/>
          </a:ln>
        </p:spPr>
        <p:txBody>
          <a:bodyPr rtlCol="0" anchor="ctr"/>
          <a:lstStyle/>
          <a:p>
            <a:endParaRPr lang="en-US"/>
          </a:p>
        </p:txBody>
      </p:sp>
      <p:sp>
        <p:nvSpPr>
          <p:cNvPr id="10" name="page number">
            <a:extLst>
              <a:ext uri="{FF2B5EF4-FFF2-40B4-BE49-F238E27FC236}">
                <a16:creationId xmlns:a16="http://schemas.microsoft.com/office/drawing/2014/main" id="{4144FBF0-61D7-2140-A159-ECF2E9CDDA2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1798211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Big Statement 2 - Aqua">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B1DED2-F6CE-9D78-8DD9-803750B574EF}"/>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1"/>
              </a:gs>
            </a:gsLst>
            <a:lin ang="0" scaled="1"/>
          </a:gradFill>
          <a:ln w="0" cap="flat">
            <a:noFill/>
            <a:prstDash val="solid"/>
            <a:miter/>
          </a:ln>
        </p:spPr>
        <p:txBody>
          <a:bodyPr rtlCol="0" anchor="ctr"/>
          <a:lstStyle/>
          <a:p>
            <a:endParaRPr lang="en-US">
              <a:solidFill>
                <a:schemeClr val="tx1"/>
              </a:solidFill>
            </a:endParaRPr>
          </a:p>
        </p:txBody>
      </p:sp>
      <p:sp>
        <p:nvSpPr>
          <p:cNvPr id="9" name="Freeform: Shape 8">
            <a:extLst>
              <a:ext uri="{FF2B5EF4-FFF2-40B4-BE49-F238E27FC236}">
                <a16:creationId xmlns:a16="http://schemas.microsoft.com/office/drawing/2014/main" id="{6C96B54B-26F9-6C7B-9D73-932720ABCAA1}"/>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1"/>
              </a:gs>
              <a:gs pos="83000">
                <a:srgbClr val="0095C4"/>
              </a:gs>
            </a:gsLst>
            <a:lin ang="18900033" scaled="1"/>
          </a:gradFill>
          <a:ln w="0" cap="flat">
            <a:noFill/>
            <a:prstDash val="solid"/>
            <a:miter/>
          </a:ln>
        </p:spPr>
        <p:txBody>
          <a:bodyPr rtlCol="0" anchor="ctr"/>
          <a:lstStyle/>
          <a:p>
            <a:endParaRPr lang="en-US">
              <a:solidFill>
                <a:schemeClr val="tx1"/>
              </a:solidFill>
            </a:endParaRPr>
          </a:p>
        </p:txBody>
      </p:sp>
      <p:sp>
        <p:nvSpPr>
          <p:cNvPr id="8" name="page number">
            <a:extLst>
              <a:ext uri="{FF2B5EF4-FFF2-40B4-BE49-F238E27FC236}">
                <a16:creationId xmlns:a16="http://schemas.microsoft.com/office/drawing/2014/main" id="{45469056-638C-FF40-8AA5-0675077535B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29" name="Title 1">
            <a:extLst>
              <a:ext uri="{FF2B5EF4-FFF2-40B4-BE49-F238E27FC236}">
                <a16:creationId xmlns:a16="http://schemas.microsoft.com/office/drawing/2014/main" id="{001CFD5C-7C19-8E30-BF20-52E7629C490B}"/>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tx1"/>
                </a:solidFill>
              </a:defRPr>
            </a:lvl1pPr>
          </a:lstStyle>
          <a:p>
            <a:r>
              <a:rPr lang="en-US" dirty="0"/>
              <a:t>Big Statement – Blue Theme</a:t>
            </a:r>
          </a:p>
        </p:txBody>
      </p:sp>
      <p:sp>
        <p:nvSpPr>
          <p:cNvPr id="30" name="Subtitle">
            <a:extLst>
              <a:ext uri="{FF2B5EF4-FFF2-40B4-BE49-F238E27FC236}">
                <a16:creationId xmlns:a16="http://schemas.microsoft.com/office/drawing/2014/main" id="{2765CEAA-0CA6-BE98-B450-1301D576C6A5}"/>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0" name="Freeform: Shape 6">
            <a:extLst>
              <a:ext uri="{FF2B5EF4-FFF2-40B4-BE49-F238E27FC236}">
                <a16:creationId xmlns:a16="http://schemas.microsoft.com/office/drawing/2014/main" id="{C8B1DED2-F6CE-9D78-8DD9-803750B574EF}"/>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1"/>
              </a:gs>
            </a:gsLst>
            <a:lin ang="0" scaled="1"/>
          </a:gradFill>
          <a:ln w="0" cap="flat">
            <a:noFill/>
            <a:prstDash val="solid"/>
            <a:miter/>
          </a:ln>
        </p:spPr>
        <p:txBody>
          <a:bodyPr rtlCol="0" anchor="ctr"/>
          <a:lstStyle/>
          <a:p>
            <a:endParaRPr lang="en-US">
              <a:solidFill>
                <a:schemeClr val="tx1"/>
              </a:solidFill>
            </a:endParaRPr>
          </a:p>
        </p:txBody>
      </p:sp>
      <p:sp>
        <p:nvSpPr>
          <p:cNvPr id="11" name="Freeform: Shape 8">
            <a:extLst>
              <a:ext uri="{FF2B5EF4-FFF2-40B4-BE49-F238E27FC236}">
                <a16:creationId xmlns:a16="http://schemas.microsoft.com/office/drawing/2014/main" id="{6C96B54B-26F9-6C7B-9D73-932720ABCAA1}"/>
              </a:ext>
            </a:extLst>
          </p:cNvPr>
          <p:cNvSpPr/>
          <p:nvPr userDrawn="1"/>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1"/>
              </a:gs>
              <a:gs pos="83000">
                <a:srgbClr val="0095C4"/>
              </a:gs>
            </a:gsLst>
            <a:lin ang="18900033" scaled="1"/>
          </a:gradFill>
          <a:ln w="0" cap="flat">
            <a:noFill/>
            <a:prstDash val="solid"/>
            <a:miter/>
          </a:ln>
        </p:spPr>
        <p:txBody>
          <a:bodyPr rtlCol="0" anchor="ctr"/>
          <a:lstStyle/>
          <a:p>
            <a:endParaRPr lang="en-US">
              <a:solidFill>
                <a:schemeClr val="tx1"/>
              </a:solidFill>
            </a:endParaRPr>
          </a:p>
        </p:txBody>
      </p:sp>
      <p:sp>
        <p:nvSpPr>
          <p:cNvPr id="12" name="page number">
            <a:extLst>
              <a:ext uri="{FF2B5EF4-FFF2-40B4-BE49-F238E27FC236}">
                <a16:creationId xmlns:a16="http://schemas.microsoft.com/office/drawing/2014/main" id="{45469056-638C-FF40-8AA5-0675077535B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2708467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Big Statement 2 - Plum">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06E4A6A4-1A48-0239-8DF5-68F0A2A307AB}"/>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43583FB7-2B1D-4669-092E-B0B76204F1A0}"/>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5"/>
              </a:gs>
              <a:gs pos="83000">
                <a:srgbClr val="0095C4"/>
              </a:gs>
            </a:gsLst>
            <a:lin ang="18900033" scaled="1"/>
          </a:gradFill>
          <a:ln w="0" cap="flat">
            <a:noFill/>
            <a:prstDash val="solid"/>
            <a:miter/>
          </a:ln>
        </p:spPr>
        <p:txBody>
          <a:bodyPr rtlCol="0" anchor="ctr"/>
          <a:lstStyle/>
          <a:p>
            <a:endParaRPr lang="en-US"/>
          </a:p>
        </p:txBody>
      </p:sp>
      <p:sp>
        <p:nvSpPr>
          <p:cNvPr id="7" name="page number">
            <a:extLst>
              <a:ext uri="{FF2B5EF4-FFF2-40B4-BE49-F238E27FC236}">
                <a16:creationId xmlns:a16="http://schemas.microsoft.com/office/drawing/2014/main" id="{2A1148C9-BE55-F64C-8A6E-A5239BDB408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2" name="Title 1">
            <a:extLst>
              <a:ext uri="{FF2B5EF4-FFF2-40B4-BE49-F238E27FC236}">
                <a16:creationId xmlns:a16="http://schemas.microsoft.com/office/drawing/2014/main" id="{98CA9A76-8DB9-793E-B69C-4DDA15EBC5E2}"/>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tx1"/>
                </a:solidFill>
              </a:defRPr>
            </a:lvl1pPr>
          </a:lstStyle>
          <a:p>
            <a:r>
              <a:rPr lang="en-US" dirty="0"/>
              <a:t>Big Statement – Purple Theme</a:t>
            </a:r>
          </a:p>
        </p:txBody>
      </p:sp>
      <p:sp>
        <p:nvSpPr>
          <p:cNvPr id="3" name="Subtitle">
            <a:extLst>
              <a:ext uri="{FF2B5EF4-FFF2-40B4-BE49-F238E27FC236}">
                <a16:creationId xmlns:a16="http://schemas.microsoft.com/office/drawing/2014/main" id="{E9F2B30E-136B-200F-6F46-63B36E449AFD}"/>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8" name="Freeform: Shape 9">
            <a:extLst>
              <a:ext uri="{FF2B5EF4-FFF2-40B4-BE49-F238E27FC236}">
                <a16:creationId xmlns:a16="http://schemas.microsoft.com/office/drawing/2014/main" id="{06E4A6A4-1A48-0239-8DF5-68F0A2A307AB}"/>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a:p>
        </p:txBody>
      </p:sp>
      <p:sp>
        <p:nvSpPr>
          <p:cNvPr id="9" name="Freeform: Shape 10">
            <a:extLst>
              <a:ext uri="{FF2B5EF4-FFF2-40B4-BE49-F238E27FC236}">
                <a16:creationId xmlns:a16="http://schemas.microsoft.com/office/drawing/2014/main" id="{43583FB7-2B1D-4669-092E-B0B76204F1A0}"/>
              </a:ext>
            </a:extLst>
          </p:cNvPr>
          <p:cNvSpPr/>
          <p:nvPr userDrawn="1"/>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5"/>
              </a:gs>
              <a:gs pos="83000">
                <a:srgbClr val="0095C4"/>
              </a:gs>
            </a:gsLst>
            <a:lin ang="18900033" scaled="1"/>
          </a:gradFill>
          <a:ln w="0" cap="flat">
            <a:noFill/>
            <a:prstDash val="solid"/>
            <a:miter/>
          </a:ln>
        </p:spPr>
        <p:txBody>
          <a:bodyPr rtlCol="0" anchor="ctr"/>
          <a:lstStyle/>
          <a:p>
            <a:endParaRPr lang="en-US"/>
          </a:p>
        </p:txBody>
      </p:sp>
      <p:sp>
        <p:nvSpPr>
          <p:cNvPr id="12" name="page number">
            <a:extLst>
              <a:ext uri="{FF2B5EF4-FFF2-40B4-BE49-F238E27FC236}">
                <a16:creationId xmlns:a16="http://schemas.microsoft.com/office/drawing/2014/main" id="{2A1148C9-BE55-F64C-8A6E-A5239BDB408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901675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Big Statement with Photo">
    <p:spTree>
      <p:nvGrpSpPr>
        <p:cNvPr id="1" name=""/>
        <p:cNvGrpSpPr/>
        <p:nvPr/>
      </p:nvGrpSpPr>
      <p:grpSpPr>
        <a:xfrm>
          <a:off x="0" y="0"/>
          <a:ext cx="0" cy="0"/>
          <a:chOff x="0" y="0"/>
          <a:chExt cx="0" cy="0"/>
        </a:xfrm>
      </p:grpSpPr>
      <p:sp>
        <p:nvSpPr>
          <p:cNvPr id="17" name="Text Placeholder 862">
            <a:extLst>
              <a:ext uri="{FF2B5EF4-FFF2-40B4-BE49-F238E27FC236}">
                <a16:creationId xmlns:a16="http://schemas.microsoft.com/office/drawing/2014/main" id="{C8F55BC8-3E55-49EB-BF20-18EB4F7F5970}"/>
              </a:ext>
            </a:extLst>
          </p:cNvPr>
          <p:cNvSpPr>
            <a:spLocks noGrp="1"/>
          </p:cNvSpPr>
          <p:nvPr>
            <p:ph type="body" sz="quarter" idx="12" hasCustomPrompt="1"/>
          </p:nvPr>
        </p:nvSpPr>
        <p:spPr>
          <a:xfrm>
            <a:off x="608014" y="2514600"/>
            <a:ext cx="5485844" cy="1828799"/>
          </a:xfrm>
        </p:spPr>
        <p:txBody>
          <a:bodyPr anchor="ctr"/>
          <a:lstStyle>
            <a:lvl1pPr>
              <a:lnSpc>
                <a:spcPct val="100000"/>
              </a:lnSpc>
              <a:spcBef>
                <a:spcPts val="0"/>
              </a:spcBef>
              <a:defRPr sz="3600">
                <a:solidFill>
                  <a:schemeClr val="tx1"/>
                </a:solidFill>
              </a:defRPr>
            </a:lvl1pPr>
            <a:lvl2pPr marL="273050" indent="0">
              <a:buNone/>
              <a:defRPr/>
            </a:lvl2pPr>
          </a:lstStyle>
          <a:p>
            <a:pPr lvl="0"/>
            <a:r>
              <a:rPr lang="en-US" dirty="0"/>
              <a:t>Click to add text</a:t>
            </a:r>
          </a:p>
        </p:txBody>
      </p:sp>
      <p:sp>
        <p:nvSpPr>
          <p:cNvPr id="4" name="Picture Placeholder 3">
            <a:extLst>
              <a:ext uri="{FF2B5EF4-FFF2-40B4-BE49-F238E27FC236}">
                <a16:creationId xmlns:a16="http://schemas.microsoft.com/office/drawing/2014/main" id="{05DD6E7D-B875-48DF-B6A8-450BD6AE1716}"/>
              </a:ext>
            </a:extLst>
          </p:cNvPr>
          <p:cNvSpPr>
            <a:spLocks noGrp="1"/>
          </p:cNvSpPr>
          <p:nvPr>
            <p:ph type="pic" sz="quarter" idx="11" hasCustomPrompt="1"/>
          </p:nvPr>
        </p:nvSpPr>
        <p:spPr>
          <a:xfrm>
            <a:off x="6785687" y="76200"/>
            <a:ext cx="5403138" cy="6781800"/>
          </a:xfrm>
        </p:spPr>
        <p:txBody>
          <a:bodyPr lIns="640080" tIns="0" rIns="640080" anchor="ctr"/>
          <a:lstStyle>
            <a:lvl1pPr algn="ctr">
              <a:defRPr/>
            </a:lvl1pPr>
          </a:lstStyle>
          <a:p>
            <a:r>
              <a:rPr lang="en-US" dirty="0"/>
              <a:t>Click on the icon to insert a picture from your computer</a:t>
            </a:r>
          </a:p>
        </p:txBody>
      </p:sp>
      <p:sp>
        <p:nvSpPr>
          <p:cNvPr id="6" name="page number">
            <a:extLst>
              <a:ext uri="{FF2B5EF4-FFF2-40B4-BE49-F238E27FC236}">
                <a16:creationId xmlns:a16="http://schemas.microsoft.com/office/drawing/2014/main" id="{1AAC44A2-B8BC-4B45-BE44-C4C65AFCB66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5" name="page number">
            <a:extLst>
              <a:ext uri="{FF2B5EF4-FFF2-40B4-BE49-F238E27FC236}">
                <a16:creationId xmlns:a16="http://schemas.microsoft.com/office/drawing/2014/main" id="{1AAC44A2-B8BC-4B45-BE44-C4C65AFCB66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2875175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Big Statistic">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3D8C2E-2827-1599-941D-1FD3BF42DC89}"/>
              </a:ext>
            </a:extLst>
          </p:cNvPr>
          <p:cNvSpPr/>
          <p:nvPr/>
        </p:nvSpPr>
        <p:spPr>
          <a:xfrm>
            <a:off x="0" y="84572"/>
            <a:ext cx="12188825" cy="424600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3" name="Oval 2">
            <a:extLst>
              <a:ext uri="{FF2B5EF4-FFF2-40B4-BE49-F238E27FC236}">
                <a16:creationId xmlns:a16="http://schemas.microsoft.com/office/drawing/2014/main" id="{24AFE851-C873-10C5-E165-301FDB834692}"/>
              </a:ext>
            </a:extLst>
          </p:cNvPr>
          <p:cNvSpPr/>
          <p:nvPr/>
        </p:nvSpPr>
        <p:spPr>
          <a:xfrm>
            <a:off x="667600" y="722997"/>
            <a:ext cx="4470400" cy="4470400"/>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23" name="Chart Placeholder 22">
            <a:extLst>
              <a:ext uri="{FF2B5EF4-FFF2-40B4-BE49-F238E27FC236}">
                <a16:creationId xmlns:a16="http://schemas.microsoft.com/office/drawing/2014/main" id="{4093E53D-7586-4113-99BD-F45F1343692F}"/>
              </a:ext>
            </a:extLst>
          </p:cNvPr>
          <p:cNvSpPr>
            <a:spLocks noGrp="1"/>
          </p:cNvSpPr>
          <p:nvPr>
            <p:ph type="chart" sz="quarter" idx="13" hasCustomPrompt="1"/>
          </p:nvPr>
        </p:nvSpPr>
        <p:spPr>
          <a:xfrm>
            <a:off x="662672" y="722997"/>
            <a:ext cx="4480256" cy="4480256"/>
          </a:xfrm>
        </p:spPr>
        <p:txBody>
          <a:bodyPr anchor="ctr"/>
          <a:lstStyle>
            <a:lvl1pPr algn="ctr">
              <a:defRPr/>
            </a:lvl1pPr>
          </a:lstStyle>
          <a:p>
            <a:r>
              <a:rPr lang="en-US"/>
              <a:t>Click to insert a </a:t>
            </a:r>
            <a:br>
              <a:rPr lang="en-US"/>
            </a:br>
            <a:r>
              <a:rPr lang="en-US"/>
              <a:t>Doughnut chart</a:t>
            </a:r>
          </a:p>
        </p:txBody>
      </p:sp>
      <p:sp>
        <p:nvSpPr>
          <p:cNvPr id="13" name="Text Placeholder 12" descr="Doughnut chart label 1">
            <a:extLst>
              <a:ext uri="{FF2B5EF4-FFF2-40B4-BE49-F238E27FC236}">
                <a16:creationId xmlns:a16="http://schemas.microsoft.com/office/drawing/2014/main" id="{8C4F4198-4BE0-4282-8B86-20DED598DC17}"/>
              </a:ext>
            </a:extLst>
          </p:cNvPr>
          <p:cNvSpPr>
            <a:spLocks noGrp="1"/>
          </p:cNvSpPr>
          <p:nvPr>
            <p:ph type="body" sz="quarter" idx="18"/>
          </p:nvPr>
        </p:nvSpPr>
        <p:spPr>
          <a:xfrm>
            <a:off x="608330" y="5507147"/>
            <a:ext cx="1371064" cy="423862"/>
          </a:xfrm>
        </p:spPr>
        <p:txBody>
          <a:bodyPr/>
          <a:lstStyle>
            <a:lvl1pPr algn="l">
              <a:defRPr sz="1200">
                <a:solidFill>
                  <a:schemeClr val="tx1"/>
                </a:solidFill>
              </a:defRPr>
            </a:lvl1pPr>
          </a:lstStyle>
          <a:p>
            <a:pPr lvl="0"/>
            <a:r>
              <a:rPr lang="en-US"/>
              <a:t>Click to edit Master text styles</a:t>
            </a:r>
          </a:p>
        </p:txBody>
      </p:sp>
      <p:sp>
        <p:nvSpPr>
          <p:cNvPr id="70" name="Text Placeholder 12" descr="Doughnut chart label 2">
            <a:extLst>
              <a:ext uri="{FF2B5EF4-FFF2-40B4-BE49-F238E27FC236}">
                <a16:creationId xmlns:a16="http://schemas.microsoft.com/office/drawing/2014/main" id="{4B5F4E67-F2E8-4777-B495-668C321DCBAF}"/>
              </a:ext>
            </a:extLst>
          </p:cNvPr>
          <p:cNvSpPr>
            <a:spLocks noGrp="1"/>
          </p:cNvSpPr>
          <p:nvPr>
            <p:ph type="body" sz="quarter" idx="19"/>
          </p:nvPr>
        </p:nvSpPr>
        <p:spPr>
          <a:xfrm>
            <a:off x="2436416" y="5507147"/>
            <a:ext cx="1371064" cy="423862"/>
          </a:xfrm>
        </p:spPr>
        <p:txBody>
          <a:bodyPr/>
          <a:lstStyle>
            <a:lvl1pPr algn="l">
              <a:defRPr sz="1200">
                <a:solidFill>
                  <a:schemeClr val="tx1"/>
                </a:solidFill>
              </a:defRPr>
            </a:lvl1pPr>
          </a:lstStyle>
          <a:p>
            <a:pPr lvl="0"/>
            <a:r>
              <a:rPr lang="en-US"/>
              <a:t>Click to edit Master text styles</a:t>
            </a:r>
          </a:p>
        </p:txBody>
      </p:sp>
      <p:sp>
        <p:nvSpPr>
          <p:cNvPr id="71" name="Text Placeholder 12" descr="Doughnut chart label 4">
            <a:extLst>
              <a:ext uri="{FF2B5EF4-FFF2-40B4-BE49-F238E27FC236}">
                <a16:creationId xmlns:a16="http://schemas.microsoft.com/office/drawing/2014/main" id="{704846F3-64ED-4181-8AEC-68B9734DA96D}"/>
              </a:ext>
            </a:extLst>
          </p:cNvPr>
          <p:cNvSpPr>
            <a:spLocks noGrp="1"/>
          </p:cNvSpPr>
          <p:nvPr>
            <p:ph type="body" sz="quarter" idx="20"/>
          </p:nvPr>
        </p:nvSpPr>
        <p:spPr>
          <a:xfrm>
            <a:off x="4261103" y="5507147"/>
            <a:ext cx="1371064" cy="423862"/>
          </a:xfrm>
        </p:spPr>
        <p:txBody>
          <a:bodyPr/>
          <a:lstStyle>
            <a:lvl1pPr algn="l">
              <a:defRPr sz="1200">
                <a:solidFill>
                  <a:schemeClr val="tx1"/>
                </a:solidFill>
              </a:defRPr>
            </a:lvl1pPr>
          </a:lstStyle>
          <a:p>
            <a:pPr lvl="0"/>
            <a:r>
              <a:rPr lang="en-US"/>
              <a:t>Click to edit Master text styles</a:t>
            </a:r>
          </a:p>
        </p:txBody>
      </p:sp>
      <p:sp>
        <p:nvSpPr>
          <p:cNvPr id="72" name="Text Placeholder 12" descr="Doughnut chart label 5">
            <a:extLst>
              <a:ext uri="{FF2B5EF4-FFF2-40B4-BE49-F238E27FC236}">
                <a16:creationId xmlns:a16="http://schemas.microsoft.com/office/drawing/2014/main" id="{DD17F439-D919-44B7-889F-96A1DAF172D4}"/>
              </a:ext>
            </a:extLst>
          </p:cNvPr>
          <p:cNvSpPr>
            <a:spLocks noGrp="1"/>
          </p:cNvSpPr>
          <p:nvPr>
            <p:ph type="body" sz="quarter" idx="21"/>
          </p:nvPr>
        </p:nvSpPr>
        <p:spPr>
          <a:xfrm>
            <a:off x="6088109" y="5507147"/>
            <a:ext cx="1371064" cy="423862"/>
          </a:xfrm>
        </p:spPr>
        <p:txBody>
          <a:bodyPr/>
          <a:lstStyle>
            <a:lvl1pPr algn="l">
              <a:defRPr sz="1200">
                <a:solidFill>
                  <a:schemeClr val="tx1"/>
                </a:solidFill>
              </a:defRPr>
            </a:lvl1pPr>
          </a:lstStyle>
          <a:p>
            <a:pPr lvl="0"/>
            <a:r>
              <a:rPr lang="en-US"/>
              <a:t>Click to edit Master text styles</a:t>
            </a:r>
          </a:p>
        </p:txBody>
      </p:sp>
      <p:sp>
        <p:nvSpPr>
          <p:cNvPr id="73" name="Text Placeholder 12" descr="Doughnut chart label 6">
            <a:extLst>
              <a:ext uri="{FF2B5EF4-FFF2-40B4-BE49-F238E27FC236}">
                <a16:creationId xmlns:a16="http://schemas.microsoft.com/office/drawing/2014/main" id="{0DA74846-CC03-44FE-9AE5-4975E808F8A0}"/>
              </a:ext>
            </a:extLst>
          </p:cNvPr>
          <p:cNvSpPr>
            <a:spLocks noGrp="1"/>
          </p:cNvSpPr>
          <p:nvPr>
            <p:ph type="body" sz="quarter" idx="22"/>
          </p:nvPr>
        </p:nvSpPr>
        <p:spPr>
          <a:xfrm>
            <a:off x="7920672" y="5507147"/>
            <a:ext cx="1371064" cy="423862"/>
          </a:xfrm>
        </p:spPr>
        <p:txBody>
          <a:bodyPr/>
          <a:lstStyle>
            <a:lvl1pPr algn="l">
              <a:defRPr sz="1200">
                <a:solidFill>
                  <a:schemeClr val="tx1"/>
                </a:solidFill>
              </a:defRPr>
            </a:lvl1pPr>
          </a:lstStyle>
          <a:p>
            <a:pPr lvl="0"/>
            <a:r>
              <a:rPr lang="en-US"/>
              <a:t>Click to edit Master text styles</a:t>
            </a:r>
          </a:p>
        </p:txBody>
      </p:sp>
      <p:sp>
        <p:nvSpPr>
          <p:cNvPr id="16" name="page number">
            <a:extLst>
              <a:ext uri="{FF2B5EF4-FFF2-40B4-BE49-F238E27FC236}">
                <a16:creationId xmlns:a16="http://schemas.microsoft.com/office/drawing/2014/main" id="{5FED840F-E343-734C-96BA-0EFF5AE5DAD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33" name="Text Placeholder 32">
            <a:extLst>
              <a:ext uri="{FF2B5EF4-FFF2-40B4-BE49-F238E27FC236}">
                <a16:creationId xmlns:a16="http://schemas.microsoft.com/office/drawing/2014/main" id="{AE6BB438-1CBE-5073-B41D-5C2F345BDEF9}"/>
              </a:ext>
            </a:extLst>
          </p:cNvPr>
          <p:cNvSpPr>
            <a:spLocks noGrp="1"/>
          </p:cNvSpPr>
          <p:nvPr>
            <p:ph type="body" sz="quarter" idx="23" hasCustomPrompt="1"/>
          </p:nvPr>
        </p:nvSpPr>
        <p:spPr>
          <a:xfrm>
            <a:off x="6096000" y="2514600"/>
            <a:ext cx="5083175" cy="1371600"/>
          </a:xfrm>
        </p:spPr>
        <p:txBody>
          <a:bodyPr anchor="ctr" anchorCtr="0"/>
          <a:lstStyle>
            <a:lvl1pPr>
              <a:defRPr sz="3600"/>
            </a:lvl1pPr>
          </a:lstStyle>
          <a:p>
            <a:pPr lvl="0"/>
            <a:r>
              <a:rPr lang="en-US"/>
              <a:t>Doughnut Chart slide, click to add text here</a:t>
            </a:r>
          </a:p>
        </p:txBody>
      </p:sp>
      <p:sp>
        <p:nvSpPr>
          <p:cNvPr id="12" name="Rectangle 11">
            <a:extLst>
              <a:ext uri="{FF2B5EF4-FFF2-40B4-BE49-F238E27FC236}">
                <a16:creationId xmlns:a16="http://schemas.microsoft.com/office/drawing/2014/main" id="{073D8C2E-2827-1599-941D-1FD3BF42DC89}"/>
              </a:ext>
            </a:extLst>
          </p:cNvPr>
          <p:cNvSpPr/>
          <p:nvPr userDrawn="1"/>
        </p:nvSpPr>
        <p:spPr>
          <a:xfrm>
            <a:off x="0" y="84572"/>
            <a:ext cx="12188825" cy="424600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4" name="Oval 13">
            <a:extLst>
              <a:ext uri="{FF2B5EF4-FFF2-40B4-BE49-F238E27FC236}">
                <a16:creationId xmlns:a16="http://schemas.microsoft.com/office/drawing/2014/main" id="{24AFE851-C873-10C5-E165-301FDB834692}"/>
              </a:ext>
            </a:extLst>
          </p:cNvPr>
          <p:cNvSpPr/>
          <p:nvPr userDrawn="1"/>
        </p:nvSpPr>
        <p:spPr>
          <a:xfrm>
            <a:off x="667600" y="732853"/>
            <a:ext cx="4470400" cy="4470400"/>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sp>
        <p:nvSpPr>
          <p:cNvPr id="15" name="page number">
            <a:extLst>
              <a:ext uri="{FF2B5EF4-FFF2-40B4-BE49-F238E27FC236}">
                <a16:creationId xmlns:a16="http://schemas.microsoft.com/office/drawing/2014/main" id="{5FED840F-E343-734C-96BA-0EFF5AE5DAD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3540222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page number">
            <a:extLst>
              <a:ext uri="{FF2B5EF4-FFF2-40B4-BE49-F238E27FC236}">
                <a16:creationId xmlns:a16="http://schemas.microsoft.com/office/drawing/2014/main" id="{BE17F87B-8433-6C45-84D8-13DF5C0ADDB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
        <p:nvSpPr>
          <p:cNvPr id="3" name="page number">
            <a:extLst>
              <a:ext uri="{FF2B5EF4-FFF2-40B4-BE49-F238E27FC236}">
                <a16:creationId xmlns:a16="http://schemas.microsoft.com/office/drawing/2014/main" id="{BE17F87B-8433-6C45-84D8-13DF5C0ADDB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pPr lvl="0" algn="r"/>
              <a:t>‹#›</a:t>
            </a:fld>
            <a:endParaRPr lang="en-US"/>
          </a:p>
        </p:txBody>
      </p:sp>
    </p:spTree>
    <p:extLst>
      <p:ext uri="{BB962C8B-B14F-4D97-AF65-F5344CB8AC3E}">
        <p14:creationId xmlns:p14="http://schemas.microsoft.com/office/powerpoint/2010/main" val="2508177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vcf-med-close-a">
    <p:spTree>
      <p:nvGrpSpPr>
        <p:cNvPr id="1" name=""/>
        <p:cNvGrpSpPr/>
        <p:nvPr/>
      </p:nvGrpSpPr>
      <p:grpSpPr>
        <a:xfrm>
          <a:off x="0" y="0"/>
          <a:ext cx="0" cy="0"/>
          <a:chOff x="0" y="0"/>
          <a:chExt cx="0" cy="0"/>
        </a:xfrm>
      </p:grpSpPr>
      <p:sp>
        <p:nvSpPr>
          <p:cNvPr id="730"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sp>
        <p:nvSpPr>
          <p:cNvPr id="5"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Arial" panose="020B0604020202020204" pitchFamily="34" charset="0"/>
                <a:cs typeface="Arial" panose="020B0604020202020204" pitchFamily="34" charset="0"/>
              </a:defRPr>
            </a:lvl1pPr>
          </a:lstStyle>
          <a:p>
            <a:pPr lvl="0" algn="r"/>
            <a:fld id="{7A51DB15-7364-4F0B-A3A0-1309F8830053}" type="slidenum">
              <a:rPr lang="en-US" smtClean="0">
                <a:solidFill>
                  <a:schemeClr val="tx1"/>
                </a:solidFill>
              </a:rPr>
              <a:pPr lvl="0" algn="r"/>
              <a:t>‹#›</a:t>
            </a:fld>
            <a:endParaRPr lang="en-US">
              <a:solidFill>
                <a:schemeClr val="tx1"/>
              </a:solidFill>
            </a:endParaRPr>
          </a:p>
        </p:txBody>
      </p:sp>
      <p:pic>
        <p:nvPicPr>
          <p:cNvPr id="3" name="Picture 2">
            <a:extLst>
              <a:ext uri="{FF2B5EF4-FFF2-40B4-BE49-F238E27FC236}">
                <a16:creationId xmlns:a16="http://schemas.microsoft.com/office/drawing/2014/main" id="{5C172C47-B04C-E1F6-EDB5-FDC049FCD281}"/>
              </a:ext>
            </a:extLst>
          </p:cNvPr>
          <p:cNvPicPr>
            <a:picLocks noChangeAspect="1"/>
          </p:cNvPicPr>
          <p:nvPr userDrawn="1"/>
        </p:nvPicPr>
        <p:blipFill>
          <a:blip r:embed="rId2"/>
          <a:srcRect/>
          <a:stretch/>
        </p:blipFill>
        <p:spPr>
          <a:xfrm>
            <a:off x="1" y="893"/>
            <a:ext cx="12188821" cy="6856212"/>
          </a:xfrm>
          <a:prstGeom prst="rect">
            <a:avLst/>
          </a:prstGeom>
        </p:spPr>
      </p:pic>
      <p:sp>
        <p:nvSpPr>
          <p:cNvPr id="11" name="TextBox 10">
            <a:extLst>
              <a:ext uri="{FF2B5EF4-FFF2-40B4-BE49-F238E27FC236}">
                <a16:creationId xmlns:a16="http://schemas.microsoft.com/office/drawing/2014/main" id="{39918576-EF48-97F0-64B9-6669FE30C7FF}"/>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grpSp>
        <p:nvGrpSpPr>
          <p:cNvPr id="12" name="Graphic 8">
            <a:extLst>
              <a:ext uri="{FF2B5EF4-FFF2-40B4-BE49-F238E27FC236}">
                <a16:creationId xmlns:a16="http://schemas.microsoft.com/office/drawing/2014/main" id="{FF78CE15-02F0-7FC5-BB2C-166BDC44CD5B}"/>
              </a:ext>
            </a:extLst>
          </p:cNvPr>
          <p:cNvGrpSpPr/>
          <p:nvPr userDrawn="1"/>
        </p:nvGrpSpPr>
        <p:grpSpPr>
          <a:xfrm>
            <a:off x="265625" y="6323271"/>
            <a:ext cx="1249223" cy="369648"/>
            <a:chOff x="265625" y="6323271"/>
            <a:chExt cx="1249223" cy="369648"/>
          </a:xfrm>
          <a:solidFill>
            <a:schemeClr val="tx1"/>
          </a:solidFill>
        </p:grpSpPr>
        <p:grpSp>
          <p:nvGrpSpPr>
            <p:cNvPr id="13" name="Graphic 8">
              <a:extLst>
                <a:ext uri="{FF2B5EF4-FFF2-40B4-BE49-F238E27FC236}">
                  <a16:creationId xmlns:a16="http://schemas.microsoft.com/office/drawing/2014/main" id="{02EB9EED-18D2-3595-B442-6DBF073666A1}"/>
                </a:ext>
              </a:extLst>
            </p:cNvPr>
            <p:cNvGrpSpPr/>
            <p:nvPr/>
          </p:nvGrpSpPr>
          <p:grpSpPr>
            <a:xfrm>
              <a:off x="745455" y="6594444"/>
              <a:ext cx="722662" cy="98475"/>
              <a:chOff x="745455" y="6594444"/>
              <a:chExt cx="722662" cy="98475"/>
            </a:xfrm>
            <a:grpFill/>
          </p:grpSpPr>
          <p:sp>
            <p:nvSpPr>
              <p:cNvPr id="23" name="Freeform 22">
                <a:extLst>
                  <a:ext uri="{FF2B5EF4-FFF2-40B4-BE49-F238E27FC236}">
                    <a16:creationId xmlns:a16="http://schemas.microsoft.com/office/drawing/2014/main" id="{8F7C67AA-6928-85E3-8830-84A01BD05CE6}"/>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6B1B7D76-16B1-1B7F-F766-5FB305EACAC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E5049BDD-2524-9C3F-6E78-7F5FC887A18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ED97AD2D-085D-85A8-633D-A5A49CC7394E}"/>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757E7874-28DD-B5CE-BB3D-8D9FBD70DDB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A0B9AEC-F4A4-8794-E1D3-C25E411A206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99CF8EE6-A915-D9FA-02B9-E1DFC99DBC1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9652012E-F831-7CC4-380F-F12B3E742D9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42A3B8DA-01C3-7984-65A5-F87CE847983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12854487-6BBC-F60A-0BB7-762C0530C0D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dirty="0"/>
              </a:p>
            </p:txBody>
          </p:sp>
        </p:grpSp>
        <p:grpSp>
          <p:nvGrpSpPr>
            <p:cNvPr id="14" name="Graphic 8">
              <a:extLst>
                <a:ext uri="{FF2B5EF4-FFF2-40B4-BE49-F238E27FC236}">
                  <a16:creationId xmlns:a16="http://schemas.microsoft.com/office/drawing/2014/main" id="{7C3F2EC0-0E91-1B90-0984-E15451F11E09}"/>
                </a:ext>
              </a:extLst>
            </p:cNvPr>
            <p:cNvGrpSpPr/>
            <p:nvPr/>
          </p:nvGrpSpPr>
          <p:grpSpPr>
            <a:xfrm>
              <a:off x="265625" y="6323271"/>
              <a:ext cx="1249223" cy="190348"/>
              <a:chOff x="265625" y="6323271"/>
              <a:chExt cx="1249223" cy="190348"/>
            </a:xfrm>
            <a:grpFill/>
          </p:grpSpPr>
          <p:sp>
            <p:nvSpPr>
              <p:cNvPr id="15" name="Freeform 14">
                <a:extLst>
                  <a:ext uri="{FF2B5EF4-FFF2-40B4-BE49-F238E27FC236}">
                    <a16:creationId xmlns:a16="http://schemas.microsoft.com/office/drawing/2014/main" id="{3E1EA83D-0C41-6298-66D3-2AACACADF563}"/>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B9B542A7-1CED-E3B4-2F6F-981A0BCF0F9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0F403641-4B58-5167-918C-45D30FB8B885}"/>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58B02E53-85CD-F8E6-1B90-2A239092033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346B34D3-96E7-AEEC-E3E3-9703F262AE5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BE841654-790E-1DA0-EAB4-635FDD741A4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E1E56751-BAEE-C6B1-E3A0-D9F895DD818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dirty="0"/>
              </a:p>
            </p:txBody>
          </p:sp>
        </p:grpSp>
      </p:grpSp>
      <p:pic>
        <p:nvPicPr>
          <p:cNvPr id="35" name="Graphic 34">
            <a:extLst>
              <a:ext uri="{FF2B5EF4-FFF2-40B4-BE49-F238E27FC236}">
                <a16:creationId xmlns:a16="http://schemas.microsoft.com/office/drawing/2014/main" id="{562883D5-FFBF-B3A4-D7CB-96B8FAC9AA8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85625" y="570134"/>
            <a:ext cx="2857719" cy="562472"/>
          </a:xfrm>
          <a:prstGeom prst="rect">
            <a:avLst/>
          </a:prstGeom>
        </p:spPr>
      </p:pic>
      <p:sp>
        <p:nvSpPr>
          <p:cNvPr id="16" name="TextBox 15">
            <a:extLst>
              <a:ext uri="{FF2B5EF4-FFF2-40B4-BE49-F238E27FC236}">
                <a16:creationId xmlns:a16="http://schemas.microsoft.com/office/drawing/2014/main" id="{22C2E771-D0D0-2A17-F766-9A83E4EC1011}"/>
              </a:ext>
            </a:extLst>
          </p:cNvPr>
          <p:cNvSpPr txBox="1"/>
          <p:nvPr userDrawn="1"/>
        </p:nvSpPr>
        <p:spPr>
          <a:xfrm>
            <a:off x="612593" y="3428999"/>
            <a:ext cx="4562681" cy="830997"/>
          </a:xfrm>
          <a:prstGeom prst="rect">
            <a:avLst/>
          </a:prstGeom>
        </p:spPr>
        <p:txBody>
          <a:bodyPr wrap="square" lIns="0" tIns="0" rIns="0" bIns="0" rtlCol="0">
            <a:spAutoFit/>
          </a:bodyPr>
          <a:lstStyle/>
          <a:p>
            <a:pPr algn="l" defTabSz="914400" rtl="0" eaLnBrk="1" latinLnBrk="0" hangingPunct="1">
              <a:lnSpc>
                <a:spcPct val="90000"/>
              </a:lnSpc>
              <a:spcBef>
                <a:spcPct val="0"/>
              </a:spcBef>
              <a:spcAft>
                <a:spcPts val="600"/>
              </a:spcAft>
              <a:buNone/>
            </a:pPr>
            <a:r>
              <a:rPr lang="en-US" sz="6000" b="0" kern="1200" cap="none" baseline="0" dirty="0">
                <a:solidFill>
                  <a:schemeClr val="tx1"/>
                </a:solidFill>
                <a:latin typeface="+mj-lt"/>
                <a:ea typeface="+mj-ea"/>
                <a:cs typeface="+mj-cs"/>
              </a:rPr>
              <a:t>Thank You</a:t>
            </a:r>
          </a:p>
        </p:txBody>
      </p:sp>
    </p:spTree>
    <p:extLst>
      <p:ext uri="{BB962C8B-B14F-4D97-AF65-F5344CB8AC3E}">
        <p14:creationId xmlns:p14="http://schemas.microsoft.com/office/powerpoint/2010/main" val="3866121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6="http://schemas.microsoft.com/office/drawing/2014/main">
      <p:transition spd="med">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vcf-close-b">
    <p:spTree>
      <p:nvGrpSpPr>
        <p:cNvPr id="1" name=""/>
        <p:cNvGrpSpPr/>
        <p:nvPr/>
      </p:nvGrpSpPr>
      <p:grpSpPr>
        <a:xfrm>
          <a:off x="0" y="0"/>
          <a:ext cx="0" cy="0"/>
          <a:chOff x="0" y="0"/>
          <a:chExt cx="0" cy="0"/>
        </a:xfrm>
      </p:grpSpPr>
      <p:pic>
        <p:nvPicPr>
          <p:cNvPr id="35" name="Graphic 34">
            <a:extLst>
              <a:ext uri="{FF2B5EF4-FFF2-40B4-BE49-F238E27FC236}">
                <a16:creationId xmlns:a16="http://schemas.microsoft.com/office/drawing/2014/main" id="{562883D5-FFBF-B3A4-D7CB-96B8FAC9AA8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5625" y="570134"/>
            <a:ext cx="2857719" cy="562472"/>
          </a:xfrm>
          <a:prstGeom prst="rect">
            <a:avLst/>
          </a:prstGeom>
        </p:spPr>
      </p:pic>
      <p:sp>
        <p:nvSpPr>
          <p:cNvPr id="16" name="TextBox 15">
            <a:extLst>
              <a:ext uri="{FF2B5EF4-FFF2-40B4-BE49-F238E27FC236}">
                <a16:creationId xmlns:a16="http://schemas.microsoft.com/office/drawing/2014/main" id="{22C2E771-D0D0-2A17-F766-9A83E4EC1011}"/>
              </a:ext>
            </a:extLst>
          </p:cNvPr>
          <p:cNvSpPr txBox="1"/>
          <p:nvPr userDrawn="1"/>
        </p:nvSpPr>
        <p:spPr>
          <a:xfrm>
            <a:off x="612593" y="3428999"/>
            <a:ext cx="4562681" cy="830997"/>
          </a:xfrm>
          <a:prstGeom prst="rect">
            <a:avLst/>
          </a:prstGeom>
        </p:spPr>
        <p:txBody>
          <a:bodyPr wrap="square" lIns="0" tIns="0" rIns="0" bIns="0" rtlCol="0">
            <a:spAutoFit/>
          </a:bodyPr>
          <a:lstStyle/>
          <a:p>
            <a:pPr algn="l" defTabSz="914400" rtl="0" eaLnBrk="1" latinLnBrk="0" hangingPunct="1">
              <a:lnSpc>
                <a:spcPct val="90000"/>
              </a:lnSpc>
              <a:spcBef>
                <a:spcPct val="0"/>
              </a:spcBef>
              <a:spcAft>
                <a:spcPts val="600"/>
              </a:spcAft>
              <a:buNone/>
            </a:pPr>
            <a:r>
              <a:rPr lang="en-US" sz="6000" b="0" kern="1200" cap="none" baseline="0" dirty="0">
                <a:solidFill>
                  <a:schemeClr val="tx1"/>
                </a:solidFill>
                <a:latin typeface="+mj-lt"/>
                <a:ea typeface="+mj-ea"/>
                <a:cs typeface="+mj-cs"/>
              </a:rPr>
              <a:t>Thank You</a:t>
            </a:r>
          </a:p>
        </p:txBody>
      </p:sp>
      <p:pic>
        <p:nvPicPr>
          <p:cNvPr id="2" name="Picture 1" descr="A logo of a cloud computing system&#10;&#10;AI-generated content may be incorrect.">
            <a:extLst>
              <a:ext uri="{FF2B5EF4-FFF2-40B4-BE49-F238E27FC236}">
                <a16:creationId xmlns:a16="http://schemas.microsoft.com/office/drawing/2014/main" id="{58532459-AEB4-3B92-84E1-44F39CB76D44}"/>
              </a:ext>
            </a:extLst>
          </p:cNvPr>
          <p:cNvPicPr>
            <a:picLocks noChangeAspect="1"/>
          </p:cNvPicPr>
          <p:nvPr userDrawn="1"/>
        </p:nvPicPr>
        <p:blipFill>
          <a:blip r:embed="rId3"/>
          <a:stretch>
            <a:fillRect/>
          </a:stretch>
        </p:blipFill>
        <p:spPr>
          <a:xfrm>
            <a:off x="5330825" y="0"/>
            <a:ext cx="6858000" cy="6858000"/>
          </a:xfrm>
          <a:prstGeom prst="rect">
            <a:avLst/>
          </a:prstGeom>
        </p:spPr>
      </p:pic>
    </p:spTree>
    <p:extLst>
      <p:ext uri="{BB962C8B-B14F-4D97-AF65-F5344CB8AC3E}">
        <p14:creationId xmlns:p14="http://schemas.microsoft.com/office/powerpoint/2010/main" val="1082867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p:cSld name="Thank You / Closing - Aqua">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1BD12A38-34FF-DD48-95F6-31F5ED4772C8}"/>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a:solidFill>
                  <a:schemeClr val="tx1"/>
                </a:solidFill>
                <a:latin typeface="+mj-lt"/>
                <a:ea typeface="+mj-ea"/>
                <a:cs typeface="+mj-cs"/>
              </a:rPr>
              <a:t>Thank You</a:t>
            </a:r>
          </a:p>
        </p:txBody>
      </p:sp>
      <p:sp>
        <p:nvSpPr>
          <p:cNvPr id="2" name="Freeform: Shape 1">
            <a:extLst>
              <a:ext uri="{FF2B5EF4-FFF2-40B4-BE49-F238E27FC236}">
                <a16:creationId xmlns:a16="http://schemas.microsoft.com/office/drawing/2014/main" id="{17E91023-10EB-482E-9A60-63046152A4F2}"/>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1"/>
              </a:gs>
              <a:gs pos="85000">
                <a:srgbClr val="0095C4"/>
              </a:gs>
            </a:gsLst>
            <a:lin ang="18899976" scaled="1"/>
          </a:gradFill>
          <a:ln w="0" cap="flat">
            <a:noFill/>
            <a:prstDash val="solid"/>
            <a:miter/>
          </a:ln>
        </p:spPr>
        <p:txBody>
          <a:bodyPr rtlCol="0" anchor="ctr"/>
          <a:lstStyle/>
          <a:p>
            <a:endParaRPr lang="en-US"/>
          </a:p>
        </p:txBody>
      </p:sp>
      <p:sp>
        <p:nvSpPr>
          <p:cNvPr id="3" name="Freeform: Shape 2">
            <a:extLst>
              <a:ext uri="{FF2B5EF4-FFF2-40B4-BE49-F238E27FC236}">
                <a16:creationId xmlns:a16="http://schemas.microsoft.com/office/drawing/2014/main" id="{1411A888-7B56-C3B9-74A9-B85C4178B94B}"/>
              </a:ext>
            </a:extLst>
          </p:cNvPr>
          <p:cNvSpPr/>
          <p:nvPr/>
        </p:nvSpPr>
        <p:spPr>
          <a:xfrm>
            <a:off x="-14487" y="-14414"/>
            <a:ext cx="8406233" cy="5164293"/>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1"/>
              </a:gs>
            </a:gsLst>
            <a:lin ang="0" scaled="1"/>
          </a:gradFill>
          <a:ln w="0" cap="flat">
            <a:noFill/>
            <a:prstDash val="solid"/>
            <a:miter/>
          </a:ln>
        </p:spPr>
        <p:txBody>
          <a:bodyPr rtlCol="0" anchor="ctr"/>
          <a:lstStyle/>
          <a:p>
            <a:endParaRPr lang="en-US"/>
          </a:p>
        </p:txBody>
      </p:sp>
      <p:grpSp>
        <p:nvGrpSpPr>
          <p:cNvPr id="6" name="Graphic 8">
            <a:extLst>
              <a:ext uri="{FF2B5EF4-FFF2-40B4-BE49-F238E27FC236}">
                <a16:creationId xmlns:a16="http://schemas.microsoft.com/office/drawing/2014/main" id="{BFA62A8C-E510-FB2E-C3B9-93A77FB74BAD}"/>
              </a:ext>
            </a:extLst>
          </p:cNvPr>
          <p:cNvGrpSpPr/>
          <p:nvPr/>
        </p:nvGrpSpPr>
        <p:grpSpPr>
          <a:xfrm>
            <a:off x="265625" y="6323271"/>
            <a:ext cx="1249223" cy="369648"/>
            <a:chOff x="265625" y="6323271"/>
            <a:chExt cx="1249223" cy="369648"/>
          </a:xfrm>
          <a:solidFill>
            <a:schemeClr val="tx1"/>
          </a:solidFill>
        </p:grpSpPr>
        <p:grpSp>
          <p:nvGrpSpPr>
            <p:cNvPr id="7" name="Graphic 8">
              <a:extLst>
                <a:ext uri="{FF2B5EF4-FFF2-40B4-BE49-F238E27FC236}">
                  <a16:creationId xmlns:a16="http://schemas.microsoft.com/office/drawing/2014/main" id="{78515B65-5A64-7093-4F25-C7624B72C555}"/>
                </a:ext>
              </a:extLst>
            </p:cNvPr>
            <p:cNvGrpSpPr/>
            <p:nvPr/>
          </p:nvGrpSpPr>
          <p:grpSpPr>
            <a:xfrm>
              <a:off x="745455" y="6594444"/>
              <a:ext cx="722662" cy="98475"/>
              <a:chOff x="745455" y="6594444"/>
              <a:chExt cx="722662" cy="98475"/>
            </a:xfrm>
            <a:grpFill/>
          </p:grpSpPr>
          <p:sp>
            <p:nvSpPr>
              <p:cNvPr id="22" name="Freeform 49">
                <a:extLst>
                  <a:ext uri="{FF2B5EF4-FFF2-40B4-BE49-F238E27FC236}">
                    <a16:creationId xmlns:a16="http://schemas.microsoft.com/office/drawing/2014/main" id="{2F19FC1C-64E6-1578-BB18-4446F344936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23" name="Freeform 50">
                <a:extLst>
                  <a:ext uri="{FF2B5EF4-FFF2-40B4-BE49-F238E27FC236}">
                    <a16:creationId xmlns:a16="http://schemas.microsoft.com/office/drawing/2014/main" id="{C5D27704-22C8-487D-5310-6884BC915B32}"/>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24" name="Freeform 51">
                <a:extLst>
                  <a:ext uri="{FF2B5EF4-FFF2-40B4-BE49-F238E27FC236}">
                    <a16:creationId xmlns:a16="http://schemas.microsoft.com/office/drawing/2014/main" id="{846ED2F8-7ABD-73B6-621C-66E4F3FD18E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25" name="Freeform 52">
                <a:extLst>
                  <a:ext uri="{FF2B5EF4-FFF2-40B4-BE49-F238E27FC236}">
                    <a16:creationId xmlns:a16="http://schemas.microsoft.com/office/drawing/2014/main" id="{CF5CF0F2-F548-74F9-8D28-C8593AADA65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26" name="Freeform 53">
                <a:extLst>
                  <a:ext uri="{FF2B5EF4-FFF2-40B4-BE49-F238E27FC236}">
                    <a16:creationId xmlns:a16="http://schemas.microsoft.com/office/drawing/2014/main" id="{E59744EF-42C6-F8A6-28CA-57AFA409E09C}"/>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27" name="Freeform 54">
                <a:extLst>
                  <a:ext uri="{FF2B5EF4-FFF2-40B4-BE49-F238E27FC236}">
                    <a16:creationId xmlns:a16="http://schemas.microsoft.com/office/drawing/2014/main" id="{7C58CD46-75D7-5936-FB05-0A8DB809D7B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28" name="Freeform 55">
                <a:extLst>
                  <a:ext uri="{FF2B5EF4-FFF2-40B4-BE49-F238E27FC236}">
                    <a16:creationId xmlns:a16="http://schemas.microsoft.com/office/drawing/2014/main" id="{540D970C-2D00-5766-0E9C-2715FD9A9CA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29" name="Freeform 56">
                <a:extLst>
                  <a:ext uri="{FF2B5EF4-FFF2-40B4-BE49-F238E27FC236}">
                    <a16:creationId xmlns:a16="http://schemas.microsoft.com/office/drawing/2014/main" id="{E0C09106-E6A9-23BB-EE86-5FC5A3C55713}"/>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48" name="Freeform 57">
                <a:extLst>
                  <a:ext uri="{FF2B5EF4-FFF2-40B4-BE49-F238E27FC236}">
                    <a16:creationId xmlns:a16="http://schemas.microsoft.com/office/drawing/2014/main" id="{48FFDB81-4B23-9458-27CB-7FE2D86B9CC9}"/>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49" name="Freeform 58">
                <a:extLst>
                  <a:ext uri="{FF2B5EF4-FFF2-40B4-BE49-F238E27FC236}">
                    <a16:creationId xmlns:a16="http://schemas.microsoft.com/office/drawing/2014/main" id="{7B9C7324-145C-A501-C113-DC68A1F951F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8" name="Graphic 8">
              <a:extLst>
                <a:ext uri="{FF2B5EF4-FFF2-40B4-BE49-F238E27FC236}">
                  <a16:creationId xmlns:a16="http://schemas.microsoft.com/office/drawing/2014/main" id="{8242D681-0564-11FF-F314-2A8C383B5111}"/>
                </a:ext>
              </a:extLst>
            </p:cNvPr>
            <p:cNvGrpSpPr/>
            <p:nvPr/>
          </p:nvGrpSpPr>
          <p:grpSpPr>
            <a:xfrm>
              <a:off x="265625" y="6323271"/>
              <a:ext cx="1249223" cy="190348"/>
              <a:chOff x="265625" y="6323271"/>
              <a:chExt cx="1249223" cy="190348"/>
            </a:xfrm>
            <a:grpFill/>
          </p:grpSpPr>
          <p:sp>
            <p:nvSpPr>
              <p:cNvPr id="9" name="Freeform 60">
                <a:extLst>
                  <a:ext uri="{FF2B5EF4-FFF2-40B4-BE49-F238E27FC236}">
                    <a16:creationId xmlns:a16="http://schemas.microsoft.com/office/drawing/2014/main" id="{BC1F610E-F144-A115-E553-C9EE5FEA4A6D}"/>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16" name="Freeform 61">
                <a:extLst>
                  <a:ext uri="{FF2B5EF4-FFF2-40B4-BE49-F238E27FC236}">
                    <a16:creationId xmlns:a16="http://schemas.microsoft.com/office/drawing/2014/main" id="{6857D863-9A06-6571-80F6-DD59B73A3C1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17" name="Freeform 62">
                <a:extLst>
                  <a:ext uri="{FF2B5EF4-FFF2-40B4-BE49-F238E27FC236}">
                    <a16:creationId xmlns:a16="http://schemas.microsoft.com/office/drawing/2014/main" id="{2CD29205-052C-95E0-C678-4DD16DEC5C1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18" name="Freeform 63">
                <a:extLst>
                  <a:ext uri="{FF2B5EF4-FFF2-40B4-BE49-F238E27FC236}">
                    <a16:creationId xmlns:a16="http://schemas.microsoft.com/office/drawing/2014/main" id="{525F39ED-302E-07C7-3369-B1B583F05A4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19" name="Freeform 64">
                <a:extLst>
                  <a:ext uri="{FF2B5EF4-FFF2-40B4-BE49-F238E27FC236}">
                    <a16:creationId xmlns:a16="http://schemas.microsoft.com/office/drawing/2014/main" id="{507A5BC5-09D6-FB8A-6D25-83CEB0C04D1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20" name="Freeform 65">
                <a:extLst>
                  <a:ext uri="{FF2B5EF4-FFF2-40B4-BE49-F238E27FC236}">
                    <a16:creationId xmlns:a16="http://schemas.microsoft.com/office/drawing/2014/main" id="{D492BDA2-A0E6-5AFB-1033-44C34177413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21" name="Freeform 66">
                <a:extLst>
                  <a:ext uri="{FF2B5EF4-FFF2-40B4-BE49-F238E27FC236}">
                    <a16:creationId xmlns:a16="http://schemas.microsoft.com/office/drawing/2014/main" id="{88A7983D-3B88-4F8C-72F3-052E520F89A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30" name="TextBox 29">
            <a:extLst>
              <a:ext uri="{FF2B5EF4-FFF2-40B4-BE49-F238E27FC236}">
                <a16:creationId xmlns:a16="http://schemas.microsoft.com/office/drawing/2014/main" id="{1BD12A38-34FF-DD48-95F6-31F5ED4772C8}"/>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tx1"/>
                </a:solidFill>
                <a:latin typeface="+mj-lt"/>
                <a:ea typeface="+mj-ea"/>
                <a:cs typeface="+mj-cs"/>
              </a:rPr>
              <a:t>Thank You</a:t>
            </a:r>
          </a:p>
        </p:txBody>
      </p:sp>
      <p:sp>
        <p:nvSpPr>
          <p:cNvPr id="31" name="Freeform: Shape 1">
            <a:extLst>
              <a:ext uri="{FF2B5EF4-FFF2-40B4-BE49-F238E27FC236}">
                <a16:creationId xmlns:a16="http://schemas.microsoft.com/office/drawing/2014/main" id="{17E91023-10EB-482E-9A60-63046152A4F2}"/>
              </a:ext>
            </a:extLst>
          </p:cNvPr>
          <p:cNvSpPr/>
          <p:nvPr userDrawn="1"/>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1"/>
              </a:gs>
              <a:gs pos="85000">
                <a:srgbClr val="0095C4"/>
              </a:gs>
            </a:gsLst>
            <a:lin ang="18899976" scaled="1"/>
          </a:gradFill>
          <a:ln w="0" cap="flat">
            <a:noFill/>
            <a:prstDash val="solid"/>
            <a:miter/>
          </a:ln>
        </p:spPr>
        <p:txBody>
          <a:bodyPr rtlCol="0" anchor="ctr"/>
          <a:lstStyle/>
          <a:p>
            <a:endParaRPr lang="en-US"/>
          </a:p>
        </p:txBody>
      </p:sp>
      <p:sp>
        <p:nvSpPr>
          <p:cNvPr id="32" name="Freeform: Shape 2">
            <a:extLst>
              <a:ext uri="{FF2B5EF4-FFF2-40B4-BE49-F238E27FC236}">
                <a16:creationId xmlns:a16="http://schemas.microsoft.com/office/drawing/2014/main" id="{1411A888-7B56-C3B9-74A9-B85C4178B94B}"/>
              </a:ext>
            </a:extLst>
          </p:cNvPr>
          <p:cNvSpPr/>
          <p:nvPr userDrawn="1"/>
        </p:nvSpPr>
        <p:spPr>
          <a:xfrm>
            <a:off x="-14487" y="-14414"/>
            <a:ext cx="8406233" cy="5164293"/>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1"/>
              </a:gs>
            </a:gsLst>
            <a:lin ang="0" scaled="1"/>
          </a:gradFill>
          <a:ln w="0" cap="flat">
            <a:noFill/>
            <a:prstDash val="solid"/>
            <a:miter/>
          </a:ln>
        </p:spPr>
        <p:txBody>
          <a:bodyPr rtlCol="0" anchor="ctr"/>
          <a:lstStyle/>
          <a:p>
            <a:endParaRPr lang="en-US"/>
          </a:p>
        </p:txBody>
      </p:sp>
      <p:grpSp>
        <p:nvGrpSpPr>
          <p:cNvPr id="35" name="Graphic 8">
            <a:extLst>
              <a:ext uri="{FF2B5EF4-FFF2-40B4-BE49-F238E27FC236}">
                <a16:creationId xmlns:a16="http://schemas.microsoft.com/office/drawing/2014/main" id="{BFA62A8C-E510-FB2E-C3B9-93A77FB74BAD}"/>
              </a:ext>
            </a:extLst>
          </p:cNvPr>
          <p:cNvGrpSpPr/>
          <p:nvPr userDrawn="1"/>
        </p:nvGrpSpPr>
        <p:grpSpPr>
          <a:xfrm>
            <a:off x="265625" y="6323271"/>
            <a:ext cx="1249223" cy="369648"/>
            <a:chOff x="265625" y="6323271"/>
            <a:chExt cx="1249223" cy="369648"/>
          </a:xfrm>
          <a:solidFill>
            <a:schemeClr val="tx1"/>
          </a:solidFill>
        </p:grpSpPr>
        <p:grpSp>
          <p:nvGrpSpPr>
            <p:cNvPr id="36" name="Graphic 8">
              <a:extLst>
                <a:ext uri="{FF2B5EF4-FFF2-40B4-BE49-F238E27FC236}">
                  <a16:creationId xmlns:a16="http://schemas.microsoft.com/office/drawing/2014/main" id="{78515B65-5A64-7093-4F25-C7624B72C555}"/>
                </a:ext>
              </a:extLst>
            </p:cNvPr>
            <p:cNvGrpSpPr/>
            <p:nvPr/>
          </p:nvGrpSpPr>
          <p:grpSpPr>
            <a:xfrm>
              <a:off x="745455" y="6594444"/>
              <a:ext cx="722662" cy="98475"/>
              <a:chOff x="745455" y="6594444"/>
              <a:chExt cx="722662" cy="98475"/>
            </a:xfrm>
            <a:grpFill/>
          </p:grpSpPr>
          <p:sp>
            <p:nvSpPr>
              <p:cNvPr id="45" name="Freeform 49">
                <a:extLst>
                  <a:ext uri="{FF2B5EF4-FFF2-40B4-BE49-F238E27FC236}">
                    <a16:creationId xmlns:a16="http://schemas.microsoft.com/office/drawing/2014/main" id="{2F19FC1C-64E6-1578-BB18-4446F344936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46" name="Freeform 50">
                <a:extLst>
                  <a:ext uri="{FF2B5EF4-FFF2-40B4-BE49-F238E27FC236}">
                    <a16:creationId xmlns:a16="http://schemas.microsoft.com/office/drawing/2014/main" id="{C5D27704-22C8-487D-5310-6884BC915B32}"/>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47" name="Freeform 51">
                <a:extLst>
                  <a:ext uri="{FF2B5EF4-FFF2-40B4-BE49-F238E27FC236}">
                    <a16:creationId xmlns:a16="http://schemas.microsoft.com/office/drawing/2014/main" id="{846ED2F8-7ABD-73B6-621C-66E4F3FD18E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50" name="Freeform 52">
                <a:extLst>
                  <a:ext uri="{FF2B5EF4-FFF2-40B4-BE49-F238E27FC236}">
                    <a16:creationId xmlns:a16="http://schemas.microsoft.com/office/drawing/2014/main" id="{CF5CF0F2-F548-74F9-8D28-C8593AADA65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51" name="Freeform 53">
                <a:extLst>
                  <a:ext uri="{FF2B5EF4-FFF2-40B4-BE49-F238E27FC236}">
                    <a16:creationId xmlns:a16="http://schemas.microsoft.com/office/drawing/2014/main" id="{E59744EF-42C6-F8A6-28CA-57AFA409E09C}"/>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2" name="Freeform 54">
                <a:extLst>
                  <a:ext uri="{FF2B5EF4-FFF2-40B4-BE49-F238E27FC236}">
                    <a16:creationId xmlns:a16="http://schemas.microsoft.com/office/drawing/2014/main" id="{7C58CD46-75D7-5936-FB05-0A8DB809D7B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53" name="Freeform 55">
                <a:extLst>
                  <a:ext uri="{FF2B5EF4-FFF2-40B4-BE49-F238E27FC236}">
                    <a16:creationId xmlns:a16="http://schemas.microsoft.com/office/drawing/2014/main" id="{540D970C-2D00-5766-0E9C-2715FD9A9CA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54" name="Freeform 56">
                <a:extLst>
                  <a:ext uri="{FF2B5EF4-FFF2-40B4-BE49-F238E27FC236}">
                    <a16:creationId xmlns:a16="http://schemas.microsoft.com/office/drawing/2014/main" id="{E0C09106-E6A9-23BB-EE86-5FC5A3C55713}"/>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5" name="Freeform 57">
                <a:extLst>
                  <a:ext uri="{FF2B5EF4-FFF2-40B4-BE49-F238E27FC236}">
                    <a16:creationId xmlns:a16="http://schemas.microsoft.com/office/drawing/2014/main" id="{48FFDB81-4B23-9458-27CB-7FE2D86B9CC9}"/>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6" name="Freeform 58">
                <a:extLst>
                  <a:ext uri="{FF2B5EF4-FFF2-40B4-BE49-F238E27FC236}">
                    <a16:creationId xmlns:a16="http://schemas.microsoft.com/office/drawing/2014/main" id="{7B9C7324-145C-A501-C113-DC68A1F951FA}"/>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37" name="Graphic 8">
              <a:extLst>
                <a:ext uri="{FF2B5EF4-FFF2-40B4-BE49-F238E27FC236}">
                  <a16:creationId xmlns:a16="http://schemas.microsoft.com/office/drawing/2014/main" id="{8242D681-0564-11FF-F314-2A8C383B5111}"/>
                </a:ext>
              </a:extLst>
            </p:cNvPr>
            <p:cNvGrpSpPr/>
            <p:nvPr/>
          </p:nvGrpSpPr>
          <p:grpSpPr>
            <a:xfrm>
              <a:off x="265625" y="6323271"/>
              <a:ext cx="1249223" cy="190348"/>
              <a:chOff x="265625" y="6323271"/>
              <a:chExt cx="1249223" cy="190348"/>
            </a:xfrm>
            <a:grpFill/>
          </p:grpSpPr>
          <p:sp>
            <p:nvSpPr>
              <p:cNvPr id="38" name="Freeform 60">
                <a:extLst>
                  <a:ext uri="{FF2B5EF4-FFF2-40B4-BE49-F238E27FC236}">
                    <a16:creationId xmlns:a16="http://schemas.microsoft.com/office/drawing/2014/main" id="{BC1F610E-F144-A115-E553-C9EE5FEA4A6D}"/>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39" name="Freeform 61">
                <a:extLst>
                  <a:ext uri="{FF2B5EF4-FFF2-40B4-BE49-F238E27FC236}">
                    <a16:creationId xmlns:a16="http://schemas.microsoft.com/office/drawing/2014/main" id="{6857D863-9A06-6571-80F6-DD59B73A3C1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40" name="Freeform 62">
                <a:extLst>
                  <a:ext uri="{FF2B5EF4-FFF2-40B4-BE49-F238E27FC236}">
                    <a16:creationId xmlns:a16="http://schemas.microsoft.com/office/drawing/2014/main" id="{2CD29205-052C-95E0-C678-4DD16DEC5C1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41" name="Freeform 63">
                <a:extLst>
                  <a:ext uri="{FF2B5EF4-FFF2-40B4-BE49-F238E27FC236}">
                    <a16:creationId xmlns:a16="http://schemas.microsoft.com/office/drawing/2014/main" id="{525F39ED-302E-07C7-3369-B1B583F05A4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42" name="Freeform 64">
                <a:extLst>
                  <a:ext uri="{FF2B5EF4-FFF2-40B4-BE49-F238E27FC236}">
                    <a16:creationId xmlns:a16="http://schemas.microsoft.com/office/drawing/2014/main" id="{507A5BC5-09D6-FB8A-6D25-83CEB0C04D1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43" name="Freeform 65">
                <a:extLst>
                  <a:ext uri="{FF2B5EF4-FFF2-40B4-BE49-F238E27FC236}">
                    <a16:creationId xmlns:a16="http://schemas.microsoft.com/office/drawing/2014/main" id="{D492BDA2-A0E6-5AFB-1033-44C34177413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44" name="Freeform 66">
                <a:extLst>
                  <a:ext uri="{FF2B5EF4-FFF2-40B4-BE49-F238E27FC236}">
                    <a16:creationId xmlns:a16="http://schemas.microsoft.com/office/drawing/2014/main" id="{88A7983D-3B88-4F8C-72F3-052E520F89A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10" name="TextBox 9">
            <a:extLst>
              <a:ext uri="{FF2B5EF4-FFF2-40B4-BE49-F238E27FC236}">
                <a16:creationId xmlns:a16="http://schemas.microsoft.com/office/drawing/2014/main" id="{BC225031-D7BB-0C78-565E-460F449111BD}"/>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spTree>
    <p:extLst>
      <p:ext uri="{BB962C8B-B14F-4D97-AF65-F5344CB8AC3E}">
        <p14:creationId xmlns:p14="http://schemas.microsoft.com/office/powerpoint/2010/main" val="3171524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90" Type="http://schemas.openxmlformats.org/officeDocument/2006/relationships/slideLayout" Target="../slideLayouts/slideLayout90.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93"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05.xml"/><Relationship Id="rId18" Type="http://schemas.openxmlformats.org/officeDocument/2006/relationships/slideLayout" Target="../slideLayouts/slideLayout110.xml"/><Relationship Id="rId26" Type="http://schemas.openxmlformats.org/officeDocument/2006/relationships/slideLayout" Target="../slideLayouts/slideLayout118.xml"/><Relationship Id="rId39" Type="http://schemas.openxmlformats.org/officeDocument/2006/relationships/slideLayout" Target="../slideLayouts/slideLayout131.xml"/><Relationship Id="rId21" Type="http://schemas.openxmlformats.org/officeDocument/2006/relationships/slideLayout" Target="../slideLayouts/slideLayout113.xml"/><Relationship Id="rId34" Type="http://schemas.openxmlformats.org/officeDocument/2006/relationships/slideLayout" Target="../slideLayouts/slideLayout126.xml"/><Relationship Id="rId42" Type="http://schemas.openxmlformats.org/officeDocument/2006/relationships/slideLayout" Target="../slideLayouts/slideLayout134.xml"/><Relationship Id="rId7" Type="http://schemas.openxmlformats.org/officeDocument/2006/relationships/slideLayout" Target="../slideLayouts/slideLayout99.xml"/><Relationship Id="rId2" Type="http://schemas.openxmlformats.org/officeDocument/2006/relationships/slideLayout" Target="../slideLayouts/slideLayout94.xml"/><Relationship Id="rId16" Type="http://schemas.openxmlformats.org/officeDocument/2006/relationships/slideLayout" Target="../slideLayouts/slideLayout108.xml"/><Relationship Id="rId20" Type="http://schemas.openxmlformats.org/officeDocument/2006/relationships/slideLayout" Target="../slideLayouts/slideLayout112.xml"/><Relationship Id="rId29" Type="http://schemas.openxmlformats.org/officeDocument/2006/relationships/slideLayout" Target="../slideLayouts/slideLayout121.xml"/><Relationship Id="rId41" Type="http://schemas.openxmlformats.org/officeDocument/2006/relationships/slideLayout" Target="../slideLayouts/slideLayout133.xml"/><Relationship Id="rId1" Type="http://schemas.openxmlformats.org/officeDocument/2006/relationships/slideLayout" Target="../slideLayouts/slideLayout93.xml"/><Relationship Id="rId6" Type="http://schemas.openxmlformats.org/officeDocument/2006/relationships/slideLayout" Target="../slideLayouts/slideLayout98.xml"/><Relationship Id="rId11" Type="http://schemas.openxmlformats.org/officeDocument/2006/relationships/slideLayout" Target="../slideLayouts/slideLayout103.xml"/><Relationship Id="rId24" Type="http://schemas.openxmlformats.org/officeDocument/2006/relationships/slideLayout" Target="../slideLayouts/slideLayout116.xml"/><Relationship Id="rId32" Type="http://schemas.openxmlformats.org/officeDocument/2006/relationships/slideLayout" Target="../slideLayouts/slideLayout124.xml"/><Relationship Id="rId37" Type="http://schemas.openxmlformats.org/officeDocument/2006/relationships/slideLayout" Target="../slideLayouts/slideLayout129.xml"/><Relationship Id="rId40" Type="http://schemas.openxmlformats.org/officeDocument/2006/relationships/slideLayout" Target="../slideLayouts/slideLayout132.xml"/><Relationship Id="rId5" Type="http://schemas.openxmlformats.org/officeDocument/2006/relationships/slideLayout" Target="../slideLayouts/slideLayout97.xml"/><Relationship Id="rId15" Type="http://schemas.openxmlformats.org/officeDocument/2006/relationships/slideLayout" Target="../slideLayouts/slideLayout107.xml"/><Relationship Id="rId23" Type="http://schemas.openxmlformats.org/officeDocument/2006/relationships/slideLayout" Target="../slideLayouts/slideLayout115.xml"/><Relationship Id="rId28" Type="http://schemas.openxmlformats.org/officeDocument/2006/relationships/slideLayout" Target="../slideLayouts/slideLayout120.xml"/><Relationship Id="rId36" Type="http://schemas.openxmlformats.org/officeDocument/2006/relationships/slideLayout" Target="../slideLayouts/slideLayout128.xml"/><Relationship Id="rId10" Type="http://schemas.openxmlformats.org/officeDocument/2006/relationships/slideLayout" Target="../slideLayouts/slideLayout102.xml"/><Relationship Id="rId19" Type="http://schemas.openxmlformats.org/officeDocument/2006/relationships/slideLayout" Target="../slideLayouts/slideLayout111.xml"/><Relationship Id="rId31" Type="http://schemas.openxmlformats.org/officeDocument/2006/relationships/slideLayout" Target="../slideLayouts/slideLayout123.xml"/><Relationship Id="rId4" Type="http://schemas.openxmlformats.org/officeDocument/2006/relationships/slideLayout" Target="../slideLayouts/slideLayout96.xml"/><Relationship Id="rId9" Type="http://schemas.openxmlformats.org/officeDocument/2006/relationships/slideLayout" Target="../slideLayouts/slideLayout101.xml"/><Relationship Id="rId14" Type="http://schemas.openxmlformats.org/officeDocument/2006/relationships/slideLayout" Target="../slideLayouts/slideLayout106.xml"/><Relationship Id="rId22" Type="http://schemas.openxmlformats.org/officeDocument/2006/relationships/slideLayout" Target="../slideLayouts/slideLayout114.xml"/><Relationship Id="rId27" Type="http://schemas.openxmlformats.org/officeDocument/2006/relationships/slideLayout" Target="../slideLayouts/slideLayout119.xml"/><Relationship Id="rId30" Type="http://schemas.openxmlformats.org/officeDocument/2006/relationships/slideLayout" Target="../slideLayouts/slideLayout122.xml"/><Relationship Id="rId35" Type="http://schemas.openxmlformats.org/officeDocument/2006/relationships/slideLayout" Target="../slideLayouts/slideLayout127.xml"/><Relationship Id="rId43" Type="http://schemas.openxmlformats.org/officeDocument/2006/relationships/theme" Target="../theme/theme2.xml"/><Relationship Id="rId8" Type="http://schemas.openxmlformats.org/officeDocument/2006/relationships/slideLayout" Target="../slideLayouts/slideLayout100.xml"/><Relationship Id="rId3" Type="http://schemas.openxmlformats.org/officeDocument/2006/relationships/slideLayout" Target="../slideLayouts/slideLayout95.xml"/><Relationship Id="rId12" Type="http://schemas.openxmlformats.org/officeDocument/2006/relationships/slideLayout" Target="../slideLayouts/slideLayout104.xml"/><Relationship Id="rId17" Type="http://schemas.openxmlformats.org/officeDocument/2006/relationships/slideLayout" Target="../slideLayouts/slideLayout109.xml"/><Relationship Id="rId25" Type="http://schemas.openxmlformats.org/officeDocument/2006/relationships/slideLayout" Target="../slideLayouts/slideLayout117.xml"/><Relationship Id="rId33" Type="http://schemas.openxmlformats.org/officeDocument/2006/relationships/slideLayout" Target="../slideLayouts/slideLayout125.xml"/><Relationship Id="rId38" Type="http://schemas.openxmlformats.org/officeDocument/2006/relationships/slideLayout" Target="../slideLayouts/slideLayout1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sp>
        <p:nvSpPr>
          <p:cNvPr id="2" name="Click to edit title"/>
          <p:cNvSpPr>
            <a:spLocks noGrp="1"/>
          </p:cNvSpPr>
          <p:nvPr>
            <p:ph type="title"/>
          </p:nvPr>
        </p:nvSpPr>
        <p:spPr>
          <a:xfrm>
            <a:off x="579809" y="412751"/>
            <a:ext cx="11001004" cy="381000"/>
          </a:xfrm>
          <a:prstGeom prst="rect">
            <a:avLst/>
          </a:prstGeom>
        </p:spPr>
        <p:txBody>
          <a:bodyPr vert="horz" wrap="none" lIns="0" tIns="0" rIns="0" bIns="0" rtlCol="0" anchor="b">
            <a:noAutofit/>
          </a:bodyPr>
          <a:lstStyle/>
          <a:p>
            <a:r>
              <a:rPr lang="en-US" dirty="0"/>
              <a:t>Click to edit Master default content style</a:t>
            </a:r>
          </a:p>
        </p:txBody>
      </p:sp>
      <p:sp>
        <p:nvSpPr>
          <p:cNvPr id="3" name="Click to edit content box"/>
          <p:cNvSpPr>
            <a:spLocks noGrp="1"/>
          </p:cNvSpPr>
          <p:nvPr>
            <p:ph type="body" idx="1"/>
          </p:nvPr>
        </p:nvSpPr>
        <p:spPr>
          <a:xfrm>
            <a:off x="609441" y="1600203"/>
            <a:ext cx="10969943" cy="4580461"/>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grpSp>
        <p:nvGrpSpPr>
          <p:cNvPr id="48" name="Graphic 8">
            <a:extLst>
              <a:ext uri="{FF2B5EF4-FFF2-40B4-BE49-F238E27FC236}">
                <a16:creationId xmlns:a16="http://schemas.microsoft.com/office/drawing/2014/main" id="{D82EF380-0C1A-9923-E1BB-4A4A82A50052}"/>
              </a:ext>
            </a:extLst>
          </p:cNvPr>
          <p:cNvGrpSpPr/>
          <p:nvPr/>
        </p:nvGrpSpPr>
        <p:grpSpPr>
          <a:xfrm>
            <a:off x="265625" y="6323271"/>
            <a:ext cx="1249223" cy="369648"/>
            <a:chOff x="265625" y="6323271"/>
            <a:chExt cx="1249223" cy="369648"/>
          </a:xfrm>
          <a:solidFill>
            <a:srgbClr val="000000"/>
          </a:solidFill>
        </p:grpSpPr>
        <p:grpSp>
          <p:nvGrpSpPr>
            <p:cNvPr id="49" name="Graphic 8">
              <a:extLst>
                <a:ext uri="{FF2B5EF4-FFF2-40B4-BE49-F238E27FC236}">
                  <a16:creationId xmlns:a16="http://schemas.microsoft.com/office/drawing/2014/main" id="{54FAF84D-171B-0C10-ED68-71DF0155B5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3FA24438-4158-EA0B-DE4E-8015E1E32AD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26BB840E-D68F-76E7-7DA9-BF6B79D252B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59510B1D-6A5F-3EF5-3680-B51E20570E6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E2502CCC-DB03-C01E-2299-92CA9168461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76A128EB-98F4-7BC5-3A7C-1938363F3CA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677180F-AD7B-87CD-0633-18DC1BE313B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11FB90A8-4445-04B0-1766-E758C4EED92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DE758F9E-2750-6183-E9D2-FF433D17AAD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24B84BC6-1055-8C5E-535B-75A833A879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CFE27250-866A-DEF8-25F4-955344428C4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0" name="Graphic 8">
              <a:extLst>
                <a:ext uri="{FF2B5EF4-FFF2-40B4-BE49-F238E27FC236}">
                  <a16:creationId xmlns:a16="http://schemas.microsoft.com/office/drawing/2014/main" id="{105759BC-89FC-99DA-EED4-D1E8B30B32A4}"/>
                </a:ext>
              </a:extLst>
            </p:cNvPr>
            <p:cNvGrpSpPr/>
            <p:nvPr/>
          </p:nvGrpSpPr>
          <p:grpSpPr>
            <a:xfrm>
              <a:off x="265625" y="6323271"/>
              <a:ext cx="1249223" cy="190348"/>
              <a:chOff x="265625" y="6323271"/>
              <a:chExt cx="1249223" cy="190348"/>
            </a:xfrm>
            <a:solidFill>
              <a:srgbClr val="000000"/>
            </a:solidFill>
          </p:grpSpPr>
          <p:sp>
            <p:nvSpPr>
              <p:cNvPr id="61" name="Freeform 60">
                <a:extLst>
                  <a:ext uri="{FF2B5EF4-FFF2-40B4-BE49-F238E27FC236}">
                    <a16:creationId xmlns:a16="http://schemas.microsoft.com/office/drawing/2014/main" id="{512BB0ED-CA6C-C9CB-ACAD-1C325B73274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C8889F5C-7017-F0AD-A292-0E3EA56F8524}"/>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47F206F2-6C2D-0598-8600-BCAF57BB1FE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A9925AE1-2698-ECBF-CB8C-C2FA61B1948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218BC9EB-B196-3184-73E5-DDF213272F2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B3E0CCF2-026F-7198-71FE-EEC15EFDC57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EF4B9FAC-CA66-86DF-4447-1C97FD11917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 name="TextBox 5">
            <a:extLst>
              <a:ext uri="{FF2B5EF4-FFF2-40B4-BE49-F238E27FC236}">
                <a16:creationId xmlns:a16="http://schemas.microsoft.com/office/drawing/2014/main" id="{67497138-A018-1FCE-9C69-099B94E017A6}"/>
              </a:ext>
            </a:extLst>
          </p:cNvPr>
          <p:cNvSpPr txBox="1"/>
          <p:nvPr userDrawn="1"/>
        </p:nvSpPr>
        <p:spPr>
          <a:xfrm>
            <a:off x="1645084" y="6461498"/>
            <a:ext cx="3574697" cy="215444"/>
          </a:xfrm>
          <a:prstGeom prst="rect">
            <a:avLst/>
          </a:prstGeom>
          <a:noFill/>
        </p:spPr>
        <p:txBody>
          <a:bodyPr wrap="square" lIns="0" tIns="0" rIns="0" bIns="0" rtlCol="0">
            <a:spAutoFit/>
          </a:bodyPr>
          <a:lstStyle/>
          <a:p>
            <a:pPr algn="l">
              <a:lnSpc>
                <a:spcPct val="100000"/>
              </a:lnSpc>
            </a:pPr>
            <a:r>
              <a:rPr lang="en-US" sz="700" spc="0" baseline="0" dirty="0">
                <a:ln/>
                <a:solidFill>
                  <a:srgbClr val="000000"/>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rgbClr val="000000"/>
              </a:solidFill>
              <a:latin typeface="+mn-lt"/>
              <a:sym typeface="Arial" panose="020B0604020202020204" pitchFamily="34" charset="0"/>
              <a:rtl val="0"/>
            </a:endParaRPr>
          </a:p>
        </p:txBody>
      </p:sp>
      <p:sp>
        <p:nvSpPr>
          <p:cNvPr id="4" name="Graphic 7">
            <a:extLst>
              <a:ext uri="{FF2B5EF4-FFF2-40B4-BE49-F238E27FC236}">
                <a16:creationId xmlns:a16="http://schemas.microsoft.com/office/drawing/2014/main" id="{E2DA0D77-1CA0-226A-A666-C66768738DC8}"/>
              </a:ext>
            </a:extLst>
          </p:cNvPr>
          <p:cNvSpPr/>
          <p:nvPr userDrawn="1"/>
        </p:nvSpPr>
        <p:spPr>
          <a:xfrm>
            <a:off x="0" y="0"/>
            <a:ext cx="12188825" cy="74871"/>
          </a:xfrm>
          <a:custGeom>
            <a:avLst/>
            <a:gdLst>
              <a:gd name="connsiteX0" fmla="*/ 0 w 12185715"/>
              <a:gd name="connsiteY0" fmla="*/ 0 h 74871"/>
              <a:gd name="connsiteX1" fmla="*/ 12185716 w 12185715"/>
              <a:gd name="connsiteY1" fmla="*/ 0 h 74871"/>
              <a:gd name="connsiteX2" fmla="*/ 12185716 w 12185715"/>
              <a:gd name="connsiteY2" fmla="*/ 74871 h 74871"/>
              <a:gd name="connsiteX3" fmla="*/ 0 w 12185715"/>
              <a:gd name="connsiteY3" fmla="*/ 74871 h 74871"/>
            </a:gdLst>
            <a:ahLst/>
            <a:cxnLst>
              <a:cxn ang="0">
                <a:pos x="connsiteX0" y="connsiteY0"/>
              </a:cxn>
              <a:cxn ang="0">
                <a:pos x="connsiteX1" y="connsiteY1"/>
              </a:cxn>
              <a:cxn ang="0">
                <a:pos x="connsiteX2" y="connsiteY2"/>
              </a:cxn>
              <a:cxn ang="0">
                <a:pos x="connsiteX3" y="connsiteY3"/>
              </a:cxn>
            </a:cxnLst>
            <a:rect l="l" t="t" r="r" b="b"/>
            <a:pathLst>
              <a:path w="12185715" h="74871">
                <a:moveTo>
                  <a:pt x="0" y="0"/>
                </a:moveTo>
                <a:lnTo>
                  <a:pt x="12185716" y="0"/>
                </a:lnTo>
                <a:lnTo>
                  <a:pt x="12185716" y="74871"/>
                </a:lnTo>
                <a:lnTo>
                  <a:pt x="0" y="74871"/>
                </a:lnTo>
                <a:close/>
              </a:path>
            </a:pathLst>
          </a:custGeom>
          <a:gradFill>
            <a:gsLst>
              <a:gs pos="0">
                <a:schemeClr val="accent4"/>
              </a:gs>
              <a:gs pos="25000">
                <a:schemeClr val="accent1"/>
              </a:gs>
              <a:gs pos="50000">
                <a:schemeClr val="accent3"/>
              </a:gs>
              <a:gs pos="75000">
                <a:schemeClr val="accent2"/>
              </a:gs>
              <a:gs pos="100000">
                <a:schemeClr val="accent5"/>
              </a:gs>
            </a:gsLst>
            <a:lin ang="0" scaled="1"/>
          </a:gradFill>
          <a:ln w="0" cap="flat">
            <a:noFill/>
            <a:prstDash val="solid"/>
            <a:miter/>
          </a:ln>
        </p:spPr>
        <p:txBody>
          <a:bodyPr rtlCol="0" anchor="ctr"/>
          <a:lstStyle/>
          <a:p>
            <a:endParaRPr lang="en-US" dirty="0"/>
          </a:p>
        </p:txBody>
      </p:sp>
    </p:spTree>
    <p:extLst>
      <p:ext uri="{BB962C8B-B14F-4D97-AF65-F5344CB8AC3E}">
        <p14:creationId xmlns:p14="http://schemas.microsoft.com/office/powerpoint/2010/main" val="1398740080"/>
      </p:ext>
    </p:extLst>
  </p:cSld>
  <p:clrMap bg1="lt1" tx1="dk1" bg2="lt2" tx2="dk2" accent1="accent1" accent2="accent2" accent3="accent3" accent4="accent4" accent5="accent5" accent6="accent6" hlink="hlink" folHlink="folHlink"/>
  <p:sldLayoutIdLst>
    <p:sldLayoutId id="2147484196" r:id="rId1"/>
    <p:sldLayoutId id="2147484325" r:id="rId2"/>
    <p:sldLayoutId id="2147484197" r:id="rId3"/>
    <p:sldLayoutId id="2147484326" r:id="rId4"/>
    <p:sldLayoutId id="2147484198" r:id="rId5"/>
    <p:sldLayoutId id="2147484327" r:id="rId6"/>
    <p:sldLayoutId id="2147484376" r:id="rId7"/>
    <p:sldLayoutId id="2147484377" r:id="rId8"/>
    <p:sldLayoutId id="2147484328" r:id="rId9"/>
    <p:sldLayoutId id="2147484329" r:id="rId10"/>
    <p:sldLayoutId id="2147484199" r:id="rId11"/>
    <p:sldLayoutId id="2147484200" r:id="rId12"/>
    <p:sldLayoutId id="2147484201" r:id="rId13"/>
    <p:sldLayoutId id="2147484202" r:id="rId14"/>
    <p:sldLayoutId id="2147484366" r:id="rId15"/>
    <p:sldLayoutId id="2147484367" r:id="rId16"/>
    <p:sldLayoutId id="2147484203" r:id="rId17"/>
    <p:sldLayoutId id="2147484330" r:id="rId18"/>
    <p:sldLayoutId id="2147484423" r:id="rId19"/>
    <p:sldLayoutId id="2147484434" r:id="rId20"/>
    <p:sldLayoutId id="2147484204" r:id="rId21"/>
    <p:sldLayoutId id="2147484205" r:id="rId22"/>
    <p:sldLayoutId id="2147484206" r:id="rId23"/>
    <p:sldLayoutId id="2147484207" r:id="rId24"/>
    <p:sldLayoutId id="2147484208" r:id="rId25"/>
    <p:sldLayoutId id="2147484209" r:id="rId26"/>
    <p:sldLayoutId id="2147484210" r:id="rId27"/>
    <p:sldLayoutId id="2147484211" r:id="rId28"/>
    <p:sldLayoutId id="2147484212" r:id="rId29"/>
    <p:sldLayoutId id="2147484213" r:id="rId30"/>
    <p:sldLayoutId id="2147484214" r:id="rId31"/>
    <p:sldLayoutId id="2147484215" r:id="rId32"/>
    <p:sldLayoutId id="2147484216" r:id="rId33"/>
    <p:sldLayoutId id="2147484217" r:id="rId34"/>
    <p:sldLayoutId id="2147484218" r:id="rId35"/>
    <p:sldLayoutId id="2147484426" r:id="rId36"/>
    <p:sldLayoutId id="2147484219" r:id="rId37"/>
    <p:sldLayoutId id="2147484220" r:id="rId38"/>
    <p:sldLayoutId id="2147484221" r:id="rId39"/>
    <p:sldLayoutId id="2147484331" r:id="rId40"/>
    <p:sldLayoutId id="2147484429" r:id="rId41"/>
    <p:sldLayoutId id="2147484430" r:id="rId42"/>
    <p:sldLayoutId id="2147484368" r:id="rId43"/>
    <p:sldLayoutId id="2147484222" r:id="rId44"/>
    <p:sldLayoutId id="2147484332" r:id="rId45"/>
    <p:sldLayoutId id="2147484369" r:id="rId46"/>
    <p:sldLayoutId id="2147484223" r:id="rId47"/>
    <p:sldLayoutId id="2147484333" r:id="rId48"/>
    <p:sldLayoutId id="2147484370" r:id="rId49"/>
    <p:sldLayoutId id="2147484334" r:id="rId50"/>
    <p:sldLayoutId id="2147484436" r:id="rId51"/>
    <p:sldLayoutId id="2147484435" r:id="rId52"/>
    <p:sldLayoutId id="2147484224" r:id="rId53"/>
    <p:sldLayoutId id="2147484225" r:id="rId54"/>
    <p:sldLayoutId id="2147484335" r:id="rId55"/>
    <p:sldLayoutId id="2147484336" r:id="rId56"/>
    <p:sldLayoutId id="2147484337" r:id="rId57"/>
    <p:sldLayoutId id="2147484338" r:id="rId58"/>
    <p:sldLayoutId id="2147484339" r:id="rId59"/>
    <p:sldLayoutId id="2147484371" r:id="rId60"/>
    <p:sldLayoutId id="2147484226" r:id="rId61"/>
    <p:sldLayoutId id="2147484227" r:id="rId62"/>
    <p:sldLayoutId id="2147484228" r:id="rId63"/>
    <p:sldLayoutId id="2147484229" r:id="rId64"/>
    <p:sldLayoutId id="2147484230" r:id="rId65"/>
    <p:sldLayoutId id="2147484231" r:id="rId66"/>
    <p:sldLayoutId id="2147484232" r:id="rId67"/>
    <p:sldLayoutId id="2147484233" r:id="rId68"/>
    <p:sldLayoutId id="2147484234" r:id="rId69"/>
    <p:sldLayoutId id="2147484340" r:id="rId70"/>
    <p:sldLayoutId id="2147484341" r:id="rId71"/>
    <p:sldLayoutId id="2147484342" r:id="rId72"/>
    <p:sldLayoutId id="2147484343" r:id="rId73"/>
    <p:sldLayoutId id="2147484344" r:id="rId74"/>
    <p:sldLayoutId id="2147484345" r:id="rId75"/>
    <p:sldLayoutId id="2147484346" r:id="rId76"/>
    <p:sldLayoutId id="2147484347" r:id="rId77"/>
    <p:sldLayoutId id="2147484372" r:id="rId78"/>
    <p:sldLayoutId id="2147484348" r:id="rId79"/>
    <p:sldLayoutId id="2147484349" r:id="rId80"/>
    <p:sldLayoutId id="2147484350" r:id="rId81"/>
    <p:sldLayoutId id="2147484373" r:id="rId82"/>
    <p:sldLayoutId id="2147484425" r:id="rId83"/>
    <p:sldLayoutId id="2147484424" r:id="rId84"/>
    <p:sldLayoutId id="2147484351" r:id="rId85"/>
    <p:sldLayoutId id="2147484235" r:id="rId86"/>
    <p:sldLayoutId id="2147484236" r:id="rId87"/>
    <p:sldLayoutId id="2147484237" r:id="rId88"/>
    <p:sldLayoutId id="2147484378" r:id="rId89"/>
    <p:sldLayoutId id="2147484379" r:id="rId90"/>
    <p:sldLayoutId id="2147484364" r:id="rId91"/>
    <p:sldLayoutId id="2147484437" r:id="rId92"/>
  </p:sldLayoutIdLst>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xmlns:a16="http://schemas.microsoft.com/office/drawing/2014/main">
      <p:transition spd="med">
        <p:fade/>
      </p:transition>
    </mc:Fallback>
  </mc:AlternateContent>
  <p:hf sldNum="0" hdr="0" ft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3">
          <p15:clr>
            <a:srgbClr val="F26B43"/>
          </p15:clr>
        </p15:guide>
        <p15:guide id="25" pos="1535">
          <p15:clr>
            <a:srgbClr val="F26B43"/>
          </p15:clr>
        </p15:guide>
        <p15:guide id="26" pos="1247">
          <p15:clr>
            <a:srgbClr val="F26B43"/>
          </p15:clr>
        </p15:guide>
        <p15:guide id="27" pos="959">
          <p15:clr>
            <a:srgbClr val="F26B43"/>
          </p15:clr>
        </p15:guide>
        <p15:guide id="28" pos="671">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5">
          <p15:clr>
            <a:srgbClr val="F26B43"/>
          </p15:clr>
        </p15:guide>
        <p15:guide id="37" pos="6143">
          <p15:clr>
            <a:srgbClr val="F26B43"/>
          </p15:clr>
        </p15:guide>
        <p15:guide id="38" pos="6431">
          <p15:clr>
            <a:srgbClr val="F26B43"/>
          </p15:clr>
        </p15:guide>
        <p15:guide id="39" pos="6719">
          <p15:clr>
            <a:srgbClr val="F26B43"/>
          </p15:clr>
        </p15:guide>
        <p15:guide id="40" pos="7007">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ltGray">
      <p:bgPr>
        <a:gradFill flip="none" rotWithShape="1">
          <a:gsLst>
            <a:gs pos="0">
              <a:srgbClr val="074D73"/>
            </a:gs>
            <a:gs pos="76000">
              <a:srgbClr val="1A1F38"/>
            </a:gs>
            <a:gs pos="20000">
              <a:srgbClr val="113454"/>
            </a:gs>
            <a:gs pos="51000">
              <a:srgbClr val="1A203A"/>
            </a:gs>
            <a:gs pos="95000">
              <a:srgbClr val="1B1D36"/>
            </a:gs>
          </a:gsLst>
          <a:lin ang="19200000" scaled="0"/>
          <a:tileRect/>
        </a:gradFill>
        <a:effectLst/>
      </p:bgPr>
    </p:bg>
    <p:spTree>
      <p:nvGrpSpPr>
        <p:cNvPr id="1" name=""/>
        <p:cNvGrpSpPr/>
        <p:nvPr/>
      </p:nvGrpSpPr>
      <p:grpSpPr>
        <a:xfrm>
          <a:off x="0" y="0"/>
          <a:ext cx="0" cy="0"/>
          <a:chOff x="0" y="0"/>
          <a:chExt cx="0" cy="0"/>
        </a:xfrm>
      </p:grpSpPr>
      <p:sp>
        <p:nvSpPr>
          <p:cNvPr id="2" name="Click to edit title"/>
          <p:cNvSpPr>
            <a:spLocks noGrp="1"/>
          </p:cNvSpPr>
          <p:nvPr>
            <p:ph type="title"/>
          </p:nvPr>
        </p:nvSpPr>
        <p:spPr>
          <a:xfrm>
            <a:off x="579809" y="412751"/>
            <a:ext cx="11001004" cy="381000"/>
          </a:xfrm>
          <a:prstGeom prst="rect">
            <a:avLst/>
          </a:prstGeom>
        </p:spPr>
        <p:txBody>
          <a:bodyPr vert="horz" wrap="none" lIns="0" tIns="0" rIns="0" bIns="0" rtlCol="0" anchor="b">
            <a:noAutofit/>
          </a:bodyPr>
          <a:lstStyle/>
          <a:p>
            <a:r>
              <a:rPr lang="en-US" dirty="0"/>
              <a:t>Click to edit Master default content style</a:t>
            </a:r>
          </a:p>
        </p:txBody>
      </p:sp>
      <p:sp>
        <p:nvSpPr>
          <p:cNvPr id="3" name="Click to edit content box"/>
          <p:cNvSpPr>
            <a:spLocks noGrp="1"/>
          </p:cNvSpPr>
          <p:nvPr>
            <p:ph type="body" idx="1"/>
          </p:nvPr>
        </p:nvSpPr>
        <p:spPr>
          <a:xfrm>
            <a:off x="609441" y="1600203"/>
            <a:ext cx="10969943" cy="458046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8" name="Graphic 8">
            <a:extLst>
              <a:ext uri="{FF2B5EF4-FFF2-40B4-BE49-F238E27FC236}">
                <a16:creationId xmlns:a16="http://schemas.microsoft.com/office/drawing/2014/main" id="{D82EF380-0C1A-9923-E1BB-4A4A82A50052}"/>
              </a:ext>
            </a:extLst>
          </p:cNvPr>
          <p:cNvGrpSpPr/>
          <p:nvPr/>
        </p:nvGrpSpPr>
        <p:grpSpPr>
          <a:xfrm>
            <a:off x="265625" y="6323271"/>
            <a:ext cx="1249223" cy="369648"/>
            <a:chOff x="265625" y="6323271"/>
            <a:chExt cx="1249223" cy="369648"/>
          </a:xfrm>
          <a:solidFill>
            <a:schemeClr val="tx1"/>
          </a:solidFill>
        </p:grpSpPr>
        <p:grpSp>
          <p:nvGrpSpPr>
            <p:cNvPr id="49" name="Graphic 8">
              <a:extLst>
                <a:ext uri="{FF2B5EF4-FFF2-40B4-BE49-F238E27FC236}">
                  <a16:creationId xmlns:a16="http://schemas.microsoft.com/office/drawing/2014/main" id="{54FAF84D-171B-0C10-ED68-71DF0155B5A3}"/>
                </a:ext>
              </a:extLst>
            </p:cNvPr>
            <p:cNvGrpSpPr/>
            <p:nvPr/>
          </p:nvGrpSpPr>
          <p:grpSpPr>
            <a:xfrm>
              <a:off x="745455" y="6594444"/>
              <a:ext cx="722662" cy="98475"/>
              <a:chOff x="745455" y="6594444"/>
              <a:chExt cx="722662" cy="98475"/>
            </a:xfrm>
            <a:grpFill/>
          </p:grpSpPr>
          <p:sp>
            <p:nvSpPr>
              <p:cNvPr id="50" name="Freeform 49">
                <a:extLst>
                  <a:ext uri="{FF2B5EF4-FFF2-40B4-BE49-F238E27FC236}">
                    <a16:creationId xmlns:a16="http://schemas.microsoft.com/office/drawing/2014/main" id="{3FA24438-4158-EA0B-DE4E-8015E1E32AD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grpFill/>
              <a:ln w="6345" cap="flat">
                <a:noFill/>
                <a:prstDash val="solid"/>
                <a:miter/>
              </a:ln>
            </p:spPr>
            <p:txBody>
              <a:bodyPr rtlCol="0" anchor="ctr"/>
              <a:lstStyle/>
              <a:p>
                <a:endParaRPr lang="en-US">
                  <a:solidFill>
                    <a:schemeClr val="bg1"/>
                  </a:solidFill>
                </a:endParaRPr>
              </a:p>
            </p:txBody>
          </p:sp>
          <p:sp>
            <p:nvSpPr>
              <p:cNvPr id="51" name="Freeform 50">
                <a:extLst>
                  <a:ext uri="{FF2B5EF4-FFF2-40B4-BE49-F238E27FC236}">
                    <a16:creationId xmlns:a16="http://schemas.microsoft.com/office/drawing/2014/main" id="{26BB840E-D68F-76E7-7DA9-BF6B79D252B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grpFill/>
              <a:ln w="6345" cap="flat">
                <a:noFill/>
                <a:prstDash val="solid"/>
                <a:miter/>
              </a:ln>
            </p:spPr>
            <p:txBody>
              <a:bodyPr rtlCol="0" anchor="ctr"/>
              <a:lstStyle/>
              <a:p>
                <a:endParaRPr lang="en-US">
                  <a:solidFill>
                    <a:schemeClr val="bg1"/>
                  </a:solidFill>
                </a:endParaRPr>
              </a:p>
            </p:txBody>
          </p:sp>
          <p:sp>
            <p:nvSpPr>
              <p:cNvPr id="52" name="Freeform 51">
                <a:extLst>
                  <a:ext uri="{FF2B5EF4-FFF2-40B4-BE49-F238E27FC236}">
                    <a16:creationId xmlns:a16="http://schemas.microsoft.com/office/drawing/2014/main" id="{59510B1D-6A5F-3EF5-3680-B51E20570E6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grpFill/>
              <a:ln w="6345" cap="flat">
                <a:noFill/>
                <a:prstDash val="solid"/>
                <a:miter/>
              </a:ln>
            </p:spPr>
            <p:txBody>
              <a:bodyPr rtlCol="0" anchor="ctr"/>
              <a:lstStyle/>
              <a:p>
                <a:endParaRPr lang="en-US">
                  <a:solidFill>
                    <a:schemeClr val="bg1"/>
                  </a:solidFill>
                </a:endParaRPr>
              </a:p>
            </p:txBody>
          </p:sp>
          <p:sp>
            <p:nvSpPr>
              <p:cNvPr id="53" name="Freeform 52">
                <a:extLst>
                  <a:ext uri="{FF2B5EF4-FFF2-40B4-BE49-F238E27FC236}">
                    <a16:creationId xmlns:a16="http://schemas.microsoft.com/office/drawing/2014/main" id="{E2502CCC-DB03-C01E-2299-92CA9168461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grpFill/>
              <a:ln w="6345" cap="flat">
                <a:noFill/>
                <a:prstDash val="solid"/>
                <a:miter/>
              </a:ln>
            </p:spPr>
            <p:txBody>
              <a:bodyPr rtlCol="0" anchor="ctr"/>
              <a:lstStyle/>
              <a:p>
                <a:endParaRPr lang="en-US">
                  <a:solidFill>
                    <a:schemeClr val="bg1"/>
                  </a:solidFill>
                </a:endParaRPr>
              </a:p>
            </p:txBody>
          </p:sp>
          <p:sp>
            <p:nvSpPr>
              <p:cNvPr id="54" name="Freeform 53">
                <a:extLst>
                  <a:ext uri="{FF2B5EF4-FFF2-40B4-BE49-F238E27FC236}">
                    <a16:creationId xmlns:a16="http://schemas.microsoft.com/office/drawing/2014/main" id="{76A128EB-98F4-7BC5-3A7C-1938363F3CA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5" name="Freeform 54">
                <a:extLst>
                  <a:ext uri="{FF2B5EF4-FFF2-40B4-BE49-F238E27FC236}">
                    <a16:creationId xmlns:a16="http://schemas.microsoft.com/office/drawing/2014/main" id="{2677180F-AD7B-87CD-0633-18DC1BE313B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grpFill/>
              <a:ln w="6345" cap="flat">
                <a:noFill/>
                <a:prstDash val="solid"/>
                <a:miter/>
              </a:ln>
            </p:spPr>
            <p:txBody>
              <a:bodyPr rtlCol="0" anchor="ctr"/>
              <a:lstStyle/>
              <a:p>
                <a:endParaRPr lang="en-US">
                  <a:solidFill>
                    <a:schemeClr val="bg1"/>
                  </a:solidFill>
                </a:endParaRPr>
              </a:p>
            </p:txBody>
          </p:sp>
          <p:sp>
            <p:nvSpPr>
              <p:cNvPr id="56" name="Freeform 55">
                <a:extLst>
                  <a:ext uri="{FF2B5EF4-FFF2-40B4-BE49-F238E27FC236}">
                    <a16:creationId xmlns:a16="http://schemas.microsoft.com/office/drawing/2014/main" id="{11FB90A8-4445-04B0-1766-E758C4EED92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grpFill/>
              <a:ln w="6345" cap="flat">
                <a:noFill/>
                <a:prstDash val="solid"/>
                <a:miter/>
              </a:ln>
            </p:spPr>
            <p:txBody>
              <a:bodyPr rtlCol="0" anchor="ctr"/>
              <a:lstStyle/>
              <a:p>
                <a:endParaRPr lang="en-US">
                  <a:solidFill>
                    <a:schemeClr val="bg1"/>
                  </a:solidFill>
                </a:endParaRPr>
              </a:p>
            </p:txBody>
          </p:sp>
          <p:sp>
            <p:nvSpPr>
              <p:cNvPr id="57" name="Freeform 56">
                <a:extLst>
                  <a:ext uri="{FF2B5EF4-FFF2-40B4-BE49-F238E27FC236}">
                    <a16:creationId xmlns:a16="http://schemas.microsoft.com/office/drawing/2014/main" id="{DE758F9E-2750-6183-E9D2-FF433D17AAD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8" name="Freeform 57">
                <a:extLst>
                  <a:ext uri="{FF2B5EF4-FFF2-40B4-BE49-F238E27FC236}">
                    <a16:creationId xmlns:a16="http://schemas.microsoft.com/office/drawing/2014/main" id="{24B84BC6-1055-8C5E-535B-75A833A879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grpFill/>
              <a:ln w="6345" cap="flat">
                <a:noFill/>
                <a:prstDash val="solid"/>
                <a:miter/>
              </a:ln>
            </p:spPr>
            <p:txBody>
              <a:bodyPr rtlCol="0" anchor="ctr"/>
              <a:lstStyle/>
              <a:p>
                <a:endParaRPr lang="en-US">
                  <a:solidFill>
                    <a:schemeClr val="bg1"/>
                  </a:solidFill>
                </a:endParaRPr>
              </a:p>
            </p:txBody>
          </p:sp>
          <p:sp>
            <p:nvSpPr>
              <p:cNvPr id="59" name="Freeform 58">
                <a:extLst>
                  <a:ext uri="{FF2B5EF4-FFF2-40B4-BE49-F238E27FC236}">
                    <a16:creationId xmlns:a16="http://schemas.microsoft.com/office/drawing/2014/main" id="{CFE27250-866A-DEF8-25F4-955344428C4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grpFill/>
              <a:ln w="6345" cap="flat">
                <a:noFill/>
                <a:prstDash val="solid"/>
                <a:miter/>
              </a:ln>
            </p:spPr>
            <p:txBody>
              <a:bodyPr rtlCol="0" anchor="ctr"/>
              <a:lstStyle/>
              <a:p>
                <a:endParaRPr lang="en-US">
                  <a:solidFill>
                    <a:schemeClr val="bg1"/>
                  </a:solidFill>
                </a:endParaRPr>
              </a:p>
            </p:txBody>
          </p:sp>
        </p:grpSp>
        <p:grpSp>
          <p:nvGrpSpPr>
            <p:cNvPr id="60" name="Graphic 8">
              <a:extLst>
                <a:ext uri="{FF2B5EF4-FFF2-40B4-BE49-F238E27FC236}">
                  <a16:creationId xmlns:a16="http://schemas.microsoft.com/office/drawing/2014/main" id="{105759BC-89FC-99DA-EED4-D1E8B30B32A4}"/>
                </a:ext>
              </a:extLst>
            </p:cNvPr>
            <p:cNvGrpSpPr/>
            <p:nvPr/>
          </p:nvGrpSpPr>
          <p:grpSpPr>
            <a:xfrm>
              <a:off x="265625" y="6323271"/>
              <a:ext cx="1249223" cy="190348"/>
              <a:chOff x="265625" y="6323271"/>
              <a:chExt cx="1249223" cy="190348"/>
            </a:xfrm>
            <a:grpFill/>
          </p:grpSpPr>
          <p:sp>
            <p:nvSpPr>
              <p:cNvPr id="61" name="Freeform 60">
                <a:extLst>
                  <a:ext uri="{FF2B5EF4-FFF2-40B4-BE49-F238E27FC236}">
                    <a16:creationId xmlns:a16="http://schemas.microsoft.com/office/drawing/2014/main" id="{512BB0ED-CA6C-C9CB-ACAD-1C325B73274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grpFill/>
              <a:ln w="6345" cap="flat">
                <a:noFill/>
                <a:prstDash val="solid"/>
                <a:miter/>
              </a:ln>
            </p:spPr>
            <p:txBody>
              <a:bodyPr rtlCol="0" anchor="ctr"/>
              <a:lstStyle/>
              <a:p>
                <a:endParaRPr lang="en-US">
                  <a:solidFill>
                    <a:schemeClr val="bg1"/>
                  </a:solidFill>
                </a:endParaRPr>
              </a:p>
            </p:txBody>
          </p:sp>
          <p:sp>
            <p:nvSpPr>
              <p:cNvPr id="62" name="Freeform 61">
                <a:extLst>
                  <a:ext uri="{FF2B5EF4-FFF2-40B4-BE49-F238E27FC236}">
                    <a16:creationId xmlns:a16="http://schemas.microsoft.com/office/drawing/2014/main" id="{C8889F5C-7017-F0AD-A292-0E3EA56F8524}"/>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grpFill/>
              <a:ln w="6345" cap="flat">
                <a:noFill/>
                <a:prstDash val="solid"/>
                <a:miter/>
              </a:ln>
            </p:spPr>
            <p:txBody>
              <a:bodyPr rtlCol="0" anchor="ctr"/>
              <a:lstStyle/>
              <a:p>
                <a:endParaRPr lang="en-US">
                  <a:solidFill>
                    <a:schemeClr val="bg1"/>
                  </a:solidFill>
                </a:endParaRPr>
              </a:p>
            </p:txBody>
          </p:sp>
          <p:sp>
            <p:nvSpPr>
              <p:cNvPr id="63" name="Freeform 62">
                <a:extLst>
                  <a:ext uri="{FF2B5EF4-FFF2-40B4-BE49-F238E27FC236}">
                    <a16:creationId xmlns:a16="http://schemas.microsoft.com/office/drawing/2014/main" id="{47F206F2-6C2D-0598-8600-BCAF57BB1FE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grpFill/>
              <a:ln w="6345" cap="flat">
                <a:noFill/>
                <a:prstDash val="solid"/>
                <a:miter/>
              </a:ln>
            </p:spPr>
            <p:txBody>
              <a:bodyPr rtlCol="0" anchor="ctr"/>
              <a:lstStyle/>
              <a:p>
                <a:endParaRPr lang="en-US">
                  <a:solidFill>
                    <a:schemeClr val="bg1"/>
                  </a:solidFill>
                </a:endParaRPr>
              </a:p>
            </p:txBody>
          </p:sp>
          <p:sp>
            <p:nvSpPr>
              <p:cNvPr id="64" name="Freeform 63">
                <a:extLst>
                  <a:ext uri="{FF2B5EF4-FFF2-40B4-BE49-F238E27FC236}">
                    <a16:creationId xmlns:a16="http://schemas.microsoft.com/office/drawing/2014/main" id="{A9925AE1-2698-ECBF-CB8C-C2FA61B1948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grpFill/>
              <a:ln w="6345" cap="flat">
                <a:noFill/>
                <a:prstDash val="solid"/>
                <a:miter/>
              </a:ln>
            </p:spPr>
            <p:txBody>
              <a:bodyPr rtlCol="0" anchor="ctr"/>
              <a:lstStyle/>
              <a:p>
                <a:endParaRPr lang="en-US">
                  <a:solidFill>
                    <a:schemeClr val="bg1"/>
                  </a:solidFill>
                </a:endParaRPr>
              </a:p>
            </p:txBody>
          </p:sp>
          <p:sp>
            <p:nvSpPr>
              <p:cNvPr id="65" name="Freeform 64">
                <a:extLst>
                  <a:ext uri="{FF2B5EF4-FFF2-40B4-BE49-F238E27FC236}">
                    <a16:creationId xmlns:a16="http://schemas.microsoft.com/office/drawing/2014/main" id="{218BC9EB-B196-3184-73E5-DDF213272F2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grpFill/>
              <a:ln w="6345" cap="flat">
                <a:noFill/>
                <a:prstDash val="solid"/>
                <a:miter/>
              </a:ln>
            </p:spPr>
            <p:txBody>
              <a:bodyPr rtlCol="0" anchor="ctr"/>
              <a:lstStyle/>
              <a:p>
                <a:endParaRPr lang="en-US">
                  <a:solidFill>
                    <a:schemeClr val="bg1"/>
                  </a:solidFill>
                </a:endParaRPr>
              </a:p>
            </p:txBody>
          </p:sp>
          <p:sp>
            <p:nvSpPr>
              <p:cNvPr id="66" name="Freeform 65">
                <a:extLst>
                  <a:ext uri="{FF2B5EF4-FFF2-40B4-BE49-F238E27FC236}">
                    <a16:creationId xmlns:a16="http://schemas.microsoft.com/office/drawing/2014/main" id="{B3E0CCF2-026F-7198-71FE-EEC15EFDC57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grpFill/>
              <a:ln w="6345" cap="flat">
                <a:noFill/>
                <a:prstDash val="solid"/>
                <a:miter/>
              </a:ln>
            </p:spPr>
            <p:txBody>
              <a:bodyPr rtlCol="0" anchor="ctr"/>
              <a:lstStyle/>
              <a:p>
                <a:endParaRPr lang="en-US">
                  <a:solidFill>
                    <a:schemeClr val="bg1"/>
                  </a:solidFill>
                </a:endParaRPr>
              </a:p>
            </p:txBody>
          </p:sp>
          <p:sp>
            <p:nvSpPr>
              <p:cNvPr id="67" name="Freeform 66">
                <a:extLst>
                  <a:ext uri="{FF2B5EF4-FFF2-40B4-BE49-F238E27FC236}">
                    <a16:creationId xmlns:a16="http://schemas.microsoft.com/office/drawing/2014/main" id="{EF4B9FAC-CA66-86DF-4447-1C97FD11917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grpFill/>
              <a:ln w="6345" cap="flat">
                <a:noFill/>
                <a:prstDash val="solid"/>
                <a:miter/>
              </a:ln>
            </p:spPr>
            <p:txBody>
              <a:bodyPr rtlCol="0" anchor="ctr"/>
              <a:lstStyle/>
              <a:p>
                <a:endParaRPr lang="en-US">
                  <a:solidFill>
                    <a:schemeClr val="bg1"/>
                  </a:solidFill>
                </a:endParaRPr>
              </a:p>
            </p:txBody>
          </p:sp>
        </p:grpSp>
      </p:grpSp>
      <p:sp>
        <p:nvSpPr>
          <p:cNvPr id="6" name="Graphic 7">
            <a:extLst>
              <a:ext uri="{FF2B5EF4-FFF2-40B4-BE49-F238E27FC236}">
                <a16:creationId xmlns:a16="http://schemas.microsoft.com/office/drawing/2014/main" id="{FBB70F38-152E-EDE0-7342-5C6679CABC5C}"/>
              </a:ext>
            </a:extLst>
          </p:cNvPr>
          <p:cNvSpPr/>
          <p:nvPr/>
        </p:nvSpPr>
        <p:spPr>
          <a:xfrm>
            <a:off x="0" y="0"/>
            <a:ext cx="12188825" cy="74871"/>
          </a:xfrm>
          <a:custGeom>
            <a:avLst/>
            <a:gdLst>
              <a:gd name="connsiteX0" fmla="*/ 0 w 12185715"/>
              <a:gd name="connsiteY0" fmla="*/ 0 h 74871"/>
              <a:gd name="connsiteX1" fmla="*/ 12185716 w 12185715"/>
              <a:gd name="connsiteY1" fmla="*/ 0 h 74871"/>
              <a:gd name="connsiteX2" fmla="*/ 12185716 w 12185715"/>
              <a:gd name="connsiteY2" fmla="*/ 74871 h 74871"/>
              <a:gd name="connsiteX3" fmla="*/ 0 w 12185715"/>
              <a:gd name="connsiteY3" fmla="*/ 74871 h 74871"/>
            </a:gdLst>
            <a:ahLst/>
            <a:cxnLst>
              <a:cxn ang="0">
                <a:pos x="connsiteX0" y="connsiteY0"/>
              </a:cxn>
              <a:cxn ang="0">
                <a:pos x="connsiteX1" y="connsiteY1"/>
              </a:cxn>
              <a:cxn ang="0">
                <a:pos x="connsiteX2" y="connsiteY2"/>
              </a:cxn>
              <a:cxn ang="0">
                <a:pos x="connsiteX3" y="connsiteY3"/>
              </a:cxn>
            </a:cxnLst>
            <a:rect l="l" t="t" r="r" b="b"/>
            <a:pathLst>
              <a:path w="12185715" h="74871">
                <a:moveTo>
                  <a:pt x="0" y="0"/>
                </a:moveTo>
                <a:lnTo>
                  <a:pt x="12185716" y="0"/>
                </a:lnTo>
                <a:lnTo>
                  <a:pt x="12185716" y="74871"/>
                </a:lnTo>
                <a:lnTo>
                  <a:pt x="0" y="74871"/>
                </a:lnTo>
                <a:close/>
              </a:path>
            </a:pathLst>
          </a:custGeom>
          <a:gradFill>
            <a:gsLst>
              <a:gs pos="0">
                <a:schemeClr val="accent4"/>
              </a:gs>
              <a:gs pos="25000">
                <a:schemeClr val="accent2"/>
              </a:gs>
              <a:gs pos="50000">
                <a:schemeClr val="accent3"/>
              </a:gs>
              <a:gs pos="75000">
                <a:schemeClr val="accent1"/>
              </a:gs>
              <a:gs pos="100000">
                <a:schemeClr val="accent5"/>
              </a:gs>
            </a:gsLst>
            <a:lin ang="0" scaled="1"/>
          </a:gradFill>
          <a:ln w="0" cap="flat">
            <a:noFill/>
            <a:prstDash val="solid"/>
            <a:miter/>
          </a:ln>
        </p:spPr>
        <p:txBody>
          <a:bodyPr rtlCol="0" anchor="ctr"/>
          <a:lstStyle/>
          <a:p>
            <a:endParaRPr lang="en-US"/>
          </a:p>
        </p:txBody>
      </p:sp>
      <p:sp>
        <p:nvSpPr>
          <p:cNvPr id="29" name="Graphic 7">
            <a:extLst>
              <a:ext uri="{FF2B5EF4-FFF2-40B4-BE49-F238E27FC236}">
                <a16:creationId xmlns:a16="http://schemas.microsoft.com/office/drawing/2014/main" id="{FBB70F38-152E-EDE0-7342-5C6679CABC5C}"/>
              </a:ext>
            </a:extLst>
          </p:cNvPr>
          <p:cNvSpPr/>
          <p:nvPr userDrawn="1"/>
        </p:nvSpPr>
        <p:spPr>
          <a:xfrm>
            <a:off x="0" y="0"/>
            <a:ext cx="12188825" cy="74871"/>
          </a:xfrm>
          <a:custGeom>
            <a:avLst/>
            <a:gdLst>
              <a:gd name="connsiteX0" fmla="*/ 0 w 12185715"/>
              <a:gd name="connsiteY0" fmla="*/ 0 h 74871"/>
              <a:gd name="connsiteX1" fmla="*/ 12185716 w 12185715"/>
              <a:gd name="connsiteY1" fmla="*/ 0 h 74871"/>
              <a:gd name="connsiteX2" fmla="*/ 12185716 w 12185715"/>
              <a:gd name="connsiteY2" fmla="*/ 74871 h 74871"/>
              <a:gd name="connsiteX3" fmla="*/ 0 w 12185715"/>
              <a:gd name="connsiteY3" fmla="*/ 74871 h 74871"/>
            </a:gdLst>
            <a:ahLst/>
            <a:cxnLst>
              <a:cxn ang="0">
                <a:pos x="connsiteX0" y="connsiteY0"/>
              </a:cxn>
              <a:cxn ang="0">
                <a:pos x="connsiteX1" y="connsiteY1"/>
              </a:cxn>
              <a:cxn ang="0">
                <a:pos x="connsiteX2" y="connsiteY2"/>
              </a:cxn>
              <a:cxn ang="0">
                <a:pos x="connsiteX3" y="connsiteY3"/>
              </a:cxn>
            </a:cxnLst>
            <a:rect l="l" t="t" r="r" b="b"/>
            <a:pathLst>
              <a:path w="12185715" h="74871">
                <a:moveTo>
                  <a:pt x="0" y="0"/>
                </a:moveTo>
                <a:lnTo>
                  <a:pt x="12185716" y="0"/>
                </a:lnTo>
                <a:lnTo>
                  <a:pt x="12185716" y="74871"/>
                </a:lnTo>
                <a:lnTo>
                  <a:pt x="0" y="74871"/>
                </a:lnTo>
                <a:close/>
              </a:path>
            </a:pathLst>
          </a:custGeom>
          <a:gradFill>
            <a:gsLst>
              <a:gs pos="0">
                <a:schemeClr val="accent4"/>
              </a:gs>
              <a:gs pos="25000">
                <a:schemeClr val="accent2"/>
              </a:gs>
              <a:gs pos="50000">
                <a:schemeClr val="accent3"/>
              </a:gs>
              <a:gs pos="75000">
                <a:schemeClr val="accent1"/>
              </a:gs>
              <a:gs pos="100000">
                <a:schemeClr val="accent5"/>
              </a:gs>
            </a:gsLst>
            <a:lin ang="0" scaled="1"/>
          </a:gradFill>
          <a:ln w="0" cap="flat">
            <a:noFill/>
            <a:prstDash val="solid"/>
            <a:miter/>
          </a:ln>
        </p:spPr>
        <p:txBody>
          <a:bodyPr rtlCol="0" anchor="ctr"/>
          <a:lstStyle/>
          <a:p>
            <a:endParaRPr lang="en-US"/>
          </a:p>
        </p:txBody>
      </p:sp>
      <p:sp>
        <p:nvSpPr>
          <p:cNvPr id="7" name="TextBox 6">
            <a:extLst>
              <a:ext uri="{FF2B5EF4-FFF2-40B4-BE49-F238E27FC236}">
                <a16:creationId xmlns:a16="http://schemas.microsoft.com/office/drawing/2014/main" id="{04983755-D295-0247-D3CD-EAE7D44A028D}"/>
              </a:ext>
            </a:extLst>
          </p:cNvPr>
          <p:cNvSpPr txBox="1"/>
          <p:nvPr userDrawn="1"/>
        </p:nvSpPr>
        <p:spPr>
          <a:xfrm>
            <a:off x="1645084" y="6461498"/>
            <a:ext cx="44884" cy="215444"/>
          </a:xfrm>
          <a:prstGeom prst="rect">
            <a:avLst/>
          </a:prstGeom>
          <a:noFill/>
        </p:spPr>
        <p:txBody>
          <a:bodyPr wrap="none" lIns="0" tIns="0" rIns="0" bIns="0" rtlCol="0">
            <a:spAutoFit/>
          </a:bodyPr>
          <a:lstStyle/>
          <a:p>
            <a:pPr algn="l">
              <a:lnSpc>
                <a:spcPct val="100000"/>
              </a:lnSpc>
            </a:pPr>
            <a:r>
              <a:rPr lang="en-US" sz="700" spc="0" baseline="0" dirty="0">
                <a:ln/>
                <a:solidFill>
                  <a:schemeClr val="tx1"/>
                </a:solidFill>
                <a:latin typeface="+mn-lt"/>
                <a:sym typeface="Arial" panose="020B0604020202020204" pitchFamily="34" charset="0"/>
                <a:rtl val="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700" spc="0" baseline="0" dirty="0">
              <a:ln/>
              <a:solidFill>
                <a:schemeClr val="tx1"/>
              </a:solidFill>
              <a:latin typeface="+mn-lt"/>
              <a:sym typeface="Arial" panose="020B0604020202020204" pitchFamily="34" charset="0"/>
              <a:rtl val="0"/>
            </a:endParaRPr>
          </a:p>
        </p:txBody>
      </p:sp>
    </p:spTree>
    <p:extLst>
      <p:ext uri="{BB962C8B-B14F-4D97-AF65-F5344CB8AC3E}">
        <p14:creationId xmlns:p14="http://schemas.microsoft.com/office/powerpoint/2010/main" val="2008961984"/>
      </p:ext>
    </p:extLst>
  </p:cSld>
  <p:clrMap bg1="lt1" tx1="dk1" bg2="lt2" tx2="dk2" accent1="accent1" accent2="accent2" accent3="accent3" accent4="accent4" accent5="accent5" accent6="accent6" hlink="hlink" folHlink="folHlink"/>
  <p:sldLayoutIdLst>
    <p:sldLayoutId id="2147484381" r:id="rId1"/>
    <p:sldLayoutId id="2147484382" r:id="rId2"/>
    <p:sldLayoutId id="2147484383" r:id="rId3"/>
    <p:sldLayoutId id="2147484384" r:id="rId4"/>
    <p:sldLayoutId id="2147484385" r:id="rId5"/>
    <p:sldLayoutId id="2147484386" r:id="rId6"/>
    <p:sldLayoutId id="2147484387" r:id="rId7"/>
    <p:sldLayoutId id="2147484388" r:id="rId8"/>
    <p:sldLayoutId id="2147484389" r:id="rId9"/>
    <p:sldLayoutId id="2147484390" r:id="rId10"/>
    <p:sldLayoutId id="2147484391" r:id="rId11"/>
    <p:sldLayoutId id="2147484392" r:id="rId12"/>
    <p:sldLayoutId id="2147484393" r:id="rId13"/>
    <p:sldLayoutId id="2147484394" r:id="rId14"/>
    <p:sldLayoutId id="2147484395" r:id="rId15"/>
    <p:sldLayoutId id="2147484396" r:id="rId16"/>
    <p:sldLayoutId id="2147484397" r:id="rId17"/>
    <p:sldLayoutId id="2147484398" r:id="rId18"/>
    <p:sldLayoutId id="2147484399" r:id="rId19"/>
    <p:sldLayoutId id="2147484400" r:id="rId20"/>
    <p:sldLayoutId id="2147484401" r:id="rId21"/>
    <p:sldLayoutId id="2147484402" r:id="rId22"/>
    <p:sldLayoutId id="2147484403" r:id="rId23"/>
    <p:sldLayoutId id="2147484404" r:id="rId24"/>
    <p:sldLayoutId id="2147484405" r:id="rId25"/>
    <p:sldLayoutId id="2147484406" r:id="rId26"/>
    <p:sldLayoutId id="2147484407" r:id="rId27"/>
    <p:sldLayoutId id="2147484408" r:id="rId28"/>
    <p:sldLayoutId id="2147484409" r:id="rId29"/>
    <p:sldLayoutId id="2147484410" r:id="rId30"/>
    <p:sldLayoutId id="2147484411" r:id="rId31"/>
    <p:sldLayoutId id="2147484412" r:id="rId32"/>
    <p:sldLayoutId id="2147484413" r:id="rId33"/>
    <p:sldLayoutId id="2147484414" r:id="rId34"/>
    <p:sldLayoutId id="2147484415" r:id="rId35"/>
    <p:sldLayoutId id="2147484416" r:id="rId36"/>
    <p:sldLayoutId id="2147484417" r:id="rId37"/>
    <p:sldLayoutId id="2147484418" r:id="rId38"/>
    <p:sldLayoutId id="2147484419" r:id="rId39"/>
    <p:sldLayoutId id="2147484420" r:id="rId40"/>
    <p:sldLayoutId id="2147484421" r:id="rId41"/>
    <p:sldLayoutId id="2147484422" r:id="rId42"/>
  </p:sldLayoutIdLst>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xmlns:a16="http://schemas.microsoft.com/office/drawing/2014/main">
      <p:transition spd="med">
        <p:fade/>
      </p:transition>
    </mc:Fallback>
  </mc:AlternateContent>
  <p:hf sldNum="0" hdr="0" ft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tx1"/>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tx1"/>
        </a:buClr>
        <a:buSzPct val="90000"/>
        <a:buFont typeface="Arial" panose="020B0604020202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tx1"/>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tx1"/>
        </a:buClr>
        <a:buSzPct val="90000"/>
        <a:buFont typeface="Arial" panose="020B0604020202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tx1"/>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tx1"/>
        </a:buClr>
        <a:buSzPct val="90000"/>
        <a:buFont typeface="Arial" panose="020B0604020202020204" pitchFamily="34" charset="0"/>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tx1"/>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tx1"/>
        </a:buClr>
        <a:buSzPct val="90000"/>
        <a:buFont typeface="Arial" panose="020B0604020202020204" pitchFamily="34" charset="0"/>
        <a:buChar char="-"/>
        <a:tabLst/>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3">
          <p15:clr>
            <a:srgbClr val="F26B43"/>
          </p15:clr>
        </p15:guide>
        <p15:guide id="25" pos="1535">
          <p15:clr>
            <a:srgbClr val="F26B43"/>
          </p15:clr>
        </p15:guide>
        <p15:guide id="26" pos="1247">
          <p15:clr>
            <a:srgbClr val="F26B43"/>
          </p15:clr>
        </p15:guide>
        <p15:guide id="27" pos="959">
          <p15:clr>
            <a:srgbClr val="F26B43"/>
          </p15:clr>
        </p15:guide>
        <p15:guide id="28" pos="671">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5">
          <p15:clr>
            <a:srgbClr val="F26B43"/>
          </p15:clr>
        </p15:guide>
        <p15:guide id="37" pos="6143">
          <p15:clr>
            <a:srgbClr val="F26B43"/>
          </p15:clr>
        </p15:guide>
        <p15:guide id="38" pos="6431">
          <p15:clr>
            <a:srgbClr val="F26B43"/>
          </p15:clr>
        </p15:guide>
        <p15:guide id="39" pos="6719">
          <p15:clr>
            <a:srgbClr val="F26B43"/>
          </p15:clr>
        </p15:guide>
        <p15:guide id="40" pos="7007">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sales-resources.broadcom.com/group/vcf/vsphere" TargetMode="External"/><Relationship Id="rId2" Type="http://schemas.openxmlformats.org/officeDocument/2006/relationships/notesSlide" Target="../notesSlides/notesSlide1.xml"/><Relationship Id="rId1" Type="http://schemas.openxmlformats.org/officeDocument/2006/relationships/slideLayout" Target="../slideLayouts/slideLayout6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notesSlide" Target="../notesSlides/notesSlide5.xml"/><Relationship Id="rId1" Type="http://schemas.openxmlformats.org/officeDocument/2006/relationships/slideLayout" Target="../slideLayouts/slideLayout36.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png"/><Relationship Id="rId9" Type="http://schemas.openxmlformats.org/officeDocument/2006/relationships/image" Target="../media/image27.sv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9.xml"/></Relationships>
</file>

<file path=ppt/slides/_rels/slide7.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notesSlide" Target="../notesSlides/notesSlide7.xml"/><Relationship Id="rId1" Type="http://schemas.openxmlformats.org/officeDocument/2006/relationships/slideLayout" Target="../slideLayouts/slideLayout50.xml"/><Relationship Id="rId4" Type="http://schemas.openxmlformats.org/officeDocument/2006/relationships/image" Target="../media/image28.svg"/></Relationships>
</file>

<file path=ppt/slides/_rels/slide8.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notesSlide" Target="../notesSlides/notesSlide8.xml"/><Relationship Id="rId1" Type="http://schemas.openxmlformats.org/officeDocument/2006/relationships/slideLayout" Target="../slideLayouts/slideLayout40.xml"/><Relationship Id="rId5" Type="http://schemas.openxmlformats.org/officeDocument/2006/relationships/image" Target="../media/image33.svg"/><Relationship Id="rId4" Type="http://schemas.openxmlformats.org/officeDocument/2006/relationships/image" Target="../media/image32.svg"/></Relationships>
</file>

<file path=ppt/slides/_rels/slide9.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4.svg"/><Relationship Id="rId7" Type="http://schemas.openxmlformats.org/officeDocument/2006/relationships/image" Target="../media/image36.svg"/><Relationship Id="rId2" Type="http://schemas.openxmlformats.org/officeDocument/2006/relationships/notesSlide" Target="../notesSlides/notesSlide9.xml"/><Relationship Id="rId1" Type="http://schemas.openxmlformats.org/officeDocument/2006/relationships/slideLayout" Target="../slideLayouts/slideLayout36.xml"/><Relationship Id="rId6" Type="http://schemas.openxmlformats.org/officeDocument/2006/relationships/image" Target="../media/image23.png"/><Relationship Id="rId5" Type="http://schemas.openxmlformats.org/officeDocument/2006/relationships/image" Target="../media/image35.svg"/><Relationship Id="rId4" Type="http://schemas.openxmlformats.org/officeDocument/2006/relationships/image" Target="../media/image25.svg"/><Relationship Id="rId9" Type="http://schemas.openxmlformats.org/officeDocument/2006/relationships/image" Target="../media/image38.sv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29.xml"/></Relationships>
</file>

<file path=ppt/slides/_rels/slide11.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notesSlide" Target="../notesSlides/notesSlide11.xml"/><Relationship Id="rId1" Type="http://schemas.openxmlformats.org/officeDocument/2006/relationships/slideLayout" Target="../slideLayouts/slideLayout42.xml"/><Relationship Id="rId5" Type="http://schemas.openxmlformats.org/officeDocument/2006/relationships/image" Target="../media/image41.svg"/><Relationship Id="rId4" Type="http://schemas.openxmlformats.org/officeDocument/2006/relationships/image" Target="../media/image40.svg"/></Relationships>
</file>

<file path=ppt/slides/_rels/slide12.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notesSlide" Target="../notesSlides/notesSlide12.xml"/><Relationship Id="rId1" Type="http://schemas.openxmlformats.org/officeDocument/2006/relationships/slideLayout" Target="../slideLayouts/slideLayout46.xml"/><Relationship Id="rId6" Type="http://schemas.openxmlformats.org/officeDocument/2006/relationships/image" Target="../media/image45.svg"/><Relationship Id="rId5" Type="http://schemas.openxmlformats.org/officeDocument/2006/relationships/image" Target="../media/image44.svg"/><Relationship Id="rId4" Type="http://schemas.openxmlformats.org/officeDocument/2006/relationships/image" Target="../media/image43.svg"/></Relationships>
</file>

<file path=ppt/slides/_rels/slide13.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notesSlide" Target="../notesSlides/notesSlide13.xml"/><Relationship Id="rId1" Type="http://schemas.openxmlformats.org/officeDocument/2006/relationships/slideLayout" Target="../slideLayouts/slideLayout40.xml"/><Relationship Id="rId5" Type="http://schemas.openxmlformats.org/officeDocument/2006/relationships/image" Target="../media/image48.svg"/><Relationship Id="rId4" Type="http://schemas.openxmlformats.org/officeDocument/2006/relationships/image" Target="../media/image47.svg"/></Relationships>
</file>

<file path=ppt/slides/_rels/slide14.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notesSlide" Target="../notesSlides/notesSlide14.xml"/><Relationship Id="rId1" Type="http://schemas.openxmlformats.org/officeDocument/2006/relationships/slideLayout" Target="../slideLayouts/slideLayout4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2.xml"/></Relationships>
</file>

<file path=ppt/slides/_rels/slide16.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notesSlide" Target="../notesSlides/notesSlide16.xml"/><Relationship Id="rId1" Type="http://schemas.openxmlformats.org/officeDocument/2006/relationships/slideLayout" Target="../slideLayouts/slideLayout40.xml"/><Relationship Id="rId4" Type="http://schemas.openxmlformats.org/officeDocument/2006/relationships/image" Target="../media/image51.svg"/></Relationships>
</file>

<file path=ppt/slides/_rels/slide17.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17.xml"/><Relationship Id="rId1" Type="http://schemas.openxmlformats.org/officeDocument/2006/relationships/slideLayout" Target="../slideLayouts/slideLayout36.xml"/><Relationship Id="rId5" Type="http://schemas.openxmlformats.org/officeDocument/2006/relationships/image" Target="../media/image52.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notesSlide" Target="../notesSlides/notesSlide18.xml"/><Relationship Id="rId1" Type="http://schemas.openxmlformats.org/officeDocument/2006/relationships/slideLayout" Target="../slideLayouts/slideLayout36.xml"/><Relationship Id="rId5" Type="http://schemas.openxmlformats.org/officeDocument/2006/relationships/image" Target="../media/image24.png"/><Relationship Id="rId4" Type="http://schemas.openxmlformats.org/officeDocument/2006/relationships/image" Target="../media/image34.svg"/></Relationships>
</file>

<file path=ppt/slides/_rels/slide19.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notesSlide" Target="../notesSlides/notesSlide19.xml"/><Relationship Id="rId1" Type="http://schemas.openxmlformats.org/officeDocument/2006/relationships/slideLayout" Target="../slideLayouts/slideLayout36.xml"/><Relationship Id="rId5" Type="http://schemas.openxmlformats.org/officeDocument/2006/relationships/image" Target="../media/image24.png"/><Relationship Id="rId4" Type="http://schemas.openxmlformats.org/officeDocument/2006/relationships/image" Target="../media/image34.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2.xml"/></Relationships>
</file>

<file path=ppt/slides/_rels/slide22.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notesSlide" Target="../notesSlides/notesSlide22.xml"/><Relationship Id="rId1" Type="http://schemas.openxmlformats.org/officeDocument/2006/relationships/slideLayout" Target="../slideLayouts/slideLayout48.xml"/><Relationship Id="rId4" Type="http://schemas.openxmlformats.org/officeDocument/2006/relationships/image" Target="../media/image56.svg"/></Relationships>
</file>

<file path=ppt/slides/_rels/slide2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3.xml"/><Relationship Id="rId1" Type="http://schemas.openxmlformats.org/officeDocument/2006/relationships/slideLayout" Target="../slideLayouts/slideLayout36.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29.xml"/></Relationships>
</file>

<file path=ppt/slides/_rels/slide25.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svg"/><Relationship Id="rId7" Type="http://schemas.openxmlformats.org/officeDocument/2006/relationships/image" Target="../media/image65.svg"/><Relationship Id="rId2" Type="http://schemas.openxmlformats.org/officeDocument/2006/relationships/notesSlide" Target="../notesSlides/notesSlide25.xml"/><Relationship Id="rId1" Type="http://schemas.openxmlformats.org/officeDocument/2006/relationships/slideLayout" Target="../slideLayouts/slideLayout36.xml"/><Relationship Id="rId6" Type="http://schemas.openxmlformats.org/officeDocument/2006/relationships/image" Target="../media/image64.svg"/><Relationship Id="rId5" Type="http://schemas.openxmlformats.org/officeDocument/2006/relationships/image" Target="../media/image63.svg"/><Relationship Id="rId4" Type="http://schemas.openxmlformats.org/officeDocument/2006/relationships/image" Target="../media/image62.svg"/></Relationships>
</file>

<file path=ppt/slides/_rels/slide2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6.xml"/><Relationship Id="rId1" Type="http://schemas.openxmlformats.org/officeDocument/2006/relationships/slideLayout" Target="../slideLayouts/slideLayout43.xml"/><Relationship Id="rId5" Type="http://schemas.openxmlformats.org/officeDocument/2006/relationships/image" Target="../media/image69.svg"/><Relationship Id="rId4" Type="http://schemas.openxmlformats.org/officeDocument/2006/relationships/image" Target="../media/image68.svg"/></Relationships>
</file>

<file path=ppt/slides/_rels/slide27.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notesSlide" Target="../notesSlides/notesSlide27.xml"/><Relationship Id="rId1" Type="http://schemas.openxmlformats.org/officeDocument/2006/relationships/slideLayout" Target="../slideLayouts/slideLayout41.xml"/><Relationship Id="rId4" Type="http://schemas.openxmlformats.org/officeDocument/2006/relationships/image" Target="../media/image71.svg"/></Relationships>
</file>

<file path=ppt/slides/_rels/slide28.xml.rels><?xml version="1.0" encoding="UTF-8" standalone="yes"?>
<Relationships xmlns="http://schemas.openxmlformats.org/package/2006/relationships"><Relationship Id="rId3" Type="http://schemas.openxmlformats.org/officeDocument/2006/relationships/image" Target="../media/image72.svg"/><Relationship Id="rId2" Type="http://schemas.openxmlformats.org/officeDocument/2006/relationships/notesSlide" Target="../notesSlides/notesSlide28.xml"/><Relationship Id="rId1" Type="http://schemas.openxmlformats.org/officeDocument/2006/relationships/slideLayout" Target="../slideLayouts/slideLayout43.xml"/><Relationship Id="rId4" Type="http://schemas.openxmlformats.org/officeDocument/2006/relationships/image" Target="../media/image73.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0.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03E6EF51-BA43-4D54-B42B-FC394CE8F287}"/>
              </a:ext>
            </a:extLst>
          </p:cNvPr>
          <p:cNvGraphicFramePr>
            <a:graphicFrameLocks/>
          </p:cNvGraphicFramePr>
          <p:nvPr>
            <p:extLst>
              <p:ext uri="{D42A27DB-BD31-4B8C-83A1-F6EECF244321}">
                <p14:modId xmlns:p14="http://schemas.microsoft.com/office/powerpoint/2010/main" val="4182628047"/>
              </p:ext>
            </p:extLst>
          </p:nvPr>
        </p:nvGraphicFramePr>
        <p:xfrm>
          <a:off x="579809" y="1022683"/>
          <a:ext cx="11041978" cy="4797092"/>
        </p:xfrm>
        <a:graphic>
          <a:graphicData uri="http://schemas.openxmlformats.org/drawingml/2006/table">
            <a:tbl>
              <a:tblPr firstRow="1" bandRow="1">
                <a:effectLst/>
                <a:tableStyleId>{D7AC3CCA-C797-4891-BE02-D94E43425B78}</a:tableStyleId>
              </a:tblPr>
              <a:tblGrid>
                <a:gridCol w="2595191">
                  <a:extLst>
                    <a:ext uri="{9D8B030D-6E8A-4147-A177-3AD203B41FA5}">
                      <a16:colId xmlns:a16="http://schemas.microsoft.com/office/drawing/2014/main" val="2214284477"/>
                    </a:ext>
                  </a:extLst>
                </a:gridCol>
                <a:gridCol w="8446787">
                  <a:extLst>
                    <a:ext uri="{9D8B030D-6E8A-4147-A177-3AD203B41FA5}">
                      <a16:colId xmlns:a16="http://schemas.microsoft.com/office/drawing/2014/main" val="1951745682"/>
                    </a:ext>
                  </a:extLst>
                </a:gridCol>
              </a:tblGrid>
              <a:tr h="220629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600" b="1" kern="1200" dirty="0">
                          <a:solidFill>
                            <a:schemeClr val="tx1"/>
                          </a:solidFill>
                          <a:latin typeface="Arial" panose="020B0604020202020204" pitchFamily="34" charset="0"/>
                          <a:ea typeface="+mn-ea"/>
                          <a:cs typeface="+mn-cs"/>
                        </a:rPr>
                        <a:t>Do Not Distribute This Presentation</a:t>
                      </a:r>
                    </a:p>
                  </a:txBody>
                  <a:tcPr marL="137160" marR="137160" marT="137160" marB="137160">
                    <a:lnL w="28575"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400" b="0" u="none" strike="noStrike" cap="none" normalizeH="0" baseline="0" dirty="0">
                          <a:ln>
                            <a:noFill/>
                          </a:ln>
                          <a:solidFill>
                            <a:sysClr val="windowText" lastClr="000000"/>
                          </a:solidFill>
                          <a:effectLst/>
                          <a:latin typeface="Arial" panose="020B0604020202020204" pitchFamily="34" charset="0"/>
                        </a:rPr>
                        <a:t>These slides are not to be redistributed outside of Broadcom. </a:t>
                      </a:r>
                      <a:r>
                        <a:rPr kumimoji="0" lang="en-US" sz="1400" b="1" u="none" strike="noStrike" kern="1200" cap="none" normalizeH="0" baseline="0" dirty="0">
                          <a:ln>
                            <a:noFill/>
                          </a:ln>
                          <a:solidFill>
                            <a:schemeClr val="tx1"/>
                          </a:solidFill>
                          <a:effectLst/>
                          <a:latin typeface="Arial" panose="020B0604020202020204" pitchFamily="34" charset="0"/>
                          <a:ea typeface="+mn-ea"/>
                          <a:cs typeface="+mn-cs"/>
                        </a:rPr>
                        <a:t>Do not send them to or include them </a:t>
                      </a:r>
                      <a:r>
                        <a:rPr kumimoji="0" lang="en-US" sz="1400" b="1" u="none" strike="noStrike" kern="1200" cap="none" normalizeH="0" baseline="0" dirty="0">
                          <a:ln>
                            <a:noFill/>
                          </a:ln>
                          <a:solidFill>
                            <a:sysClr val="windowText" lastClr="000000"/>
                          </a:solidFill>
                          <a:effectLst/>
                          <a:latin typeface="Arial" panose="020B0604020202020204" pitchFamily="34" charset="0"/>
                          <a:ea typeface="+mn-ea"/>
                          <a:cs typeface="+mn-cs"/>
                        </a:rPr>
                        <a:t>in slide decks provided directly to customers, partners, VMUGs, etc. nor submit any part of this content to VMUG events, Explore, WWKO, etc. without the explicit permission of the author or authoring team</a:t>
                      </a:r>
                      <a:r>
                        <a:rPr kumimoji="0" lang="en-US" sz="1400" b="0" u="none" strike="noStrike" kern="1200" cap="none" normalizeH="0" baseline="0" dirty="0">
                          <a:ln>
                            <a:noFill/>
                          </a:ln>
                          <a:solidFill>
                            <a:sysClr val="windowText" lastClr="000000"/>
                          </a:solidFill>
                          <a:effectLst/>
                          <a:latin typeface="Arial" panose="020B0604020202020204" pitchFamily="34" charset="0"/>
                          <a:ea typeface="+mn-ea"/>
                          <a:cs typeface="+mn-cs"/>
                        </a:rPr>
                        <a:t>. Check the URL below for a PDF version that may be left with customers if needed.</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400" b="0" u="none" strike="noStrike" kern="1200" cap="none" normalizeH="0" baseline="0" dirty="0">
                        <a:ln>
                          <a:noFill/>
                        </a:ln>
                        <a:solidFill>
                          <a:sysClr val="windowText" lastClr="000000"/>
                        </a:solidFill>
                        <a:effectLst/>
                        <a:latin typeface="Arial" panose="020B0604020202020204" pitchFamily="34" charset="0"/>
                        <a:ea typeface="+mn-ea"/>
                        <a:cs typeface="+mn-cs"/>
                      </a:endParaRPr>
                    </a:p>
                    <a:p>
                      <a:pPr marL="0" marR="0" lvl="0" indent="0" algn="l" defTabSz="457200" rtl="0" eaLnBrk="1" fontAlgn="base" latinLnBrk="0" hangingPunct="1">
                        <a:lnSpc>
                          <a:spcPct val="100000"/>
                        </a:lnSpc>
                        <a:spcBef>
                          <a:spcPct val="0"/>
                        </a:spcBef>
                        <a:spcAft>
                          <a:spcPct val="0"/>
                        </a:spcAft>
                        <a:buClrTx/>
                        <a:buSzTx/>
                        <a:buFontTx/>
                        <a:buNone/>
                        <a:tabLst/>
                      </a:pPr>
                      <a:r>
                        <a:rPr kumimoji="0" lang="en-US" sz="1400" b="0" u="none" strike="noStrike" kern="1200" cap="none" normalizeH="0" baseline="0" dirty="0">
                          <a:ln>
                            <a:noFill/>
                          </a:ln>
                          <a:solidFill>
                            <a:sysClr val="windowText" lastClr="000000"/>
                          </a:solidFill>
                          <a:effectLst/>
                          <a:latin typeface="Arial" panose="020B0604020202020204" pitchFamily="34" charset="0"/>
                          <a:ea typeface="+mn-ea"/>
                          <a:cs typeface="+mn-cs"/>
                        </a:rPr>
                        <a:t>The speaker notes are the property of Broadcom and may not be distributed in any manner. Read the speaker notes carefully before presenting this material. All content in speaker notes is provided for educational purposes only and is not intended to be disseminated widely to non-Broadcom employees. Check the documentation for the final “how to” for any feature.</a:t>
                      </a:r>
                    </a:p>
                  </a:txBody>
                  <a:tcPr marL="137160" marR="137160" marT="137160" marB="137160">
                    <a:lnL w="12700"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98955000"/>
                  </a:ext>
                </a:extLst>
              </a:tr>
              <a:tr h="5143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600" b="1" kern="1200" dirty="0">
                          <a:solidFill>
                            <a:schemeClr val="tx1"/>
                          </a:solidFill>
                          <a:latin typeface="Arial" panose="020B0604020202020204" pitchFamily="34" charset="0"/>
                          <a:ea typeface="+mn-ea"/>
                          <a:cs typeface="+mn-cs"/>
                        </a:rPr>
                        <a:t>Author(s)</a:t>
                      </a:r>
                    </a:p>
                  </a:txBody>
                  <a:tcPr marL="137160" marR="137160" marT="137160" marB="137160">
                    <a:lnL w="28575"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400" b="0" u="none" strike="noStrike" kern="1200" cap="none" normalizeH="0" baseline="0" dirty="0">
                          <a:ln>
                            <a:noFill/>
                          </a:ln>
                          <a:solidFill>
                            <a:sysClr val="windowText" lastClr="000000"/>
                          </a:solidFill>
                          <a:effectLst/>
                          <a:latin typeface="Arial" panose="020B0604020202020204" pitchFamily="34" charset="0"/>
                          <a:ea typeface="+mn-ea"/>
                          <a:cs typeface="+mn-cs"/>
                        </a:rPr>
                        <a:t>Core VCF Technical Marketing</a:t>
                      </a:r>
                    </a:p>
                  </a:txBody>
                  <a:tcPr marL="137160" marR="137160" marT="137160" marB="137160">
                    <a:lnL w="12700"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1826740"/>
                  </a:ext>
                </a:extLst>
              </a:tr>
              <a:tr h="4572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600" b="1" kern="1200" dirty="0">
                          <a:solidFill>
                            <a:schemeClr val="tx1"/>
                          </a:solidFill>
                          <a:latin typeface="Arial" panose="020B0604020202020204" pitchFamily="34" charset="0"/>
                          <a:ea typeface="+mn-ea"/>
                          <a:cs typeface="+mn-cs"/>
                        </a:rPr>
                        <a:t>Content Type</a:t>
                      </a:r>
                    </a:p>
                  </a:txBody>
                  <a:tcPr marL="137160" marR="137160" marT="137160" marB="137160">
                    <a:lnL w="28575"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400" b="0" u="none" strike="noStrike" kern="1200" cap="none" normalizeH="0" baseline="0" dirty="0">
                          <a:ln>
                            <a:noFill/>
                          </a:ln>
                          <a:solidFill>
                            <a:sysClr val="windowText" lastClr="000000"/>
                          </a:solidFill>
                          <a:effectLst/>
                          <a:latin typeface="Arial" panose="020B0604020202020204" pitchFamily="34" charset="0"/>
                          <a:ea typeface="+mn-ea"/>
                          <a:cs typeface="+mn-cs"/>
                        </a:rPr>
                        <a:t>Overview (L200) suitable for any audience</a:t>
                      </a:r>
                    </a:p>
                  </a:txBody>
                  <a:tcPr marL="137160" marR="137160" marT="137160" marB="137160">
                    <a:lnL w="12700"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48026749"/>
                  </a:ext>
                </a:extLst>
              </a:tr>
              <a:tr h="4572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600" b="1" kern="1200" dirty="0">
                          <a:solidFill>
                            <a:schemeClr val="tx1"/>
                          </a:solidFill>
                          <a:latin typeface="Arial" panose="020B0604020202020204" pitchFamily="34" charset="0"/>
                          <a:ea typeface="+mn-ea"/>
                          <a:cs typeface="+mn-cs"/>
                        </a:rPr>
                        <a:t>Time to Present</a:t>
                      </a:r>
                    </a:p>
                  </a:txBody>
                  <a:tcPr marL="137160" marR="137160" marT="137160" marB="137160" anchor="ctr">
                    <a:lnL w="28575"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400" b="0" u="none" strike="noStrike" kern="1200" cap="none" normalizeH="0" baseline="0" dirty="0">
                          <a:ln>
                            <a:noFill/>
                          </a:ln>
                          <a:solidFill>
                            <a:sysClr val="windowText" lastClr="000000"/>
                          </a:solidFill>
                          <a:effectLst/>
                          <a:latin typeface="Arial" panose="020B0604020202020204" pitchFamily="34" charset="0"/>
                          <a:ea typeface="+mn-ea"/>
                          <a:cs typeface="+mn-cs"/>
                        </a:rPr>
                        <a:t>60 minutes</a:t>
                      </a:r>
                    </a:p>
                  </a:txBody>
                  <a:tcPr marL="137160" marR="137160" marT="137160" marB="137160" anchor="ctr" horzOverflow="overflow">
                    <a:lnL w="12700"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8230739"/>
                  </a:ext>
                </a:extLst>
              </a:tr>
              <a:tr h="4572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600" b="1" kern="1200" dirty="0">
                          <a:solidFill>
                            <a:schemeClr val="tx1"/>
                          </a:solidFill>
                          <a:latin typeface="Arial" panose="020B0604020202020204" pitchFamily="34" charset="0"/>
                          <a:ea typeface="+mn-ea"/>
                          <a:cs typeface="+mn-cs"/>
                        </a:rPr>
                        <a:t>PowerPoint Copy</a:t>
                      </a:r>
                    </a:p>
                  </a:txBody>
                  <a:tcPr marL="137160" marR="137160" marT="137160" marB="137160" anchor="ctr">
                    <a:lnL w="28575"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400" b="0" u="none" strike="noStrike" kern="1200" cap="none" normalizeH="0" baseline="0" dirty="0">
                          <a:ln>
                            <a:noFill/>
                          </a:ln>
                          <a:solidFill>
                            <a:sysClr val="windowText" lastClr="000000"/>
                          </a:solidFill>
                          <a:effectLst/>
                          <a:latin typeface="+mn-lt"/>
                          <a:ea typeface="+mn-ea"/>
                          <a:cs typeface="+mn-cs"/>
                          <a:hlinkClick r:id="rId3"/>
                        </a:rPr>
                        <a:t>https://sales-resources.broadcom.com/group/vcf/vsphere</a:t>
                      </a:r>
                      <a:endParaRPr kumimoji="0" lang="en-US" sz="1400" b="0" u="none" strike="noStrike" kern="1200" cap="none" normalizeH="0" baseline="0" dirty="0">
                        <a:ln>
                          <a:noFill/>
                        </a:ln>
                        <a:solidFill>
                          <a:sysClr val="windowText" lastClr="000000"/>
                        </a:solidFill>
                        <a:effectLst/>
                        <a:latin typeface="+mn-lt"/>
                        <a:ea typeface="+mn-ea"/>
                        <a:cs typeface="+mn-cs"/>
                      </a:endParaRPr>
                    </a:p>
                  </a:txBody>
                  <a:tcPr marL="137160" marR="137160" marT="137160" marB="137160" anchor="ctr" horzOverflow="overflow">
                    <a:lnL w="12700"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988282776"/>
                  </a:ext>
                </a:extLst>
              </a:tr>
              <a:tr h="457200">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600" b="1" kern="1200" dirty="0">
                          <a:solidFill>
                            <a:schemeClr val="tx1"/>
                          </a:solidFill>
                          <a:latin typeface="Arial" panose="020B0604020202020204" pitchFamily="34" charset="0"/>
                          <a:ea typeface="+mn-ea"/>
                          <a:cs typeface="+mn-cs"/>
                        </a:rPr>
                        <a:t>Google Slides Copy</a:t>
                      </a:r>
                    </a:p>
                  </a:txBody>
                  <a:tcPr marL="137160" marR="137160" marT="137160" marB="137160" anchor="ctr">
                    <a:lnL w="28575"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400" b="0" u="none" strike="noStrike" kern="1200" cap="none" normalizeH="0" baseline="0" dirty="0">
                          <a:ln>
                            <a:noFill/>
                          </a:ln>
                          <a:solidFill>
                            <a:sysClr val="windowText" lastClr="000000"/>
                          </a:solidFill>
                          <a:effectLst/>
                          <a:latin typeface="Arial" panose="020B0604020202020204" pitchFamily="34" charset="0"/>
                          <a:ea typeface="+mn-ea"/>
                          <a:cs typeface="+mn-cs"/>
                        </a:rPr>
                        <a:t>NA</a:t>
                      </a:r>
                    </a:p>
                  </a:txBody>
                  <a:tcPr marL="137160" marR="137160" marT="137160" marB="137160" anchor="ctr" horzOverflow="overflow">
                    <a:lnL w="12700" cap="flat" cmpd="sng" algn="ctr">
                      <a:solidFill>
                        <a:schemeClr val="accent2"/>
                      </a:solidFill>
                      <a:prstDash val="solid"/>
                      <a:round/>
                      <a:headEnd type="none" w="med" len="med"/>
                      <a:tailEnd type="none" w="med" len="med"/>
                    </a:lnL>
                    <a:lnR w="28575"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28575"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45685694"/>
                  </a:ext>
                </a:extLst>
              </a:tr>
            </a:tbl>
          </a:graphicData>
        </a:graphic>
      </p:graphicFrame>
      <p:sp>
        <p:nvSpPr>
          <p:cNvPr id="5" name="Title 2">
            <a:extLst>
              <a:ext uri="{FF2B5EF4-FFF2-40B4-BE49-F238E27FC236}">
                <a16:creationId xmlns:a16="http://schemas.microsoft.com/office/drawing/2014/main" id="{487E64BD-DD2D-4513-B963-9AF36CE65C34}"/>
              </a:ext>
            </a:extLst>
          </p:cNvPr>
          <p:cNvSpPr txBox="1">
            <a:spLocks/>
          </p:cNvSpPr>
          <p:nvPr/>
        </p:nvSpPr>
        <p:spPr>
          <a:xfrm>
            <a:off x="579809" y="412751"/>
            <a:ext cx="11001004" cy="381000"/>
          </a:xfrm>
          <a:prstGeom prst="rect">
            <a:avLst/>
          </a:prstGeom>
        </p:spPr>
        <p:txBody>
          <a:bodyPr vert="horz" wrap="none" lIns="0" tIns="0" rIns="0" bIns="0" rtlCol="0" anchor="b">
            <a:noAutofit/>
          </a:bodyPr>
          <a:lstStyle>
            <a:lvl1pPr algn="l" defTabSz="914400" rtl="0" eaLnBrk="1" latinLnBrk="0" hangingPunct="1">
              <a:lnSpc>
                <a:spcPct val="90000"/>
              </a:lnSpc>
              <a:spcBef>
                <a:spcPct val="0"/>
              </a:spcBef>
              <a:buNone/>
              <a:defRPr sz="2800" b="0" kern="1200">
                <a:solidFill>
                  <a:schemeClr val="accent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dirty="0">
                <a:ln>
                  <a:noFill/>
                </a:ln>
                <a:solidFill>
                  <a:srgbClr val="1D428A"/>
                </a:solidFill>
                <a:effectLst/>
                <a:uLnTx/>
                <a:uFillTx/>
                <a:latin typeface="Arial" panose="020B0604020202020204" pitchFamily="34" charset="0"/>
                <a:ea typeface="+mj-ea"/>
                <a:cs typeface="+mj-cs"/>
              </a:rPr>
              <a:t>About This Presentation</a:t>
            </a:r>
          </a:p>
        </p:txBody>
      </p:sp>
    </p:spTree>
    <p:extLst>
      <p:ext uri="{BB962C8B-B14F-4D97-AF65-F5344CB8AC3E}">
        <p14:creationId xmlns:p14="http://schemas.microsoft.com/office/powerpoint/2010/main" val="2490749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AB3E6D-C2B0-8B2E-EFB9-C2D0958C8227}"/>
              </a:ext>
            </a:extLst>
          </p:cNvPr>
          <p:cNvSpPr>
            <a:spLocks noGrp="1"/>
          </p:cNvSpPr>
          <p:nvPr>
            <p:ph type="body" sz="quarter" idx="11"/>
          </p:nvPr>
        </p:nvSpPr>
        <p:spPr>
          <a:xfrm>
            <a:off x="654831" y="4737425"/>
            <a:ext cx="5232091" cy="355601"/>
          </a:xfrm>
        </p:spPr>
        <p:txBody>
          <a:bodyPr anchor="b"/>
          <a:lstStyle/>
          <a:p>
            <a:r>
              <a:rPr lang="en-US" dirty="0"/>
              <a:t>Féidhlim O’Leary</a:t>
            </a:r>
          </a:p>
        </p:txBody>
      </p:sp>
      <p:sp>
        <p:nvSpPr>
          <p:cNvPr id="5" name="Title 4" title="Title">
            <a:extLst>
              <a:ext uri="{FF2B5EF4-FFF2-40B4-BE49-F238E27FC236}">
                <a16:creationId xmlns:a16="http://schemas.microsoft.com/office/drawing/2014/main" id="{A63C1E39-47A3-4DE2-94D6-ACF90DA5B75C}"/>
              </a:ext>
            </a:extLst>
          </p:cNvPr>
          <p:cNvSpPr>
            <a:spLocks noGrp="1"/>
          </p:cNvSpPr>
          <p:nvPr>
            <p:ph type="title"/>
          </p:nvPr>
        </p:nvSpPr>
        <p:spPr/>
        <p:txBody>
          <a:bodyPr/>
          <a:lstStyle/>
          <a:p>
            <a:r>
              <a:rPr lang="en-US" dirty="0"/>
              <a:t>What’s New With VMware vSphere*</a:t>
            </a:r>
            <a:endParaRPr lang="en-US" dirty="0">
              <a:solidFill>
                <a:schemeClr val="accent2"/>
              </a:solidFill>
            </a:endParaRPr>
          </a:p>
        </p:txBody>
      </p:sp>
      <p:sp>
        <p:nvSpPr>
          <p:cNvPr id="6" name="Subtitle 5" title="Subtitle">
            <a:extLst>
              <a:ext uri="{FF2B5EF4-FFF2-40B4-BE49-F238E27FC236}">
                <a16:creationId xmlns:a16="http://schemas.microsoft.com/office/drawing/2014/main" id="{E9F5EA07-8DDC-4D4D-9AB3-BDA3AABD5294}"/>
              </a:ext>
            </a:extLst>
          </p:cNvPr>
          <p:cNvSpPr>
            <a:spLocks noGrp="1"/>
          </p:cNvSpPr>
          <p:nvPr>
            <p:ph type="subTitle" idx="10"/>
          </p:nvPr>
        </p:nvSpPr>
        <p:spPr/>
        <p:txBody>
          <a:bodyPr/>
          <a:lstStyle/>
          <a:p>
            <a:r>
              <a:rPr lang="en-US" dirty="0"/>
              <a:t>in VMware Cloud Foundation 9.1</a:t>
            </a:r>
          </a:p>
        </p:txBody>
      </p:sp>
      <p:sp>
        <p:nvSpPr>
          <p:cNvPr id="3" name="Text Placeholder 2">
            <a:extLst>
              <a:ext uri="{FF2B5EF4-FFF2-40B4-BE49-F238E27FC236}">
                <a16:creationId xmlns:a16="http://schemas.microsoft.com/office/drawing/2014/main" id="{E64C7C15-2BD8-DFBB-3D18-B73905C2D165}"/>
              </a:ext>
            </a:extLst>
          </p:cNvPr>
          <p:cNvSpPr>
            <a:spLocks noGrp="1"/>
          </p:cNvSpPr>
          <p:nvPr>
            <p:ph type="body" sz="quarter" idx="12"/>
          </p:nvPr>
        </p:nvSpPr>
        <p:spPr/>
        <p:txBody>
          <a:bodyPr anchor="t"/>
          <a:lstStyle/>
          <a:p>
            <a:r>
              <a:rPr lang="en-US" dirty="0"/>
              <a:t>Product Management &amp; Marketing, VCF</a:t>
            </a:r>
          </a:p>
        </p:txBody>
      </p:sp>
      <p:sp>
        <p:nvSpPr>
          <p:cNvPr id="4" name="Text Placeholder 3">
            <a:extLst>
              <a:ext uri="{FF2B5EF4-FFF2-40B4-BE49-F238E27FC236}">
                <a16:creationId xmlns:a16="http://schemas.microsoft.com/office/drawing/2014/main" id="{93E5FC83-B113-45B4-1458-DFAA67A15436}"/>
              </a:ext>
            </a:extLst>
          </p:cNvPr>
          <p:cNvSpPr>
            <a:spLocks noGrp="1"/>
          </p:cNvSpPr>
          <p:nvPr>
            <p:ph type="body" sz="quarter" idx="14"/>
          </p:nvPr>
        </p:nvSpPr>
        <p:spPr/>
        <p:txBody>
          <a:bodyPr/>
          <a:lstStyle/>
          <a:p>
            <a:r>
              <a:rPr lang="en-US" dirty="0"/>
              <a:t>May 12</a:t>
            </a:r>
            <a:r>
              <a:rPr lang="en-US" baseline="30000" dirty="0"/>
              <a:t>th</a:t>
            </a:r>
            <a:r>
              <a:rPr lang="en-US" dirty="0"/>
              <a:t>, 2026</a:t>
            </a:r>
          </a:p>
        </p:txBody>
      </p:sp>
      <p:sp>
        <p:nvSpPr>
          <p:cNvPr id="7" name="Text Placeholder 3">
            <a:extLst>
              <a:ext uri="{FF2B5EF4-FFF2-40B4-BE49-F238E27FC236}">
                <a16:creationId xmlns:a16="http://schemas.microsoft.com/office/drawing/2014/main" id="{F17A57F8-7164-EDD4-6024-A6B63A2AC2AD}"/>
              </a:ext>
            </a:extLst>
          </p:cNvPr>
          <p:cNvSpPr txBox="1">
            <a:spLocks/>
          </p:cNvSpPr>
          <p:nvPr/>
        </p:nvSpPr>
        <p:spPr>
          <a:xfrm>
            <a:off x="7175830" y="6502399"/>
            <a:ext cx="5012995" cy="355601"/>
          </a:xfrm>
          <a:prstGeom prst="rect">
            <a:avLst/>
          </a:prstGeom>
        </p:spPr>
        <p:txBody>
          <a:bodyPr vert="horz" lIns="0" tIns="0" rIns="0" bIns="0" rtlCol="0" anchor="ctr">
            <a:noAutofit/>
          </a:bodyPr>
          <a:lst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None/>
              <a:defRPr sz="16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9pPr>
          </a:lstStyle>
          <a:p>
            <a:r>
              <a:rPr lang="en-US" i="1" dirty="0"/>
              <a:t>*Some. See SRC for full presentation and recording</a:t>
            </a:r>
          </a:p>
        </p:txBody>
      </p:sp>
    </p:spTree>
    <p:extLst>
      <p:ext uri="{BB962C8B-B14F-4D97-AF65-F5344CB8AC3E}">
        <p14:creationId xmlns:p14="http://schemas.microsoft.com/office/powerpoint/2010/main" val="3101100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6="http://schemas.microsoft.com/office/drawing/2014/main"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FD975-89CA-7791-93E6-0DF94AE65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F8C88E-9B22-B03B-F53B-A51918FEC268}"/>
              </a:ext>
            </a:extLst>
          </p:cNvPr>
          <p:cNvSpPr>
            <a:spLocks noGrp="1"/>
          </p:cNvSpPr>
          <p:nvPr>
            <p:ph type="title"/>
          </p:nvPr>
        </p:nvSpPr>
        <p:spPr/>
        <p:txBody>
          <a:bodyPr/>
          <a:lstStyle/>
          <a:p>
            <a:r>
              <a:rPr lang="en-US" dirty="0"/>
              <a:t>Lifecycle Management</a:t>
            </a:r>
          </a:p>
        </p:txBody>
      </p:sp>
      <p:sp>
        <p:nvSpPr>
          <p:cNvPr id="3" name="Subtitle 2">
            <a:extLst>
              <a:ext uri="{FF2B5EF4-FFF2-40B4-BE49-F238E27FC236}">
                <a16:creationId xmlns:a16="http://schemas.microsoft.com/office/drawing/2014/main" id="{2230EABF-833D-5F9C-F545-D4180CF019F5}"/>
              </a:ext>
            </a:extLst>
          </p:cNvPr>
          <p:cNvSpPr>
            <a:spLocks noGrp="1"/>
          </p:cNvSpPr>
          <p:nvPr>
            <p:ph type="subTitle" idx="10"/>
          </p:nvPr>
        </p:nvSpPr>
        <p:spPr/>
        <p:txBody>
          <a:bodyPr/>
          <a:lstStyle/>
          <a:p>
            <a:r>
              <a:rPr lang="en-US" dirty="0"/>
              <a:t>VMware vSphere in VCF 9.1</a:t>
            </a:r>
          </a:p>
        </p:txBody>
      </p:sp>
    </p:spTree>
    <p:extLst>
      <p:ext uri="{BB962C8B-B14F-4D97-AF65-F5344CB8AC3E}">
        <p14:creationId xmlns:p14="http://schemas.microsoft.com/office/powerpoint/2010/main" val="948092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40"/>
        <p:cNvGrpSpPr/>
        <p:nvPr/>
      </p:nvGrpSpPr>
      <p:grpSpPr>
        <a:xfrm>
          <a:off x="0" y="0"/>
          <a:ext cx="0" cy="0"/>
          <a:chOff x="0" y="0"/>
          <a:chExt cx="0" cy="0"/>
        </a:xfrm>
      </p:grpSpPr>
      <p:sp>
        <p:nvSpPr>
          <p:cNvPr id="3441" name="Google Shape;3441;g3cf02dd855a_0_2067"/>
          <p:cNvSpPr txBox="1">
            <a:spLocks noGrp="1"/>
          </p:cNvSpPr>
          <p:nvPr>
            <p:ph type="title"/>
          </p:nvPr>
        </p:nvSpPr>
        <p:spPr>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3600"/>
              <a:buFont typeface="Arial"/>
              <a:buNone/>
            </a:pPr>
            <a:r>
              <a:rPr lang="en-IE" dirty="0"/>
              <a:t>Quickest Upgrade Path to VCF 9.1 Capabilities</a:t>
            </a:r>
            <a:endParaRPr dirty="0"/>
          </a:p>
        </p:txBody>
      </p:sp>
      <p:sp>
        <p:nvSpPr>
          <p:cNvPr id="2" name="Subtitle 1">
            <a:extLst>
              <a:ext uri="{FF2B5EF4-FFF2-40B4-BE49-F238E27FC236}">
                <a16:creationId xmlns:a16="http://schemas.microsoft.com/office/drawing/2014/main" id="{09E632C1-3143-1C1A-6629-C0E3C4945D09}"/>
              </a:ext>
            </a:extLst>
          </p:cNvPr>
          <p:cNvSpPr>
            <a:spLocks noGrp="1"/>
          </p:cNvSpPr>
          <p:nvPr>
            <p:ph type="subTitle" idx="10"/>
          </p:nvPr>
        </p:nvSpPr>
        <p:spPr/>
        <p:txBody>
          <a:bodyPr/>
          <a:lstStyle/>
          <a:p>
            <a:r>
              <a:rPr lang="en-US" dirty="0"/>
              <a:t>Upgrade to vSphere 9.1</a:t>
            </a:r>
          </a:p>
        </p:txBody>
      </p:sp>
      <p:grpSp>
        <p:nvGrpSpPr>
          <p:cNvPr id="7" name="Group 6">
            <a:extLst>
              <a:ext uri="{FF2B5EF4-FFF2-40B4-BE49-F238E27FC236}">
                <a16:creationId xmlns:a16="http://schemas.microsoft.com/office/drawing/2014/main" id="{394B2C6F-9EBE-868D-CD3A-52BF99102FD1}"/>
              </a:ext>
            </a:extLst>
          </p:cNvPr>
          <p:cNvGrpSpPr/>
          <p:nvPr/>
        </p:nvGrpSpPr>
        <p:grpSpPr>
          <a:xfrm>
            <a:off x="1263060" y="1910123"/>
            <a:ext cx="9662703" cy="4136047"/>
            <a:chOff x="1391077" y="2309202"/>
            <a:chExt cx="9662703" cy="4136047"/>
          </a:xfrm>
        </p:grpSpPr>
        <p:sp>
          <p:nvSpPr>
            <p:cNvPr id="3443" name="Google Shape;3443;g3cf02dd855a_0_2067"/>
            <p:cNvSpPr/>
            <p:nvPr/>
          </p:nvSpPr>
          <p:spPr>
            <a:xfrm>
              <a:off x="7600780" y="2767675"/>
              <a:ext cx="3453000" cy="3083355"/>
            </a:xfrm>
            <a:prstGeom prst="roundRect">
              <a:avLst>
                <a:gd name="adj" fmla="val 6911"/>
              </a:avLst>
            </a:prstGeom>
            <a:gradFill>
              <a:gsLst>
                <a:gs pos="0">
                  <a:schemeClr val="accent4"/>
                </a:gs>
                <a:gs pos="100000">
                  <a:schemeClr val="accent2"/>
                </a:gs>
              </a:gsLst>
              <a:lin ang="18899701" scaled="0"/>
            </a:gradFill>
            <a:ln>
              <a:noFill/>
            </a:ln>
          </p:spPr>
          <p:txBody>
            <a:bodyPr spcFirstLastPara="1" wrap="square" lIns="121875" tIns="60925" rIns="121875" bIns="60925" anchor="ctr" anchorCtr="0">
              <a:noAutofit/>
            </a:bodyPr>
            <a:lstStyle/>
            <a:p>
              <a:pPr marL="0" marR="0" lvl="0" indent="0" algn="ctr" rtl="0">
                <a:lnSpc>
                  <a:spcPct val="131111"/>
                </a:lnSpc>
                <a:spcBef>
                  <a:spcPts val="0"/>
                </a:spcBef>
                <a:spcAft>
                  <a:spcPts val="0"/>
                </a:spcAft>
                <a:buClr>
                  <a:srgbClr val="000000"/>
                </a:buClr>
                <a:buSzPts val="1700"/>
                <a:buFont typeface="Arial"/>
                <a:buNone/>
              </a:pPr>
              <a:r>
                <a:rPr lang="en-US" sz="1700" b="1" i="0" u="none" strike="noStrike" cap="none" dirty="0">
                  <a:solidFill>
                    <a:srgbClr val="FFFFFF"/>
                  </a:solidFill>
                  <a:latin typeface="Arial"/>
                  <a:ea typeface="Arial"/>
                  <a:cs typeface="Arial"/>
                  <a:sym typeface="Arial"/>
                </a:rPr>
                <a:t>vCenter 9.1</a:t>
              </a:r>
              <a:endParaRPr sz="1700" b="1" i="0" u="none" strike="noStrike" cap="none" dirty="0">
                <a:solidFill>
                  <a:srgbClr val="FFFFFF"/>
                </a:solidFill>
                <a:latin typeface="Arial"/>
                <a:ea typeface="Arial"/>
                <a:cs typeface="Arial"/>
                <a:sym typeface="Arial"/>
              </a:endParaRPr>
            </a:p>
            <a:p>
              <a:pPr marL="0" marR="0" lvl="0" indent="0" algn="ctr" rtl="0">
                <a:lnSpc>
                  <a:spcPct val="131111"/>
                </a:lnSpc>
                <a:spcBef>
                  <a:spcPts val="0"/>
                </a:spcBef>
                <a:spcAft>
                  <a:spcPts val="0"/>
                </a:spcAft>
                <a:buClr>
                  <a:srgbClr val="000000"/>
                </a:buClr>
                <a:buSzPts val="1700"/>
                <a:buFont typeface="Arial"/>
                <a:buNone/>
              </a:pPr>
              <a:r>
                <a:rPr lang="en-US" sz="1700" b="1" i="0" u="none" strike="noStrike" cap="none" dirty="0">
                  <a:solidFill>
                    <a:srgbClr val="FFFFFF"/>
                  </a:solidFill>
                  <a:latin typeface="Arial"/>
                  <a:ea typeface="Arial"/>
                  <a:cs typeface="Arial"/>
                  <a:sym typeface="Arial"/>
                </a:rPr>
                <a:t>ESX 9.1</a:t>
              </a:r>
              <a:br>
                <a:rPr lang="en-US" sz="1700" b="1" i="0" u="none" strike="noStrike" cap="none" dirty="0">
                  <a:solidFill>
                    <a:srgbClr val="FFFFFF"/>
                  </a:solidFill>
                  <a:latin typeface="Arial"/>
                  <a:ea typeface="Arial"/>
                  <a:cs typeface="Arial"/>
                  <a:sym typeface="Arial"/>
                </a:rPr>
              </a:br>
              <a:r>
                <a:rPr lang="en-US" sz="1700" b="1" i="0" u="none" strike="noStrike" cap="none" dirty="0">
                  <a:solidFill>
                    <a:srgbClr val="FFFFFF"/>
                  </a:solidFill>
                  <a:latin typeface="Arial"/>
                  <a:ea typeface="Arial"/>
                  <a:cs typeface="Arial"/>
                  <a:sym typeface="Arial"/>
                </a:rPr>
                <a:t>VCF Operations 9.1</a:t>
              </a:r>
              <a:endParaRPr sz="1300" b="0" i="0" u="none" strike="noStrike" cap="none" dirty="0">
                <a:solidFill>
                  <a:srgbClr val="000000"/>
                </a:solidFill>
                <a:latin typeface="Arial"/>
                <a:ea typeface="Arial"/>
                <a:cs typeface="Arial"/>
                <a:sym typeface="Arial"/>
              </a:endParaRPr>
            </a:p>
          </p:txBody>
        </p:sp>
        <p:sp>
          <p:nvSpPr>
            <p:cNvPr id="3444" name="Google Shape;3444;g3cf02dd855a_0_2067"/>
            <p:cNvSpPr/>
            <p:nvPr/>
          </p:nvSpPr>
          <p:spPr>
            <a:xfrm>
              <a:off x="1391077" y="2309202"/>
              <a:ext cx="3647400" cy="1165500"/>
            </a:xfrm>
            <a:prstGeom prst="roundRect">
              <a:avLst>
                <a:gd name="adj" fmla="val 6911"/>
              </a:avLst>
            </a:prstGeom>
            <a:gradFill>
              <a:gsLst>
                <a:gs pos="0">
                  <a:schemeClr val="accent3"/>
                </a:gs>
                <a:gs pos="100000">
                  <a:schemeClr val="accent2"/>
                </a:gs>
              </a:gsLst>
              <a:lin ang="18899701" scaled="0"/>
            </a:gradFill>
            <a:ln>
              <a:noFill/>
            </a:ln>
          </p:spPr>
          <p:txBody>
            <a:bodyPr spcFirstLastPara="1" wrap="square" lIns="121875" tIns="60925" rIns="121875" bIns="60925" anchor="ctr"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dirty="0">
                  <a:solidFill>
                    <a:srgbClr val="FFFFFF"/>
                  </a:solidFill>
                  <a:latin typeface="Arial"/>
                  <a:ea typeface="Arial"/>
                  <a:cs typeface="Arial"/>
                  <a:sym typeface="Arial"/>
                </a:rPr>
                <a:t>vCenter 8.0 U3a</a:t>
              </a:r>
              <a:endParaRPr sz="1700" b="1" i="0" u="none" strike="noStrike" cap="none" dirty="0">
                <a:solidFill>
                  <a:srgbClr val="FFFF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700"/>
                <a:buFont typeface="Arial"/>
                <a:buNone/>
              </a:pPr>
              <a:r>
                <a:rPr lang="en-US" sz="1700" b="1" i="0" u="none" strike="noStrike" cap="none" dirty="0">
                  <a:solidFill>
                    <a:srgbClr val="FFFFFF"/>
                  </a:solidFill>
                  <a:latin typeface="Arial"/>
                  <a:ea typeface="Arial"/>
                  <a:cs typeface="Arial"/>
                  <a:sym typeface="Arial"/>
                </a:rPr>
                <a:t>ESX 8.0 U3</a:t>
              </a:r>
              <a:endParaRPr sz="1700" b="1" i="0" u="none" strike="noStrike" cap="none" dirty="0">
                <a:solidFill>
                  <a:srgbClr val="FFFFFF"/>
                </a:solidFill>
                <a:latin typeface="Arial"/>
                <a:ea typeface="Arial"/>
                <a:cs typeface="Arial"/>
                <a:sym typeface="Arial"/>
              </a:endParaRPr>
            </a:p>
          </p:txBody>
        </p:sp>
        <p:sp>
          <p:nvSpPr>
            <p:cNvPr id="3445" name="Google Shape;3445;g3cf02dd855a_0_2067"/>
            <p:cNvSpPr/>
            <p:nvPr/>
          </p:nvSpPr>
          <p:spPr>
            <a:xfrm>
              <a:off x="1432893" y="3793927"/>
              <a:ext cx="3605700" cy="1165500"/>
            </a:xfrm>
            <a:prstGeom prst="roundRect">
              <a:avLst>
                <a:gd name="adj" fmla="val 6911"/>
              </a:avLst>
            </a:prstGeom>
            <a:gradFill>
              <a:gsLst>
                <a:gs pos="0">
                  <a:schemeClr val="accent3"/>
                </a:gs>
                <a:gs pos="100000">
                  <a:schemeClr val="accent2"/>
                </a:gs>
              </a:gsLst>
              <a:lin ang="18899701" scaled="0"/>
            </a:gradFill>
            <a:ln>
              <a:noFill/>
            </a:ln>
          </p:spPr>
          <p:txBody>
            <a:bodyPr spcFirstLastPara="1" wrap="square" lIns="121875" tIns="60925" rIns="121875" bIns="60925" anchor="ctr" anchorCtr="0">
              <a:noAutofit/>
            </a:bodyPr>
            <a:lstStyle/>
            <a:p>
              <a:pPr marL="0" marR="0" lvl="0" indent="0" algn="l" rtl="0">
                <a:lnSpc>
                  <a:spcPct val="131111"/>
                </a:lnSpc>
                <a:spcBef>
                  <a:spcPts val="0"/>
                </a:spcBef>
                <a:spcAft>
                  <a:spcPts val="0"/>
                </a:spcAft>
                <a:buClr>
                  <a:srgbClr val="000000"/>
                </a:buClr>
                <a:buSzPts val="1700"/>
                <a:buFont typeface="Arial"/>
                <a:buNone/>
              </a:pPr>
              <a:r>
                <a:rPr lang="en-US" sz="1700" b="1" i="0" u="none" strike="noStrike" cap="none" dirty="0">
                  <a:solidFill>
                    <a:srgbClr val="FFFFFF"/>
                  </a:solidFill>
                  <a:latin typeface="Arial"/>
                  <a:ea typeface="Arial"/>
                  <a:cs typeface="Arial"/>
                  <a:sym typeface="Arial"/>
                </a:rPr>
                <a:t>vCenter 8.0 U3a</a:t>
              </a:r>
            </a:p>
            <a:p>
              <a:pPr marL="0" marR="0" lvl="0" indent="0" algn="l" rtl="0">
                <a:lnSpc>
                  <a:spcPct val="131111"/>
                </a:lnSpc>
                <a:spcBef>
                  <a:spcPts val="0"/>
                </a:spcBef>
                <a:spcAft>
                  <a:spcPts val="0"/>
                </a:spcAft>
                <a:buClr>
                  <a:srgbClr val="000000"/>
                </a:buClr>
                <a:buSzPts val="1700"/>
                <a:buFont typeface="Arial"/>
                <a:buNone/>
              </a:pPr>
              <a:r>
                <a:rPr lang="en-US" sz="1700" b="1" dirty="0">
                  <a:solidFill>
                    <a:srgbClr val="FFFFFF"/>
                  </a:solidFill>
                  <a:latin typeface="Arial"/>
                  <a:ea typeface="Arial"/>
                  <a:cs typeface="Arial"/>
                  <a:sym typeface="Arial"/>
                </a:rPr>
                <a:t>ESX 8.0 U3</a:t>
              </a:r>
              <a:br>
                <a:rPr lang="en-US" sz="1700" b="1" i="0" u="none" strike="noStrike" cap="none" dirty="0">
                  <a:solidFill>
                    <a:srgbClr val="FFFFFF"/>
                  </a:solidFill>
                  <a:latin typeface="Arial"/>
                  <a:ea typeface="Arial"/>
                  <a:cs typeface="Arial"/>
                  <a:sym typeface="Arial"/>
                </a:rPr>
              </a:br>
              <a:r>
                <a:rPr lang="en-US" sz="1700" b="1" i="0" u="none" strike="noStrike" cap="none" dirty="0">
                  <a:solidFill>
                    <a:srgbClr val="FFFFFF"/>
                  </a:solidFill>
                  <a:latin typeface="Arial"/>
                  <a:ea typeface="Arial"/>
                  <a:cs typeface="Arial"/>
                  <a:sym typeface="Arial"/>
                </a:rPr>
                <a:t>Aria Operations 8.18.x</a:t>
              </a:r>
              <a:endParaRPr sz="1700" b="1" i="0" u="none" strike="noStrike" cap="none" dirty="0">
                <a:solidFill>
                  <a:srgbClr val="FFFFFF"/>
                </a:solidFill>
                <a:latin typeface="Arial"/>
                <a:ea typeface="Arial"/>
                <a:cs typeface="Arial"/>
                <a:sym typeface="Arial"/>
              </a:endParaRPr>
            </a:p>
          </p:txBody>
        </p:sp>
        <p:cxnSp>
          <p:nvCxnSpPr>
            <p:cNvPr id="3446" name="Google Shape;3446;g3cf02dd855a_0_2067"/>
            <p:cNvCxnSpPr/>
            <p:nvPr/>
          </p:nvCxnSpPr>
          <p:spPr>
            <a:xfrm>
              <a:off x="5469329" y="2896249"/>
              <a:ext cx="1555200" cy="0"/>
            </a:xfrm>
            <a:prstGeom prst="straightConnector1">
              <a:avLst/>
            </a:prstGeom>
            <a:noFill/>
            <a:ln w="28575" cap="flat" cmpd="sng">
              <a:solidFill>
                <a:srgbClr val="262626"/>
              </a:solidFill>
              <a:prstDash val="solid"/>
              <a:miter lim="800000"/>
              <a:headEnd type="none" w="sm" len="sm"/>
              <a:tailEnd type="triangle" w="med" len="med"/>
            </a:ln>
          </p:spPr>
        </p:cxnSp>
        <p:cxnSp>
          <p:nvCxnSpPr>
            <p:cNvPr id="3447" name="Google Shape;3447;g3cf02dd855a_0_2067"/>
            <p:cNvCxnSpPr/>
            <p:nvPr/>
          </p:nvCxnSpPr>
          <p:spPr>
            <a:xfrm>
              <a:off x="5469329" y="4366574"/>
              <a:ext cx="1555200" cy="0"/>
            </a:xfrm>
            <a:prstGeom prst="straightConnector1">
              <a:avLst/>
            </a:prstGeom>
            <a:noFill/>
            <a:ln w="28575" cap="flat" cmpd="sng">
              <a:solidFill>
                <a:srgbClr val="262626"/>
              </a:solidFill>
              <a:prstDash val="solid"/>
              <a:miter lim="800000"/>
              <a:headEnd type="none" w="sm" len="sm"/>
              <a:tailEnd type="triangle" w="med" len="med"/>
            </a:ln>
          </p:spPr>
        </p:cxnSp>
        <p:sp>
          <p:nvSpPr>
            <p:cNvPr id="4" name="Google Shape;3445;g3cf02dd855a_0_2067">
              <a:extLst>
                <a:ext uri="{FF2B5EF4-FFF2-40B4-BE49-F238E27FC236}">
                  <a16:creationId xmlns:a16="http://schemas.microsoft.com/office/drawing/2014/main" id="{3F855679-5F0F-8045-E06E-77E0ED0022CF}"/>
                </a:ext>
              </a:extLst>
            </p:cNvPr>
            <p:cNvSpPr/>
            <p:nvPr/>
          </p:nvSpPr>
          <p:spPr>
            <a:xfrm>
              <a:off x="1411927" y="5279749"/>
              <a:ext cx="3605700" cy="1165500"/>
            </a:xfrm>
            <a:prstGeom prst="roundRect">
              <a:avLst>
                <a:gd name="adj" fmla="val 6911"/>
              </a:avLst>
            </a:prstGeom>
            <a:gradFill>
              <a:gsLst>
                <a:gs pos="0">
                  <a:schemeClr val="accent3"/>
                </a:gs>
                <a:gs pos="100000">
                  <a:schemeClr val="accent2"/>
                </a:gs>
              </a:gsLst>
              <a:lin ang="18899701" scaled="0"/>
            </a:gradFill>
            <a:ln>
              <a:noFill/>
            </a:ln>
          </p:spPr>
          <p:txBody>
            <a:bodyPr spcFirstLastPara="1" wrap="square" lIns="121875" tIns="60925" rIns="121875" bIns="60925" anchor="ctr" anchorCtr="0">
              <a:noAutofit/>
            </a:bodyPr>
            <a:lstStyle/>
            <a:p>
              <a:pPr marL="0" marR="0" lvl="0" indent="0" algn="l" rtl="0">
                <a:lnSpc>
                  <a:spcPct val="131111"/>
                </a:lnSpc>
                <a:spcBef>
                  <a:spcPts val="0"/>
                </a:spcBef>
                <a:spcAft>
                  <a:spcPts val="0"/>
                </a:spcAft>
                <a:buClr>
                  <a:srgbClr val="000000"/>
                </a:buClr>
                <a:buSzPts val="1700"/>
                <a:buFont typeface="Arial"/>
                <a:buNone/>
              </a:pPr>
              <a:r>
                <a:rPr lang="en-US" sz="1700" b="1" i="0" u="none" strike="noStrike" cap="none" dirty="0">
                  <a:solidFill>
                    <a:srgbClr val="FFFFFF"/>
                  </a:solidFill>
                  <a:latin typeface="Arial"/>
                  <a:ea typeface="Arial"/>
                  <a:cs typeface="Arial"/>
                  <a:sym typeface="Arial"/>
                </a:rPr>
                <a:t>vCenter 9.0</a:t>
              </a:r>
            </a:p>
            <a:p>
              <a:pPr marL="0" marR="0" lvl="0" indent="0" algn="l" rtl="0">
                <a:lnSpc>
                  <a:spcPct val="131111"/>
                </a:lnSpc>
                <a:spcBef>
                  <a:spcPts val="0"/>
                </a:spcBef>
                <a:spcAft>
                  <a:spcPts val="0"/>
                </a:spcAft>
                <a:buClr>
                  <a:srgbClr val="000000"/>
                </a:buClr>
                <a:buSzPts val="1700"/>
                <a:buFont typeface="Arial"/>
                <a:buNone/>
              </a:pPr>
              <a:r>
                <a:rPr lang="en-US" sz="1700" b="1" dirty="0">
                  <a:solidFill>
                    <a:srgbClr val="FFFFFF"/>
                  </a:solidFill>
                  <a:latin typeface="Arial"/>
                  <a:ea typeface="Arial"/>
                  <a:cs typeface="Arial"/>
                  <a:sym typeface="Arial"/>
                </a:rPr>
                <a:t>ESX 9.0</a:t>
              </a:r>
              <a:br>
                <a:rPr lang="en-US" sz="1700" b="1" i="0" u="none" strike="noStrike" cap="none" dirty="0">
                  <a:solidFill>
                    <a:srgbClr val="FFFFFF"/>
                  </a:solidFill>
                  <a:latin typeface="Arial"/>
                  <a:ea typeface="Arial"/>
                  <a:cs typeface="Arial"/>
                  <a:sym typeface="Arial"/>
                </a:rPr>
              </a:br>
              <a:r>
                <a:rPr lang="en-US" sz="1700" b="1" i="0" u="none" strike="noStrike" cap="none" dirty="0">
                  <a:solidFill>
                    <a:srgbClr val="FFFFFF"/>
                  </a:solidFill>
                  <a:latin typeface="Arial"/>
                  <a:ea typeface="Arial"/>
                  <a:cs typeface="Arial"/>
                  <a:sym typeface="Arial"/>
                </a:rPr>
                <a:t>VCF Operations 9.0</a:t>
              </a:r>
              <a:endParaRPr sz="1700" b="1" i="0" u="none" strike="noStrike" cap="none" dirty="0">
                <a:solidFill>
                  <a:srgbClr val="FFFFFF"/>
                </a:solidFill>
                <a:latin typeface="Arial"/>
                <a:ea typeface="Arial"/>
                <a:cs typeface="Arial"/>
                <a:sym typeface="Arial"/>
              </a:endParaRPr>
            </a:p>
          </p:txBody>
        </p:sp>
        <p:cxnSp>
          <p:nvCxnSpPr>
            <p:cNvPr id="5" name="Google Shape;3447;g3cf02dd855a_0_2067">
              <a:extLst>
                <a:ext uri="{FF2B5EF4-FFF2-40B4-BE49-F238E27FC236}">
                  <a16:creationId xmlns:a16="http://schemas.microsoft.com/office/drawing/2014/main" id="{18707A58-BE02-D3C5-B23C-4FA11FA62319}"/>
                </a:ext>
              </a:extLst>
            </p:cNvPr>
            <p:cNvCxnSpPr/>
            <p:nvPr/>
          </p:nvCxnSpPr>
          <p:spPr>
            <a:xfrm>
              <a:off x="5444829" y="5851037"/>
              <a:ext cx="1555200" cy="0"/>
            </a:xfrm>
            <a:prstGeom prst="straightConnector1">
              <a:avLst/>
            </a:prstGeom>
            <a:noFill/>
            <a:ln w="28575" cap="flat" cmpd="sng">
              <a:solidFill>
                <a:srgbClr val="262626"/>
              </a:solidFill>
              <a:prstDash val="solid"/>
              <a:miter lim="800000"/>
              <a:headEnd type="none" w="sm" len="sm"/>
              <a:tailEnd type="triangle" w="med" len="med"/>
            </a:ln>
          </p:spPr>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74BC8-A96A-024D-ED84-76012BE55800}"/>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26791579-C5E4-5123-70E9-EAD7A764460F}"/>
              </a:ext>
            </a:extLst>
          </p:cNvPr>
          <p:cNvGrpSpPr>
            <a:grpSpLocks noChangeAspect="1"/>
          </p:cNvGrpSpPr>
          <p:nvPr/>
        </p:nvGrpSpPr>
        <p:grpSpPr>
          <a:xfrm>
            <a:off x="3508919" y="4175527"/>
            <a:ext cx="316712" cy="316712"/>
            <a:chOff x="3571963" y="4931952"/>
            <a:chExt cx="635312" cy="635312"/>
          </a:xfrm>
          <a:solidFill>
            <a:schemeClr val="accent5"/>
          </a:solidFill>
        </p:grpSpPr>
        <p:sp>
          <p:nvSpPr>
            <p:cNvPr id="41" name="Freeform 40">
              <a:extLst>
                <a:ext uri="{FF2B5EF4-FFF2-40B4-BE49-F238E27FC236}">
                  <a16:creationId xmlns:a16="http://schemas.microsoft.com/office/drawing/2014/main" id="{1575C1B9-AF70-36E6-EA66-E280D8FD8373}"/>
                </a:ext>
              </a:extLst>
            </p:cNvPr>
            <p:cNvSpPr/>
            <p:nvPr/>
          </p:nvSpPr>
          <p:spPr>
            <a:xfrm>
              <a:off x="3710837" y="5204163"/>
              <a:ext cx="47060" cy="55826"/>
            </a:xfrm>
            <a:custGeom>
              <a:avLst/>
              <a:gdLst>
                <a:gd name="connsiteX0" fmla="*/ 0 w 47060"/>
                <a:gd name="connsiteY0" fmla="*/ 55826 h 55826"/>
                <a:gd name="connsiteX1" fmla="*/ 47060 w 47060"/>
                <a:gd name="connsiteY1" fmla="*/ 55826 h 55826"/>
                <a:gd name="connsiteX2" fmla="*/ 23530 w 47060"/>
                <a:gd name="connsiteY2" fmla="*/ 0 h 55826"/>
                <a:gd name="connsiteX3" fmla="*/ 0 w 47060"/>
                <a:gd name="connsiteY3" fmla="*/ 55826 h 55826"/>
              </a:gdLst>
              <a:ahLst/>
              <a:cxnLst>
                <a:cxn ang="0">
                  <a:pos x="connsiteX0" y="connsiteY0"/>
                </a:cxn>
                <a:cxn ang="0">
                  <a:pos x="connsiteX1" y="connsiteY1"/>
                </a:cxn>
                <a:cxn ang="0">
                  <a:pos x="connsiteX2" y="connsiteY2"/>
                </a:cxn>
                <a:cxn ang="0">
                  <a:pos x="connsiteX3" y="connsiteY3"/>
                </a:cxn>
              </a:cxnLst>
              <a:rect l="l" t="t" r="r" b="b"/>
              <a:pathLst>
                <a:path w="47060" h="55826">
                  <a:moveTo>
                    <a:pt x="0" y="55826"/>
                  </a:moveTo>
                  <a:lnTo>
                    <a:pt x="47060" y="55826"/>
                  </a:lnTo>
                  <a:lnTo>
                    <a:pt x="23530" y="0"/>
                  </a:lnTo>
                  <a:lnTo>
                    <a:pt x="0" y="55826"/>
                  </a:lnTo>
                  <a:close/>
                </a:path>
              </a:pathLst>
            </a:custGeom>
            <a:grpFill/>
            <a:ln w="0" cap="flat">
              <a:noFill/>
              <a:prstDash val="solid"/>
              <a:miter/>
            </a:ln>
          </p:spPr>
          <p:txBody>
            <a:bodyPr rtlCol="0" anchor="ctr"/>
            <a:lstStyle/>
            <a:p>
              <a:endParaRPr lang="en-US"/>
            </a:p>
          </p:txBody>
        </p:sp>
        <p:sp>
          <p:nvSpPr>
            <p:cNvPr id="42" name="Freeform 41">
              <a:extLst>
                <a:ext uri="{FF2B5EF4-FFF2-40B4-BE49-F238E27FC236}">
                  <a16:creationId xmlns:a16="http://schemas.microsoft.com/office/drawing/2014/main" id="{7E0868CA-F0C9-3DC4-791D-4391F005BCB1}"/>
                </a:ext>
              </a:extLst>
            </p:cNvPr>
            <p:cNvSpPr/>
            <p:nvPr/>
          </p:nvSpPr>
          <p:spPr>
            <a:xfrm>
              <a:off x="4015806" y="5193552"/>
              <a:ext cx="59055" cy="44291"/>
            </a:xfrm>
            <a:custGeom>
              <a:avLst/>
              <a:gdLst>
                <a:gd name="connsiteX0" fmla="*/ 30912 w 59055"/>
                <a:gd name="connsiteY0" fmla="*/ 461 h 44291"/>
                <a:gd name="connsiteX1" fmla="*/ 0 w 59055"/>
                <a:gd name="connsiteY1" fmla="*/ 461 h 44291"/>
                <a:gd name="connsiteX2" fmla="*/ 0 w 59055"/>
                <a:gd name="connsiteY2" fmla="*/ 44292 h 44291"/>
                <a:gd name="connsiteX3" fmla="*/ 30912 w 59055"/>
                <a:gd name="connsiteY3" fmla="*/ 44292 h 44291"/>
                <a:gd name="connsiteX4" fmla="*/ 51213 w 59055"/>
                <a:gd name="connsiteY4" fmla="*/ 38294 h 44291"/>
                <a:gd name="connsiteX5" fmla="*/ 59056 w 59055"/>
                <a:gd name="connsiteY5" fmla="*/ 22146 h 44291"/>
                <a:gd name="connsiteX6" fmla="*/ 51213 w 59055"/>
                <a:gd name="connsiteY6" fmla="*/ 5998 h 44291"/>
                <a:gd name="connsiteX7" fmla="*/ 30912 w 59055"/>
                <a:gd name="connsiteY7" fmla="*/ 0 h 44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055" h="44291">
                  <a:moveTo>
                    <a:pt x="30912" y="461"/>
                  </a:moveTo>
                  <a:lnTo>
                    <a:pt x="0" y="461"/>
                  </a:lnTo>
                  <a:lnTo>
                    <a:pt x="0" y="44292"/>
                  </a:lnTo>
                  <a:lnTo>
                    <a:pt x="30912" y="44292"/>
                  </a:lnTo>
                  <a:cubicBezTo>
                    <a:pt x="39217" y="44292"/>
                    <a:pt x="46137" y="42446"/>
                    <a:pt x="51213" y="38294"/>
                  </a:cubicBezTo>
                  <a:cubicBezTo>
                    <a:pt x="56288" y="34142"/>
                    <a:pt x="59056" y="29067"/>
                    <a:pt x="59056" y="22146"/>
                  </a:cubicBezTo>
                  <a:cubicBezTo>
                    <a:pt x="59056" y="15225"/>
                    <a:pt x="56288" y="10150"/>
                    <a:pt x="51213" y="5998"/>
                  </a:cubicBezTo>
                  <a:cubicBezTo>
                    <a:pt x="46137" y="1845"/>
                    <a:pt x="39217" y="0"/>
                    <a:pt x="30912" y="0"/>
                  </a:cubicBezTo>
                  <a:close/>
                </a:path>
              </a:pathLst>
            </a:custGeom>
            <a:grpFill/>
            <a:ln w="0" cap="flat">
              <a:noFill/>
              <a:prstDash val="solid"/>
              <a:miter/>
            </a:ln>
          </p:spPr>
          <p:txBody>
            <a:bodyPr rtlCol="0" anchor="ctr"/>
            <a:lstStyle/>
            <a:p>
              <a:endParaRPr lang="en-US"/>
            </a:p>
          </p:txBody>
        </p:sp>
        <p:sp>
          <p:nvSpPr>
            <p:cNvPr id="43" name="Freeform 42">
              <a:extLst>
                <a:ext uri="{FF2B5EF4-FFF2-40B4-BE49-F238E27FC236}">
                  <a16:creationId xmlns:a16="http://schemas.microsoft.com/office/drawing/2014/main" id="{465ACF6C-18F8-584D-B511-E4C568C57B0E}"/>
                </a:ext>
              </a:extLst>
            </p:cNvPr>
            <p:cNvSpPr/>
            <p:nvPr/>
          </p:nvSpPr>
          <p:spPr>
            <a:xfrm>
              <a:off x="3866320" y="5193552"/>
              <a:ext cx="59055" cy="44291"/>
            </a:xfrm>
            <a:custGeom>
              <a:avLst/>
              <a:gdLst>
                <a:gd name="connsiteX0" fmla="*/ 30912 w 59055"/>
                <a:gd name="connsiteY0" fmla="*/ 461 h 44291"/>
                <a:gd name="connsiteX1" fmla="*/ 0 w 59055"/>
                <a:gd name="connsiteY1" fmla="*/ 461 h 44291"/>
                <a:gd name="connsiteX2" fmla="*/ 0 w 59055"/>
                <a:gd name="connsiteY2" fmla="*/ 44292 h 44291"/>
                <a:gd name="connsiteX3" fmla="*/ 30912 w 59055"/>
                <a:gd name="connsiteY3" fmla="*/ 44292 h 44291"/>
                <a:gd name="connsiteX4" fmla="*/ 51213 w 59055"/>
                <a:gd name="connsiteY4" fmla="*/ 38294 h 44291"/>
                <a:gd name="connsiteX5" fmla="*/ 59056 w 59055"/>
                <a:gd name="connsiteY5" fmla="*/ 22146 h 44291"/>
                <a:gd name="connsiteX6" fmla="*/ 51213 w 59055"/>
                <a:gd name="connsiteY6" fmla="*/ 5998 h 44291"/>
                <a:gd name="connsiteX7" fmla="*/ 30912 w 59055"/>
                <a:gd name="connsiteY7" fmla="*/ 0 h 44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055" h="44291">
                  <a:moveTo>
                    <a:pt x="30912" y="461"/>
                  </a:moveTo>
                  <a:lnTo>
                    <a:pt x="0" y="461"/>
                  </a:lnTo>
                  <a:lnTo>
                    <a:pt x="0" y="44292"/>
                  </a:lnTo>
                  <a:lnTo>
                    <a:pt x="30912" y="44292"/>
                  </a:lnTo>
                  <a:cubicBezTo>
                    <a:pt x="39217" y="44292"/>
                    <a:pt x="46137" y="42446"/>
                    <a:pt x="51213" y="38294"/>
                  </a:cubicBezTo>
                  <a:cubicBezTo>
                    <a:pt x="56288" y="34142"/>
                    <a:pt x="59056" y="29067"/>
                    <a:pt x="59056" y="22146"/>
                  </a:cubicBezTo>
                  <a:cubicBezTo>
                    <a:pt x="59056" y="15225"/>
                    <a:pt x="56288" y="10150"/>
                    <a:pt x="51213" y="5998"/>
                  </a:cubicBezTo>
                  <a:cubicBezTo>
                    <a:pt x="46137" y="1845"/>
                    <a:pt x="39217" y="0"/>
                    <a:pt x="30912" y="0"/>
                  </a:cubicBezTo>
                  <a:close/>
                </a:path>
              </a:pathLst>
            </a:custGeom>
            <a:grpFill/>
            <a:ln w="0" cap="flat">
              <a:noFill/>
              <a:prstDash val="solid"/>
              <a:miter/>
            </a:ln>
          </p:spPr>
          <p:txBody>
            <a:bodyPr rtlCol="0" anchor="ctr"/>
            <a:lstStyle/>
            <a:p>
              <a:endParaRPr lang="en-US"/>
            </a:p>
          </p:txBody>
        </p:sp>
        <p:sp>
          <p:nvSpPr>
            <p:cNvPr id="44" name="Freeform 43">
              <a:extLst>
                <a:ext uri="{FF2B5EF4-FFF2-40B4-BE49-F238E27FC236}">
                  <a16:creationId xmlns:a16="http://schemas.microsoft.com/office/drawing/2014/main" id="{C2AE8333-C5EC-BE24-495F-6BD7512C81AD}"/>
                </a:ext>
              </a:extLst>
            </p:cNvPr>
            <p:cNvSpPr/>
            <p:nvPr/>
          </p:nvSpPr>
          <p:spPr>
            <a:xfrm>
              <a:off x="3571963" y="4931952"/>
              <a:ext cx="635312" cy="635312"/>
            </a:xfrm>
            <a:custGeom>
              <a:avLst/>
              <a:gdLst>
                <a:gd name="connsiteX0" fmla="*/ 587330 w 635312"/>
                <a:gd name="connsiteY0" fmla="*/ 0 h 635312"/>
                <a:gd name="connsiteX1" fmla="*/ 48444 w 635312"/>
                <a:gd name="connsiteY1" fmla="*/ 0 h 635312"/>
                <a:gd name="connsiteX2" fmla="*/ 0 w 635312"/>
                <a:gd name="connsiteY2" fmla="*/ 48444 h 635312"/>
                <a:gd name="connsiteX3" fmla="*/ 0 w 635312"/>
                <a:gd name="connsiteY3" fmla="*/ 586869 h 635312"/>
                <a:gd name="connsiteX4" fmla="*/ 48444 w 635312"/>
                <a:gd name="connsiteY4" fmla="*/ 635313 h 635312"/>
                <a:gd name="connsiteX5" fmla="*/ 586869 w 635312"/>
                <a:gd name="connsiteY5" fmla="*/ 635313 h 635312"/>
                <a:gd name="connsiteX6" fmla="*/ 635313 w 635312"/>
                <a:gd name="connsiteY6" fmla="*/ 586869 h 635312"/>
                <a:gd name="connsiteX7" fmla="*/ 635313 w 635312"/>
                <a:gd name="connsiteY7" fmla="*/ 48444 h 635312"/>
                <a:gd name="connsiteX8" fmla="*/ 586869 w 635312"/>
                <a:gd name="connsiteY8" fmla="*/ 0 h 635312"/>
                <a:gd name="connsiteX9" fmla="*/ 204850 w 635312"/>
                <a:gd name="connsiteY9" fmla="*/ 373252 h 635312"/>
                <a:gd name="connsiteX10" fmla="*/ 194239 w 635312"/>
                <a:gd name="connsiteY10" fmla="*/ 347877 h 635312"/>
                <a:gd name="connsiteX11" fmla="*/ 130569 w 635312"/>
                <a:gd name="connsiteY11" fmla="*/ 347877 h 635312"/>
                <a:gd name="connsiteX12" fmla="*/ 119957 w 635312"/>
                <a:gd name="connsiteY12" fmla="*/ 373252 h 635312"/>
                <a:gd name="connsiteX13" fmla="*/ 93198 w 635312"/>
                <a:gd name="connsiteY13" fmla="*/ 373252 h 635312"/>
                <a:gd name="connsiteX14" fmla="*/ 149024 w 635312"/>
                <a:gd name="connsiteY14" fmla="*/ 239915 h 635312"/>
                <a:gd name="connsiteX15" fmla="*/ 175784 w 635312"/>
                <a:gd name="connsiteY15" fmla="*/ 239915 h 635312"/>
                <a:gd name="connsiteX16" fmla="*/ 231610 w 635312"/>
                <a:gd name="connsiteY16" fmla="*/ 373252 h 635312"/>
                <a:gd name="connsiteX17" fmla="*/ 204850 w 635312"/>
                <a:gd name="connsiteY17" fmla="*/ 373252 h 635312"/>
                <a:gd name="connsiteX18" fmla="*/ 371407 w 635312"/>
                <a:gd name="connsiteY18" fmla="*/ 306814 h 635312"/>
                <a:gd name="connsiteX19" fmla="*/ 353413 w 635312"/>
                <a:gd name="connsiteY19" fmla="*/ 322501 h 635312"/>
                <a:gd name="connsiteX20" fmla="*/ 328037 w 635312"/>
                <a:gd name="connsiteY20" fmla="*/ 328037 h 635312"/>
                <a:gd name="connsiteX21" fmla="*/ 293896 w 635312"/>
                <a:gd name="connsiteY21" fmla="*/ 328037 h 635312"/>
                <a:gd name="connsiteX22" fmla="*/ 293896 w 635312"/>
                <a:gd name="connsiteY22" fmla="*/ 372791 h 635312"/>
                <a:gd name="connsiteX23" fmla="*/ 269904 w 635312"/>
                <a:gd name="connsiteY23" fmla="*/ 372791 h 635312"/>
                <a:gd name="connsiteX24" fmla="*/ 269904 w 635312"/>
                <a:gd name="connsiteY24" fmla="*/ 239453 h 635312"/>
                <a:gd name="connsiteX25" fmla="*/ 328037 w 635312"/>
                <a:gd name="connsiteY25" fmla="*/ 239453 h 635312"/>
                <a:gd name="connsiteX26" fmla="*/ 353413 w 635312"/>
                <a:gd name="connsiteY26" fmla="*/ 244990 h 635312"/>
                <a:gd name="connsiteX27" fmla="*/ 371407 w 635312"/>
                <a:gd name="connsiteY27" fmla="*/ 260677 h 635312"/>
                <a:gd name="connsiteX28" fmla="*/ 377866 w 635312"/>
                <a:gd name="connsiteY28" fmla="*/ 283745 h 635312"/>
                <a:gd name="connsiteX29" fmla="*/ 371407 w 635312"/>
                <a:gd name="connsiteY29" fmla="*/ 306814 h 635312"/>
                <a:gd name="connsiteX30" fmla="*/ 521353 w 635312"/>
                <a:gd name="connsiteY30" fmla="*/ 306814 h 635312"/>
                <a:gd name="connsiteX31" fmla="*/ 503360 w 635312"/>
                <a:gd name="connsiteY31" fmla="*/ 322501 h 635312"/>
                <a:gd name="connsiteX32" fmla="*/ 477984 w 635312"/>
                <a:gd name="connsiteY32" fmla="*/ 328037 h 635312"/>
                <a:gd name="connsiteX33" fmla="*/ 443842 w 635312"/>
                <a:gd name="connsiteY33" fmla="*/ 328037 h 635312"/>
                <a:gd name="connsiteX34" fmla="*/ 443842 w 635312"/>
                <a:gd name="connsiteY34" fmla="*/ 372791 h 635312"/>
                <a:gd name="connsiteX35" fmla="*/ 419851 w 635312"/>
                <a:gd name="connsiteY35" fmla="*/ 372791 h 635312"/>
                <a:gd name="connsiteX36" fmla="*/ 419851 w 635312"/>
                <a:gd name="connsiteY36" fmla="*/ 239453 h 635312"/>
                <a:gd name="connsiteX37" fmla="*/ 477984 w 635312"/>
                <a:gd name="connsiteY37" fmla="*/ 239453 h 635312"/>
                <a:gd name="connsiteX38" fmla="*/ 503360 w 635312"/>
                <a:gd name="connsiteY38" fmla="*/ 244990 h 635312"/>
                <a:gd name="connsiteX39" fmla="*/ 521353 w 635312"/>
                <a:gd name="connsiteY39" fmla="*/ 260677 h 635312"/>
                <a:gd name="connsiteX40" fmla="*/ 527813 w 635312"/>
                <a:gd name="connsiteY40" fmla="*/ 283745 h 635312"/>
                <a:gd name="connsiteX41" fmla="*/ 521353 w 635312"/>
                <a:gd name="connsiteY41" fmla="*/ 306814 h 635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635312" h="635312">
                  <a:moveTo>
                    <a:pt x="587330" y="0"/>
                  </a:moveTo>
                  <a:lnTo>
                    <a:pt x="48444" y="0"/>
                  </a:lnTo>
                  <a:cubicBezTo>
                    <a:pt x="21685" y="0"/>
                    <a:pt x="0" y="21685"/>
                    <a:pt x="0" y="48444"/>
                  </a:cubicBezTo>
                  <a:lnTo>
                    <a:pt x="0" y="586869"/>
                  </a:lnTo>
                  <a:cubicBezTo>
                    <a:pt x="0" y="613628"/>
                    <a:pt x="21685" y="635313"/>
                    <a:pt x="48444" y="635313"/>
                  </a:cubicBezTo>
                  <a:lnTo>
                    <a:pt x="586869" y="635313"/>
                  </a:lnTo>
                  <a:cubicBezTo>
                    <a:pt x="613628" y="635313"/>
                    <a:pt x="635313" y="613628"/>
                    <a:pt x="635313" y="586869"/>
                  </a:cubicBezTo>
                  <a:lnTo>
                    <a:pt x="635313" y="48444"/>
                  </a:lnTo>
                  <a:cubicBezTo>
                    <a:pt x="635313" y="21685"/>
                    <a:pt x="613628" y="0"/>
                    <a:pt x="586869" y="0"/>
                  </a:cubicBezTo>
                  <a:close/>
                  <a:moveTo>
                    <a:pt x="204850" y="373252"/>
                  </a:moveTo>
                  <a:lnTo>
                    <a:pt x="194239" y="347877"/>
                  </a:lnTo>
                  <a:lnTo>
                    <a:pt x="130569" y="347877"/>
                  </a:lnTo>
                  <a:lnTo>
                    <a:pt x="119957" y="373252"/>
                  </a:lnTo>
                  <a:lnTo>
                    <a:pt x="93198" y="373252"/>
                  </a:lnTo>
                  <a:lnTo>
                    <a:pt x="149024" y="239915"/>
                  </a:lnTo>
                  <a:lnTo>
                    <a:pt x="175784" y="239915"/>
                  </a:lnTo>
                  <a:lnTo>
                    <a:pt x="231610" y="373252"/>
                  </a:lnTo>
                  <a:lnTo>
                    <a:pt x="204850" y="373252"/>
                  </a:lnTo>
                  <a:close/>
                  <a:moveTo>
                    <a:pt x="371407" y="306814"/>
                  </a:moveTo>
                  <a:cubicBezTo>
                    <a:pt x="367254" y="313735"/>
                    <a:pt x="361256" y="318810"/>
                    <a:pt x="353413" y="322501"/>
                  </a:cubicBezTo>
                  <a:cubicBezTo>
                    <a:pt x="345570" y="326192"/>
                    <a:pt x="337265" y="328037"/>
                    <a:pt x="328037" y="328037"/>
                  </a:cubicBezTo>
                  <a:lnTo>
                    <a:pt x="293896" y="328037"/>
                  </a:lnTo>
                  <a:lnTo>
                    <a:pt x="293896" y="372791"/>
                  </a:lnTo>
                  <a:lnTo>
                    <a:pt x="269904" y="372791"/>
                  </a:lnTo>
                  <a:lnTo>
                    <a:pt x="269904" y="239453"/>
                  </a:lnTo>
                  <a:lnTo>
                    <a:pt x="328037" y="239453"/>
                  </a:lnTo>
                  <a:cubicBezTo>
                    <a:pt x="337265" y="239453"/>
                    <a:pt x="346031" y="241299"/>
                    <a:pt x="353413" y="244990"/>
                  </a:cubicBezTo>
                  <a:cubicBezTo>
                    <a:pt x="361256" y="248681"/>
                    <a:pt x="366793" y="254217"/>
                    <a:pt x="371407" y="260677"/>
                  </a:cubicBezTo>
                  <a:cubicBezTo>
                    <a:pt x="375559" y="267597"/>
                    <a:pt x="377866" y="274979"/>
                    <a:pt x="377866" y="283745"/>
                  </a:cubicBezTo>
                  <a:cubicBezTo>
                    <a:pt x="377866" y="292512"/>
                    <a:pt x="375559" y="299894"/>
                    <a:pt x="371407" y="306814"/>
                  </a:cubicBezTo>
                  <a:close/>
                  <a:moveTo>
                    <a:pt x="521353" y="306814"/>
                  </a:moveTo>
                  <a:cubicBezTo>
                    <a:pt x="517201" y="313735"/>
                    <a:pt x="511203" y="318810"/>
                    <a:pt x="503360" y="322501"/>
                  </a:cubicBezTo>
                  <a:cubicBezTo>
                    <a:pt x="495516" y="326192"/>
                    <a:pt x="487212" y="328037"/>
                    <a:pt x="477984" y="328037"/>
                  </a:cubicBezTo>
                  <a:lnTo>
                    <a:pt x="443842" y="328037"/>
                  </a:lnTo>
                  <a:lnTo>
                    <a:pt x="443842" y="372791"/>
                  </a:lnTo>
                  <a:lnTo>
                    <a:pt x="419851" y="372791"/>
                  </a:lnTo>
                  <a:lnTo>
                    <a:pt x="419851" y="239453"/>
                  </a:lnTo>
                  <a:lnTo>
                    <a:pt x="477984" y="239453"/>
                  </a:lnTo>
                  <a:cubicBezTo>
                    <a:pt x="487212" y="239453"/>
                    <a:pt x="495978" y="241299"/>
                    <a:pt x="503360" y="244990"/>
                  </a:cubicBezTo>
                  <a:cubicBezTo>
                    <a:pt x="511203" y="248681"/>
                    <a:pt x="516740" y="254217"/>
                    <a:pt x="521353" y="260677"/>
                  </a:cubicBezTo>
                  <a:cubicBezTo>
                    <a:pt x="525506" y="267597"/>
                    <a:pt x="527813" y="274979"/>
                    <a:pt x="527813" y="283745"/>
                  </a:cubicBezTo>
                  <a:cubicBezTo>
                    <a:pt x="527813" y="292512"/>
                    <a:pt x="525506" y="299894"/>
                    <a:pt x="521353" y="306814"/>
                  </a:cubicBezTo>
                  <a:close/>
                </a:path>
              </a:pathLst>
            </a:custGeom>
            <a:grpFill/>
            <a:ln w="0" cap="flat">
              <a:noFill/>
              <a:prstDash val="solid"/>
              <a:miter/>
            </a:ln>
          </p:spPr>
          <p:txBody>
            <a:bodyPr rtlCol="0" anchor="ctr"/>
            <a:lstStyle/>
            <a:p>
              <a:endParaRPr lang="en-US"/>
            </a:p>
          </p:txBody>
        </p:sp>
      </p:grpSp>
      <p:grpSp>
        <p:nvGrpSpPr>
          <p:cNvPr id="46" name="Graphic 29">
            <a:extLst>
              <a:ext uri="{FF2B5EF4-FFF2-40B4-BE49-F238E27FC236}">
                <a16:creationId xmlns:a16="http://schemas.microsoft.com/office/drawing/2014/main" id="{144FDDA9-4C70-9D69-425E-A44FE8EA5D85}"/>
              </a:ext>
            </a:extLst>
          </p:cNvPr>
          <p:cNvGrpSpPr>
            <a:grpSpLocks noChangeAspect="1"/>
          </p:cNvGrpSpPr>
          <p:nvPr/>
        </p:nvGrpSpPr>
        <p:grpSpPr>
          <a:xfrm>
            <a:off x="3631556" y="4010368"/>
            <a:ext cx="316712" cy="316712"/>
            <a:chOff x="10939930" y="3059202"/>
            <a:chExt cx="559537" cy="559537"/>
          </a:xfrm>
          <a:solidFill>
            <a:schemeClr val="accent5"/>
          </a:solidFill>
        </p:grpSpPr>
        <p:grpSp>
          <p:nvGrpSpPr>
            <p:cNvPr id="47" name="Graphic 29">
              <a:extLst>
                <a:ext uri="{FF2B5EF4-FFF2-40B4-BE49-F238E27FC236}">
                  <a16:creationId xmlns:a16="http://schemas.microsoft.com/office/drawing/2014/main" id="{8B98F151-7B9A-78A5-D9A7-26C6C5D88D8A}"/>
                </a:ext>
              </a:extLst>
            </p:cNvPr>
            <p:cNvGrpSpPr/>
            <p:nvPr/>
          </p:nvGrpSpPr>
          <p:grpSpPr>
            <a:xfrm>
              <a:off x="11041264" y="3396446"/>
              <a:ext cx="356469" cy="120558"/>
              <a:chOff x="11041264" y="3396446"/>
              <a:chExt cx="356469" cy="120558"/>
            </a:xfrm>
            <a:grpFill/>
          </p:grpSpPr>
          <p:sp>
            <p:nvSpPr>
              <p:cNvPr id="53" name="Freeform 52">
                <a:extLst>
                  <a:ext uri="{FF2B5EF4-FFF2-40B4-BE49-F238E27FC236}">
                    <a16:creationId xmlns:a16="http://schemas.microsoft.com/office/drawing/2014/main" id="{66A97D17-D69B-6EBF-D60B-F7D904AC76ED}"/>
                  </a:ext>
                </a:extLst>
              </p:cNvPr>
              <p:cNvSpPr/>
              <p:nvPr/>
            </p:nvSpPr>
            <p:spPr>
              <a:xfrm>
                <a:off x="11277175" y="3396446"/>
                <a:ext cx="120558" cy="120558"/>
              </a:xfrm>
              <a:custGeom>
                <a:avLst/>
                <a:gdLst>
                  <a:gd name="connsiteX0" fmla="*/ 120559 w 120558"/>
                  <a:gd name="connsiteY0" fmla="*/ 0 h 120558"/>
                  <a:gd name="connsiteX1" fmla="*/ 0 w 120558"/>
                  <a:gd name="connsiteY1" fmla="*/ 0 h 120558"/>
                  <a:gd name="connsiteX2" fmla="*/ 0 w 120558"/>
                  <a:gd name="connsiteY2" fmla="*/ 120559 h 120558"/>
                  <a:gd name="connsiteX3" fmla="*/ 120559 w 120558"/>
                  <a:gd name="connsiteY3" fmla="*/ 120559 h 120558"/>
                  <a:gd name="connsiteX4" fmla="*/ 120559 w 120558"/>
                  <a:gd name="connsiteY4" fmla="*/ 0 h 120558"/>
                  <a:gd name="connsiteX5" fmla="*/ 36849 w 120558"/>
                  <a:gd name="connsiteY5" fmla="*/ 97328 h 120558"/>
                  <a:gd name="connsiteX6" fmla="*/ 24833 w 120558"/>
                  <a:gd name="connsiteY6" fmla="*/ 97328 h 120558"/>
                  <a:gd name="connsiteX7" fmla="*/ 24833 w 120558"/>
                  <a:gd name="connsiteY7" fmla="*/ 23631 h 120558"/>
                  <a:gd name="connsiteX8" fmla="*/ 36849 w 120558"/>
                  <a:gd name="connsiteY8" fmla="*/ 23631 h 120558"/>
                  <a:gd name="connsiteX9" fmla="*/ 36849 w 120558"/>
                  <a:gd name="connsiteY9" fmla="*/ 97328 h 120558"/>
                  <a:gd name="connsiteX10" fmla="*/ 66488 w 120558"/>
                  <a:gd name="connsiteY10" fmla="*/ 97328 h 120558"/>
                  <a:gd name="connsiteX11" fmla="*/ 54472 w 120558"/>
                  <a:gd name="connsiteY11" fmla="*/ 97328 h 120558"/>
                  <a:gd name="connsiteX12" fmla="*/ 54472 w 120558"/>
                  <a:gd name="connsiteY12" fmla="*/ 23631 h 120558"/>
                  <a:gd name="connsiteX13" fmla="*/ 66488 w 120558"/>
                  <a:gd name="connsiteY13" fmla="*/ 23631 h 120558"/>
                  <a:gd name="connsiteX14" fmla="*/ 66488 w 120558"/>
                  <a:gd name="connsiteY14" fmla="*/ 97328 h 120558"/>
                  <a:gd name="connsiteX15" fmla="*/ 95726 w 120558"/>
                  <a:gd name="connsiteY15" fmla="*/ 97328 h 120558"/>
                  <a:gd name="connsiteX16" fmla="*/ 83710 w 120558"/>
                  <a:gd name="connsiteY16" fmla="*/ 97328 h 120558"/>
                  <a:gd name="connsiteX17" fmla="*/ 83710 w 120558"/>
                  <a:gd name="connsiteY17" fmla="*/ 23631 h 120558"/>
                  <a:gd name="connsiteX18" fmla="*/ 95726 w 120558"/>
                  <a:gd name="connsiteY18" fmla="*/ 23631 h 120558"/>
                  <a:gd name="connsiteX19" fmla="*/ 95726 w 120558"/>
                  <a:gd name="connsiteY19" fmla="*/ 97328 h 120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0558" h="120558">
                    <a:moveTo>
                      <a:pt x="120559" y="0"/>
                    </a:moveTo>
                    <a:lnTo>
                      <a:pt x="0" y="0"/>
                    </a:lnTo>
                    <a:lnTo>
                      <a:pt x="0" y="120559"/>
                    </a:lnTo>
                    <a:lnTo>
                      <a:pt x="120559" y="120559"/>
                    </a:lnTo>
                    <a:lnTo>
                      <a:pt x="120559" y="0"/>
                    </a:lnTo>
                    <a:close/>
                    <a:moveTo>
                      <a:pt x="36849" y="97328"/>
                    </a:moveTo>
                    <a:lnTo>
                      <a:pt x="24833" y="97328"/>
                    </a:lnTo>
                    <a:lnTo>
                      <a:pt x="24833" y="23631"/>
                    </a:lnTo>
                    <a:lnTo>
                      <a:pt x="36849" y="23631"/>
                    </a:lnTo>
                    <a:lnTo>
                      <a:pt x="36849" y="97328"/>
                    </a:lnTo>
                    <a:close/>
                    <a:moveTo>
                      <a:pt x="66488" y="97328"/>
                    </a:moveTo>
                    <a:lnTo>
                      <a:pt x="54472" y="97328"/>
                    </a:lnTo>
                    <a:lnTo>
                      <a:pt x="54472" y="23631"/>
                    </a:lnTo>
                    <a:lnTo>
                      <a:pt x="66488" y="23631"/>
                    </a:lnTo>
                    <a:lnTo>
                      <a:pt x="66488" y="97328"/>
                    </a:lnTo>
                    <a:close/>
                    <a:moveTo>
                      <a:pt x="95726" y="97328"/>
                    </a:moveTo>
                    <a:lnTo>
                      <a:pt x="83710" y="97328"/>
                    </a:lnTo>
                    <a:lnTo>
                      <a:pt x="83710" y="23631"/>
                    </a:lnTo>
                    <a:lnTo>
                      <a:pt x="95726" y="23631"/>
                    </a:lnTo>
                    <a:lnTo>
                      <a:pt x="95726" y="97328"/>
                    </a:lnTo>
                    <a:close/>
                  </a:path>
                </a:pathLst>
              </a:custGeom>
              <a:grpFill/>
              <a:ln w="0"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A0FA71B4-8A4C-FC55-7B1E-CDE62862CAFE}"/>
                  </a:ext>
                </a:extLst>
              </p:cNvPr>
              <p:cNvSpPr/>
              <p:nvPr/>
            </p:nvSpPr>
            <p:spPr>
              <a:xfrm>
                <a:off x="11041264" y="3396446"/>
                <a:ext cx="120558" cy="120558"/>
              </a:xfrm>
              <a:custGeom>
                <a:avLst/>
                <a:gdLst>
                  <a:gd name="connsiteX0" fmla="*/ 120559 w 120558"/>
                  <a:gd name="connsiteY0" fmla="*/ 0 h 120558"/>
                  <a:gd name="connsiteX1" fmla="*/ 0 w 120558"/>
                  <a:gd name="connsiteY1" fmla="*/ 0 h 120558"/>
                  <a:gd name="connsiteX2" fmla="*/ 0 w 120558"/>
                  <a:gd name="connsiteY2" fmla="*/ 120559 h 120558"/>
                  <a:gd name="connsiteX3" fmla="*/ 120559 w 120558"/>
                  <a:gd name="connsiteY3" fmla="*/ 120559 h 120558"/>
                  <a:gd name="connsiteX4" fmla="*/ 120559 w 120558"/>
                  <a:gd name="connsiteY4" fmla="*/ 0 h 120558"/>
                  <a:gd name="connsiteX5" fmla="*/ 36849 w 120558"/>
                  <a:gd name="connsiteY5" fmla="*/ 97328 h 120558"/>
                  <a:gd name="connsiteX6" fmla="*/ 24833 w 120558"/>
                  <a:gd name="connsiteY6" fmla="*/ 97328 h 120558"/>
                  <a:gd name="connsiteX7" fmla="*/ 24833 w 120558"/>
                  <a:gd name="connsiteY7" fmla="*/ 23631 h 120558"/>
                  <a:gd name="connsiteX8" fmla="*/ 36849 w 120558"/>
                  <a:gd name="connsiteY8" fmla="*/ 23631 h 120558"/>
                  <a:gd name="connsiteX9" fmla="*/ 36849 w 120558"/>
                  <a:gd name="connsiteY9" fmla="*/ 97328 h 120558"/>
                  <a:gd name="connsiteX10" fmla="*/ 66488 w 120558"/>
                  <a:gd name="connsiteY10" fmla="*/ 97328 h 120558"/>
                  <a:gd name="connsiteX11" fmla="*/ 54472 w 120558"/>
                  <a:gd name="connsiteY11" fmla="*/ 97328 h 120558"/>
                  <a:gd name="connsiteX12" fmla="*/ 54472 w 120558"/>
                  <a:gd name="connsiteY12" fmla="*/ 23631 h 120558"/>
                  <a:gd name="connsiteX13" fmla="*/ 66488 w 120558"/>
                  <a:gd name="connsiteY13" fmla="*/ 23631 h 120558"/>
                  <a:gd name="connsiteX14" fmla="*/ 66488 w 120558"/>
                  <a:gd name="connsiteY14" fmla="*/ 97328 h 120558"/>
                  <a:gd name="connsiteX15" fmla="*/ 95726 w 120558"/>
                  <a:gd name="connsiteY15" fmla="*/ 97328 h 120558"/>
                  <a:gd name="connsiteX16" fmla="*/ 83710 w 120558"/>
                  <a:gd name="connsiteY16" fmla="*/ 97328 h 120558"/>
                  <a:gd name="connsiteX17" fmla="*/ 83710 w 120558"/>
                  <a:gd name="connsiteY17" fmla="*/ 23631 h 120558"/>
                  <a:gd name="connsiteX18" fmla="*/ 95726 w 120558"/>
                  <a:gd name="connsiteY18" fmla="*/ 23631 h 120558"/>
                  <a:gd name="connsiteX19" fmla="*/ 95726 w 120558"/>
                  <a:gd name="connsiteY19" fmla="*/ 97328 h 120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0558" h="120558">
                    <a:moveTo>
                      <a:pt x="120559" y="0"/>
                    </a:moveTo>
                    <a:lnTo>
                      <a:pt x="0" y="0"/>
                    </a:lnTo>
                    <a:lnTo>
                      <a:pt x="0" y="120559"/>
                    </a:lnTo>
                    <a:lnTo>
                      <a:pt x="120559" y="120559"/>
                    </a:lnTo>
                    <a:lnTo>
                      <a:pt x="120559" y="0"/>
                    </a:lnTo>
                    <a:close/>
                    <a:moveTo>
                      <a:pt x="36849" y="97328"/>
                    </a:moveTo>
                    <a:lnTo>
                      <a:pt x="24833" y="97328"/>
                    </a:lnTo>
                    <a:lnTo>
                      <a:pt x="24833" y="23631"/>
                    </a:lnTo>
                    <a:lnTo>
                      <a:pt x="36849" y="23631"/>
                    </a:lnTo>
                    <a:lnTo>
                      <a:pt x="36849" y="97328"/>
                    </a:lnTo>
                    <a:close/>
                    <a:moveTo>
                      <a:pt x="66488" y="97328"/>
                    </a:moveTo>
                    <a:lnTo>
                      <a:pt x="54472" y="97328"/>
                    </a:lnTo>
                    <a:lnTo>
                      <a:pt x="54472" y="23631"/>
                    </a:lnTo>
                    <a:lnTo>
                      <a:pt x="66488" y="23631"/>
                    </a:lnTo>
                    <a:lnTo>
                      <a:pt x="66488" y="97328"/>
                    </a:lnTo>
                    <a:close/>
                    <a:moveTo>
                      <a:pt x="95726" y="97328"/>
                    </a:moveTo>
                    <a:lnTo>
                      <a:pt x="83710" y="97328"/>
                    </a:lnTo>
                    <a:lnTo>
                      <a:pt x="83710" y="23631"/>
                    </a:lnTo>
                    <a:lnTo>
                      <a:pt x="95726" y="23631"/>
                    </a:lnTo>
                    <a:lnTo>
                      <a:pt x="95726" y="97328"/>
                    </a:lnTo>
                    <a:close/>
                  </a:path>
                </a:pathLst>
              </a:custGeom>
              <a:grpFill/>
              <a:ln w="0" cap="flat">
                <a:noFill/>
                <a:prstDash val="solid"/>
                <a:miter/>
              </a:ln>
            </p:spPr>
            <p:txBody>
              <a:bodyPr rtlCol="0" anchor="ctr"/>
              <a:lstStyle/>
              <a:p>
                <a:endParaRPr lang="en-US"/>
              </a:p>
            </p:txBody>
          </p:sp>
        </p:grpSp>
        <p:grpSp>
          <p:nvGrpSpPr>
            <p:cNvPr id="48" name="Graphic 29">
              <a:extLst>
                <a:ext uri="{FF2B5EF4-FFF2-40B4-BE49-F238E27FC236}">
                  <a16:creationId xmlns:a16="http://schemas.microsoft.com/office/drawing/2014/main" id="{0E2FE03A-B009-6812-1E69-467A2707938D}"/>
                </a:ext>
              </a:extLst>
            </p:cNvPr>
            <p:cNvGrpSpPr/>
            <p:nvPr/>
          </p:nvGrpSpPr>
          <p:grpSpPr>
            <a:xfrm>
              <a:off x="10939930" y="3059202"/>
              <a:ext cx="559537" cy="559537"/>
              <a:chOff x="10939930" y="3059202"/>
              <a:chExt cx="559537" cy="559537"/>
            </a:xfrm>
            <a:grpFill/>
          </p:grpSpPr>
          <p:sp>
            <p:nvSpPr>
              <p:cNvPr id="49" name="Freeform 48">
                <a:extLst>
                  <a:ext uri="{FF2B5EF4-FFF2-40B4-BE49-F238E27FC236}">
                    <a16:creationId xmlns:a16="http://schemas.microsoft.com/office/drawing/2014/main" id="{4B3BCD55-BB5F-F8BB-90E9-BD9481BA3284}"/>
                  </a:ext>
                </a:extLst>
              </p:cNvPr>
              <p:cNvSpPr/>
              <p:nvPr/>
            </p:nvSpPr>
            <p:spPr>
              <a:xfrm>
                <a:off x="11329644" y="3168946"/>
                <a:ext cx="44859" cy="33243"/>
              </a:xfrm>
              <a:custGeom>
                <a:avLst/>
                <a:gdLst>
                  <a:gd name="connsiteX0" fmla="*/ 38851 w 44859"/>
                  <a:gd name="connsiteY0" fmla="*/ 28437 h 33243"/>
                  <a:gd name="connsiteX1" fmla="*/ 44859 w 44859"/>
                  <a:gd name="connsiteY1" fmla="*/ 16422 h 33243"/>
                  <a:gd name="connsiteX2" fmla="*/ 38851 w 44859"/>
                  <a:gd name="connsiteY2" fmla="*/ 4406 h 33243"/>
                  <a:gd name="connsiteX3" fmla="*/ 23631 w 44859"/>
                  <a:gd name="connsiteY3" fmla="*/ 0 h 33243"/>
                  <a:gd name="connsiteX4" fmla="*/ 0 w 44859"/>
                  <a:gd name="connsiteY4" fmla="*/ 0 h 33243"/>
                  <a:gd name="connsiteX5" fmla="*/ 0 w 44859"/>
                  <a:gd name="connsiteY5" fmla="*/ 33244 h 33243"/>
                  <a:gd name="connsiteX6" fmla="*/ 23631 w 44859"/>
                  <a:gd name="connsiteY6" fmla="*/ 33244 h 33243"/>
                  <a:gd name="connsiteX7" fmla="*/ 38851 w 44859"/>
                  <a:gd name="connsiteY7" fmla="*/ 28838 h 3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859" h="33243">
                    <a:moveTo>
                      <a:pt x="38851" y="28437"/>
                    </a:moveTo>
                    <a:cubicBezTo>
                      <a:pt x="42856" y="25634"/>
                      <a:pt x="44859" y="21228"/>
                      <a:pt x="44859" y="16422"/>
                    </a:cubicBezTo>
                    <a:cubicBezTo>
                      <a:pt x="44859" y="11615"/>
                      <a:pt x="42856" y="7209"/>
                      <a:pt x="38851" y="4406"/>
                    </a:cubicBezTo>
                    <a:cubicBezTo>
                      <a:pt x="34846" y="1602"/>
                      <a:pt x="30040" y="0"/>
                      <a:pt x="23631" y="0"/>
                    </a:cubicBezTo>
                    <a:lnTo>
                      <a:pt x="0" y="0"/>
                    </a:lnTo>
                    <a:lnTo>
                      <a:pt x="0" y="33244"/>
                    </a:lnTo>
                    <a:lnTo>
                      <a:pt x="23631" y="33244"/>
                    </a:lnTo>
                    <a:cubicBezTo>
                      <a:pt x="30040" y="33244"/>
                      <a:pt x="35246" y="31642"/>
                      <a:pt x="38851" y="28838"/>
                    </a:cubicBezTo>
                    <a:close/>
                  </a:path>
                </a:pathLst>
              </a:custGeom>
              <a:grpFill/>
              <a:ln w="0" cap="flat">
                <a:noFill/>
                <a:prstDash val="solid"/>
                <a:miter/>
              </a:ln>
            </p:spPr>
            <p:txBody>
              <a:bodyPr rtlCol="0" anchor="ctr"/>
              <a:lstStyle/>
              <a:p>
                <a:endParaRPr lang="en-US"/>
              </a:p>
            </p:txBody>
          </p:sp>
          <p:sp>
            <p:nvSpPr>
              <p:cNvPr id="50" name="Freeform 49">
                <a:extLst>
                  <a:ext uri="{FF2B5EF4-FFF2-40B4-BE49-F238E27FC236}">
                    <a16:creationId xmlns:a16="http://schemas.microsoft.com/office/drawing/2014/main" id="{8FCFD37A-CD99-F3BD-D4E5-D98F477FE613}"/>
                  </a:ext>
                </a:extLst>
              </p:cNvPr>
              <p:cNvSpPr/>
              <p:nvPr/>
            </p:nvSpPr>
            <p:spPr>
              <a:xfrm>
                <a:off x="11103746" y="3176156"/>
                <a:ext cx="35646" cy="42856"/>
              </a:xfrm>
              <a:custGeom>
                <a:avLst/>
                <a:gdLst>
                  <a:gd name="connsiteX0" fmla="*/ 0 w 35646"/>
                  <a:gd name="connsiteY0" fmla="*/ 42856 h 42856"/>
                  <a:gd name="connsiteX1" fmla="*/ 35647 w 35646"/>
                  <a:gd name="connsiteY1" fmla="*/ 42856 h 42856"/>
                  <a:gd name="connsiteX2" fmla="*/ 18024 w 35646"/>
                  <a:gd name="connsiteY2" fmla="*/ 0 h 42856"/>
                  <a:gd name="connsiteX3" fmla="*/ 0 w 35646"/>
                  <a:gd name="connsiteY3" fmla="*/ 42856 h 42856"/>
                </a:gdLst>
                <a:ahLst/>
                <a:cxnLst>
                  <a:cxn ang="0">
                    <a:pos x="connsiteX0" y="connsiteY0"/>
                  </a:cxn>
                  <a:cxn ang="0">
                    <a:pos x="connsiteX1" y="connsiteY1"/>
                  </a:cxn>
                  <a:cxn ang="0">
                    <a:pos x="connsiteX2" y="connsiteY2"/>
                  </a:cxn>
                  <a:cxn ang="0">
                    <a:pos x="connsiteX3" y="connsiteY3"/>
                  </a:cxn>
                </a:cxnLst>
                <a:rect l="l" t="t" r="r" b="b"/>
                <a:pathLst>
                  <a:path w="35646" h="42856">
                    <a:moveTo>
                      <a:pt x="0" y="42856"/>
                    </a:moveTo>
                    <a:lnTo>
                      <a:pt x="35647" y="42856"/>
                    </a:lnTo>
                    <a:lnTo>
                      <a:pt x="18024" y="0"/>
                    </a:lnTo>
                    <a:lnTo>
                      <a:pt x="0" y="42856"/>
                    </a:lnTo>
                    <a:close/>
                  </a:path>
                </a:pathLst>
              </a:custGeom>
              <a:grpFill/>
              <a:ln w="0"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E61BF2A2-C912-0CBE-0CBE-7A088C4DF22F}"/>
                  </a:ext>
                </a:extLst>
              </p:cNvPr>
              <p:cNvSpPr/>
              <p:nvPr/>
            </p:nvSpPr>
            <p:spPr>
              <a:xfrm>
                <a:off x="11218697" y="3168946"/>
                <a:ext cx="44859" cy="33243"/>
              </a:xfrm>
              <a:custGeom>
                <a:avLst/>
                <a:gdLst>
                  <a:gd name="connsiteX0" fmla="*/ 23631 w 44859"/>
                  <a:gd name="connsiteY0" fmla="*/ 0 h 33243"/>
                  <a:gd name="connsiteX1" fmla="*/ 0 w 44859"/>
                  <a:gd name="connsiteY1" fmla="*/ 0 h 33243"/>
                  <a:gd name="connsiteX2" fmla="*/ 0 w 44859"/>
                  <a:gd name="connsiteY2" fmla="*/ 33244 h 33243"/>
                  <a:gd name="connsiteX3" fmla="*/ 23631 w 44859"/>
                  <a:gd name="connsiteY3" fmla="*/ 33244 h 33243"/>
                  <a:gd name="connsiteX4" fmla="*/ 38851 w 44859"/>
                  <a:gd name="connsiteY4" fmla="*/ 28838 h 33243"/>
                  <a:gd name="connsiteX5" fmla="*/ 44859 w 44859"/>
                  <a:gd name="connsiteY5" fmla="*/ 16822 h 33243"/>
                  <a:gd name="connsiteX6" fmla="*/ 38851 w 44859"/>
                  <a:gd name="connsiteY6" fmla="*/ 4806 h 33243"/>
                  <a:gd name="connsiteX7" fmla="*/ 23631 w 44859"/>
                  <a:gd name="connsiteY7" fmla="*/ 401 h 3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859" h="33243">
                    <a:moveTo>
                      <a:pt x="23631" y="0"/>
                    </a:moveTo>
                    <a:lnTo>
                      <a:pt x="0" y="0"/>
                    </a:lnTo>
                    <a:lnTo>
                      <a:pt x="0" y="33244"/>
                    </a:lnTo>
                    <a:lnTo>
                      <a:pt x="23631" y="33244"/>
                    </a:lnTo>
                    <a:cubicBezTo>
                      <a:pt x="30040" y="33244"/>
                      <a:pt x="35246" y="31642"/>
                      <a:pt x="38851" y="28838"/>
                    </a:cubicBezTo>
                    <a:cubicBezTo>
                      <a:pt x="42456" y="26034"/>
                      <a:pt x="44859" y="21629"/>
                      <a:pt x="44859" y="16822"/>
                    </a:cubicBezTo>
                    <a:cubicBezTo>
                      <a:pt x="44859" y="12016"/>
                      <a:pt x="42857" y="7610"/>
                      <a:pt x="38851" y="4806"/>
                    </a:cubicBezTo>
                    <a:cubicBezTo>
                      <a:pt x="34846" y="2003"/>
                      <a:pt x="30040" y="401"/>
                      <a:pt x="23631" y="401"/>
                    </a:cubicBezTo>
                    <a:close/>
                  </a:path>
                </a:pathLst>
              </a:custGeom>
              <a:grpFill/>
              <a:ln w="0"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3EE2D188-258A-A21A-DDA5-974D4BC85D3F}"/>
                  </a:ext>
                </a:extLst>
              </p:cNvPr>
              <p:cNvSpPr/>
              <p:nvPr/>
            </p:nvSpPr>
            <p:spPr>
              <a:xfrm>
                <a:off x="10939930" y="3059202"/>
                <a:ext cx="559537" cy="559537"/>
              </a:xfrm>
              <a:custGeom>
                <a:avLst/>
                <a:gdLst>
                  <a:gd name="connsiteX0" fmla="*/ 516681 w 559537"/>
                  <a:gd name="connsiteY0" fmla="*/ 401 h 559537"/>
                  <a:gd name="connsiteX1" fmla="*/ 42456 w 559537"/>
                  <a:gd name="connsiteY1" fmla="*/ 401 h 559537"/>
                  <a:gd name="connsiteX2" fmla="*/ 0 w 559537"/>
                  <a:gd name="connsiteY2" fmla="*/ 42856 h 559537"/>
                  <a:gd name="connsiteX3" fmla="*/ 0 w 559537"/>
                  <a:gd name="connsiteY3" fmla="*/ 516681 h 559537"/>
                  <a:gd name="connsiteX4" fmla="*/ 42857 w 559537"/>
                  <a:gd name="connsiteY4" fmla="*/ 559538 h 559537"/>
                  <a:gd name="connsiteX5" fmla="*/ 516681 w 559537"/>
                  <a:gd name="connsiteY5" fmla="*/ 559538 h 559537"/>
                  <a:gd name="connsiteX6" fmla="*/ 559538 w 559537"/>
                  <a:gd name="connsiteY6" fmla="*/ 516681 h 559537"/>
                  <a:gd name="connsiteX7" fmla="*/ 559538 w 559537"/>
                  <a:gd name="connsiteY7" fmla="*/ 42856 h 559537"/>
                  <a:gd name="connsiteX8" fmla="*/ 516681 w 559537"/>
                  <a:gd name="connsiteY8" fmla="*/ 0 h 559537"/>
                  <a:gd name="connsiteX9" fmla="*/ 371289 w 559537"/>
                  <a:gd name="connsiteY9" fmla="*/ 92522 h 559537"/>
                  <a:gd name="connsiteX10" fmla="*/ 415348 w 559537"/>
                  <a:gd name="connsiteY10" fmla="*/ 92522 h 559537"/>
                  <a:gd name="connsiteX11" fmla="*/ 434573 w 559537"/>
                  <a:gd name="connsiteY11" fmla="*/ 96928 h 559537"/>
                  <a:gd name="connsiteX12" fmla="*/ 448191 w 559537"/>
                  <a:gd name="connsiteY12" fmla="*/ 108944 h 559537"/>
                  <a:gd name="connsiteX13" fmla="*/ 452997 w 559537"/>
                  <a:gd name="connsiteY13" fmla="*/ 126166 h 559537"/>
                  <a:gd name="connsiteX14" fmla="*/ 448191 w 559537"/>
                  <a:gd name="connsiteY14" fmla="*/ 143389 h 559537"/>
                  <a:gd name="connsiteX15" fmla="*/ 434573 w 559537"/>
                  <a:gd name="connsiteY15" fmla="*/ 155405 h 559537"/>
                  <a:gd name="connsiteX16" fmla="*/ 415348 w 559537"/>
                  <a:gd name="connsiteY16" fmla="*/ 159811 h 559537"/>
                  <a:gd name="connsiteX17" fmla="*/ 389714 w 559537"/>
                  <a:gd name="connsiteY17" fmla="*/ 159811 h 559537"/>
                  <a:gd name="connsiteX18" fmla="*/ 389714 w 559537"/>
                  <a:gd name="connsiteY18" fmla="*/ 193856 h 559537"/>
                  <a:gd name="connsiteX19" fmla="*/ 371289 w 559537"/>
                  <a:gd name="connsiteY19" fmla="*/ 193856 h 559537"/>
                  <a:gd name="connsiteX20" fmla="*/ 371289 w 559537"/>
                  <a:gd name="connsiteY20" fmla="*/ 92923 h 559537"/>
                  <a:gd name="connsiteX21" fmla="*/ 233908 w 559537"/>
                  <a:gd name="connsiteY21" fmla="*/ 469819 h 559537"/>
                  <a:gd name="connsiteX22" fmla="*/ 89318 w 559537"/>
                  <a:gd name="connsiteY22" fmla="*/ 469819 h 559537"/>
                  <a:gd name="connsiteX23" fmla="*/ 89318 w 559537"/>
                  <a:gd name="connsiteY23" fmla="*/ 325229 h 559537"/>
                  <a:gd name="connsiteX24" fmla="*/ 233908 w 559537"/>
                  <a:gd name="connsiteY24" fmla="*/ 325229 h 559537"/>
                  <a:gd name="connsiteX25" fmla="*/ 233908 w 559537"/>
                  <a:gd name="connsiteY25" fmla="*/ 469819 h 559537"/>
                  <a:gd name="connsiteX26" fmla="*/ 213882 w 559537"/>
                  <a:gd name="connsiteY26" fmla="*/ 193856 h 559537"/>
                  <a:gd name="connsiteX27" fmla="*/ 205871 w 559537"/>
                  <a:gd name="connsiteY27" fmla="*/ 174630 h 559537"/>
                  <a:gd name="connsiteX28" fmla="*/ 157408 w 559537"/>
                  <a:gd name="connsiteY28" fmla="*/ 174630 h 559537"/>
                  <a:gd name="connsiteX29" fmla="*/ 149397 w 559537"/>
                  <a:gd name="connsiteY29" fmla="*/ 193856 h 559537"/>
                  <a:gd name="connsiteX30" fmla="*/ 128970 w 559537"/>
                  <a:gd name="connsiteY30" fmla="*/ 193856 h 559537"/>
                  <a:gd name="connsiteX31" fmla="*/ 171025 w 559537"/>
                  <a:gd name="connsiteY31" fmla="*/ 92923 h 559537"/>
                  <a:gd name="connsiteX32" fmla="*/ 191452 w 559537"/>
                  <a:gd name="connsiteY32" fmla="*/ 92923 h 559537"/>
                  <a:gd name="connsiteX33" fmla="*/ 233508 w 559537"/>
                  <a:gd name="connsiteY33" fmla="*/ 193856 h 559537"/>
                  <a:gd name="connsiteX34" fmla="*/ 213081 w 559537"/>
                  <a:gd name="connsiteY34" fmla="*/ 193856 h 559537"/>
                  <a:gd name="connsiteX35" fmla="*/ 304802 w 559537"/>
                  <a:gd name="connsiteY35" fmla="*/ 159811 h 559537"/>
                  <a:gd name="connsiteX36" fmla="*/ 279168 w 559537"/>
                  <a:gd name="connsiteY36" fmla="*/ 159811 h 559537"/>
                  <a:gd name="connsiteX37" fmla="*/ 279168 w 559537"/>
                  <a:gd name="connsiteY37" fmla="*/ 193856 h 559537"/>
                  <a:gd name="connsiteX38" fmla="*/ 260744 w 559537"/>
                  <a:gd name="connsiteY38" fmla="*/ 193856 h 559537"/>
                  <a:gd name="connsiteX39" fmla="*/ 260744 w 559537"/>
                  <a:gd name="connsiteY39" fmla="*/ 92923 h 559537"/>
                  <a:gd name="connsiteX40" fmla="*/ 304802 w 559537"/>
                  <a:gd name="connsiteY40" fmla="*/ 92923 h 559537"/>
                  <a:gd name="connsiteX41" fmla="*/ 324027 w 559537"/>
                  <a:gd name="connsiteY41" fmla="*/ 97328 h 559537"/>
                  <a:gd name="connsiteX42" fmla="*/ 337645 w 559537"/>
                  <a:gd name="connsiteY42" fmla="*/ 109344 h 559537"/>
                  <a:gd name="connsiteX43" fmla="*/ 342451 w 559537"/>
                  <a:gd name="connsiteY43" fmla="*/ 126567 h 559537"/>
                  <a:gd name="connsiteX44" fmla="*/ 337645 w 559537"/>
                  <a:gd name="connsiteY44" fmla="*/ 143790 h 559537"/>
                  <a:gd name="connsiteX45" fmla="*/ 324027 w 559537"/>
                  <a:gd name="connsiteY45" fmla="*/ 155805 h 559537"/>
                  <a:gd name="connsiteX46" fmla="*/ 304802 w 559537"/>
                  <a:gd name="connsiteY46" fmla="*/ 160211 h 559537"/>
                  <a:gd name="connsiteX47" fmla="*/ 469819 w 559537"/>
                  <a:gd name="connsiteY47" fmla="*/ 469819 h 559537"/>
                  <a:gd name="connsiteX48" fmla="*/ 325229 w 559537"/>
                  <a:gd name="connsiteY48" fmla="*/ 469819 h 559537"/>
                  <a:gd name="connsiteX49" fmla="*/ 325229 w 559537"/>
                  <a:gd name="connsiteY49" fmla="*/ 325229 h 559537"/>
                  <a:gd name="connsiteX50" fmla="*/ 469819 w 559537"/>
                  <a:gd name="connsiteY50" fmla="*/ 325229 h 559537"/>
                  <a:gd name="connsiteX51" fmla="*/ 469819 w 559537"/>
                  <a:gd name="connsiteY51" fmla="*/ 469819 h 55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59537" h="559537">
                    <a:moveTo>
                      <a:pt x="516681" y="401"/>
                    </a:moveTo>
                    <a:lnTo>
                      <a:pt x="42456" y="401"/>
                    </a:lnTo>
                    <a:cubicBezTo>
                      <a:pt x="19225" y="401"/>
                      <a:pt x="0" y="19225"/>
                      <a:pt x="0" y="42856"/>
                    </a:cubicBezTo>
                    <a:lnTo>
                      <a:pt x="0" y="516681"/>
                    </a:lnTo>
                    <a:cubicBezTo>
                      <a:pt x="0" y="540312"/>
                      <a:pt x="19225" y="559538"/>
                      <a:pt x="42857" y="559538"/>
                    </a:cubicBezTo>
                    <a:lnTo>
                      <a:pt x="516681" y="559538"/>
                    </a:lnTo>
                    <a:cubicBezTo>
                      <a:pt x="540312" y="559538"/>
                      <a:pt x="559538" y="540312"/>
                      <a:pt x="559538" y="516681"/>
                    </a:cubicBezTo>
                    <a:lnTo>
                      <a:pt x="559538" y="42856"/>
                    </a:lnTo>
                    <a:cubicBezTo>
                      <a:pt x="559538" y="19225"/>
                      <a:pt x="540312" y="0"/>
                      <a:pt x="516681" y="0"/>
                    </a:cubicBezTo>
                    <a:close/>
                    <a:moveTo>
                      <a:pt x="371289" y="92522"/>
                    </a:moveTo>
                    <a:lnTo>
                      <a:pt x="415348" y="92522"/>
                    </a:lnTo>
                    <a:cubicBezTo>
                      <a:pt x="422557" y="92522"/>
                      <a:pt x="428965" y="94124"/>
                      <a:pt x="434573" y="96928"/>
                    </a:cubicBezTo>
                    <a:cubicBezTo>
                      <a:pt x="440180" y="99731"/>
                      <a:pt x="444987" y="103737"/>
                      <a:pt x="448191" y="108944"/>
                    </a:cubicBezTo>
                    <a:cubicBezTo>
                      <a:pt x="451395" y="114150"/>
                      <a:pt x="452997" y="119758"/>
                      <a:pt x="452997" y="126166"/>
                    </a:cubicBezTo>
                    <a:cubicBezTo>
                      <a:pt x="452997" y="132575"/>
                      <a:pt x="451395" y="138583"/>
                      <a:pt x="448191" y="143389"/>
                    </a:cubicBezTo>
                    <a:cubicBezTo>
                      <a:pt x="444987" y="148596"/>
                      <a:pt x="440180" y="152601"/>
                      <a:pt x="434573" y="155405"/>
                    </a:cubicBezTo>
                    <a:cubicBezTo>
                      <a:pt x="428965" y="158209"/>
                      <a:pt x="422557" y="159811"/>
                      <a:pt x="415348" y="159811"/>
                    </a:cubicBezTo>
                    <a:lnTo>
                      <a:pt x="389714" y="159811"/>
                    </a:lnTo>
                    <a:lnTo>
                      <a:pt x="389714" y="193856"/>
                    </a:lnTo>
                    <a:lnTo>
                      <a:pt x="371289" y="193856"/>
                    </a:lnTo>
                    <a:lnTo>
                      <a:pt x="371289" y="92923"/>
                    </a:lnTo>
                    <a:close/>
                    <a:moveTo>
                      <a:pt x="233908" y="469819"/>
                    </a:moveTo>
                    <a:lnTo>
                      <a:pt x="89318" y="469819"/>
                    </a:lnTo>
                    <a:lnTo>
                      <a:pt x="89318" y="325229"/>
                    </a:lnTo>
                    <a:lnTo>
                      <a:pt x="233908" y="325229"/>
                    </a:lnTo>
                    <a:lnTo>
                      <a:pt x="233908" y="469819"/>
                    </a:lnTo>
                    <a:close/>
                    <a:moveTo>
                      <a:pt x="213882" y="193856"/>
                    </a:moveTo>
                    <a:lnTo>
                      <a:pt x="205871" y="174630"/>
                    </a:lnTo>
                    <a:lnTo>
                      <a:pt x="157408" y="174630"/>
                    </a:lnTo>
                    <a:lnTo>
                      <a:pt x="149397" y="193856"/>
                    </a:lnTo>
                    <a:lnTo>
                      <a:pt x="128970" y="193856"/>
                    </a:lnTo>
                    <a:lnTo>
                      <a:pt x="171025" y="92923"/>
                    </a:lnTo>
                    <a:lnTo>
                      <a:pt x="191452" y="92923"/>
                    </a:lnTo>
                    <a:lnTo>
                      <a:pt x="233508" y="193856"/>
                    </a:lnTo>
                    <a:lnTo>
                      <a:pt x="213081" y="193856"/>
                    </a:lnTo>
                    <a:close/>
                    <a:moveTo>
                      <a:pt x="304802" y="159811"/>
                    </a:moveTo>
                    <a:lnTo>
                      <a:pt x="279168" y="159811"/>
                    </a:lnTo>
                    <a:lnTo>
                      <a:pt x="279168" y="193856"/>
                    </a:lnTo>
                    <a:lnTo>
                      <a:pt x="260744" y="193856"/>
                    </a:lnTo>
                    <a:lnTo>
                      <a:pt x="260744" y="92923"/>
                    </a:lnTo>
                    <a:lnTo>
                      <a:pt x="304802" y="92923"/>
                    </a:lnTo>
                    <a:cubicBezTo>
                      <a:pt x="312011" y="92923"/>
                      <a:pt x="318420" y="94525"/>
                      <a:pt x="324027" y="97328"/>
                    </a:cubicBezTo>
                    <a:cubicBezTo>
                      <a:pt x="329635" y="100132"/>
                      <a:pt x="334441" y="104137"/>
                      <a:pt x="337645" y="109344"/>
                    </a:cubicBezTo>
                    <a:cubicBezTo>
                      <a:pt x="340849" y="114551"/>
                      <a:pt x="342451" y="120158"/>
                      <a:pt x="342451" y="126567"/>
                    </a:cubicBezTo>
                    <a:cubicBezTo>
                      <a:pt x="342451" y="132975"/>
                      <a:pt x="340849" y="138983"/>
                      <a:pt x="337645" y="143790"/>
                    </a:cubicBezTo>
                    <a:cubicBezTo>
                      <a:pt x="334441" y="148996"/>
                      <a:pt x="329635" y="153002"/>
                      <a:pt x="324027" y="155805"/>
                    </a:cubicBezTo>
                    <a:cubicBezTo>
                      <a:pt x="318420" y="158609"/>
                      <a:pt x="312011" y="160211"/>
                      <a:pt x="304802" y="160211"/>
                    </a:cubicBezTo>
                    <a:close/>
                    <a:moveTo>
                      <a:pt x="469819" y="469819"/>
                    </a:moveTo>
                    <a:lnTo>
                      <a:pt x="325229" y="469819"/>
                    </a:lnTo>
                    <a:lnTo>
                      <a:pt x="325229" y="325229"/>
                    </a:lnTo>
                    <a:lnTo>
                      <a:pt x="469819" y="325229"/>
                    </a:lnTo>
                    <a:lnTo>
                      <a:pt x="469819" y="469819"/>
                    </a:lnTo>
                    <a:close/>
                  </a:path>
                </a:pathLst>
              </a:custGeom>
              <a:grpFill/>
              <a:ln w="0" cap="flat">
                <a:noFill/>
                <a:prstDash val="solid"/>
                <a:miter/>
              </a:ln>
            </p:spPr>
            <p:txBody>
              <a:bodyPr rtlCol="0" anchor="ctr"/>
              <a:lstStyle/>
              <a:p>
                <a:endParaRPr lang="en-US"/>
              </a:p>
            </p:txBody>
          </p:sp>
        </p:grpSp>
      </p:grpSp>
      <p:pic>
        <p:nvPicPr>
          <p:cNvPr id="55" name="Graphic 54">
            <a:extLst>
              <a:ext uri="{FF2B5EF4-FFF2-40B4-BE49-F238E27FC236}">
                <a16:creationId xmlns:a16="http://schemas.microsoft.com/office/drawing/2014/main" id="{F3ED8DCA-32BD-59CE-4441-1E210D5FD1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75080" y="3916266"/>
            <a:ext cx="369117" cy="369117"/>
          </a:xfrm>
          <a:prstGeom prst="rect">
            <a:avLst/>
          </a:prstGeom>
        </p:spPr>
      </p:pic>
      <p:grpSp>
        <p:nvGrpSpPr>
          <p:cNvPr id="56" name="Graphic 339">
            <a:extLst>
              <a:ext uri="{FF2B5EF4-FFF2-40B4-BE49-F238E27FC236}">
                <a16:creationId xmlns:a16="http://schemas.microsoft.com/office/drawing/2014/main" id="{17B1DDCD-31DB-3491-0B79-29AA1D35B1B3}"/>
              </a:ext>
            </a:extLst>
          </p:cNvPr>
          <p:cNvGrpSpPr>
            <a:grpSpLocks noChangeAspect="1"/>
          </p:cNvGrpSpPr>
          <p:nvPr/>
        </p:nvGrpSpPr>
        <p:grpSpPr>
          <a:xfrm>
            <a:off x="4146104" y="4004898"/>
            <a:ext cx="325278" cy="325506"/>
            <a:chOff x="658852" y="4954224"/>
            <a:chExt cx="583799" cy="584209"/>
          </a:xfrm>
          <a:solidFill>
            <a:schemeClr val="accent1"/>
          </a:solidFill>
        </p:grpSpPr>
        <p:sp>
          <p:nvSpPr>
            <p:cNvPr id="57" name="Freeform 56">
              <a:extLst>
                <a:ext uri="{FF2B5EF4-FFF2-40B4-BE49-F238E27FC236}">
                  <a16:creationId xmlns:a16="http://schemas.microsoft.com/office/drawing/2014/main" id="{0BDA95F1-4FD9-3D98-38F2-FB2501CE7EBF}"/>
                </a:ext>
              </a:extLst>
            </p:cNvPr>
            <p:cNvSpPr/>
            <p:nvPr/>
          </p:nvSpPr>
          <p:spPr>
            <a:xfrm>
              <a:off x="658852" y="4954224"/>
              <a:ext cx="583799" cy="584209"/>
            </a:xfrm>
            <a:custGeom>
              <a:avLst/>
              <a:gdLst>
                <a:gd name="connsiteX0" fmla="*/ 491426 w 583799"/>
                <a:gd name="connsiteY0" fmla="*/ 584210 h 584209"/>
                <a:gd name="connsiteX1" fmla="*/ 0 w 583799"/>
                <a:gd name="connsiteY1" fmla="*/ 584210 h 584209"/>
                <a:gd name="connsiteX2" fmla="*/ 0 w 583799"/>
                <a:gd name="connsiteY2" fmla="*/ 0 h 584209"/>
                <a:gd name="connsiteX3" fmla="*/ 583799 w 583799"/>
                <a:gd name="connsiteY3" fmla="*/ 0 h 584209"/>
                <a:gd name="connsiteX4" fmla="*/ 583799 w 583799"/>
                <a:gd name="connsiteY4" fmla="*/ 566146 h 584209"/>
                <a:gd name="connsiteX5" fmla="*/ 542745 w 583799"/>
                <a:gd name="connsiteY5" fmla="*/ 566146 h 584209"/>
                <a:gd name="connsiteX6" fmla="*/ 542745 w 583799"/>
                <a:gd name="connsiteY6" fmla="*/ 41055 h 584209"/>
                <a:gd name="connsiteX7" fmla="*/ 41055 w 583799"/>
                <a:gd name="connsiteY7" fmla="*/ 41055 h 584209"/>
                <a:gd name="connsiteX8" fmla="*/ 41055 w 583799"/>
                <a:gd name="connsiteY8" fmla="*/ 543155 h 584209"/>
                <a:gd name="connsiteX9" fmla="*/ 491426 w 583799"/>
                <a:gd name="connsiteY9" fmla="*/ 543155 h 584209"/>
                <a:gd name="connsiteX10" fmla="*/ 491426 w 583799"/>
                <a:gd name="connsiteY10" fmla="*/ 584210 h 584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3799" h="584209">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grpFill/>
            <a:ln w="0" cap="flat">
              <a:noFill/>
              <a:prstDash val="solid"/>
              <a:miter/>
            </a:ln>
          </p:spPr>
          <p:txBody>
            <a:bodyPr rtlCol="0" anchor="ctr"/>
            <a:lstStyle/>
            <a:p>
              <a:endParaRPr lang="en-US"/>
            </a:p>
          </p:txBody>
        </p:sp>
        <p:grpSp>
          <p:nvGrpSpPr>
            <p:cNvPr id="58" name="Graphic 339">
              <a:extLst>
                <a:ext uri="{FF2B5EF4-FFF2-40B4-BE49-F238E27FC236}">
                  <a16:creationId xmlns:a16="http://schemas.microsoft.com/office/drawing/2014/main" id="{E0F5AF03-46CB-F706-E246-A25850ABBA18}"/>
                </a:ext>
              </a:extLst>
            </p:cNvPr>
            <p:cNvGrpSpPr/>
            <p:nvPr/>
          </p:nvGrpSpPr>
          <p:grpSpPr>
            <a:xfrm>
              <a:off x="834156" y="5211637"/>
              <a:ext cx="216358" cy="78004"/>
              <a:chOff x="834156" y="5211637"/>
              <a:chExt cx="216358" cy="78004"/>
            </a:xfrm>
            <a:grpFill/>
          </p:grpSpPr>
          <p:sp>
            <p:nvSpPr>
              <p:cNvPr id="59" name="Freeform 58">
                <a:extLst>
                  <a:ext uri="{FF2B5EF4-FFF2-40B4-BE49-F238E27FC236}">
                    <a16:creationId xmlns:a16="http://schemas.microsoft.com/office/drawing/2014/main" id="{33ED84E6-E1E9-3F4B-562F-B156C8DD7B72}"/>
                  </a:ext>
                </a:extLst>
              </p:cNvPr>
              <p:cNvSpPr/>
              <p:nvPr/>
            </p:nvSpPr>
            <p:spPr>
              <a:xfrm>
                <a:off x="834156" y="5213690"/>
                <a:ext cx="81699" cy="75951"/>
              </a:xfrm>
              <a:custGeom>
                <a:avLst/>
                <a:gdLst>
                  <a:gd name="connsiteX0" fmla="*/ 0 w 81699"/>
                  <a:gd name="connsiteY0" fmla="*/ 0 h 75951"/>
                  <a:gd name="connsiteX1" fmla="*/ 18885 w 81699"/>
                  <a:gd name="connsiteY1" fmla="*/ 0 h 75951"/>
                  <a:gd name="connsiteX2" fmla="*/ 41055 w 81699"/>
                  <a:gd name="connsiteY2" fmla="*/ 55013 h 75951"/>
                  <a:gd name="connsiteX3" fmla="*/ 62814 w 81699"/>
                  <a:gd name="connsiteY3" fmla="*/ 0 h 75951"/>
                  <a:gd name="connsiteX4" fmla="*/ 81699 w 81699"/>
                  <a:gd name="connsiteY4" fmla="*/ 0 h 75951"/>
                  <a:gd name="connsiteX5" fmla="*/ 49676 w 81699"/>
                  <a:gd name="connsiteY5" fmla="*/ 75951 h 75951"/>
                  <a:gd name="connsiteX6" fmla="*/ 32844 w 81699"/>
                  <a:gd name="connsiteY6" fmla="*/ 75951 h 75951"/>
                  <a:gd name="connsiteX7" fmla="*/ 0 w 81699"/>
                  <a:gd name="connsiteY7" fmla="*/ 0 h 75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699" h="75951">
                    <a:moveTo>
                      <a:pt x="0" y="0"/>
                    </a:moveTo>
                    <a:lnTo>
                      <a:pt x="18885" y="0"/>
                    </a:lnTo>
                    <a:lnTo>
                      <a:pt x="41055" y="55013"/>
                    </a:lnTo>
                    <a:lnTo>
                      <a:pt x="62814" y="0"/>
                    </a:lnTo>
                    <a:lnTo>
                      <a:pt x="81699" y="0"/>
                    </a:lnTo>
                    <a:lnTo>
                      <a:pt x="49676" y="75951"/>
                    </a:lnTo>
                    <a:lnTo>
                      <a:pt x="32844" y="75951"/>
                    </a:lnTo>
                    <a:lnTo>
                      <a:pt x="0" y="0"/>
                    </a:lnTo>
                    <a:close/>
                  </a:path>
                </a:pathLst>
              </a:custGeom>
              <a:grpFill/>
              <a:ln w="0"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38334CFB-E78C-1500-1A4B-BB1729790B8C}"/>
                  </a:ext>
                </a:extLst>
              </p:cNvPr>
              <p:cNvSpPr/>
              <p:nvPr/>
            </p:nvSpPr>
            <p:spPr>
              <a:xfrm>
                <a:off x="935151" y="5211637"/>
                <a:ext cx="115364" cy="77593"/>
              </a:xfrm>
              <a:custGeom>
                <a:avLst/>
                <a:gdLst>
                  <a:gd name="connsiteX0" fmla="*/ 101816 w 115364"/>
                  <a:gd name="connsiteY0" fmla="*/ 3695 h 77593"/>
                  <a:gd name="connsiteX1" fmla="*/ 111669 w 115364"/>
                  <a:gd name="connsiteY1" fmla="*/ 13959 h 77593"/>
                  <a:gd name="connsiteX2" fmla="*/ 115364 w 115364"/>
                  <a:gd name="connsiteY2" fmla="*/ 29149 h 77593"/>
                  <a:gd name="connsiteX3" fmla="*/ 115364 w 115364"/>
                  <a:gd name="connsiteY3" fmla="*/ 77594 h 77593"/>
                  <a:gd name="connsiteX4" fmla="*/ 97710 w 115364"/>
                  <a:gd name="connsiteY4" fmla="*/ 77594 h 77593"/>
                  <a:gd name="connsiteX5" fmla="*/ 97710 w 115364"/>
                  <a:gd name="connsiteY5" fmla="*/ 32433 h 77593"/>
                  <a:gd name="connsiteX6" fmla="*/ 93605 w 115364"/>
                  <a:gd name="connsiteY6" fmla="*/ 20117 h 77593"/>
                  <a:gd name="connsiteX7" fmla="*/ 82931 w 115364"/>
                  <a:gd name="connsiteY7" fmla="*/ 15190 h 77593"/>
                  <a:gd name="connsiteX8" fmla="*/ 71025 w 115364"/>
                  <a:gd name="connsiteY8" fmla="*/ 19706 h 77593"/>
                  <a:gd name="connsiteX9" fmla="*/ 66509 w 115364"/>
                  <a:gd name="connsiteY9" fmla="*/ 31202 h 77593"/>
                  <a:gd name="connsiteX10" fmla="*/ 66509 w 115364"/>
                  <a:gd name="connsiteY10" fmla="*/ 77594 h 77593"/>
                  <a:gd name="connsiteX11" fmla="*/ 49266 w 115364"/>
                  <a:gd name="connsiteY11" fmla="*/ 77594 h 77593"/>
                  <a:gd name="connsiteX12" fmla="*/ 49266 w 115364"/>
                  <a:gd name="connsiteY12" fmla="*/ 32433 h 77593"/>
                  <a:gd name="connsiteX13" fmla="*/ 45160 w 115364"/>
                  <a:gd name="connsiteY13" fmla="*/ 20117 h 77593"/>
                  <a:gd name="connsiteX14" fmla="*/ 34486 w 115364"/>
                  <a:gd name="connsiteY14" fmla="*/ 15190 h 77593"/>
                  <a:gd name="connsiteX15" fmla="*/ 22580 w 115364"/>
                  <a:gd name="connsiteY15" fmla="*/ 19706 h 77593"/>
                  <a:gd name="connsiteX16" fmla="*/ 18064 w 115364"/>
                  <a:gd name="connsiteY16" fmla="*/ 31202 h 77593"/>
                  <a:gd name="connsiteX17" fmla="*/ 18064 w 115364"/>
                  <a:gd name="connsiteY17" fmla="*/ 77594 h 77593"/>
                  <a:gd name="connsiteX18" fmla="*/ 0 w 115364"/>
                  <a:gd name="connsiteY18" fmla="*/ 77594 h 77593"/>
                  <a:gd name="connsiteX19" fmla="*/ 0 w 115364"/>
                  <a:gd name="connsiteY19" fmla="*/ 1642 h 77593"/>
                  <a:gd name="connsiteX20" fmla="*/ 18064 w 115364"/>
                  <a:gd name="connsiteY20" fmla="*/ 1642 h 77593"/>
                  <a:gd name="connsiteX21" fmla="*/ 18064 w 115364"/>
                  <a:gd name="connsiteY21" fmla="*/ 11906 h 77593"/>
                  <a:gd name="connsiteX22" fmla="*/ 26686 w 115364"/>
                  <a:gd name="connsiteY22" fmla="*/ 3284 h 77593"/>
                  <a:gd name="connsiteX23" fmla="*/ 39413 w 115364"/>
                  <a:gd name="connsiteY23" fmla="*/ 0 h 77593"/>
                  <a:gd name="connsiteX24" fmla="*/ 55424 w 115364"/>
                  <a:gd name="connsiteY24" fmla="*/ 4927 h 77593"/>
                  <a:gd name="connsiteX25" fmla="*/ 65277 w 115364"/>
                  <a:gd name="connsiteY25" fmla="*/ 18064 h 77593"/>
                  <a:gd name="connsiteX26" fmla="*/ 73078 w 115364"/>
                  <a:gd name="connsiteY26" fmla="*/ 4927 h 77593"/>
                  <a:gd name="connsiteX27" fmla="*/ 88268 w 115364"/>
                  <a:gd name="connsiteY27" fmla="*/ 0 h 77593"/>
                  <a:gd name="connsiteX28" fmla="*/ 102226 w 115364"/>
                  <a:gd name="connsiteY28" fmla="*/ 3695 h 7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5364" h="77593">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grpFill/>
              <a:ln w="0" cap="flat">
                <a:noFill/>
                <a:prstDash val="solid"/>
                <a:miter/>
              </a:ln>
            </p:spPr>
            <p:txBody>
              <a:bodyPr rtlCol="0" anchor="ctr"/>
              <a:lstStyle/>
              <a:p>
                <a:endParaRPr lang="en-US"/>
              </a:p>
            </p:txBody>
          </p:sp>
        </p:grpSp>
      </p:grpSp>
      <p:sp>
        <p:nvSpPr>
          <p:cNvPr id="36" name="Rectangle 35">
            <a:extLst>
              <a:ext uri="{FF2B5EF4-FFF2-40B4-BE49-F238E27FC236}">
                <a16:creationId xmlns:a16="http://schemas.microsoft.com/office/drawing/2014/main" id="{939AA6FC-29DB-5670-1AE4-67116B702177}"/>
              </a:ext>
            </a:extLst>
          </p:cNvPr>
          <p:cNvSpPr/>
          <p:nvPr/>
        </p:nvSpPr>
        <p:spPr>
          <a:xfrm rot="6472817">
            <a:off x="2253436" y="2328917"/>
            <a:ext cx="203200" cy="2232677"/>
          </a:xfrm>
          <a:prstGeom prst="rect">
            <a:avLst/>
          </a:prstGeom>
          <a:solidFill>
            <a:schemeClr val="accent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cxnSp>
        <p:nvCxnSpPr>
          <p:cNvPr id="37" name="Straight Connector 36">
            <a:extLst>
              <a:ext uri="{FF2B5EF4-FFF2-40B4-BE49-F238E27FC236}">
                <a16:creationId xmlns:a16="http://schemas.microsoft.com/office/drawing/2014/main" id="{C5CDCB19-222A-C565-9C1D-CC43013BBFE0}"/>
              </a:ext>
              <a:ext uri="{C183D7F6-B498-43B3-948B-1728B52AA6E4}">
                <adec:decorative xmlns:adec="http://schemas.microsoft.com/office/drawing/2017/decorative" val="1"/>
              </a:ext>
            </a:extLst>
          </p:cNvPr>
          <p:cNvCxnSpPr>
            <a:cxnSpLocks/>
            <a:endCxn id="36" idx="0"/>
          </p:cNvCxnSpPr>
          <p:nvPr/>
        </p:nvCxnSpPr>
        <p:spPr bwMode="gray">
          <a:xfrm rot="1851403" flipV="1">
            <a:off x="1267205" y="3194581"/>
            <a:ext cx="2175661" cy="501348"/>
          </a:xfrm>
          <a:prstGeom prst="line">
            <a:avLst/>
          </a:prstGeom>
          <a:ln w="25400" cap="rnd">
            <a:solidFill>
              <a:schemeClr val="bg2"/>
            </a:solidFill>
            <a:prstDash val="sysDot"/>
            <a:miter lim="800000"/>
            <a:tailEnd type="triangle" w="med" len="sm"/>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095A7649-5431-C53B-F00E-26D3C48A7009}"/>
              </a:ext>
            </a:extLst>
          </p:cNvPr>
          <p:cNvSpPr/>
          <p:nvPr/>
        </p:nvSpPr>
        <p:spPr>
          <a:xfrm rot="4621414">
            <a:off x="2254375" y="3387130"/>
            <a:ext cx="203200" cy="2232677"/>
          </a:xfrm>
          <a:prstGeom prst="rect">
            <a:avLst/>
          </a:prstGeom>
          <a:solidFill>
            <a:schemeClr val="accent5">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cxnSp>
        <p:nvCxnSpPr>
          <p:cNvPr id="33" name="Straight Connector 32">
            <a:extLst>
              <a:ext uri="{FF2B5EF4-FFF2-40B4-BE49-F238E27FC236}">
                <a16:creationId xmlns:a16="http://schemas.microsoft.com/office/drawing/2014/main" id="{23647212-174C-98A3-C91F-3E03D6B705C3}"/>
              </a:ext>
              <a:ext uri="{C183D7F6-B498-43B3-948B-1728B52AA6E4}">
                <adec:decorative xmlns:adec="http://schemas.microsoft.com/office/drawing/2017/decorative" val="1"/>
              </a:ext>
            </a:extLst>
          </p:cNvPr>
          <p:cNvCxnSpPr>
            <a:cxnSpLocks/>
            <a:endCxn id="32" idx="0"/>
          </p:cNvCxnSpPr>
          <p:nvPr/>
        </p:nvCxnSpPr>
        <p:spPr bwMode="gray">
          <a:xfrm flipV="1">
            <a:off x="1268144" y="4252794"/>
            <a:ext cx="2175661" cy="501348"/>
          </a:xfrm>
          <a:prstGeom prst="line">
            <a:avLst/>
          </a:prstGeom>
          <a:ln w="25400" cap="rnd">
            <a:solidFill>
              <a:schemeClr val="bg2"/>
            </a:solidFill>
            <a:prstDash val="sysDot"/>
            <a:miter lim="800000"/>
            <a:tailEnd type="triangle" w="med" len="sm"/>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3A76C2CA-132E-2324-7A72-390A7C2657A3}"/>
              </a:ext>
            </a:extLst>
          </p:cNvPr>
          <p:cNvSpPr>
            <a:spLocks noGrp="1"/>
          </p:cNvSpPr>
          <p:nvPr>
            <p:ph type="title"/>
          </p:nvPr>
        </p:nvSpPr>
        <p:spPr/>
        <p:txBody>
          <a:bodyPr/>
          <a:lstStyle/>
          <a:p>
            <a:r>
              <a:rPr lang="en-US" dirty="0"/>
              <a:t>Rapid Rollout of vCenter Security Patches</a:t>
            </a:r>
          </a:p>
        </p:txBody>
      </p:sp>
      <p:sp>
        <p:nvSpPr>
          <p:cNvPr id="3" name="Subtitle 2">
            <a:extLst>
              <a:ext uri="{FF2B5EF4-FFF2-40B4-BE49-F238E27FC236}">
                <a16:creationId xmlns:a16="http://schemas.microsoft.com/office/drawing/2014/main" id="{FC123E4A-7F39-E8F2-9F86-1C393F2F228A}"/>
              </a:ext>
            </a:extLst>
          </p:cNvPr>
          <p:cNvSpPr>
            <a:spLocks noGrp="1"/>
          </p:cNvSpPr>
          <p:nvPr>
            <p:ph type="subTitle" idx="10"/>
          </p:nvPr>
        </p:nvSpPr>
        <p:spPr/>
        <p:txBody>
          <a:bodyPr/>
          <a:lstStyle/>
          <a:p>
            <a:r>
              <a:rPr lang="en-US" dirty="0"/>
              <a:t>vCenter Quick Patch</a:t>
            </a:r>
          </a:p>
        </p:txBody>
      </p:sp>
      <p:sp>
        <p:nvSpPr>
          <p:cNvPr id="4" name="Text Placeholder 3">
            <a:extLst>
              <a:ext uri="{FF2B5EF4-FFF2-40B4-BE49-F238E27FC236}">
                <a16:creationId xmlns:a16="http://schemas.microsoft.com/office/drawing/2014/main" id="{17BFC03A-6C22-43BE-C4F2-2A986A4B128D}"/>
              </a:ext>
            </a:extLst>
          </p:cNvPr>
          <p:cNvSpPr>
            <a:spLocks noGrp="1"/>
          </p:cNvSpPr>
          <p:nvPr>
            <p:ph type="body" sz="quarter" idx="17"/>
          </p:nvPr>
        </p:nvSpPr>
        <p:spPr/>
        <p:txBody>
          <a:bodyPr/>
          <a:lstStyle/>
          <a:p>
            <a:r>
              <a:rPr lang="en-US" dirty="0"/>
              <a:t>Rapid remediation of vCenter security patches</a:t>
            </a:r>
          </a:p>
          <a:p>
            <a:pPr>
              <a:buNone/>
            </a:pPr>
            <a:endParaRPr lang="en-US" dirty="0"/>
          </a:p>
          <a:p>
            <a:r>
              <a:rPr lang="en-US" dirty="0"/>
              <a:t>Minimal – sometimes zero – downtime</a:t>
            </a:r>
          </a:p>
          <a:p>
            <a:endParaRPr lang="en-US" dirty="0"/>
          </a:p>
          <a:p>
            <a:r>
              <a:rPr lang="en-US" dirty="0"/>
              <a:t>Only services patched need a restart</a:t>
            </a:r>
          </a:p>
          <a:p>
            <a:endParaRPr lang="en-US" dirty="0"/>
          </a:p>
          <a:p>
            <a:r>
              <a:rPr lang="en-US" dirty="0"/>
              <a:t>vCenter operations continue during patching</a:t>
            </a:r>
          </a:p>
        </p:txBody>
      </p:sp>
      <p:grpSp>
        <p:nvGrpSpPr>
          <p:cNvPr id="30" name="Group 29">
            <a:extLst>
              <a:ext uri="{FF2B5EF4-FFF2-40B4-BE49-F238E27FC236}">
                <a16:creationId xmlns:a16="http://schemas.microsoft.com/office/drawing/2014/main" id="{45E39F23-F761-7F12-5B11-9A213E846137}"/>
              </a:ext>
            </a:extLst>
          </p:cNvPr>
          <p:cNvGrpSpPr/>
          <p:nvPr/>
        </p:nvGrpSpPr>
        <p:grpSpPr>
          <a:xfrm>
            <a:off x="264074" y="2454655"/>
            <a:ext cx="1075765" cy="2802131"/>
            <a:chOff x="332747" y="2158348"/>
            <a:chExt cx="1075765" cy="2802131"/>
          </a:xfrm>
        </p:grpSpPr>
        <p:grpSp>
          <p:nvGrpSpPr>
            <p:cNvPr id="7" name="Group 6">
              <a:extLst>
                <a:ext uri="{FF2B5EF4-FFF2-40B4-BE49-F238E27FC236}">
                  <a16:creationId xmlns:a16="http://schemas.microsoft.com/office/drawing/2014/main" id="{306C4A08-E868-48F4-A91A-E5A4AB367FD8}"/>
                </a:ext>
                <a:ext uri="{C183D7F6-B498-43B3-948B-1728B52AA6E4}">
                  <adec:decorative xmlns:adec="http://schemas.microsoft.com/office/drawing/2017/decorative" val="1"/>
                </a:ext>
              </a:extLst>
            </p:cNvPr>
            <p:cNvGrpSpPr>
              <a:grpSpLocks noChangeAspect="1"/>
            </p:cNvGrpSpPr>
            <p:nvPr/>
          </p:nvGrpSpPr>
          <p:grpSpPr>
            <a:xfrm flipH="1">
              <a:off x="356526" y="2158348"/>
              <a:ext cx="1049151" cy="1049151"/>
              <a:chOff x="898194" y="2461390"/>
              <a:chExt cx="713079" cy="713079"/>
            </a:xfrm>
          </p:grpSpPr>
          <p:pic>
            <p:nvPicPr>
              <p:cNvPr id="8" name="Picture 7">
                <a:extLst>
                  <a:ext uri="{FF2B5EF4-FFF2-40B4-BE49-F238E27FC236}">
                    <a16:creationId xmlns:a16="http://schemas.microsoft.com/office/drawing/2014/main" id="{1AD121BF-7171-5CC7-734A-162D6D161DC2}"/>
                  </a:ext>
                </a:extLst>
              </p:cNvPr>
              <p:cNvPicPr>
                <a:picLocks noChangeAspect="1"/>
              </p:cNvPicPr>
              <p:nvPr/>
            </p:nvPicPr>
            <p:blipFill rotWithShape="1">
              <a:blip r:embed="rId4"/>
              <a:srcRect l="36748" t="-5054" r="3987" b="43604"/>
              <a:stretch/>
            </p:blipFill>
            <p:spPr>
              <a:xfrm>
                <a:off x="898194" y="2461390"/>
                <a:ext cx="713079" cy="713079"/>
              </a:xfrm>
              <a:prstGeom prst="ellipse">
                <a:avLst/>
              </a:prstGeom>
              <a:solidFill>
                <a:schemeClr val="bg1"/>
              </a:solidFill>
              <a:ln>
                <a:solidFill>
                  <a:schemeClr val="accent1"/>
                </a:solidFill>
              </a:ln>
            </p:spPr>
          </p:pic>
          <p:sp>
            <p:nvSpPr>
              <p:cNvPr id="9" name="Oval 8">
                <a:extLst>
                  <a:ext uri="{FF2B5EF4-FFF2-40B4-BE49-F238E27FC236}">
                    <a16:creationId xmlns:a16="http://schemas.microsoft.com/office/drawing/2014/main" id="{E49B9C9F-7AA7-0F01-F81D-B591B540AFE3}"/>
                  </a:ext>
                </a:extLst>
              </p:cNvPr>
              <p:cNvSpPr/>
              <p:nvPr/>
            </p:nvSpPr>
            <p:spPr>
              <a:xfrm>
                <a:off x="898194" y="2461390"/>
                <a:ext cx="713079" cy="713079"/>
              </a:xfrm>
              <a:prstGeom prst="ellipse">
                <a:avLst/>
              </a:prstGeom>
              <a:noFill/>
              <a:ln w="25400">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grpSp>
        <p:grpSp>
          <p:nvGrpSpPr>
            <p:cNvPr id="10" name="Group 9">
              <a:extLst>
                <a:ext uri="{FF2B5EF4-FFF2-40B4-BE49-F238E27FC236}">
                  <a16:creationId xmlns:a16="http://schemas.microsoft.com/office/drawing/2014/main" id="{EA934994-E037-09C6-5928-BDC0897EA166}"/>
                </a:ext>
                <a:ext uri="{C183D7F6-B498-43B3-948B-1728B52AA6E4}">
                  <adec:decorative xmlns:adec="http://schemas.microsoft.com/office/drawing/2017/decorative" val="1"/>
                </a:ext>
              </a:extLst>
            </p:cNvPr>
            <p:cNvGrpSpPr>
              <a:grpSpLocks noChangeAspect="1"/>
            </p:cNvGrpSpPr>
            <p:nvPr/>
          </p:nvGrpSpPr>
          <p:grpSpPr>
            <a:xfrm flipH="1">
              <a:off x="332747" y="3904544"/>
              <a:ext cx="1075765" cy="1055935"/>
              <a:chOff x="686275" y="3564076"/>
              <a:chExt cx="1235147" cy="1212384"/>
            </a:xfrm>
          </p:grpSpPr>
          <p:sp>
            <p:nvSpPr>
              <p:cNvPr id="11" name="Google Shape;1692;p87">
                <a:extLst>
                  <a:ext uri="{FF2B5EF4-FFF2-40B4-BE49-F238E27FC236}">
                    <a16:creationId xmlns:a16="http://schemas.microsoft.com/office/drawing/2014/main" id="{35EE6D57-709C-D692-7218-D26313CBB748}"/>
                  </a:ext>
                </a:extLst>
              </p:cNvPr>
              <p:cNvSpPr/>
              <p:nvPr/>
            </p:nvSpPr>
            <p:spPr>
              <a:xfrm>
                <a:off x="686275" y="3578282"/>
                <a:ext cx="1204591" cy="1198178"/>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sz="1200" dirty="0">
                  <a:solidFill>
                    <a:schemeClr val="bg1"/>
                  </a:solidFill>
                  <a:latin typeface="Arial" panose="020B0604020202020204" pitchFamily="34" charset="0"/>
                  <a:sym typeface="Arial"/>
                </a:endParaRPr>
              </a:p>
            </p:txBody>
          </p:sp>
          <p:pic>
            <p:nvPicPr>
              <p:cNvPr id="12" name="Google Shape;1756;p87">
                <a:extLst>
                  <a:ext uri="{FF2B5EF4-FFF2-40B4-BE49-F238E27FC236}">
                    <a16:creationId xmlns:a16="http://schemas.microsoft.com/office/drawing/2014/main" id="{8F9EC8BB-5A22-7DE1-C57C-32C8B007B216}"/>
                  </a:ext>
                </a:extLst>
              </p:cNvPr>
              <p:cNvPicPr preferRelativeResize="0"/>
              <p:nvPr/>
            </p:nvPicPr>
            <p:blipFill rotWithShape="1">
              <a:blip r:embed="rId5">
                <a:alphaModFix/>
              </a:blip>
              <a:srcRect l="19945" t="-8777" r="-775" b="44246"/>
              <a:stretch/>
            </p:blipFill>
            <p:spPr>
              <a:xfrm>
                <a:off x="716831" y="3564076"/>
                <a:ext cx="1204591" cy="1204593"/>
              </a:xfrm>
              <a:prstGeom prst="ellipse">
                <a:avLst/>
              </a:prstGeom>
              <a:noFill/>
              <a:ln>
                <a:noFill/>
              </a:ln>
            </p:spPr>
          </p:pic>
        </p:grpSp>
      </p:grpSp>
      <p:grpSp>
        <p:nvGrpSpPr>
          <p:cNvPr id="13" name="Group 12">
            <a:extLst>
              <a:ext uri="{FF2B5EF4-FFF2-40B4-BE49-F238E27FC236}">
                <a16:creationId xmlns:a16="http://schemas.microsoft.com/office/drawing/2014/main" id="{0174CB14-6C38-8F1A-E081-E98BAF70F062}"/>
              </a:ext>
            </a:extLst>
          </p:cNvPr>
          <p:cNvGrpSpPr>
            <a:grpSpLocks noChangeAspect="1"/>
          </p:cNvGrpSpPr>
          <p:nvPr/>
        </p:nvGrpSpPr>
        <p:grpSpPr>
          <a:xfrm>
            <a:off x="6666833" y="3339885"/>
            <a:ext cx="1049151" cy="1092627"/>
            <a:chOff x="6845884" y="2291896"/>
            <a:chExt cx="954593" cy="994151"/>
          </a:xfrm>
        </p:grpSpPr>
        <p:grpSp>
          <p:nvGrpSpPr>
            <p:cNvPr id="14" name="Group 13">
              <a:extLst>
                <a:ext uri="{FF2B5EF4-FFF2-40B4-BE49-F238E27FC236}">
                  <a16:creationId xmlns:a16="http://schemas.microsoft.com/office/drawing/2014/main" id="{E1F0B1A3-513D-8264-565E-C654063DFC32}"/>
                </a:ext>
                <a:ext uri="{C183D7F6-B498-43B3-948B-1728B52AA6E4}">
                  <adec:decorative xmlns:adec="http://schemas.microsoft.com/office/drawing/2017/decorative" val="1"/>
                </a:ext>
              </a:extLst>
            </p:cNvPr>
            <p:cNvGrpSpPr>
              <a:grpSpLocks noChangeAspect="1"/>
            </p:cNvGrpSpPr>
            <p:nvPr/>
          </p:nvGrpSpPr>
          <p:grpSpPr>
            <a:xfrm>
              <a:off x="6845884" y="2291896"/>
              <a:ext cx="938690" cy="938690"/>
              <a:chOff x="6916620" y="4795817"/>
              <a:chExt cx="1213482" cy="1212870"/>
            </a:xfrm>
          </p:grpSpPr>
          <p:sp>
            <p:nvSpPr>
              <p:cNvPr id="16" name="Oval 15">
                <a:extLst>
                  <a:ext uri="{FF2B5EF4-FFF2-40B4-BE49-F238E27FC236}">
                    <a16:creationId xmlns:a16="http://schemas.microsoft.com/office/drawing/2014/main" id="{E8698E24-86BE-1660-B278-E4D659C3C793}"/>
                  </a:ext>
                </a:extLst>
              </p:cNvPr>
              <p:cNvSpPr/>
              <p:nvPr/>
            </p:nvSpPr>
            <p:spPr>
              <a:xfrm>
                <a:off x="6916620" y="4795817"/>
                <a:ext cx="1213482" cy="1212870"/>
              </a:xfrm>
              <a:prstGeom prst="ellipse">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3421" tIns="51710" rIns="103421" bIns="51710" numCol="1" spcCol="0" rtlCol="0" fromWordArt="0" anchor="ctr" anchorCtr="0" forceAA="0" compatLnSpc="1">
                <a:prstTxWarp prst="textNoShape">
                  <a:avLst/>
                </a:prstTxWarp>
                <a:noAutofit/>
              </a:bodyPr>
              <a:lstStyle/>
              <a:p>
                <a:pPr algn="ctr">
                  <a:spcAft>
                    <a:spcPts val="600"/>
                  </a:spcAft>
                </a:pPr>
                <a:endParaRPr lang="en-US" sz="1200" dirty="0">
                  <a:solidFill>
                    <a:srgbClr val="FFFFFF"/>
                  </a:solidFill>
                  <a:latin typeface="Arial" panose="020B0604020202020204" pitchFamily="34" charset="0"/>
                </a:endParaRPr>
              </a:p>
            </p:txBody>
          </p:sp>
          <p:sp>
            <p:nvSpPr>
              <p:cNvPr id="17" name="Oval 16">
                <a:extLst>
                  <a:ext uri="{FF2B5EF4-FFF2-40B4-BE49-F238E27FC236}">
                    <a16:creationId xmlns:a16="http://schemas.microsoft.com/office/drawing/2014/main" id="{7854CAB9-BD89-5001-6E1B-381EB5E4E410}"/>
                  </a:ext>
                </a:extLst>
              </p:cNvPr>
              <p:cNvSpPr/>
              <p:nvPr/>
            </p:nvSpPr>
            <p:spPr>
              <a:xfrm>
                <a:off x="6916620" y="4795817"/>
                <a:ext cx="1213482" cy="1212870"/>
              </a:xfrm>
              <a:prstGeom prst="ellipse">
                <a:avLst/>
              </a:prstGeom>
              <a:no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3421" tIns="51710" rIns="103421" bIns="51710" numCol="1" spcCol="0" rtlCol="0" fromWordArt="0" anchor="ctr" anchorCtr="0" forceAA="0" compatLnSpc="1">
                <a:prstTxWarp prst="textNoShape">
                  <a:avLst/>
                </a:prstTxWarp>
                <a:noAutofit/>
              </a:bodyPr>
              <a:lstStyle/>
              <a:p>
                <a:pPr algn="ctr">
                  <a:spcAft>
                    <a:spcPts val="600"/>
                  </a:spcAft>
                </a:pPr>
                <a:endParaRPr lang="en-US" sz="1200" dirty="0">
                  <a:solidFill>
                    <a:srgbClr val="FFFFFF"/>
                  </a:solidFill>
                  <a:latin typeface="Arial" panose="020B0604020202020204" pitchFamily="34" charset="0"/>
                </a:endParaRPr>
              </a:p>
            </p:txBody>
          </p:sp>
        </p:grpSp>
        <p:pic>
          <p:nvPicPr>
            <p:cNvPr id="15" name="Google Shape;1718;p87">
              <a:extLst>
                <a:ext uri="{FF2B5EF4-FFF2-40B4-BE49-F238E27FC236}">
                  <a16:creationId xmlns:a16="http://schemas.microsoft.com/office/drawing/2014/main" id="{3E7ECE49-37F1-463E-8B41-4C5E191C4724}"/>
                </a:ext>
                <a:ext uri="{C183D7F6-B498-43B3-948B-1728B52AA6E4}">
                  <adec:decorative xmlns:adec="http://schemas.microsoft.com/office/drawing/2017/decorative" val="1"/>
                </a:ext>
              </a:extLst>
            </p:cNvPr>
            <p:cNvPicPr preferRelativeResize="0">
              <a:picLocks noChangeAspect="1"/>
            </p:cNvPicPr>
            <p:nvPr/>
          </p:nvPicPr>
          <p:blipFill rotWithShape="1">
            <a:blip r:embed="rId6">
              <a:alphaModFix/>
            </a:blip>
            <a:srcRect t="47" b="47"/>
            <a:stretch/>
          </p:blipFill>
          <p:spPr>
            <a:xfrm>
              <a:off x="6861786" y="2304593"/>
              <a:ext cx="938691" cy="981454"/>
            </a:xfrm>
            <a:prstGeom prst="ellipse">
              <a:avLst/>
            </a:prstGeom>
            <a:noFill/>
            <a:ln>
              <a:noFill/>
            </a:ln>
          </p:spPr>
        </p:pic>
      </p:grpSp>
      <p:grpSp>
        <p:nvGrpSpPr>
          <p:cNvPr id="23" name="Group 22">
            <a:extLst>
              <a:ext uri="{FF2B5EF4-FFF2-40B4-BE49-F238E27FC236}">
                <a16:creationId xmlns:a16="http://schemas.microsoft.com/office/drawing/2014/main" id="{E3B9F580-18C6-EC9E-EE19-1ADAEBCFC907}"/>
              </a:ext>
            </a:extLst>
          </p:cNvPr>
          <p:cNvGrpSpPr/>
          <p:nvPr/>
        </p:nvGrpSpPr>
        <p:grpSpPr>
          <a:xfrm>
            <a:off x="3212880" y="3114021"/>
            <a:ext cx="1665128" cy="1596758"/>
            <a:chOff x="3212880" y="3114021"/>
            <a:chExt cx="1665128" cy="1596758"/>
          </a:xfrm>
        </p:grpSpPr>
        <p:sp>
          <p:nvSpPr>
            <p:cNvPr id="22" name="Oval 21">
              <a:extLst>
                <a:ext uri="{FF2B5EF4-FFF2-40B4-BE49-F238E27FC236}">
                  <a16:creationId xmlns:a16="http://schemas.microsoft.com/office/drawing/2014/main" id="{F5ABAA2B-D5FC-E2E6-9BE8-741B6B358A30}"/>
                </a:ext>
              </a:extLst>
            </p:cNvPr>
            <p:cNvSpPr>
              <a:spLocks/>
            </p:cNvSpPr>
            <p:nvPr/>
          </p:nvSpPr>
          <p:spPr bwMode="gray">
            <a:xfrm>
              <a:off x="3212880" y="3339885"/>
              <a:ext cx="1665128" cy="1370894"/>
            </a:xfrm>
            <a:prstGeom prst="ellipse">
              <a:avLst/>
            </a:prstGeom>
            <a:solidFill>
              <a:srgbClr val="F4F9FA"/>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pic>
          <p:nvPicPr>
            <p:cNvPr id="20" name="Graphic 19">
              <a:extLst>
                <a:ext uri="{FF2B5EF4-FFF2-40B4-BE49-F238E27FC236}">
                  <a16:creationId xmlns:a16="http://schemas.microsoft.com/office/drawing/2014/main" id="{1412EB9E-A6CC-FC73-4D74-DE6C7A096B0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264077" y="3114021"/>
              <a:ext cx="1544357" cy="1544357"/>
            </a:xfrm>
            <a:prstGeom prst="rect">
              <a:avLst/>
            </a:prstGeom>
          </p:spPr>
        </p:pic>
      </p:grpSp>
      <p:grpSp>
        <p:nvGrpSpPr>
          <p:cNvPr id="29" name="Group 28">
            <a:extLst>
              <a:ext uri="{FF2B5EF4-FFF2-40B4-BE49-F238E27FC236}">
                <a16:creationId xmlns:a16="http://schemas.microsoft.com/office/drawing/2014/main" id="{8088D4B6-BDB1-94E5-8438-038F8F1ED9A3}"/>
              </a:ext>
            </a:extLst>
          </p:cNvPr>
          <p:cNvGrpSpPr/>
          <p:nvPr/>
        </p:nvGrpSpPr>
        <p:grpSpPr>
          <a:xfrm>
            <a:off x="2534478" y="5092270"/>
            <a:ext cx="3021496" cy="991161"/>
            <a:chOff x="2534478" y="5092270"/>
            <a:chExt cx="3021496" cy="991161"/>
          </a:xfrm>
        </p:grpSpPr>
        <p:sp>
          <p:nvSpPr>
            <p:cNvPr id="28" name="Rectangle 27">
              <a:extLst>
                <a:ext uri="{FF2B5EF4-FFF2-40B4-BE49-F238E27FC236}">
                  <a16:creationId xmlns:a16="http://schemas.microsoft.com/office/drawing/2014/main" id="{7C5526C5-1AF3-C7F1-5D50-949CF6E1253B}"/>
                </a:ext>
              </a:extLst>
            </p:cNvPr>
            <p:cNvSpPr/>
            <p:nvPr/>
          </p:nvSpPr>
          <p:spPr bwMode="gray">
            <a:xfrm>
              <a:off x="2534478" y="5092270"/>
              <a:ext cx="3021496" cy="953900"/>
            </a:xfrm>
            <a:prstGeom prst="rect">
              <a:avLst/>
            </a:prstGeom>
            <a:solidFill>
              <a:srgbClr val="F4F9FA"/>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grpSp>
          <p:nvGrpSpPr>
            <p:cNvPr id="27" name="Group 26">
              <a:extLst>
                <a:ext uri="{FF2B5EF4-FFF2-40B4-BE49-F238E27FC236}">
                  <a16:creationId xmlns:a16="http://schemas.microsoft.com/office/drawing/2014/main" id="{C6E8ABCC-D76F-FF25-9B36-F76B4FF5E3B2}"/>
                </a:ext>
              </a:extLst>
            </p:cNvPr>
            <p:cNvGrpSpPr/>
            <p:nvPr/>
          </p:nvGrpSpPr>
          <p:grpSpPr>
            <a:xfrm>
              <a:off x="2553159" y="5144671"/>
              <a:ext cx="2966190" cy="938760"/>
              <a:chOff x="2325317" y="5144671"/>
              <a:chExt cx="2966190" cy="938760"/>
            </a:xfrm>
          </p:grpSpPr>
          <p:pic>
            <p:nvPicPr>
              <p:cNvPr id="24" name="Graphic 23">
                <a:extLst>
                  <a:ext uri="{FF2B5EF4-FFF2-40B4-BE49-F238E27FC236}">
                    <a16:creationId xmlns:a16="http://schemas.microsoft.com/office/drawing/2014/main" id="{02F565EC-90CA-4D86-7850-ED6E9828226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325317" y="5144671"/>
                <a:ext cx="938760" cy="938760"/>
              </a:xfrm>
              <a:prstGeom prst="rect">
                <a:avLst/>
              </a:prstGeom>
            </p:spPr>
          </p:pic>
          <p:pic>
            <p:nvPicPr>
              <p:cNvPr id="25" name="Graphic 24">
                <a:extLst>
                  <a:ext uri="{FF2B5EF4-FFF2-40B4-BE49-F238E27FC236}">
                    <a16:creationId xmlns:a16="http://schemas.microsoft.com/office/drawing/2014/main" id="{BF8AAABA-F848-98C1-838C-8E7AE7A45EA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339032" y="5144671"/>
                <a:ext cx="938760" cy="938760"/>
              </a:xfrm>
              <a:prstGeom prst="rect">
                <a:avLst/>
              </a:prstGeom>
            </p:spPr>
          </p:pic>
          <p:pic>
            <p:nvPicPr>
              <p:cNvPr id="26" name="Graphic 25">
                <a:extLst>
                  <a:ext uri="{FF2B5EF4-FFF2-40B4-BE49-F238E27FC236}">
                    <a16:creationId xmlns:a16="http://schemas.microsoft.com/office/drawing/2014/main" id="{65E22E1B-B49C-BAB0-9A24-3730C17CEBF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352747" y="5144671"/>
                <a:ext cx="938760" cy="938760"/>
              </a:xfrm>
              <a:prstGeom prst="rect">
                <a:avLst/>
              </a:prstGeom>
            </p:spPr>
          </p:pic>
        </p:grpSp>
      </p:grpSp>
      <p:grpSp>
        <p:nvGrpSpPr>
          <p:cNvPr id="65" name="Group 64">
            <a:extLst>
              <a:ext uri="{FF2B5EF4-FFF2-40B4-BE49-F238E27FC236}">
                <a16:creationId xmlns:a16="http://schemas.microsoft.com/office/drawing/2014/main" id="{D022A62B-BA5A-6EE7-8552-BBC98A6781EF}"/>
              </a:ext>
            </a:extLst>
          </p:cNvPr>
          <p:cNvGrpSpPr/>
          <p:nvPr/>
        </p:nvGrpSpPr>
        <p:grpSpPr>
          <a:xfrm>
            <a:off x="4878007" y="3646955"/>
            <a:ext cx="1681100" cy="246221"/>
            <a:chOff x="4878007" y="3646955"/>
            <a:chExt cx="1681100" cy="246221"/>
          </a:xfrm>
        </p:grpSpPr>
        <p:cxnSp>
          <p:nvCxnSpPr>
            <p:cNvPr id="61" name="Straight Arrow Connector 60">
              <a:extLst>
                <a:ext uri="{FF2B5EF4-FFF2-40B4-BE49-F238E27FC236}">
                  <a16:creationId xmlns:a16="http://schemas.microsoft.com/office/drawing/2014/main" id="{33596887-7DC7-38AE-BF1B-3032C33FFAF4}"/>
                </a:ext>
              </a:extLst>
            </p:cNvPr>
            <p:cNvCxnSpPr>
              <a:cxnSpLocks/>
            </p:cNvCxnSpPr>
            <p:nvPr/>
          </p:nvCxnSpPr>
          <p:spPr bwMode="gray">
            <a:xfrm flipH="1">
              <a:off x="4878007" y="3884697"/>
              <a:ext cx="1681100" cy="0"/>
            </a:xfrm>
            <a:prstGeom prst="straightConnector1">
              <a:avLst/>
            </a:prstGeom>
            <a:ln w="25400">
              <a:solidFill>
                <a:schemeClr val="tx1"/>
              </a:solidFill>
              <a:prstDash val="sysDash"/>
              <a:miter lim="800000"/>
              <a:tailEnd type="triangle"/>
            </a:ln>
          </p:spPr>
          <p:style>
            <a:lnRef idx="1">
              <a:schemeClr val="accent1"/>
            </a:lnRef>
            <a:fillRef idx="0">
              <a:schemeClr val="accent1"/>
            </a:fillRef>
            <a:effectRef idx="0">
              <a:schemeClr val="accent1"/>
            </a:effectRef>
            <a:fontRef idx="minor">
              <a:schemeClr val="tx1"/>
            </a:fontRef>
          </p:style>
        </p:cxnSp>
        <p:sp>
          <p:nvSpPr>
            <p:cNvPr id="62" name="Text Placeholder 5">
              <a:extLst>
                <a:ext uri="{FF2B5EF4-FFF2-40B4-BE49-F238E27FC236}">
                  <a16:creationId xmlns:a16="http://schemas.microsoft.com/office/drawing/2014/main" id="{B4B51376-4845-C639-C5BB-6888CE692C74}"/>
                </a:ext>
                <a:ext uri="{C183D7F6-B498-43B3-948B-1728B52AA6E4}">
                  <adec:decorative xmlns:adec="http://schemas.microsoft.com/office/drawing/2017/decorative" val="1"/>
                </a:ext>
              </a:extLst>
            </p:cNvPr>
            <p:cNvSpPr txBox="1">
              <a:spLocks/>
            </p:cNvSpPr>
            <p:nvPr/>
          </p:nvSpPr>
          <p:spPr>
            <a:xfrm>
              <a:off x="5135412" y="3646955"/>
              <a:ext cx="1256540" cy="246221"/>
            </a:xfrm>
            <a:prstGeom prst="rect">
              <a:avLst/>
            </a:prstGeom>
          </p:spPr>
          <p:txBody>
            <a:bodyPr wrap="square">
              <a:spAutoFit/>
            </a:bodyPr>
            <a:lst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pPr algn="ctr">
                <a:buNone/>
              </a:pPr>
              <a:r>
                <a:rPr lang="en-US" sz="1000" b="1" cap="all" dirty="0">
                  <a:solidFill>
                    <a:schemeClr val="accent2"/>
                  </a:solidFill>
                  <a:latin typeface="Arial" panose="020B0604020202020204" pitchFamily="34" charset="0"/>
                </a:rPr>
                <a:t>CRITICAL PATCH</a:t>
              </a:r>
            </a:p>
          </p:txBody>
        </p:sp>
      </p:grpSp>
      <p:grpSp>
        <p:nvGrpSpPr>
          <p:cNvPr id="68" name="Group 67">
            <a:extLst>
              <a:ext uri="{FF2B5EF4-FFF2-40B4-BE49-F238E27FC236}">
                <a16:creationId xmlns:a16="http://schemas.microsoft.com/office/drawing/2014/main" id="{1754D720-1608-1447-270F-F5F84BE8C96E}"/>
              </a:ext>
            </a:extLst>
          </p:cNvPr>
          <p:cNvGrpSpPr>
            <a:grpSpLocks noChangeAspect="1"/>
          </p:cNvGrpSpPr>
          <p:nvPr/>
        </p:nvGrpSpPr>
        <p:grpSpPr>
          <a:xfrm>
            <a:off x="4401231" y="3295785"/>
            <a:ext cx="441989" cy="441989"/>
            <a:chOff x="1879473" y="885238"/>
            <a:chExt cx="1096994" cy="1096994"/>
          </a:xfrm>
        </p:grpSpPr>
        <p:sp>
          <p:nvSpPr>
            <p:cNvPr id="66" name="Oval 2">
              <a:extLst>
                <a:ext uri="{FF2B5EF4-FFF2-40B4-BE49-F238E27FC236}">
                  <a16:creationId xmlns:a16="http://schemas.microsoft.com/office/drawing/2014/main" id="{83FCFE70-90A3-6DFC-BE9D-7ED6B64E724F}"/>
                </a:ext>
              </a:extLst>
            </p:cNvPr>
            <p:cNvSpPr>
              <a:spLocks noChangeAspect="1"/>
            </p:cNvSpPr>
            <p:nvPr/>
          </p:nvSpPr>
          <p:spPr bwMode="gray">
            <a:xfrm>
              <a:off x="1879473" y="885238"/>
              <a:ext cx="1096994" cy="1096994"/>
            </a:xfrm>
            <a:prstGeom prst="ellipse">
              <a:avLst/>
            </a:prstGeom>
            <a:solidFill>
              <a:schemeClr val="accent6"/>
            </a:solidFill>
            <a:ln w="76200">
              <a:noFill/>
            </a:ln>
            <a:effectLst/>
            <a:scene3d>
              <a:camera prst="orthographicFront">
                <a:rot lat="0" lon="0" rev="0"/>
              </a:camera>
              <a:lightRig rig="balanced" dir="t">
                <a:rot lat="0" lon="0" rev="8700000"/>
              </a:lightRig>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lnSpc>
                  <a:spcPct val="90000"/>
                </a:lnSpc>
                <a:spcBef>
                  <a:spcPts val="600"/>
                </a:spcBef>
              </a:pPr>
              <a:endParaRPr lang="en-US" sz="1999" b="1" dirty="0">
                <a:solidFill>
                  <a:prstClr val="white"/>
                </a:solidFill>
                <a:latin typeface="Arial"/>
              </a:endParaRPr>
            </a:p>
          </p:txBody>
        </p:sp>
        <p:pic>
          <p:nvPicPr>
            <p:cNvPr id="67" name="Graphic 66">
              <a:extLst>
                <a:ext uri="{FF2B5EF4-FFF2-40B4-BE49-F238E27FC236}">
                  <a16:creationId xmlns:a16="http://schemas.microsoft.com/office/drawing/2014/main" id="{C7F3C312-2A2E-C58B-10BA-5AF62CE089A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072370" y="1062248"/>
              <a:ext cx="711200" cy="711200"/>
            </a:xfrm>
            <a:prstGeom prst="rect">
              <a:avLst/>
            </a:prstGeom>
          </p:spPr>
        </p:pic>
      </p:grpSp>
      <p:grpSp>
        <p:nvGrpSpPr>
          <p:cNvPr id="71" name="Group 70">
            <a:extLst>
              <a:ext uri="{FF2B5EF4-FFF2-40B4-BE49-F238E27FC236}">
                <a16:creationId xmlns:a16="http://schemas.microsoft.com/office/drawing/2014/main" id="{1D1D0AD3-7578-8026-BFFE-F2A3A1931E90}"/>
              </a:ext>
            </a:extLst>
          </p:cNvPr>
          <p:cNvGrpSpPr>
            <a:grpSpLocks noChangeAspect="1"/>
          </p:cNvGrpSpPr>
          <p:nvPr/>
        </p:nvGrpSpPr>
        <p:grpSpPr>
          <a:xfrm>
            <a:off x="4401143" y="3287996"/>
            <a:ext cx="457565" cy="457565"/>
            <a:chOff x="6279204" y="885238"/>
            <a:chExt cx="1096994" cy="1096994"/>
          </a:xfrm>
        </p:grpSpPr>
        <p:sp>
          <p:nvSpPr>
            <p:cNvPr id="69" name="Oval 5">
              <a:extLst>
                <a:ext uri="{FF2B5EF4-FFF2-40B4-BE49-F238E27FC236}">
                  <a16:creationId xmlns:a16="http://schemas.microsoft.com/office/drawing/2014/main" id="{8EAA09AA-9394-6969-2F09-EF26A443EC30}"/>
                </a:ext>
              </a:extLst>
            </p:cNvPr>
            <p:cNvSpPr>
              <a:spLocks noChangeAspect="1"/>
            </p:cNvSpPr>
            <p:nvPr/>
          </p:nvSpPr>
          <p:spPr bwMode="gray">
            <a:xfrm>
              <a:off x="6279204" y="885238"/>
              <a:ext cx="1096994" cy="1096994"/>
            </a:xfrm>
            <a:prstGeom prst="ellipse">
              <a:avLst/>
            </a:prstGeom>
            <a:solidFill>
              <a:schemeClr val="accent4"/>
            </a:solidFill>
            <a:ln w="76200">
              <a:noFill/>
            </a:ln>
            <a:effectLst/>
            <a:scene3d>
              <a:camera prst="orthographicFront">
                <a:rot lat="0" lon="0" rev="0"/>
              </a:camera>
              <a:lightRig rig="balanced" dir="t">
                <a:rot lat="0" lon="0" rev="8700000"/>
              </a:lightRig>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lnSpc>
                  <a:spcPct val="90000"/>
                </a:lnSpc>
                <a:spcBef>
                  <a:spcPts val="600"/>
                </a:spcBef>
              </a:pPr>
              <a:endParaRPr lang="en-US" sz="1999" b="1" dirty="0">
                <a:solidFill>
                  <a:prstClr val="white"/>
                </a:solidFill>
                <a:latin typeface="Arial"/>
              </a:endParaRPr>
            </a:p>
          </p:txBody>
        </p:sp>
        <p:pic>
          <p:nvPicPr>
            <p:cNvPr id="70" name="Graphic 69">
              <a:extLst>
                <a:ext uri="{FF2B5EF4-FFF2-40B4-BE49-F238E27FC236}">
                  <a16:creationId xmlns:a16="http://schemas.microsoft.com/office/drawing/2014/main" id="{EA7735CB-C894-8A1F-F2C3-644CCBBA338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519828" y="1135998"/>
              <a:ext cx="590868" cy="590868"/>
            </a:xfrm>
            <a:prstGeom prst="rect">
              <a:avLst/>
            </a:prstGeom>
          </p:spPr>
        </p:pic>
      </p:grpSp>
    </p:spTree>
    <p:extLst>
      <p:ext uri="{BB962C8B-B14F-4D97-AF65-F5344CB8AC3E}">
        <p14:creationId xmlns:p14="http://schemas.microsoft.com/office/powerpoint/2010/main" val="1843622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repeatCount="indefinite"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linds(vertical)">
                                      <p:cBhvr>
                                        <p:cTn id="7" dur="500"/>
                                        <p:tgtEl>
                                          <p:spTgt spid="33"/>
                                        </p:tgtEl>
                                      </p:cBhvr>
                                    </p:animEffect>
                                  </p:childTnLst>
                                </p:cTn>
                              </p:par>
                              <p:par>
                                <p:cTn id="8" presetID="3" presetClass="entr" presetSubtype="10" repeatCount="indefinite" fill="hold"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blinds(horizontal)">
                                      <p:cBhvr>
                                        <p:cTn id="10" dur="500"/>
                                        <p:tgtEl>
                                          <p:spTgt spid="37"/>
                                        </p:tgtEl>
                                      </p:cBhvr>
                                    </p:animEffect>
                                  </p:childTnLst>
                                </p:cTn>
                              </p:par>
                            </p:childTnLst>
                          </p:cTn>
                        </p:par>
                        <p:par>
                          <p:cTn id="11" fill="hold">
                            <p:stCondLst>
                              <p:cond delay="500"/>
                            </p:stCondLst>
                            <p:childTnLst>
                              <p:par>
                                <p:cTn id="12" presetID="42" presetClass="path" presetSubtype="0" repeatCount="indefinite" accel="50000" decel="50000" fill="hold" nodeType="afterEffect">
                                  <p:stCondLst>
                                    <p:cond delay="0"/>
                                  </p:stCondLst>
                                  <p:childTnLst>
                                    <p:animMotion origin="layout" path="M 0.00977 -0.02453 L -0.05548 0.15602 " pathEditMode="relative" rAng="0" ptsTypes="AA">
                                      <p:cBhvr>
                                        <p:cTn id="13" dur="2000" fill="hold"/>
                                        <p:tgtEl>
                                          <p:spTgt spid="40"/>
                                        </p:tgtEl>
                                        <p:attrNameLst>
                                          <p:attrName>ppt_x</p:attrName>
                                          <p:attrName>ppt_y</p:attrName>
                                        </p:attrNameLst>
                                      </p:cBhvr>
                                      <p:rCtr x="-3269" y="9028"/>
                                    </p:animMotion>
                                  </p:childTnLst>
                                </p:cTn>
                              </p:par>
                            </p:childTnLst>
                          </p:cTn>
                        </p:par>
                        <p:par>
                          <p:cTn id="14" fill="hold">
                            <p:stCondLst>
                              <p:cond delay="2500"/>
                            </p:stCondLst>
                            <p:childTnLst>
                              <p:par>
                                <p:cTn id="15" presetID="42" presetClass="path" presetSubtype="0" repeatCount="indefinite" accel="50000" decel="50000" fill="hold" nodeType="afterEffect">
                                  <p:stCondLst>
                                    <p:cond delay="0"/>
                                  </p:stCondLst>
                                  <p:childTnLst>
                                    <p:animMotion origin="layout" path="M 1.74785E-6 -3.7037E-7 L 0.00729 0.19954 " pathEditMode="relative" rAng="0" ptsTypes="AA">
                                      <p:cBhvr>
                                        <p:cTn id="16" dur="3000" fill="hold"/>
                                        <p:tgtEl>
                                          <p:spTgt spid="46"/>
                                        </p:tgtEl>
                                        <p:attrNameLst>
                                          <p:attrName>ppt_x</p:attrName>
                                          <p:attrName>ppt_y</p:attrName>
                                        </p:attrNameLst>
                                      </p:cBhvr>
                                      <p:rCtr x="365" y="9977"/>
                                    </p:animMotion>
                                  </p:childTnLst>
                                </p:cTn>
                              </p:par>
                              <p:par>
                                <p:cTn id="17" presetID="42" presetClass="path" presetSubtype="0" repeatCount="indefinite" accel="50000" decel="50000" fill="hold" nodeType="withEffect">
                                  <p:stCondLst>
                                    <p:cond delay="0"/>
                                  </p:stCondLst>
                                  <p:childTnLst>
                                    <p:animMotion origin="layout" path="M 2.53191E-6 1.11111E-6 L 0.01485 0.19282 " pathEditMode="relative" rAng="0" ptsTypes="AA">
                                      <p:cBhvr>
                                        <p:cTn id="18" dur="3000" fill="hold"/>
                                        <p:tgtEl>
                                          <p:spTgt spid="56"/>
                                        </p:tgtEl>
                                        <p:attrNameLst>
                                          <p:attrName>ppt_x</p:attrName>
                                          <p:attrName>ppt_y</p:attrName>
                                        </p:attrNameLst>
                                      </p:cBhvr>
                                      <p:rCtr x="742" y="9630"/>
                                    </p:animMotion>
                                  </p:childTnLst>
                                </p:cTn>
                              </p:par>
                            </p:childTnLst>
                          </p:cTn>
                        </p:par>
                        <p:par>
                          <p:cTn id="19" fill="hold">
                            <p:stCondLst>
                              <p:cond delay="5500"/>
                            </p:stCondLst>
                            <p:childTnLst>
                              <p:par>
                                <p:cTn id="20" presetID="42" presetClass="path" presetSubtype="0" repeatCount="indefinite" accel="50000" decel="50000" fill="hold" nodeType="afterEffect">
                                  <p:stCondLst>
                                    <p:cond delay="0"/>
                                  </p:stCondLst>
                                  <p:childTnLst>
                                    <p:animMotion origin="layout" path="M 4.25632E-6 3.33333E-6 L 0.0362 0.20092 " pathEditMode="relative" rAng="0" ptsTypes="AA">
                                      <p:cBhvr>
                                        <p:cTn id="21" dur="2000" fill="hold"/>
                                        <p:tgtEl>
                                          <p:spTgt spid="55"/>
                                        </p:tgtEl>
                                        <p:attrNameLst>
                                          <p:attrName>ppt_x</p:attrName>
                                          <p:attrName>ppt_y</p:attrName>
                                        </p:attrNameLst>
                                      </p:cBhvr>
                                      <p:rCtr x="1810" y="10046"/>
                                    </p:animMotion>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65"/>
                                        </p:tgtEl>
                                        <p:attrNameLst>
                                          <p:attrName>style.visibility</p:attrName>
                                        </p:attrNameLst>
                                      </p:cBhvr>
                                      <p:to>
                                        <p:strVal val="visible"/>
                                      </p:to>
                                    </p:set>
                                    <p:animEffect transition="in" filter="wipe(right)">
                                      <p:cBhvr>
                                        <p:cTn id="26" dur="500"/>
                                        <p:tgtEl>
                                          <p:spTgt spid="65"/>
                                        </p:tgtEl>
                                      </p:cBhvr>
                                    </p:animEffect>
                                  </p:childTnLst>
                                </p:cTn>
                              </p:par>
                            </p:childTnLst>
                          </p:cTn>
                        </p:par>
                        <p:par>
                          <p:cTn id="27" fill="hold">
                            <p:stCondLst>
                              <p:cond delay="500"/>
                            </p:stCondLst>
                            <p:childTnLst>
                              <p:par>
                                <p:cTn id="28" presetID="1" presetClass="entr" presetSubtype="0" fill="hold" nodeType="afterEffect">
                                  <p:stCondLst>
                                    <p:cond delay="0"/>
                                  </p:stCondLst>
                                  <p:childTnLst>
                                    <p:set>
                                      <p:cBhvr>
                                        <p:cTn id="29" dur="1" fill="hold">
                                          <p:stCondLst>
                                            <p:cond delay="0"/>
                                          </p:stCondLst>
                                        </p:cTn>
                                        <p:tgtEl>
                                          <p:spTgt spid="68"/>
                                        </p:tgtEl>
                                        <p:attrNameLst>
                                          <p:attrName>style.visibility</p:attrName>
                                        </p:attrNameLst>
                                      </p:cBhvr>
                                      <p:to>
                                        <p:strVal val="visible"/>
                                      </p:to>
                                    </p:set>
                                  </p:childTnLst>
                                </p:cTn>
                              </p:par>
                            </p:childTnLst>
                          </p:cTn>
                        </p:par>
                        <p:par>
                          <p:cTn id="30" fill="hold">
                            <p:stCondLst>
                              <p:cond delay="500"/>
                            </p:stCondLst>
                            <p:childTnLst>
                              <p:par>
                                <p:cTn id="31" presetID="26" presetClass="emph" presetSubtype="0" repeatCount="indefinite" fill="hold" nodeType="afterEffect">
                                  <p:stCondLst>
                                    <p:cond delay="0"/>
                                  </p:stCondLst>
                                  <p:endCondLst>
                                    <p:cond evt="onNext" delay="0">
                                      <p:tgtEl>
                                        <p:sldTgt/>
                                      </p:tgtEl>
                                    </p:cond>
                                  </p:endCondLst>
                                  <p:childTnLst>
                                    <p:animEffect transition="out" filter="fade">
                                      <p:cBhvr>
                                        <p:cTn id="32" dur="500" tmFilter="0, 0; .2, .5; .8, .5; 1, 0"/>
                                        <p:tgtEl>
                                          <p:spTgt spid="68"/>
                                        </p:tgtEl>
                                      </p:cBhvr>
                                    </p:animEffect>
                                    <p:animScale>
                                      <p:cBhvr>
                                        <p:cTn id="33" dur="250" autoRev="1" fill="hold"/>
                                        <p:tgtEl>
                                          <p:spTgt spid="68"/>
                                        </p:tgtEl>
                                      </p:cBhvr>
                                      <p:by x="105000" y="105000"/>
                                    </p:animScale>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71"/>
                                        </p:tgtEl>
                                        <p:attrNameLst>
                                          <p:attrName>style.visibility</p:attrName>
                                        </p:attrNameLst>
                                      </p:cBhvr>
                                      <p:to>
                                        <p:strVal val="visible"/>
                                      </p:to>
                                    </p:set>
                                    <p:animEffect transition="in" filter="dissolve">
                                      <p:cBhvr>
                                        <p:cTn id="38"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BEA7BEE-3574-EBAF-AB40-18DC0070AE78}"/>
              </a:ext>
            </a:extLst>
          </p:cNvPr>
          <p:cNvSpPr>
            <a:spLocks noGrp="1"/>
          </p:cNvSpPr>
          <p:nvPr>
            <p:ph type="body" sz="quarter" idx="12"/>
          </p:nvPr>
        </p:nvSpPr>
        <p:spPr/>
        <p:txBody>
          <a:bodyPr/>
          <a:lstStyle/>
          <a:p>
            <a:r>
              <a:rPr lang="en-US" dirty="0"/>
              <a:t>DEMO</a:t>
            </a:r>
          </a:p>
          <a:p>
            <a:r>
              <a:rPr lang="en-US" dirty="0"/>
              <a:t>vCenter Quick Patch</a:t>
            </a:r>
          </a:p>
        </p:txBody>
      </p:sp>
      <p:pic>
        <p:nvPicPr>
          <p:cNvPr id="4" name="Picture Placeholder 3" descr="A logo of a cloud computing system&#10;&#10;AI-generated content may be incorrect.">
            <a:extLst>
              <a:ext uri="{FF2B5EF4-FFF2-40B4-BE49-F238E27FC236}">
                <a16:creationId xmlns:a16="http://schemas.microsoft.com/office/drawing/2014/main" id="{4936AE99-78CD-7E7D-700C-0A51516106B4}"/>
              </a:ext>
            </a:extLst>
          </p:cNvPr>
          <p:cNvPicPr>
            <a:picLocks noGrp="1" noChangeAspect="1"/>
          </p:cNvPicPr>
          <p:nvPr>
            <p:ph type="pic" sz="quarter" idx="11"/>
          </p:nvPr>
        </p:nvPicPr>
        <p:blipFill>
          <a:blip r:embed="rId3"/>
          <a:srcRect l="10159" r="10159"/>
          <a:stretch>
            <a:fillRect/>
          </a:stretch>
        </p:blipFill>
        <p:spPr>
          <a:prstGeom prst="rect">
            <a:avLst/>
          </a:prstGeom>
        </p:spPr>
      </p:pic>
    </p:spTree>
    <p:extLst>
      <p:ext uri="{BB962C8B-B14F-4D97-AF65-F5344CB8AC3E}">
        <p14:creationId xmlns:p14="http://schemas.microsoft.com/office/powerpoint/2010/main" val="2738973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54AEA78E-8F9F-ACFB-4E16-A484CA69A82D}"/>
              </a:ext>
            </a:extLst>
          </p:cNvPr>
          <p:cNvSpPr>
            <a:spLocks noGrp="1"/>
          </p:cNvSpPr>
          <p:nvPr>
            <p:ph sz="quarter" idx="12"/>
          </p:nvPr>
        </p:nvSpPr>
        <p:spPr/>
        <p:txBody>
          <a:bodyPr/>
          <a:lstStyle/>
          <a:p>
            <a:r>
              <a:rPr lang="en-US" dirty="0"/>
              <a:t>RDU with Online Depot</a:t>
            </a:r>
          </a:p>
        </p:txBody>
      </p:sp>
      <p:sp>
        <p:nvSpPr>
          <p:cNvPr id="9" name="Content Placeholder 8">
            <a:extLst>
              <a:ext uri="{FF2B5EF4-FFF2-40B4-BE49-F238E27FC236}">
                <a16:creationId xmlns:a16="http://schemas.microsoft.com/office/drawing/2014/main" id="{596CFA96-9A49-0659-EDA5-B0F50898615E}"/>
              </a:ext>
            </a:extLst>
          </p:cNvPr>
          <p:cNvSpPr>
            <a:spLocks noGrp="1"/>
          </p:cNvSpPr>
          <p:nvPr>
            <p:ph sz="quarter" idx="13"/>
          </p:nvPr>
        </p:nvSpPr>
        <p:spPr/>
        <p:txBody>
          <a:bodyPr/>
          <a:lstStyle/>
          <a:p>
            <a:r>
              <a:rPr lang="en-US" dirty="0"/>
              <a:t>vCenter Re-size API</a:t>
            </a:r>
          </a:p>
        </p:txBody>
      </p:sp>
      <p:sp>
        <p:nvSpPr>
          <p:cNvPr id="10" name="Content Placeholder 9">
            <a:extLst>
              <a:ext uri="{FF2B5EF4-FFF2-40B4-BE49-F238E27FC236}">
                <a16:creationId xmlns:a16="http://schemas.microsoft.com/office/drawing/2014/main" id="{F74547F5-89A9-F5C8-A945-F1C5A582FED7}"/>
              </a:ext>
            </a:extLst>
          </p:cNvPr>
          <p:cNvSpPr>
            <a:spLocks noGrp="1"/>
          </p:cNvSpPr>
          <p:nvPr>
            <p:ph sz="quarter" idx="14"/>
          </p:nvPr>
        </p:nvSpPr>
        <p:spPr/>
        <p:txBody>
          <a:bodyPr/>
          <a:lstStyle/>
          <a:p>
            <a:r>
              <a:rPr lang="en-US" dirty="0"/>
              <a:t>vCenter Virtual Hardware Upgrade</a:t>
            </a:r>
          </a:p>
        </p:txBody>
      </p:sp>
      <p:sp>
        <p:nvSpPr>
          <p:cNvPr id="11" name="Content Placeholder 10">
            <a:extLst>
              <a:ext uri="{FF2B5EF4-FFF2-40B4-BE49-F238E27FC236}">
                <a16:creationId xmlns:a16="http://schemas.microsoft.com/office/drawing/2014/main" id="{0F4F8077-06FC-1594-477E-EFFB3381C931}"/>
              </a:ext>
            </a:extLst>
          </p:cNvPr>
          <p:cNvSpPr>
            <a:spLocks noGrp="1"/>
          </p:cNvSpPr>
          <p:nvPr>
            <p:ph sz="quarter" idx="15"/>
          </p:nvPr>
        </p:nvSpPr>
        <p:spPr/>
        <p:txBody>
          <a:bodyPr/>
          <a:lstStyle/>
          <a:p>
            <a:r>
              <a:rPr lang="en-US" dirty="0"/>
              <a:t>vCenter Maintenance Notification</a:t>
            </a:r>
          </a:p>
        </p:txBody>
      </p:sp>
      <p:sp>
        <p:nvSpPr>
          <p:cNvPr id="6" name="Title 5">
            <a:extLst>
              <a:ext uri="{FF2B5EF4-FFF2-40B4-BE49-F238E27FC236}">
                <a16:creationId xmlns:a16="http://schemas.microsoft.com/office/drawing/2014/main" id="{44DCE297-CC0A-17ED-E7E3-F8128724DA63}"/>
              </a:ext>
            </a:extLst>
          </p:cNvPr>
          <p:cNvSpPr>
            <a:spLocks noGrp="1"/>
          </p:cNvSpPr>
          <p:nvPr>
            <p:ph type="title"/>
          </p:nvPr>
        </p:nvSpPr>
        <p:spPr/>
        <p:txBody>
          <a:bodyPr/>
          <a:lstStyle/>
          <a:p>
            <a:r>
              <a:rPr lang="en-US" dirty="0"/>
              <a:t>Making vCenter Maintenance Easier</a:t>
            </a:r>
          </a:p>
        </p:txBody>
      </p:sp>
      <p:sp>
        <p:nvSpPr>
          <p:cNvPr id="7" name="Subtitle 6">
            <a:extLst>
              <a:ext uri="{FF2B5EF4-FFF2-40B4-BE49-F238E27FC236}">
                <a16:creationId xmlns:a16="http://schemas.microsoft.com/office/drawing/2014/main" id="{B7508A65-43E8-24B4-A5DA-325A015A1ED3}"/>
              </a:ext>
            </a:extLst>
          </p:cNvPr>
          <p:cNvSpPr>
            <a:spLocks noGrp="1"/>
          </p:cNvSpPr>
          <p:nvPr>
            <p:ph type="subTitle" idx="10"/>
          </p:nvPr>
        </p:nvSpPr>
        <p:spPr/>
        <p:txBody>
          <a:bodyPr/>
          <a:lstStyle/>
          <a:p>
            <a:r>
              <a:rPr lang="en-US" dirty="0"/>
              <a:t>vCenter Lifecycle</a:t>
            </a:r>
          </a:p>
        </p:txBody>
      </p:sp>
      <p:grpSp>
        <p:nvGrpSpPr>
          <p:cNvPr id="12" name="Group 11">
            <a:extLst>
              <a:ext uri="{FF2B5EF4-FFF2-40B4-BE49-F238E27FC236}">
                <a16:creationId xmlns:a16="http://schemas.microsoft.com/office/drawing/2014/main" id="{5B69F99E-5635-42EA-D39A-3373E83EBF43}"/>
              </a:ext>
            </a:extLst>
          </p:cNvPr>
          <p:cNvGrpSpPr/>
          <p:nvPr/>
        </p:nvGrpSpPr>
        <p:grpSpPr>
          <a:xfrm>
            <a:off x="4349341" y="1625259"/>
            <a:ext cx="1096994" cy="1096994"/>
            <a:chOff x="412896" y="2782111"/>
            <a:chExt cx="1096994" cy="1096994"/>
          </a:xfrm>
        </p:grpSpPr>
        <p:sp>
          <p:nvSpPr>
            <p:cNvPr id="13" name="Oval 1">
              <a:extLst>
                <a:ext uri="{FF2B5EF4-FFF2-40B4-BE49-F238E27FC236}">
                  <a16:creationId xmlns:a16="http://schemas.microsoft.com/office/drawing/2014/main" id="{B0A020C5-3046-A8F1-8E16-E639EDE77B60}"/>
                </a:ext>
              </a:extLst>
            </p:cNvPr>
            <p:cNvSpPr>
              <a:spLocks noChangeAspect="1"/>
            </p:cNvSpPr>
            <p:nvPr/>
          </p:nvSpPr>
          <p:spPr bwMode="gray">
            <a:xfrm>
              <a:off x="412896" y="2782111"/>
              <a:ext cx="1096994" cy="1096994"/>
            </a:xfrm>
            <a:prstGeom prst="ellipse">
              <a:avLst/>
            </a:prstGeom>
            <a:solidFill>
              <a:schemeClr val="accent2"/>
            </a:solidFill>
            <a:ln w="76200">
              <a:noFill/>
            </a:ln>
            <a:effectLst/>
            <a:scene3d>
              <a:camera prst="orthographicFront">
                <a:rot lat="0" lon="0" rev="0"/>
              </a:camera>
              <a:lightRig rig="balanced" dir="t">
                <a:rot lat="0" lon="0" rev="8700000"/>
              </a:lightRig>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lnSpc>
                  <a:spcPct val="90000"/>
                </a:lnSpc>
                <a:spcBef>
                  <a:spcPts val="600"/>
                </a:spcBef>
              </a:pPr>
              <a:endParaRPr lang="en-US" sz="1999" b="1" dirty="0">
                <a:solidFill>
                  <a:prstClr val="white"/>
                </a:solidFill>
                <a:latin typeface="Arial"/>
              </a:endParaRPr>
            </a:p>
          </p:txBody>
        </p:sp>
        <p:pic>
          <p:nvPicPr>
            <p:cNvPr id="14" name="Graphic 13">
              <a:extLst>
                <a:ext uri="{FF2B5EF4-FFF2-40B4-BE49-F238E27FC236}">
                  <a16:creationId xmlns:a16="http://schemas.microsoft.com/office/drawing/2014/main" id="{864AEFE8-D9D3-BEF9-F0F8-4FC2733B2AA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79809" y="2962347"/>
              <a:ext cx="753322" cy="753322"/>
            </a:xfrm>
            <a:prstGeom prst="rect">
              <a:avLst/>
            </a:prstGeom>
          </p:spPr>
        </p:pic>
      </p:grpSp>
      <p:grpSp>
        <p:nvGrpSpPr>
          <p:cNvPr id="15" name="Group 14">
            <a:extLst>
              <a:ext uri="{FF2B5EF4-FFF2-40B4-BE49-F238E27FC236}">
                <a16:creationId xmlns:a16="http://schemas.microsoft.com/office/drawing/2014/main" id="{4C3AF9F8-50E6-5FCD-C6AE-75AD60B0AD0F}"/>
              </a:ext>
            </a:extLst>
          </p:cNvPr>
          <p:cNvGrpSpPr/>
          <p:nvPr/>
        </p:nvGrpSpPr>
        <p:grpSpPr>
          <a:xfrm>
            <a:off x="4349341" y="4044708"/>
            <a:ext cx="1096994" cy="1096994"/>
            <a:chOff x="8758849" y="2423172"/>
            <a:chExt cx="1096994" cy="1096994"/>
          </a:xfrm>
        </p:grpSpPr>
        <p:sp>
          <p:nvSpPr>
            <p:cNvPr id="16" name="Oval 2">
              <a:extLst>
                <a:ext uri="{FF2B5EF4-FFF2-40B4-BE49-F238E27FC236}">
                  <a16:creationId xmlns:a16="http://schemas.microsoft.com/office/drawing/2014/main" id="{E59AFC12-1D97-3875-D9D1-05615675D9A1}"/>
                </a:ext>
              </a:extLst>
            </p:cNvPr>
            <p:cNvSpPr>
              <a:spLocks noChangeAspect="1"/>
            </p:cNvSpPr>
            <p:nvPr/>
          </p:nvSpPr>
          <p:spPr bwMode="gray">
            <a:xfrm>
              <a:off x="8758849" y="2423172"/>
              <a:ext cx="1096994" cy="1096994"/>
            </a:xfrm>
            <a:prstGeom prst="ellipse">
              <a:avLst/>
            </a:prstGeom>
            <a:solidFill>
              <a:schemeClr val="accent4"/>
            </a:solidFill>
            <a:ln w="76200">
              <a:noFill/>
            </a:ln>
            <a:effectLst/>
            <a:scene3d>
              <a:camera prst="orthographicFront">
                <a:rot lat="0" lon="0" rev="0"/>
              </a:camera>
              <a:lightRig rig="balanced" dir="t">
                <a:rot lat="0" lon="0" rev="8700000"/>
              </a:lightRig>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lnSpc>
                  <a:spcPct val="90000"/>
                </a:lnSpc>
                <a:spcBef>
                  <a:spcPts val="600"/>
                </a:spcBef>
              </a:pPr>
              <a:endParaRPr lang="en-US" sz="1999" b="1" dirty="0">
                <a:solidFill>
                  <a:prstClr val="white"/>
                </a:solidFill>
                <a:latin typeface="Arial"/>
              </a:endParaRPr>
            </a:p>
          </p:txBody>
        </p:sp>
        <p:grpSp>
          <p:nvGrpSpPr>
            <p:cNvPr id="17" name="Graphic 11">
              <a:extLst>
                <a:ext uri="{FF2B5EF4-FFF2-40B4-BE49-F238E27FC236}">
                  <a16:creationId xmlns:a16="http://schemas.microsoft.com/office/drawing/2014/main" id="{9F95DF5C-5F25-434C-21EA-3182853AE06B}"/>
                </a:ext>
              </a:extLst>
            </p:cNvPr>
            <p:cNvGrpSpPr/>
            <p:nvPr/>
          </p:nvGrpSpPr>
          <p:grpSpPr>
            <a:xfrm>
              <a:off x="8923562" y="2562770"/>
              <a:ext cx="766798" cy="766262"/>
              <a:chOff x="2044186" y="1024836"/>
              <a:chExt cx="766798" cy="766262"/>
            </a:xfrm>
            <a:solidFill>
              <a:schemeClr val="bg1"/>
            </a:solidFill>
          </p:grpSpPr>
          <p:grpSp>
            <p:nvGrpSpPr>
              <p:cNvPr id="18" name="Graphic 11">
                <a:extLst>
                  <a:ext uri="{FF2B5EF4-FFF2-40B4-BE49-F238E27FC236}">
                    <a16:creationId xmlns:a16="http://schemas.microsoft.com/office/drawing/2014/main" id="{3BE2DCA1-D6B8-5B6A-961F-182100A17262}"/>
                  </a:ext>
                </a:extLst>
              </p:cNvPr>
              <p:cNvGrpSpPr/>
              <p:nvPr/>
            </p:nvGrpSpPr>
            <p:grpSpPr>
              <a:xfrm>
                <a:off x="2386833" y="1143877"/>
                <a:ext cx="87404" cy="181779"/>
                <a:chOff x="2386833" y="1143877"/>
                <a:chExt cx="87404" cy="181779"/>
              </a:xfrm>
              <a:solidFill>
                <a:schemeClr val="bg1"/>
              </a:solidFill>
            </p:grpSpPr>
            <p:sp>
              <p:nvSpPr>
                <p:cNvPr id="29" name="Freeform 28">
                  <a:extLst>
                    <a:ext uri="{FF2B5EF4-FFF2-40B4-BE49-F238E27FC236}">
                      <a16:creationId xmlns:a16="http://schemas.microsoft.com/office/drawing/2014/main" id="{BF705B81-DD91-CE3E-A79C-A7310BF6A0B1}"/>
                    </a:ext>
                  </a:extLst>
                </p:cNvPr>
                <p:cNvSpPr/>
                <p:nvPr/>
              </p:nvSpPr>
              <p:spPr>
                <a:xfrm>
                  <a:off x="2413107" y="1206615"/>
                  <a:ext cx="34854" cy="119041"/>
                </a:xfrm>
                <a:custGeom>
                  <a:avLst/>
                  <a:gdLst>
                    <a:gd name="connsiteX0" fmla="*/ 0 w 34854"/>
                    <a:gd name="connsiteY0" fmla="*/ 0 h 119041"/>
                    <a:gd name="connsiteX1" fmla="*/ 34854 w 34854"/>
                    <a:gd name="connsiteY1" fmla="*/ 0 h 119041"/>
                    <a:gd name="connsiteX2" fmla="*/ 34854 w 34854"/>
                    <a:gd name="connsiteY2" fmla="*/ 119041 h 119041"/>
                    <a:gd name="connsiteX3" fmla="*/ 0 w 34854"/>
                    <a:gd name="connsiteY3" fmla="*/ 119041 h 119041"/>
                  </a:gdLst>
                  <a:ahLst/>
                  <a:cxnLst>
                    <a:cxn ang="0">
                      <a:pos x="connsiteX0" y="connsiteY0"/>
                    </a:cxn>
                    <a:cxn ang="0">
                      <a:pos x="connsiteX1" y="connsiteY1"/>
                    </a:cxn>
                    <a:cxn ang="0">
                      <a:pos x="connsiteX2" y="connsiteY2"/>
                    </a:cxn>
                    <a:cxn ang="0">
                      <a:pos x="connsiteX3" y="connsiteY3"/>
                    </a:cxn>
                  </a:cxnLst>
                  <a:rect l="l" t="t" r="r" b="b"/>
                  <a:pathLst>
                    <a:path w="34854" h="119041">
                      <a:moveTo>
                        <a:pt x="0" y="0"/>
                      </a:moveTo>
                      <a:lnTo>
                        <a:pt x="34854" y="0"/>
                      </a:lnTo>
                      <a:lnTo>
                        <a:pt x="34854" y="119041"/>
                      </a:lnTo>
                      <a:lnTo>
                        <a:pt x="0" y="119041"/>
                      </a:lnTo>
                      <a:close/>
                    </a:path>
                  </a:pathLst>
                </a:custGeom>
                <a:solidFill>
                  <a:schemeClr val="bg1"/>
                </a:solidFill>
                <a:ln w="0"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8E2977ED-7798-F15B-08CE-B8FD170077F5}"/>
                    </a:ext>
                  </a:extLst>
                </p:cNvPr>
                <p:cNvSpPr/>
                <p:nvPr/>
              </p:nvSpPr>
              <p:spPr>
                <a:xfrm>
                  <a:off x="2386833" y="1143877"/>
                  <a:ext cx="87404" cy="75607"/>
                </a:xfrm>
                <a:custGeom>
                  <a:avLst/>
                  <a:gdLst>
                    <a:gd name="connsiteX0" fmla="*/ 87404 w 87404"/>
                    <a:gd name="connsiteY0" fmla="*/ 75607 h 75607"/>
                    <a:gd name="connsiteX1" fmla="*/ 43970 w 87404"/>
                    <a:gd name="connsiteY1" fmla="*/ 0 h 75607"/>
                    <a:gd name="connsiteX2" fmla="*/ 0 w 87404"/>
                    <a:gd name="connsiteY2" fmla="*/ 75607 h 75607"/>
                    <a:gd name="connsiteX3" fmla="*/ 87404 w 87404"/>
                    <a:gd name="connsiteY3" fmla="*/ 75607 h 75607"/>
                  </a:gdLst>
                  <a:ahLst/>
                  <a:cxnLst>
                    <a:cxn ang="0">
                      <a:pos x="connsiteX0" y="connsiteY0"/>
                    </a:cxn>
                    <a:cxn ang="0">
                      <a:pos x="connsiteX1" y="connsiteY1"/>
                    </a:cxn>
                    <a:cxn ang="0">
                      <a:pos x="connsiteX2" y="connsiteY2"/>
                    </a:cxn>
                    <a:cxn ang="0">
                      <a:pos x="connsiteX3" y="connsiteY3"/>
                    </a:cxn>
                  </a:cxnLst>
                  <a:rect l="l" t="t" r="r" b="b"/>
                  <a:pathLst>
                    <a:path w="87404" h="75607">
                      <a:moveTo>
                        <a:pt x="87404" y="75607"/>
                      </a:moveTo>
                      <a:lnTo>
                        <a:pt x="43970" y="0"/>
                      </a:lnTo>
                      <a:lnTo>
                        <a:pt x="0" y="75607"/>
                      </a:lnTo>
                      <a:lnTo>
                        <a:pt x="87404" y="75607"/>
                      </a:lnTo>
                      <a:close/>
                    </a:path>
                  </a:pathLst>
                </a:custGeom>
                <a:solidFill>
                  <a:schemeClr val="bg1"/>
                </a:solidFill>
                <a:ln w="0" cap="flat">
                  <a:noFill/>
                  <a:prstDash val="solid"/>
                  <a:miter/>
                </a:ln>
              </p:spPr>
              <p:txBody>
                <a:bodyPr rtlCol="0" anchor="ctr"/>
                <a:lstStyle/>
                <a:p>
                  <a:endParaRPr lang="en-US"/>
                </a:p>
              </p:txBody>
            </p:sp>
          </p:grpSp>
          <p:grpSp>
            <p:nvGrpSpPr>
              <p:cNvPr id="19" name="Graphic 11">
                <a:extLst>
                  <a:ext uri="{FF2B5EF4-FFF2-40B4-BE49-F238E27FC236}">
                    <a16:creationId xmlns:a16="http://schemas.microsoft.com/office/drawing/2014/main" id="{B0A5072F-BAFC-3214-F763-AC603E3C5260}"/>
                  </a:ext>
                </a:extLst>
              </p:cNvPr>
              <p:cNvGrpSpPr/>
              <p:nvPr/>
            </p:nvGrpSpPr>
            <p:grpSpPr>
              <a:xfrm>
                <a:off x="2044186" y="1024836"/>
                <a:ext cx="766798" cy="766262"/>
                <a:chOff x="2044186" y="1024836"/>
                <a:chExt cx="766798" cy="766262"/>
              </a:xfrm>
              <a:solidFill>
                <a:schemeClr val="bg1"/>
              </a:solidFill>
            </p:grpSpPr>
            <p:sp>
              <p:nvSpPr>
                <p:cNvPr id="21" name="Freeform 20">
                  <a:extLst>
                    <a:ext uri="{FF2B5EF4-FFF2-40B4-BE49-F238E27FC236}">
                      <a16:creationId xmlns:a16="http://schemas.microsoft.com/office/drawing/2014/main" id="{DD951EF4-E825-1196-BE14-BA8565E00479}"/>
                    </a:ext>
                  </a:extLst>
                </p:cNvPr>
                <p:cNvSpPr/>
                <p:nvPr/>
              </p:nvSpPr>
              <p:spPr>
                <a:xfrm>
                  <a:off x="2388441" y="1728896"/>
                  <a:ext cx="78824" cy="62201"/>
                </a:xfrm>
                <a:custGeom>
                  <a:avLst/>
                  <a:gdLst>
                    <a:gd name="connsiteX0" fmla="*/ 39680 w 78824"/>
                    <a:gd name="connsiteY0" fmla="*/ 62202 h 62201"/>
                    <a:gd name="connsiteX1" fmla="*/ 0 w 78824"/>
                    <a:gd name="connsiteY1" fmla="*/ 23058 h 62201"/>
                    <a:gd name="connsiteX2" fmla="*/ 23058 w 78824"/>
                    <a:gd name="connsiteY2" fmla="*/ 0 h 62201"/>
                    <a:gd name="connsiteX3" fmla="*/ 39680 w 78824"/>
                    <a:gd name="connsiteY3" fmla="*/ 16623 h 62201"/>
                    <a:gd name="connsiteX4" fmla="*/ 55767 w 78824"/>
                    <a:gd name="connsiteY4" fmla="*/ 0 h 62201"/>
                    <a:gd name="connsiteX5" fmla="*/ 78825 w 78824"/>
                    <a:gd name="connsiteY5" fmla="*/ 23058 h 62201"/>
                    <a:gd name="connsiteX6" fmla="*/ 39680 w 78824"/>
                    <a:gd name="connsiteY6" fmla="*/ 62202 h 62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824" h="62201">
                      <a:moveTo>
                        <a:pt x="39680" y="62202"/>
                      </a:moveTo>
                      <a:lnTo>
                        <a:pt x="0" y="23058"/>
                      </a:lnTo>
                      <a:lnTo>
                        <a:pt x="23058" y="0"/>
                      </a:lnTo>
                      <a:lnTo>
                        <a:pt x="39680" y="16623"/>
                      </a:lnTo>
                      <a:lnTo>
                        <a:pt x="55767" y="0"/>
                      </a:lnTo>
                      <a:lnTo>
                        <a:pt x="78825" y="23058"/>
                      </a:lnTo>
                      <a:lnTo>
                        <a:pt x="39680" y="62202"/>
                      </a:lnTo>
                      <a:close/>
                    </a:path>
                  </a:pathLst>
                </a:custGeom>
                <a:solidFill>
                  <a:schemeClr val="bg1"/>
                </a:solidFill>
                <a:ln w="0"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208AF0AE-5632-AE56-3D78-29237AD4A22C}"/>
                    </a:ext>
                  </a:extLst>
                </p:cNvPr>
                <p:cNvSpPr/>
                <p:nvPr/>
              </p:nvSpPr>
              <p:spPr>
                <a:xfrm>
                  <a:off x="2113895" y="1454886"/>
                  <a:ext cx="266502" cy="266502"/>
                </a:xfrm>
                <a:custGeom>
                  <a:avLst/>
                  <a:gdLst>
                    <a:gd name="connsiteX0" fmla="*/ 243981 w 266502"/>
                    <a:gd name="connsiteY0" fmla="*/ 266503 h 266502"/>
                    <a:gd name="connsiteX1" fmla="*/ 182852 w 266502"/>
                    <a:gd name="connsiteY1" fmla="*/ 205373 h 266502"/>
                    <a:gd name="connsiteX2" fmla="*/ 205373 w 266502"/>
                    <a:gd name="connsiteY2" fmla="*/ 182852 h 266502"/>
                    <a:gd name="connsiteX3" fmla="*/ 266503 w 266502"/>
                    <a:gd name="connsiteY3" fmla="*/ 243981 h 266502"/>
                    <a:gd name="connsiteX4" fmla="*/ 243981 w 266502"/>
                    <a:gd name="connsiteY4" fmla="*/ 266503 h 266502"/>
                    <a:gd name="connsiteX5" fmla="*/ 152823 w 266502"/>
                    <a:gd name="connsiteY5" fmla="*/ 174809 h 266502"/>
                    <a:gd name="connsiteX6" fmla="*/ 91694 w 266502"/>
                    <a:gd name="connsiteY6" fmla="*/ 113679 h 266502"/>
                    <a:gd name="connsiteX7" fmla="*/ 114215 w 266502"/>
                    <a:gd name="connsiteY7" fmla="*/ 91158 h 266502"/>
                    <a:gd name="connsiteX8" fmla="*/ 175345 w 266502"/>
                    <a:gd name="connsiteY8" fmla="*/ 152287 h 266502"/>
                    <a:gd name="connsiteX9" fmla="*/ 152823 w 266502"/>
                    <a:gd name="connsiteY9" fmla="*/ 174809 h 266502"/>
                    <a:gd name="connsiteX10" fmla="*/ 61129 w 266502"/>
                    <a:gd name="connsiteY10" fmla="*/ 83651 h 266502"/>
                    <a:gd name="connsiteX11" fmla="*/ 0 w 266502"/>
                    <a:gd name="connsiteY11" fmla="*/ 22521 h 266502"/>
                    <a:gd name="connsiteX12" fmla="*/ 22521 w 266502"/>
                    <a:gd name="connsiteY12" fmla="*/ 0 h 266502"/>
                    <a:gd name="connsiteX13" fmla="*/ 83651 w 266502"/>
                    <a:gd name="connsiteY13" fmla="*/ 61129 h 266502"/>
                    <a:gd name="connsiteX14" fmla="*/ 61129 w 266502"/>
                    <a:gd name="connsiteY14" fmla="*/ 83651 h 266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6502" h="266502">
                      <a:moveTo>
                        <a:pt x="243981" y="266503"/>
                      </a:moveTo>
                      <a:lnTo>
                        <a:pt x="182852" y="205373"/>
                      </a:lnTo>
                      <a:lnTo>
                        <a:pt x="205373" y="182852"/>
                      </a:lnTo>
                      <a:lnTo>
                        <a:pt x="266503" y="243981"/>
                      </a:lnTo>
                      <a:lnTo>
                        <a:pt x="243981" y="266503"/>
                      </a:lnTo>
                      <a:close/>
                      <a:moveTo>
                        <a:pt x="152823" y="174809"/>
                      </a:moveTo>
                      <a:lnTo>
                        <a:pt x="91694" y="113679"/>
                      </a:lnTo>
                      <a:lnTo>
                        <a:pt x="114215" y="91158"/>
                      </a:lnTo>
                      <a:lnTo>
                        <a:pt x="175345" y="152287"/>
                      </a:lnTo>
                      <a:lnTo>
                        <a:pt x="152823" y="174809"/>
                      </a:lnTo>
                      <a:close/>
                      <a:moveTo>
                        <a:pt x="61129" y="83651"/>
                      </a:moveTo>
                      <a:lnTo>
                        <a:pt x="0" y="22521"/>
                      </a:lnTo>
                      <a:lnTo>
                        <a:pt x="22521" y="0"/>
                      </a:lnTo>
                      <a:lnTo>
                        <a:pt x="83651" y="61129"/>
                      </a:lnTo>
                      <a:lnTo>
                        <a:pt x="61129" y="83651"/>
                      </a:lnTo>
                      <a:close/>
                    </a:path>
                  </a:pathLst>
                </a:custGeom>
                <a:solidFill>
                  <a:schemeClr val="bg1"/>
                </a:solidFill>
                <a:ln w="0"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948CDD2C-2236-9179-6C49-F7538BA887C3}"/>
                    </a:ext>
                  </a:extLst>
                </p:cNvPr>
                <p:cNvSpPr/>
                <p:nvPr/>
              </p:nvSpPr>
              <p:spPr>
                <a:xfrm>
                  <a:off x="2044186" y="1368555"/>
                  <a:ext cx="62201" cy="78288"/>
                </a:xfrm>
                <a:custGeom>
                  <a:avLst/>
                  <a:gdLst>
                    <a:gd name="connsiteX0" fmla="*/ 39680 w 62201"/>
                    <a:gd name="connsiteY0" fmla="*/ 78288 h 78288"/>
                    <a:gd name="connsiteX1" fmla="*/ 0 w 62201"/>
                    <a:gd name="connsiteY1" fmla="*/ 39144 h 78288"/>
                    <a:gd name="connsiteX2" fmla="*/ 39680 w 62201"/>
                    <a:gd name="connsiteY2" fmla="*/ 0 h 78288"/>
                    <a:gd name="connsiteX3" fmla="*/ 62202 w 62201"/>
                    <a:gd name="connsiteY3" fmla="*/ 22521 h 78288"/>
                    <a:gd name="connsiteX4" fmla="*/ 45579 w 62201"/>
                    <a:gd name="connsiteY4" fmla="*/ 39144 h 78288"/>
                    <a:gd name="connsiteX5" fmla="*/ 62202 w 62201"/>
                    <a:gd name="connsiteY5" fmla="*/ 55767 h 78288"/>
                    <a:gd name="connsiteX6" fmla="*/ 39680 w 62201"/>
                    <a:gd name="connsiteY6" fmla="*/ 78288 h 7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201" h="78288">
                      <a:moveTo>
                        <a:pt x="39680" y="78288"/>
                      </a:moveTo>
                      <a:lnTo>
                        <a:pt x="0" y="39144"/>
                      </a:lnTo>
                      <a:lnTo>
                        <a:pt x="39680" y="0"/>
                      </a:lnTo>
                      <a:lnTo>
                        <a:pt x="62202" y="22521"/>
                      </a:lnTo>
                      <a:lnTo>
                        <a:pt x="45579" y="39144"/>
                      </a:lnTo>
                      <a:lnTo>
                        <a:pt x="62202" y="55767"/>
                      </a:lnTo>
                      <a:lnTo>
                        <a:pt x="39680" y="78288"/>
                      </a:lnTo>
                      <a:close/>
                    </a:path>
                  </a:pathLst>
                </a:custGeom>
                <a:solidFill>
                  <a:schemeClr val="bg1"/>
                </a:solidFill>
                <a:ln w="0"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24563357-7D06-0C7C-E602-0461E914AFA1}"/>
                    </a:ext>
                  </a:extLst>
                </p:cNvPr>
                <p:cNvSpPr/>
                <p:nvPr/>
              </p:nvSpPr>
              <p:spPr>
                <a:xfrm>
                  <a:off x="2114431" y="1095081"/>
                  <a:ext cx="265966" cy="265966"/>
                </a:xfrm>
                <a:custGeom>
                  <a:avLst/>
                  <a:gdLst>
                    <a:gd name="connsiteX0" fmla="*/ 22521 w 265966"/>
                    <a:gd name="connsiteY0" fmla="*/ 265966 h 265966"/>
                    <a:gd name="connsiteX1" fmla="*/ 0 w 265966"/>
                    <a:gd name="connsiteY1" fmla="*/ 243445 h 265966"/>
                    <a:gd name="connsiteX2" fmla="*/ 61129 w 265966"/>
                    <a:gd name="connsiteY2" fmla="*/ 182852 h 265966"/>
                    <a:gd name="connsiteX3" fmla="*/ 83651 w 265966"/>
                    <a:gd name="connsiteY3" fmla="*/ 205373 h 265966"/>
                    <a:gd name="connsiteX4" fmla="*/ 22521 w 265966"/>
                    <a:gd name="connsiteY4" fmla="*/ 265966 h 265966"/>
                    <a:gd name="connsiteX5" fmla="*/ 113679 w 265966"/>
                    <a:gd name="connsiteY5" fmla="*/ 174272 h 265966"/>
                    <a:gd name="connsiteX6" fmla="*/ 91158 w 265966"/>
                    <a:gd name="connsiteY6" fmla="*/ 151751 h 265966"/>
                    <a:gd name="connsiteX7" fmla="*/ 152287 w 265966"/>
                    <a:gd name="connsiteY7" fmla="*/ 91158 h 265966"/>
                    <a:gd name="connsiteX8" fmla="*/ 174809 w 265966"/>
                    <a:gd name="connsiteY8" fmla="*/ 113679 h 265966"/>
                    <a:gd name="connsiteX9" fmla="*/ 113679 w 265966"/>
                    <a:gd name="connsiteY9" fmla="*/ 174272 h 265966"/>
                    <a:gd name="connsiteX10" fmla="*/ 204837 w 265966"/>
                    <a:gd name="connsiteY10" fmla="*/ 83115 h 265966"/>
                    <a:gd name="connsiteX11" fmla="*/ 182316 w 265966"/>
                    <a:gd name="connsiteY11" fmla="*/ 60593 h 265966"/>
                    <a:gd name="connsiteX12" fmla="*/ 243445 w 265966"/>
                    <a:gd name="connsiteY12" fmla="*/ 0 h 265966"/>
                    <a:gd name="connsiteX13" fmla="*/ 265966 w 265966"/>
                    <a:gd name="connsiteY13" fmla="*/ 22521 h 265966"/>
                    <a:gd name="connsiteX14" fmla="*/ 204837 w 265966"/>
                    <a:gd name="connsiteY14" fmla="*/ 83115 h 265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5966" h="265966">
                      <a:moveTo>
                        <a:pt x="22521" y="265966"/>
                      </a:moveTo>
                      <a:lnTo>
                        <a:pt x="0" y="243445"/>
                      </a:lnTo>
                      <a:lnTo>
                        <a:pt x="61129" y="182852"/>
                      </a:lnTo>
                      <a:lnTo>
                        <a:pt x="83651" y="205373"/>
                      </a:lnTo>
                      <a:lnTo>
                        <a:pt x="22521" y="265966"/>
                      </a:lnTo>
                      <a:close/>
                      <a:moveTo>
                        <a:pt x="113679" y="174272"/>
                      </a:moveTo>
                      <a:lnTo>
                        <a:pt x="91158" y="151751"/>
                      </a:lnTo>
                      <a:lnTo>
                        <a:pt x="152287" y="91158"/>
                      </a:lnTo>
                      <a:lnTo>
                        <a:pt x="174809" y="113679"/>
                      </a:lnTo>
                      <a:lnTo>
                        <a:pt x="113679" y="174272"/>
                      </a:lnTo>
                      <a:close/>
                      <a:moveTo>
                        <a:pt x="204837" y="83115"/>
                      </a:moveTo>
                      <a:lnTo>
                        <a:pt x="182316" y="60593"/>
                      </a:lnTo>
                      <a:lnTo>
                        <a:pt x="243445" y="0"/>
                      </a:lnTo>
                      <a:lnTo>
                        <a:pt x="265966" y="22521"/>
                      </a:lnTo>
                      <a:lnTo>
                        <a:pt x="204837" y="83115"/>
                      </a:lnTo>
                      <a:close/>
                    </a:path>
                  </a:pathLst>
                </a:custGeom>
                <a:solidFill>
                  <a:schemeClr val="bg1"/>
                </a:solidFill>
                <a:ln w="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E695F48-9688-9A55-45C9-F5900D3054CE}"/>
                    </a:ext>
                  </a:extLst>
                </p:cNvPr>
                <p:cNvSpPr/>
                <p:nvPr/>
              </p:nvSpPr>
              <p:spPr>
                <a:xfrm>
                  <a:off x="2387905" y="1024836"/>
                  <a:ext cx="78824" cy="62201"/>
                </a:xfrm>
                <a:custGeom>
                  <a:avLst/>
                  <a:gdLst>
                    <a:gd name="connsiteX0" fmla="*/ 55767 w 78824"/>
                    <a:gd name="connsiteY0" fmla="*/ 62202 h 62201"/>
                    <a:gd name="connsiteX1" fmla="*/ 39144 w 78824"/>
                    <a:gd name="connsiteY1" fmla="*/ 45579 h 62201"/>
                    <a:gd name="connsiteX2" fmla="*/ 23058 w 78824"/>
                    <a:gd name="connsiteY2" fmla="*/ 62202 h 62201"/>
                    <a:gd name="connsiteX3" fmla="*/ 0 w 78824"/>
                    <a:gd name="connsiteY3" fmla="*/ 39680 h 62201"/>
                    <a:gd name="connsiteX4" fmla="*/ 39144 w 78824"/>
                    <a:gd name="connsiteY4" fmla="*/ 0 h 62201"/>
                    <a:gd name="connsiteX5" fmla="*/ 78825 w 78824"/>
                    <a:gd name="connsiteY5" fmla="*/ 39680 h 62201"/>
                    <a:gd name="connsiteX6" fmla="*/ 55767 w 78824"/>
                    <a:gd name="connsiteY6" fmla="*/ 62202 h 62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824" h="62201">
                      <a:moveTo>
                        <a:pt x="55767" y="62202"/>
                      </a:moveTo>
                      <a:lnTo>
                        <a:pt x="39144" y="45579"/>
                      </a:lnTo>
                      <a:lnTo>
                        <a:pt x="23058" y="62202"/>
                      </a:lnTo>
                      <a:lnTo>
                        <a:pt x="0" y="39680"/>
                      </a:lnTo>
                      <a:lnTo>
                        <a:pt x="39144" y="0"/>
                      </a:lnTo>
                      <a:lnTo>
                        <a:pt x="78825" y="39680"/>
                      </a:lnTo>
                      <a:lnTo>
                        <a:pt x="55767" y="62202"/>
                      </a:lnTo>
                      <a:close/>
                    </a:path>
                  </a:pathLst>
                </a:custGeom>
                <a:solidFill>
                  <a:schemeClr val="bg1"/>
                </a:solidFill>
                <a:ln w="0"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7EEE1929-36EA-1565-5AEA-9B16C8E5928B}"/>
                    </a:ext>
                  </a:extLst>
                </p:cNvPr>
                <p:cNvSpPr/>
                <p:nvPr/>
              </p:nvSpPr>
              <p:spPr>
                <a:xfrm>
                  <a:off x="2474237" y="1095081"/>
                  <a:ext cx="266502" cy="266502"/>
                </a:xfrm>
                <a:custGeom>
                  <a:avLst/>
                  <a:gdLst>
                    <a:gd name="connsiteX0" fmla="*/ 243981 w 266502"/>
                    <a:gd name="connsiteY0" fmla="*/ 266503 h 266502"/>
                    <a:gd name="connsiteX1" fmla="*/ 182852 w 266502"/>
                    <a:gd name="connsiteY1" fmla="*/ 205373 h 266502"/>
                    <a:gd name="connsiteX2" fmla="*/ 205373 w 266502"/>
                    <a:gd name="connsiteY2" fmla="*/ 182852 h 266502"/>
                    <a:gd name="connsiteX3" fmla="*/ 266503 w 266502"/>
                    <a:gd name="connsiteY3" fmla="*/ 243981 h 266502"/>
                    <a:gd name="connsiteX4" fmla="*/ 243981 w 266502"/>
                    <a:gd name="connsiteY4" fmla="*/ 266503 h 266502"/>
                    <a:gd name="connsiteX5" fmla="*/ 152823 w 266502"/>
                    <a:gd name="connsiteY5" fmla="*/ 174809 h 266502"/>
                    <a:gd name="connsiteX6" fmla="*/ 91694 w 266502"/>
                    <a:gd name="connsiteY6" fmla="*/ 113679 h 266502"/>
                    <a:gd name="connsiteX7" fmla="*/ 114215 w 266502"/>
                    <a:gd name="connsiteY7" fmla="*/ 91158 h 266502"/>
                    <a:gd name="connsiteX8" fmla="*/ 175345 w 266502"/>
                    <a:gd name="connsiteY8" fmla="*/ 152287 h 266502"/>
                    <a:gd name="connsiteX9" fmla="*/ 152823 w 266502"/>
                    <a:gd name="connsiteY9" fmla="*/ 174809 h 266502"/>
                    <a:gd name="connsiteX10" fmla="*/ 61129 w 266502"/>
                    <a:gd name="connsiteY10" fmla="*/ 83651 h 266502"/>
                    <a:gd name="connsiteX11" fmla="*/ 0 w 266502"/>
                    <a:gd name="connsiteY11" fmla="*/ 22521 h 266502"/>
                    <a:gd name="connsiteX12" fmla="*/ 22521 w 266502"/>
                    <a:gd name="connsiteY12" fmla="*/ 0 h 266502"/>
                    <a:gd name="connsiteX13" fmla="*/ 83651 w 266502"/>
                    <a:gd name="connsiteY13" fmla="*/ 61129 h 266502"/>
                    <a:gd name="connsiteX14" fmla="*/ 61129 w 266502"/>
                    <a:gd name="connsiteY14" fmla="*/ 83651 h 266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6502" h="266502">
                      <a:moveTo>
                        <a:pt x="243981" y="266503"/>
                      </a:moveTo>
                      <a:lnTo>
                        <a:pt x="182852" y="205373"/>
                      </a:lnTo>
                      <a:lnTo>
                        <a:pt x="205373" y="182852"/>
                      </a:lnTo>
                      <a:lnTo>
                        <a:pt x="266503" y="243981"/>
                      </a:lnTo>
                      <a:lnTo>
                        <a:pt x="243981" y="266503"/>
                      </a:lnTo>
                      <a:close/>
                      <a:moveTo>
                        <a:pt x="152823" y="174809"/>
                      </a:moveTo>
                      <a:lnTo>
                        <a:pt x="91694" y="113679"/>
                      </a:lnTo>
                      <a:lnTo>
                        <a:pt x="114215" y="91158"/>
                      </a:lnTo>
                      <a:lnTo>
                        <a:pt x="175345" y="152287"/>
                      </a:lnTo>
                      <a:lnTo>
                        <a:pt x="152823" y="174809"/>
                      </a:lnTo>
                      <a:close/>
                      <a:moveTo>
                        <a:pt x="61129" y="83651"/>
                      </a:moveTo>
                      <a:lnTo>
                        <a:pt x="0" y="22521"/>
                      </a:lnTo>
                      <a:lnTo>
                        <a:pt x="22521" y="0"/>
                      </a:lnTo>
                      <a:lnTo>
                        <a:pt x="83651" y="61129"/>
                      </a:lnTo>
                      <a:lnTo>
                        <a:pt x="61129" y="83651"/>
                      </a:lnTo>
                      <a:close/>
                    </a:path>
                  </a:pathLst>
                </a:custGeom>
                <a:solidFill>
                  <a:schemeClr val="bg1"/>
                </a:solidFill>
                <a:ln w="0"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53445668-5108-3479-EFE9-29051A33219F}"/>
                    </a:ext>
                  </a:extLst>
                </p:cNvPr>
                <p:cNvSpPr/>
                <p:nvPr/>
              </p:nvSpPr>
              <p:spPr>
                <a:xfrm>
                  <a:off x="2748783" y="1369091"/>
                  <a:ext cx="62201" cy="78824"/>
                </a:xfrm>
                <a:custGeom>
                  <a:avLst/>
                  <a:gdLst>
                    <a:gd name="connsiteX0" fmla="*/ 22521 w 62201"/>
                    <a:gd name="connsiteY0" fmla="*/ 78825 h 78824"/>
                    <a:gd name="connsiteX1" fmla="*/ 0 w 62201"/>
                    <a:gd name="connsiteY1" fmla="*/ 55767 h 78824"/>
                    <a:gd name="connsiteX2" fmla="*/ 16623 w 62201"/>
                    <a:gd name="connsiteY2" fmla="*/ 39144 h 78824"/>
                    <a:gd name="connsiteX3" fmla="*/ 0 w 62201"/>
                    <a:gd name="connsiteY3" fmla="*/ 23058 h 78824"/>
                    <a:gd name="connsiteX4" fmla="*/ 22521 w 62201"/>
                    <a:gd name="connsiteY4" fmla="*/ 0 h 78824"/>
                    <a:gd name="connsiteX5" fmla="*/ 62202 w 62201"/>
                    <a:gd name="connsiteY5" fmla="*/ 39144 h 78824"/>
                    <a:gd name="connsiteX6" fmla="*/ 22521 w 62201"/>
                    <a:gd name="connsiteY6" fmla="*/ 78825 h 78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201" h="78824">
                      <a:moveTo>
                        <a:pt x="22521" y="78825"/>
                      </a:moveTo>
                      <a:lnTo>
                        <a:pt x="0" y="55767"/>
                      </a:lnTo>
                      <a:lnTo>
                        <a:pt x="16623" y="39144"/>
                      </a:lnTo>
                      <a:lnTo>
                        <a:pt x="0" y="23058"/>
                      </a:lnTo>
                      <a:lnTo>
                        <a:pt x="22521" y="0"/>
                      </a:lnTo>
                      <a:lnTo>
                        <a:pt x="62202" y="39144"/>
                      </a:lnTo>
                      <a:lnTo>
                        <a:pt x="22521" y="78825"/>
                      </a:lnTo>
                      <a:close/>
                    </a:path>
                  </a:pathLst>
                </a:custGeom>
                <a:solidFill>
                  <a:schemeClr val="bg1"/>
                </a:solidFill>
                <a:ln w="0"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14C522A2-B083-0EDC-7415-9164524D1EC5}"/>
                    </a:ext>
                  </a:extLst>
                </p:cNvPr>
                <p:cNvSpPr/>
                <p:nvPr/>
              </p:nvSpPr>
              <p:spPr>
                <a:xfrm>
                  <a:off x="2475309" y="1455959"/>
                  <a:ext cx="265966" cy="265430"/>
                </a:xfrm>
                <a:custGeom>
                  <a:avLst/>
                  <a:gdLst>
                    <a:gd name="connsiteX0" fmla="*/ 22521 w 265966"/>
                    <a:gd name="connsiteY0" fmla="*/ 265430 h 265430"/>
                    <a:gd name="connsiteX1" fmla="*/ 0 w 265966"/>
                    <a:gd name="connsiteY1" fmla="*/ 242909 h 265430"/>
                    <a:gd name="connsiteX2" fmla="*/ 61129 w 265966"/>
                    <a:gd name="connsiteY2" fmla="*/ 182316 h 265430"/>
                    <a:gd name="connsiteX3" fmla="*/ 83651 w 265966"/>
                    <a:gd name="connsiteY3" fmla="*/ 204837 h 265430"/>
                    <a:gd name="connsiteX4" fmla="*/ 22521 w 265966"/>
                    <a:gd name="connsiteY4" fmla="*/ 265430 h 265430"/>
                    <a:gd name="connsiteX5" fmla="*/ 113679 w 265966"/>
                    <a:gd name="connsiteY5" fmla="*/ 174272 h 265430"/>
                    <a:gd name="connsiteX6" fmla="*/ 91158 w 265966"/>
                    <a:gd name="connsiteY6" fmla="*/ 151751 h 265430"/>
                    <a:gd name="connsiteX7" fmla="*/ 152287 w 265966"/>
                    <a:gd name="connsiteY7" fmla="*/ 91158 h 265430"/>
                    <a:gd name="connsiteX8" fmla="*/ 174809 w 265966"/>
                    <a:gd name="connsiteY8" fmla="*/ 113679 h 265430"/>
                    <a:gd name="connsiteX9" fmla="*/ 113679 w 265966"/>
                    <a:gd name="connsiteY9" fmla="*/ 174272 h 265430"/>
                    <a:gd name="connsiteX10" fmla="*/ 204837 w 265966"/>
                    <a:gd name="connsiteY10" fmla="*/ 83115 h 265430"/>
                    <a:gd name="connsiteX11" fmla="*/ 182316 w 265966"/>
                    <a:gd name="connsiteY11" fmla="*/ 60593 h 265430"/>
                    <a:gd name="connsiteX12" fmla="*/ 243445 w 265966"/>
                    <a:gd name="connsiteY12" fmla="*/ 0 h 265430"/>
                    <a:gd name="connsiteX13" fmla="*/ 265966 w 265966"/>
                    <a:gd name="connsiteY13" fmla="*/ 22521 h 265430"/>
                    <a:gd name="connsiteX14" fmla="*/ 204837 w 265966"/>
                    <a:gd name="connsiteY14" fmla="*/ 83115 h 265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5966" h="265430">
                      <a:moveTo>
                        <a:pt x="22521" y="265430"/>
                      </a:moveTo>
                      <a:lnTo>
                        <a:pt x="0" y="242909"/>
                      </a:lnTo>
                      <a:lnTo>
                        <a:pt x="61129" y="182316"/>
                      </a:lnTo>
                      <a:lnTo>
                        <a:pt x="83651" y="204837"/>
                      </a:lnTo>
                      <a:lnTo>
                        <a:pt x="22521" y="265430"/>
                      </a:lnTo>
                      <a:close/>
                      <a:moveTo>
                        <a:pt x="113679" y="174272"/>
                      </a:moveTo>
                      <a:lnTo>
                        <a:pt x="91158" y="151751"/>
                      </a:lnTo>
                      <a:lnTo>
                        <a:pt x="152287" y="91158"/>
                      </a:lnTo>
                      <a:lnTo>
                        <a:pt x="174809" y="113679"/>
                      </a:lnTo>
                      <a:lnTo>
                        <a:pt x="113679" y="174272"/>
                      </a:lnTo>
                      <a:close/>
                      <a:moveTo>
                        <a:pt x="204837" y="83115"/>
                      </a:moveTo>
                      <a:lnTo>
                        <a:pt x="182316" y="60593"/>
                      </a:lnTo>
                      <a:lnTo>
                        <a:pt x="243445" y="0"/>
                      </a:lnTo>
                      <a:lnTo>
                        <a:pt x="265966" y="22521"/>
                      </a:lnTo>
                      <a:lnTo>
                        <a:pt x="204837" y="83115"/>
                      </a:lnTo>
                      <a:close/>
                    </a:path>
                  </a:pathLst>
                </a:custGeom>
                <a:solidFill>
                  <a:schemeClr val="bg1"/>
                </a:solidFill>
                <a:ln w="0" cap="flat">
                  <a:noFill/>
                  <a:prstDash val="solid"/>
                  <a:miter/>
                </a:ln>
              </p:spPr>
              <p:txBody>
                <a:bodyPr rtlCol="0" anchor="ctr"/>
                <a:lstStyle/>
                <a:p>
                  <a:endParaRPr lang="en-US"/>
                </a:p>
              </p:txBody>
            </p:sp>
          </p:grpSp>
          <p:sp>
            <p:nvSpPr>
              <p:cNvPr id="20" name="Freeform 19">
                <a:extLst>
                  <a:ext uri="{FF2B5EF4-FFF2-40B4-BE49-F238E27FC236}">
                    <a16:creationId xmlns:a16="http://schemas.microsoft.com/office/drawing/2014/main" id="{BC3B5D59-9E69-90F0-E49E-7B20E2C293E4}"/>
                  </a:ext>
                </a:extLst>
              </p:cNvPr>
              <p:cNvSpPr/>
              <p:nvPr/>
            </p:nvSpPr>
            <p:spPr>
              <a:xfrm rot="-2700000">
                <a:off x="2292395" y="1359363"/>
                <a:ext cx="275082" cy="275082"/>
              </a:xfrm>
              <a:custGeom>
                <a:avLst/>
                <a:gdLst>
                  <a:gd name="connsiteX0" fmla="*/ 250416 w 275082"/>
                  <a:gd name="connsiteY0" fmla="*/ 0 h 275082"/>
                  <a:gd name="connsiteX1" fmla="*/ 275082 w 275082"/>
                  <a:gd name="connsiteY1" fmla="*/ 24666 h 275082"/>
                  <a:gd name="connsiteX2" fmla="*/ 275082 w 275082"/>
                  <a:gd name="connsiteY2" fmla="*/ 250416 h 275082"/>
                  <a:gd name="connsiteX3" fmla="*/ 250416 w 275082"/>
                  <a:gd name="connsiteY3" fmla="*/ 275082 h 275082"/>
                  <a:gd name="connsiteX4" fmla="*/ 24666 w 275082"/>
                  <a:gd name="connsiteY4" fmla="*/ 275082 h 275082"/>
                  <a:gd name="connsiteX5" fmla="*/ 0 w 275082"/>
                  <a:gd name="connsiteY5" fmla="*/ 250416 h 275082"/>
                  <a:gd name="connsiteX6" fmla="*/ 0 w 275082"/>
                  <a:gd name="connsiteY6" fmla="*/ 24666 h 275082"/>
                  <a:gd name="connsiteX7" fmla="*/ 24666 w 275082"/>
                  <a:gd name="connsiteY7" fmla="*/ 0 h 275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5082" h="275082">
                    <a:moveTo>
                      <a:pt x="250416" y="0"/>
                    </a:moveTo>
                    <a:cubicBezTo>
                      <a:pt x="264039" y="0"/>
                      <a:pt x="275082" y="11043"/>
                      <a:pt x="275082" y="24666"/>
                    </a:cubicBezTo>
                    <a:lnTo>
                      <a:pt x="275082" y="250416"/>
                    </a:lnTo>
                    <a:cubicBezTo>
                      <a:pt x="275082" y="264039"/>
                      <a:pt x="264039" y="275082"/>
                      <a:pt x="250416" y="275082"/>
                    </a:cubicBezTo>
                    <a:lnTo>
                      <a:pt x="24666" y="275082"/>
                    </a:lnTo>
                    <a:cubicBezTo>
                      <a:pt x="11043" y="275082"/>
                      <a:pt x="0" y="264039"/>
                      <a:pt x="0" y="250416"/>
                    </a:cubicBezTo>
                    <a:lnTo>
                      <a:pt x="0" y="24666"/>
                    </a:lnTo>
                    <a:cubicBezTo>
                      <a:pt x="0" y="11043"/>
                      <a:pt x="11043" y="0"/>
                      <a:pt x="24666" y="0"/>
                    </a:cubicBezTo>
                    <a:close/>
                  </a:path>
                </a:pathLst>
              </a:custGeom>
              <a:solidFill>
                <a:schemeClr val="bg1"/>
              </a:solidFill>
              <a:ln w="0" cap="flat">
                <a:noFill/>
                <a:prstDash val="solid"/>
                <a:miter/>
              </a:ln>
            </p:spPr>
            <p:txBody>
              <a:bodyPr rtlCol="0" anchor="ctr"/>
              <a:lstStyle/>
              <a:p>
                <a:endParaRPr lang="en-US"/>
              </a:p>
            </p:txBody>
          </p:sp>
        </p:grpSp>
      </p:grpSp>
      <p:grpSp>
        <p:nvGrpSpPr>
          <p:cNvPr id="31" name="Group 30">
            <a:extLst>
              <a:ext uri="{FF2B5EF4-FFF2-40B4-BE49-F238E27FC236}">
                <a16:creationId xmlns:a16="http://schemas.microsoft.com/office/drawing/2014/main" id="{93FD6576-A012-AF00-98BE-2E6FD98AB108}"/>
              </a:ext>
            </a:extLst>
          </p:cNvPr>
          <p:cNvGrpSpPr/>
          <p:nvPr/>
        </p:nvGrpSpPr>
        <p:grpSpPr>
          <a:xfrm>
            <a:off x="6758935" y="1625259"/>
            <a:ext cx="1096994" cy="1096994"/>
            <a:chOff x="3346050" y="885238"/>
            <a:chExt cx="1096994" cy="1096994"/>
          </a:xfrm>
        </p:grpSpPr>
        <p:sp>
          <p:nvSpPr>
            <p:cNvPr id="32" name="Oval 3">
              <a:extLst>
                <a:ext uri="{FF2B5EF4-FFF2-40B4-BE49-F238E27FC236}">
                  <a16:creationId xmlns:a16="http://schemas.microsoft.com/office/drawing/2014/main" id="{120EDCB3-036A-246B-51EC-49374206B459}"/>
                </a:ext>
              </a:extLst>
            </p:cNvPr>
            <p:cNvSpPr>
              <a:spLocks noChangeAspect="1"/>
            </p:cNvSpPr>
            <p:nvPr/>
          </p:nvSpPr>
          <p:spPr bwMode="gray">
            <a:xfrm>
              <a:off x="3346050" y="885238"/>
              <a:ext cx="1096994" cy="1096994"/>
            </a:xfrm>
            <a:prstGeom prst="ellipse">
              <a:avLst/>
            </a:prstGeom>
            <a:solidFill>
              <a:schemeClr val="accent5"/>
            </a:solidFill>
            <a:ln w="76200">
              <a:noFill/>
            </a:ln>
            <a:effectLst/>
            <a:scene3d>
              <a:camera prst="orthographicFront">
                <a:rot lat="0" lon="0" rev="0"/>
              </a:camera>
              <a:lightRig rig="balanced" dir="t">
                <a:rot lat="0" lon="0" rev="8700000"/>
              </a:lightRig>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lnSpc>
                  <a:spcPct val="90000"/>
                </a:lnSpc>
                <a:spcBef>
                  <a:spcPts val="600"/>
                </a:spcBef>
              </a:pPr>
              <a:endParaRPr lang="en-US" sz="1999" b="1" dirty="0">
                <a:solidFill>
                  <a:prstClr val="white"/>
                </a:solidFill>
                <a:latin typeface="Arial"/>
              </a:endParaRPr>
            </a:p>
          </p:txBody>
        </p:sp>
        <p:sp>
          <p:nvSpPr>
            <p:cNvPr id="33" name="Graphic 6">
              <a:extLst>
                <a:ext uri="{FF2B5EF4-FFF2-40B4-BE49-F238E27FC236}">
                  <a16:creationId xmlns:a16="http://schemas.microsoft.com/office/drawing/2014/main" id="{EC164CE2-20B7-F945-618F-5763421DD5F9}"/>
                </a:ext>
              </a:extLst>
            </p:cNvPr>
            <p:cNvSpPr/>
            <p:nvPr/>
          </p:nvSpPr>
          <p:spPr>
            <a:xfrm>
              <a:off x="3576043" y="1134108"/>
              <a:ext cx="620592" cy="619682"/>
            </a:xfrm>
            <a:custGeom>
              <a:avLst/>
              <a:gdLst>
                <a:gd name="connsiteX0" fmla="*/ 576428 w 620592"/>
                <a:gd name="connsiteY0" fmla="*/ 558215 h 619682"/>
                <a:gd name="connsiteX1" fmla="*/ 526798 w 620592"/>
                <a:gd name="connsiteY1" fmla="*/ 508586 h 619682"/>
                <a:gd name="connsiteX2" fmla="*/ 527709 w 620592"/>
                <a:gd name="connsiteY2" fmla="*/ 504943 h 619682"/>
                <a:gd name="connsiteX3" fmla="*/ 527709 w 620592"/>
                <a:gd name="connsiteY3" fmla="*/ 121114 h 619682"/>
                <a:gd name="connsiteX4" fmla="*/ 525888 w 620592"/>
                <a:gd name="connsiteY4" fmla="*/ 111552 h 619682"/>
                <a:gd name="connsiteX5" fmla="*/ 576883 w 620592"/>
                <a:gd name="connsiteY5" fmla="*/ 60557 h 619682"/>
                <a:gd name="connsiteX6" fmla="*/ 598738 w 620592"/>
                <a:gd name="connsiteY6" fmla="*/ 82412 h 619682"/>
                <a:gd name="connsiteX7" fmla="*/ 620593 w 620592"/>
                <a:gd name="connsiteY7" fmla="*/ 0 h 619682"/>
                <a:gd name="connsiteX8" fmla="*/ 538181 w 620592"/>
                <a:gd name="connsiteY8" fmla="*/ 21855 h 619682"/>
                <a:gd name="connsiteX9" fmla="*/ 560036 w 620592"/>
                <a:gd name="connsiteY9" fmla="*/ 43710 h 619682"/>
                <a:gd name="connsiteX10" fmla="*/ 508586 w 620592"/>
                <a:gd name="connsiteY10" fmla="*/ 95161 h 619682"/>
                <a:gd name="connsiteX11" fmla="*/ 499935 w 620592"/>
                <a:gd name="connsiteY11" fmla="*/ 93339 h 619682"/>
                <a:gd name="connsiteX12" fmla="*/ 116560 w 620592"/>
                <a:gd name="connsiteY12" fmla="*/ 93339 h 619682"/>
                <a:gd name="connsiteX13" fmla="*/ 108365 w 620592"/>
                <a:gd name="connsiteY13" fmla="*/ 95161 h 619682"/>
                <a:gd name="connsiteX14" fmla="*/ 60557 w 620592"/>
                <a:gd name="connsiteY14" fmla="*/ 47353 h 619682"/>
                <a:gd name="connsiteX15" fmla="*/ 82412 w 620592"/>
                <a:gd name="connsiteY15" fmla="*/ 25498 h 619682"/>
                <a:gd name="connsiteX16" fmla="*/ 0 w 620592"/>
                <a:gd name="connsiteY16" fmla="*/ 3643 h 619682"/>
                <a:gd name="connsiteX17" fmla="*/ 21855 w 620592"/>
                <a:gd name="connsiteY17" fmla="*/ 86054 h 619682"/>
                <a:gd name="connsiteX18" fmla="*/ 43710 w 620592"/>
                <a:gd name="connsiteY18" fmla="*/ 64199 h 619682"/>
                <a:gd name="connsiteX19" fmla="*/ 91063 w 620592"/>
                <a:gd name="connsiteY19" fmla="*/ 111552 h 619682"/>
                <a:gd name="connsiteX20" fmla="*/ 89242 w 620592"/>
                <a:gd name="connsiteY20" fmla="*/ 121569 h 619682"/>
                <a:gd name="connsiteX21" fmla="*/ 89242 w 620592"/>
                <a:gd name="connsiteY21" fmla="*/ 505399 h 619682"/>
                <a:gd name="connsiteX22" fmla="*/ 91063 w 620592"/>
                <a:gd name="connsiteY22" fmla="*/ 514960 h 619682"/>
                <a:gd name="connsiteX23" fmla="*/ 51906 w 620592"/>
                <a:gd name="connsiteY23" fmla="*/ 554117 h 619682"/>
                <a:gd name="connsiteX24" fmla="*/ 30051 w 620592"/>
                <a:gd name="connsiteY24" fmla="*/ 532262 h 619682"/>
                <a:gd name="connsiteX25" fmla="*/ 8196 w 620592"/>
                <a:gd name="connsiteY25" fmla="*/ 614674 h 619682"/>
                <a:gd name="connsiteX26" fmla="*/ 90607 w 620592"/>
                <a:gd name="connsiteY26" fmla="*/ 592819 h 619682"/>
                <a:gd name="connsiteX27" fmla="*/ 68752 w 620592"/>
                <a:gd name="connsiteY27" fmla="*/ 570964 h 619682"/>
                <a:gd name="connsiteX28" fmla="*/ 107909 w 620592"/>
                <a:gd name="connsiteY28" fmla="*/ 531807 h 619682"/>
                <a:gd name="connsiteX29" fmla="*/ 116560 w 620592"/>
                <a:gd name="connsiteY29" fmla="*/ 533628 h 619682"/>
                <a:gd name="connsiteX30" fmla="*/ 500390 w 620592"/>
                <a:gd name="connsiteY30" fmla="*/ 533628 h 619682"/>
                <a:gd name="connsiteX31" fmla="*/ 513594 w 620592"/>
                <a:gd name="connsiteY31" fmla="*/ 529530 h 619682"/>
                <a:gd name="connsiteX32" fmla="*/ 560036 w 620592"/>
                <a:gd name="connsiteY32" fmla="*/ 575972 h 619682"/>
                <a:gd name="connsiteX33" fmla="*/ 538181 w 620592"/>
                <a:gd name="connsiteY33" fmla="*/ 597827 h 619682"/>
                <a:gd name="connsiteX34" fmla="*/ 620593 w 620592"/>
                <a:gd name="connsiteY34" fmla="*/ 619682 h 619682"/>
                <a:gd name="connsiteX35" fmla="*/ 598738 w 620592"/>
                <a:gd name="connsiteY35" fmla="*/ 537271 h 619682"/>
                <a:gd name="connsiteX36" fmla="*/ 576883 w 620592"/>
                <a:gd name="connsiteY36" fmla="*/ 559126 h 619682"/>
                <a:gd name="connsiteX37" fmla="*/ 240406 w 620592"/>
                <a:gd name="connsiteY37" fmla="*/ 358787 h 619682"/>
                <a:gd name="connsiteX38" fmla="*/ 217185 w 620592"/>
                <a:gd name="connsiteY38" fmla="*/ 358787 h 619682"/>
                <a:gd name="connsiteX39" fmla="*/ 168921 w 620592"/>
                <a:gd name="connsiteY39" fmla="*/ 243138 h 619682"/>
                <a:gd name="connsiteX40" fmla="*/ 192143 w 620592"/>
                <a:gd name="connsiteY40" fmla="*/ 243138 h 619682"/>
                <a:gd name="connsiteX41" fmla="*/ 229023 w 620592"/>
                <a:gd name="connsiteY41" fmla="*/ 331013 h 619682"/>
                <a:gd name="connsiteX42" fmla="*/ 265903 w 620592"/>
                <a:gd name="connsiteY42" fmla="*/ 243138 h 619682"/>
                <a:gd name="connsiteX43" fmla="*/ 289124 w 620592"/>
                <a:gd name="connsiteY43" fmla="*/ 243138 h 619682"/>
                <a:gd name="connsiteX44" fmla="*/ 240861 w 620592"/>
                <a:gd name="connsiteY44" fmla="*/ 358787 h 619682"/>
                <a:gd name="connsiteX45" fmla="*/ 427085 w 620592"/>
                <a:gd name="connsiteY45" fmla="*/ 358787 h 619682"/>
                <a:gd name="connsiteX46" fmla="*/ 406140 w 620592"/>
                <a:gd name="connsiteY46" fmla="*/ 358787 h 619682"/>
                <a:gd name="connsiteX47" fmla="*/ 406140 w 620592"/>
                <a:gd name="connsiteY47" fmla="*/ 281384 h 619682"/>
                <a:gd name="connsiteX48" fmla="*/ 367894 w 620592"/>
                <a:gd name="connsiteY48" fmla="*/ 351958 h 619682"/>
                <a:gd name="connsiteX49" fmla="*/ 329647 w 620592"/>
                <a:gd name="connsiteY49" fmla="*/ 281384 h 619682"/>
                <a:gd name="connsiteX50" fmla="*/ 329647 w 620592"/>
                <a:gd name="connsiteY50" fmla="*/ 358787 h 619682"/>
                <a:gd name="connsiteX51" fmla="*/ 308703 w 620592"/>
                <a:gd name="connsiteY51" fmla="*/ 358787 h 619682"/>
                <a:gd name="connsiteX52" fmla="*/ 308703 w 620592"/>
                <a:gd name="connsiteY52" fmla="*/ 243138 h 619682"/>
                <a:gd name="connsiteX53" fmla="*/ 329647 w 620592"/>
                <a:gd name="connsiteY53" fmla="*/ 243138 h 619682"/>
                <a:gd name="connsiteX54" fmla="*/ 367894 w 620592"/>
                <a:gd name="connsiteY54" fmla="*/ 313711 h 619682"/>
                <a:gd name="connsiteX55" fmla="*/ 406140 w 620592"/>
                <a:gd name="connsiteY55" fmla="*/ 243138 h 619682"/>
                <a:gd name="connsiteX56" fmla="*/ 427085 w 620592"/>
                <a:gd name="connsiteY56" fmla="*/ 243138 h 619682"/>
                <a:gd name="connsiteX57" fmla="*/ 427085 w 620592"/>
                <a:gd name="connsiteY57" fmla="*/ 358787 h 619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20592" h="619682">
                  <a:moveTo>
                    <a:pt x="576428" y="558215"/>
                  </a:moveTo>
                  <a:lnTo>
                    <a:pt x="526798" y="508586"/>
                  </a:lnTo>
                  <a:cubicBezTo>
                    <a:pt x="526798" y="508586"/>
                    <a:pt x="527709" y="506309"/>
                    <a:pt x="527709" y="504943"/>
                  </a:cubicBezTo>
                  <a:lnTo>
                    <a:pt x="527709" y="121114"/>
                  </a:lnTo>
                  <a:cubicBezTo>
                    <a:pt x="527709" y="117926"/>
                    <a:pt x="526798" y="114739"/>
                    <a:pt x="525888" y="111552"/>
                  </a:cubicBezTo>
                  <a:lnTo>
                    <a:pt x="576883" y="60557"/>
                  </a:lnTo>
                  <a:lnTo>
                    <a:pt x="598738" y="82412"/>
                  </a:lnTo>
                  <a:lnTo>
                    <a:pt x="620593" y="0"/>
                  </a:lnTo>
                  <a:lnTo>
                    <a:pt x="538181" y="21855"/>
                  </a:lnTo>
                  <a:lnTo>
                    <a:pt x="560036" y="43710"/>
                  </a:lnTo>
                  <a:lnTo>
                    <a:pt x="508586" y="95161"/>
                  </a:lnTo>
                  <a:cubicBezTo>
                    <a:pt x="505854" y="94250"/>
                    <a:pt x="503122" y="93339"/>
                    <a:pt x="499935" y="93339"/>
                  </a:cubicBezTo>
                  <a:lnTo>
                    <a:pt x="116560" y="93339"/>
                  </a:lnTo>
                  <a:cubicBezTo>
                    <a:pt x="113829" y="93339"/>
                    <a:pt x="111097" y="94250"/>
                    <a:pt x="108365" y="95161"/>
                  </a:cubicBezTo>
                  <a:lnTo>
                    <a:pt x="60557" y="47353"/>
                  </a:lnTo>
                  <a:lnTo>
                    <a:pt x="82412" y="25498"/>
                  </a:lnTo>
                  <a:lnTo>
                    <a:pt x="0" y="3643"/>
                  </a:lnTo>
                  <a:lnTo>
                    <a:pt x="21855" y="86054"/>
                  </a:lnTo>
                  <a:lnTo>
                    <a:pt x="43710" y="64199"/>
                  </a:lnTo>
                  <a:lnTo>
                    <a:pt x="91063" y="111552"/>
                  </a:lnTo>
                  <a:cubicBezTo>
                    <a:pt x="89697" y="114739"/>
                    <a:pt x="89242" y="117926"/>
                    <a:pt x="89242" y="121569"/>
                  </a:cubicBezTo>
                  <a:lnTo>
                    <a:pt x="89242" y="505399"/>
                  </a:lnTo>
                  <a:cubicBezTo>
                    <a:pt x="89242" y="508586"/>
                    <a:pt x="90152" y="511773"/>
                    <a:pt x="91063" y="514960"/>
                  </a:cubicBezTo>
                  <a:lnTo>
                    <a:pt x="51906" y="554117"/>
                  </a:lnTo>
                  <a:lnTo>
                    <a:pt x="30051" y="532262"/>
                  </a:lnTo>
                  <a:lnTo>
                    <a:pt x="8196" y="614674"/>
                  </a:lnTo>
                  <a:lnTo>
                    <a:pt x="90607" y="592819"/>
                  </a:lnTo>
                  <a:lnTo>
                    <a:pt x="68752" y="570964"/>
                  </a:lnTo>
                  <a:lnTo>
                    <a:pt x="107909" y="531807"/>
                  </a:lnTo>
                  <a:cubicBezTo>
                    <a:pt x="110641" y="532717"/>
                    <a:pt x="113373" y="533628"/>
                    <a:pt x="116560" y="533628"/>
                  </a:cubicBezTo>
                  <a:lnTo>
                    <a:pt x="500390" y="533628"/>
                  </a:lnTo>
                  <a:cubicBezTo>
                    <a:pt x="505399" y="533628"/>
                    <a:pt x="509496" y="531807"/>
                    <a:pt x="513594" y="529530"/>
                  </a:cubicBezTo>
                  <a:lnTo>
                    <a:pt x="560036" y="575972"/>
                  </a:lnTo>
                  <a:lnTo>
                    <a:pt x="538181" y="597827"/>
                  </a:lnTo>
                  <a:lnTo>
                    <a:pt x="620593" y="619682"/>
                  </a:lnTo>
                  <a:lnTo>
                    <a:pt x="598738" y="537271"/>
                  </a:lnTo>
                  <a:lnTo>
                    <a:pt x="576883" y="559126"/>
                  </a:lnTo>
                  <a:close/>
                  <a:moveTo>
                    <a:pt x="240406" y="358787"/>
                  </a:moveTo>
                  <a:lnTo>
                    <a:pt x="217185" y="358787"/>
                  </a:lnTo>
                  <a:lnTo>
                    <a:pt x="168921" y="243138"/>
                  </a:lnTo>
                  <a:lnTo>
                    <a:pt x="192143" y="243138"/>
                  </a:lnTo>
                  <a:lnTo>
                    <a:pt x="229023" y="331013"/>
                  </a:lnTo>
                  <a:lnTo>
                    <a:pt x="265903" y="243138"/>
                  </a:lnTo>
                  <a:lnTo>
                    <a:pt x="289124" y="243138"/>
                  </a:lnTo>
                  <a:lnTo>
                    <a:pt x="240861" y="358787"/>
                  </a:lnTo>
                  <a:close/>
                  <a:moveTo>
                    <a:pt x="427085" y="358787"/>
                  </a:moveTo>
                  <a:lnTo>
                    <a:pt x="406140" y="358787"/>
                  </a:lnTo>
                  <a:lnTo>
                    <a:pt x="406140" y="281384"/>
                  </a:lnTo>
                  <a:lnTo>
                    <a:pt x="367894" y="351958"/>
                  </a:lnTo>
                  <a:lnTo>
                    <a:pt x="329647" y="281384"/>
                  </a:lnTo>
                  <a:lnTo>
                    <a:pt x="329647" y="358787"/>
                  </a:lnTo>
                  <a:lnTo>
                    <a:pt x="308703" y="358787"/>
                  </a:lnTo>
                  <a:lnTo>
                    <a:pt x="308703" y="243138"/>
                  </a:lnTo>
                  <a:lnTo>
                    <a:pt x="329647" y="243138"/>
                  </a:lnTo>
                  <a:lnTo>
                    <a:pt x="367894" y="313711"/>
                  </a:lnTo>
                  <a:lnTo>
                    <a:pt x="406140" y="243138"/>
                  </a:lnTo>
                  <a:lnTo>
                    <a:pt x="427085" y="243138"/>
                  </a:lnTo>
                  <a:lnTo>
                    <a:pt x="427085" y="358787"/>
                  </a:lnTo>
                  <a:close/>
                </a:path>
              </a:pathLst>
            </a:custGeom>
            <a:solidFill>
              <a:schemeClr val="bg1"/>
            </a:solidFill>
            <a:ln w="0" cap="flat">
              <a:noFill/>
              <a:prstDash val="solid"/>
              <a:miter/>
            </a:ln>
          </p:spPr>
          <p:txBody>
            <a:bodyPr rtlCol="0" anchor="ctr"/>
            <a:lstStyle/>
            <a:p>
              <a:endParaRPr lang="en-US"/>
            </a:p>
          </p:txBody>
        </p:sp>
      </p:grpSp>
      <p:grpSp>
        <p:nvGrpSpPr>
          <p:cNvPr id="34" name="Group 33">
            <a:extLst>
              <a:ext uri="{FF2B5EF4-FFF2-40B4-BE49-F238E27FC236}">
                <a16:creationId xmlns:a16="http://schemas.microsoft.com/office/drawing/2014/main" id="{003013EE-D23C-E1F8-D13D-AE0F33FFBA1E}"/>
              </a:ext>
            </a:extLst>
          </p:cNvPr>
          <p:cNvGrpSpPr/>
          <p:nvPr/>
        </p:nvGrpSpPr>
        <p:grpSpPr>
          <a:xfrm>
            <a:off x="6758935" y="4018672"/>
            <a:ext cx="1096994" cy="1096994"/>
            <a:chOff x="1879473" y="885238"/>
            <a:chExt cx="1096994" cy="1096994"/>
          </a:xfrm>
        </p:grpSpPr>
        <p:sp>
          <p:nvSpPr>
            <p:cNvPr id="35" name="Oval 2">
              <a:extLst>
                <a:ext uri="{FF2B5EF4-FFF2-40B4-BE49-F238E27FC236}">
                  <a16:creationId xmlns:a16="http://schemas.microsoft.com/office/drawing/2014/main" id="{82EA89C6-27F3-7451-899A-BA37A7495F33}"/>
                </a:ext>
              </a:extLst>
            </p:cNvPr>
            <p:cNvSpPr>
              <a:spLocks noChangeAspect="1"/>
            </p:cNvSpPr>
            <p:nvPr/>
          </p:nvSpPr>
          <p:spPr bwMode="gray">
            <a:xfrm>
              <a:off x="1879473" y="885238"/>
              <a:ext cx="1096994" cy="1096994"/>
            </a:xfrm>
            <a:prstGeom prst="ellipse">
              <a:avLst/>
            </a:prstGeom>
            <a:solidFill>
              <a:schemeClr val="accent3"/>
            </a:solidFill>
            <a:ln w="76200">
              <a:noFill/>
            </a:ln>
            <a:effectLst/>
            <a:scene3d>
              <a:camera prst="orthographicFront">
                <a:rot lat="0" lon="0" rev="0"/>
              </a:camera>
              <a:lightRig rig="balanced" dir="t">
                <a:rot lat="0" lon="0" rev="8700000"/>
              </a:lightRig>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lnSpc>
                  <a:spcPct val="90000"/>
                </a:lnSpc>
                <a:spcBef>
                  <a:spcPts val="600"/>
                </a:spcBef>
              </a:pPr>
              <a:endParaRPr lang="en-US" sz="1999" b="1" dirty="0">
                <a:solidFill>
                  <a:prstClr val="white"/>
                </a:solidFill>
                <a:latin typeface="Arial"/>
              </a:endParaRPr>
            </a:p>
          </p:txBody>
        </p:sp>
        <p:pic>
          <p:nvPicPr>
            <p:cNvPr id="36" name="Graphic 35">
              <a:extLst>
                <a:ext uri="{FF2B5EF4-FFF2-40B4-BE49-F238E27FC236}">
                  <a16:creationId xmlns:a16="http://schemas.microsoft.com/office/drawing/2014/main" id="{6074D4DB-320D-40A1-DFBE-7E661183711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72370" y="1062248"/>
              <a:ext cx="711200" cy="711200"/>
            </a:xfrm>
            <a:prstGeom prst="rect">
              <a:avLst/>
            </a:prstGeom>
          </p:spPr>
        </p:pic>
      </p:grpSp>
    </p:spTree>
    <p:extLst>
      <p:ext uri="{BB962C8B-B14F-4D97-AF65-F5344CB8AC3E}">
        <p14:creationId xmlns:p14="http://schemas.microsoft.com/office/powerpoint/2010/main" val="1584503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4EE58-0F44-D8CA-7378-FFF2B46AA099}"/>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4B9376A6-6836-5E89-BAE5-E7C8B25E1AFC}"/>
              </a:ext>
            </a:extLst>
          </p:cNvPr>
          <p:cNvSpPr>
            <a:spLocks noGrp="1"/>
          </p:cNvSpPr>
          <p:nvPr>
            <p:ph type="title"/>
          </p:nvPr>
        </p:nvSpPr>
        <p:spPr/>
        <p:txBody>
          <a:bodyPr/>
          <a:lstStyle/>
          <a:p>
            <a:r>
              <a:rPr lang="en-US" dirty="0"/>
              <a:t>Making ESX Maintenance Easier</a:t>
            </a:r>
          </a:p>
        </p:txBody>
      </p:sp>
      <p:sp>
        <p:nvSpPr>
          <p:cNvPr id="15" name="Subtitle 14">
            <a:extLst>
              <a:ext uri="{FF2B5EF4-FFF2-40B4-BE49-F238E27FC236}">
                <a16:creationId xmlns:a16="http://schemas.microsoft.com/office/drawing/2014/main" id="{B3754A54-5174-CD7E-5247-0E5826A05010}"/>
              </a:ext>
            </a:extLst>
          </p:cNvPr>
          <p:cNvSpPr>
            <a:spLocks noGrp="1"/>
          </p:cNvSpPr>
          <p:nvPr>
            <p:ph type="subTitle" idx="10"/>
          </p:nvPr>
        </p:nvSpPr>
        <p:spPr/>
        <p:txBody>
          <a:bodyPr/>
          <a:lstStyle/>
          <a:p>
            <a:r>
              <a:rPr lang="en-US" dirty="0"/>
              <a:t>vSphere Lifecycle Manager</a:t>
            </a:r>
          </a:p>
        </p:txBody>
      </p:sp>
      <p:sp>
        <p:nvSpPr>
          <p:cNvPr id="16" name="Text Placeholder 15">
            <a:extLst>
              <a:ext uri="{FF2B5EF4-FFF2-40B4-BE49-F238E27FC236}">
                <a16:creationId xmlns:a16="http://schemas.microsoft.com/office/drawing/2014/main" id="{8343EE9C-EECE-9009-8491-497260B4A01C}"/>
              </a:ext>
            </a:extLst>
          </p:cNvPr>
          <p:cNvSpPr>
            <a:spLocks noGrp="1"/>
          </p:cNvSpPr>
          <p:nvPr>
            <p:ph type="body" sz="quarter" idx="18"/>
          </p:nvPr>
        </p:nvSpPr>
        <p:spPr/>
        <p:txBody>
          <a:bodyPr/>
          <a:lstStyle/>
          <a:p>
            <a:r>
              <a:rPr lang="en-US" dirty="0"/>
              <a:t>Zero Touch Provisioning</a:t>
            </a:r>
          </a:p>
        </p:txBody>
      </p:sp>
      <p:sp>
        <p:nvSpPr>
          <p:cNvPr id="17" name="Text Placeholder 16">
            <a:extLst>
              <a:ext uri="{FF2B5EF4-FFF2-40B4-BE49-F238E27FC236}">
                <a16:creationId xmlns:a16="http://schemas.microsoft.com/office/drawing/2014/main" id="{94BDC1FF-85F4-FB4D-F5F6-679F9A6B6EE7}"/>
              </a:ext>
            </a:extLst>
          </p:cNvPr>
          <p:cNvSpPr>
            <a:spLocks noGrp="1"/>
          </p:cNvSpPr>
          <p:nvPr>
            <p:ph type="body" sz="quarter" idx="19"/>
          </p:nvPr>
        </p:nvSpPr>
        <p:spPr/>
        <p:txBody>
          <a:bodyPr/>
          <a:lstStyle/>
          <a:p>
            <a:r>
              <a:rPr lang="en-US" dirty="0"/>
              <a:t>Image Checksum</a:t>
            </a:r>
          </a:p>
        </p:txBody>
      </p:sp>
      <p:sp>
        <p:nvSpPr>
          <p:cNvPr id="18" name="Text Placeholder 17">
            <a:extLst>
              <a:ext uri="{FF2B5EF4-FFF2-40B4-BE49-F238E27FC236}">
                <a16:creationId xmlns:a16="http://schemas.microsoft.com/office/drawing/2014/main" id="{A4E112F1-06BC-ED79-30FB-3C96D9B29DF5}"/>
              </a:ext>
            </a:extLst>
          </p:cNvPr>
          <p:cNvSpPr>
            <a:spLocks noGrp="1"/>
          </p:cNvSpPr>
          <p:nvPr>
            <p:ph type="body" sz="quarter" idx="20"/>
          </p:nvPr>
        </p:nvSpPr>
        <p:spPr/>
        <p:txBody>
          <a:bodyPr/>
          <a:lstStyle/>
          <a:p>
            <a:r>
              <a:rPr lang="en-US" dirty="0"/>
              <a:t>Firmware &amp; Driver Checks without HSM</a:t>
            </a:r>
          </a:p>
        </p:txBody>
      </p:sp>
      <p:pic>
        <p:nvPicPr>
          <p:cNvPr id="22" name="Graphic 21" descr="Power with solid fill">
            <a:extLst>
              <a:ext uri="{FF2B5EF4-FFF2-40B4-BE49-F238E27FC236}">
                <a16:creationId xmlns:a16="http://schemas.microsoft.com/office/drawing/2014/main" id="{7D1D8F7C-7726-C110-BAE2-CA04CE8201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87207" y="2358816"/>
            <a:ext cx="1222184" cy="1222184"/>
          </a:xfrm>
          <a:prstGeom prst="rect">
            <a:avLst/>
          </a:prstGeom>
        </p:spPr>
      </p:pic>
      <p:pic>
        <p:nvPicPr>
          <p:cNvPr id="23" name="Graphic 22">
            <a:extLst>
              <a:ext uri="{FF2B5EF4-FFF2-40B4-BE49-F238E27FC236}">
                <a16:creationId xmlns:a16="http://schemas.microsoft.com/office/drawing/2014/main" id="{BC89DB8D-EAED-0C44-68DA-D3E056CF70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79435" y="2419650"/>
            <a:ext cx="1222184" cy="1222184"/>
          </a:xfrm>
          <a:prstGeom prst="rect">
            <a:avLst/>
          </a:prstGeom>
        </p:spPr>
      </p:pic>
      <p:pic>
        <p:nvPicPr>
          <p:cNvPr id="24" name="Graphic 23">
            <a:extLst>
              <a:ext uri="{FF2B5EF4-FFF2-40B4-BE49-F238E27FC236}">
                <a16:creationId xmlns:a16="http://schemas.microsoft.com/office/drawing/2014/main" id="{CA6F44A3-E0F4-4CED-91FA-8AB7A6A81A3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482527" y="2358816"/>
            <a:ext cx="1222184" cy="1222184"/>
          </a:xfrm>
          <a:prstGeom prst="rect">
            <a:avLst/>
          </a:prstGeom>
        </p:spPr>
      </p:pic>
    </p:spTree>
    <p:extLst>
      <p:ext uri="{BB962C8B-B14F-4D97-AF65-F5344CB8AC3E}">
        <p14:creationId xmlns:p14="http://schemas.microsoft.com/office/powerpoint/2010/main" val="298564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A36F8-49E5-F86E-137F-7365D75D45CD}"/>
            </a:ext>
          </a:extLst>
        </p:cNvPr>
        <p:cNvGrpSpPr/>
        <p:nvPr/>
      </p:nvGrpSpPr>
      <p:grpSpPr>
        <a:xfrm>
          <a:off x="0" y="0"/>
          <a:ext cx="0" cy="0"/>
          <a:chOff x="0" y="0"/>
          <a:chExt cx="0" cy="0"/>
        </a:xfrm>
      </p:grpSpPr>
      <p:sp>
        <p:nvSpPr>
          <p:cNvPr id="45" name="Bent Up Arrow 44">
            <a:extLst>
              <a:ext uri="{FF2B5EF4-FFF2-40B4-BE49-F238E27FC236}">
                <a16:creationId xmlns:a16="http://schemas.microsoft.com/office/drawing/2014/main" id="{AF52B6FE-61D0-B817-562D-EDD9BFB7DE2C}"/>
              </a:ext>
            </a:extLst>
          </p:cNvPr>
          <p:cNvSpPr/>
          <p:nvPr/>
        </p:nvSpPr>
        <p:spPr bwMode="gray">
          <a:xfrm rot="16200000" flipH="1">
            <a:off x="3948322" y="1868129"/>
            <a:ext cx="1216037" cy="3076145"/>
          </a:xfrm>
          <a:prstGeom prst="bentUpArrow">
            <a:avLst>
              <a:gd name="adj1" fmla="val 8056"/>
              <a:gd name="adj2" fmla="val 7652"/>
              <a:gd name="adj3" fmla="val 14510"/>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grpSp>
        <p:nvGrpSpPr>
          <p:cNvPr id="44" name="Group 43">
            <a:extLst>
              <a:ext uri="{FF2B5EF4-FFF2-40B4-BE49-F238E27FC236}">
                <a16:creationId xmlns:a16="http://schemas.microsoft.com/office/drawing/2014/main" id="{DB515F20-38B8-CA35-3C7D-FF24FABBC240}"/>
              </a:ext>
            </a:extLst>
          </p:cNvPr>
          <p:cNvGrpSpPr/>
          <p:nvPr/>
        </p:nvGrpSpPr>
        <p:grpSpPr>
          <a:xfrm>
            <a:off x="2226841" y="1900747"/>
            <a:ext cx="3292582" cy="1902693"/>
            <a:chOff x="2226841" y="1900747"/>
            <a:chExt cx="3292582" cy="1902693"/>
          </a:xfrm>
        </p:grpSpPr>
        <p:sp>
          <p:nvSpPr>
            <p:cNvPr id="43" name="Bent Up Arrow 42">
              <a:extLst>
                <a:ext uri="{FF2B5EF4-FFF2-40B4-BE49-F238E27FC236}">
                  <a16:creationId xmlns:a16="http://schemas.microsoft.com/office/drawing/2014/main" id="{293BFBC2-AB5A-A4BF-052C-171CBA0E70EB}"/>
                </a:ext>
              </a:extLst>
            </p:cNvPr>
            <p:cNvSpPr/>
            <p:nvPr/>
          </p:nvSpPr>
          <p:spPr bwMode="gray">
            <a:xfrm rot="16200000" flipV="1">
              <a:off x="2921785" y="1205803"/>
              <a:ext cx="1902693" cy="3292582"/>
            </a:xfrm>
            <a:prstGeom prst="bentUpArrow">
              <a:avLst>
                <a:gd name="adj1" fmla="val 9186"/>
                <a:gd name="adj2" fmla="val 27090"/>
                <a:gd name="adj3" fmla="val 0"/>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cxnSp>
          <p:nvCxnSpPr>
            <p:cNvPr id="40" name="Elbow Connector 39">
              <a:extLst>
                <a:ext uri="{FF2B5EF4-FFF2-40B4-BE49-F238E27FC236}">
                  <a16:creationId xmlns:a16="http://schemas.microsoft.com/office/drawing/2014/main" id="{783D58E5-88AC-9D94-78EB-419FACBFB984}"/>
                </a:ext>
              </a:extLst>
            </p:cNvPr>
            <p:cNvCxnSpPr>
              <a:cxnSpLocks/>
              <a:stCxn id="21" idx="0"/>
              <a:endCxn id="12" idx="2"/>
            </p:cNvCxnSpPr>
            <p:nvPr/>
          </p:nvCxnSpPr>
          <p:spPr bwMode="gray">
            <a:xfrm rot="5400000" flipH="1" flipV="1">
              <a:off x="3227295" y="1496371"/>
              <a:ext cx="1311638" cy="3147934"/>
            </a:xfrm>
            <a:prstGeom prst="bentConnector2">
              <a:avLst/>
            </a:prstGeom>
            <a:ln w="25400" cap="rnd">
              <a:solidFill>
                <a:schemeClr val="bg1"/>
              </a:solidFill>
              <a:prstDash val="sysDot"/>
              <a:miter lim="800000"/>
              <a:tailEnd type="triangle"/>
            </a:ln>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id="{616C151B-FD1E-3F77-2D3C-EE17DB892148}"/>
              </a:ext>
              <a:ext uri="{C183D7F6-B498-43B3-948B-1728B52AA6E4}">
                <adec:decorative xmlns:adec="http://schemas.microsoft.com/office/drawing/2017/decorative" val="1"/>
              </a:ext>
            </a:extLst>
          </p:cNvPr>
          <p:cNvGrpSpPr/>
          <p:nvPr/>
        </p:nvGrpSpPr>
        <p:grpSpPr>
          <a:xfrm>
            <a:off x="767938" y="4908186"/>
            <a:ext cx="1262879" cy="203200"/>
            <a:chOff x="5104640" y="5156181"/>
            <a:chExt cx="1262879" cy="203200"/>
          </a:xfrm>
        </p:grpSpPr>
        <p:sp>
          <p:nvSpPr>
            <p:cNvPr id="28" name="Rectangle 27">
              <a:extLst>
                <a:ext uri="{FF2B5EF4-FFF2-40B4-BE49-F238E27FC236}">
                  <a16:creationId xmlns:a16="http://schemas.microsoft.com/office/drawing/2014/main" id="{1EA612FC-6909-4909-1833-5932848CF13D}"/>
                </a:ext>
              </a:extLst>
            </p:cNvPr>
            <p:cNvSpPr/>
            <p:nvPr/>
          </p:nvSpPr>
          <p:spPr>
            <a:xfrm rot="5400000">
              <a:off x="5634480" y="4626341"/>
              <a:ext cx="203200" cy="1262879"/>
            </a:xfrm>
            <a:prstGeom prst="rect">
              <a:avLst/>
            </a:prstGeom>
            <a:solidFill>
              <a:schemeClr val="accent5">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latin typeface="Arial" panose="020B0604020202020204" pitchFamily="34" charset="0"/>
              </a:endParaRPr>
            </a:p>
          </p:txBody>
        </p:sp>
        <p:cxnSp>
          <p:nvCxnSpPr>
            <p:cNvPr id="29" name="Straight Connector 28">
              <a:extLst>
                <a:ext uri="{FF2B5EF4-FFF2-40B4-BE49-F238E27FC236}">
                  <a16:creationId xmlns:a16="http://schemas.microsoft.com/office/drawing/2014/main" id="{1BEBCCD1-6EF3-8E2B-6274-D20F14252EE2}"/>
                </a:ext>
                <a:ext uri="{C183D7F6-B498-43B3-948B-1728B52AA6E4}">
                  <adec:decorative xmlns:adec="http://schemas.microsoft.com/office/drawing/2017/decorative" val="1"/>
                </a:ext>
              </a:extLst>
            </p:cNvPr>
            <p:cNvCxnSpPr>
              <a:cxnSpLocks/>
            </p:cNvCxnSpPr>
            <p:nvPr/>
          </p:nvCxnSpPr>
          <p:spPr bwMode="gray">
            <a:xfrm>
              <a:off x="5104640" y="5257779"/>
              <a:ext cx="1165524" cy="1"/>
            </a:xfrm>
            <a:prstGeom prst="line">
              <a:avLst/>
            </a:prstGeom>
            <a:ln w="25400" cap="rnd">
              <a:solidFill>
                <a:schemeClr val="bg2"/>
              </a:solidFill>
              <a:prstDash val="sysDot"/>
              <a:miter lim="800000"/>
              <a:tailEnd type="triangle" w="med" len="sm"/>
            </a:ln>
          </p:spPr>
          <p:style>
            <a:lnRef idx="1">
              <a:schemeClr val="accent1"/>
            </a:lnRef>
            <a:fillRef idx="0">
              <a:schemeClr val="accent1"/>
            </a:fillRef>
            <a:effectRef idx="0">
              <a:schemeClr val="accent1"/>
            </a:effectRef>
            <a:fontRef idx="minor">
              <a:schemeClr val="tx1"/>
            </a:fontRef>
          </p:style>
        </p:cxnSp>
      </p:grpSp>
      <p:sp>
        <p:nvSpPr>
          <p:cNvPr id="31" name="Title 30">
            <a:extLst>
              <a:ext uri="{FF2B5EF4-FFF2-40B4-BE49-F238E27FC236}">
                <a16:creationId xmlns:a16="http://schemas.microsoft.com/office/drawing/2014/main" id="{5279B075-971A-975C-7B61-ACC0E3186EBF}"/>
              </a:ext>
            </a:extLst>
          </p:cNvPr>
          <p:cNvSpPr>
            <a:spLocks noGrp="1"/>
          </p:cNvSpPr>
          <p:nvPr>
            <p:ph type="title"/>
          </p:nvPr>
        </p:nvSpPr>
        <p:spPr/>
        <p:txBody>
          <a:bodyPr/>
          <a:lstStyle/>
          <a:p>
            <a:r>
              <a:rPr lang="en-US" dirty="0"/>
              <a:t>Provision Imaged and Configured vSphere Clusters</a:t>
            </a:r>
          </a:p>
        </p:txBody>
      </p:sp>
      <p:sp>
        <p:nvSpPr>
          <p:cNvPr id="3" name="Subtitle 2">
            <a:extLst>
              <a:ext uri="{FF2B5EF4-FFF2-40B4-BE49-F238E27FC236}">
                <a16:creationId xmlns:a16="http://schemas.microsoft.com/office/drawing/2014/main" id="{9280179F-504A-9A9A-1E09-B524114C8E43}"/>
              </a:ext>
            </a:extLst>
          </p:cNvPr>
          <p:cNvSpPr>
            <a:spLocks noGrp="1"/>
          </p:cNvSpPr>
          <p:nvPr>
            <p:ph type="subTitle" idx="10"/>
          </p:nvPr>
        </p:nvSpPr>
        <p:spPr/>
        <p:txBody>
          <a:bodyPr/>
          <a:lstStyle/>
          <a:p>
            <a:r>
              <a:rPr lang="en-US" dirty="0"/>
              <a:t>Zero Touch Provisioning</a:t>
            </a:r>
          </a:p>
        </p:txBody>
      </p:sp>
      <p:sp>
        <p:nvSpPr>
          <p:cNvPr id="32" name="Text Placeholder 31">
            <a:extLst>
              <a:ext uri="{FF2B5EF4-FFF2-40B4-BE49-F238E27FC236}">
                <a16:creationId xmlns:a16="http://schemas.microsoft.com/office/drawing/2014/main" id="{DBFC7852-EB6A-26F0-0B33-7CE4F61DC803}"/>
              </a:ext>
            </a:extLst>
          </p:cNvPr>
          <p:cNvSpPr>
            <a:spLocks noGrp="1"/>
          </p:cNvSpPr>
          <p:nvPr>
            <p:ph type="body" sz="quarter" idx="17"/>
          </p:nvPr>
        </p:nvSpPr>
        <p:spPr/>
        <p:txBody>
          <a:bodyPr/>
          <a:lstStyle/>
          <a:p>
            <a:r>
              <a:rPr lang="en-US" sz="2000" dirty="0"/>
              <a:t>Install ESX using UEFI HTTPS Boot protocols</a:t>
            </a:r>
          </a:p>
          <a:p>
            <a:endParaRPr lang="en-US" sz="2000" dirty="0"/>
          </a:p>
          <a:p>
            <a:pPr>
              <a:buNone/>
            </a:pPr>
            <a:r>
              <a:rPr lang="en-US" sz="2000" dirty="0"/>
              <a:t>TPM and Secure Boot support</a:t>
            </a:r>
          </a:p>
          <a:p>
            <a:pPr>
              <a:buNone/>
            </a:pPr>
            <a:endParaRPr lang="en-US" sz="2000" dirty="0"/>
          </a:p>
          <a:p>
            <a:pPr>
              <a:buNone/>
            </a:pPr>
            <a:r>
              <a:rPr lang="en-US" sz="2000" dirty="0"/>
              <a:t>Desired state image and configuration inherited from the cluster</a:t>
            </a:r>
          </a:p>
          <a:p>
            <a:pPr>
              <a:buNone/>
            </a:pPr>
            <a:endParaRPr lang="en-US" dirty="0"/>
          </a:p>
          <a:p>
            <a:pPr>
              <a:buNone/>
            </a:pPr>
            <a:r>
              <a:rPr lang="en-US" sz="2000" dirty="0"/>
              <a:t>No TFTP Requirement</a:t>
            </a:r>
          </a:p>
        </p:txBody>
      </p:sp>
      <p:pic>
        <p:nvPicPr>
          <p:cNvPr id="9" name="Graphic 8">
            <a:extLst>
              <a:ext uri="{FF2B5EF4-FFF2-40B4-BE49-F238E27FC236}">
                <a16:creationId xmlns:a16="http://schemas.microsoft.com/office/drawing/2014/main" id="{56A2ABB0-A436-DD9B-4AA7-F3F073A34972}"/>
              </a:ext>
            </a:extLst>
          </p:cNvPr>
          <p:cNvPicPr>
            <a:picLocks noChangeAspect="1"/>
          </p:cNvPicPr>
          <p:nvPr/>
        </p:nvPicPr>
        <p:blipFill>
          <a:blip>
            <a:extLst>
              <a:ext uri="{96DAC541-7B7A-43D3-8B79-37D633B846F1}">
                <asvg:svgBlip xmlns:asvg="http://schemas.microsoft.com/office/drawing/2016/SVG/main" r:embed="rId3"/>
              </a:ext>
            </a:extLst>
          </a:blip>
          <a:srcRect l="6852" t="68344" r="8642" b="4629"/>
          <a:stretch>
            <a:fillRect/>
          </a:stretch>
        </p:blipFill>
        <p:spPr>
          <a:xfrm>
            <a:off x="1551006" y="4059819"/>
            <a:ext cx="1516283" cy="484938"/>
          </a:xfrm>
          <a:prstGeom prst="rect">
            <a:avLst/>
          </a:prstGeom>
        </p:spPr>
      </p:pic>
      <p:grpSp>
        <p:nvGrpSpPr>
          <p:cNvPr id="38" name="Group 37">
            <a:extLst>
              <a:ext uri="{FF2B5EF4-FFF2-40B4-BE49-F238E27FC236}">
                <a16:creationId xmlns:a16="http://schemas.microsoft.com/office/drawing/2014/main" id="{07217D50-0627-7FB8-468A-7ED009212B3B}"/>
              </a:ext>
            </a:extLst>
          </p:cNvPr>
          <p:cNvGrpSpPr/>
          <p:nvPr/>
        </p:nvGrpSpPr>
        <p:grpSpPr>
          <a:xfrm>
            <a:off x="5457081" y="1866022"/>
            <a:ext cx="1096994" cy="1096994"/>
            <a:chOff x="5457081" y="1866022"/>
            <a:chExt cx="1096994" cy="1096994"/>
          </a:xfrm>
        </p:grpSpPr>
        <p:sp>
          <p:nvSpPr>
            <p:cNvPr id="12" name="Oval 2">
              <a:extLst>
                <a:ext uri="{FF2B5EF4-FFF2-40B4-BE49-F238E27FC236}">
                  <a16:creationId xmlns:a16="http://schemas.microsoft.com/office/drawing/2014/main" id="{DDAE236A-3711-74D1-3B0B-7284D913BD08}"/>
                </a:ext>
              </a:extLst>
            </p:cNvPr>
            <p:cNvSpPr>
              <a:spLocks noChangeAspect="1"/>
            </p:cNvSpPr>
            <p:nvPr/>
          </p:nvSpPr>
          <p:spPr bwMode="gray">
            <a:xfrm>
              <a:off x="5457081" y="1866022"/>
              <a:ext cx="1096994" cy="1096994"/>
            </a:xfrm>
            <a:prstGeom prst="ellipse">
              <a:avLst/>
            </a:prstGeom>
            <a:solidFill>
              <a:schemeClr val="bg1"/>
            </a:solidFill>
            <a:ln w="50800">
              <a:solidFill>
                <a:schemeClr val="accent2"/>
              </a:solidFill>
            </a:ln>
            <a:effectLst/>
            <a:scene3d>
              <a:camera prst="orthographicFront">
                <a:rot lat="0" lon="0" rev="0"/>
              </a:camera>
              <a:lightRig rig="balanced" dir="t">
                <a:rot lat="0" lon="0" rev="8700000"/>
              </a:lightRig>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lnSpc>
                  <a:spcPct val="90000"/>
                </a:lnSpc>
                <a:spcBef>
                  <a:spcPts val="600"/>
                </a:spcBef>
              </a:pPr>
              <a:endParaRPr lang="en-US" sz="1999" b="1" dirty="0">
                <a:solidFill>
                  <a:prstClr val="white"/>
                </a:solidFill>
                <a:latin typeface="Arial"/>
              </a:endParaRPr>
            </a:p>
          </p:txBody>
        </p:sp>
        <p:pic>
          <p:nvPicPr>
            <p:cNvPr id="13" name="Graphic 12">
              <a:extLst>
                <a:ext uri="{FF2B5EF4-FFF2-40B4-BE49-F238E27FC236}">
                  <a16:creationId xmlns:a16="http://schemas.microsoft.com/office/drawing/2014/main" id="{EB248E5F-1134-2E29-73BB-6C770726C2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34059" y="1900747"/>
              <a:ext cx="943037" cy="943037"/>
            </a:xfrm>
            <a:prstGeom prst="rect">
              <a:avLst/>
            </a:prstGeom>
          </p:spPr>
        </p:pic>
      </p:grpSp>
      <p:sp>
        <p:nvSpPr>
          <p:cNvPr id="21" name="Rounded Rectangle 20">
            <a:extLst>
              <a:ext uri="{FF2B5EF4-FFF2-40B4-BE49-F238E27FC236}">
                <a16:creationId xmlns:a16="http://schemas.microsoft.com/office/drawing/2014/main" id="{B0C6C33E-5836-BACD-6D54-0AD2161FC28F}"/>
              </a:ext>
            </a:extLst>
          </p:cNvPr>
          <p:cNvSpPr/>
          <p:nvPr/>
        </p:nvSpPr>
        <p:spPr bwMode="gray">
          <a:xfrm>
            <a:off x="1637815" y="3726157"/>
            <a:ext cx="1342663" cy="332772"/>
          </a:xfrm>
          <a:prstGeom prst="roundRect">
            <a:avLst/>
          </a:prstGeom>
          <a:solidFill>
            <a:schemeClr val="accent2"/>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800" dirty="0">
                <a:solidFill>
                  <a:schemeClr val="bg1"/>
                </a:solidFill>
              </a:rPr>
              <a:t>UEFI</a:t>
            </a:r>
          </a:p>
        </p:txBody>
      </p:sp>
      <p:pic>
        <p:nvPicPr>
          <p:cNvPr id="23" name="Graphic 22" descr="Power with solid fill">
            <a:extLst>
              <a:ext uri="{FF2B5EF4-FFF2-40B4-BE49-F238E27FC236}">
                <a16:creationId xmlns:a16="http://schemas.microsoft.com/office/drawing/2014/main" id="{C13C173E-08EE-F060-F588-2573D353ABE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51946" y="4546401"/>
            <a:ext cx="914400" cy="914400"/>
          </a:xfrm>
          <a:prstGeom prst="rect">
            <a:avLst/>
          </a:prstGeom>
        </p:spPr>
      </p:pic>
      <p:grpSp>
        <p:nvGrpSpPr>
          <p:cNvPr id="24" name="Group 23">
            <a:extLst>
              <a:ext uri="{FF2B5EF4-FFF2-40B4-BE49-F238E27FC236}">
                <a16:creationId xmlns:a16="http://schemas.microsoft.com/office/drawing/2014/main" id="{F0BC4066-BD23-7621-AF3F-65B81AD62522}"/>
              </a:ext>
              <a:ext uri="{C183D7F6-B498-43B3-948B-1728B52AA6E4}">
                <adec:decorative xmlns:adec="http://schemas.microsoft.com/office/drawing/2017/decorative" val="1"/>
              </a:ext>
            </a:extLst>
          </p:cNvPr>
          <p:cNvGrpSpPr>
            <a:grpSpLocks noChangeAspect="1"/>
          </p:cNvGrpSpPr>
          <p:nvPr/>
        </p:nvGrpSpPr>
        <p:grpSpPr>
          <a:xfrm flipH="1">
            <a:off x="237621" y="4475634"/>
            <a:ext cx="1075765" cy="1055933"/>
            <a:chOff x="686275" y="3564078"/>
            <a:chExt cx="1235147" cy="1212382"/>
          </a:xfrm>
        </p:grpSpPr>
        <p:sp>
          <p:nvSpPr>
            <p:cNvPr id="25" name="Google Shape;1692;p87">
              <a:extLst>
                <a:ext uri="{FF2B5EF4-FFF2-40B4-BE49-F238E27FC236}">
                  <a16:creationId xmlns:a16="http://schemas.microsoft.com/office/drawing/2014/main" id="{DC918AB2-48DB-2407-7AF5-C179A6372026}"/>
                </a:ext>
              </a:extLst>
            </p:cNvPr>
            <p:cNvSpPr/>
            <p:nvPr/>
          </p:nvSpPr>
          <p:spPr>
            <a:xfrm>
              <a:off x="686275" y="3578282"/>
              <a:ext cx="1204591" cy="1198178"/>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sz="1200" dirty="0">
                <a:solidFill>
                  <a:schemeClr val="bg1"/>
                </a:solidFill>
                <a:latin typeface="Arial" panose="020B0604020202020204" pitchFamily="34" charset="0"/>
                <a:sym typeface="Arial"/>
              </a:endParaRPr>
            </a:p>
          </p:txBody>
        </p:sp>
        <p:pic>
          <p:nvPicPr>
            <p:cNvPr id="26" name="Google Shape;1756;p87">
              <a:extLst>
                <a:ext uri="{FF2B5EF4-FFF2-40B4-BE49-F238E27FC236}">
                  <a16:creationId xmlns:a16="http://schemas.microsoft.com/office/drawing/2014/main" id="{102CBA3C-A9EF-C8E1-60DD-6B6DF2401520}"/>
                </a:ext>
              </a:extLst>
            </p:cNvPr>
            <p:cNvPicPr preferRelativeResize="0"/>
            <p:nvPr/>
          </p:nvPicPr>
          <p:blipFill rotWithShape="1">
            <a:blip r:embed="rId6">
              <a:alphaModFix/>
            </a:blip>
            <a:srcRect l="19945" t="-8777" r="-775" b="44246"/>
            <a:stretch/>
          </p:blipFill>
          <p:spPr>
            <a:xfrm>
              <a:off x="716831" y="3564078"/>
              <a:ext cx="1204591" cy="1204593"/>
            </a:xfrm>
            <a:prstGeom prst="ellipse">
              <a:avLst/>
            </a:prstGeom>
            <a:noFill/>
            <a:ln>
              <a:noFill/>
            </a:ln>
          </p:spPr>
        </p:pic>
      </p:grpSp>
      <p:grpSp>
        <p:nvGrpSpPr>
          <p:cNvPr id="6" name="Group 5">
            <a:extLst>
              <a:ext uri="{FF2B5EF4-FFF2-40B4-BE49-F238E27FC236}">
                <a16:creationId xmlns:a16="http://schemas.microsoft.com/office/drawing/2014/main" id="{D1CF3451-0FF0-5744-57FA-F84CCAF42B47}"/>
              </a:ext>
            </a:extLst>
          </p:cNvPr>
          <p:cNvGrpSpPr/>
          <p:nvPr/>
        </p:nvGrpSpPr>
        <p:grpSpPr>
          <a:xfrm>
            <a:off x="3932987" y="4187105"/>
            <a:ext cx="3619300" cy="1399527"/>
            <a:chOff x="3932987" y="4187105"/>
            <a:chExt cx="3619300" cy="1399527"/>
          </a:xfrm>
        </p:grpSpPr>
        <p:grpSp>
          <p:nvGrpSpPr>
            <p:cNvPr id="54" name="Group 53">
              <a:extLst>
                <a:ext uri="{FF2B5EF4-FFF2-40B4-BE49-F238E27FC236}">
                  <a16:creationId xmlns:a16="http://schemas.microsoft.com/office/drawing/2014/main" id="{BC2AE9B1-13F8-8207-D0BD-F1AD9A28982A}"/>
                </a:ext>
              </a:extLst>
            </p:cNvPr>
            <p:cNvGrpSpPr/>
            <p:nvPr/>
          </p:nvGrpSpPr>
          <p:grpSpPr>
            <a:xfrm>
              <a:off x="5202137" y="4187105"/>
              <a:ext cx="1096994" cy="1096994"/>
              <a:chOff x="10678934" y="4678985"/>
              <a:chExt cx="1096994" cy="1096994"/>
            </a:xfrm>
          </p:grpSpPr>
          <p:sp>
            <p:nvSpPr>
              <p:cNvPr id="46" name="Oval 8">
                <a:extLst>
                  <a:ext uri="{FF2B5EF4-FFF2-40B4-BE49-F238E27FC236}">
                    <a16:creationId xmlns:a16="http://schemas.microsoft.com/office/drawing/2014/main" id="{51E5AF77-9DA6-01DE-C491-CB551F31EDA9}"/>
                  </a:ext>
                </a:extLst>
              </p:cNvPr>
              <p:cNvSpPr>
                <a:spLocks noChangeAspect="1"/>
              </p:cNvSpPr>
              <p:nvPr/>
            </p:nvSpPr>
            <p:spPr bwMode="gray">
              <a:xfrm>
                <a:off x="10678934" y="4678985"/>
                <a:ext cx="1096994" cy="1096994"/>
              </a:xfrm>
              <a:prstGeom prst="ellipse">
                <a:avLst/>
              </a:prstGeom>
              <a:solidFill>
                <a:schemeClr val="accent2"/>
              </a:solidFill>
              <a:ln w="76200">
                <a:noFill/>
              </a:ln>
              <a:effectLst/>
              <a:scene3d>
                <a:camera prst="orthographicFront">
                  <a:rot lat="0" lon="0" rev="0"/>
                </a:camera>
                <a:lightRig rig="balanced" dir="t">
                  <a:rot lat="0" lon="0" rev="8700000"/>
                </a:lightRig>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lnSpc>
                    <a:spcPct val="90000"/>
                  </a:lnSpc>
                  <a:spcBef>
                    <a:spcPts val="600"/>
                  </a:spcBef>
                </a:pPr>
                <a:endParaRPr lang="en-US" sz="1999" b="1" dirty="0">
                  <a:solidFill>
                    <a:prstClr val="white"/>
                  </a:solidFill>
                  <a:latin typeface="Arial"/>
                </a:endParaRPr>
              </a:p>
            </p:txBody>
          </p:sp>
          <p:pic>
            <p:nvPicPr>
              <p:cNvPr id="47" name="Graphic 46">
                <a:extLst>
                  <a:ext uri="{FF2B5EF4-FFF2-40B4-BE49-F238E27FC236}">
                    <a16:creationId xmlns:a16="http://schemas.microsoft.com/office/drawing/2014/main" id="{38991ED6-F4E0-351E-B71B-F5A769AAFC8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835096" y="4857781"/>
                <a:ext cx="785560" cy="785560"/>
              </a:xfrm>
              <a:prstGeom prst="rect">
                <a:avLst/>
              </a:prstGeom>
            </p:spPr>
          </p:pic>
        </p:grpSp>
        <p:grpSp>
          <p:nvGrpSpPr>
            <p:cNvPr id="53" name="Group 52">
              <a:extLst>
                <a:ext uri="{FF2B5EF4-FFF2-40B4-BE49-F238E27FC236}">
                  <a16:creationId xmlns:a16="http://schemas.microsoft.com/office/drawing/2014/main" id="{8CEDCFDF-92E5-CB5B-9009-23ED204870C9}"/>
                </a:ext>
              </a:extLst>
            </p:cNvPr>
            <p:cNvGrpSpPr/>
            <p:nvPr/>
          </p:nvGrpSpPr>
          <p:grpSpPr>
            <a:xfrm>
              <a:off x="6455293" y="4196211"/>
              <a:ext cx="1096994" cy="1096994"/>
              <a:chOff x="8840075" y="2435382"/>
              <a:chExt cx="1096994" cy="1096994"/>
            </a:xfrm>
          </p:grpSpPr>
          <p:sp>
            <p:nvSpPr>
              <p:cNvPr id="48" name="Oval 2">
                <a:extLst>
                  <a:ext uri="{FF2B5EF4-FFF2-40B4-BE49-F238E27FC236}">
                    <a16:creationId xmlns:a16="http://schemas.microsoft.com/office/drawing/2014/main" id="{6D0201B0-0B75-E253-D347-EEEFE1AE051B}"/>
                  </a:ext>
                </a:extLst>
              </p:cNvPr>
              <p:cNvSpPr>
                <a:spLocks noChangeAspect="1"/>
              </p:cNvSpPr>
              <p:nvPr/>
            </p:nvSpPr>
            <p:spPr bwMode="gray">
              <a:xfrm>
                <a:off x="8840075" y="2435382"/>
                <a:ext cx="1096994" cy="1096994"/>
              </a:xfrm>
              <a:prstGeom prst="ellipse">
                <a:avLst/>
              </a:prstGeom>
              <a:solidFill>
                <a:schemeClr val="accent2"/>
              </a:solidFill>
              <a:ln w="76200">
                <a:noFill/>
              </a:ln>
              <a:effectLst/>
              <a:scene3d>
                <a:camera prst="orthographicFront">
                  <a:rot lat="0" lon="0" rev="0"/>
                </a:camera>
                <a:lightRig rig="balanced" dir="t">
                  <a:rot lat="0" lon="0" rev="8700000"/>
                </a:lightRig>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lnSpc>
                    <a:spcPct val="90000"/>
                  </a:lnSpc>
                  <a:spcBef>
                    <a:spcPts val="600"/>
                  </a:spcBef>
                </a:pPr>
                <a:endParaRPr lang="en-US" sz="1999" b="1" dirty="0">
                  <a:solidFill>
                    <a:prstClr val="white"/>
                  </a:solidFill>
                  <a:latin typeface="Arial"/>
                </a:endParaRPr>
              </a:p>
            </p:txBody>
          </p:sp>
          <p:pic>
            <p:nvPicPr>
              <p:cNvPr id="49" name="Graphic 48">
                <a:extLst>
                  <a:ext uri="{FF2B5EF4-FFF2-40B4-BE49-F238E27FC236}">
                    <a16:creationId xmlns:a16="http://schemas.microsoft.com/office/drawing/2014/main" id="{754F9F5C-3FC4-B719-B8F1-533E0D62860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032972" y="2601441"/>
                <a:ext cx="711200" cy="755650"/>
              </a:xfrm>
              <a:prstGeom prst="rect">
                <a:avLst/>
              </a:prstGeom>
            </p:spPr>
          </p:pic>
        </p:grpSp>
        <p:grpSp>
          <p:nvGrpSpPr>
            <p:cNvPr id="52" name="Group 51">
              <a:extLst>
                <a:ext uri="{FF2B5EF4-FFF2-40B4-BE49-F238E27FC236}">
                  <a16:creationId xmlns:a16="http://schemas.microsoft.com/office/drawing/2014/main" id="{FDD1810D-27E3-852B-2DB7-B50969E7719F}"/>
                </a:ext>
              </a:extLst>
            </p:cNvPr>
            <p:cNvGrpSpPr/>
            <p:nvPr/>
          </p:nvGrpSpPr>
          <p:grpSpPr>
            <a:xfrm>
              <a:off x="3932987" y="4196211"/>
              <a:ext cx="1096994" cy="1096994"/>
              <a:chOff x="5827318" y="4368794"/>
              <a:chExt cx="1096994" cy="1096994"/>
            </a:xfrm>
          </p:grpSpPr>
          <p:sp>
            <p:nvSpPr>
              <p:cNvPr id="50" name="Oval 4">
                <a:extLst>
                  <a:ext uri="{FF2B5EF4-FFF2-40B4-BE49-F238E27FC236}">
                    <a16:creationId xmlns:a16="http://schemas.microsoft.com/office/drawing/2014/main" id="{FB2B6DD8-3D2B-9CC3-DB97-87F160DD0E5C}"/>
                  </a:ext>
                </a:extLst>
              </p:cNvPr>
              <p:cNvSpPr>
                <a:spLocks noChangeAspect="1"/>
              </p:cNvSpPr>
              <p:nvPr/>
            </p:nvSpPr>
            <p:spPr bwMode="gray">
              <a:xfrm>
                <a:off x="5827318" y="4368794"/>
                <a:ext cx="1096994" cy="1096994"/>
              </a:xfrm>
              <a:prstGeom prst="ellipse">
                <a:avLst/>
              </a:prstGeom>
              <a:solidFill>
                <a:schemeClr val="accent2"/>
              </a:solidFill>
              <a:ln w="76200">
                <a:noFill/>
              </a:ln>
              <a:effectLst/>
              <a:scene3d>
                <a:camera prst="orthographicFront">
                  <a:rot lat="0" lon="0" rev="0"/>
                </a:camera>
                <a:lightRig rig="balanced" dir="t">
                  <a:rot lat="0" lon="0" rev="8700000"/>
                </a:lightRig>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lnSpc>
                    <a:spcPct val="90000"/>
                  </a:lnSpc>
                  <a:spcBef>
                    <a:spcPts val="600"/>
                  </a:spcBef>
                </a:pPr>
                <a:endParaRPr lang="en-US" sz="1999" b="1" dirty="0">
                  <a:solidFill>
                    <a:prstClr val="white"/>
                  </a:solidFill>
                  <a:latin typeface="Arial"/>
                </a:endParaRPr>
              </a:p>
            </p:txBody>
          </p:sp>
          <p:pic>
            <p:nvPicPr>
              <p:cNvPr id="51" name="Graphic 50">
                <a:extLst>
                  <a:ext uri="{FF2B5EF4-FFF2-40B4-BE49-F238E27FC236}">
                    <a16:creationId xmlns:a16="http://schemas.microsoft.com/office/drawing/2014/main" id="{9A49D27C-A75A-8E13-F278-4950423B805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997178" y="4517177"/>
                <a:ext cx="782016" cy="782016"/>
              </a:xfrm>
              <a:prstGeom prst="rect">
                <a:avLst/>
              </a:prstGeom>
            </p:spPr>
          </p:pic>
        </p:grpSp>
        <p:sp>
          <p:nvSpPr>
            <p:cNvPr id="2" name="Rectangle 1">
              <a:extLst>
                <a:ext uri="{FF2B5EF4-FFF2-40B4-BE49-F238E27FC236}">
                  <a16:creationId xmlns:a16="http://schemas.microsoft.com/office/drawing/2014/main" id="{76901755-0D50-8013-A109-6EDC958DA097}"/>
                </a:ext>
              </a:extLst>
            </p:cNvPr>
            <p:cNvSpPr/>
            <p:nvPr/>
          </p:nvSpPr>
          <p:spPr bwMode="gray">
            <a:xfrm>
              <a:off x="4090476" y="5363758"/>
              <a:ext cx="782016" cy="222874"/>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tx1"/>
                  </a:solidFill>
                </a:rPr>
                <a:t>Image</a:t>
              </a:r>
            </a:p>
          </p:txBody>
        </p:sp>
        <p:sp>
          <p:nvSpPr>
            <p:cNvPr id="4" name="Rectangle 3">
              <a:extLst>
                <a:ext uri="{FF2B5EF4-FFF2-40B4-BE49-F238E27FC236}">
                  <a16:creationId xmlns:a16="http://schemas.microsoft.com/office/drawing/2014/main" id="{8C1BEF69-5D7A-1987-B7C5-00579B103C92}"/>
                </a:ext>
              </a:extLst>
            </p:cNvPr>
            <p:cNvSpPr/>
            <p:nvPr/>
          </p:nvSpPr>
          <p:spPr bwMode="gray">
            <a:xfrm>
              <a:off x="5361843" y="5363758"/>
              <a:ext cx="782016" cy="222874"/>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tx1"/>
                  </a:solidFill>
                </a:rPr>
                <a:t>Cluster</a:t>
              </a:r>
            </a:p>
          </p:txBody>
        </p:sp>
        <p:sp>
          <p:nvSpPr>
            <p:cNvPr id="5" name="Rectangle 4">
              <a:extLst>
                <a:ext uri="{FF2B5EF4-FFF2-40B4-BE49-F238E27FC236}">
                  <a16:creationId xmlns:a16="http://schemas.microsoft.com/office/drawing/2014/main" id="{AB5110CC-65EF-7127-50DF-5E318AC1DC3C}"/>
                </a:ext>
              </a:extLst>
            </p:cNvPr>
            <p:cNvSpPr/>
            <p:nvPr/>
          </p:nvSpPr>
          <p:spPr bwMode="gray">
            <a:xfrm>
              <a:off x="6612782" y="5347827"/>
              <a:ext cx="782016" cy="222874"/>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tx1"/>
                  </a:solidFill>
                </a:rPr>
                <a:t>Config</a:t>
              </a:r>
            </a:p>
          </p:txBody>
        </p:sp>
      </p:grpSp>
    </p:spTree>
    <p:extLst>
      <p:ext uri="{BB962C8B-B14F-4D97-AF65-F5344CB8AC3E}">
        <p14:creationId xmlns:p14="http://schemas.microsoft.com/office/powerpoint/2010/main" val="2154294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ipe(down)">
                                      <p:cBhvr>
                                        <p:cTn id="15" dur="500"/>
                                        <p:tgtEl>
                                          <p:spTgt spid="21"/>
                                        </p:tgtEl>
                                      </p:cBhvr>
                                    </p:animEffect>
                                  </p:childTnLst>
                                </p:cTn>
                              </p:par>
                            </p:childTnLst>
                          </p:cTn>
                        </p:par>
                        <p:par>
                          <p:cTn id="16" fill="hold">
                            <p:stCondLst>
                              <p:cond delay="500"/>
                            </p:stCondLst>
                            <p:childTnLst>
                              <p:par>
                                <p:cTn id="17" presetID="22" presetClass="entr" presetSubtype="8" fill="hold" nodeType="after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wipe(left)">
                                      <p:cBhvr>
                                        <p:cTn id="19" dur="500"/>
                                        <p:tgtEl>
                                          <p:spTgt spid="4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grpId="0" nodeType="clickEffect">
                                  <p:stCondLst>
                                    <p:cond delay="0"/>
                                  </p:stCondLst>
                                  <p:childTnLst>
                                    <p:set>
                                      <p:cBhvr>
                                        <p:cTn id="23" dur="1" fill="hold">
                                          <p:stCondLst>
                                            <p:cond delay="0"/>
                                          </p:stCondLst>
                                        </p:cTn>
                                        <p:tgtEl>
                                          <p:spTgt spid="45"/>
                                        </p:tgtEl>
                                        <p:attrNameLst>
                                          <p:attrName>style.visibility</p:attrName>
                                        </p:attrNameLst>
                                      </p:cBhvr>
                                      <p:to>
                                        <p:strVal val="visible"/>
                                      </p:to>
                                    </p:set>
                                    <p:animEffect transition="in" filter="wipe(right)">
                                      <p:cBhvr>
                                        <p:cTn id="24" dur="500"/>
                                        <p:tgtEl>
                                          <p:spTgt spid="45"/>
                                        </p:tgtEl>
                                      </p:cBhvr>
                                    </p:animEffect>
                                  </p:childTnLst>
                                </p:cTn>
                              </p:par>
                              <p:par>
                                <p:cTn id="25" presetID="9"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dissolve">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2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09D30-C9CE-6CCD-994A-7FFD02D63E4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DBA0ADF-A630-5660-12AB-ED19061CB8D0}"/>
              </a:ext>
            </a:extLst>
          </p:cNvPr>
          <p:cNvSpPr>
            <a:spLocks noGrp="1"/>
          </p:cNvSpPr>
          <p:nvPr>
            <p:ph type="body" sz="quarter" idx="12"/>
          </p:nvPr>
        </p:nvSpPr>
        <p:spPr/>
        <p:txBody>
          <a:bodyPr/>
          <a:lstStyle/>
          <a:p>
            <a:r>
              <a:rPr lang="en-US" dirty="0"/>
              <a:t>DEMO</a:t>
            </a:r>
          </a:p>
          <a:p>
            <a:r>
              <a:rPr lang="en-US" dirty="0"/>
              <a:t>Zero Touch Provisioning</a:t>
            </a:r>
          </a:p>
        </p:txBody>
      </p:sp>
      <p:pic>
        <p:nvPicPr>
          <p:cNvPr id="4" name="Picture Placeholder 3" descr="A logo of a cloud computing system&#10;&#10;AI-generated content may be incorrect.">
            <a:extLst>
              <a:ext uri="{FF2B5EF4-FFF2-40B4-BE49-F238E27FC236}">
                <a16:creationId xmlns:a16="http://schemas.microsoft.com/office/drawing/2014/main" id="{F4F48513-2CEC-A5C6-4D94-4E88C9D9E1CA}"/>
              </a:ext>
            </a:extLst>
          </p:cNvPr>
          <p:cNvPicPr>
            <a:picLocks noGrp="1" noChangeAspect="1"/>
          </p:cNvPicPr>
          <p:nvPr>
            <p:ph type="pic" sz="quarter" idx="11"/>
          </p:nvPr>
        </p:nvPicPr>
        <p:blipFill>
          <a:blip r:embed="rId3"/>
          <a:srcRect l="10159" r="10159"/>
          <a:stretch>
            <a:fillRect/>
          </a:stretch>
        </p:blipFill>
        <p:spPr>
          <a:prstGeom prst="rect">
            <a:avLst/>
          </a:prstGeom>
        </p:spPr>
      </p:pic>
    </p:spTree>
    <p:extLst>
      <p:ext uri="{BB962C8B-B14F-4D97-AF65-F5344CB8AC3E}">
        <p14:creationId xmlns:p14="http://schemas.microsoft.com/office/powerpoint/2010/main" val="1818078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5DF53-246B-8CDB-A94F-12F88F28F3CC}"/>
            </a:ext>
          </a:extLst>
        </p:cNvPr>
        <p:cNvGrpSpPr/>
        <p:nvPr/>
      </p:nvGrpSpPr>
      <p:grpSpPr>
        <a:xfrm>
          <a:off x="0" y="0"/>
          <a:ext cx="0" cy="0"/>
          <a:chOff x="0" y="0"/>
          <a:chExt cx="0" cy="0"/>
        </a:xfrm>
      </p:grpSpPr>
      <p:sp>
        <p:nvSpPr>
          <p:cNvPr id="27" name="Title 26">
            <a:extLst>
              <a:ext uri="{FF2B5EF4-FFF2-40B4-BE49-F238E27FC236}">
                <a16:creationId xmlns:a16="http://schemas.microsoft.com/office/drawing/2014/main" id="{07A921C7-1161-6A3E-0D16-042CEFD10E63}"/>
              </a:ext>
            </a:extLst>
          </p:cNvPr>
          <p:cNvSpPr>
            <a:spLocks noGrp="1"/>
          </p:cNvSpPr>
          <p:nvPr>
            <p:ph type="title"/>
          </p:nvPr>
        </p:nvSpPr>
        <p:spPr/>
        <p:txBody>
          <a:bodyPr/>
          <a:lstStyle/>
          <a:p>
            <a:r>
              <a:rPr lang="en-US" dirty="0"/>
              <a:t>Patch vSphere Clusters Faster and Less Disruptive</a:t>
            </a:r>
          </a:p>
        </p:txBody>
      </p:sp>
      <p:sp>
        <p:nvSpPr>
          <p:cNvPr id="3" name="Subtitle 2">
            <a:extLst>
              <a:ext uri="{FF2B5EF4-FFF2-40B4-BE49-F238E27FC236}">
                <a16:creationId xmlns:a16="http://schemas.microsoft.com/office/drawing/2014/main" id="{4951E804-EE47-5E47-B5E3-7D8355BDC095}"/>
              </a:ext>
            </a:extLst>
          </p:cNvPr>
          <p:cNvSpPr>
            <a:spLocks noGrp="1"/>
          </p:cNvSpPr>
          <p:nvPr>
            <p:ph type="subTitle" idx="10"/>
          </p:nvPr>
        </p:nvSpPr>
        <p:spPr/>
        <p:txBody>
          <a:bodyPr/>
          <a:lstStyle/>
          <a:p>
            <a:r>
              <a:rPr lang="en-US" dirty="0"/>
              <a:t>ESX Live Patch</a:t>
            </a:r>
          </a:p>
        </p:txBody>
      </p:sp>
      <p:sp>
        <p:nvSpPr>
          <p:cNvPr id="28" name="Text Placeholder 27">
            <a:extLst>
              <a:ext uri="{FF2B5EF4-FFF2-40B4-BE49-F238E27FC236}">
                <a16:creationId xmlns:a16="http://schemas.microsoft.com/office/drawing/2014/main" id="{14B557DF-BAE7-C340-2826-A1115C3350CC}"/>
              </a:ext>
            </a:extLst>
          </p:cNvPr>
          <p:cNvSpPr>
            <a:spLocks noGrp="1"/>
          </p:cNvSpPr>
          <p:nvPr>
            <p:ph type="body" sz="quarter" idx="18"/>
          </p:nvPr>
        </p:nvSpPr>
        <p:spPr/>
        <p:txBody>
          <a:bodyPr/>
          <a:lstStyle/>
          <a:p>
            <a:r>
              <a:rPr lang="en-US" dirty="0"/>
              <a:t>Enabled by Default</a:t>
            </a:r>
          </a:p>
        </p:txBody>
      </p:sp>
      <p:sp>
        <p:nvSpPr>
          <p:cNvPr id="29" name="Text Placeholder 28">
            <a:extLst>
              <a:ext uri="{FF2B5EF4-FFF2-40B4-BE49-F238E27FC236}">
                <a16:creationId xmlns:a16="http://schemas.microsoft.com/office/drawing/2014/main" id="{61F2ABB6-D877-8885-DE5A-AC0EBEC232B2}"/>
              </a:ext>
            </a:extLst>
          </p:cNvPr>
          <p:cNvSpPr>
            <a:spLocks noGrp="1"/>
          </p:cNvSpPr>
          <p:nvPr>
            <p:ph type="body" sz="quarter" idx="19"/>
          </p:nvPr>
        </p:nvSpPr>
        <p:spPr/>
        <p:txBody>
          <a:bodyPr/>
          <a:lstStyle/>
          <a:p>
            <a:r>
              <a:rPr lang="en-US" dirty="0"/>
              <a:t>TPM Support</a:t>
            </a:r>
          </a:p>
        </p:txBody>
      </p:sp>
      <p:sp>
        <p:nvSpPr>
          <p:cNvPr id="30" name="Text Placeholder 29">
            <a:extLst>
              <a:ext uri="{FF2B5EF4-FFF2-40B4-BE49-F238E27FC236}">
                <a16:creationId xmlns:a16="http://schemas.microsoft.com/office/drawing/2014/main" id="{FAD1E1BE-F902-F42A-8A6D-2206EC64EBBC}"/>
              </a:ext>
            </a:extLst>
          </p:cNvPr>
          <p:cNvSpPr>
            <a:spLocks noGrp="1"/>
          </p:cNvSpPr>
          <p:nvPr>
            <p:ph type="body" sz="quarter" idx="20"/>
          </p:nvPr>
        </p:nvSpPr>
        <p:spPr/>
        <p:txBody>
          <a:bodyPr/>
          <a:lstStyle/>
          <a:p>
            <a:r>
              <a:rPr lang="en-US" dirty="0"/>
              <a:t>Expanded Coverage</a:t>
            </a:r>
          </a:p>
        </p:txBody>
      </p:sp>
      <p:pic>
        <p:nvPicPr>
          <p:cNvPr id="34" name="Graphic 33">
            <a:extLst>
              <a:ext uri="{FF2B5EF4-FFF2-40B4-BE49-F238E27FC236}">
                <a16:creationId xmlns:a16="http://schemas.microsoft.com/office/drawing/2014/main" id="{0321E33F-8F9F-5135-D322-46C62F262A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23071" y="2341537"/>
            <a:ext cx="1256742" cy="1256742"/>
          </a:xfrm>
          <a:prstGeom prst="rect">
            <a:avLst/>
          </a:prstGeom>
        </p:spPr>
      </p:pic>
      <p:pic>
        <p:nvPicPr>
          <p:cNvPr id="37" name="Graphic 36">
            <a:extLst>
              <a:ext uri="{FF2B5EF4-FFF2-40B4-BE49-F238E27FC236}">
                <a16:creationId xmlns:a16="http://schemas.microsoft.com/office/drawing/2014/main" id="{4D0D9DE3-0B43-0CCE-BFEC-1ED6713FE3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98127" y="2201611"/>
            <a:ext cx="1396668" cy="1396668"/>
          </a:xfrm>
          <a:prstGeom prst="rect">
            <a:avLst/>
          </a:prstGeom>
        </p:spPr>
      </p:pic>
      <p:pic>
        <p:nvPicPr>
          <p:cNvPr id="38" name="Graphic 37">
            <a:extLst>
              <a:ext uri="{FF2B5EF4-FFF2-40B4-BE49-F238E27FC236}">
                <a16:creationId xmlns:a16="http://schemas.microsoft.com/office/drawing/2014/main" id="{BB9EAF36-B005-D774-2A8B-2F4FA137893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478575" y="2341537"/>
            <a:ext cx="1256742" cy="1256742"/>
          </a:xfrm>
          <a:prstGeom prst="rect">
            <a:avLst/>
          </a:prstGeom>
        </p:spPr>
      </p:pic>
    </p:spTree>
    <p:extLst>
      <p:ext uri="{BB962C8B-B14F-4D97-AF65-F5344CB8AC3E}">
        <p14:creationId xmlns:p14="http://schemas.microsoft.com/office/powerpoint/2010/main" val="566019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FC803-CF17-C08D-8799-4C0CC5B1C6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343FB5-7B88-FAEB-34AB-6D12217C9AC6}"/>
              </a:ext>
            </a:extLst>
          </p:cNvPr>
          <p:cNvSpPr>
            <a:spLocks noGrp="1"/>
          </p:cNvSpPr>
          <p:nvPr>
            <p:ph type="title"/>
          </p:nvPr>
        </p:nvSpPr>
        <p:spPr/>
        <p:txBody>
          <a:bodyPr/>
          <a:lstStyle/>
          <a:p>
            <a:r>
              <a:rPr lang="en-US" dirty="0"/>
              <a:t>Expanding Desired State Configuration Integration</a:t>
            </a:r>
          </a:p>
        </p:txBody>
      </p:sp>
      <p:sp>
        <p:nvSpPr>
          <p:cNvPr id="3" name="Subtitle 2">
            <a:extLst>
              <a:ext uri="{FF2B5EF4-FFF2-40B4-BE49-F238E27FC236}">
                <a16:creationId xmlns:a16="http://schemas.microsoft.com/office/drawing/2014/main" id="{185D869B-EF12-0ABA-42BD-4F60BCAC6C5A}"/>
              </a:ext>
            </a:extLst>
          </p:cNvPr>
          <p:cNvSpPr>
            <a:spLocks noGrp="1"/>
          </p:cNvSpPr>
          <p:nvPr>
            <p:ph type="subTitle" idx="10"/>
          </p:nvPr>
        </p:nvSpPr>
        <p:spPr/>
        <p:txBody>
          <a:bodyPr/>
          <a:lstStyle/>
          <a:p>
            <a:r>
              <a:rPr lang="en-US" dirty="0"/>
              <a:t>vSphere Configuration Profiles</a:t>
            </a:r>
          </a:p>
        </p:txBody>
      </p:sp>
      <p:sp>
        <p:nvSpPr>
          <p:cNvPr id="5" name="Text Placeholder 4">
            <a:extLst>
              <a:ext uri="{FF2B5EF4-FFF2-40B4-BE49-F238E27FC236}">
                <a16:creationId xmlns:a16="http://schemas.microsoft.com/office/drawing/2014/main" id="{2C502909-42C9-C028-C71F-DE2C9F485220}"/>
              </a:ext>
            </a:extLst>
          </p:cNvPr>
          <p:cNvSpPr>
            <a:spLocks noGrp="1"/>
          </p:cNvSpPr>
          <p:nvPr>
            <p:ph type="body" sz="quarter" idx="19"/>
          </p:nvPr>
        </p:nvSpPr>
        <p:spPr/>
        <p:txBody>
          <a:bodyPr/>
          <a:lstStyle/>
          <a:p>
            <a:r>
              <a:rPr lang="en-US" dirty="0"/>
              <a:t>Automatic Remediation</a:t>
            </a:r>
          </a:p>
        </p:txBody>
      </p:sp>
      <p:sp>
        <p:nvSpPr>
          <p:cNvPr id="7" name="Text Placeholder 6">
            <a:extLst>
              <a:ext uri="{FF2B5EF4-FFF2-40B4-BE49-F238E27FC236}">
                <a16:creationId xmlns:a16="http://schemas.microsoft.com/office/drawing/2014/main" id="{EBF224D3-7FDE-E347-98B0-F56EBFAAAEF8}"/>
              </a:ext>
            </a:extLst>
          </p:cNvPr>
          <p:cNvSpPr>
            <a:spLocks noGrp="1"/>
          </p:cNvSpPr>
          <p:nvPr>
            <p:ph type="body" sz="quarter" idx="20"/>
          </p:nvPr>
        </p:nvSpPr>
        <p:spPr/>
        <p:txBody>
          <a:bodyPr/>
          <a:lstStyle/>
          <a:p>
            <a:r>
              <a:rPr lang="en-US" dirty="0"/>
              <a:t>vSAN Integration</a:t>
            </a:r>
          </a:p>
        </p:txBody>
      </p:sp>
      <p:sp>
        <p:nvSpPr>
          <p:cNvPr id="8" name="Text Placeholder 7">
            <a:extLst>
              <a:ext uri="{FF2B5EF4-FFF2-40B4-BE49-F238E27FC236}">
                <a16:creationId xmlns:a16="http://schemas.microsoft.com/office/drawing/2014/main" id="{F4D33A6B-ECEC-F4AB-3E03-B512141CD83F}"/>
              </a:ext>
            </a:extLst>
          </p:cNvPr>
          <p:cNvSpPr>
            <a:spLocks noGrp="1"/>
          </p:cNvSpPr>
          <p:nvPr>
            <p:ph type="body" sz="quarter" idx="21"/>
          </p:nvPr>
        </p:nvSpPr>
        <p:spPr/>
        <p:txBody>
          <a:bodyPr/>
          <a:lstStyle/>
          <a:p>
            <a:r>
              <a:rPr lang="en-US" dirty="0"/>
              <a:t>Memory Tiering Configuration</a:t>
            </a:r>
          </a:p>
        </p:txBody>
      </p:sp>
      <p:sp>
        <p:nvSpPr>
          <p:cNvPr id="4" name="Text Placeholder 3">
            <a:extLst>
              <a:ext uri="{FF2B5EF4-FFF2-40B4-BE49-F238E27FC236}">
                <a16:creationId xmlns:a16="http://schemas.microsoft.com/office/drawing/2014/main" id="{3C2198BD-0FBD-CC2B-2C3C-08F0D958FC43}"/>
              </a:ext>
            </a:extLst>
          </p:cNvPr>
          <p:cNvSpPr>
            <a:spLocks noGrp="1"/>
          </p:cNvSpPr>
          <p:nvPr>
            <p:ph type="body" sz="quarter" idx="22"/>
          </p:nvPr>
        </p:nvSpPr>
        <p:spPr/>
        <p:txBody>
          <a:bodyPr/>
          <a:lstStyle/>
          <a:p>
            <a:r>
              <a:rPr lang="en-US" dirty="0"/>
              <a:t>VDS Bootstrap with Zero Touch Provisioning</a:t>
            </a:r>
          </a:p>
        </p:txBody>
      </p:sp>
      <p:pic>
        <p:nvPicPr>
          <p:cNvPr id="10" name="Graphic 9">
            <a:extLst>
              <a:ext uri="{FF2B5EF4-FFF2-40B4-BE49-F238E27FC236}">
                <a16:creationId xmlns:a16="http://schemas.microsoft.com/office/drawing/2014/main" id="{821F10E4-C1B7-FA37-CA61-06EFED67CB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3542" y="2406805"/>
            <a:ext cx="1176990" cy="1176990"/>
          </a:xfrm>
          <a:prstGeom prst="rect">
            <a:avLst/>
          </a:prstGeom>
        </p:spPr>
      </p:pic>
      <p:pic>
        <p:nvPicPr>
          <p:cNvPr id="11" name="Graphic 10">
            <a:extLst>
              <a:ext uri="{FF2B5EF4-FFF2-40B4-BE49-F238E27FC236}">
                <a16:creationId xmlns:a16="http://schemas.microsoft.com/office/drawing/2014/main" id="{14D2AD7F-2559-544A-A8C6-0ADB3E07B92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77518" y="2406805"/>
            <a:ext cx="1176990" cy="1176990"/>
          </a:xfrm>
          <a:prstGeom prst="rect">
            <a:avLst/>
          </a:prstGeom>
        </p:spPr>
      </p:pic>
      <p:pic>
        <p:nvPicPr>
          <p:cNvPr id="12" name="Graphic 11">
            <a:extLst>
              <a:ext uri="{FF2B5EF4-FFF2-40B4-BE49-F238E27FC236}">
                <a16:creationId xmlns:a16="http://schemas.microsoft.com/office/drawing/2014/main" id="{E4DC694E-C9E2-3F07-566B-5AECCE07AA1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72555" y="2457887"/>
            <a:ext cx="1100516" cy="1100516"/>
          </a:xfrm>
          <a:prstGeom prst="rect">
            <a:avLst/>
          </a:prstGeom>
        </p:spPr>
      </p:pic>
      <p:pic>
        <p:nvPicPr>
          <p:cNvPr id="15" name="Graphic 14">
            <a:extLst>
              <a:ext uri="{FF2B5EF4-FFF2-40B4-BE49-F238E27FC236}">
                <a16:creationId xmlns:a16="http://schemas.microsoft.com/office/drawing/2014/main" id="{DA5A55BA-EA44-E643-92EB-DD9F412FE4A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686324" y="2445042"/>
            <a:ext cx="1100515" cy="1100515"/>
          </a:xfrm>
          <a:prstGeom prst="rect">
            <a:avLst/>
          </a:prstGeom>
        </p:spPr>
      </p:pic>
    </p:spTree>
    <p:extLst>
      <p:ext uri="{BB962C8B-B14F-4D97-AF65-F5344CB8AC3E}">
        <p14:creationId xmlns:p14="http://schemas.microsoft.com/office/powerpoint/2010/main" val="1829746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31DAE-1FFD-36EE-E95C-E0BDDED1E0AB}"/>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A7FF0C47-816C-3323-8B9F-C0B9277E5221}"/>
              </a:ext>
            </a:extLst>
          </p:cNvPr>
          <p:cNvSpPr>
            <a:spLocks noGrp="1"/>
          </p:cNvSpPr>
          <p:nvPr>
            <p:ph type="title"/>
          </p:nvPr>
        </p:nvSpPr>
        <p:spPr/>
        <p:txBody>
          <a:bodyPr/>
          <a:lstStyle/>
          <a:p>
            <a:r>
              <a:rPr lang="en-US" dirty="0"/>
              <a:t>Certificate Management You Don’t Need to Worry About</a:t>
            </a:r>
          </a:p>
        </p:txBody>
      </p:sp>
      <p:sp>
        <p:nvSpPr>
          <p:cNvPr id="3" name="Subtitle 2">
            <a:extLst>
              <a:ext uri="{FF2B5EF4-FFF2-40B4-BE49-F238E27FC236}">
                <a16:creationId xmlns:a16="http://schemas.microsoft.com/office/drawing/2014/main" id="{9A08DC63-0FFC-3623-9066-C81A0428C1D0}"/>
              </a:ext>
            </a:extLst>
          </p:cNvPr>
          <p:cNvSpPr>
            <a:spLocks noGrp="1"/>
          </p:cNvSpPr>
          <p:nvPr>
            <p:ph type="subTitle" idx="10"/>
          </p:nvPr>
        </p:nvSpPr>
        <p:spPr/>
        <p:txBody>
          <a:bodyPr/>
          <a:lstStyle/>
          <a:p>
            <a:r>
              <a:rPr lang="en-US" dirty="0"/>
              <a:t>Automatic Renewal of vCenter and ESX TLS Certificates</a:t>
            </a:r>
          </a:p>
        </p:txBody>
      </p:sp>
      <p:sp>
        <p:nvSpPr>
          <p:cNvPr id="12" name="Text Placeholder 11">
            <a:extLst>
              <a:ext uri="{FF2B5EF4-FFF2-40B4-BE49-F238E27FC236}">
                <a16:creationId xmlns:a16="http://schemas.microsoft.com/office/drawing/2014/main" id="{76DEB6E4-59FF-F9B0-83FC-6BFBF116FB49}"/>
              </a:ext>
            </a:extLst>
          </p:cNvPr>
          <p:cNvSpPr>
            <a:spLocks noGrp="1"/>
          </p:cNvSpPr>
          <p:nvPr>
            <p:ph type="body" sz="quarter" idx="18"/>
          </p:nvPr>
        </p:nvSpPr>
        <p:spPr/>
        <p:txBody>
          <a:bodyPr/>
          <a:lstStyle/>
          <a:p>
            <a:r>
              <a:rPr lang="en-US" dirty="0"/>
              <a:t>vCenter TLS Certificates</a:t>
            </a:r>
          </a:p>
        </p:txBody>
      </p:sp>
      <p:sp>
        <p:nvSpPr>
          <p:cNvPr id="13" name="Text Placeholder 12">
            <a:extLst>
              <a:ext uri="{FF2B5EF4-FFF2-40B4-BE49-F238E27FC236}">
                <a16:creationId xmlns:a16="http://schemas.microsoft.com/office/drawing/2014/main" id="{13C823E9-7E6C-2E54-C380-12C2E39B0ECC}"/>
              </a:ext>
            </a:extLst>
          </p:cNvPr>
          <p:cNvSpPr>
            <a:spLocks noGrp="1"/>
          </p:cNvSpPr>
          <p:nvPr>
            <p:ph type="body" sz="quarter" idx="19"/>
          </p:nvPr>
        </p:nvSpPr>
        <p:spPr/>
        <p:txBody>
          <a:bodyPr/>
          <a:lstStyle/>
          <a:p>
            <a:r>
              <a:rPr lang="en-US" dirty="0"/>
              <a:t>ESX TLS Certificates</a:t>
            </a:r>
          </a:p>
        </p:txBody>
      </p:sp>
      <p:sp>
        <p:nvSpPr>
          <p:cNvPr id="14" name="Text Placeholder 13">
            <a:extLst>
              <a:ext uri="{FF2B5EF4-FFF2-40B4-BE49-F238E27FC236}">
                <a16:creationId xmlns:a16="http://schemas.microsoft.com/office/drawing/2014/main" id="{3AAC39A4-9C6F-37F2-5763-1CBA2EE76271}"/>
              </a:ext>
            </a:extLst>
          </p:cNvPr>
          <p:cNvSpPr>
            <a:spLocks noGrp="1"/>
          </p:cNvSpPr>
          <p:nvPr>
            <p:ph type="body" sz="quarter" idx="20"/>
          </p:nvPr>
        </p:nvSpPr>
        <p:spPr/>
        <p:txBody>
          <a:bodyPr/>
          <a:lstStyle/>
          <a:p>
            <a:r>
              <a:rPr lang="en-US" dirty="0"/>
              <a:t>VMCA Renewal During Upgrade</a:t>
            </a:r>
          </a:p>
        </p:txBody>
      </p:sp>
      <p:grpSp>
        <p:nvGrpSpPr>
          <p:cNvPr id="20" name="Group 19">
            <a:extLst>
              <a:ext uri="{FF2B5EF4-FFF2-40B4-BE49-F238E27FC236}">
                <a16:creationId xmlns:a16="http://schemas.microsoft.com/office/drawing/2014/main" id="{0F02C1D2-0C8F-5C3A-3663-401BB578C00B}"/>
              </a:ext>
            </a:extLst>
          </p:cNvPr>
          <p:cNvGrpSpPr/>
          <p:nvPr/>
        </p:nvGrpSpPr>
        <p:grpSpPr>
          <a:xfrm>
            <a:off x="2337940" y="2421411"/>
            <a:ext cx="1096994" cy="1096994"/>
            <a:chOff x="6279204" y="885238"/>
            <a:chExt cx="1096994" cy="1096994"/>
          </a:xfrm>
        </p:grpSpPr>
        <p:sp>
          <p:nvSpPr>
            <p:cNvPr id="18" name="Oval 5">
              <a:extLst>
                <a:ext uri="{FF2B5EF4-FFF2-40B4-BE49-F238E27FC236}">
                  <a16:creationId xmlns:a16="http://schemas.microsoft.com/office/drawing/2014/main" id="{179E7044-246E-C557-CD6D-3EF5CDEA105E}"/>
                </a:ext>
              </a:extLst>
            </p:cNvPr>
            <p:cNvSpPr>
              <a:spLocks noChangeAspect="1"/>
            </p:cNvSpPr>
            <p:nvPr/>
          </p:nvSpPr>
          <p:spPr bwMode="gray">
            <a:xfrm>
              <a:off x="6279204" y="885238"/>
              <a:ext cx="1096994" cy="1096994"/>
            </a:xfrm>
            <a:prstGeom prst="ellipse">
              <a:avLst/>
            </a:prstGeom>
            <a:solidFill>
              <a:schemeClr val="accent4"/>
            </a:solidFill>
            <a:ln w="76200">
              <a:noFill/>
            </a:ln>
            <a:effectLst/>
            <a:scene3d>
              <a:camera prst="orthographicFront">
                <a:rot lat="0" lon="0" rev="0"/>
              </a:camera>
              <a:lightRig rig="balanced" dir="t">
                <a:rot lat="0" lon="0" rev="8700000"/>
              </a:lightRig>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lnSpc>
                  <a:spcPct val="90000"/>
                </a:lnSpc>
                <a:spcBef>
                  <a:spcPts val="600"/>
                </a:spcBef>
              </a:pPr>
              <a:endParaRPr lang="en-US" sz="1999" b="1" dirty="0">
                <a:solidFill>
                  <a:prstClr val="white"/>
                </a:solidFill>
                <a:latin typeface="Arial"/>
              </a:endParaRPr>
            </a:p>
          </p:txBody>
        </p:sp>
        <p:pic>
          <p:nvPicPr>
            <p:cNvPr id="19" name="Graphic 18">
              <a:extLst>
                <a:ext uri="{FF2B5EF4-FFF2-40B4-BE49-F238E27FC236}">
                  <a16:creationId xmlns:a16="http://schemas.microsoft.com/office/drawing/2014/main" id="{A7A51093-BAA9-EC47-5BDF-DF7D8DD1F8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72101" y="1055321"/>
              <a:ext cx="711200" cy="711200"/>
            </a:xfrm>
            <a:prstGeom prst="rect">
              <a:avLst/>
            </a:prstGeom>
          </p:spPr>
        </p:pic>
      </p:grpSp>
      <p:grpSp>
        <p:nvGrpSpPr>
          <p:cNvPr id="26" name="Group 25">
            <a:extLst>
              <a:ext uri="{FF2B5EF4-FFF2-40B4-BE49-F238E27FC236}">
                <a16:creationId xmlns:a16="http://schemas.microsoft.com/office/drawing/2014/main" id="{D438BD95-BE89-FD03-BAF2-59311317E11D}"/>
              </a:ext>
            </a:extLst>
          </p:cNvPr>
          <p:cNvGrpSpPr/>
          <p:nvPr/>
        </p:nvGrpSpPr>
        <p:grpSpPr>
          <a:xfrm>
            <a:off x="5558449" y="2421411"/>
            <a:ext cx="1096994" cy="1096994"/>
            <a:chOff x="412896" y="4678985"/>
            <a:chExt cx="1096994" cy="1096994"/>
          </a:xfrm>
        </p:grpSpPr>
        <p:sp>
          <p:nvSpPr>
            <p:cNvPr id="24" name="Oval 1">
              <a:extLst>
                <a:ext uri="{FF2B5EF4-FFF2-40B4-BE49-F238E27FC236}">
                  <a16:creationId xmlns:a16="http://schemas.microsoft.com/office/drawing/2014/main" id="{B35A68E5-5701-39CB-A541-DB80C07FCA24}"/>
                </a:ext>
              </a:extLst>
            </p:cNvPr>
            <p:cNvSpPr>
              <a:spLocks noChangeAspect="1"/>
            </p:cNvSpPr>
            <p:nvPr/>
          </p:nvSpPr>
          <p:spPr bwMode="gray">
            <a:xfrm>
              <a:off x="412896" y="4678985"/>
              <a:ext cx="1096994" cy="1096994"/>
            </a:xfrm>
            <a:prstGeom prst="ellipse">
              <a:avLst/>
            </a:prstGeom>
            <a:solidFill>
              <a:schemeClr val="accent3"/>
            </a:solidFill>
            <a:ln w="76200">
              <a:noFill/>
            </a:ln>
            <a:effectLst/>
            <a:scene3d>
              <a:camera prst="orthographicFront">
                <a:rot lat="0" lon="0" rev="0"/>
              </a:camera>
              <a:lightRig rig="balanced" dir="t">
                <a:rot lat="0" lon="0" rev="8700000"/>
              </a:lightRig>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lnSpc>
                  <a:spcPct val="90000"/>
                </a:lnSpc>
                <a:spcBef>
                  <a:spcPts val="600"/>
                </a:spcBef>
              </a:pPr>
              <a:endParaRPr lang="en-US" sz="1999" b="1" dirty="0">
                <a:solidFill>
                  <a:prstClr val="white"/>
                </a:solidFill>
                <a:latin typeface="Arial"/>
              </a:endParaRPr>
            </a:p>
          </p:txBody>
        </p:sp>
        <p:pic>
          <p:nvPicPr>
            <p:cNvPr id="25" name="Graphic 24">
              <a:extLst>
                <a:ext uri="{FF2B5EF4-FFF2-40B4-BE49-F238E27FC236}">
                  <a16:creationId xmlns:a16="http://schemas.microsoft.com/office/drawing/2014/main" id="{EE7DA232-D72D-60BA-5B87-C215B8E547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6813" y="4901200"/>
              <a:ext cx="709160" cy="709160"/>
            </a:xfrm>
            <a:prstGeom prst="rect">
              <a:avLst/>
            </a:prstGeom>
          </p:spPr>
        </p:pic>
      </p:grpSp>
      <p:grpSp>
        <p:nvGrpSpPr>
          <p:cNvPr id="29" name="Group 28">
            <a:extLst>
              <a:ext uri="{FF2B5EF4-FFF2-40B4-BE49-F238E27FC236}">
                <a16:creationId xmlns:a16="http://schemas.microsoft.com/office/drawing/2014/main" id="{8D3814B9-08B4-5CA8-83E9-8761A1753627}"/>
              </a:ext>
            </a:extLst>
          </p:cNvPr>
          <p:cNvGrpSpPr/>
          <p:nvPr/>
        </p:nvGrpSpPr>
        <p:grpSpPr>
          <a:xfrm>
            <a:off x="8758849" y="2421411"/>
            <a:ext cx="1096994" cy="1096994"/>
            <a:chOff x="9212358" y="4678985"/>
            <a:chExt cx="1096994" cy="1096994"/>
          </a:xfrm>
        </p:grpSpPr>
        <p:sp>
          <p:nvSpPr>
            <p:cNvPr id="27" name="Oval 7">
              <a:extLst>
                <a:ext uri="{FF2B5EF4-FFF2-40B4-BE49-F238E27FC236}">
                  <a16:creationId xmlns:a16="http://schemas.microsoft.com/office/drawing/2014/main" id="{01C3DA24-9ECE-DFE4-6E97-6A3F50FB1F0C}"/>
                </a:ext>
              </a:extLst>
            </p:cNvPr>
            <p:cNvSpPr>
              <a:spLocks noChangeAspect="1"/>
            </p:cNvSpPr>
            <p:nvPr/>
          </p:nvSpPr>
          <p:spPr bwMode="gray">
            <a:xfrm>
              <a:off x="9212358" y="4678985"/>
              <a:ext cx="1096994" cy="1096994"/>
            </a:xfrm>
            <a:prstGeom prst="ellipse">
              <a:avLst/>
            </a:prstGeom>
            <a:solidFill>
              <a:schemeClr val="accent2"/>
            </a:solidFill>
            <a:ln w="76200">
              <a:noFill/>
            </a:ln>
            <a:effectLst/>
            <a:scene3d>
              <a:camera prst="orthographicFront">
                <a:rot lat="0" lon="0" rev="0"/>
              </a:camera>
              <a:lightRig rig="balanced" dir="t">
                <a:rot lat="0" lon="0" rev="8700000"/>
              </a:lightRig>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lnSpc>
                  <a:spcPct val="90000"/>
                </a:lnSpc>
                <a:spcBef>
                  <a:spcPts val="600"/>
                </a:spcBef>
              </a:pPr>
              <a:endParaRPr lang="en-US" sz="1999" b="1" dirty="0">
                <a:solidFill>
                  <a:prstClr val="white"/>
                </a:solidFill>
                <a:latin typeface="Arial"/>
              </a:endParaRPr>
            </a:p>
          </p:txBody>
        </p:sp>
        <p:pic>
          <p:nvPicPr>
            <p:cNvPr id="28" name="Graphic 27">
              <a:extLst>
                <a:ext uri="{FF2B5EF4-FFF2-40B4-BE49-F238E27FC236}">
                  <a16:creationId xmlns:a16="http://schemas.microsoft.com/office/drawing/2014/main" id="{01877DC6-6619-CEDD-FC4C-4C73D7A34E3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30271" y="4826396"/>
              <a:ext cx="861167" cy="861167"/>
            </a:xfrm>
            <a:prstGeom prst="rect">
              <a:avLst/>
            </a:prstGeom>
          </p:spPr>
        </p:pic>
      </p:grpSp>
    </p:spTree>
    <p:extLst>
      <p:ext uri="{BB962C8B-B14F-4D97-AF65-F5344CB8AC3E}">
        <p14:creationId xmlns:p14="http://schemas.microsoft.com/office/powerpoint/2010/main" val="554075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B78F9C60-420F-29B3-3D8D-4CE0EBDD65D2}"/>
              </a:ext>
            </a:extLst>
          </p:cNvPr>
          <p:cNvSpPr>
            <a:spLocks noGrp="1"/>
          </p:cNvSpPr>
          <p:nvPr>
            <p:ph type="title"/>
          </p:nvPr>
        </p:nvSpPr>
        <p:spPr/>
        <p:txBody>
          <a:bodyPr/>
          <a:lstStyle/>
          <a:p>
            <a:r>
              <a:rPr lang="en-US" dirty="0"/>
              <a:t>Scalable Responsiveness, Stability and Performance </a:t>
            </a:r>
          </a:p>
        </p:txBody>
      </p:sp>
      <p:sp>
        <p:nvSpPr>
          <p:cNvPr id="15" name="Subtitle 14">
            <a:extLst>
              <a:ext uri="{FF2B5EF4-FFF2-40B4-BE49-F238E27FC236}">
                <a16:creationId xmlns:a16="http://schemas.microsoft.com/office/drawing/2014/main" id="{F4756378-CF45-B6B2-7C11-07A8FF816CD2}"/>
              </a:ext>
            </a:extLst>
          </p:cNvPr>
          <p:cNvSpPr>
            <a:spLocks noGrp="1"/>
          </p:cNvSpPr>
          <p:nvPr>
            <p:ph type="subTitle" idx="10"/>
          </p:nvPr>
        </p:nvSpPr>
        <p:spPr/>
        <p:txBody>
          <a:bodyPr/>
          <a:lstStyle/>
          <a:p>
            <a:r>
              <a:rPr lang="en-US" dirty="0"/>
              <a:t>vCenter Performance</a:t>
            </a:r>
          </a:p>
        </p:txBody>
      </p:sp>
      <p:sp>
        <p:nvSpPr>
          <p:cNvPr id="16" name="Text Placeholder 15">
            <a:extLst>
              <a:ext uri="{FF2B5EF4-FFF2-40B4-BE49-F238E27FC236}">
                <a16:creationId xmlns:a16="http://schemas.microsoft.com/office/drawing/2014/main" id="{D134D5FD-22C2-517E-9B57-0E8A24678B26}"/>
              </a:ext>
            </a:extLst>
          </p:cNvPr>
          <p:cNvSpPr>
            <a:spLocks noGrp="1"/>
          </p:cNvSpPr>
          <p:nvPr>
            <p:ph type="body" sz="quarter" idx="19"/>
          </p:nvPr>
        </p:nvSpPr>
        <p:spPr/>
        <p:txBody>
          <a:bodyPr/>
          <a:lstStyle/>
          <a:p>
            <a:r>
              <a:rPr lang="en-US" dirty="0"/>
              <a:t>Up to 25% increase in vCenter Operations</a:t>
            </a:r>
          </a:p>
        </p:txBody>
      </p:sp>
      <p:sp>
        <p:nvSpPr>
          <p:cNvPr id="17" name="Text Placeholder 16">
            <a:extLst>
              <a:ext uri="{FF2B5EF4-FFF2-40B4-BE49-F238E27FC236}">
                <a16:creationId xmlns:a16="http://schemas.microsoft.com/office/drawing/2014/main" id="{697DDB9C-7CFF-2E8A-1720-53C2F2D831B7}"/>
              </a:ext>
            </a:extLst>
          </p:cNvPr>
          <p:cNvSpPr>
            <a:spLocks noGrp="1"/>
          </p:cNvSpPr>
          <p:nvPr>
            <p:ph type="body" sz="quarter" idx="20"/>
          </p:nvPr>
        </p:nvSpPr>
        <p:spPr/>
        <p:txBody>
          <a:bodyPr/>
          <a:lstStyle/>
          <a:p>
            <a:r>
              <a:rPr lang="en-US" dirty="0"/>
              <a:t>Large scale simultaneous backup operations</a:t>
            </a:r>
          </a:p>
        </p:txBody>
      </p:sp>
      <p:sp>
        <p:nvSpPr>
          <p:cNvPr id="18" name="Text Placeholder 17">
            <a:extLst>
              <a:ext uri="{FF2B5EF4-FFF2-40B4-BE49-F238E27FC236}">
                <a16:creationId xmlns:a16="http://schemas.microsoft.com/office/drawing/2014/main" id="{5A1DDB12-06E7-BDEC-6EF1-2D125E276836}"/>
              </a:ext>
            </a:extLst>
          </p:cNvPr>
          <p:cNvSpPr>
            <a:spLocks noGrp="1"/>
          </p:cNvSpPr>
          <p:nvPr>
            <p:ph type="body" sz="quarter" idx="21"/>
          </p:nvPr>
        </p:nvSpPr>
        <p:spPr/>
        <p:txBody>
          <a:bodyPr/>
          <a:lstStyle/>
          <a:p>
            <a:r>
              <a:rPr lang="en-US" dirty="0"/>
              <a:t>vCenter Utilization Monitoring API</a:t>
            </a:r>
          </a:p>
        </p:txBody>
      </p:sp>
      <p:sp>
        <p:nvSpPr>
          <p:cNvPr id="19" name="Text Placeholder 18">
            <a:extLst>
              <a:ext uri="{FF2B5EF4-FFF2-40B4-BE49-F238E27FC236}">
                <a16:creationId xmlns:a16="http://schemas.microsoft.com/office/drawing/2014/main" id="{A3D03164-E4C5-A328-A6B0-2F15A4A866F4}"/>
              </a:ext>
            </a:extLst>
          </p:cNvPr>
          <p:cNvSpPr>
            <a:spLocks noGrp="1"/>
          </p:cNvSpPr>
          <p:nvPr>
            <p:ph type="body" sz="quarter" idx="22"/>
          </p:nvPr>
        </p:nvSpPr>
        <p:spPr/>
        <p:txBody>
          <a:bodyPr/>
          <a:lstStyle/>
          <a:p>
            <a:r>
              <a:rPr lang="en-US" dirty="0"/>
              <a:t>New vCenter Alarms</a:t>
            </a:r>
          </a:p>
        </p:txBody>
      </p:sp>
      <p:grpSp>
        <p:nvGrpSpPr>
          <p:cNvPr id="24" name="Group 23">
            <a:extLst>
              <a:ext uri="{FF2B5EF4-FFF2-40B4-BE49-F238E27FC236}">
                <a16:creationId xmlns:a16="http://schemas.microsoft.com/office/drawing/2014/main" id="{278F00D9-5A3E-CE0E-68B4-7B15106C9C63}"/>
              </a:ext>
            </a:extLst>
          </p:cNvPr>
          <p:cNvGrpSpPr>
            <a:grpSpLocks noChangeAspect="1"/>
          </p:cNvGrpSpPr>
          <p:nvPr/>
        </p:nvGrpSpPr>
        <p:grpSpPr>
          <a:xfrm>
            <a:off x="6914522" y="2504173"/>
            <a:ext cx="1102982" cy="924827"/>
            <a:chOff x="6454795" y="3078859"/>
            <a:chExt cx="701746" cy="588399"/>
          </a:xfrm>
        </p:grpSpPr>
        <p:sp>
          <p:nvSpPr>
            <p:cNvPr id="25" name="Freeform 24">
              <a:extLst>
                <a:ext uri="{FF2B5EF4-FFF2-40B4-BE49-F238E27FC236}">
                  <a16:creationId xmlns:a16="http://schemas.microsoft.com/office/drawing/2014/main" id="{4AD008F0-C9B9-D9C9-EDB3-300D02F1289F}"/>
                </a:ext>
              </a:extLst>
            </p:cNvPr>
            <p:cNvSpPr/>
            <p:nvPr/>
          </p:nvSpPr>
          <p:spPr>
            <a:xfrm>
              <a:off x="6454795" y="3078859"/>
              <a:ext cx="701746" cy="588399"/>
            </a:xfrm>
            <a:custGeom>
              <a:avLst/>
              <a:gdLst>
                <a:gd name="connsiteX0" fmla="*/ 642303 w 701746"/>
                <a:gd name="connsiteY0" fmla="*/ 504 h 588399"/>
                <a:gd name="connsiteX1" fmla="*/ 56926 w 701746"/>
                <a:gd name="connsiteY1" fmla="*/ 504 h 588399"/>
                <a:gd name="connsiteX2" fmla="*/ 0 w 701746"/>
                <a:gd name="connsiteY2" fmla="*/ 55918 h 588399"/>
                <a:gd name="connsiteX3" fmla="*/ 0 w 701746"/>
                <a:gd name="connsiteY3" fmla="*/ 410570 h 588399"/>
                <a:gd name="connsiteX4" fmla="*/ 56926 w 701746"/>
                <a:gd name="connsiteY4" fmla="*/ 466488 h 588399"/>
                <a:gd name="connsiteX5" fmla="*/ 306794 w 701746"/>
                <a:gd name="connsiteY5" fmla="*/ 466488 h 588399"/>
                <a:gd name="connsiteX6" fmla="*/ 295207 w 701746"/>
                <a:gd name="connsiteY6" fmla="*/ 554647 h 588399"/>
                <a:gd name="connsiteX7" fmla="*/ 241304 w 701746"/>
                <a:gd name="connsiteY7" fmla="*/ 578828 h 588399"/>
                <a:gd name="connsiteX8" fmla="*/ 244327 w 701746"/>
                <a:gd name="connsiteY8" fmla="*/ 588399 h 588399"/>
                <a:gd name="connsiteX9" fmla="*/ 457420 w 701746"/>
                <a:gd name="connsiteY9" fmla="*/ 588399 h 588399"/>
                <a:gd name="connsiteX10" fmla="*/ 460443 w 701746"/>
                <a:gd name="connsiteY10" fmla="*/ 578828 h 588399"/>
                <a:gd name="connsiteX11" fmla="*/ 406540 w 701746"/>
                <a:gd name="connsiteY11" fmla="*/ 554647 h 588399"/>
                <a:gd name="connsiteX12" fmla="*/ 397976 w 701746"/>
                <a:gd name="connsiteY12" fmla="*/ 466488 h 588399"/>
                <a:gd name="connsiteX13" fmla="*/ 643310 w 701746"/>
                <a:gd name="connsiteY13" fmla="*/ 466488 h 588399"/>
                <a:gd name="connsiteX14" fmla="*/ 701747 w 701746"/>
                <a:gd name="connsiteY14" fmla="*/ 409562 h 588399"/>
                <a:gd name="connsiteX15" fmla="*/ 701747 w 701746"/>
                <a:gd name="connsiteY15" fmla="*/ 58437 h 588399"/>
                <a:gd name="connsiteX16" fmla="*/ 641799 w 701746"/>
                <a:gd name="connsiteY16" fmla="*/ 0 h 588399"/>
                <a:gd name="connsiteX17" fmla="*/ 653385 w 701746"/>
                <a:gd name="connsiteY17" fmla="*/ 409059 h 588399"/>
                <a:gd name="connsiteX18" fmla="*/ 643814 w 701746"/>
                <a:gd name="connsiteY18" fmla="*/ 417119 h 588399"/>
                <a:gd name="connsiteX19" fmla="*/ 57429 w 701746"/>
                <a:gd name="connsiteY19" fmla="*/ 417119 h 588399"/>
                <a:gd name="connsiteX20" fmla="*/ 48865 w 701746"/>
                <a:gd name="connsiteY20" fmla="*/ 410066 h 588399"/>
                <a:gd name="connsiteX21" fmla="*/ 48865 w 701746"/>
                <a:gd name="connsiteY21" fmla="*/ 55918 h 588399"/>
                <a:gd name="connsiteX22" fmla="*/ 56926 w 701746"/>
                <a:gd name="connsiteY22" fmla="*/ 48865 h 588399"/>
                <a:gd name="connsiteX23" fmla="*/ 642303 w 701746"/>
                <a:gd name="connsiteY23" fmla="*/ 48865 h 588399"/>
                <a:gd name="connsiteX24" fmla="*/ 653385 w 701746"/>
                <a:gd name="connsiteY24" fmla="*/ 58437 h 588399"/>
                <a:gd name="connsiteX25" fmla="*/ 653385 w 701746"/>
                <a:gd name="connsiteY25" fmla="*/ 409059 h 588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01746" h="588399">
                  <a:moveTo>
                    <a:pt x="642303" y="504"/>
                  </a:moveTo>
                  <a:lnTo>
                    <a:pt x="56926" y="504"/>
                  </a:lnTo>
                  <a:cubicBezTo>
                    <a:pt x="25692" y="504"/>
                    <a:pt x="0" y="25188"/>
                    <a:pt x="0" y="55918"/>
                  </a:cubicBezTo>
                  <a:lnTo>
                    <a:pt x="0" y="410570"/>
                  </a:lnTo>
                  <a:cubicBezTo>
                    <a:pt x="0" y="441300"/>
                    <a:pt x="25692" y="466488"/>
                    <a:pt x="56926" y="466488"/>
                  </a:cubicBezTo>
                  <a:lnTo>
                    <a:pt x="306794" y="466488"/>
                  </a:lnTo>
                  <a:lnTo>
                    <a:pt x="295207" y="554647"/>
                  </a:lnTo>
                  <a:cubicBezTo>
                    <a:pt x="295207" y="554647"/>
                    <a:pt x="254402" y="569760"/>
                    <a:pt x="241304" y="578828"/>
                  </a:cubicBezTo>
                  <a:cubicBezTo>
                    <a:pt x="237274" y="581851"/>
                    <a:pt x="238785" y="588399"/>
                    <a:pt x="244327" y="588399"/>
                  </a:cubicBezTo>
                  <a:lnTo>
                    <a:pt x="457420" y="588399"/>
                  </a:lnTo>
                  <a:cubicBezTo>
                    <a:pt x="462458" y="588399"/>
                    <a:pt x="464473" y="581851"/>
                    <a:pt x="460443" y="578828"/>
                  </a:cubicBezTo>
                  <a:cubicBezTo>
                    <a:pt x="447849" y="570264"/>
                    <a:pt x="406540" y="554647"/>
                    <a:pt x="406540" y="554647"/>
                  </a:cubicBezTo>
                  <a:lnTo>
                    <a:pt x="397976" y="466488"/>
                  </a:lnTo>
                  <a:lnTo>
                    <a:pt x="643310" y="466488"/>
                  </a:lnTo>
                  <a:cubicBezTo>
                    <a:pt x="675551" y="466488"/>
                    <a:pt x="701747" y="440796"/>
                    <a:pt x="701747" y="409562"/>
                  </a:cubicBezTo>
                  <a:lnTo>
                    <a:pt x="701747" y="58437"/>
                  </a:lnTo>
                  <a:cubicBezTo>
                    <a:pt x="701747" y="26196"/>
                    <a:pt x="675047" y="0"/>
                    <a:pt x="641799" y="0"/>
                  </a:cubicBezTo>
                  <a:close/>
                  <a:moveTo>
                    <a:pt x="653385" y="409059"/>
                  </a:moveTo>
                  <a:cubicBezTo>
                    <a:pt x="653385" y="413592"/>
                    <a:pt x="648851" y="417119"/>
                    <a:pt x="643814" y="417119"/>
                  </a:cubicBezTo>
                  <a:lnTo>
                    <a:pt x="57429" y="417119"/>
                  </a:lnTo>
                  <a:cubicBezTo>
                    <a:pt x="52896" y="417119"/>
                    <a:pt x="48865" y="414096"/>
                    <a:pt x="48865" y="410066"/>
                  </a:cubicBezTo>
                  <a:lnTo>
                    <a:pt x="48865" y="55918"/>
                  </a:lnTo>
                  <a:cubicBezTo>
                    <a:pt x="48865" y="51888"/>
                    <a:pt x="52392" y="48865"/>
                    <a:pt x="56926" y="48865"/>
                  </a:cubicBezTo>
                  <a:lnTo>
                    <a:pt x="642303" y="48865"/>
                  </a:lnTo>
                  <a:cubicBezTo>
                    <a:pt x="648348" y="48865"/>
                    <a:pt x="653385" y="53399"/>
                    <a:pt x="653385" y="58437"/>
                  </a:cubicBezTo>
                  <a:lnTo>
                    <a:pt x="653385" y="409059"/>
                  </a:lnTo>
                  <a:close/>
                </a:path>
              </a:pathLst>
            </a:custGeom>
            <a:solidFill>
              <a:schemeClr val="bg1"/>
            </a:solidFill>
            <a:ln w="0" cap="flat">
              <a:noFill/>
              <a:prstDash val="solid"/>
              <a:miter/>
            </a:ln>
          </p:spPr>
          <p:txBody>
            <a:bodyPr rtlCol="0" anchor="ctr"/>
            <a:lstStyle/>
            <a:p>
              <a:endParaRPr lang="en-US"/>
            </a:p>
          </p:txBody>
        </p:sp>
        <p:grpSp>
          <p:nvGrpSpPr>
            <p:cNvPr id="26" name="Graphic 19">
              <a:extLst>
                <a:ext uri="{FF2B5EF4-FFF2-40B4-BE49-F238E27FC236}">
                  <a16:creationId xmlns:a16="http://schemas.microsoft.com/office/drawing/2014/main" id="{A91ECC71-9191-41D0-953C-AD2C122A8338}"/>
                </a:ext>
              </a:extLst>
            </p:cNvPr>
            <p:cNvGrpSpPr/>
            <p:nvPr/>
          </p:nvGrpSpPr>
          <p:grpSpPr>
            <a:xfrm>
              <a:off x="6530864" y="3167337"/>
              <a:ext cx="533992" cy="307482"/>
              <a:chOff x="6530864" y="3167337"/>
              <a:chExt cx="533992" cy="307482"/>
            </a:xfrm>
            <a:solidFill>
              <a:schemeClr val="bg1"/>
            </a:solidFill>
          </p:grpSpPr>
          <p:sp>
            <p:nvSpPr>
              <p:cNvPr id="27" name="Freeform 26">
                <a:extLst>
                  <a:ext uri="{FF2B5EF4-FFF2-40B4-BE49-F238E27FC236}">
                    <a16:creationId xmlns:a16="http://schemas.microsoft.com/office/drawing/2014/main" id="{7AEABDBE-528C-9392-FA33-22867D655614}"/>
                  </a:ext>
                </a:extLst>
              </p:cNvPr>
              <p:cNvSpPr/>
              <p:nvPr/>
            </p:nvSpPr>
            <p:spPr>
              <a:xfrm>
                <a:off x="6535902" y="3459707"/>
                <a:ext cx="528955" cy="15113"/>
              </a:xfrm>
              <a:custGeom>
                <a:avLst/>
                <a:gdLst>
                  <a:gd name="connsiteX0" fmla="*/ 0 w 528955"/>
                  <a:gd name="connsiteY0" fmla="*/ 0 h 15113"/>
                  <a:gd name="connsiteX1" fmla="*/ 528955 w 528955"/>
                  <a:gd name="connsiteY1" fmla="*/ 0 h 15113"/>
                  <a:gd name="connsiteX2" fmla="*/ 528955 w 528955"/>
                  <a:gd name="connsiteY2" fmla="*/ 15113 h 15113"/>
                  <a:gd name="connsiteX3" fmla="*/ 0 w 528955"/>
                  <a:gd name="connsiteY3" fmla="*/ 15113 h 15113"/>
                </a:gdLst>
                <a:ahLst/>
                <a:cxnLst>
                  <a:cxn ang="0">
                    <a:pos x="connsiteX0" y="connsiteY0"/>
                  </a:cxn>
                  <a:cxn ang="0">
                    <a:pos x="connsiteX1" y="connsiteY1"/>
                  </a:cxn>
                  <a:cxn ang="0">
                    <a:pos x="connsiteX2" y="connsiteY2"/>
                  </a:cxn>
                  <a:cxn ang="0">
                    <a:pos x="connsiteX3" y="connsiteY3"/>
                  </a:cxn>
                </a:cxnLst>
                <a:rect l="l" t="t" r="r" b="b"/>
                <a:pathLst>
                  <a:path w="528955" h="15113">
                    <a:moveTo>
                      <a:pt x="0" y="0"/>
                    </a:moveTo>
                    <a:lnTo>
                      <a:pt x="528955" y="0"/>
                    </a:lnTo>
                    <a:lnTo>
                      <a:pt x="528955" y="15113"/>
                    </a:lnTo>
                    <a:lnTo>
                      <a:pt x="0" y="15113"/>
                    </a:lnTo>
                    <a:close/>
                  </a:path>
                </a:pathLst>
              </a:custGeom>
              <a:solidFill>
                <a:schemeClr val="bg1"/>
              </a:solidFill>
              <a:ln w="0"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3DFE5B13-91BD-FECE-A7F9-9E22415FCAEE}"/>
                  </a:ext>
                </a:extLst>
              </p:cNvPr>
              <p:cNvSpPr/>
              <p:nvPr/>
            </p:nvSpPr>
            <p:spPr>
              <a:xfrm>
                <a:off x="6530864" y="3167337"/>
                <a:ext cx="251883" cy="251564"/>
              </a:xfrm>
              <a:custGeom>
                <a:avLst/>
                <a:gdLst>
                  <a:gd name="connsiteX0" fmla="*/ 215108 w 251883"/>
                  <a:gd name="connsiteY0" fmla="*/ 36456 h 251564"/>
                  <a:gd name="connsiteX1" fmla="*/ 206041 w 251883"/>
                  <a:gd name="connsiteY1" fmla="*/ 27388 h 251564"/>
                  <a:gd name="connsiteX2" fmla="*/ 205033 w 251883"/>
                  <a:gd name="connsiteY2" fmla="*/ 28396 h 251564"/>
                  <a:gd name="connsiteX3" fmla="*/ 36775 w 251883"/>
                  <a:gd name="connsiteY3" fmla="*/ 36456 h 251564"/>
                  <a:gd name="connsiteX4" fmla="*/ 0 w 251883"/>
                  <a:gd name="connsiteY4" fmla="*/ 125623 h 251564"/>
                  <a:gd name="connsiteX5" fmla="*/ 36775 w 251883"/>
                  <a:gd name="connsiteY5" fmla="*/ 214789 h 251564"/>
                  <a:gd name="connsiteX6" fmla="*/ 125942 w 251883"/>
                  <a:gd name="connsiteY6" fmla="*/ 251564 h 251564"/>
                  <a:gd name="connsiteX7" fmla="*/ 205033 w 251883"/>
                  <a:gd name="connsiteY7" fmla="*/ 222850 h 251564"/>
                  <a:gd name="connsiteX8" fmla="*/ 206041 w 251883"/>
                  <a:gd name="connsiteY8" fmla="*/ 223857 h 251564"/>
                  <a:gd name="connsiteX9" fmla="*/ 215108 w 251883"/>
                  <a:gd name="connsiteY9" fmla="*/ 214789 h 251564"/>
                  <a:gd name="connsiteX10" fmla="*/ 251883 w 251883"/>
                  <a:gd name="connsiteY10" fmla="*/ 125623 h 251564"/>
                  <a:gd name="connsiteX11" fmla="*/ 215108 w 251883"/>
                  <a:gd name="connsiteY11" fmla="*/ 36456 h 251564"/>
                  <a:gd name="connsiteX12" fmla="*/ 54911 w 251883"/>
                  <a:gd name="connsiteY12" fmla="*/ 196150 h 251564"/>
                  <a:gd name="connsiteX13" fmla="*/ 25692 w 251883"/>
                  <a:gd name="connsiteY13" fmla="*/ 125119 h 251564"/>
                  <a:gd name="connsiteX14" fmla="*/ 54911 w 251883"/>
                  <a:gd name="connsiteY14" fmla="*/ 54088 h 251564"/>
                  <a:gd name="connsiteX15" fmla="*/ 187401 w 251883"/>
                  <a:gd name="connsiteY15" fmla="*/ 46028 h 251564"/>
                  <a:gd name="connsiteX16" fmla="*/ 108310 w 251883"/>
                  <a:gd name="connsiteY16" fmla="*/ 125119 h 251564"/>
                  <a:gd name="connsiteX17" fmla="*/ 187401 w 251883"/>
                  <a:gd name="connsiteY17" fmla="*/ 204210 h 251564"/>
                  <a:gd name="connsiteX18" fmla="*/ 54911 w 251883"/>
                  <a:gd name="connsiteY18" fmla="*/ 196150 h 251564"/>
                  <a:gd name="connsiteX19" fmla="*/ 205537 w 251883"/>
                  <a:gd name="connsiteY19" fmla="*/ 187082 h 251564"/>
                  <a:gd name="connsiteX20" fmla="*/ 144077 w 251883"/>
                  <a:gd name="connsiteY20" fmla="*/ 125623 h 251564"/>
                  <a:gd name="connsiteX21" fmla="*/ 205537 w 251883"/>
                  <a:gd name="connsiteY21" fmla="*/ 64163 h 251564"/>
                  <a:gd name="connsiteX22" fmla="*/ 226695 w 251883"/>
                  <a:gd name="connsiteY22" fmla="*/ 125623 h 251564"/>
                  <a:gd name="connsiteX23" fmla="*/ 205537 w 251883"/>
                  <a:gd name="connsiteY23" fmla="*/ 187082 h 251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1883" h="251564">
                    <a:moveTo>
                      <a:pt x="215108" y="36456"/>
                    </a:moveTo>
                    <a:lnTo>
                      <a:pt x="206041" y="27388"/>
                    </a:lnTo>
                    <a:lnTo>
                      <a:pt x="205033" y="28396"/>
                    </a:lnTo>
                    <a:cubicBezTo>
                      <a:pt x="155664" y="-11906"/>
                      <a:pt x="83122" y="-9387"/>
                      <a:pt x="36775" y="36456"/>
                    </a:cubicBezTo>
                    <a:cubicBezTo>
                      <a:pt x="13098" y="60133"/>
                      <a:pt x="0" y="91870"/>
                      <a:pt x="0" y="125623"/>
                    </a:cubicBezTo>
                    <a:cubicBezTo>
                      <a:pt x="0" y="159375"/>
                      <a:pt x="13098" y="190609"/>
                      <a:pt x="36775" y="214789"/>
                    </a:cubicBezTo>
                    <a:cubicBezTo>
                      <a:pt x="60452" y="238466"/>
                      <a:pt x="92189" y="251564"/>
                      <a:pt x="125942" y="251564"/>
                    </a:cubicBezTo>
                    <a:cubicBezTo>
                      <a:pt x="155160" y="251564"/>
                      <a:pt x="182867" y="240985"/>
                      <a:pt x="205033" y="222850"/>
                    </a:cubicBezTo>
                    <a:lnTo>
                      <a:pt x="206041" y="223857"/>
                    </a:lnTo>
                    <a:lnTo>
                      <a:pt x="215108" y="214789"/>
                    </a:lnTo>
                    <a:cubicBezTo>
                      <a:pt x="238785" y="191112"/>
                      <a:pt x="251883" y="159375"/>
                      <a:pt x="251883" y="125623"/>
                    </a:cubicBezTo>
                    <a:cubicBezTo>
                      <a:pt x="251883" y="91870"/>
                      <a:pt x="238785" y="60637"/>
                      <a:pt x="215108" y="36456"/>
                    </a:cubicBezTo>
                    <a:close/>
                    <a:moveTo>
                      <a:pt x="54911" y="196150"/>
                    </a:moveTo>
                    <a:cubicBezTo>
                      <a:pt x="35767" y="177007"/>
                      <a:pt x="25692" y="151819"/>
                      <a:pt x="25692" y="125119"/>
                    </a:cubicBezTo>
                    <a:cubicBezTo>
                      <a:pt x="25692" y="98419"/>
                      <a:pt x="36271" y="72727"/>
                      <a:pt x="54911" y="54088"/>
                    </a:cubicBezTo>
                    <a:cubicBezTo>
                      <a:pt x="91182" y="17817"/>
                      <a:pt x="148107" y="15298"/>
                      <a:pt x="187401" y="46028"/>
                    </a:cubicBezTo>
                    <a:lnTo>
                      <a:pt x="108310" y="125119"/>
                    </a:lnTo>
                    <a:lnTo>
                      <a:pt x="187401" y="204210"/>
                    </a:lnTo>
                    <a:cubicBezTo>
                      <a:pt x="148611" y="233429"/>
                      <a:pt x="90174" y="231414"/>
                      <a:pt x="54911" y="196150"/>
                    </a:cubicBezTo>
                    <a:close/>
                    <a:moveTo>
                      <a:pt x="205537" y="187082"/>
                    </a:moveTo>
                    <a:lnTo>
                      <a:pt x="144077" y="125623"/>
                    </a:lnTo>
                    <a:lnTo>
                      <a:pt x="205537" y="64163"/>
                    </a:lnTo>
                    <a:cubicBezTo>
                      <a:pt x="219139" y="81795"/>
                      <a:pt x="226695" y="103457"/>
                      <a:pt x="226695" y="125623"/>
                    </a:cubicBezTo>
                    <a:cubicBezTo>
                      <a:pt x="226695" y="147788"/>
                      <a:pt x="219139" y="169954"/>
                      <a:pt x="205537" y="187082"/>
                    </a:cubicBezTo>
                    <a:close/>
                  </a:path>
                </a:pathLst>
              </a:custGeom>
              <a:solidFill>
                <a:schemeClr val="bg1"/>
              </a:solidFill>
              <a:ln w="0" cap="flat">
                <a:noFill/>
                <a:prstDash val="solid"/>
                <a:miter/>
              </a:ln>
            </p:spPr>
            <p:txBody>
              <a:bodyPr rtlCol="0" anchor="ctr"/>
              <a:lstStyle/>
              <a:p>
                <a:endParaRPr lang="en-US"/>
              </a:p>
            </p:txBody>
          </p:sp>
          <p:grpSp>
            <p:nvGrpSpPr>
              <p:cNvPr id="29" name="Graphic 19">
                <a:extLst>
                  <a:ext uri="{FF2B5EF4-FFF2-40B4-BE49-F238E27FC236}">
                    <a16:creationId xmlns:a16="http://schemas.microsoft.com/office/drawing/2014/main" id="{2BA0BCED-37F2-B74B-AF24-8CBFCEC065DF}"/>
                  </a:ext>
                </a:extLst>
              </p:cNvPr>
              <p:cNvGrpSpPr/>
              <p:nvPr/>
            </p:nvGrpSpPr>
            <p:grpSpPr>
              <a:xfrm>
                <a:off x="6866876" y="3228981"/>
                <a:ext cx="195461" cy="103775"/>
                <a:chOff x="6866876" y="3228981"/>
                <a:chExt cx="195461" cy="103775"/>
              </a:xfrm>
              <a:solidFill>
                <a:schemeClr val="bg1"/>
              </a:solidFill>
            </p:grpSpPr>
            <p:sp>
              <p:nvSpPr>
                <p:cNvPr id="32" name="Freeform 31">
                  <a:extLst>
                    <a:ext uri="{FF2B5EF4-FFF2-40B4-BE49-F238E27FC236}">
                      <a16:creationId xmlns:a16="http://schemas.microsoft.com/office/drawing/2014/main" id="{B268CBEE-BA5D-F1A1-60A6-7507AFC884C7}"/>
                    </a:ext>
                  </a:extLst>
                </p:cNvPr>
                <p:cNvSpPr/>
                <p:nvPr/>
              </p:nvSpPr>
              <p:spPr>
                <a:xfrm>
                  <a:off x="6956043" y="3317644"/>
                  <a:ext cx="14105" cy="15112"/>
                </a:xfrm>
                <a:custGeom>
                  <a:avLst/>
                  <a:gdLst>
                    <a:gd name="connsiteX0" fmla="*/ 0 w 14105"/>
                    <a:gd name="connsiteY0" fmla="*/ 0 h 15112"/>
                    <a:gd name="connsiteX1" fmla="*/ 14105 w 14105"/>
                    <a:gd name="connsiteY1" fmla="*/ 0 h 15112"/>
                    <a:gd name="connsiteX2" fmla="*/ 14105 w 14105"/>
                    <a:gd name="connsiteY2" fmla="*/ 15113 h 15112"/>
                    <a:gd name="connsiteX3" fmla="*/ 0 w 14105"/>
                    <a:gd name="connsiteY3" fmla="*/ 15113 h 15112"/>
                  </a:gdLst>
                  <a:ahLst/>
                  <a:cxnLst>
                    <a:cxn ang="0">
                      <a:pos x="connsiteX0" y="connsiteY0"/>
                    </a:cxn>
                    <a:cxn ang="0">
                      <a:pos x="connsiteX1" y="connsiteY1"/>
                    </a:cxn>
                    <a:cxn ang="0">
                      <a:pos x="connsiteX2" y="connsiteY2"/>
                    </a:cxn>
                    <a:cxn ang="0">
                      <a:pos x="connsiteX3" y="connsiteY3"/>
                    </a:cxn>
                  </a:cxnLst>
                  <a:rect l="l" t="t" r="r" b="b"/>
                  <a:pathLst>
                    <a:path w="14105" h="15112">
                      <a:moveTo>
                        <a:pt x="0" y="0"/>
                      </a:moveTo>
                      <a:lnTo>
                        <a:pt x="14105" y="0"/>
                      </a:lnTo>
                      <a:lnTo>
                        <a:pt x="14105" y="15113"/>
                      </a:lnTo>
                      <a:lnTo>
                        <a:pt x="0" y="15113"/>
                      </a:lnTo>
                      <a:close/>
                    </a:path>
                  </a:pathLst>
                </a:custGeom>
                <a:solidFill>
                  <a:schemeClr val="bg1"/>
                </a:solidFill>
                <a:ln w="0"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0B15BDAF-7A9D-FE67-280B-DB53F07F6687}"/>
                    </a:ext>
                  </a:extLst>
                </p:cNvPr>
                <p:cNvSpPr/>
                <p:nvPr/>
              </p:nvSpPr>
              <p:spPr>
                <a:xfrm>
                  <a:off x="6866876" y="3317644"/>
                  <a:ext cx="91685" cy="15112"/>
                </a:xfrm>
                <a:custGeom>
                  <a:avLst/>
                  <a:gdLst>
                    <a:gd name="connsiteX0" fmla="*/ 0 w 91685"/>
                    <a:gd name="connsiteY0" fmla="*/ 0 h 15112"/>
                    <a:gd name="connsiteX1" fmla="*/ 91686 w 91685"/>
                    <a:gd name="connsiteY1" fmla="*/ 0 h 15112"/>
                    <a:gd name="connsiteX2" fmla="*/ 91686 w 91685"/>
                    <a:gd name="connsiteY2" fmla="*/ 15113 h 15112"/>
                    <a:gd name="connsiteX3" fmla="*/ 0 w 91685"/>
                    <a:gd name="connsiteY3" fmla="*/ 15113 h 15112"/>
                  </a:gdLst>
                  <a:ahLst/>
                  <a:cxnLst>
                    <a:cxn ang="0">
                      <a:pos x="connsiteX0" y="connsiteY0"/>
                    </a:cxn>
                    <a:cxn ang="0">
                      <a:pos x="connsiteX1" y="connsiteY1"/>
                    </a:cxn>
                    <a:cxn ang="0">
                      <a:pos x="connsiteX2" y="connsiteY2"/>
                    </a:cxn>
                    <a:cxn ang="0">
                      <a:pos x="connsiteX3" y="connsiteY3"/>
                    </a:cxn>
                  </a:cxnLst>
                  <a:rect l="l" t="t" r="r" b="b"/>
                  <a:pathLst>
                    <a:path w="91685" h="15112">
                      <a:moveTo>
                        <a:pt x="0" y="0"/>
                      </a:moveTo>
                      <a:lnTo>
                        <a:pt x="91686" y="0"/>
                      </a:lnTo>
                      <a:lnTo>
                        <a:pt x="91686" y="15113"/>
                      </a:lnTo>
                      <a:lnTo>
                        <a:pt x="0" y="15113"/>
                      </a:lnTo>
                      <a:close/>
                    </a:path>
                  </a:pathLst>
                </a:custGeom>
                <a:solidFill>
                  <a:schemeClr val="bg1"/>
                </a:solidFill>
                <a:ln w="0"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8E70D571-D289-53D9-80D2-7629FF1BA982}"/>
                    </a:ext>
                  </a:extLst>
                </p:cNvPr>
                <p:cNvSpPr/>
                <p:nvPr/>
              </p:nvSpPr>
              <p:spPr>
                <a:xfrm>
                  <a:off x="6866876" y="3228981"/>
                  <a:ext cx="91685" cy="15112"/>
                </a:xfrm>
                <a:custGeom>
                  <a:avLst/>
                  <a:gdLst>
                    <a:gd name="connsiteX0" fmla="*/ 0 w 91685"/>
                    <a:gd name="connsiteY0" fmla="*/ 0 h 15112"/>
                    <a:gd name="connsiteX1" fmla="*/ 91686 w 91685"/>
                    <a:gd name="connsiteY1" fmla="*/ 0 h 15112"/>
                    <a:gd name="connsiteX2" fmla="*/ 91686 w 91685"/>
                    <a:gd name="connsiteY2" fmla="*/ 15113 h 15112"/>
                    <a:gd name="connsiteX3" fmla="*/ 0 w 91685"/>
                    <a:gd name="connsiteY3" fmla="*/ 15113 h 15112"/>
                  </a:gdLst>
                  <a:ahLst/>
                  <a:cxnLst>
                    <a:cxn ang="0">
                      <a:pos x="connsiteX0" y="connsiteY0"/>
                    </a:cxn>
                    <a:cxn ang="0">
                      <a:pos x="connsiteX1" y="connsiteY1"/>
                    </a:cxn>
                    <a:cxn ang="0">
                      <a:pos x="connsiteX2" y="connsiteY2"/>
                    </a:cxn>
                    <a:cxn ang="0">
                      <a:pos x="connsiteX3" y="connsiteY3"/>
                    </a:cxn>
                  </a:cxnLst>
                  <a:rect l="l" t="t" r="r" b="b"/>
                  <a:pathLst>
                    <a:path w="91685" h="15112">
                      <a:moveTo>
                        <a:pt x="0" y="0"/>
                      </a:moveTo>
                      <a:lnTo>
                        <a:pt x="91686" y="0"/>
                      </a:lnTo>
                      <a:lnTo>
                        <a:pt x="91686" y="15113"/>
                      </a:lnTo>
                      <a:lnTo>
                        <a:pt x="0" y="15113"/>
                      </a:lnTo>
                      <a:close/>
                    </a:path>
                  </a:pathLst>
                </a:custGeom>
                <a:solidFill>
                  <a:schemeClr val="bg1"/>
                </a:solidFill>
                <a:ln w="0" cap="flat">
                  <a:noFill/>
                  <a:prstDash val="solid"/>
                  <a:miter/>
                </a:ln>
              </p:spPr>
              <p:txBody>
                <a:bodyPr rtlCol="0" anchor="ctr"/>
                <a:lstStyle/>
                <a:p>
                  <a:endParaRPr lang="en-US"/>
                </a:p>
              </p:txBody>
            </p:sp>
            <p:sp>
              <p:nvSpPr>
                <p:cNvPr id="35" name="Freeform 34">
                  <a:extLst>
                    <a:ext uri="{FF2B5EF4-FFF2-40B4-BE49-F238E27FC236}">
                      <a16:creationId xmlns:a16="http://schemas.microsoft.com/office/drawing/2014/main" id="{AC0E95B1-8CB8-43B7-F49D-2045533069FB}"/>
                    </a:ext>
                  </a:extLst>
                </p:cNvPr>
                <p:cNvSpPr/>
                <p:nvPr/>
              </p:nvSpPr>
              <p:spPr>
                <a:xfrm>
                  <a:off x="7031104" y="3317644"/>
                  <a:ext cx="31233" cy="15112"/>
                </a:xfrm>
                <a:custGeom>
                  <a:avLst/>
                  <a:gdLst>
                    <a:gd name="connsiteX0" fmla="*/ 0 w 31233"/>
                    <a:gd name="connsiteY0" fmla="*/ 0 h 15112"/>
                    <a:gd name="connsiteX1" fmla="*/ 31234 w 31233"/>
                    <a:gd name="connsiteY1" fmla="*/ 0 h 15112"/>
                    <a:gd name="connsiteX2" fmla="*/ 31234 w 31233"/>
                    <a:gd name="connsiteY2" fmla="*/ 15113 h 15112"/>
                    <a:gd name="connsiteX3" fmla="*/ 0 w 31233"/>
                    <a:gd name="connsiteY3" fmla="*/ 15113 h 15112"/>
                  </a:gdLst>
                  <a:ahLst/>
                  <a:cxnLst>
                    <a:cxn ang="0">
                      <a:pos x="connsiteX0" y="connsiteY0"/>
                    </a:cxn>
                    <a:cxn ang="0">
                      <a:pos x="connsiteX1" y="connsiteY1"/>
                    </a:cxn>
                    <a:cxn ang="0">
                      <a:pos x="connsiteX2" y="connsiteY2"/>
                    </a:cxn>
                    <a:cxn ang="0">
                      <a:pos x="connsiteX3" y="connsiteY3"/>
                    </a:cxn>
                  </a:cxnLst>
                  <a:rect l="l" t="t" r="r" b="b"/>
                  <a:pathLst>
                    <a:path w="31233" h="15112">
                      <a:moveTo>
                        <a:pt x="0" y="0"/>
                      </a:moveTo>
                      <a:lnTo>
                        <a:pt x="31234" y="0"/>
                      </a:lnTo>
                      <a:lnTo>
                        <a:pt x="31234" y="15113"/>
                      </a:lnTo>
                      <a:lnTo>
                        <a:pt x="0" y="15113"/>
                      </a:lnTo>
                      <a:close/>
                    </a:path>
                  </a:pathLst>
                </a:custGeom>
                <a:solidFill>
                  <a:schemeClr val="bg1"/>
                </a:solidFill>
                <a:ln w="0" cap="flat">
                  <a:noFill/>
                  <a:prstDash val="solid"/>
                  <a:miter/>
                </a:ln>
              </p:spPr>
              <p:txBody>
                <a:bodyPr rtlCol="0" anchor="ctr"/>
                <a:lstStyle/>
                <a:p>
                  <a:endParaRPr lang="en-US"/>
                </a:p>
              </p:txBody>
            </p:sp>
            <p:sp>
              <p:nvSpPr>
                <p:cNvPr id="36" name="Freeform 35">
                  <a:extLst>
                    <a:ext uri="{FF2B5EF4-FFF2-40B4-BE49-F238E27FC236}">
                      <a16:creationId xmlns:a16="http://schemas.microsoft.com/office/drawing/2014/main" id="{C4D3404F-2D63-D143-4C40-6A5C590D06A1}"/>
                    </a:ext>
                  </a:extLst>
                </p:cNvPr>
                <p:cNvSpPr/>
                <p:nvPr/>
              </p:nvSpPr>
              <p:spPr>
                <a:xfrm>
                  <a:off x="6970652" y="3228981"/>
                  <a:ext cx="31233" cy="15112"/>
                </a:xfrm>
                <a:custGeom>
                  <a:avLst/>
                  <a:gdLst>
                    <a:gd name="connsiteX0" fmla="*/ 0 w 31233"/>
                    <a:gd name="connsiteY0" fmla="*/ 0 h 15112"/>
                    <a:gd name="connsiteX1" fmla="*/ 31234 w 31233"/>
                    <a:gd name="connsiteY1" fmla="*/ 0 h 15112"/>
                    <a:gd name="connsiteX2" fmla="*/ 31234 w 31233"/>
                    <a:gd name="connsiteY2" fmla="*/ 15113 h 15112"/>
                    <a:gd name="connsiteX3" fmla="*/ 0 w 31233"/>
                    <a:gd name="connsiteY3" fmla="*/ 15113 h 15112"/>
                  </a:gdLst>
                  <a:ahLst/>
                  <a:cxnLst>
                    <a:cxn ang="0">
                      <a:pos x="connsiteX0" y="connsiteY0"/>
                    </a:cxn>
                    <a:cxn ang="0">
                      <a:pos x="connsiteX1" y="connsiteY1"/>
                    </a:cxn>
                    <a:cxn ang="0">
                      <a:pos x="connsiteX2" y="connsiteY2"/>
                    </a:cxn>
                    <a:cxn ang="0">
                      <a:pos x="connsiteX3" y="connsiteY3"/>
                    </a:cxn>
                  </a:cxnLst>
                  <a:rect l="l" t="t" r="r" b="b"/>
                  <a:pathLst>
                    <a:path w="31233" h="15112">
                      <a:moveTo>
                        <a:pt x="0" y="0"/>
                      </a:moveTo>
                      <a:lnTo>
                        <a:pt x="31234" y="0"/>
                      </a:lnTo>
                      <a:lnTo>
                        <a:pt x="31234" y="15113"/>
                      </a:lnTo>
                      <a:lnTo>
                        <a:pt x="0" y="15113"/>
                      </a:lnTo>
                      <a:close/>
                    </a:path>
                  </a:pathLst>
                </a:custGeom>
                <a:solidFill>
                  <a:schemeClr val="bg1"/>
                </a:solidFill>
                <a:ln w="0" cap="flat">
                  <a:noFill/>
                  <a:prstDash val="solid"/>
                  <a:miter/>
                </a:ln>
              </p:spPr>
              <p:txBody>
                <a:bodyPr rtlCol="0" anchor="ctr"/>
                <a:lstStyle/>
                <a:p>
                  <a:endParaRPr lang="en-US"/>
                </a:p>
              </p:txBody>
            </p:sp>
          </p:grpSp>
          <p:sp>
            <p:nvSpPr>
              <p:cNvPr id="30" name="Freeform 29">
                <a:extLst>
                  <a:ext uri="{FF2B5EF4-FFF2-40B4-BE49-F238E27FC236}">
                    <a16:creationId xmlns:a16="http://schemas.microsoft.com/office/drawing/2014/main" id="{AEB63297-8EB9-BDEE-CC98-1C21F1256508}"/>
                  </a:ext>
                </a:extLst>
              </p:cNvPr>
              <p:cNvSpPr/>
              <p:nvPr/>
            </p:nvSpPr>
            <p:spPr>
              <a:xfrm>
                <a:off x="7027074" y="3218906"/>
                <a:ext cx="35263" cy="35263"/>
              </a:xfrm>
              <a:custGeom>
                <a:avLst/>
                <a:gdLst>
                  <a:gd name="connsiteX0" fmla="*/ 35264 w 35263"/>
                  <a:gd name="connsiteY0" fmla="*/ 17632 h 35263"/>
                  <a:gd name="connsiteX1" fmla="*/ 17632 w 35263"/>
                  <a:gd name="connsiteY1" fmla="*/ 35264 h 35263"/>
                  <a:gd name="connsiteX2" fmla="*/ 0 w 35263"/>
                  <a:gd name="connsiteY2" fmla="*/ 17632 h 35263"/>
                  <a:gd name="connsiteX3" fmla="*/ 17632 w 35263"/>
                  <a:gd name="connsiteY3" fmla="*/ 0 h 35263"/>
                  <a:gd name="connsiteX4" fmla="*/ 35264 w 35263"/>
                  <a:gd name="connsiteY4" fmla="*/ 17632 h 352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263" h="35263">
                    <a:moveTo>
                      <a:pt x="35264" y="17632"/>
                    </a:moveTo>
                    <a:cubicBezTo>
                      <a:pt x="35264" y="27370"/>
                      <a:pt x="27370" y="35264"/>
                      <a:pt x="17632" y="35264"/>
                    </a:cubicBezTo>
                    <a:cubicBezTo>
                      <a:pt x="7894" y="35264"/>
                      <a:pt x="0" y="27370"/>
                      <a:pt x="0" y="17632"/>
                    </a:cubicBezTo>
                    <a:cubicBezTo>
                      <a:pt x="0" y="7894"/>
                      <a:pt x="7894" y="0"/>
                      <a:pt x="17632" y="0"/>
                    </a:cubicBezTo>
                    <a:cubicBezTo>
                      <a:pt x="27370" y="0"/>
                      <a:pt x="35264" y="7894"/>
                      <a:pt x="35264" y="17632"/>
                    </a:cubicBezTo>
                    <a:close/>
                  </a:path>
                </a:pathLst>
              </a:custGeom>
              <a:solidFill>
                <a:schemeClr val="bg1"/>
              </a:solidFill>
              <a:ln w="0"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C5D4A9AA-1B60-7E69-6C41-F8DA2D2E8EC9}"/>
                  </a:ext>
                </a:extLst>
              </p:cNvPr>
              <p:cNvSpPr/>
              <p:nvPr/>
            </p:nvSpPr>
            <p:spPr>
              <a:xfrm>
                <a:off x="6983246" y="3306561"/>
                <a:ext cx="35263" cy="35263"/>
              </a:xfrm>
              <a:custGeom>
                <a:avLst/>
                <a:gdLst>
                  <a:gd name="connsiteX0" fmla="*/ 35264 w 35263"/>
                  <a:gd name="connsiteY0" fmla="*/ 17632 h 35263"/>
                  <a:gd name="connsiteX1" fmla="*/ 17632 w 35263"/>
                  <a:gd name="connsiteY1" fmla="*/ 35264 h 35263"/>
                  <a:gd name="connsiteX2" fmla="*/ 0 w 35263"/>
                  <a:gd name="connsiteY2" fmla="*/ 17632 h 35263"/>
                  <a:gd name="connsiteX3" fmla="*/ 17632 w 35263"/>
                  <a:gd name="connsiteY3" fmla="*/ 0 h 35263"/>
                  <a:gd name="connsiteX4" fmla="*/ 35264 w 35263"/>
                  <a:gd name="connsiteY4" fmla="*/ 17632 h 352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263" h="35263">
                    <a:moveTo>
                      <a:pt x="35264" y="17632"/>
                    </a:moveTo>
                    <a:cubicBezTo>
                      <a:pt x="35264" y="27370"/>
                      <a:pt x="27370" y="35264"/>
                      <a:pt x="17632" y="35264"/>
                    </a:cubicBezTo>
                    <a:cubicBezTo>
                      <a:pt x="7894" y="35264"/>
                      <a:pt x="0" y="27370"/>
                      <a:pt x="0" y="17632"/>
                    </a:cubicBezTo>
                    <a:cubicBezTo>
                      <a:pt x="0" y="7894"/>
                      <a:pt x="7894" y="0"/>
                      <a:pt x="17632" y="0"/>
                    </a:cubicBezTo>
                    <a:cubicBezTo>
                      <a:pt x="27370" y="0"/>
                      <a:pt x="35264" y="7894"/>
                      <a:pt x="35264" y="17632"/>
                    </a:cubicBezTo>
                    <a:close/>
                  </a:path>
                </a:pathLst>
              </a:custGeom>
              <a:solidFill>
                <a:schemeClr val="bg1"/>
              </a:solidFill>
              <a:ln w="0" cap="flat">
                <a:noFill/>
                <a:prstDash val="solid"/>
                <a:miter/>
              </a:ln>
            </p:spPr>
            <p:txBody>
              <a:bodyPr rtlCol="0" anchor="ctr"/>
              <a:lstStyle/>
              <a:p>
                <a:endParaRPr lang="en-US"/>
              </a:p>
            </p:txBody>
          </p:sp>
        </p:grpSp>
      </p:grpSp>
      <p:grpSp>
        <p:nvGrpSpPr>
          <p:cNvPr id="37" name="Group 36">
            <a:extLst>
              <a:ext uri="{FF2B5EF4-FFF2-40B4-BE49-F238E27FC236}">
                <a16:creationId xmlns:a16="http://schemas.microsoft.com/office/drawing/2014/main" id="{C38EC562-F032-544B-BDCA-E18FCBE48607}"/>
              </a:ext>
            </a:extLst>
          </p:cNvPr>
          <p:cNvGrpSpPr>
            <a:grpSpLocks noChangeAspect="1"/>
          </p:cNvGrpSpPr>
          <p:nvPr/>
        </p:nvGrpSpPr>
        <p:grpSpPr>
          <a:xfrm>
            <a:off x="4150143" y="2425653"/>
            <a:ext cx="1100514" cy="1100516"/>
            <a:chOff x="10908266" y="4913461"/>
            <a:chExt cx="633848" cy="633849"/>
          </a:xfrm>
        </p:grpSpPr>
        <p:sp>
          <p:nvSpPr>
            <p:cNvPr id="38" name="Freeform 37">
              <a:extLst>
                <a:ext uri="{FF2B5EF4-FFF2-40B4-BE49-F238E27FC236}">
                  <a16:creationId xmlns:a16="http://schemas.microsoft.com/office/drawing/2014/main" id="{CFEA9AB1-F371-E56B-0BCA-C15910B5FE1B}"/>
                </a:ext>
              </a:extLst>
            </p:cNvPr>
            <p:cNvSpPr/>
            <p:nvPr/>
          </p:nvSpPr>
          <p:spPr>
            <a:xfrm>
              <a:off x="11103549" y="5108745"/>
              <a:ext cx="438565" cy="438565"/>
            </a:xfrm>
            <a:custGeom>
              <a:avLst/>
              <a:gdLst>
                <a:gd name="connsiteX0" fmla="*/ 383509 w 438565"/>
                <a:gd name="connsiteY0" fmla="*/ 0 h 438565"/>
                <a:gd name="connsiteX1" fmla="*/ 383509 w 438565"/>
                <a:gd name="connsiteY1" fmla="*/ 23528 h 438565"/>
                <a:gd name="connsiteX2" fmla="*/ 415037 w 438565"/>
                <a:gd name="connsiteY2" fmla="*/ 23528 h 438565"/>
                <a:gd name="connsiteX3" fmla="*/ 415037 w 438565"/>
                <a:gd name="connsiteY3" fmla="*/ 415037 h 438565"/>
                <a:gd name="connsiteX4" fmla="*/ 23528 w 438565"/>
                <a:gd name="connsiteY4" fmla="*/ 415037 h 438565"/>
                <a:gd name="connsiteX5" fmla="*/ 23528 w 438565"/>
                <a:gd name="connsiteY5" fmla="*/ 383509 h 438565"/>
                <a:gd name="connsiteX6" fmla="*/ 0 w 438565"/>
                <a:gd name="connsiteY6" fmla="*/ 383509 h 438565"/>
                <a:gd name="connsiteX7" fmla="*/ 0 w 438565"/>
                <a:gd name="connsiteY7" fmla="*/ 438565 h 438565"/>
                <a:gd name="connsiteX8" fmla="*/ 438565 w 438565"/>
                <a:gd name="connsiteY8" fmla="*/ 438565 h 438565"/>
                <a:gd name="connsiteX9" fmla="*/ 438565 w 438565"/>
                <a:gd name="connsiteY9" fmla="*/ 0 h 438565"/>
                <a:gd name="connsiteX10" fmla="*/ 383509 w 438565"/>
                <a:gd name="connsiteY10" fmla="*/ 0 h 438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8565" h="438565">
                  <a:moveTo>
                    <a:pt x="383509" y="0"/>
                  </a:moveTo>
                  <a:lnTo>
                    <a:pt x="383509" y="23528"/>
                  </a:lnTo>
                  <a:lnTo>
                    <a:pt x="415037" y="23528"/>
                  </a:lnTo>
                  <a:lnTo>
                    <a:pt x="415037" y="415037"/>
                  </a:lnTo>
                  <a:lnTo>
                    <a:pt x="23528" y="415037"/>
                  </a:lnTo>
                  <a:lnTo>
                    <a:pt x="23528" y="383509"/>
                  </a:lnTo>
                  <a:lnTo>
                    <a:pt x="0" y="383509"/>
                  </a:lnTo>
                  <a:lnTo>
                    <a:pt x="0" y="438565"/>
                  </a:lnTo>
                  <a:lnTo>
                    <a:pt x="438565" y="438565"/>
                  </a:lnTo>
                  <a:lnTo>
                    <a:pt x="438565" y="0"/>
                  </a:lnTo>
                  <a:lnTo>
                    <a:pt x="383509" y="0"/>
                  </a:lnTo>
                  <a:close/>
                </a:path>
              </a:pathLst>
            </a:custGeom>
            <a:solidFill>
              <a:schemeClr val="bg1"/>
            </a:solidFill>
            <a:ln w="0" cap="flat">
              <a:noFill/>
              <a:prstDash val="solid"/>
              <a:miter/>
            </a:ln>
          </p:spPr>
          <p:txBody>
            <a:bodyPr rtlCol="0" anchor="ctr"/>
            <a:lstStyle/>
            <a:p>
              <a:endParaRPr lang="en-US"/>
            </a:p>
          </p:txBody>
        </p:sp>
        <p:sp>
          <p:nvSpPr>
            <p:cNvPr id="39" name="Freeform 38">
              <a:extLst>
                <a:ext uri="{FF2B5EF4-FFF2-40B4-BE49-F238E27FC236}">
                  <a16:creationId xmlns:a16="http://schemas.microsoft.com/office/drawing/2014/main" id="{5214A0B4-EFFC-2A3B-179A-B0C74D9D4E38}"/>
                </a:ext>
              </a:extLst>
            </p:cNvPr>
            <p:cNvSpPr/>
            <p:nvPr/>
          </p:nvSpPr>
          <p:spPr>
            <a:xfrm>
              <a:off x="11033906" y="5039102"/>
              <a:ext cx="439035" cy="438565"/>
            </a:xfrm>
            <a:custGeom>
              <a:avLst/>
              <a:gdLst>
                <a:gd name="connsiteX0" fmla="*/ 384450 w 439035"/>
                <a:gd name="connsiteY0" fmla="*/ 0 h 438565"/>
                <a:gd name="connsiteX1" fmla="*/ 384450 w 439035"/>
                <a:gd name="connsiteY1" fmla="*/ 23528 h 438565"/>
                <a:gd name="connsiteX2" fmla="*/ 415507 w 439035"/>
                <a:gd name="connsiteY2" fmla="*/ 23528 h 438565"/>
                <a:gd name="connsiteX3" fmla="*/ 415507 w 439035"/>
                <a:gd name="connsiteY3" fmla="*/ 415037 h 438565"/>
                <a:gd name="connsiteX4" fmla="*/ 23528 w 439035"/>
                <a:gd name="connsiteY4" fmla="*/ 415037 h 438565"/>
                <a:gd name="connsiteX5" fmla="*/ 23528 w 439035"/>
                <a:gd name="connsiteY5" fmla="*/ 383980 h 438565"/>
                <a:gd name="connsiteX6" fmla="*/ 0 w 439035"/>
                <a:gd name="connsiteY6" fmla="*/ 383980 h 438565"/>
                <a:gd name="connsiteX7" fmla="*/ 0 w 439035"/>
                <a:gd name="connsiteY7" fmla="*/ 438565 h 438565"/>
                <a:gd name="connsiteX8" fmla="*/ 439036 w 439035"/>
                <a:gd name="connsiteY8" fmla="*/ 438565 h 438565"/>
                <a:gd name="connsiteX9" fmla="*/ 439036 w 439035"/>
                <a:gd name="connsiteY9" fmla="*/ 0 h 438565"/>
                <a:gd name="connsiteX10" fmla="*/ 384450 w 439035"/>
                <a:gd name="connsiteY10" fmla="*/ 0 h 438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9035" h="438565">
                  <a:moveTo>
                    <a:pt x="384450" y="0"/>
                  </a:moveTo>
                  <a:lnTo>
                    <a:pt x="384450" y="23528"/>
                  </a:lnTo>
                  <a:lnTo>
                    <a:pt x="415507" y="23528"/>
                  </a:lnTo>
                  <a:lnTo>
                    <a:pt x="415507" y="415037"/>
                  </a:lnTo>
                  <a:lnTo>
                    <a:pt x="23528" y="415037"/>
                  </a:lnTo>
                  <a:lnTo>
                    <a:pt x="23528" y="383980"/>
                  </a:lnTo>
                  <a:lnTo>
                    <a:pt x="0" y="383980"/>
                  </a:lnTo>
                  <a:lnTo>
                    <a:pt x="0" y="438565"/>
                  </a:lnTo>
                  <a:lnTo>
                    <a:pt x="439036" y="438565"/>
                  </a:lnTo>
                  <a:lnTo>
                    <a:pt x="439036" y="0"/>
                  </a:lnTo>
                  <a:lnTo>
                    <a:pt x="384450" y="0"/>
                  </a:lnTo>
                  <a:close/>
                </a:path>
              </a:pathLst>
            </a:custGeom>
            <a:solidFill>
              <a:schemeClr val="bg1"/>
            </a:solidFill>
            <a:ln w="0" cap="flat">
              <a:noFill/>
              <a:prstDash val="solid"/>
              <a:miter/>
            </a:ln>
          </p:spPr>
          <p:txBody>
            <a:bodyPr rtlCol="0" anchor="ctr"/>
            <a:lstStyle/>
            <a:p>
              <a:endParaRPr lang="en-US"/>
            </a:p>
          </p:txBody>
        </p:sp>
        <p:sp>
          <p:nvSpPr>
            <p:cNvPr id="40" name="Freeform 39">
              <a:extLst>
                <a:ext uri="{FF2B5EF4-FFF2-40B4-BE49-F238E27FC236}">
                  <a16:creationId xmlns:a16="http://schemas.microsoft.com/office/drawing/2014/main" id="{26699D75-159D-528A-EAD4-FE95D58B710D}"/>
                </a:ext>
              </a:extLst>
            </p:cNvPr>
            <p:cNvSpPr/>
            <p:nvPr/>
          </p:nvSpPr>
          <p:spPr>
            <a:xfrm>
              <a:off x="10965204" y="4969929"/>
              <a:ext cx="438565" cy="438565"/>
            </a:xfrm>
            <a:custGeom>
              <a:avLst/>
              <a:gdLst>
                <a:gd name="connsiteX0" fmla="*/ 381627 w 438565"/>
                <a:gd name="connsiteY0" fmla="*/ 0 h 438565"/>
                <a:gd name="connsiteX1" fmla="*/ 381627 w 438565"/>
                <a:gd name="connsiteY1" fmla="*/ 6588 h 438565"/>
                <a:gd name="connsiteX2" fmla="*/ 382097 w 438565"/>
                <a:gd name="connsiteY2" fmla="*/ 23528 h 438565"/>
                <a:gd name="connsiteX3" fmla="*/ 415037 w 438565"/>
                <a:gd name="connsiteY3" fmla="*/ 23528 h 438565"/>
                <a:gd name="connsiteX4" fmla="*/ 415037 w 438565"/>
                <a:gd name="connsiteY4" fmla="*/ 415037 h 438565"/>
                <a:gd name="connsiteX5" fmla="*/ 23528 w 438565"/>
                <a:gd name="connsiteY5" fmla="*/ 415037 h 438565"/>
                <a:gd name="connsiteX6" fmla="*/ 23528 w 438565"/>
                <a:gd name="connsiteY6" fmla="*/ 384921 h 438565"/>
                <a:gd name="connsiteX7" fmla="*/ 0 w 438565"/>
                <a:gd name="connsiteY7" fmla="*/ 384921 h 438565"/>
                <a:gd name="connsiteX8" fmla="*/ 0 w 438565"/>
                <a:gd name="connsiteY8" fmla="*/ 438565 h 438565"/>
                <a:gd name="connsiteX9" fmla="*/ 438565 w 438565"/>
                <a:gd name="connsiteY9" fmla="*/ 438565 h 438565"/>
                <a:gd name="connsiteX10" fmla="*/ 438565 w 438565"/>
                <a:gd name="connsiteY10" fmla="*/ 0 h 438565"/>
                <a:gd name="connsiteX11" fmla="*/ 381627 w 438565"/>
                <a:gd name="connsiteY11" fmla="*/ 0 h 438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8565" h="438565">
                  <a:moveTo>
                    <a:pt x="381627" y="0"/>
                  </a:moveTo>
                  <a:lnTo>
                    <a:pt x="381627" y="6588"/>
                  </a:lnTo>
                  <a:lnTo>
                    <a:pt x="382097" y="23528"/>
                  </a:lnTo>
                  <a:lnTo>
                    <a:pt x="415037" y="23528"/>
                  </a:lnTo>
                  <a:lnTo>
                    <a:pt x="415037" y="415037"/>
                  </a:lnTo>
                  <a:lnTo>
                    <a:pt x="23528" y="415037"/>
                  </a:lnTo>
                  <a:lnTo>
                    <a:pt x="23528" y="384921"/>
                  </a:lnTo>
                  <a:lnTo>
                    <a:pt x="0" y="384921"/>
                  </a:lnTo>
                  <a:lnTo>
                    <a:pt x="0" y="438565"/>
                  </a:lnTo>
                  <a:lnTo>
                    <a:pt x="438565" y="438565"/>
                  </a:lnTo>
                  <a:lnTo>
                    <a:pt x="438565" y="0"/>
                  </a:lnTo>
                  <a:lnTo>
                    <a:pt x="381627" y="0"/>
                  </a:lnTo>
                  <a:close/>
                </a:path>
              </a:pathLst>
            </a:custGeom>
            <a:solidFill>
              <a:schemeClr val="bg1"/>
            </a:solidFill>
            <a:ln w="0" cap="flat">
              <a:noFill/>
              <a:prstDash val="solid"/>
              <a:miter/>
            </a:ln>
          </p:spPr>
          <p:txBody>
            <a:bodyPr rtlCol="0" anchor="ctr"/>
            <a:lstStyle/>
            <a:p>
              <a:endParaRPr lang="en-US"/>
            </a:p>
          </p:txBody>
        </p:sp>
        <p:sp>
          <p:nvSpPr>
            <p:cNvPr id="41" name="Freeform 40">
              <a:extLst>
                <a:ext uri="{FF2B5EF4-FFF2-40B4-BE49-F238E27FC236}">
                  <a16:creationId xmlns:a16="http://schemas.microsoft.com/office/drawing/2014/main" id="{27FCD9E3-8227-57DD-67CF-AFC9855BA251}"/>
                </a:ext>
              </a:extLst>
            </p:cNvPr>
            <p:cNvSpPr/>
            <p:nvPr/>
          </p:nvSpPr>
          <p:spPr>
            <a:xfrm>
              <a:off x="10908266" y="4913461"/>
              <a:ext cx="415036" cy="415036"/>
            </a:xfrm>
            <a:custGeom>
              <a:avLst/>
              <a:gdLst>
                <a:gd name="connsiteX0" fmla="*/ 0 w 415036"/>
                <a:gd name="connsiteY0" fmla="*/ 0 h 415036"/>
                <a:gd name="connsiteX1" fmla="*/ 0 w 415036"/>
                <a:gd name="connsiteY1" fmla="*/ 415037 h 415036"/>
                <a:gd name="connsiteX2" fmla="*/ 415037 w 415036"/>
                <a:gd name="connsiteY2" fmla="*/ 415037 h 415036"/>
                <a:gd name="connsiteX3" fmla="*/ 415037 w 415036"/>
                <a:gd name="connsiteY3" fmla="*/ 0 h 415036"/>
                <a:gd name="connsiteX4" fmla="*/ 0 w 415036"/>
                <a:gd name="connsiteY4" fmla="*/ 0 h 415036"/>
                <a:gd name="connsiteX5" fmla="*/ 343511 w 415036"/>
                <a:gd name="connsiteY5" fmla="*/ 247516 h 415036"/>
                <a:gd name="connsiteX6" fmla="*/ 286573 w 415036"/>
                <a:gd name="connsiteY6" fmla="*/ 180696 h 415036"/>
                <a:gd name="connsiteX7" fmla="*/ 316689 w 415036"/>
                <a:gd name="connsiteY7" fmla="*/ 175050 h 415036"/>
                <a:gd name="connsiteX8" fmla="*/ 248928 w 415036"/>
                <a:gd name="connsiteY8" fmla="*/ 101642 h 415036"/>
                <a:gd name="connsiteX9" fmla="*/ 161874 w 415036"/>
                <a:gd name="connsiteY9" fmla="*/ 104465 h 415036"/>
                <a:gd name="connsiteX10" fmla="*/ 102112 w 415036"/>
                <a:gd name="connsiteY10" fmla="*/ 167991 h 415036"/>
                <a:gd name="connsiteX11" fmla="*/ 167991 w 415036"/>
                <a:gd name="connsiteY11" fmla="*/ 314807 h 415036"/>
                <a:gd name="connsiteX12" fmla="*/ 264457 w 415036"/>
                <a:gd name="connsiteY12" fmla="*/ 307278 h 415036"/>
                <a:gd name="connsiteX13" fmla="*/ 276221 w 415036"/>
                <a:gd name="connsiteY13" fmla="*/ 327512 h 415036"/>
                <a:gd name="connsiteX14" fmla="*/ 208460 w 415036"/>
                <a:gd name="connsiteY14" fmla="*/ 345393 h 415036"/>
                <a:gd name="connsiteX15" fmla="*/ 159521 w 415036"/>
                <a:gd name="connsiteY15" fmla="*/ 336453 h 415036"/>
                <a:gd name="connsiteX16" fmla="*/ 79996 w 415036"/>
                <a:gd name="connsiteY16" fmla="*/ 159521 h 415036"/>
                <a:gd name="connsiteX17" fmla="*/ 151992 w 415036"/>
                <a:gd name="connsiteY17" fmla="*/ 82819 h 415036"/>
                <a:gd name="connsiteX18" fmla="*/ 256928 w 415036"/>
                <a:gd name="connsiteY18" fmla="*/ 79525 h 415036"/>
                <a:gd name="connsiteX19" fmla="*/ 339276 w 415036"/>
                <a:gd name="connsiteY19" fmla="*/ 170814 h 415036"/>
                <a:gd name="connsiteX20" fmla="*/ 372686 w 415036"/>
                <a:gd name="connsiteY20" fmla="*/ 164697 h 415036"/>
                <a:gd name="connsiteX21" fmla="*/ 343041 w 415036"/>
                <a:gd name="connsiteY21" fmla="*/ 247516 h 41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5036" h="415036">
                  <a:moveTo>
                    <a:pt x="0" y="0"/>
                  </a:moveTo>
                  <a:lnTo>
                    <a:pt x="0" y="415037"/>
                  </a:lnTo>
                  <a:lnTo>
                    <a:pt x="415037" y="415037"/>
                  </a:lnTo>
                  <a:lnTo>
                    <a:pt x="415037" y="0"/>
                  </a:lnTo>
                  <a:lnTo>
                    <a:pt x="0" y="0"/>
                  </a:lnTo>
                  <a:close/>
                  <a:moveTo>
                    <a:pt x="343511" y="247516"/>
                  </a:moveTo>
                  <a:lnTo>
                    <a:pt x="286573" y="180696"/>
                  </a:lnTo>
                  <a:lnTo>
                    <a:pt x="316689" y="175050"/>
                  </a:lnTo>
                  <a:cubicBezTo>
                    <a:pt x="306337" y="141640"/>
                    <a:pt x="282338" y="114347"/>
                    <a:pt x="248928" y="101642"/>
                  </a:cubicBezTo>
                  <a:cubicBezTo>
                    <a:pt x="220694" y="90819"/>
                    <a:pt x="189637" y="91760"/>
                    <a:pt x="161874" y="104465"/>
                  </a:cubicBezTo>
                  <a:cubicBezTo>
                    <a:pt x="134111" y="117170"/>
                    <a:pt x="112935" y="139287"/>
                    <a:pt x="102112" y="167991"/>
                  </a:cubicBezTo>
                  <a:cubicBezTo>
                    <a:pt x="79996" y="226812"/>
                    <a:pt x="109641" y="292690"/>
                    <a:pt x="167991" y="314807"/>
                  </a:cubicBezTo>
                  <a:cubicBezTo>
                    <a:pt x="199989" y="327042"/>
                    <a:pt x="234811" y="324218"/>
                    <a:pt x="264457" y="307278"/>
                  </a:cubicBezTo>
                  <a:lnTo>
                    <a:pt x="276221" y="327512"/>
                  </a:lnTo>
                  <a:cubicBezTo>
                    <a:pt x="255045" y="339276"/>
                    <a:pt x="231988" y="345393"/>
                    <a:pt x="208460" y="345393"/>
                  </a:cubicBezTo>
                  <a:cubicBezTo>
                    <a:pt x="191990" y="345393"/>
                    <a:pt x="175520" y="342570"/>
                    <a:pt x="159521" y="336453"/>
                  </a:cubicBezTo>
                  <a:cubicBezTo>
                    <a:pt x="88936" y="309631"/>
                    <a:pt x="53174" y="230105"/>
                    <a:pt x="79996" y="159521"/>
                  </a:cubicBezTo>
                  <a:cubicBezTo>
                    <a:pt x="93172" y="125170"/>
                    <a:pt x="118582" y="97877"/>
                    <a:pt x="151992" y="82819"/>
                  </a:cubicBezTo>
                  <a:cubicBezTo>
                    <a:pt x="185402" y="67761"/>
                    <a:pt x="222576" y="66820"/>
                    <a:pt x="256928" y="79525"/>
                  </a:cubicBezTo>
                  <a:cubicBezTo>
                    <a:pt x="297867" y="95054"/>
                    <a:pt x="327512" y="128934"/>
                    <a:pt x="339276" y="170814"/>
                  </a:cubicBezTo>
                  <a:lnTo>
                    <a:pt x="372686" y="164697"/>
                  </a:lnTo>
                  <a:lnTo>
                    <a:pt x="343041" y="247516"/>
                  </a:lnTo>
                  <a:close/>
                </a:path>
              </a:pathLst>
            </a:custGeom>
            <a:solidFill>
              <a:schemeClr val="bg1"/>
            </a:solidFill>
            <a:ln w="0" cap="flat">
              <a:noFill/>
              <a:prstDash val="solid"/>
              <a:miter/>
            </a:ln>
          </p:spPr>
          <p:txBody>
            <a:bodyPr rtlCol="0" anchor="ctr"/>
            <a:lstStyle/>
            <a:p>
              <a:endParaRPr lang="en-US"/>
            </a:p>
          </p:txBody>
        </p:sp>
      </p:grpSp>
      <p:grpSp>
        <p:nvGrpSpPr>
          <p:cNvPr id="42" name="Graphic 11">
            <a:extLst>
              <a:ext uri="{FF2B5EF4-FFF2-40B4-BE49-F238E27FC236}">
                <a16:creationId xmlns:a16="http://schemas.microsoft.com/office/drawing/2014/main" id="{78C074F7-4DFA-05C9-4679-9C622C903873}"/>
              </a:ext>
            </a:extLst>
          </p:cNvPr>
          <p:cNvGrpSpPr>
            <a:grpSpLocks noChangeAspect="1"/>
          </p:cNvGrpSpPr>
          <p:nvPr/>
        </p:nvGrpSpPr>
        <p:grpSpPr>
          <a:xfrm>
            <a:off x="1439253" y="2425653"/>
            <a:ext cx="1101286" cy="1100516"/>
            <a:chOff x="2044186" y="1024836"/>
            <a:chExt cx="766798" cy="766262"/>
          </a:xfrm>
          <a:solidFill>
            <a:schemeClr val="bg1"/>
          </a:solidFill>
        </p:grpSpPr>
        <p:grpSp>
          <p:nvGrpSpPr>
            <p:cNvPr id="43" name="Graphic 11">
              <a:extLst>
                <a:ext uri="{FF2B5EF4-FFF2-40B4-BE49-F238E27FC236}">
                  <a16:creationId xmlns:a16="http://schemas.microsoft.com/office/drawing/2014/main" id="{97B207BD-774E-0BEE-F478-D7FD8B051C1C}"/>
                </a:ext>
              </a:extLst>
            </p:cNvPr>
            <p:cNvGrpSpPr/>
            <p:nvPr/>
          </p:nvGrpSpPr>
          <p:grpSpPr>
            <a:xfrm>
              <a:off x="2386833" y="1143877"/>
              <a:ext cx="87404" cy="181779"/>
              <a:chOff x="2386833" y="1143877"/>
              <a:chExt cx="87404" cy="181779"/>
            </a:xfrm>
            <a:solidFill>
              <a:schemeClr val="bg1"/>
            </a:solidFill>
          </p:grpSpPr>
          <p:sp>
            <p:nvSpPr>
              <p:cNvPr id="54" name="Freeform 53">
                <a:extLst>
                  <a:ext uri="{FF2B5EF4-FFF2-40B4-BE49-F238E27FC236}">
                    <a16:creationId xmlns:a16="http://schemas.microsoft.com/office/drawing/2014/main" id="{57160744-13E6-877D-6DF0-6CEFB5E4D0EB}"/>
                  </a:ext>
                </a:extLst>
              </p:cNvPr>
              <p:cNvSpPr/>
              <p:nvPr/>
            </p:nvSpPr>
            <p:spPr>
              <a:xfrm>
                <a:off x="2413107" y="1206615"/>
                <a:ext cx="34854" cy="119041"/>
              </a:xfrm>
              <a:custGeom>
                <a:avLst/>
                <a:gdLst>
                  <a:gd name="connsiteX0" fmla="*/ 0 w 34854"/>
                  <a:gd name="connsiteY0" fmla="*/ 0 h 119041"/>
                  <a:gd name="connsiteX1" fmla="*/ 34854 w 34854"/>
                  <a:gd name="connsiteY1" fmla="*/ 0 h 119041"/>
                  <a:gd name="connsiteX2" fmla="*/ 34854 w 34854"/>
                  <a:gd name="connsiteY2" fmla="*/ 119041 h 119041"/>
                  <a:gd name="connsiteX3" fmla="*/ 0 w 34854"/>
                  <a:gd name="connsiteY3" fmla="*/ 119041 h 119041"/>
                </a:gdLst>
                <a:ahLst/>
                <a:cxnLst>
                  <a:cxn ang="0">
                    <a:pos x="connsiteX0" y="connsiteY0"/>
                  </a:cxn>
                  <a:cxn ang="0">
                    <a:pos x="connsiteX1" y="connsiteY1"/>
                  </a:cxn>
                  <a:cxn ang="0">
                    <a:pos x="connsiteX2" y="connsiteY2"/>
                  </a:cxn>
                  <a:cxn ang="0">
                    <a:pos x="connsiteX3" y="connsiteY3"/>
                  </a:cxn>
                </a:cxnLst>
                <a:rect l="l" t="t" r="r" b="b"/>
                <a:pathLst>
                  <a:path w="34854" h="119041">
                    <a:moveTo>
                      <a:pt x="0" y="0"/>
                    </a:moveTo>
                    <a:lnTo>
                      <a:pt x="34854" y="0"/>
                    </a:lnTo>
                    <a:lnTo>
                      <a:pt x="34854" y="119041"/>
                    </a:lnTo>
                    <a:lnTo>
                      <a:pt x="0" y="119041"/>
                    </a:lnTo>
                    <a:close/>
                  </a:path>
                </a:pathLst>
              </a:custGeom>
              <a:solidFill>
                <a:schemeClr val="bg1"/>
              </a:solidFill>
              <a:ln w="0"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85FDF423-C53A-523F-A34C-5338C83B0A96}"/>
                  </a:ext>
                </a:extLst>
              </p:cNvPr>
              <p:cNvSpPr/>
              <p:nvPr/>
            </p:nvSpPr>
            <p:spPr>
              <a:xfrm>
                <a:off x="2386833" y="1143877"/>
                <a:ext cx="87404" cy="75607"/>
              </a:xfrm>
              <a:custGeom>
                <a:avLst/>
                <a:gdLst>
                  <a:gd name="connsiteX0" fmla="*/ 87404 w 87404"/>
                  <a:gd name="connsiteY0" fmla="*/ 75607 h 75607"/>
                  <a:gd name="connsiteX1" fmla="*/ 43970 w 87404"/>
                  <a:gd name="connsiteY1" fmla="*/ 0 h 75607"/>
                  <a:gd name="connsiteX2" fmla="*/ 0 w 87404"/>
                  <a:gd name="connsiteY2" fmla="*/ 75607 h 75607"/>
                  <a:gd name="connsiteX3" fmla="*/ 87404 w 87404"/>
                  <a:gd name="connsiteY3" fmla="*/ 75607 h 75607"/>
                </a:gdLst>
                <a:ahLst/>
                <a:cxnLst>
                  <a:cxn ang="0">
                    <a:pos x="connsiteX0" y="connsiteY0"/>
                  </a:cxn>
                  <a:cxn ang="0">
                    <a:pos x="connsiteX1" y="connsiteY1"/>
                  </a:cxn>
                  <a:cxn ang="0">
                    <a:pos x="connsiteX2" y="connsiteY2"/>
                  </a:cxn>
                  <a:cxn ang="0">
                    <a:pos x="connsiteX3" y="connsiteY3"/>
                  </a:cxn>
                </a:cxnLst>
                <a:rect l="l" t="t" r="r" b="b"/>
                <a:pathLst>
                  <a:path w="87404" h="75607">
                    <a:moveTo>
                      <a:pt x="87404" y="75607"/>
                    </a:moveTo>
                    <a:lnTo>
                      <a:pt x="43970" y="0"/>
                    </a:lnTo>
                    <a:lnTo>
                      <a:pt x="0" y="75607"/>
                    </a:lnTo>
                    <a:lnTo>
                      <a:pt x="87404" y="75607"/>
                    </a:lnTo>
                    <a:close/>
                  </a:path>
                </a:pathLst>
              </a:custGeom>
              <a:solidFill>
                <a:schemeClr val="bg1"/>
              </a:solidFill>
              <a:ln w="0" cap="flat">
                <a:noFill/>
                <a:prstDash val="solid"/>
                <a:miter/>
              </a:ln>
            </p:spPr>
            <p:txBody>
              <a:bodyPr rtlCol="0" anchor="ctr"/>
              <a:lstStyle/>
              <a:p>
                <a:endParaRPr lang="en-US"/>
              </a:p>
            </p:txBody>
          </p:sp>
        </p:grpSp>
        <p:grpSp>
          <p:nvGrpSpPr>
            <p:cNvPr id="44" name="Graphic 11">
              <a:extLst>
                <a:ext uri="{FF2B5EF4-FFF2-40B4-BE49-F238E27FC236}">
                  <a16:creationId xmlns:a16="http://schemas.microsoft.com/office/drawing/2014/main" id="{843C8635-4731-7BDE-1B47-0D42679EABB4}"/>
                </a:ext>
              </a:extLst>
            </p:cNvPr>
            <p:cNvGrpSpPr/>
            <p:nvPr/>
          </p:nvGrpSpPr>
          <p:grpSpPr>
            <a:xfrm>
              <a:off x="2044186" y="1024836"/>
              <a:ext cx="766798" cy="766262"/>
              <a:chOff x="2044186" y="1024836"/>
              <a:chExt cx="766798" cy="766262"/>
            </a:xfrm>
            <a:solidFill>
              <a:schemeClr val="bg1"/>
            </a:solidFill>
          </p:grpSpPr>
          <p:sp>
            <p:nvSpPr>
              <p:cNvPr id="46" name="Freeform 45">
                <a:extLst>
                  <a:ext uri="{FF2B5EF4-FFF2-40B4-BE49-F238E27FC236}">
                    <a16:creationId xmlns:a16="http://schemas.microsoft.com/office/drawing/2014/main" id="{5D9A9F7D-F9CD-ABC0-3BFC-2435E20B2CF5}"/>
                  </a:ext>
                </a:extLst>
              </p:cNvPr>
              <p:cNvSpPr/>
              <p:nvPr/>
            </p:nvSpPr>
            <p:spPr>
              <a:xfrm>
                <a:off x="2388441" y="1728896"/>
                <a:ext cx="78824" cy="62201"/>
              </a:xfrm>
              <a:custGeom>
                <a:avLst/>
                <a:gdLst>
                  <a:gd name="connsiteX0" fmla="*/ 39680 w 78824"/>
                  <a:gd name="connsiteY0" fmla="*/ 62202 h 62201"/>
                  <a:gd name="connsiteX1" fmla="*/ 0 w 78824"/>
                  <a:gd name="connsiteY1" fmla="*/ 23058 h 62201"/>
                  <a:gd name="connsiteX2" fmla="*/ 23058 w 78824"/>
                  <a:gd name="connsiteY2" fmla="*/ 0 h 62201"/>
                  <a:gd name="connsiteX3" fmla="*/ 39680 w 78824"/>
                  <a:gd name="connsiteY3" fmla="*/ 16623 h 62201"/>
                  <a:gd name="connsiteX4" fmla="*/ 55767 w 78824"/>
                  <a:gd name="connsiteY4" fmla="*/ 0 h 62201"/>
                  <a:gd name="connsiteX5" fmla="*/ 78825 w 78824"/>
                  <a:gd name="connsiteY5" fmla="*/ 23058 h 62201"/>
                  <a:gd name="connsiteX6" fmla="*/ 39680 w 78824"/>
                  <a:gd name="connsiteY6" fmla="*/ 62202 h 62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824" h="62201">
                    <a:moveTo>
                      <a:pt x="39680" y="62202"/>
                    </a:moveTo>
                    <a:lnTo>
                      <a:pt x="0" y="23058"/>
                    </a:lnTo>
                    <a:lnTo>
                      <a:pt x="23058" y="0"/>
                    </a:lnTo>
                    <a:lnTo>
                      <a:pt x="39680" y="16623"/>
                    </a:lnTo>
                    <a:lnTo>
                      <a:pt x="55767" y="0"/>
                    </a:lnTo>
                    <a:lnTo>
                      <a:pt x="78825" y="23058"/>
                    </a:lnTo>
                    <a:lnTo>
                      <a:pt x="39680" y="62202"/>
                    </a:lnTo>
                    <a:close/>
                  </a:path>
                </a:pathLst>
              </a:custGeom>
              <a:solidFill>
                <a:schemeClr val="bg1"/>
              </a:solidFill>
              <a:ln w="0" cap="flat">
                <a:noFill/>
                <a:prstDash val="solid"/>
                <a:miter/>
              </a:ln>
            </p:spPr>
            <p:txBody>
              <a:bodyPr rtlCol="0" anchor="ctr"/>
              <a:lstStyle/>
              <a:p>
                <a:endParaRPr lang="en-US"/>
              </a:p>
            </p:txBody>
          </p:sp>
          <p:sp>
            <p:nvSpPr>
              <p:cNvPr id="47" name="Freeform 46">
                <a:extLst>
                  <a:ext uri="{FF2B5EF4-FFF2-40B4-BE49-F238E27FC236}">
                    <a16:creationId xmlns:a16="http://schemas.microsoft.com/office/drawing/2014/main" id="{FB9ACF98-6699-E572-7B8B-3C361CC5B619}"/>
                  </a:ext>
                </a:extLst>
              </p:cNvPr>
              <p:cNvSpPr/>
              <p:nvPr/>
            </p:nvSpPr>
            <p:spPr>
              <a:xfrm>
                <a:off x="2113895" y="1454886"/>
                <a:ext cx="266502" cy="266502"/>
              </a:xfrm>
              <a:custGeom>
                <a:avLst/>
                <a:gdLst>
                  <a:gd name="connsiteX0" fmla="*/ 243981 w 266502"/>
                  <a:gd name="connsiteY0" fmla="*/ 266503 h 266502"/>
                  <a:gd name="connsiteX1" fmla="*/ 182852 w 266502"/>
                  <a:gd name="connsiteY1" fmla="*/ 205373 h 266502"/>
                  <a:gd name="connsiteX2" fmla="*/ 205373 w 266502"/>
                  <a:gd name="connsiteY2" fmla="*/ 182852 h 266502"/>
                  <a:gd name="connsiteX3" fmla="*/ 266503 w 266502"/>
                  <a:gd name="connsiteY3" fmla="*/ 243981 h 266502"/>
                  <a:gd name="connsiteX4" fmla="*/ 243981 w 266502"/>
                  <a:gd name="connsiteY4" fmla="*/ 266503 h 266502"/>
                  <a:gd name="connsiteX5" fmla="*/ 152823 w 266502"/>
                  <a:gd name="connsiteY5" fmla="*/ 174809 h 266502"/>
                  <a:gd name="connsiteX6" fmla="*/ 91694 w 266502"/>
                  <a:gd name="connsiteY6" fmla="*/ 113679 h 266502"/>
                  <a:gd name="connsiteX7" fmla="*/ 114215 w 266502"/>
                  <a:gd name="connsiteY7" fmla="*/ 91158 h 266502"/>
                  <a:gd name="connsiteX8" fmla="*/ 175345 w 266502"/>
                  <a:gd name="connsiteY8" fmla="*/ 152287 h 266502"/>
                  <a:gd name="connsiteX9" fmla="*/ 152823 w 266502"/>
                  <a:gd name="connsiteY9" fmla="*/ 174809 h 266502"/>
                  <a:gd name="connsiteX10" fmla="*/ 61129 w 266502"/>
                  <a:gd name="connsiteY10" fmla="*/ 83651 h 266502"/>
                  <a:gd name="connsiteX11" fmla="*/ 0 w 266502"/>
                  <a:gd name="connsiteY11" fmla="*/ 22521 h 266502"/>
                  <a:gd name="connsiteX12" fmla="*/ 22521 w 266502"/>
                  <a:gd name="connsiteY12" fmla="*/ 0 h 266502"/>
                  <a:gd name="connsiteX13" fmla="*/ 83651 w 266502"/>
                  <a:gd name="connsiteY13" fmla="*/ 61129 h 266502"/>
                  <a:gd name="connsiteX14" fmla="*/ 61129 w 266502"/>
                  <a:gd name="connsiteY14" fmla="*/ 83651 h 266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6502" h="266502">
                    <a:moveTo>
                      <a:pt x="243981" y="266503"/>
                    </a:moveTo>
                    <a:lnTo>
                      <a:pt x="182852" y="205373"/>
                    </a:lnTo>
                    <a:lnTo>
                      <a:pt x="205373" y="182852"/>
                    </a:lnTo>
                    <a:lnTo>
                      <a:pt x="266503" y="243981"/>
                    </a:lnTo>
                    <a:lnTo>
                      <a:pt x="243981" y="266503"/>
                    </a:lnTo>
                    <a:close/>
                    <a:moveTo>
                      <a:pt x="152823" y="174809"/>
                    </a:moveTo>
                    <a:lnTo>
                      <a:pt x="91694" y="113679"/>
                    </a:lnTo>
                    <a:lnTo>
                      <a:pt x="114215" y="91158"/>
                    </a:lnTo>
                    <a:lnTo>
                      <a:pt x="175345" y="152287"/>
                    </a:lnTo>
                    <a:lnTo>
                      <a:pt x="152823" y="174809"/>
                    </a:lnTo>
                    <a:close/>
                    <a:moveTo>
                      <a:pt x="61129" y="83651"/>
                    </a:moveTo>
                    <a:lnTo>
                      <a:pt x="0" y="22521"/>
                    </a:lnTo>
                    <a:lnTo>
                      <a:pt x="22521" y="0"/>
                    </a:lnTo>
                    <a:lnTo>
                      <a:pt x="83651" y="61129"/>
                    </a:lnTo>
                    <a:lnTo>
                      <a:pt x="61129" y="83651"/>
                    </a:lnTo>
                    <a:close/>
                  </a:path>
                </a:pathLst>
              </a:custGeom>
              <a:solidFill>
                <a:schemeClr val="bg1"/>
              </a:solidFill>
              <a:ln w="0" cap="flat">
                <a:noFill/>
                <a:prstDash val="solid"/>
                <a:miter/>
              </a:ln>
            </p:spPr>
            <p:txBody>
              <a:bodyPr rtlCol="0" anchor="ctr"/>
              <a:lstStyle/>
              <a:p>
                <a:endParaRPr lang="en-US"/>
              </a:p>
            </p:txBody>
          </p:sp>
          <p:sp>
            <p:nvSpPr>
              <p:cNvPr id="48" name="Freeform 47">
                <a:extLst>
                  <a:ext uri="{FF2B5EF4-FFF2-40B4-BE49-F238E27FC236}">
                    <a16:creationId xmlns:a16="http://schemas.microsoft.com/office/drawing/2014/main" id="{B54B6CB5-0DF8-EA73-D892-B241E6ECBB13}"/>
                  </a:ext>
                </a:extLst>
              </p:cNvPr>
              <p:cNvSpPr/>
              <p:nvPr/>
            </p:nvSpPr>
            <p:spPr>
              <a:xfrm>
                <a:off x="2044186" y="1368555"/>
                <a:ext cx="62201" cy="78288"/>
              </a:xfrm>
              <a:custGeom>
                <a:avLst/>
                <a:gdLst>
                  <a:gd name="connsiteX0" fmla="*/ 39680 w 62201"/>
                  <a:gd name="connsiteY0" fmla="*/ 78288 h 78288"/>
                  <a:gd name="connsiteX1" fmla="*/ 0 w 62201"/>
                  <a:gd name="connsiteY1" fmla="*/ 39144 h 78288"/>
                  <a:gd name="connsiteX2" fmla="*/ 39680 w 62201"/>
                  <a:gd name="connsiteY2" fmla="*/ 0 h 78288"/>
                  <a:gd name="connsiteX3" fmla="*/ 62202 w 62201"/>
                  <a:gd name="connsiteY3" fmla="*/ 22521 h 78288"/>
                  <a:gd name="connsiteX4" fmla="*/ 45579 w 62201"/>
                  <a:gd name="connsiteY4" fmla="*/ 39144 h 78288"/>
                  <a:gd name="connsiteX5" fmla="*/ 62202 w 62201"/>
                  <a:gd name="connsiteY5" fmla="*/ 55767 h 78288"/>
                  <a:gd name="connsiteX6" fmla="*/ 39680 w 62201"/>
                  <a:gd name="connsiteY6" fmla="*/ 78288 h 7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201" h="78288">
                    <a:moveTo>
                      <a:pt x="39680" y="78288"/>
                    </a:moveTo>
                    <a:lnTo>
                      <a:pt x="0" y="39144"/>
                    </a:lnTo>
                    <a:lnTo>
                      <a:pt x="39680" y="0"/>
                    </a:lnTo>
                    <a:lnTo>
                      <a:pt x="62202" y="22521"/>
                    </a:lnTo>
                    <a:lnTo>
                      <a:pt x="45579" y="39144"/>
                    </a:lnTo>
                    <a:lnTo>
                      <a:pt x="62202" y="55767"/>
                    </a:lnTo>
                    <a:lnTo>
                      <a:pt x="39680" y="78288"/>
                    </a:lnTo>
                    <a:close/>
                  </a:path>
                </a:pathLst>
              </a:custGeom>
              <a:solidFill>
                <a:schemeClr val="bg1"/>
              </a:solidFill>
              <a:ln w="0" cap="flat">
                <a:noFill/>
                <a:prstDash val="solid"/>
                <a:miter/>
              </a:ln>
            </p:spPr>
            <p:txBody>
              <a:bodyPr rtlCol="0" anchor="ctr"/>
              <a:lstStyle/>
              <a:p>
                <a:endParaRPr lang="en-US"/>
              </a:p>
            </p:txBody>
          </p:sp>
          <p:sp>
            <p:nvSpPr>
              <p:cNvPr id="49" name="Freeform 48">
                <a:extLst>
                  <a:ext uri="{FF2B5EF4-FFF2-40B4-BE49-F238E27FC236}">
                    <a16:creationId xmlns:a16="http://schemas.microsoft.com/office/drawing/2014/main" id="{F99FB59D-17B3-B0C1-0D58-0869D2094BBE}"/>
                  </a:ext>
                </a:extLst>
              </p:cNvPr>
              <p:cNvSpPr/>
              <p:nvPr/>
            </p:nvSpPr>
            <p:spPr>
              <a:xfrm>
                <a:off x="2114431" y="1095081"/>
                <a:ext cx="265966" cy="265966"/>
              </a:xfrm>
              <a:custGeom>
                <a:avLst/>
                <a:gdLst>
                  <a:gd name="connsiteX0" fmla="*/ 22521 w 265966"/>
                  <a:gd name="connsiteY0" fmla="*/ 265966 h 265966"/>
                  <a:gd name="connsiteX1" fmla="*/ 0 w 265966"/>
                  <a:gd name="connsiteY1" fmla="*/ 243445 h 265966"/>
                  <a:gd name="connsiteX2" fmla="*/ 61129 w 265966"/>
                  <a:gd name="connsiteY2" fmla="*/ 182852 h 265966"/>
                  <a:gd name="connsiteX3" fmla="*/ 83651 w 265966"/>
                  <a:gd name="connsiteY3" fmla="*/ 205373 h 265966"/>
                  <a:gd name="connsiteX4" fmla="*/ 22521 w 265966"/>
                  <a:gd name="connsiteY4" fmla="*/ 265966 h 265966"/>
                  <a:gd name="connsiteX5" fmla="*/ 113679 w 265966"/>
                  <a:gd name="connsiteY5" fmla="*/ 174272 h 265966"/>
                  <a:gd name="connsiteX6" fmla="*/ 91158 w 265966"/>
                  <a:gd name="connsiteY6" fmla="*/ 151751 h 265966"/>
                  <a:gd name="connsiteX7" fmla="*/ 152287 w 265966"/>
                  <a:gd name="connsiteY7" fmla="*/ 91158 h 265966"/>
                  <a:gd name="connsiteX8" fmla="*/ 174809 w 265966"/>
                  <a:gd name="connsiteY8" fmla="*/ 113679 h 265966"/>
                  <a:gd name="connsiteX9" fmla="*/ 113679 w 265966"/>
                  <a:gd name="connsiteY9" fmla="*/ 174272 h 265966"/>
                  <a:gd name="connsiteX10" fmla="*/ 204837 w 265966"/>
                  <a:gd name="connsiteY10" fmla="*/ 83115 h 265966"/>
                  <a:gd name="connsiteX11" fmla="*/ 182316 w 265966"/>
                  <a:gd name="connsiteY11" fmla="*/ 60593 h 265966"/>
                  <a:gd name="connsiteX12" fmla="*/ 243445 w 265966"/>
                  <a:gd name="connsiteY12" fmla="*/ 0 h 265966"/>
                  <a:gd name="connsiteX13" fmla="*/ 265966 w 265966"/>
                  <a:gd name="connsiteY13" fmla="*/ 22521 h 265966"/>
                  <a:gd name="connsiteX14" fmla="*/ 204837 w 265966"/>
                  <a:gd name="connsiteY14" fmla="*/ 83115 h 265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5966" h="265966">
                    <a:moveTo>
                      <a:pt x="22521" y="265966"/>
                    </a:moveTo>
                    <a:lnTo>
                      <a:pt x="0" y="243445"/>
                    </a:lnTo>
                    <a:lnTo>
                      <a:pt x="61129" y="182852"/>
                    </a:lnTo>
                    <a:lnTo>
                      <a:pt x="83651" y="205373"/>
                    </a:lnTo>
                    <a:lnTo>
                      <a:pt x="22521" y="265966"/>
                    </a:lnTo>
                    <a:close/>
                    <a:moveTo>
                      <a:pt x="113679" y="174272"/>
                    </a:moveTo>
                    <a:lnTo>
                      <a:pt x="91158" y="151751"/>
                    </a:lnTo>
                    <a:lnTo>
                      <a:pt x="152287" y="91158"/>
                    </a:lnTo>
                    <a:lnTo>
                      <a:pt x="174809" y="113679"/>
                    </a:lnTo>
                    <a:lnTo>
                      <a:pt x="113679" y="174272"/>
                    </a:lnTo>
                    <a:close/>
                    <a:moveTo>
                      <a:pt x="204837" y="83115"/>
                    </a:moveTo>
                    <a:lnTo>
                      <a:pt x="182316" y="60593"/>
                    </a:lnTo>
                    <a:lnTo>
                      <a:pt x="243445" y="0"/>
                    </a:lnTo>
                    <a:lnTo>
                      <a:pt x="265966" y="22521"/>
                    </a:lnTo>
                    <a:lnTo>
                      <a:pt x="204837" y="83115"/>
                    </a:lnTo>
                    <a:close/>
                  </a:path>
                </a:pathLst>
              </a:custGeom>
              <a:solidFill>
                <a:schemeClr val="bg1"/>
              </a:solidFill>
              <a:ln w="0" cap="flat">
                <a:noFill/>
                <a:prstDash val="solid"/>
                <a:miter/>
              </a:ln>
            </p:spPr>
            <p:txBody>
              <a:bodyPr rtlCol="0" anchor="ctr"/>
              <a:lstStyle/>
              <a:p>
                <a:endParaRPr lang="en-US"/>
              </a:p>
            </p:txBody>
          </p:sp>
          <p:sp>
            <p:nvSpPr>
              <p:cNvPr id="50" name="Freeform 49">
                <a:extLst>
                  <a:ext uri="{FF2B5EF4-FFF2-40B4-BE49-F238E27FC236}">
                    <a16:creationId xmlns:a16="http://schemas.microsoft.com/office/drawing/2014/main" id="{A4125AD6-13A8-38A4-14CD-B003C4B685A4}"/>
                  </a:ext>
                </a:extLst>
              </p:cNvPr>
              <p:cNvSpPr/>
              <p:nvPr/>
            </p:nvSpPr>
            <p:spPr>
              <a:xfrm>
                <a:off x="2387905" y="1024836"/>
                <a:ext cx="78824" cy="62201"/>
              </a:xfrm>
              <a:custGeom>
                <a:avLst/>
                <a:gdLst>
                  <a:gd name="connsiteX0" fmla="*/ 55767 w 78824"/>
                  <a:gd name="connsiteY0" fmla="*/ 62202 h 62201"/>
                  <a:gd name="connsiteX1" fmla="*/ 39144 w 78824"/>
                  <a:gd name="connsiteY1" fmla="*/ 45579 h 62201"/>
                  <a:gd name="connsiteX2" fmla="*/ 23058 w 78824"/>
                  <a:gd name="connsiteY2" fmla="*/ 62202 h 62201"/>
                  <a:gd name="connsiteX3" fmla="*/ 0 w 78824"/>
                  <a:gd name="connsiteY3" fmla="*/ 39680 h 62201"/>
                  <a:gd name="connsiteX4" fmla="*/ 39144 w 78824"/>
                  <a:gd name="connsiteY4" fmla="*/ 0 h 62201"/>
                  <a:gd name="connsiteX5" fmla="*/ 78825 w 78824"/>
                  <a:gd name="connsiteY5" fmla="*/ 39680 h 62201"/>
                  <a:gd name="connsiteX6" fmla="*/ 55767 w 78824"/>
                  <a:gd name="connsiteY6" fmla="*/ 62202 h 62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824" h="62201">
                    <a:moveTo>
                      <a:pt x="55767" y="62202"/>
                    </a:moveTo>
                    <a:lnTo>
                      <a:pt x="39144" y="45579"/>
                    </a:lnTo>
                    <a:lnTo>
                      <a:pt x="23058" y="62202"/>
                    </a:lnTo>
                    <a:lnTo>
                      <a:pt x="0" y="39680"/>
                    </a:lnTo>
                    <a:lnTo>
                      <a:pt x="39144" y="0"/>
                    </a:lnTo>
                    <a:lnTo>
                      <a:pt x="78825" y="39680"/>
                    </a:lnTo>
                    <a:lnTo>
                      <a:pt x="55767" y="62202"/>
                    </a:lnTo>
                    <a:close/>
                  </a:path>
                </a:pathLst>
              </a:custGeom>
              <a:solidFill>
                <a:schemeClr val="bg1"/>
              </a:solidFill>
              <a:ln w="0"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CC293A0D-704E-28BF-4D1C-9264ACB2AA10}"/>
                  </a:ext>
                </a:extLst>
              </p:cNvPr>
              <p:cNvSpPr/>
              <p:nvPr/>
            </p:nvSpPr>
            <p:spPr>
              <a:xfrm>
                <a:off x="2474237" y="1095081"/>
                <a:ext cx="266502" cy="266502"/>
              </a:xfrm>
              <a:custGeom>
                <a:avLst/>
                <a:gdLst>
                  <a:gd name="connsiteX0" fmla="*/ 243981 w 266502"/>
                  <a:gd name="connsiteY0" fmla="*/ 266503 h 266502"/>
                  <a:gd name="connsiteX1" fmla="*/ 182852 w 266502"/>
                  <a:gd name="connsiteY1" fmla="*/ 205373 h 266502"/>
                  <a:gd name="connsiteX2" fmla="*/ 205373 w 266502"/>
                  <a:gd name="connsiteY2" fmla="*/ 182852 h 266502"/>
                  <a:gd name="connsiteX3" fmla="*/ 266503 w 266502"/>
                  <a:gd name="connsiteY3" fmla="*/ 243981 h 266502"/>
                  <a:gd name="connsiteX4" fmla="*/ 243981 w 266502"/>
                  <a:gd name="connsiteY4" fmla="*/ 266503 h 266502"/>
                  <a:gd name="connsiteX5" fmla="*/ 152823 w 266502"/>
                  <a:gd name="connsiteY5" fmla="*/ 174809 h 266502"/>
                  <a:gd name="connsiteX6" fmla="*/ 91694 w 266502"/>
                  <a:gd name="connsiteY6" fmla="*/ 113679 h 266502"/>
                  <a:gd name="connsiteX7" fmla="*/ 114215 w 266502"/>
                  <a:gd name="connsiteY7" fmla="*/ 91158 h 266502"/>
                  <a:gd name="connsiteX8" fmla="*/ 175345 w 266502"/>
                  <a:gd name="connsiteY8" fmla="*/ 152287 h 266502"/>
                  <a:gd name="connsiteX9" fmla="*/ 152823 w 266502"/>
                  <a:gd name="connsiteY9" fmla="*/ 174809 h 266502"/>
                  <a:gd name="connsiteX10" fmla="*/ 61129 w 266502"/>
                  <a:gd name="connsiteY10" fmla="*/ 83651 h 266502"/>
                  <a:gd name="connsiteX11" fmla="*/ 0 w 266502"/>
                  <a:gd name="connsiteY11" fmla="*/ 22521 h 266502"/>
                  <a:gd name="connsiteX12" fmla="*/ 22521 w 266502"/>
                  <a:gd name="connsiteY12" fmla="*/ 0 h 266502"/>
                  <a:gd name="connsiteX13" fmla="*/ 83651 w 266502"/>
                  <a:gd name="connsiteY13" fmla="*/ 61129 h 266502"/>
                  <a:gd name="connsiteX14" fmla="*/ 61129 w 266502"/>
                  <a:gd name="connsiteY14" fmla="*/ 83651 h 266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6502" h="266502">
                    <a:moveTo>
                      <a:pt x="243981" y="266503"/>
                    </a:moveTo>
                    <a:lnTo>
                      <a:pt x="182852" y="205373"/>
                    </a:lnTo>
                    <a:lnTo>
                      <a:pt x="205373" y="182852"/>
                    </a:lnTo>
                    <a:lnTo>
                      <a:pt x="266503" y="243981"/>
                    </a:lnTo>
                    <a:lnTo>
                      <a:pt x="243981" y="266503"/>
                    </a:lnTo>
                    <a:close/>
                    <a:moveTo>
                      <a:pt x="152823" y="174809"/>
                    </a:moveTo>
                    <a:lnTo>
                      <a:pt x="91694" y="113679"/>
                    </a:lnTo>
                    <a:lnTo>
                      <a:pt x="114215" y="91158"/>
                    </a:lnTo>
                    <a:lnTo>
                      <a:pt x="175345" y="152287"/>
                    </a:lnTo>
                    <a:lnTo>
                      <a:pt x="152823" y="174809"/>
                    </a:lnTo>
                    <a:close/>
                    <a:moveTo>
                      <a:pt x="61129" y="83651"/>
                    </a:moveTo>
                    <a:lnTo>
                      <a:pt x="0" y="22521"/>
                    </a:lnTo>
                    <a:lnTo>
                      <a:pt x="22521" y="0"/>
                    </a:lnTo>
                    <a:lnTo>
                      <a:pt x="83651" y="61129"/>
                    </a:lnTo>
                    <a:lnTo>
                      <a:pt x="61129" y="83651"/>
                    </a:lnTo>
                    <a:close/>
                  </a:path>
                </a:pathLst>
              </a:custGeom>
              <a:solidFill>
                <a:schemeClr val="bg1"/>
              </a:solidFill>
              <a:ln w="0"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801ECBDE-0ADC-F6DF-D527-E7BDDF14EC9C}"/>
                  </a:ext>
                </a:extLst>
              </p:cNvPr>
              <p:cNvSpPr/>
              <p:nvPr/>
            </p:nvSpPr>
            <p:spPr>
              <a:xfrm>
                <a:off x="2748783" y="1369091"/>
                <a:ext cx="62201" cy="78824"/>
              </a:xfrm>
              <a:custGeom>
                <a:avLst/>
                <a:gdLst>
                  <a:gd name="connsiteX0" fmla="*/ 22521 w 62201"/>
                  <a:gd name="connsiteY0" fmla="*/ 78825 h 78824"/>
                  <a:gd name="connsiteX1" fmla="*/ 0 w 62201"/>
                  <a:gd name="connsiteY1" fmla="*/ 55767 h 78824"/>
                  <a:gd name="connsiteX2" fmla="*/ 16623 w 62201"/>
                  <a:gd name="connsiteY2" fmla="*/ 39144 h 78824"/>
                  <a:gd name="connsiteX3" fmla="*/ 0 w 62201"/>
                  <a:gd name="connsiteY3" fmla="*/ 23058 h 78824"/>
                  <a:gd name="connsiteX4" fmla="*/ 22521 w 62201"/>
                  <a:gd name="connsiteY4" fmla="*/ 0 h 78824"/>
                  <a:gd name="connsiteX5" fmla="*/ 62202 w 62201"/>
                  <a:gd name="connsiteY5" fmla="*/ 39144 h 78824"/>
                  <a:gd name="connsiteX6" fmla="*/ 22521 w 62201"/>
                  <a:gd name="connsiteY6" fmla="*/ 78825 h 78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201" h="78824">
                    <a:moveTo>
                      <a:pt x="22521" y="78825"/>
                    </a:moveTo>
                    <a:lnTo>
                      <a:pt x="0" y="55767"/>
                    </a:lnTo>
                    <a:lnTo>
                      <a:pt x="16623" y="39144"/>
                    </a:lnTo>
                    <a:lnTo>
                      <a:pt x="0" y="23058"/>
                    </a:lnTo>
                    <a:lnTo>
                      <a:pt x="22521" y="0"/>
                    </a:lnTo>
                    <a:lnTo>
                      <a:pt x="62202" y="39144"/>
                    </a:lnTo>
                    <a:lnTo>
                      <a:pt x="22521" y="78825"/>
                    </a:lnTo>
                    <a:close/>
                  </a:path>
                </a:pathLst>
              </a:custGeom>
              <a:solidFill>
                <a:schemeClr val="bg1"/>
              </a:solidFill>
              <a:ln w="0"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2040C7F7-9A3E-310B-ECF1-333F8DD7AF33}"/>
                  </a:ext>
                </a:extLst>
              </p:cNvPr>
              <p:cNvSpPr/>
              <p:nvPr/>
            </p:nvSpPr>
            <p:spPr>
              <a:xfrm>
                <a:off x="2475309" y="1455959"/>
                <a:ext cx="265966" cy="265430"/>
              </a:xfrm>
              <a:custGeom>
                <a:avLst/>
                <a:gdLst>
                  <a:gd name="connsiteX0" fmla="*/ 22521 w 265966"/>
                  <a:gd name="connsiteY0" fmla="*/ 265430 h 265430"/>
                  <a:gd name="connsiteX1" fmla="*/ 0 w 265966"/>
                  <a:gd name="connsiteY1" fmla="*/ 242909 h 265430"/>
                  <a:gd name="connsiteX2" fmla="*/ 61129 w 265966"/>
                  <a:gd name="connsiteY2" fmla="*/ 182316 h 265430"/>
                  <a:gd name="connsiteX3" fmla="*/ 83651 w 265966"/>
                  <a:gd name="connsiteY3" fmla="*/ 204837 h 265430"/>
                  <a:gd name="connsiteX4" fmla="*/ 22521 w 265966"/>
                  <a:gd name="connsiteY4" fmla="*/ 265430 h 265430"/>
                  <a:gd name="connsiteX5" fmla="*/ 113679 w 265966"/>
                  <a:gd name="connsiteY5" fmla="*/ 174272 h 265430"/>
                  <a:gd name="connsiteX6" fmla="*/ 91158 w 265966"/>
                  <a:gd name="connsiteY6" fmla="*/ 151751 h 265430"/>
                  <a:gd name="connsiteX7" fmla="*/ 152287 w 265966"/>
                  <a:gd name="connsiteY7" fmla="*/ 91158 h 265430"/>
                  <a:gd name="connsiteX8" fmla="*/ 174809 w 265966"/>
                  <a:gd name="connsiteY8" fmla="*/ 113679 h 265430"/>
                  <a:gd name="connsiteX9" fmla="*/ 113679 w 265966"/>
                  <a:gd name="connsiteY9" fmla="*/ 174272 h 265430"/>
                  <a:gd name="connsiteX10" fmla="*/ 204837 w 265966"/>
                  <a:gd name="connsiteY10" fmla="*/ 83115 h 265430"/>
                  <a:gd name="connsiteX11" fmla="*/ 182316 w 265966"/>
                  <a:gd name="connsiteY11" fmla="*/ 60593 h 265430"/>
                  <a:gd name="connsiteX12" fmla="*/ 243445 w 265966"/>
                  <a:gd name="connsiteY12" fmla="*/ 0 h 265430"/>
                  <a:gd name="connsiteX13" fmla="*/ 265966 w 265966"/>
                  <a:gd name="connsiteY13" fmla="*/ 22521 h 265430"/>
                  <a:gd name="connsiteX14" fmla="*/ 204837 w 265966"/>
                  <a:gd name="connsiteY14" fmla="*/ 83115 h 265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5966" h="265430">
                    <a:moveTo>
                      <a:pt x="22521" y="265430"/>
                    </a:moveTo>
                    <a:lnTo>
                      <a:pt x="0" y="242909"/>
                    </a:lnTo>
                    <a:lnTo>
                      <a:pt x="61129" y="182316"/>
                    </a:lnTo>
                    <a:lnTo>
                      <a:pt x="83651" y="204837"/>
                    </a:lnTo>
                    <a:lnTo>
                      <a:pt x="22521" y="265430"/>
                    </a:lnTo>
                    <a:close/>
                    <a:moveTo>
                      <a:pt x="113679" y="174272"/>
                    </a:moveTo>
                    <a:lnTo>
                      <a:pt x="91158" y="151751"/>
                    </a:lnTo>
                    <a:lnTo>
                      <a:pt x="152287" y="91158"/>
                    </a:lnTo>
                    <a:lnTo>
                      <a:pt x="174809" y="113679"/>
                    </a:lnTo>
                    <a:lnTo>
                      <a:pt x="113679" y="174272"/>
                    </a:lnTo>
                    <a:close/>
                    <a:moveTo>
                      <a:pt x="204837" y="83115"/>
                    </a:moveTo>
                    <a:lnTo>
                      <a:pt x="182316" y="60593"/>
                    </a:lnTo>
                    <a:lnTo>
                      <a:pt x="243445" y="0"/>
                    </a:lnTo>
                    <a:lnTo>
                      <a:pt x="265966" y="22521"/>
                    </a:lnTo>
                    <a:lnTo>
                      <a:pt x="204837" y="83115"/>
                    </a:lnTo>
                    <a:close/>
                  </a:path>
                </a:pathLst>
              </a:custGeom>
              <a:solidFill>
                <a:schemeClr val="bg1"/>
              </a:solidFill>
              <a:ln w="0" cap="flat">
                <a:noFill/>
                <a:prstDash val="solid"/>
                <a:miter/>
              </a:ln>
            </p:spPr>
            <p:txBody>
              <a:bodyPr rtlCol="0" anchor="ctr"/>
              <a:lstStyle/>
              <a:p>
                <a:endParaRPr lang="en-US"/>
              </a:p>
            </p:txBody>
          </p:sp>
        </p:grpSp>
        <p:sp>
          <p:nvSpPr>
            <p:cNvPr id="45" name="Freeform 44">
              <a:extLst>
                <a:ext uri="{FF2B5EF4-FFF2-40B4-BE49-F238E27FC236}">
                  <a16:creationId xmlns:a16="http://schemas.microsoft.com/office/drawing/2014/main" id="{CE8D8F86-8A9A-5CC6-C5E6-5CDBB5068C69}"/>
                </a:ext>
              </a:extLst>
            </p:cNvPr>
            <p:cNvSpPr/>
            <p:nvPr/>
          </p:nvSpPr>
          <p:spPr>
            <a:xfrm rot="-2700000">
              <a:off x="2292395" y="1359363"/>
              <a:ext cx="275082" cy="275082"/>
            </a:xfrm>
            <a:custGeom>
              <a:avLst/>
              <a:gdLst>
                <a:gd name="connsiteX0" fmla="*/ 250416 w 275082"/>
                <a:gd name="connsiteY0" fmla="*/ 0 h 275082"/>
                <a:gd name="connsiteX1" fmla="*/ 275082 w 275082"/>
                <a:gd name="connsiteY1" fmla="*/ 24666 h 275082"/>
                <a:gd name="connsiteX2" fmla="*/ 275082 w 275082"/>
                <a:gd name="connsiteY2" fmla="*/ 250416 h 275082"/>
                <a:gd name="connsiteX3" fmla="*/ 250416 w 275082"/>
                <a:gd name="connsiteY3" fmla="*/ 275082 h 275082"/>
                <a:gd name="connsiteX4" fmla="*/ 24666 w 275082"/>
                <a:gd name="connsiteY4" fmla="*/ 275082 h 275082"/>
                <a:gd name="connsiteX5" fmla="*/ 0 w 275082"/>
                <a:gd name="connsiteY5" fmla="*/ 250416 h 275082"/>
                <a:gd name="connsiteX6" fmla="*/ 0 w 275082"/>
                <a:gd name="connsiteY6" fmla="*/ 24666 h 275082"/>
                <a:gd name="connsiteX7" fmla="*/ 24666 w 275082"/>
                <a:gd name="connsiteY7" fmla="*/ 0 h 275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5082" h="275082">
                  <a:moveTo>
                    <a:pt x="250416" y="0"/>
                  </a:moveTo>
                  <a:cubicBezTo>
                    <a:pt x="264039" y="0"/>
                    <a:pt x="275082" y="11043"/>
                    <a:pt x="275082" y="24666"/>
                  </a:cubicBezTo>
                  <a:lnTo>
                    <a:pt x="275082" y="250416"/>
                  </a:lnTo>
                  <a:cubicBezTo>
                    <a:pt x="275082" y="264039"/>
                    <a:pt x="264039" y="275082"/>
                    <a:pt x="250416" y="275082"/>
                  </a:cubicBezTo>
                  <a:lnTo>
                    <a:pt x="24666" y="275082"/>
                  </a:lnTo>
                  <a:cubicBezTo>
                    <a:pt x="11043" y="275082"/>
                    <a:pt x="0" y="264039"/>
                    <a:pt x="0" y="250416"/>
                  </a:cubicBezTo>
                  <a:lnTo>
                    <a:pt x="0" y="24666"/>
                  </a:lnTo>
                  <a:cubicBezTo>
                    <a:pt x="0" y="11043"/>
                    <a:pt x="11043" y="0"/>
                    <a:pt x="24666" y="0"/>
                  </a:cubicBezTo>
                  <a:close/>
                </a:path>
              </a:pathLst>
            </a:custGeom>
            <a:solidFill>
              <a:schemeClr val="bg1"/>
            </a:solidFill>
            <a:ln w="0" cap="flat">
              <a:noFill/>
              <a:prstDash val="solid"/>
              <a:miter/>
            </a:ln>
          </p:spPr>
          <p:txBody>
            <a:bodyPr rtlCol="0" anchor="ctr"/>
            <a:lstStyle/>
            <a:p>
              <a:endParaRPr lang="en-US"/>
            </a:p>
          </p:txBody>
        </p:sp>
      </p:grpSp>
      <p:pic>
        <p:nvPicPr>
          <p:cNvPr id="56" name="Graphic 55">
            <a:extLst>
              <a:ext uri="{FF2B5EF4-FFF2-40B4-BE49-F238E27FC236}">
                <a16:creationId xmlns:a16="http://schemas.microsoft.com/office/drawing/2014/main" id="{C6D34826-DC73-9CD6-049F-CF50D1755F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86324" y="2416328"/>
            <a:ext cx="1100516" cy="1100516"/>
          </a:xfrm>
          <a:prstGeom prst="rect">
            <a:avLst/>
          </a:prstGeom>
        </p:spPr>
      </p:pic>
    </p:spTree>
    <p:extLst>
      <p:ext uri="{BB962C8B-B14F-4D97-AF65-F5344CB8AC3E}">
        <p14:creationId xmlns:p14="http://schemas.microsoft.com/office/powerpoint/2010/main" val="2762664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CB28B-A105-440B-4ADA-B9EC558584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BC0FD7-1A33-4482-EE8C-29F7DDD67272}"/>
              </a:ext>
            </a:extLst>
          </p:cNvPr>
          <p:cNvSpPr>
            <a:spLocks noGrp="1"/>
          </p:cNvSpPr>
          <p:nvPr>
            <p:ph type="title"/>
          </p:nvPr>
        </p:nvSpPr>
        <p:spPr/>
        <p:txBody>
          <a:bodyPr/>
          <a:lstStyle/>
          <a:p>
            <a:r>
              <a:rPr lang="en-US" dirty="0"/>
              <a:t>VM Management</a:t>
            </a:r>
          </a:p>
        </p:txBody>
      </p:sp>
      <p:sp>
        <p:nvSpPr>
          <p:cNvPr id="3" name="Subtitle 2">
            <a:extLst>
              <a:ext uri="{FF2B5EF4-FFF2-40B4-BE49-F238E27FC236}">
                <a16:creationId xmlns:a16="http://schemas.microsoft.com/office/drawing/2014/main" id="{A7D2D5BB-D4E4-03D8-2AB5-428C240F7EB2}"/>
              </a:ext>
            </a:extLst>
          </p:cNvPr>
          <p:cNvSpPr>
            <a:spLocks noGrp="1"/>
          </p:cNvSpPr>
          <p:nvPr>
            <p:ph type="subTitle" idx="10"/>
          </p:nvPr>
        </p:nvSpPr>
        <p:spPr/>
        <p:txBody>
          <a:bodyPr/>
          <a:lstStyle/>
          <a:p>
            <a:r>
              <a:rPr lang="en-US" dirty="0"/>
              <a:t>VMware vSphere in VCF 9.1</a:t>
            </a:r>
          </a:p>
        </p:txBody>
      </p:sp>
    </p:spTree>
    <p:extLst>
      <p:ext uri="{BB962C8B-B14F-4D97-AF65-F5344CB8AC3E}">
        <p14:creationId xmlns:p14="http://schemas.microsoft.com/office/powerpoint/2010/main" val="888685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Title 67">
            <a:extLst>
              <a:ext uri="{FF2B5EF4-FFF2-40B4-BE49-F238E27FC236}">
                <a16:creationId xmlns:a16="http://schemas.microsoft.com/office/drawing/2014/main" id="{3041B841-B2D6-1BAE-433B-66B25352B4FC}"/>
              </a:ext>
            </a:extLst>
          </p:cNvPr>
          <p:cNvSpPr>
            <a:spLocks noGrp="1"/>
          </p:cNvSpPr>
          <p:nvPr>
            <p:ph type="title"/>
          </p:nvPr>
        </p:nvSpPr>
        <p:spPr/>
        <p:txBody>
          <a:bodyPr/>
          <a:lstStyle/>
          <a:p>
            <a:r>
              <a:rPr lang="en-US" dirty="0"/>
              <a:t>Flexible Virtual Machine Customization</a:t>
            </a:r>
          </a:p>
        </p:txBody>
      </p:sp>
      <p:sp>
        <p:nvSpPr>
          <p:cNvPr id="69" name="Subtitle 68">
            <a:extLst>
              <a:ext uri="{FF2B5EF4-FFF2-40B4-BE49-F238E27FC236}">
                <a16:creationId xmlns:a16="http://schemas.microsoft.com/office/drawing/2014/main" id="{E7E2181E-5D2A-ED54-F9F1-7F598C50C730}"/>
              </a:ext>
            </a:extLst>
          </p:cNvPr>
          <p:cNvSpPr>
            <a:spLocks noGrp="1"/>
          </p:cNvSpPr>
          <p:nvPr>
            <p:ph type="subTitle" idx="10"/>
          </p:nvPr>
        </p:nvSpPr>
        <p:spPr/>
        <p:txBody>
          <a:bodyPr/>
          <a:lstStyle/>
          <a:p>
            <a:r>
              <a:rPr lang="en-US" dirty="0"/>
              <a:t>Virtual Machine Guest OS Customization</a:t>
            </a:r>
          </a:p>
        </p:txBody>
      </p:sp>
      <p:sp>
        <p:nvSpPr>
          <p:cNvPr id="5" name="Text Placeholder 4">
            <a:extLst>
              <a:ext uri="{FF2B5EF4-FFF2-40B4-BE49-F238E27FC236}">
                <a16:creationId xmlns:a16="http://schemas.microsoft.com/office/drawing/2014/main" id="{45E6B6F4-5C6A-8F2A-5BEB-300B1989BAF6}"/>
              </a:ext>
            </a:extLst>
          </p:cNvPr>
          <p:cNvSpPr>
            <a:spLocks noGrp="1"/>
          </p:cNvSpPr>
          <p:nvPr>
            <p:ph type="body" sz="quarter" idx="18"/>
          </p:nvPr>
        </p:nvSpPr>
        <p:spPr/>
        <p:txBody>
          <a:bodyPr/>
          <a:lstStyle/>
          <a:p>
            <a:r>
              <a:rPr lang="en-US" dirty="0"/>
              <a:t>Enhanced Guest OS Customization</a:t>
            </a:r>
          </a:p>
        </p:txBody>
      </p:sp>
      <p:sp>
        <p:nvSpPr>
          <p:cNvPr id="70" name="Text Placeholder 69">
            <a:extLst>
              <a:ext uri="{FF2B5EF4-FFF2-40B4-BE49-F238E27FC236}">
                <a16:creationId xmlns:a16="http://schemas.microsoft.com/office/drawing/2014/main" id="{A2293F4B-168E-EA78-7DBF-24916013FA5F}"/>
              </a:ext>
            </a:extLst>
          </p:cNvPr>
          <p:cNvSpPr>
            <a:spLocks noGrp="1"/>
          </p:cNvSpPr>
          <p:nvPr>
            <p:ph type="body" sz="quarter" idx="19"/>
          </p:nvPr>
        </p:nvSpPr>
        <p:spPr/>
        <p:txBody>
          <a:bodyPr/>
          <a:lstStyle/>
          <a:p>
            <a:r>
              <a:rPr lang="en-US" dirty="0"/>
              <a:t>IPv6-Only Customization</a:t>
            </a:r>
          </a:p>
        </p:txBody>
      </p:sp>
      <p:sp>
        <p:nvSpPr>
          <p:cNvPr id="7" name="Text Placeholder 6">
            <a:extLst>
              <a:ext uri="{FF2B5EF4-FFF2-40B4-BE49-F238E27FC236}">
                <a16:creationId xmlns:a16="http://schemas.microsoft.com/office/drawing/2014/main" id="{B0700245-E3F5-464B-8E3C-F13FC89F5DC5}"/>
              </a:ext>
            </a:extLst>
          </p:cNvPr>
          <p:cNvSpPr>
            <a:spLocks noGrp="1"/>
          </p:cNvSpPr>
          <p:nvPr>
            <p:ph type="body" sz="quarter" idx="20"/>
          </p:nvPr>
        </p:nvSpPr>
        <p:spPr/>
        <p:txBody>
          <a:bodyPr/>
          <a:lstStyle/>
          <a:p>
            <a:r>
              <a:rPr lang="en-US" dirty="0"/>
              <a:t>Network Customization Only</a:t>
            </a:r>
          </a:p>
        </p:txBody>
      </p:sp>
      <p:grpSp>
        <p:nvGrpSpPr>
          <p:cNvPr id="18" name="Group 17">
            <a:extLst>
              <a:ext uri="{FF2B5EF4-FFF2-40B4-BE49-F238E27FC236}">
                <a16:creationId xmlns:a16="http://schemas.microsoft.com/office/drawing/2014/main" id="{854D9E50-3D3B-9CFE-163F-E7DD953B83C4}"/>
              </a:ext>
            </a:extLst>
          </p:cNvPr>
          <p:cNvGrpSpPr/>
          <p:nvPr/>
        </p:nvGrpSpPr>
        <p:grpSpPr>
          <a:xfrm>
            <a:off x="2337940" y="2419649"/>
            <a:ext cx="1096994" cy="1096994"/>
            <a:chOff x="9212358" y="2782111"/>
            <a:chExt cx="1096994" cy="1096994"/>
          </a:xfrm>
        </p:grpSpPr>
        <p:sp>
          <p:nvSpPr>
            <p:cNvPr id="14" name="Oval 7">
              <a:extLst>
                <a:ext uri="{FF2B5EF4-FFF2-40B4-BE49-F238E27FC236}">
                  <a16:creationId xmlns:a16="http://schemas.microsoft.com/office/drawing/2014/main" id="{57CA8669-32E0-2E54-8F0B-3179A6272D28}"/>
                </a:ext>
              </a:extLst>
            </p:cNvPr>
            <p:cNvSpPr>
              <a:spLocks noChangeAspect="1"/>
            </p:cNvSpPr>
            <p:nvPr/>
          </p:nvSpPr>
          <p:spPr bwMode="gray">
            <a:xfrm>
              <a:off x="9212358" y="2782111"/>
              <a:ext cx="1096994" cy="1096994"/>
            </a:xfrm>
            <a:prstGeom prst="ellipse">
              <a:avLst/>
            </a:prstGeom>
            <a:solidFill>
              <a:schemeClr val="accent4"/>
            </a:solidFill>
            <a:ln w="76200">
              <a:noFill/>
            </a:ln>
            <a:effectLst/>
            <a:scene3d>
              <a:camera prst="orthographicFront">
                <a:rot lat="0" lon="0" rev="0"/>
              </a:camera>
              <a:lightRig rig="balanced" dir="t">
                <a:rot lat="0" lon="0" rev="8700000"/>
              </a:lightRig>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lnSpc>
                  <a:spcPct val="90000"/>
                </a:lnSpc>
                <a:spcBef>
                  <a:spcPts val="600"/>
                </a:spcBef>
              </a:pPr>
              <a:endParaRPr lang="en-US" sz="1999" b="1" dirty="0">
                <a:solidFill>
                  <a:prstClr val="white"/>
                </a:solidFill>
                <a:latin typeface="Arial"/>
              </a:endParaRPr>
            </a:p>
          </p:txBody>
        </p:sp>
        <p:grpSp>
          <p:nvGrpSpPr>
            <p:cNvPr id="15" name="Group 14">
              <a:extLst>
                <a:ext uri="{FF2B5EF4-FFF2-40B4-BE49-F238E27FC236}">
                  <a16:creationId xmlns:a16="http://schemas.microsoft.com/office/drawing/2014/main" id="{97AE0FA7-8003-AB4B-175C-F880DB737ECF}"/>
                </a:ext>
              </a:extLst>
            </p:cNvPr>
            <p:cNvGrpSpPr/>
            <p:nvPr/>
          </p:nvGrpSpPr>
          <p:grpSpPr>
            <a:xfrm>
              <a:off x="9428298" y="3085669"/>
              <a:ext cx="659684" cy="529197"/>
              <a:chOff x="9428298" y="3085669"/>
              <a:chExt cx="659684" cy="529197"/>
            </a:xfrm>
          </p:grpSpPr>
          <p:sp>
            <p:nvSpPr>
              <p:cNvPr id="16" name="Freeform 15">
                <a:extLst>
                  <a:ext uri="{FF2B5EF4-FFF2-40B4-BE49-F238E27FC236}">
                    <a16:creationId xmlns:a16="http://schemas.microsoft.com/office/drawing/2014/main" id="{71477E4B-BD74-571C-2B96-61A7A94EF9D9}"/>
                  </a:ext>
                </a:extLst>
              </p:cNvPr>
              <p:cNvSpPr/>
              <p:nvPr/>
            </p:nvSpPr>
            <p:spPr>
              <a:xfrm>
                <a:off x="9428298" y="3085669"/>
                <a:ext cx="659637" cy="85031"/>
              </a:xfrm>
              <a:custGeom>
                <a:avLst/>
                <a:gdLst>
                  <a:gd name="connsiteX0" fmla="*/ 659638 w 659637"/>
                  <a:gd name="connsiteY0" fmla="*/ 0 h 85031"/>
                  <a:gd name="connsiteX1" fmla="*/ 0 w 659637"/>
                  <a:gd name="connsiteY1" fmla="*/ 0 h 85031"/>
                  <a:gd name="connsiteX2" fmla="*/ 0 w 659637"/>
                  <a:gd name="connsiteY2" fmla="*/ 85031 h 85031"/>
                  <a:gd name="connsiteX3" fmla="*/ 659638 w 659637"/>
                  <a:gd name="connsiteY3" fmla="*/ 85031 h 85031"/>
                  <a:gd name="connsiteX4" fmla="*/ 659638 w 659637"/>
                  <a:gd name="connsiteY4" fmla="*/ 0 h 85031"/>
                  <a:gd name="connsiteX5" fmla="*/ 41080 w 659637"/>
                  <a:gd name="connsiteY5" fmla="*/ 60468 h 85031"/>
                  <a:gd name="connsiteX6" fmla="*/ 22399 w 659637"/>
                  <a:gd name="connsiteY6" fmla="*/ 41551 h 85031"/>
                  <a:gd name="connsiteX7" fmla="*/ 41080 w 659637"/>
                  <a:gd name="connsiteY7" fmla="*/ 22634 h 85031"/>
                  <a:gd name="connsiteX8" fmla="*/ 61644 w 659637"/>
                  <a:gd name="connsiteY8" fmla="*/ 41551 h 85031"/>
                  <a:gd name="connsiteX9" fmla="*/ 41080 w 659637"/>
                  <a:gd name="connsiteY9" fmla="*/ 60468 h 85031"/>
                  <a:gd name="connsiteX10" fmla="*/ 102771 w 659637"/>
                  <a:gd name="connsiteY10" fmla="*/ 60468 h 85031"/>
                  <a:gd name="connsiteX11" fmla="*/ 84090 w 659637"/>
                  <a:gd name="connsiteY11" fmla="*/ 41551 h 85031"/>
                  <a:gd name="connsiteX12" fmla="*/ 102771 w 659637"/>
                  <a:gd name="connsiteY12" fmla="*/ 22634 h 85031"/>
                  <a:gd name="connsiteX13" fmla="*/ 121453 w 659637"/>
                  <a:gd name="connsiteY13" fmla="*/ 41551 h 85031"/>
                  <a:gd name="connsiteX14" fmla="*/ 102771 w 659637"/>
                  <a:gd name="connsiteY14" fmla="*/ 60468 h 85031"/>
                  <a:gd name="connsiteX15" fmla="*/ 162580 w 659637"/>
                  <a:gd name="connsiteY15" fmla="*/ 60468 h 85031"/>
                  <a:gd name="connsiteX16" fmla="*/ 143899 w 659637"/>
                  <a:gd name="connsiteY16" fmla="*/ 41551 h 85031"/>
                  <a:gd name="connsiteX17" fmla="*/ 162580 w 659637"/>
                  <a:gd name="connsiteY17" fmla="*/ 22634 h 85031"/>
                  <a:gd name="connsiteX18" fmla="*/ 181262 w 659637"/>
                  <a:gd name="connsiteY18" fmla="*/ 41551 h 85031"/>
                  <a:gd name="connsiteX19" fmla="*/ 162580 w 659637"/>
                  <a:gd name="connsiteY19" fmla="*/ 60468 h 85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59637" h="85031">
                    <a:moveTo>
                      <a:pt x="659638" y="0"/>
                    </a:moveTo>
                    <a:lnTo>
                      <a:pt x="0" y="0"/>
                    </a:lnTo>
                    <a:lnTo>
                      <a:pt x="0" y="85031"/>
                    </a:lnTo>
                    <a:lnTo>
                      <a:pt x="659638" y="85031"/>
                    </a:lnTo>
                    <a:lnTo>
                      <a:pt x="659638" y="0"/>
                    </a:lnTo>
                    <a:close/>
                    <a:moveTo>
                      <a:pt x="41080" y="60468"/>
                    </a:moveTo>
                    <a:cubicBezTo>
                      <a:pt x="31716" y="60468"/>
                      <a:pt x="22399" y="51009"/>
                      <a:pt x="22399" y="41551"/>
                    </a:cubicBezTo>
                    <a:cubicBezTo>
                      <a:pt x="22399" y="30210"/>
                      <a:pt x="31763" y="22634"/>
                      <a:pt x="41080" y="22634"/>
                    </a:cubicBezTo>
                    <a:cubicBezTo>
                      <a:pt x="52280" y="22634"/>
                      <a:pt x="61644" y="30210"/>
                      <a:pt x="61644" y="41551"/>
                    </a:cubicBezTo>
                    <a:cubicBezTo>
                      <a:pt x="61644" y="51009"/>
                      <a:pt x="52280" y="60468"/>
                      <a:pt x="41080" y="60468"/>
                    </a:cubicBezTo>
                    <a:close/>
                    <a:moveTo>
                      <a:pt x="102771" y="60468"/>
                    </a:moveTo>
                    <a:cubicBezTo>
                      <a:pt x="91572" y="60468"/>
                      <a:pt x="84090" y="51009"/>
                      <a:pt x="84090" y="41551"/>
                    </a:cubicBezTo>
                    <a:cubicBezTo>
                      <a:pt x="84090" y="30210"/>
                      <a:pt x="91572" y="22634"/>
                      <a:pt x="102771" y="22634"/>
                    </a:cubicBezTo>
                    <a:cubicBezTo>
                      <a:pt x="112136" y="22634"/>
                      <a:pt x="121453" y="30210"/>
                      <a:pt x="121453" y="41551"/>
                    </a:cubicBezTo>
                    <a:cubicBezTo>
                      <a:pt x="121453" y="51009"/>
                      <a:pt x="112089" y="60468"/>
                      <a:pt x="102771" y="60468"/>
                    </a:cubicBezTo>
                    <a:close/>
                    <a:moveTo>
                      <a:pt x="162580" y="60468"/>
                    </a:moveTo>
                    <a:cubicBezTo>
                      <a:pt x="153216" y="60468"/>
                      <a:pt x="143899" y="51009"/>
                      <a:pt x="143899" y="41551"/>
                    </a:cubicBezTo>
                    <a:cubicBezTo>
                      <a:pt x="143899" y="30210"/>
                      <a:pt x="153263" y="22634"/>
                      <a:pt x="162580" y="22634"/>
                    </a:cubicBezTo>
                    <a:cubicBezTo>
                      <a:pt x="173780" y="22634"/>
                      <a:pt x="181262" y="30210"/>
                      <a:pt x="181262" y="41551"/>
                    </a:cubicBezTo>
                    <a:cubicBezTo>
                      <a:pt x="181262" y="51009"/>
                      <a:pt x="173780" y="60468"/>
                      <a:pt x="162580" y="60468"/>
                    </a:cubicBezTo>
                    <a:close/>
                  </a:path>
                </a:pathLst>
              </a:custGeom>
              <a:solidFill>
                <a:schemeClr val="bg1"/>
              </a:solidFill>
              <a:ln w="0"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B74E30BD-0B32-BCD2-5D00-31D712FF6669}"/>
                  </a:ext>
                </a:extLst>
              </p:cNvPr>
              <p:cNvSpPr/>
              <p:nvPr/>
            </p:nvSpPr>
            <p:spPr>
              <a:xfrm>
                <a:off x="9428345" y="3197099"/>
                <a:ext cx="659637" cy="417767"/>
              </a:xfrm>
              <a:custGeom>
                <a:avLst/>
                <a:gdLst>
                  <a:gd name="connsiteX0" fmla="*/ 0 w 659637"/>
                  <a:gd name="connsiteY0" fmla="*/ 0 h 417767"/>
                  <a:gd name="connsiteX1" fmla="*/ 0 w 659637"/>
                  <a:gd name="connsiteY1" fmla="*/ 397251 h 417767"/>
                  <a:gd name="connsiteX2" fmla="*/ 18681 w 659637"/>
                  <a:gd name="connsiteY2" fmla="*/ 417767 h 417767"/>
                  <a:gd name="connsiteX3" fmla="*/ 639074 w 659637"/>
                  <a:gd name="connsiteY3" fmla="*/ 417767 h 417767"/>
                  <a:gd name="connsiteX4" fmla="*/ 659638 w 659637"/>
                  <a:gd name="connsiteY4" fmla="*/ 397251 h 417767"/>
                  <a:gd name="connsiteX5" fmla="*/ 659638 w 659637"/>
                  <a:gd name="connsiteY5" fmla="*/ 0 h 417767"/>
                  <a:gd name="connsiteX6" fmla="*/ 0 w 659637"/>
                  <a:gd name="connsiteY6" fmla="*/ 0 h 417767"/>
                  <a:gd name="connsiteX7" fmla="*/ 190767 w 659637"/>
                  <a:gd name="connsiteY7" fmla="*/ 362617 h 417767"/>
                  <a:gd name="connsiteX8" fmla="*/ 174438 w 659637"/>
                  <a:gd name="connsiteY8" fmla="*/ 378899 h 417767"/>
                  <a:gd name="connsiteX9" fmla="*/ 174438 w 659637"/>
                  <a:gd name="connsiteY9" fmla="*/ 364782 h 417767"/>
                  <a:gd name="connsiteX10" fmla="*/ 176650 w 659637"/>
                  <a:gd name="connsiteY10" fmla="*/ 362617 h 417767"/>
                  <a:gd name="connsiteX11" fmla="*/ 176650 w 659637"/>
                  <a:gd name="connsiteY11" fmla="*/ 260034 h 417767"/>
                  <a:gd name="connsiteX12" fmla="*/ 174438 w 659637"/>
                  <a:gd name="connsiteY12" fmla="*/ 257822 h 417767"/>
                  <a:gd name="connsiteX13" fmla="*/ 71855 w 659637"/>
                  <a:gd name="connsiteY13" fmla="*/ 257822 h 417767"/>
                  <a:gd name="connsiteX14" fmla="*/ 69691 w 659637"/>
                  <a:gd name="connsiteY14" fmla="*/ 260034 h 417767"/>
                  <a:gd name="connsiteX15" fmla="*/ 69691 w 659637"/>
                  <a:gd name="connsiteY15" fmla="*/ 362617 h 417767"/>
                  <a:gd name="connsiteX16" fmla="*/ 71855 w 659637"/>
                  <a:gd name="connsiteY16" fmla="*/ 364782 h 417767"/>
                  <a:gd name="connsiteX17" fmla="*/ 139240 w 659637"/>
                  <a:gd name="connsiteY17" fmla="*/ 364782 h 417767"/>
                  <a:gd name="connsiteX18" fmla="*/ 139240 w 659637"/>
                  <a:gd name="connsiteY18" fmla="*/ 378899 h 417767"/>
                  <a:gd name="connsiteX19" fmla="*/ 71855 w 659637"/>
                  <a:gd name="connsiteY19" fmla="*/ 378899 h 417767"/>
                  <a:gd name="connsiteX20" fmla="*/ 55574 w 659637"/>
                  <a:gd name="connsiteY20" fmla="*/ 362617 h 417767"/>
                  <a:gd name="connsiteX21" fmla="*/ 55574 w 659637"/>
                  <a:gd name="connsiteY21" fmla="*/ 260034 h 417767"/>
                  <a:gd name="connsiteX22" fmla="*/ 71855 w 659637"/>
                  <a:gd name="connsiteY22" fmla="*/ 243753 h 417767"/>
                  <a:gd name="connsiteX23" fmla="*/ 174438 w 659637"/>
                  <a:gd name="connsiteY23" fmla="*/ 243753 h 417767"/>
                  <a:gd name="connsiteX24" fmla="*/ 190767 w 659637"/>
                  <a:gd name="connsiteY24" fmla="*/ 260034 h 417767"/>
                  <a:gd name="connsiteX25" fmla="*/ 190767 w 659637"/>
                  <a:gd name="connsiteY25" fmla="*/ 362617 h 417767"/>
                  <a:gd name="connsiteX26" fmla="*/ 190767 w 659637"/>
                  <a:gd name="connsiteY26" fmla="*/ 173874 h 417767"/>
                  <a:gd name="connsiteX27" fmla="*/ 174438 w 659637"/>
                  <a:gd name="connsiteY27" fmla="*/ 190155 h 417767"/>
                  <a:gd name="connsiteX28" fmla="*/ 174438 w 659637"/>
                  <a:gd name="connsiteY28" fmla="*/ 176038 h 417767"/>
                  <a:gd name="connsiteX29" fmla="*/ 176650 w 659637"/>
                  <a:gd name="connsiteY29" fmla="*/ 173827 h 417767"/>
                  <a:gd name="connsiteX30" fmla="*/ 176650 w 659637"/>
                  <a:gd name="connsiteY30" fmla="*/ 71291 h 417767"/>
                  <a:gd name="connsiteX31" fmla="*/ 174438 w 659637"/>
                  <a:gd name="connsiteY31" fmla="*/ 69079 h 417767"/>
                  <a:gd name="connsiteX32" fmla="*/ 71855 w 659637"/>
                  <a:gd name="connsiteY32" fmla="*/ 69079 h 417767"/>
                  <a:gd name="connsiteX33" fmla="*/ 69691 w 659637"/>
                  <a:gd name="connsiteY33" fmla="*/ 71291 h 417767"/>
                  <a:gd name="connsiteX34" fmla="*/ 69691 w 659637"/>
                  <a:gd name="connsiteY34" fmla="*/ 173827 h 417767"/>
                  <a:gd name="connsiteX35" fmla="*/ 71855 w 659637"/>
                  <a:gd name="connsiteY35" fmla="*/ 176038 h 417767"/>
                  <a:gd name="connsiteX36" fmla="*/ 139240 w 659637"/>
                  <a:gd name="connsiteY36" fmla="*/ 176038 h 417767"/>
                  <a:gd name="connsiteX37" fmla="*/ 139240 w 659637"/>
                  <a:gd name="connsiteY37" fmla="*/ 190155 h 417767"/>
                  <a:gd name="connsiteX38" fmla="*/ 71855 w 659637"/>
                  <a:gd name="connsiteY38" fmla="*/ 190155 h 417767"/>
                  <a:gd name="connsiteX39" fmla="*/ 55574 w 659637"/>
                  <a:gd name="connsiteY39" fmla="*/ 173874 h 417767"/>
                  <a:gd name="connsiteX40" fmla="*/ 55574 w 659637"/>
                  <a:gd name="connsiteY40" fmla="*/ 71338 h 417767"/>
                  <a:gd name="connsiteX41" fmla="*/ 71855 w 659637"/>
                  <a:gd name="connsiteY41" fmla="*/ 55056 h 417767"/>
                  <a:gd name="connsiteX42" fmla="*/ 174438 w 659637"/>
                  <a:gd name="connsiteY42" fmla="*/ 55056 h 417767"/>
                  <a:gd name="connsiteX43" fmla="*/ 190767 w 659637"/>
                  <a:gd name="connsiteY43" fmla="*/ 71338 h 417767"/>
                  <a:gd name="connsiteX44" fmla="*/ 190767 w 659637"/>
                  <a:gd name="connsiteY44" fmla="*/ 173874 h 417767"/>
                  <a:gd name="connsiteX45" fmla="*/ 398286 w 659637"/>
                  <a:gd name="connsiteY45" fmla="*/ 362617 h 417767"/>
                  <a:gd name="connsiteX46" fmla="*/ 382004 w 659637"/>
                  <a:gd name="connsiteY46" fmla="*/ 378899 h 417767"/>
                  <a:gd name="connsiteX47" fmla="*/ 382004 w 659637"/>
                  <a:gd name="connsiteY47" fmla="*/ 364782 h 417767"/>
                  <a:gd name="connsiteX48" fmla="*/ 382004 w 659637"/>
                  <a:gd name="connsiteY48" fmla="*/ 364782 h 417767"/>
                  <a:gd name="connsiteX49" fmla="*/ 384169 w 659637"/>
                  <a:gd name="connsiteY49" fmla="*/ 362617 h 417767"/>
                  <a:gd name="connsiteX50" fmla="*/ 384169 w 659637"/>
                  <a:gd name="connsiteY50" fmla="*/ 260034 h 417767"/>
                  <a:gd name="connsiteX51" fmla="*/ 382004 w 659637"/>
                  <a:gd name="connsiteY51" fmla="*/ 257822 h 417767"/>
                  <a:gd name="connsiteX52" fmla="*/ 279421 w 659637"/>
                  <a:gd name="connsiteY52" fmla="*/ 257822 h 417767"/>
                  <a:gd name="connsiteX53" fmla="*/ 277210 w 659637"/>
                  <a:gd name="connsiteY53" fmla="*/ 260034 h 417767"/>
                  <a:gd name="connsiteX54" fmla="*/ 277210 w 659637"/>
                  <a:gd name="connsiteY54" fmla="*/ 362617 h 417767"/>
                  <a:gd name="connsiteX55" fmla="*/ 279421 w 659637"/>
                  <a:gd name="connsiteY55" fmla="*/ 364782 h 417767"/>
                  <a:gd name="connsiteX56" fmla="*/ 346806 w 659637"/>
                  <a:gd name="connsiteY56" fmla="*/ 364782 h 417767"/>
                  <a:gd name="connsiteX57" fmla="*/ 346806 w 659637"/>
                  <a:gd name="connsiteY57" fmla="*/ 378899 h 417767"/>
                  <a:gd name="connsiteX58" fmla="*/ 279421 w 659637"/>
                  <a:gd name="connsiteY58" fmla="*/ 378899 h 417767"/>
                  <a:gd name="connsiteX59" fmla="*/ 263093 w 659637"/>
                  <a:gd name="connsiteY59" fmla="*/ 362617 h 417767"/>
                  <a:gd name="connsiteX60" fmla="*/ 263093 w 659637"/>
                  <a:gd name="connsiteY60" fmla="*/ 260034 h 417767"/>
                  <a:gd name="connsiteX61" fmla="*/ 279421 w 659637"/>
                  <a:gd name="connsiteY61" fmla="*/ 243753 h 417767"/>
                  <a:gd name="connsiteX62" fmla="*/ 382004 w 659637"/>
                  <a:gd name="connsiteY62" fmla="*/ 243753 h 417767"/>
                  <a:gd name="connsiteX63" fmla="*/ 398286 w 659637"/>
                  <a:gd name="connsiteY63" fmla="*/ 260034 h 417767"/>
                  <a:gd name="connsiteX64" fmla="*/ 398286 w 659637"/>
                  <a:gd name="connsiteY64" fmla="*/ 362617 h 417767"/>
                  <a:gd name="connsiteX65" fmla="*/ 398286 w 659637"/>
                  <a:gd name="connsiteY65" fmla="*/ 173874 h 417767"/>
                  <a:gd name="connsiteX66" fmla="*/ 382004 w 659637"/>
                  <a:gd name="connsiteY66" fmla="*/ 190155 h 417767"/>
                  <a:gd name="connsiteX67" fmla="*/ 382004 w 659637"/>
                  <a:gd name="connsiteY67" fmla="*/ 176038 h 417767"/>
                  <a:gd name="connsiteX68" fmla="*/ 382004 w 659637"/>
                  <a:gd name="connsiteY68" fmla="*/ 176038 h 417767"/>
                  <a:gd name="connsiteX69" fmla="*/ 384169 w 659637"/>
                  <a:gd name="connsiteY69" fmla="*/ 173827 h 417767"/>
                  <a:gd name="connsiteX70" fmla="*/ 384169 w 659637"/>
                  <a:gd name="connsiteY70" fmla="*/ 71291 h 417767"/>
                  <a:gd name="connsiteX71" fmla="*/ 382004 w 659637"/>
                  <a:gd name="connsiteY71" fmla="*/ 69079 h 417767"/>
                  <a:gd name="connsiteX72" fmla="*/ 279421 w 659637"/>
                  <a:gd name="connsiteY72" fmla="*/ 69079 h 417767"/>
                  <a:gd name="connsiteX73" fmla="*/ 277210 w 659637"/>
                  <a:gd name="connsiteY73" fmla="*/ 71291 h 417767"/>
                  <a:gd name="connsiteX74" fmla="*/ 277210 w 659637"/>
                  <a:gd name="connsiteY74" fmla="*/ 173827 h 417767"/>
                  <a:gd name="connsiteX75" fmla="*/ 279421 w 659637"/>
                  <a:gd name="connsiteY75" fmla="*/ 176038 h 417767"/>
                  <a:gd name="connsiteX76" fmla="*/ 346806 w 659637"/>
                  <a:gd name="connsiteY76" fmla="*/ 176038 h 417767"/>
                  <a:gd name="connsiteX77" fmla="*/ 346806 w 659637"/>
                  <a:gd name="connsiteY77" fmla="*/ 190155 h 417767"/>
                  <a:gd name="connsiteX78" fmla="*/ 279421 w 659637"/>
                  <a:gd name="connsiteY78" fmla="*/ 190155 h 417767"/>
                  <a:gd name="connsiteX79" fmla="*/ 263093 w 659637"/>
                  <a:gd name="connsiteY79" fmla="*/ 173874 h 417767"/>
                  <a:gd name="connsiteX80" fmla="*/ 263093 w 659637"/>
                  <a:gd name="connsiteY80" fmla="*/ 71338 h 417767"/>
                  <a:gd name="connsiteX81" fmla="*/ 279421 w 659637"/>
                  <a:gd name="connsiteY81" fmla="*/ 55056 h 417767"/>
                  <a:gd name="connsiteX82" fmla="*/ 382004 w 659637"/>
                  <a:gd name="connsiteY82" fmla="*/ 55056 h 417767"/>
                  <a:gd name="connsiteX83" fmla="*/ 398286 w 659637"/>
                  <a:gd name="connsiteY83" fmla="*/ 71338 h 417767"/>
                  <a:gd name="connsiteX84" fmla="*/ 398286 w 659637"/>
                  <a:gd name="connsiteY84" fmla="*/ 173874 h 417767"/>
                  <a:gd name="connsiteX85" fmla="*/ 605805 w 659637"/>
                  <a:gd name="connsiteY85" fmla="*/ 362617 h 417767"/>
                  <a:gd name="connsiteX86" fmla="*/ 589523 w 659637"/>
                  <a:gd name="connsiteY86" fmla="*/ 378899 h 417767"/>
                  <a:gd name="connsiteX87" fmla="*/ 589523 w 659637"/>
                  <a:gd name="connsiteY87" fmla="*/ 364782 h 417767"/>
                  <a:gd name="connsiteX88" fmla="*/ 589523 w 659637"/>
                  <a:gd name="connsiteY88" fmla="*/ 364782 h 417767"/>
                  <a:gd name="connsiteX89" fmla="*/ 591688 w 659637"/>
                  <a:gd name="connsiteY89" fmla="*/ 362617 h 417767"/>
                  <a:gd name="connsiteX90" fmla="*/ 591688 w 659637"/>
                  <a:gd name="connsiteY90" fmla="*/ 260034 h 417767"/>
                  <a:gd name="connsiteX91" fmla="*/ 589523 w 659637"/>
                  <a:gd name="connsiteY91" fmla="*/ 257822 h 417767"/>
                  <a:gd name="connsiteX92" fmla="*/ 486940 w 659637"/>
                  <a:gd name="connsiteY92" fmla="*/ 257822 h 417767"/>
                  <a:gd name="connsiteX93" fmla="*/ 484776 w 659637"/>
                  <a:gd name="connsiteY93" fmla="*/ 260034 h 417767"/>
                  <a:gd name="connsiteX94" fmla="*/ 484776 w 659637"/>
                  <a:gd name="connsiteY94" fmla="*/ 362617 h 417767"/>
                  <a:gd name="connsiteX95" fmla="*/ 486940 w 659637"/>
                  <a:gd name="connsiteY95" fmla="*/ 364782 h 417767"/>
                  <a:gd name="connsiteX96" fmla="*/ 554325 w 659637"/>
                  <a:gd name="connsiteY96" fmla="*/ 364782 h 417767"/>
                  <a:gd name="connsiteX97" fmla="*/ 554325 w 659637"/>
                  <a:gd name="connsiteY97" fmla="*/ 378899 h 417767"/>
                  <a:gd name="connsiteX98" fmla="*/ 486940 w 659637"/>
                  <a:gd name="connsiteY98" fmla="*/ 378899 h 417767"/>
                  <a:gd name="connsiteX99" fmla="*/ 470659 w 659637"/>
                  <a:gd name="connsiteY99" fmla="*/ 362617 h 417767"/>
                  <a:gd name="connsiteX100" fmla="*/ 470659 w 659637"/>
                  <a:gd name="connsiteY100" fmla="*/ 260034 h 417767"/>
                  <a:gd name="connsiteX101" fmla="*/ 486940 w 659637"/>
                  <a:gd name="connsiteY101" fmla="*/ 243753 h 417767"/>
                  <a:gd name="connsiteX102" fmla="*/ 589523 w 659637"/>
                  <a:gd name="connsiteY102" fmla="*/ 243753 h 417767"/>
                  <a:gd name="connsiteX103" fmla="*/ 605805 w 659637"/>
                  <a:gd name="connsiteY103" fmla="*/ 260034 h 417767"/>
                  <a:gd name="connsiteX104" fmla="*/ 605805 w 659637"/>
                  <a:gd name="connsiteY104" fmla="*/ 362617 h 417767"/>
                  <a:gd name="connsiteX105" fmla="*/ 605805 w 659637"/>
                  <a:gd name="connsiteY105" fmla="*/ 173874 h 417767"/>
                  <a:gd name="connsiteX106" fmla="*/ 589523 w 659637"/>
                  <a:gd name="connsiteY106" fmla="*/ 190155 h 417767"/>
                  <a:gd name="connsiteX107" fmla="*/ 589523 w 659637"/>
                  <a:gd name="connsiteY107" fmla="*/ 176038 h 417767"/>
                  <a:gd name="connsiteX108" fmla="*/ 589523 w 659637"/>
                  <a:gd name="connsiteY108" fmla="*/ 176038 h 417767"/>
                  <a:gd name="connsiteX109" fmla="*/ 591688 w 659637"/>
                  <a:gd name="connsiteY109" fmla="*/ 173827 h 417767"/>
                  <a:gd name="connsiteX110" fmla="*/ 591688 w 659637"/>
                  <a:gd name="connsiteY110" fmla="*/ 71291 h 417767"/>
                  <a:gd name="connsiteX111" fmla="*/ 589523 w 659637"/>
                  <a:gd name="connsiteY111" fmla="*/ 69079 h 417767"/>
                  <a:gd name="connsiteX112" fmla="*/ 486940 w 659637"/>
                  <a:gd name="connsiteY112" fmla="*/ 69079 h 417767"/>
                  <a:gd name="connsiteX113" fmla="*/ 484776 w 659637"/>
                  <a:gd name="connsiteY113" fmla="*/ 71291 h 417767"/>
                  <a:gd name="connsiteX114" fmla="*/ 484776 w 659637"/>
                  <a:gd name="connsiteY114" fmla="*/ 173827 h 417767"/>
                  <a:gd name="connsiteX115" fmla="*/ 486940 w 659637"/>
                  <a:gd name="connsiteY115" fmla="*/ 176038 h 417767"/>
                  <a:gd name="connsiteX116" fmla="*/ 554325 w 659637"/>
                  <a:gd name="connsiteY116" fmla="*/ 176038 h 417767"/>
                  <a:gd name="connsiteX117" fmla="*/ 554325 w 659637"/>
                  <a:gd name="connsiteY117" fmla="*/ 190155 h 417767"/>
                  <a:gd name="connsiteX118" fmla="*/ 486940 w 659637"/>
                  <a:gd name="connsiteY118" fmla="*/ 190155 h 417767"/>
                  <a:gd name="connsiteX119" fmla="*/ 470659 w 659637"/>
                  <a:gd name="connsiteY119" fmla="*/ 173874 h 417767"/>
                  <a:gd name="connsiteX120" fmla="*/ 470659 w 659637"/>
                  <a:gd name="connsiteY120" fmla="*/ 71338 h 417767"/>
                  <a:gd name="connsiteX121" fmla="*/ 486940 w 659637"/>
                  <a:gd name="connsiteY121" fmla="*/ 55056 h 417767"/>
                  <a:gd name="connsiteX122" fmla="*/ 589523 w 659637"/>
                  <a:gd name="connsiteY122" fmla="*/ 55056 h 417767"/>
                  <a:gd name="connsiteX123" fmla="*/ 605805 w 659637"/>
                  <a:gd name="connsiteY123" fmla="*/ 71338 h 417767"/>
                  <a:gd name="connsiteX124" fmla="*/ 605805 w 659637"/>
                  <a:gd name="connsiteY124" fmla="*/ 173874 h 417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659637" h="417767">
                    <a:moveTo>
                      <a:pt x="0" y="0"/>
                    </a:moveTo>
                    <a:lnTo>
                      <a:pt x="0" y="397251"/>
                    </a:lnTo>
                    <a:cubicBezTo>
                      <a:pt x="0" y="408450"/>
                      <a:pt x="7482" y="417767"/>
                      <a:pt x="18681" y="417767"/>
                    </a:cubicBezTo>
                    <a:lnTo>
                      <a:pt x="639074" y="417767"/>
                    </a:lnTo>
                    <a:cubicBezTo>
                      <a:pt x="650273" y="417767"/>
                      <a:pt x="659638" y="408450"/>
                      <a:pt x="659638" y="397251"/>
                    </a:cubicBezTo>
                    <a:lnTo>
                      <a:pt x="659638" y="0"/>
                    </a:lnTo>
                    <a:lnTo>
                      <a:pt x="0" y="0"/>
                    </a:lnTo>
                    <a:close/>
                    <a:moveTo>
                      <a:pt x="190767" y="362617"/>
                    </a:moveTo>
                    <a:cubicBezTo>
                      <a:pt x="190767" y="371605"/>
                      <a:pt x="183426" y="378899"/>
                      <a:pt x="174438" y="378899"/>
                    </a:cubicBezTo>
                    <a:lnTo>
                      <a:pt x="174438" y="364782"/>
                    </a:lnTo>
                    <a:cubicBezTo>
                      <a:pt x="175615" y="364782"/>
                      <a:pt x="176650" y="363794"/>
                      <a:pt x="176650" y="362617"/>
                    </a:cubicBezTo>
                    <a:lnTo>
                      <a:pt x="176650" y="260034"/>
                    </a:lnTo>
                    <a:cubicBezTo>
                      <a:pt x="176650" y="258811"/>
                      <a:pt x="175662" y="257822"/>
                      <a:pt x="174438" y="257822"/>
                    </a:cubicBezTo>
                    <a:lnTo>
                      <a:pt x="71855" y="257822"/>
                    </a:lnTo>
                    <a:cubicBezTo>
                      <a:pt x="70632" y="257822"/>
                      <a:pt x="69691" y="258811"/>
                      <a:pt x="69691" y="260034"/>
                    </a:cubicBezTo>
                    <a:lnTo>
                      <a:pt x="69691" y="362617"/>
                    </a:lnTo>
                    <a:cubicBezTo>
                      <a:pt x="69691" y="363841"/>
                      <a:pt x="70679" y="364782"/>
                      <a:pt x="71855" y="364782"/>
                    </a:cubicBezTo>
                    <a:lnTo>
                      <a:pt x="139240" y="364782"/>
                    </a:lnTo>
                    <a:lnTo>
                      <a:pt x="139240" y="378899"/>
                    </a:lnTo>
                    <a:lnTo>
                      <a:pt x="71855" y="378899"/>
                    </a:lnTo>
                    <a:cubicBezTo>
                      <a:pt x="62867" y="378899"/>
                      <a:pt x="55574" y="371605"/>
                      <a:pt x="55574" y="362617"/>
                    </a:cubicBezTo>
                    <a:lnTo>
                      <a:pt x="55574" y="260034"/>
                    </a:lnTo>
                    <a:cubicBezTo>
                      <a:pt x="55574" y="251046"/>
                      <a:pt x="62867" y="243753"/>
                      <a:pt x="71855" y="243753"/>
                    </a:cubicBezTo>
                    <a:lnTo>
                      <a:pt x="174438" y="243753"/>
                    </a:lnTo>
                    <a:cubicBezTo>
                      <a:pt x="183426" y="243753"/>
                      <a:pt x="190767" y="251046"/>
                      <a:pt x="190767" y="260034"/>
                    </a:cubicBezTo>
                    <a:lnTo>
                      <a:pt x="190767" y="362617"/>
                    </a:lnTo>
                    <a:close/>
                    <a:moveTo>
                      <a:pt x="190767" y="173874"/>
                    </a:moveTo>
                    <a:cubicBezTo>
                      <a:pt x="190767" y="182861"/>
                      <a:pt x="183426" y="190155"/>
                      <a:pt x="174438" y="190155"/>
                    </a:cubicBezTo>
                    <a:lnTo>
                      <a:pt x="174438" y="176038"/>
                    </a:lnTo>
                    <a:cubicBezTo>
                      <a:pt x="175662" y="176038"/>
                      <a:pt x="176650" y="175050"/>
                      <a:pt x="176650" y="173827"/>
                    </a:cubicBezTo>
                    <a:lnTo>
                      <a:pt x="176650" y="71291"/>
                    </a:lnTo>
                    <a:cubicBezTo>
                      <a:pt x="176650" y="70067"/>
                      <a:pt x="175662" y="69079"/>
                      <a:pt x="174438" y="69079"/>
                    </a:cubicBezTo>
                    <a:lnTo>
                      <a:pt x="71855" y="69079"/>
                    </a:lnTo>
                    <a:cubicBezTo>
                      <a:pt x="70632" y="69079"/>
                      <a:pt x="69691" y="70067"/>
                      <a:pt x="69691" y="71291"/>
                    </a:cubicBezTo>
                    <a:lnTo>
                      <a:pt x="69691" y="173827"/>
                    </a:lnTo>
                    <a:cubicBezTo>
                      <a:pt x="69691" y="175050"/>
                      <a:pt x="70679" y="176038"/>
                      <a:pt x="71855" y="176038"/>
                    </a:cubicBezTo>
                    <a:lnTo>
                      <a:pt x="139240" y="176038"/>
                    </a:lnTo>
                    <a:lnTo>
                      <a:pt x="139240" y="190155"/>
                    </a:lnTo>
                    <a:lnTo>
                      <a:pt x="71855" y="190155"/>
                    </a:lnTo>
                    <a:cubicBezTo>
                      <a:pt x="62867" y="190155"/>
                      <a:pt x="55574" y="182861"/>
                      <a:pt x="55574" y="173874"/>
                    </a:cubicBezTo>
                    <a:lnTo>
                      <a:pt x="55574" y="71338"/>
                    </a:lnTo>
                    <a:cubicBezTo>
                      <a:pt x="55574" y="62350"/>
                      <a:pt x="62867" y="55056"/>
                      <a:pt x="71855" y="55056"/>
                    </a:cubicBezTo>
                    <a:lnTo>
                      <a:pt x="174438" y="55056"/>
                    </a:lnTo>
                    <a:cubicBezTo>
                      <a:pt x="183426" y="55056"/>
                      <a:pt x="190767" y="62350"/>
                      <a:pt x="190767" y="71338"/>
                    </a:cubicBezTo>
                    <a:lnTo>
                      <a:pt x="190767" y="173874"/>
                    </a:lnTo>
                    <a:close/>
                    <a:moveTo>
                      <a:pt x="398286" y="362617"/>
                    </a:moveTo>
                    <a:cubicBezTo>
                      <a:pt x="398286" y="371605"/>
                      <a:pt x="390992" y="378899"/>
                      <a:pt x="382004" y="378899"/>
                    </a:cubicBezTo>
                    <a:lnTo>
                      <a:pt x="382004" y="364782"/>
                    </a:lnTo>
                    <a:cubicBezTo>
                      <a:pt x="382004" y="364782"/>
                      <a:pt x="382004" y="364782"/>
                      <a:pt x="382004" y="364782"/>
                    </a:cubicBezTo>
                    <a:cubicBezTo>
                      <a:pt x="383228" y="364782"/>
                      <a:pt x="384169" y="363794"/>
                      <a:pt x="384169" y="362617"/>
                    </a:cubicBezTo>
                    <a:lnTo>
                      <a:pt x="384169" y="260034"/>
                    </a:lnTo>
                    <a:cubicBezTo>
                      <a:pt x="384169" y="258811"/>
                      <a:pt x="383181" y="257822"/>
                      <a:pt x="382004" y="257822"/>
                    </a:cubicBezTo>
                    <a:lnTo>
                      <a:pt x="279421" y="257822"/>
                    </a:lnTo>
                    <a:cubicBezTo>
                      <a:pt x="278198" y="257822"/>
                      <a:pt x="277210" y="258811"/>
                      <a:pt x="277210" y="260034"/>
                    </a:cubicBezTo>
                    <a:lnTo>
                      <a:pt x="277210" y="362617"/>
                    </a:lnTo>
                    <a:cubicBezTo>
                      <a:pt x="277210" y="363841"/>
                      <a:pt x="278198" y="364782"/>
                      <a:pt x="279421" y="364782"/>
                    </a:cubicBezTo>
                    <a:lnTo>
                      <a:pt x="346806" y="364782"/>
                    </a:lnTo>
                    <a:lnTo>
                      <a:pt x="346806" y="378899"/>
                    </a:lnTo>
                    <a:lnTo>
                      <a:pt x="279421" y="378899"/>
                    </a:lnTo>
                    <a:cubicBezTo>
                      <a:pt x="270434" y="378899"/>
                      <a:pt x="263093" y="371605"/>
                      <a:pt x="263093" y="362617"/>
                    </a:cubicBezTo>
                    <a:lnTo>
                      <a:pt x="263093" y="260034"/>
                    </a:lnTo>
                    <a:cubicBezTo>
                      <a:pt x="263093" y="251046"/>
                      <a:pt x="270434" y="243753"/>
                      <a:pt x="279421" y="243753"/>
                    </a:cubicBezTo>
                    <a:lnTo>
                      <a:pt x="382004" y="243753"/>
                    </a:lnTo>
                    <a:cubicBezTo>
                      <a:pt x="390992" y="243753"/>
                      <a:pt x="398286" y="251046"/>
                      <a:pt x="398286" y="260034"/>
                    </a:cubicBezTo>
                    <a:lnTo>
                      <a:pt x="398286" y="362617"/>
                    </a:lnTo>
                    <a:close/>
                    <a:moveTo>
                      <a:pt x="398286" y="173874"/>
                    </a:moveTo>
                    <a:cubicBezTo>
                      <a:pt x="398286" y="182861"/>
                      <a:pt x="390992" y="190155"/>
                      <a:pt x="382004" y="190155"/>
                    </a:cubicBezTo>
                    <a:lnTo>
                      <a:pt x="382004" y="176038"/>
                    </a:lnTo>
                    <a:cubicBezTo>
                      <a:pt x="382004" y="176038"/>
                      <a:pt x="382004" y="176038"/>
                      <a:pt x="382004" y="176038"/>
                    </a:cubicBezTo>
                    <a:cubicBezTo>
                      <a:pt x="383228" y="176038"/>
                      <a:pt x="384169" y="175050"/>
                      <a:pt x="384169" y="173827"/>
                    </a:cubicBezTo>
                    <a:lnTo>
                      <a:pt x="384169" y="71291"/>
                    </a:lnTo>
                    <a:cubicBezTo>
                      <a:pt x="384169" y="70067"/>
                      <a:pt x="383181" y="69079"/>
                      <a:pt x="382004" y="69079"/>
                    </a:cubicBezTo>
                    <a:lnTo>
                      <a:pt x="279421" y="69079"/>
                    </a:lnTo>
                    <a:cubicBezTo>
                      <a:pt x="278198" y="69079"/>
                      <a:pt x="277210" y="70067"/>
                      <a:pt x="277210" y="71291"/>
                    </a:cubicBezTo>
                    <a:lnTo>
                      <a:pt x="277210" y="173827"/>
                    </a:lnTo>
                    <a:cubicBezTo>
                      <a:pt x="277210" y="175050"/>
                      <a:pt x="278198" y="176038"/>
                      <a:pt x="279421" y="176038"/>
                    </a:cubicBezTo>
                    <a:lnTo>
                      <a:pt x="346806" y="176038"/>
                    </a:lnTo>
                    <a:lnTo>
                      <a:pt x="346806" y="190155"/>
                    </a:lnTo>
                    <a:lnTo>
                      <a:pt x="279421" y="190155"/>
                    </a:lnTo>
                    <a:cubicBezTo>
                      <a:pt x="270434" y="190155"/>
                      <a:pt x="263093" y="182861"/>
                      <a:pt x="263093" y="173874"/>
                    </a:cubicBezTo>
                    <a:lnTo>
                      <a:pt x="263093" y="71338"/>
                    </a:lnTo>
                    <a:cubicBezTo>
                      <a:pt x="263093" y="62350"/>
                      <a:pt x="270434" y="55056"/>
                      <a:pt x="279421" y="55056"/>
                    </a:cubicBezTo>
                    <a:lnTo>
                      <a:pt x="382004" y="55056"/>
                    </a:lnTo>
                    <a:cubicBezTo>
                      <a:pt x="390992" y="55056"/>
                      <a:pt x="398286" y="62350"/>
                      <a:pt x="398286" y="71338"/>
                    </a:cubicBezTo>
                    <a:lnTo>
                      <a:pt x="398286" y="173874"/>
                    </a:lnTo>
                    <a:close/>
                    <a:moveTo>
                      <a:pt x="605805" y="362617"/>
                    </a:moveTo>
                    <a:cubicBezTo>
                      <a:pt x="605805" y="371605"/>
                      <a:pt x="598511" y="378899"/>
                      <a:pt x="589523" y="378899"/>
                    </a:cubicBezTo>
                    <a:lnTo>
                      <a:pt x="589523" y="364782"/>
                    </a:lnTo>
                    <a:cubicBezTo>
                      <a:pt x="589523" y="364782"/>
                      <a:pt x="589523" y="364782"/>
                      <a:pt x="589523" y="364782"/>
                    </a:cubicBezTo>
                    <a:cubicBezTo>
                      <a:pt x="590747" y="364782"/>
                      <a:pt x="591688" y="363794"/>
                      <a:pt x="591688" y="362617"/>
                    </a:cubicBezTo>
                    <a:lnTo>
                      <a:pt x="591688" y="260034"/>
                    </a:lnTo>
                    <a:cubicBezTo>
                      <a:pt x="591688" y="258811"/>
                      <a:pt x="590700" y="257822"/>
                      <a:pt x="589523" y="257822"/>
                    </a:cubicBezTo>
                    <a:lnTo>
                      <a:pt x="486940" y="257822"/>
                    </a:lnTo>
                    <a:cubicBezTo>
                      <a:pt x="485717" y="257822"/>
                      <a:pt x="484776" y="258811"/>
                      <a:pt x="484776" y="260034"/>
                    </a:cubicBezTo>
                    <a:lnTo>
                      <a:pt x="484776" y="362617"/>
                    </a:lnTo>
                    <a:cubicBezTo>
                      <a:pt x="484776" y="363841"/>
                      <a:pt x="485764" y="364782"/>
                      <a:pt x="486940" y="364782"/>
                    </a:cubicBezTo>
                    <a:lnTo>
                      <a:pt x="554325" y="364782"/>
                    </a:lnTo>
                    <a:lnTo>
                      <a:pt x="554325" y="378899"/>
                    </a:lnTo>
                    <a:lnTo>
                      <a:pt x="486940" y="378899"/>
                    </a:lnTo>
                    <a:cubicBezTo>
                      <a:pt x="477953" y="378899"/>
                      <a:pt x="470659" y="371605"/>
                      <a:pt x="470659" y="362617"/>
                    </a:cubicBezTo>
                    <a:lnTo>
                      <a:pt x="470659" y="260034"/>
                    </a:lnTo>
                    <a:cubicBezTo>
                      <a:pt x="470659" y="251046"/>
                      <a:pt x="477953" y="243753"/>
                      <a:pt x="486940" y="243753"/>
                    </a:cubicBezTo>
                    <a:lnTo>
                      <a:pt x="589523" y="243753"/>
                    </a:lnTo>
                    <a:cubicBezTo>
                      <a:pt x="598511" y="243753"/>
                      <a:pt x="605805" y="251046"/>
                      <a:pt x="605805" y="260034"/>
                    </a:cubicBezTo>
                    <a:lnTo>
                      <a:pt x="605805" y="362617"/>
                    </a:lnTo>
                    <a:close/>
                    <a:moveTo>
                      <a:pt x="605805" y="173874"/>
                    </a:moveTo>
                    <a:cubicBezTo>
                      <a:pt x="605805" y="182861"/>
                      <a:pt x="598511" y="190155"/>
                      <a:pt x="589523" y="190155"/>
                    </a:cubicBezTo>
                    <a:lnTo>
                      <a:pt x="589523" y="176038"/>
                    </a:lnTo>
                    <a:cubicBezTo>
                      <a:pt x="589523" y="176038"/>
                      <a:pt x="589523" y="176038"/>
                      <a:pt x="589523" y="176038"/>
                    </a:cubicBezTo>
                    <a:cubicBezTo>
                      <a:pt x="590747" y="176038"/>
                      <a:pt x="591688" y="175050"/>
                      <a:pt x="591688" y="173827"/>
                    </a:cubicBezTo>
                    <a:lnTo>
                      <a:pt x="591688" y="71291"/>
                    </a:lnTo>
                    <a:cubicBezTo>
                      <a:pt x="591688" y="70067"/>
                      <a:pt x="590700" y="69079"/>
                      <a:pt x="589523" y="69079"/>
                    </a:cubicBezTo>
                    <a:lnTo>
                      <a:pt x="486940" y="69079"/>
                    </a:lnTo>
                    <a:cubicBezTo>
                      <a:pt x="485717" y="69079"/>
                      <a:pt x="484776" y="70067"/>
                      <a:pt x="484776" y="71291"/>
                    </a:cubicBezTo>
                    <a:lnTo>
                      <a:pt x="484776" y="173827"/>
                    </a:lnTo>
                    <a:cubicBezTo>
                      <a:pt x="484776" y="175050"/>
                      <a:pt x="485764" y="176038"/>
                      <a:pt x="486940" y="176038"/>
                    </a:cubicBezTo>
                    <a:lnTo>
                      <a:pt x="554325" y="176038"/>
                    </a:lnTo>
                    <a:lnTo>
                      <a:pt x="554325" y="190155"/>
                    </a:lnTo>
                    <a:lnTo>
                      <a:pt x="486940" y="190155"/>
                    </a:lnTo>
                    <a:cubicBezTo>
                      <a:pt x="477953" y="190155"/>
                      <a:pt x="470659" y="182861"/>
                      <a:pt x="470659" y="173874"/>
                    </a:cubicBezTo>
                    <a:lnTo>
                      <a:pt x="470659" y="71338"/>
                    </a:lnTo>
                    <a:cubicBezTo>
                      <a:pt x="470659" y="62350"/>
                      <a:pt x="477953" y="55056"/>
                      <a:pt x="486940" y="55056"/>
                    </a:cubicBezTo>
                    <a:lnTo>
                      <a:pt x="589523" y="55056"/>
                    </a:lnTo>
                    <a:cubicBezTo>
                      <a:pt x="598511" y="55056"/>
                      <a:pt x="605805" y="62350"/>
                      <a:pt x="605805" y="71338"/>
                    </a:cubicBezTo>
                    <a:lnTo>
                      <a:pt x="605805" y="173874"/>
                    </a:lnTo>
                    <a:close/>
                  </a:path>
                </a:pathLst>
              </a:custGeom>
              <a:solidFill>
                <a:schemeClr val="bg1"/>
              </a:solidFill>
              <a:ln w="0" cap="flat">
                <a:noFill/>
                <a:prstDash val="solid"/>
                <a:miter/>
              </a:ln>
            </p:spPr>
            <p:txBody>
              <a:bodyPr rtlCol="0" anchor="ctr"/>
              <a:lstStyle/>
              <a:p>
                <a:endParaRPr lang="en-US"/>
              </a:p>
            </p:txBody>
          </p:sp>
        </p:grpSp>
      </p:grpSp>
      <p:grpSp>
        <p:nvGrpSpPr>
          <p:cNvPr id="63" name="Group 62">
            <a:extLst>
              <a:ext uri="{FF2B5EF4-FFF2-40B4-BE49-F238E27FC236}">
                <a16:creationId xmlns:a16="http://schemas.microsoft.com/office/drawing/2014/main" id="{CA2CB493-D796-D931-AB64-A9CC85F97E22}"/>
              </a:ext>
            </a:extLst>
          </p:cNvPr>
          <p:cNvGrpSpPr/>
          <p:nvPr/>
        </p:nvGrpSpPr>
        <p:grpSpPr>
          <a:xfrm>
            <a:off x="5558449" y="2419649"/>
            <a:ext cx="1096994" cy="1096994"/>
            <a:chOff x="10678934" y="2782111"/>
            <a:chExt cx="1096994" cy="1096994"/>
          </a:xfrm>
        </p:grpSpPr>
        <p:sp>
          <p:nvSpPr>
            <p:cNvPr id="61" name="Oval 8">
              <a:extLst>
                <a:ext uri="{FF2B5EF4-FFF2-40B4-BE49-F238E27FC236}">
                  <a16:creationId xmlns:a16="http://schemas.microsoft.com/office/drawing/2014/main" id="{97CE6808-B994-845A-9565-1DAECADDA8B2}"/>
                </a:ext>
              </a:extLst>
            </p:cNvPr>
            <p:cNvSpPr>
              <a:spLocks noChangeAspect="1"/>
            </p:cNvSpPr>
            <p:nvPr/>
          </p:nvSpPr>
          <p:spPr bwMode="gray">
            <a:xfrm>
              <a:off x="10678934" y="2782111"/>
              <a:ext cx="1096994" cy="1096994"/>
            </a:xfrm>
            <a:prstGeom prst="ellipse">
              <a:avLst/>
            </a:prstGeom>
            <a:solidFill>
              <a:schemeClr val="accent3"/>
            </a:solidFill>
            <a:ln w="76200">
              <a:noFill/>
            </a:ln>
            <a:effectLst/>
            <a:scene3d>
              <a:camera prst="orthographicFront">
                <a:rot lat="0" lon="0" rev="0"/>
              </a:camera>
              <a:lightRig rig="balanced" dir="t">
                <a:rot lat="0" lon="0" rev="8700000"/>
              </a:lightRig>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lnSpc>
                  <a:spcPct val="90000"/>
                </a:lnSpc>
                <a:spcBef>
                  <a:spcPts val="600"/>
                </a:spcBef>
              </a:pPr>
              <a:endParaRPr lang="en-US" sz="1999" b="1" dirty="0">
                <a:solidFill>
                  <a:prstClr val="white"/>
                </a:solidFill>
                <a:latin typeface="Arial"/>
              </a:endParaRPr>
            </a:p>
          </p:txBody>
        </p:sp>
        <p:pic>
          <p:nvPicPr>
            <p:cNvPr id="62" name="Graphic 61">
              <a:extLst>
                <a:ext uri="{FF2B5EF4-FFF2-40B4-BE49-F238E27FC236}">
                  <a16:creationId xmlns:a16="http://schemas.microsoft.com/office/drawing/2014/main" id="{A62CDCC6-4A0A-4FD6-457D-3F48436321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56922" y="2960099"/>
              <a:ext cx="741017" cy="741017"/>
            </a:xfrm>
            <a:prstGeom prst="rect">
              <a:avLst/>
            </a:prstGeom>
          </p:spPr>
        </p:pic>
      </p:grpSp>
      <p:grpSp>
        <p:nvGrpSpPr>
          <p:cNvPr id="78" name="Group 77">
            <a:extLst>
              <a:ext uri="{FF2B5EF4-FFF2-40B4-BE49-F238E27FC236}">
                <a16:creationId xmlns:a16="http://schemas.microsoft.com/office/drawing/2014/main" id="{CF80B15D-0FFC-019F-0CA7-F8CF5418D73E}"/>
              </a:ext>
            </a:extLst>
          </p:cNvPr>
          <p:cNvGrpSpPr/>
          <p:nvPr/>
        </p:nvGrpSpPr>
        <p:grpSpPr>
          <a:xfrm>
            <a:off x="8758849" y="2419648"/>
            <a:ext cx="1096994" cy="1096994"/>
            <a:chOff x="4812627" y="885238"/>
            <a:chExt cx="1096994" cy="1096994"/>
          </a:xfrm>
        </p:grpSpPr>
        <p:sp>
          <p:nvSpPr>
            <p:cNvPr id="75" name="Oval 4">
              <a:extLst>
                <a:ext uri="{FF2B5EF4-FFF2-40B4-BE49-F238E27FC236}">
                  <a16:creationId xmlns:a16="http://schemas.microsoft.com/office/drawing/2014/main" id="{B4D7DD22-7643-4ED8-59DD-3F0C222380FD}"/>
                </a:ext>
              </a:extLst>
            </p:cNvPr>
            <p:cNvSpPr>
              <a:spLocks noChangeAspect="1"/>
            </p:cNvSpPr>
            <p:nvPr/>
          </p:nvSpPr>
          <p:spPr bwMode="gray">
            <a:xfrm>
              <a:off x="4812627" y="885238"/>
              <a:ext cx="1096994" cy="1096994"/>
            </a:xfrm>
            <a:prstGeom prst="ellipse">
              <a:avLst/>
            </a:prstGeom>
            <a:solidFill>
              <a:schemeClr val="accent2"/>
            </a:solidFill>
            <a:ln w="76200">
              <a:noFill/>
            </a:ln>
            <a:effectLst/>
            <a:scene3d>
              <a:camera prst="orthographicFront">
                <a:rot lat="0" lon="0" rev="0"/>
              </a:camera>
              <a:lightRig rig="balanced" dir="t">
                <a:rot lat="0" lon="0" rev="8700000"/>
              </a:lightRig>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lnSpc>
                  <a:spcPct val="90000"/>
                </a:lnSpc>
                <a:spcBef>
                  <a:spcPts val="600"/>
                </a:spcBef>
              </a:pPr>
              <a:endParaRPr lang="en-US" sz="1999" b="1" dirty="0">
                <a:solidFill>
                  <a:prstClr val="white"/>
                </a:solidFill>
                <a:latin typeface="Arial"/>
              </a:endParaRPr>
            </a:p>
          </p:txBody>
        </p:sp>
        <p:pic>
          <p:nvPicPr>
            <p:cNvPr id="76" name="Graphic 75">
              <a:extLst>
                <a:ext uri="{FF2B5EF4-FFF2-40B4-BE49-F238E27FC236}">
                  <a16:creationId xmlns:a16="http://schemas.microsoft.com/office/drawing/2014/main" id="{960DF46E-0745-F6C9-8689-ED4AA7497DB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17728" y="990339"/>
              <a:ext cx="886791" cy="886791"/>
            </a:xfrm>
            <a:prstGeom prst="rect">
              <a:avLst/>
            </a:prstGeom>
          </p:spPr>
        </p:pic>
      </p:grpSp>
    </p:spTree>
    <p:extLst>
      <p:ext uri="{BB962C8B-B14F-4D97-AF65-F5344CB8AC3E}">
        <p14:creationId xmlns:p14="http://schemas.microsoft.com/office/powerpoint/2010/main" val="3865386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256E8-6E55-A20F-AB25-35A69F69F45E}"/>
              </a:ext>
            </a:extLst>
          </p:cNvPr>
          <p:cNvSpPr>
            <a:spLocks noGrp="1"/>
          </p:cNvSpPr>
          <p:nvPr>
            <p:ph type="title"/>
          </p:nvPr>
        </p:nvSpPr>
        <p:spPr/>
        <p:txBody>
          <a:bodyPr/>
          <a:lstStyle/>
          <a:p>
            <a:r>
              <a:rPr lang="en-US" dirty="0"/>
              <a:t>Preserve Workload Performance during Host Maintenance </a:t>
            </a:r>
          </a:p>
        </p:txBody>
      </p:sp>
      <p:sp>
        <p:nvSpPr>
          <p:cNvPr id="3" name="Subtitle 2">
            <a:extLst>
              <a:ext uri="{FF2B5EF4-FFF2-40B4-BE49-F238E27FC236}">
                <a16:creationId xmlns:a16="http://schemas.microsoft.com/office/drawing/2014/main" id="{38636098-ADAE-0071-5D59-9A32FBCD01C2}"/>
              </a:ext>
            </a:extLst>
          </p:cNvPr>
          <p:cNvSpPr>
            <a:spLocks noGrp="1"/>
          </p:cNvSpPr>
          <p:nvPr>
            <p:ph type="subTitle" idx="10"/>
          </p:nvPr>
        </p:nvSpPr>
        <p:spPr/>
        <p:txBody>
          <a:bodyPr/>
          <a:lstStyle/>
          <a:p>
            <a:r>
              <a:rPr lang="en-US" dirty="0"/>
              <a:t>vSphere DRS Optimized Maintenance Mode Evacuation</a:t>
            </a:r>
          </a:p>
        </p:txBody>
      </p:sp>
      <p:sp>
        <p:nvSpPr>
          <p:cNvPr id="4" name="Text Placeholder 3">
            <a:extLst>
              <a:ext uri="{FF2B5EF4-FFF2-40B4-BE49-F238E27FC236}">
                <a16:creationId xmlns:a16="http://schemas.microsoft.com/office/drawing/2014/main" id="{AE12891A-6FCD-86A9-62B4-D6D2549570A2}"/>
              </a:ext>
            </a:extLst>
          </p:cNvPr>
          <p:cNvSpPr>
            <a:spLocks noGrp="1"/>
          </p:cNvSpPr>
          <p:nvPr>
            <p:ph type="body" sz="quarter" idx="17"/>
          </p:nvPr>
        </p:nvSpPr>
        <p:spPr/>
        <p:txBody>
          <a:bodyPr/>
          <a:lstStyle/>
          <a:p>
            <a:pPr>
              <a:buNone/>
            </a:pPr>
            <a:r>
              <a:rPr lang="en-US" dirty="0"/>
              <a:t>Delay evacuation if VM compute demand cannot be met</a:t>
            </a:r>
          </a:p>
          <a:p>
            <a:pPr>
              <a:buNone/>
            </a:pPr>
            <a:endParaRPr lang="en-US" dirty="0"/>
          </a:p>
          <a:p>
            <a:pPr>
              <a:buNone/>
            </a:pPr>
            <a:r>
              <a:rPr lang="en-US" dirty="0"/>
              <a:t>DRS re-balances remaining capacity to make space</a:t>
            </a:r>
          </a:p>
          <a:p>
            <a:pPr>
              <a:buNone/>
            </a:pPr>
            <a:endParaRPr lang="en-US" dirty="0"/>
          </a:p>
          <a:p>
            <a:pPr>
              <a:buNone/>
            </a:pPr>
            <a:r>
              <a:rPr lang="en-US" dirty="0"/>
              <a:t>Avoids resource contention during maintenance</a:t>
            </a:r>
          </a:p>
        </p:txBody>
      </p:sp>
      <p:pic>
        <p:nvPicPr>
          <p:cNvPr id="5" name="Graphic 4">
            <a:extLst>
              <a:ext uri="{FF2B5EF4-FFF2-40B4-BE49-F238E27FC236}">
                <a16:creationId xmlns:a16="http://schemas.microsoft.com/office/drawing/2014/main" id="{530990F3-62FF-283E-2EAE-8672E8BE8894}"/>
              </a:ext>
            </a:extLst>
          </p:cNvPr>
          <p:cNvPicPr>
            <a:picLocks noChangeAspect="1"/>
          </p:cNvPicPr>
          <p:nvPr/>
        </p:nvPicPr>
        <p:blipFill>
          <a:blip>
            <a:extLst>
              <a:ext uri="{96DAC541-7B7A-43D3-8B79-37D633B846F1}">
                <asvg:svgBlip xmlns:asvg="http://schemas.microsoft.com/office/drawing/2016/SVG/main" r:embed="rId3"/>
              </a:ext>
            </a:extLst>
          </a:blip>
          <a:srcRect l="6852" t="68344" r="8642" b="4629"/>
          <a:stretch>
            <a:fillRect/>
          </a:stretch>
        </p:blipFill>
        <p:spPr>
          <a:xfrm>
            <a:off x="3050270" y="5202386"/>
            <a:ext cx="1516283" cy="484938"/>
          </a:xfrm>
          <a:prstGeom prst="rect">
            <a:avLst/>
          </a:prstGeom>
        </p:spPr>
      </p:pic>
      <p:pic>
        <p:nvPicPr>
          <p:cNvPr id="6" name="Graphic 5">
            <a:extLst>
              <a:ext uri="{FF2B5EF4-FFF2-40B4-BE49-F238E27FC236}">
                <a16:creationId xmlns:a16="http://schemas.microsoft.com/office/drawing/2014/main" id="{84BCE1A2-607B-0F41-A1AC-0E0D91EBB3FB}"/>
              </a:ext>
            </a:extLst>
          </p:cNvPr>
          <p:cNvPicPr>
            <a:picLocks noChangeAspect="1"/>
          </p:cNvPicPr>
          <p:nvPr/>
        </p:nvPicPr>
        <p:blipFill>
          <a:blip>
            <a:extLst>
              <a:ext uri="{96DAC541-7B7A-43D3-8B79-37D633B846F1}">
                <asvg:svgBlip xmlns:asvg="http://schemas.microsoft.com/office/drawing/2016/SVG/main" r:embed="rId3"/>
              </a:ext>
            </a:extLst>
          </a:blip>
          <a:srcRect l="6852" t="68344" r="8642" b="4629"/>
          <a:stretch>
            <a:fillRect/>
          </a:stretch>
        </p:blipFill>
        <p:spPr>
          <a:xfrm>
            <a:off x="4749533" y="5202386"/>
            <a:ext cx="1516283" cy="484938"/>
          </a:xfrm>
          <a:prstGeom prst="rect">
            <a:avLst/>
          </a:prstGeom>
        </p:spPr>
      </p:pic>
      <p:pic>
        <p:nvPicPr>
          <p:cNvPr id="7" name="Graphic 6">
            <a:extLst>
              <a:ext uri="{FF2B5EF4-FFF2-40B4-BE49-F238E27FC236}">
                <a16:creationId xmlns:a16="http://schemas.microsoft.com/office/drawing/2014/main" id="{E81462D0-1B74-083A-371A-594A74F40423}"/>
              </a:ext>
            </a:extLst>
          </p:cNvPr>
          <p:cNvPicPr>
            <a:picLocks noChangeAspect="1"/>
          </p:cNvPicPr>
          <p:nvPr/>
        </p:nvPicPr>
        <p:blipFill>
          <a:blip>
            <a:extLst>
              <a:ext uri="{96DAC541-7B7A-43D3-8B79-37D633B846F1}">
                <asvg:svgBlip xmlns:asvg="http://schemas.microsoft.com/office/drawing/2016/SVG/main" r:embed="rId3"/>
              </a:ext>
            </a:extLst>
          </a:blip>
          <a:srcRect l="6852" t="68344" r="8642" b="4629"/>
          <a:stretch>
            <a:fillRect/>
          </a:stretch>
        </p:blipFill>
        <p:spPr>
          <a:xfrm>
            <a:off x="6448796" y="5202386"/>
            <a:ext cx="1516283" cy="484938"/>
          </a:xfrm>
          <a:prstGeom prst="rect">
            <a:avLst/>
          </a:prstGeom>
        </p:spPr>
      </p:pic>
      <p:grpSp>
        <p:nvGrpSpPr>
          <p:cNvPr id="35" name="Group 34">
            <a:extLst>
              <a:ext uri="{FF2B5EF4-FFF2-40B4-BE49-F238E27FC236}">
                <a16:creationId xmlns:a16="http://schemas.microsoft.com/office/drawing/2014/main" id="{93A7D1B6-B8EF-6E42-3C55-E995CBE37E0B}"/>
              </a:ext>
            </a:extLst>
          </p:cNvPr>
          <p:cNvGrpSpPr/>
          <p:nvPr/>
        </p:nvGrpSpPr>
        <p:grpSpPr>
          <a:xfrm>
            <a:off x="3409978" y="4312414"/>
            <a:ext cx="796909" cy="797468"/>
            <a:chOff x="1519108" y="4312847"/>
            <a:chExt cx="796909" cy="797468"/>
          </a:xfrm>
          <a:solidFill>
            <a:schemeClr val="accent5"/>
          </a:solidFill>
        </p:grpSpPr>
        <p:grpSp>
          <p:nvGrpSpPr>
            <p:cNvPr id="9" name="Graphic 339">
              <a:extLst>
                <a:ext uri="{FF2B5EF4-FFF2-40B4-BE49-F238E27FC236}">
                  <a16:creationId xmlns:a16="http://schemas.microsoft.com/office/drawing/2014/main" id="{4CB32745-9E0F-5029-71A4-ACCB345D211A}"/>
                </a:ext>
              </a:extLst>
            </p:cNvPr>
            <p:cNvGrpSpPr>
              <a:grpSpLocks noChangeAspect="1"/>
            </p:cNvGrpSpPr>
            <p:nvPr/>
          </p:nvGrpSpPr>
          <p:grpSpPr>
            <a:xfrm>
              <a:off x="1519108" y="4312847"/>
              <a:ext cx="796909" cy="797468"/>
              <a:chOff x="658852" y="4954224"/>
              <a:chExt cx="583799" cy="584209"/>
            </a:xfrm>
            <a:grpFill/>
          </p:grpSpPr>
          <p:sp>
            <p:nvSpPr>
              <p:cNvPr id="10" name="Freeform 9">
                <a:extLst>
                  <a:ext uri="{FF2B5EF4-FFF2-40B4-BE49-F238E27FC236}">
                    <a16:creationId xmlns:a16="http://schemas.microsoft.com/office/drawing/2014/main" id="{84814AD1-7079-F13F-8E78-BE5D782ADA55}"/>
                  </a:ext>
                </a:extLst>
              </p:cNvPr>
              <p:cNvSpPr/>
              <p:nvPr/>
            </p:nvSpPr>
            <p:spPr>
              <a:xfrm>
                <a:off x="658852" y="4954224"/>
                <a:ext cx="583799" cy="584209"/>
              </a:xfrm>
              <a:custGeom>
                <a:avLst/>
                <a:gdLst>
                  <a:gd name="connsiteX0" fmla="*/ 491426 w 583799"/>
                  <a:gd name="connsiteY0" fmla="*/ 584210 h 584209"/>
                  <a:gd name="connsiteX1" fmla="*/ 0 w 583799"/>
                  <a:gd name="connsiteY1" fmla="*/ 584210 h 584209"/>
                  <a:gd name="connsiteX2" fmla="*/ 0 w 583799"/>
                  <a:gd name="connsiteY2" fmla="*/ 0 h 584209"/>
                  <a:gd name="connsiteX3" fmla="*/ 583799 w 583799"/>
                  <a:gd name="connsiteY3" fmla="*/ 0 h 584209"/>
                  <a:gd name="connsiteX4" fmla="*/ 583799 w 583799"/>
                  <a:gd name="connsiteY4" fmla="*/ 566146 h 584209"/>
                  <a:gd name="connsiteX5" fmla="*/ 542745 w 583799"/>
                  <a:gd name="connsiteY5" fmla="*/ 566146 h 584209"/>
                  <a:gd name="connsiteX6" fmla="*/ 542745 w 583799"/>
                  <a:gd name="connsiteY6" fmla="*/ 41055 h 584209"/>
                  <a:gd name="connsiteX7" fmla="*/ 41055 w 583799"/>
                  <a:gd name="connsiteY7" fmla="*/ 41055 h 584209"/>
                  <a:gd name="connsiteX8" fmla="*/ 41055 w 583799"/>
                  <a:gd name="connsiteY8" fmla="*/ 543155 h 584209"/>
                  <a:gd name="connsiteX9" fmla="*/ 491426 w 583799"/>
                  <a:gd name="connsiteY9" fmla="*/ 543155 h 584209"/>
                  <a:gd name="connsiteX10" fmla="*/ 491426 w 583799"/>
                  <a:gd name="connsiteY10" fmla="*/ 584210 h 584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3799" h="584209">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grpFill/>
              <a:ln w="0" cap="flat">
                <a:noFill/>
                <a:prstDash val="solid"/>
                <a:miter/>
              </a:ln>
            </p:spPr>
            <p:txBody>
              <a:bodyPr rtlCol="0" anchor="ctr"/>
              <a:lstStyle/>
              <a:p>
                <a:endParaRPr lang="en-US"/>
              </a:p>
            </p:txBody>
          </p:sp>
          <p:grpSp>
            <p:nvGrpSpPr>
              <p:cNvPr id="11" name="Graphic 339">
                <a:extLst>
                  <a:ext uri="{FF2B5EF4-FFF2-40B4-BE49-F238E27FC236}">
                    <a16:creationId xmlns:a16="http://schemas.microsoft.com/office/drawing/2014/main" id="{253C547C-62E8-89E8-91FE-12F26BD5AF33}"/>
                  </a:ext>
                </a:extLst>
              </p:cNvPr>
              <p:cNvGrpSpPr/>
              <p:nvPr/>
            </p:nvGrpSpPr>
            <p:grpSpPr>
              <a:xfrm>
                <a:off x="834156" y="5211637"/>
                <a:ext cx="216358" cy="78004"/>
                <a:chOff x="834156" y="5211637"/>
                <a:chExt cx="216358" cy="78004"/>
              </a:xfrm>
              <a:grpFill/>
            </p:grpSpPr>
            <p:sp>
              <p:nvSpPr>
                <p:cNvPr id="12" name="Freeform 11">
                  <a:extLst>
                    <a:ext uri="{FF2B5EF4-FFF2-40B4-BE49-F238E27FC236}">
                      <a16:creationId xmlns:a16="http://schemas.microsoft.com/office/drawing/2014/main" id="{2EA295DA-D822-DFBF-21FD-BDBC996786FB}"/>
                    </a:ext>
                  </a:extLst>
                </p:cNvPr>
                <p:cNvSpPr/>
                <p:nvPr/>
              </p:nvSpPr>
              <p:spPr>
                <a:xfrm>
                  <a:off x="834156" y="5213690"/>
                  <a:ext cx="81699" cy="75951"/>
                </a:xfrm>
                <a:custGeom>
                  <a:avLst/>
                  <a:gdLst>
                    <a:gd name="connsiteX0" fmla="*/ 0 w 81699"/>
                    <a:gd name="connsiteY0" fmla="*/ 0 h 75951"/>
                    <a:gd name="connsiteX1" fmla="*/ 18885 w 81699"/>
                    <a:gd name="connsiteY1" fmla="*/ 0 h 75951"/>
                    <a:gd name="connsiteX2" fmla="*/ 41055 w 81699"/>
                    <a:gd name="connsiteY2" fmla="*/ 55013 h 75951"/>
                    <a:gd name="connsiteX3" fmla="*/ 62814 w 81699"/>
                    <a:gd name="connsiteY3" fmla="*/ 0 h 75951"/>
                    <a:gd name="connsiteX4" fmla="*/ 81699 w 81699"/>
                    <a:gd name="connsiteY4" fmla="*/ 0 h 75951"/>
                    <a:gd name="connsiteX5" fmla="*/ 49676 w 81699"/>
                    <a:gd name="connsiteY5" fmla="*/ 75951 h 75951"/>
                    <a:gd name="connsiteX6" fmla="*/ 32844 w 81699"/>
                    <a:gd name="connsiteY6" fmla="*/ 75951 h 75951"/>
                    <a:gd name="connsiteX7" fmla="*/ 0 w 81699"/>
                    <a:gd name="connsiteY7" fmla="*/ 0 h 75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699" h="75951">
                      <a:moveTo>
                        <a:pt x="0" y="0"/>
                      </a:moveTo>
                      <a:lnTo>
                        <a:pt x="18885" y="0"/>
                      </a:lnTo>
                      <a:lnTo>
                        <a:pt x="41055" y="55013"/>
                      </a:lnTo>
                      <a:lnTo>
                        <a:pt x="62814" y="0"/>
                      </a:lnTo>
                      <a:lnTo>
                        <a:pt x="81699" y="0"/>
                      </a:lnTo>
                      <a:lnTo>
                        <a:pt x="49676" y="75951"/>
                      </a:lnTo>
                      <a:lnTo>
                        <a:pt x="32844" y="75951"/>
                      </a:lnTo>
                      <a:lnTo>
                        <a:pt x="0" y="0"/>
                      </a:lnTo>
                      <a:close/>
                    </a:path>
                  </a:pathLst>
                </a:custGeom>
                <a:grpFill/>
                <a:ln w="0"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7AD8AD0F-01C2-34B3-4DA8-6FF8A008D2E0}"/>
                    </a:ext>
                  </a:extLst>
                </p:cNvPr>
                <p:cNvSpPr/>
                <p:nvPr/>
              </p:nvSpPr>
              <p:spPr>
                <a:xfrm>
                  <a:off x="935151" y="5211637"/>
                  <a:ext cx="115364" cy="77593"/>
                </a:xfrm>
                <a:custGeom>
                  <a:avLst/>
                  <a:gdLst>
                    <a:gd name="connsiteX0" fmla="*/ 101816 w 115364"/>
                    <a:gd name="connsiteY0" fmla="*/ 3695 h 77593"/>
                    <a:gd name="connsiteX1" fmla="*/ 111669 w 115364"/>
                    <a:gd name="connsiteY1" fmla="*/ 13959 h 77593"/>
                    <a:gd name="connsiteX2" fmla="*/ 115364 w 115364"/>
                    <a:gd name="connsiteY2" fmla="*/ 29149 h 77593"/>
                    <a:gd name="connsiteX3" fmla="*/ 115364 w 115364"/>
                    <a:gd name="connsiteY3" fmla="*/ 77594 h 77593"/>
                    <a:gd name="connsiteX4" fmla="*/ 97710 w 115364"/>
                    <a:gd name="connsiteY4" fmla="*/ 77594 h 77593"/>
                    <a:gd name="connsiteX5" fmla="*/ 97710 w 115364"/>
                    <a:gd name="connsiteY5" fmla="*/ 32433 h 77593"/>
                    <a:gd name="connsiteX6" fmla="*/ 93605 w 115364"/>
                    <a:gd name="connsiteY6" fmla="*/ 20117 h 77593"/>
                    <a:gd name="connsiteX7" fmla="*/ 82931 w 115364"/>
                    <a:gd name="connsiteY7" fmla="*/ 15190 h 77593"/>
                    <a:gd name="connsiteX8" fmla="*/ 71025 w 115364"/>
                    <a:gd name="connsiteY8" fmla="*/ 19706 h 77593"/>
                    <a:gd name="connsiteX9" fmla="*/ 66509 w 115364"/>
                    <a:gd name="connsiteY9" fmla="*/ 31202 h 77593"/>
                    <a:gd name="connsiteX10" fmla="*/ 66509 w 115364"/>
                    <a:gd name="connsiteY10" fmla="*/ 77594 h 77593"/>
                    <a:gd name="connsiteX11" fmla="*/ 49266 w 115364"/>
                    <a:gd name="connsiteY11" fmla="*/ 77594 h 77593"/>
                    <a:gd name="connsiteX12" fmla="*/ 49266 w 115364"/>
                    <a:gd name="connsiteY12" fmla="*/ 32433 h 77593"/>
                    <a:gd name="connsiteX13" fmla="*/ 45160 w 115364"/>
                    <a:gd name="connsiteY13" fmla="*/ 20117 h 77593"/>
                    <a:gd name="connsiteX14" fmla="*/ 34486 w 115364"/>
                    <a:gd name="connsiteY14" fmla="*/ 15190 h 77593"/>
                    <a:gd name="connsiteX15" fmla="*/ 22580 w 115364"/>
                    <a:gd name="connsiteY15" fmla="*/ 19706 h 77593"/>
                    <a:gd name="connsiteX16" fmla="*/ 18064 w 115364"/>
                    <a:gd name="connsiteY16" fmla="*/ 31202 h 77593"/>
                    <a:gd name="connsiteX17" fmla="*/ 18064 w 115364"/>
                    <a:gd name="connsiteY17" fmla="*/ 77594 h 77593"/>
                    <a:gd name="connsiteX18" fmla="*/ 0 w 115364"/>
                    <a:gd name="connsiteY18" fmla="*/ 77594 h 77593"/>
                    <a:gd name="connsiteX19" fmla="*/ 0 w 115364"/>
                    <a:gd name="connsiteY19" fmla="*/ 1642 h 77593"/>
                    <a:gd name="connsiteX20" fmla="*/ 18064 w 115364"/>
                    <a:gd name="connsiteY20" fmla="*/ 1642 h 77593"/>
                    <a:gd name="connsiteX21" fmla="*/ 18064 w 115364"/>
                    <a:gd name="connsiteY21" fmla="*/ 11906 h 77593"/>
                    <a:gd name="connsiteX22" fmla="*/ 26686 w 115364"/>
                    <a:gd name="connsiteY22" fmla="*/ 3284 h 77593"/>
                    <a:gd name="connsiteX23" fmla="*/ 39413 w 115364"/>
                    <a:gd name="connsiteY23" fmla="*/ 0 h 77593"/>
                    <a:gd name="connsiteX24" fmla="*/ 55424 w 115364"/>
                    <a:gd name="connsiteY24" fmla="*/ 4927 h 77593"/>
                    <a:gd name="connsiteX25" fmla="*/ 65277 w 115364"/>
                    <a:gd name="connsiteY25" fmla="*/ 18064 h 77593"/>
                    <a:gd name="connsiteX26" fmla="*/ 73078 w 115364"/>
                    <a:gd name="connsiteY26" fmla="*/ 4927 h 77593"/>
                    <a:gd name="connsiteX27" fmla="*/ 88268 w 115364"/>
                    <a:gd name="connsiteY27" fmla="*/ 0 h 77593"/>
                    <a:gd name="connsiteX28" fmla="*/ 102226 w 115364"/>
                    <a:gd name="connsiteY28" fmla="*/ 3695 h 7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5364" h="77593">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grpFill/>
                <a:ln w="0" cap="flat">
                  <a:noFill/>
                  <a:prstDash val="solid"/>
                  <a:miter/>
                </a:ln>
              </p:spPr>
              <p:txBody>
                <a:bodyPr rtlCol="0" anchor="ctr"/>
                <a:lstStyle/>
                <a:p>
                  <a:endParaRPr lang="en-US"/>
                </a:p>
              </p:txBody>
            </p:sp>
          </p:grpSp>
        </p:grpSp>
        <p:sp>
          <p:nvSpPr>
            <p:cNvPr id="34" name="Rectangle 33">
              <a:extLst>
                <a:ext uri="{FF2B5EF4-FFF2-40B4-BE49-F238E27FC236}">
                  <a16:creationId xmlns:a16="http://schemas.microsoft.com/office/drawing/2014/main" id="{9E4F8E05-8251-590F-EC5E-3BD071B36FF9}"/>
                </a:ext>
              </a:extLst>
            </p:cNvPr>
            <p:cNvSpPr/>
            <p:nvPr/>
          </p:nvSpPr>
          <p:spPr bwMode="gray">
            <a:xfrm>
              <a:off x="1519108" y="4770143"/>
              <a:ext cx="796909" cy="340172"/>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accent5"/>
                  </a:solidFill>
                </a:rPr>
                <a:t>32GB</a:t>
              </a:r>
            </a:p>
          </p:txBody>
        </p:sp>
      </p:grpSp>
      <p:grpSp>
        <p:nvGrpSpPr>
          <p:cNvPr id="36" name="Group 35">
            <a:extLst>
              <a:ext uri="{FF2B5EF4-FFF2-40B4-BE49-F238E27FC236}">
                <a16:creationId xmlns:a16="http://schemas.microsoft.com/office/drawing/2014/main" id="{2A4A1314-0B32-5FA2-74CF-7EEA96009688}"/>
              </a:ext>
            </a:extLst>
          </p:cNvPr>
          <p:cNvGrpSpPr/>
          <p:nvPr/>
        </p:nvGrpSpPr>
        <p:grpSpPr>
          <a:xfrm>
            <a:off x="5109219" y="4312414"/>
            <a:ext cx="796909" cy="797468"/>
            <a:chOff x="1519108" y="4312847"/>
            <a:chExt cx="796909" cy="797468"/>
          </a:xfrm>
        </p:grpSpPr>
        <p:grpSp>
          <p:nvGrpSpPr>
            <p:cNvPr id="37" name="Graphic 339">
              <a:extLst>
                <a:ext uri="{FF2B5EF4-FFF2-40B4-BE49-F238E27FC236}">
                  <a16:creationId xmlns:a16="http://schemas.microsoft.com/office/drawing/2014/main" id="{D1BAF592-D49D-05AC-7DE3-80EA868B57DB}"/>
                </a:ext>
              </a:extLst>
            </p:cNvPr>
            <p:cNvGrpSpPr>
              <a:grpSpLocks noChangeAspect="1"/>
            </p:cNvGrpSpPr>
            <p:nvPr/>
          </p:nvGrpSpPr>
          <p:grpSpPr>
            <a:xfrm>
              <a:off x="1519108" y="4312847"/>
              <a:ext cx="796909" cy="797468"/>
              <a:chOff x="658852" y="4954224"/>
              <a:chExt cx="583799" cy="584209"/>
            </a:xfrm>
            <a:solidFill>
              <a:schemeClr val="accent2"/>
            </a:solidFill>
          </p:grpSpPr>
          <p:sp>
            <p:nvSpPr>
              <p:cNvPr id="39" name="Freeform 38">
                <a:extLst>
                  <a:ext uri="{FF2B5EF4-FFF2-40B4-BE49-F238E27FC236}">
                    <a16:creationId xmlns:a16="http://schemas.microsoft.com/office/drawing/2014/main" id="{EBED845E-238E-BCF7-E1AA-3E8BC95F1069}"/>
                  </a:ext>
                </a:extLst>
              </p:cNvPr>
              <p:cNvSpPr/>
              <p:nvPr/>
            </p:nvSpPr>
            <p:spPr>
              <a:xfrm>
                <a:off x="658852" y="4954224"/>
                <a:ext cx="583799" cy="584209"/>
              </a:xfrm>
              <a:custGeom>
                <a:avLst/>
                <a:gdLst>
                  <a:gd name="connsiteX0" fmla="*/ 491426 w 583799"/>
                  <a:gd name="connsiteY0" fmla="*/ 584210 h 584209"/>
                  <a:gd name="connsiteX1" fmla="*/ 0 w 583799"/>
                  <a:gd name="connsiteY1" fmla="*/ 584210 h 584209"/>
                  <a:gd name="connsiteX2" fmla="*/ 0 w 583799"/>
                  <a:gd name="connsiteY2" fmla="*/ 0 h 584209"/>
                  <a:gd name="connsiteX3" fmla="*/ 583799 w 583799"/>
                  <a:gd name="connsiteY3" fmla="*/ 0 h 584209"/>
                  <a:gd name="connsiteX4" fmla="*/ 583799 w 583799"/>
                  <a:gd name="connsiteY4" fmla="*/ 566146 h 584209"/>
                  <a:gd name="connsiteX5" fmla="*/ 542745 w 583799"/>
                  <a:gd name="connsiteY5" fmla="*/ 566146 h 584209"/>
                  <a:gd name="connsiteX6" fmla="*/ 542745 w 583799"/>
                  <a:gd name="connsiteY6" fmla="*/ 41055 h 584209"/>
                  <a:gd name="connsiteX7" fmla="*/ 41055 w 583799"/>
                  <a:gd name="connsiteY7" fmla="*/ 41055 h 584209"/>
                  <a:gd name="connsiteX8" fmla="*/ 41055 w 583799"/>
                  <a:gd name="connsiteY8" fmla="*/ 543155 h 584209"/>
                  <a:gd name="connsiteX9" fmla="*/ 491426 w 583799"/>
                  <a:gd name="connsiteY9" fmla="*/ 543155 h 584209"/>
                  <a:gd name="connsiteX10" fmla="*/ 491426 w 583799"/>
                  <a:gd name="connsiteY10" fmla="*/ 584210 h 584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3799" h="584209">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grpFill/>
              <a:ln w="0" cap="flat">
                <a:noFill/>
                <a:prstDash val="solid"/>
                <a:miter/>
              </a:ln>
            </p:spPr>
            <p:txBody>
              <a:bodyPr rtlCol="0" anchor="ctr"/>
              <a:lstStyle/>
              <a:p>
                <a:endParaRPr lang="en-US"/>
              </a:p>
            </p:txBody>
          </p:sp>
          <p:grpSp>
            <p:nvGrpSpPr>
              <p:cNvPr id="40" name="Graphic 339">
                <a:extLst>
                  <a:ext uri="{FF2B5EF4-FFF2-40B4-BE49-F238E27FC236}">
                    <a16:creationId xmlns:a16="http://schemas.microsoft.com/office/drawing/2014/main" id="{7BF50575-17CC-AF21-21F6-3D8DCE561BB6}"/>
                  </a:ext>
                </a:extLst>
              </p:cNvPr>
              <p:cNvGrpSpPr/>
              <p:nvPr/>
            </p:nvGrpSpPr>
            <p:grpSpPr>
              <a:xfrm>
                <a:off x="834156" y="5211637"/>
                <a:ext cx="216358" cy="78004"/>
                <a:chOff x="834156" y="5211637"/>
                <a:chExt cx="216358" cy="78004"/>
              </a:xfrm>
              <a:grpFill/>
            </p:grpSpPr>
            <p:sp>
              <p:nvSpPr>
                <p:cNvPr id="41" name="Freeform 40">
                  <a:extLst>
                    <a:ext uri="{FF2B5EF4-FFF2-40B4-BE49-F238E27FC236}">
                      <a16:creationId xmlns:a16="http://schemas.microsoft.com/office/drawing/2014/main" id="{CD8C3FF1-829C-5BE3-240A-8AE8C8F504A8}"/>
                    </a:ext>
                  </a:extLst>
                </p:cNvPr>
                <p:cNvSpPr/>
                <p:nvPr/>
              </p:nvSpPr>
              <p:spPr>
                <a:xfrm>
                  <a:off x="834156" y="5213690"/>
                  <a:ext cx="81699" cy="75951"/>
                </a:xfrm>
                <a:custGeom>
                  <a:avLst/>
                  <a:gdLst>
                    <a:gd name="connsiteX0" fmla="*/ 0 w 81699"/>
                    <a:gd name="connsiteY0" fmla="*/ 0 h 75951"/>
                    <a:gd name="connsiteX1" fmla="*/ 18885 w 81699"/>
                    <a:gd name="connsiteY1" fmla="*/ 0 h 75951"/>
                    <a:gd name="connsiteX2" fmla="*/ 41055 w 81699"/>
                    <a:gd name="connsiteY2" fmla="*/ 55013 h 75951"/>
                    <a:gd name="connsiteX3" fmla="*/ 62814 w 81699"/>
                    <a:gd name="connsiteY3" fmla="*/ 0 h 75951"/>
                    <a:gd name="connsiteX4" fmla="*/ 81699 w 81699"/>
                    <a:gd name="connsiteY4" fmla="*/ 0 h 75951"/>
                    <a:gd name="connsiteX5" fmla="*/ 49676 w 81699"/>
                    <a:gd name="connsiteY5" fmla="*/ 75951 h 75951"/>
                    <a:gd name="connsiteX6" fmla="*/ 32844 w 81699"/>
                    <a:gd name="connsiteY6" fmla="*/ 75951 h 75951"/>
                    <a:gd name="connsiteX7" fmla="*/ 0 w 81699"/>
                    <a:gd name="connsiteY7" fmla="*/ 0 h 75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699" h="75951">
                      <a:moveTo>
                        <a:pt x="0" y="0"/>
                      </a:moveTo>
                      <a:lnTo>
                        <a:pt x="18885" y="0"/>
                      </a:lnTo>
                      <a:lnTo>
                        <a:pt x="41055" y="55013"/>
                      </a:lnTo>
                      <a:lnTo>
                        <a:pt x="62814" y="0"/>
                      </a:lnTo>
                      <a:lnTo>
                        <a:pt x="81699" y="0"/>
                      </a:lnTo>
                      <a:lnTo>
                        <a:pt x="49676" y="75951"/>
                      </a:lnTo>
                      <a:lnTo>
                        <a:pt x="32844" y="75951"/>
                      </a:lnTo>
                      <a:lnTo>
                        <a:pt x="0" y="0"/>
                      </a:lnTo>
                      <a:close/>
                    </a:path>
                  </a:pathLst>
                </a:custGeom>
                <a:grpFill/>
                <a:ln w="0" cap="flat">
                  <a:noFill/>
                  <a:prstDash val="solid"/>
                  <a:miter/>
                </a:ln>
              </p:spPr>
              <p:txBody>
                <a:bodyPr rtlCol="0" anchor="ctr"/>
                <a:lstStyle/>
                <a:p>
                  <a:endParaRPr lang="en-US"/>
                </a:p>
              </p:txBody>
            </p:sp>
            <p:sp>
              <p:nvSpPr>
                <p:cNvPr id="42" name="Freeform 41">
                  <a:extLst>
                    <a:ext uri="{FF2B5EF4-FFF2-40B4-BE49-F238E27FC236}">
                      <a16:creationId xmlns:a16="http://schemas.microsoft.com/office/drawing/2014/main" id="{E2328BF0-4201-96AA-FE15-661E49AB8B59}"/>
                    </a:ext>
                  </a:extLst>
                </p:cNvPr>
                <p:cNvSpPr/>
                <p:nvPr/>
              </p:nvSpPr>
              <p:spPr>
                <a:xfrm>
                  <a:off x="935151" y="5211637"/>
                  <a:ext cx="115364" cy="77593"/>
                </a:xfrm>
                <a:custGeom>
                  <a:avLst/>
                  <a:gdLst>
                    <a:gd name="connsiteX0" fmla="*/ 101816 w 115364"/>
                    <a:gd name="connsiteY0" fmla="*/ 3695 h 77593"/>
                    <a:gd name="connsiteX1" fmla="*/ 111669 w 115364"/>
                    <a:gd name="connsiteY1" fmla="*/ 13959 h 77593"/>
                    <a:gd name="connsiteX2" fmla="*/ 115364 w 115364"/>
                    <a:gd name="connsiteY2" fmla="*/ 29149 h 77593"/>
                    <a:gd name="connsiteX3" fmla="*/ 115364 w 115364"/>
                    <a:gd name="connsiteY3" fmla="*/ 77594 h 77593"/>
                    <a:gd name="connsiteX4" fmla="*/ 97710 w 115364"/>
                    <a:gd name="connsiteY4" fmla="*/ 77594 h 77593"/>
                    <a:gd name="connsiteX5" fmla="*/ 97710 w 115364"/>
                    <a:gd name="connsiteY5" fmla="*/ 32433 h 77593"/>
                    <a:gd name="connsiteX6" fmla="*/ 93605 w 115364"/>
                    <a:gd name="connsiteY6" fmla="*/ 20117 h 77593"/>
                    <a:gd name="connsiteX7" fmla="*/ 82931 w 115364"/>
                    <a:gd name="connsiteY7" fmla="*/ 15190 h 77593"/>
                    <a:gd name="connsiteX8" fmla="*/ 71025 w 115364"/>
                    <a:gd name="connsiteY8" fmla="*/ 19706 h 77593"/>
                    <a:gd name="connsiteX9" fmla="*/ 66509 w 115364"/>
                    <a:gd name="connsiteY9" fmla="*/ 31202 h 77593"/>
                    <a:gd name="connsiteX10" fmla="*/ 66509 w 115364"/>
                    <a:gd name="connsiteY10" fmla="*/ 77594 h 77593"/>
                    <a:gd name="connsiteX11" fmla="*/ 49266 w 115364"/>
                    <a:gd name="connsiteY11" fmla="*/ 77594 h 77593"/>
                    <a:gd name="connsiteX12" fmla="*/ 49266 w 115364"/>
                    <a:gd name="connsiteY12" fmla="*/ 32433 h 77593"/>
                    <a:gd name="connsiteX13" fmla="*/ 45160 w 115364"/>
                    <a:gd name="connsiteY13" fmla="*/ 20117 h 77593"/>
                    <a:gd name="connsiteX14" fmla="*/ 34486 w 115364"/>
                    <a:gd name="connsiteY14" fmla="*/ 15190 h 77593"/>
                    <a:gd name="connsiteX15" fmla="*/ 22580 w 115364"/>
                    <a:gd name="connsiteY15" fmla="*/ 19706 h 77593"/>
                    <a:gd name="connsiteX16" fmla="*/ 18064 w 115364"/>
                    <a:gd name="connsiteY16" fmla="*/ 31202 h 77593"/>
                    <a:gd name="connsiteX17" fmla="*/ 18064 w 115364"/>
                    <a:gd name="connsiteY17" fmla="*/ 77594 h 77593"/>
                    <a:gd name="connsiteX18" fmla="*/ 0 w 115364"/>
                    <a:gd name="connsiteY18" fmla="*/ 77594 h 77593"/>
                    <a:gd name="connsiteX19" fmla="*/ 0 w 115364"/>
                    <a:gd name="connsiteY19" fmla="*/ 1642 h 77593"/>
                    <a:gd name="connsiteX20" fmla="*/ 18064 w 115364"/>
                    <a:gd name="connsiteY20" fmla="*/ 1642 h 77593"/>
                    <a:gd name="connsiteX21" fmla="*/ 18064 w 115364"/>
                    <a:gd name="connsiteY21" fmla="*/ 11906 h 77593"/>
                    <a:gd name="connsiteX22" fmla="*/ 26686 w 115364"/>
                    <a:gd name="connsiteY22" fmla="*/ 3284 h 77593"/>
                    <a:gd name="connsiteX23" fmla="*/ 39413 w 115364"/>
                    <a:gd name="connsiteY23" fmla="*/ 0 h 77593"/>
                    <a:gd name="connsiteX24" fmla="*/ 55424 w 115364"/>
                    <a:gd name="connsiteY24" fmla="*/ 4927 h 77593"/>
                    <a:gd name="connsiteX25" fmla="*/ 65277 w 115364"/>
                    <a:gd name="connsiteY25" fmla="*/ 18064 h 77593"/>
                    <a:gd name="connsiteX26" fmla="*/ 73078 w 115364"/>
                    <a:gd name="connsiteY26" fmla="*/ 4927 h 77593"/>
                    <a:gd name="connsiteX27" fmla="*/ 88268 w 115364"/>
                    <a:gd name="connsiteY27" fmla="*/ 0 h 77593"/>
                    <a:gd name="connsiteX28" fmla="*/ 102226 w 115364"/>
                    <a:gd name="connsiteY28" fmla="*/ 3695 h 7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5364" h="77593">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grpFill/>
                <a:ln w="0" cap="flat">
                  <a:noFill/>
                  <a:prstDash val="solid"/>
                  <a:miter/>
                </a:ln>
              </p:spPr>
              <p:txBody>
                <a:bodyPr rtlCol="0" anchor="ctr"/>
                <a:lstStyle/>
                <a:p>
                  <a:endParaRPr lang="en-US"/>
                </a:p>
              </p:txBody>
            </p:sp>
          </p:grpSp>
        </p:grpSp>
        <p:sp>
          <p:nvSpPr>
            <p:cNvPr id="38" name="Rectangle 37">
              <a:extLst>
                <a:ext uri="{FF2B5EF4-FFF2-40B4-BE49-F238E27FC236}">
                  <a16:creationId xmlns:a16="http://schemas.microsoft.com/office/drawing/2014/main" id="{DA34F037-3E78-BD59-4831-D1913DD2750C}"/>
                </a:ext>
              </a:extLst>
            </p:cNvPr>
            <p:cNvSpPr/>
            <p:nvPr/>
          </p:nvSpPr>
          <p:spPr bwMode="gray">
            <a:xfrm>
              <a:off x="1519108" y="4770143"/>
              <a:ext cx="796909" cy="340172"/>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accent2"/>
                  </a:solidFill>
                </a:rPr>
                <a:t>24GB</a:t>
              </a:r>
            </a:p>
          </p:txBody>
        </p:sp>
      </p:grpSp>
      <p:grpSp>
        <p:nvGrpSpPr>
          <p:cNvPr id="43" name="Group 42">
            <a:extLst>
              <a:ext uri="{FF2B5EF4-FFF2-40B4-BE49-F238E27FC236}">
                <a16:creationId xmlns:a16="http://schemas.microsoft.com/office/drawing/2014/main" id="{528703D3-6C82-4772-F97B-E44D08B3DD7D}"/>
              </a:ext>
            </a:extLst>
          </p:cNvPr>
          <p:cNvGrpSpPr/>
          <p:nvPr/>
        </p:nvGrpSpPr>
        <p:grpSpPr>
          <a:xfrm>
            <a:off x="5109219" y="3429000"/>
            <a:ext cx="796909" cy="797468"/>
            <a:chOff x="1519108" y="4312847"/>
            <a:chExt cx="796909" cy="797468"/>
          </a:xfrm>
        </p:grpSpPr>
        <p:grpSp>
          <p:nvGrpSpPr>
            <p:cNvPr id="44" name="Graphic 339">
              <a:extLst>
                <a:ext uri="{FF2B5EF4-FFF2-40B4-BE49-F238E27FC236}">
                  <a16:creationId xmlns:a16="http://schemas.microsoft.com/office/drawing/2014/main" id="{0F2D9E7A-C955-2ECC-5FAD-466E94020F9C}"/>
                </a:ext>
              </a:extLst>
            </p:cNvPr>
            <p:cNvGrpSpPr>
              <a:grpSpLocks noChangeAspect="1"/>
            </p:cNvGrpSpPr>
            <p:nvPr/>
          </p:nvGrpSpPr>
          <p:grpSpPr>
            <a:xfrm>
              <a:off x="1519108" y="4312847"/>
              <a:ext cx="796909" cy="797468"/>
              <a:chOff x="658852" y="4954224"/>
              <a:chExt cx="583799" cy="584209"/>
            </a:xfrm>
            <a:solidFill>
              <a:schemeClr val="accent2"/>
            </a:solidFill>
          </p:grpSpPr>
          <p:sp>
            <p:nvSpPr>
              <p:cNvPr id="46" name="Freeform 45">
                <a:extLst>
                  <a:ext uri="{FF2B5EF4-FFF2-40B4-BE49-F238E27FC236}">
                    <a16:creationId xmlns:a16="http://schemas.microsoft.com/office/drawing/2014/main" id="{E086728A-7F54-6271-5C06-4A176FF9822A}"/>
                  </a:ext>
                </a:extLst>
              </p:cNvPr>
              <p:cNvSpPr/>
              <p:nvPr/>
            </p:nvSpPr>
            <p:spPr>
              <a:xfrm>
                <a:off x="658852" y="4954224"/>
                <a:ext cx="583799" cy="584209"/>
              </a:xfrm>
              <a:custGeom>
                <a:avLst/>
                <a:gdLst>
                  <a:gd name="connsiteX0" fmla="*/ 491426 w 583799"/>
                  <a:gd name="connsiteY0" fmla="*/ 584210 h 584209"/>
                  <a:gd name="connsiteX1" fmla="*/ 0 w 583799"/>
                  <a:gd name="connsiteY1" fmla="*/ 584210 h 584209"/>
                  <a:gd name="connsiteX2" fmla="*/ 0 w 583799"/>
                  <a:gd name="connsiteY2" fmla="*/ 0 h 584209"/>
                  <a:gd name="connsiteX3" fmla="*/ 583799 w 583799"/>
                  <a:gd name="connsiteY3" fmla="*/ 0 h 584209"/>
                  <a:gd name="connsiteX4" fmla="*/ 583799 w 583799"/>
                  <a:gd name="connsiteY4" fmla="*/ 566146 h 584209"/>
                  <a:gd name="connsiteX5" fmla="*/ 542745 w 583799"/>
                  <a:gd name="connsiteY5" fmla="*/ 566146 h 584209"/>
                  <a:gd name="connsiteX6" fmla="*/ 542745 w 583799"/>
                  <a:gd name="connsiteY6" fmla="*/ 41055 h 584209"/>
                  <a:gd name="connsiteX7" fmla="*/ 41055 w 583799"/>
                  <a:gd name="connsiteY7" fmla="*/ 41055 h 584209"/>
                  <a:gd name="connsiteX8" fmla="*/ 41055 w 583799"/>
                  <a:gd name="connsiteY8" fmla="*/ 543155 h 584209"/>
                  <a:gd name="connsiteX9" fmla="*/ 491426 w 583799"/>
                  <a:gd name="connsiteY9" fmla="*/ 543155 h 584209"/>
                  <a:gd name="connsiteX10" fmla="*/ 491426 w 583799"/>
                  <a:gd name="connsiteY10" fmla="*/ 584210 h 584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3799" h="584209">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grpFill/>
              <a:ln w="0" cap="flat">
                <a:noFill/>
                <a:prstDash val="solid"/>
                <a:miter/>
              </a:ln>
            </p:spPr>
            <p:txBody>
              <a:bodyPr rtlCol="0" anchor="ctr"/>
              <a:lstStyle/>
              <a:p>
                <a:endParaRPr lang="en-US"/>
              </a:p>
            </p:txBody>
          </p:sp>
          <p:grpSp>
            <p:nvGrpSpPr>
              <p:cNvPr id="47" name="Graphic 339">
                <a:extLst>
                  <a:ext uri="{FF2B5EF4-FFF2-40B4-BE49-F238E27FC236}">
                    <a16:creationId xmlns:a16="http://schemas.microsoft.com/office/drawing/2014/main" id="{A80ACA9D-FE7A-058F-547C-6CA98DEAEECC}"/>
                  </a:ext>
                </a:extLst>
              </p:cNvPr>
              <p:cNvGrpSpPr/>
              <p:nvPr/>
            </p:nvGrpSpPr>
            <p:grpSpPr>
              <a:xfrm>
                <a:off x="834156" y="5211637"/>
                <a:ext cx="216358" cy="78004"/>
                <a:chOff x="834156" y="5211637"/>
                <a:chExt cx="216358" cy="78004"/>
              </a:xfrm>
              <a:grpFill/>
            </p:grpSpPr>
            <p:sp>
              <p:nvSpPr>
                <p:cNvPr id="48" name="Freeform 47">
                  <a:extLst>
                    <a:ext uri="{FF2B5EF4-FFF2-40B4-BE49-F238E27FC236}">
                      <a16:creationId xmlns:a16="http://schemas.microsoft.com/office/drawing/2014/main" id="{B57EB56B-2C12-7A19-5CED-37A5B7CB1ACC}"/>
                    </a:ext>
                  </a:extLst>
                </p:cNvPr>
                <p:cNvSpPr/>
                <p:nvPr/>
              </p:nvSpPr>
              <p:spPr>
                <a:xfrm>
                  <a:off x="834156" y="5213690"/>
                  <a:ext cx="81699" cy="75951"/>
                </a:xfrm>
                <a:custGeom>
                  <a:avLst/>
                  <a:gdLst>
                    <a:gd name="connsiteX0" fmla="*/ 0 w 81699"/>
                    <a:gd name="connsiteY0" fmla="*/ 0 h 75951"/>
                    <a:gd name="connsiteX1" fmla="*/ 18885 w 81699"/>
                    <a:gd name="connsiteY1" fmla="*/ 0 h 75951"/>
                    <a:gd name="connsiteX2" fmla="*/ 41055 w 81699"/>
                    <a:gd name="connsiteY2" fmla="*/ 55013 h 75951"/>
                    <a:gd name="connsiteX3" fmla="*/ 62814 w 81699"/>
                    <a:gd name="connsiteY3" fmla="*/ 0 h 75951"/>
                    <a:gd name="connsiteX4" fmla="*/ 81699 w 81699"/>
                    <a:gd name="connsiteY4" fmla="*/ 0 h 75951"/>
                    <a:gd name="connsiteX5" fmla="*/ 49676 w 81699"/>
                    <a:gd name="connsiteY5" fmla="*/ 75951 h 75951"/>
                    <a:gd name="connsiteX6" fmla="*/ 32844 w 81699"/>
                    <a:gd name="connsiteY6" fmla="*/ 75951 h 75951"/>
                    <a:gd name="connsiteX7" fmla="*/ 0 w 81699"/>
                    <a:gd name="connsiteY7" fmla="*/ 0 h 75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699" h="75951">
                      <a:moveTo>
                        <a:pt x="0" y="0"/>
                      </a:moveTo>
                      <a:lnTo>
                        <a:pt x="18885" y="0"/>
                      </a:lnTo>
                      <a:lnTo>
                        <a:pt x="41055" y="55013"/>
                      </a:lnTo>
                      <a:lnTo>
                        <a:pt x="62814" y="0"/>
                      </a:lnTo>
                      <a:lnTo>
                        <a:pt x="81699" y="0"/>
                      </a:lnTo>
                      <a:lnTo>
                        <a:pt x="49676" y="75951"/>
                      </a:lnTo>
                      <a:lnTo>
                        <a:pt x="32844" y="75951"/>
                      </a:lnTo>
                      <a:lnTo>
                        <a:pt x="0" y="0"/>
                      </a:lnTo>
                      <a:close/>
                    </a:path>
                  </a:pathLst>
                </a:custGeom>
                <a:grpFill/>
                <a:ln w="0" cap="flat">
                  <a:noFill/>
                  <a:prstDash val="solid"/>
                  <a:miter/>
                </a:ln>
              </p:spPr>
              <p:txBody>
                <a:bodyPr rtlCol="0" anchor="ctr"/>
                <a:lstStyle/>
                <a:p>
                  <a:endParaRPr lang="en-US"/>
                </a:p>
              </p:txBody>
            </p:sp>
            <p:sp>
              <p:nvSpPr>
                <p:cNvPr id="49" name="Freeform 48">
                  <a:extLst>
                    <a:ext uri="{FF2B5EF4-FFF2-40B4-BE49-F238E27FC236}">
                      <a16:creationId xmlns:a16="http://schemas.microsoft.com/office/drawing/2014/main" id="{B34AC569-1841-08CC-3E6D-7CC2CB329C51}"/>
                    </a:ext>
                  </a:extLst>
                </p:cNvPr>
                <p:cNvSpPr/>
                <p:nvPr/>
              </p:nvSpPr>
              <p:spPr>
                <a:xfrm>
                  <a:off x="935151" y="5211637"/>
                  <a:ext cx="115364" cy="77593"/>
                </a:xfrm>
                <a:custGeom>
                  <a:avLst/>
                  <a:gdLst>
                    <a:gd name="connsiteX0" fmla="*/ 101816 w 115364"/>
                    <a:gd name="connsiteY0" fmla="*/ 3695 h 77593"/>
                    <a:gd name="connsiteX1" fmla="*/ 111669 w 115364"/>
                    <a:gd name="connsiteY1" fmla="*/ 13959 h 77593"/>
                    <a:gd name="connsiteX2" fmla="*/ 115364 w 115364"/>
                    <a:gd name="connsiteY2" fmla="*/ 29149 h 77593"/>
                    <a:gd name="connsiteX3" fmla="*/ 115364 w 115364"/>
                    <a:gd name="connsiteY3" fmla="*/ 77594 h 77593"/>
                    <a:gd name="connsiteX4" fmla="*/ 97710 w 115364"/>
                    <a:gd name="connsiteY4" fmla="*/ 77594 h 77593"/>
                    <a:gd name="connsiteX5" fmla="*/ 97710 w 115364"/>
                    <a:gd name="connsiteY5" fmla="*/ 32433 h 77593"/>
                    <a:gd name="connsiteX6" fmla="*/ 93605 w 115364"/>
                    <a:gd name="connsiteY6" fmla="*/ 20117 h 77593"/>
                    <a:gd name="connsiteX7" fmla="*/ 82931 w 115364"/>
                    <a:gd name="connsiteY7" fmla="*/ 15190 h 77593"/>
                    <a:gd name="connsiteX8" fmla="*/ 71025 w 115364"/>
                    <a:gd name="connsiteY8" fmla="*/ 19706 h 77593"/>
                    <a:gd name="connsiteX9" fmla="*/ 66509 w 115364"/>
                    <a:gd name="connsiteY9" fmla="*/ 31202 h 77593"/>
                    <a:gd name="connsiteX10" fmla="*/ 66509 w 115364"/>
                    <a:gd name="connsiteY10" fmla="*/ 77594 h 77593"/>
                    <a:gd name="connsiteX11" fmla="*/ 49266 w 115364"/>
                    <a:gd name="connsiteY11" fmla="*/ 77594 h 77593"/>
                    <a:gd name="connsiteX12" fmla="*/ 49266 w 115364"/>
                    <a:gd name="connsiteY12" fmla="*/ 32433 h 77593"/>
                    <a:gd name="connsiteX13" fmla="*/ 45160 w 115364"/>
                    <a:gd name="connsiteY13" fmla="*/ 20117 h 77593"/>
                    <a:gd name="connsiteX14" fmla="*/ 34486 w 115364"/>
                    <a:gd name="connsiteY14" fmla="*/ 15190 h 77593"/>
                    <a:gd name="connsiteX15" fmla="*/ 22580 w 115364"/>
                    <a:gd name="connsiteY15" fmla="*/ 19706 h 77593"/>
                    <a:gd name="connsiteX16" fmla="*/ 18064 w 115364"/>
                    <a:gd name="connsiteY16" fmla="*/ 31202 h 77593"/>
                    <a:gd name="connsiteX17" fmla="*/ 18064 w 115364"/>
                    <a:gd name="connsiteY17" fmla="*/ 77594 h 77593"/>
                    <a:gd name="connsiteX18" fmla="*/ 0 w 115364"/>
                    <a:gd name="connsiteY18" fmla="*/ 77594 h 77593"/>
                    <a:gd name="connsiteX19" fmla="*/ 0 w 115364"/>
                    <a:gd name="connsiteY19" fmla="*/ 1642 h 77593"/>
                    <a:gd name="connsiteX20" fmla="*/ 18064 w 115364"/>
                    <a:gd name="connsiteY20" fmla="*/ 1642 h 77593"/>
                    <a:gd name="connsiteX21" fmla="*/ 18064 w 115364"/>
                    <a:gd name="connsiteY21" fmla="*/ 11906 h 77593"/>
                    <a:gd name="connsiteX22" fmla="*/ 26686 w 115364"/>
                    <a:gd name="connsiteY22" fmla="*/ 3284 h 77593"/>
                    <a:gd name="connsiteX23" fmla="*/ 39413 w 115364"/>
                    <a:gd name="connsiteY23" fmla="*/ 0 h 77593"/>
                    <a:gd name="connsiteX24" fmla="*/ 55424 w 115364"/>
                    <a:gd name="connsiteY24" fmla="*/ 4927 h 77593"/>
                    <a:gd name="connsiteX25" fmla="*/ 65277 w 115364"/>
                    <a:gd name="connsiteY25" fmla="*/ 18064 h 77593"/>
                    <a:gd name="connsiteX26" fmla="*/ 73078 w 115364"/>
                    <a:gd name="connsiteY26" fmla="*/ 4927 h 77593"/>
                    <a:gd name="connsiteX27" fmla="*/ 88268 w 115364"/>
                    <a:gd name="connsiteY27" fmla="*/ 0 h 77593"/>
                    <a:gd name="connsiteX28" fmla="*/ 102226 w 115364"/>
                    <a:gd name="connsiteY28" fmla="*/ 3695 h 7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5364" h="77593">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grpFill/>
                <a:ln w="0" cap="flat">
                  <a:noFill/>
                  <a:prstDash val="solid"/>
                  <a:miter/>
                </a:ln>
              </p:spPr>
              <p:txBody>
                <a:bodyPr rtlCol="0" anchor="ctr"/>
                <a:lstStyle/>
                <a:p>
                  <a:endParaRPr lang="en-US"/>
                </a:p>
              </p:txBody>
            </p:sp>
          </p:grpSp>
        </p:grpSp>
        <p:sp>
          <p:nvSpPr>
            <p:cNvPr id="45" name="Rectangle 44">
              <a:extLst>
                <a:ext uri="{FF2B5EF4-FFF2-40B4-BE49-F238E27FC236}">
                  <a16:creationId xmlns:a16="http://schemas.microsoft.com/office/drawing/2014/main" id="{9B622A7D-EAE5-7618-D9A8-7BB75AD32343}"/>
                </a:ext>
              </a:extLst>
            </p:cNvPr>
            <p:cNvSpPr/>
            <p:nvPr/>
          </p:nvSpPr>
          <p:spPr bwMode="gray">
            <a:xfrm>
              <a:off x="1519108" y="4770143"/>
              <a:ext cx="796909" cy="340172"/>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accent2"/>
                  </a:solidFill>
                </a:rPr>
                <a:t>16GB</a:t>
              </a:r>
            </a:p>
          </p:txBody>
        </p:sp>
      </p:grpSp>
      <p:grpSp>
        <p:nvGrpSpPr>
          <p:cNvPr id="50" name="Group 49">
            <a:extLst>
              <a:ext uri="{FF2B5EF4-FFF2-40B4-BE49-F238E27FC236}">
                <a16:creationId xmlns:a16="http://schemas.microsoft.com/office/drawing/2014/main" id="{D2A2A021-502D-3A14-279D-502D2AE10982}"/>
              </a:ext>
            </a:extLst>
          </p:cNvPr>
          <p:cNvGrpSpPr/>
          <p:nvPr/>
        </p:nvGrpSpPr>
        <p:grpSpPr>
          <a:xfrm>
            <a:off x="6760824" y="4312414"/>
            <a:ext cx="796909" cy="797468"/>
            <a:chOff x="1519108" y="4312847"/>
            <a:chExt cx="796909" cy="797468"/>
          </a:xfrm>
        </p:grpSpPr>
        <p:grpSp>
          <p:nvGrpSpPr>
            <p:cNvPr id="51" name="Graphic 339">
              <a:extLst>
                <a:ext uri="{FF2B5EF4-FFF2-40B4-BE49-F238E27FC236}">
                  <a16:creationId xmlns:a16="http://schemas.microsoft.com/office/drawing/2014/main" id="{17CEEAC5-C452-CEAA-11AC-B6237CDE747B}"/>
                </a:ext>
              </a:extLst>
            </p:cNvPr>
            <p:cNvGrpSpPr>
              <a:grpSpLocks noChangeAspect="1"/>
            </p:cNvGrpSpPr>
            <p:nvPr/>
          </p:nvGrpSpPr>
          <p:grpSpPr>
            <a:xfrm>
              <a:off x="1519108" y="4312847"/>
              <a:ext cx="796909" cy="797468"/>
              <a:chOff x="658852" y="4954224"/>
              <a:chExt cx="583799" cy="584209"/>
            </a:xfrm>
            <a:solidFill>
              <a:schemeClr val="accent2"/>
            </a:solidFill>
          </p:grpSpPr>
          <p:sp>
            <p:nvSpPr>
              <p:cNvPr id="53" name="Freeform 52">
                <a:extLst>
                  <a:ext uri="{FF2B5EF4-FFF2-40B4-BE49-F238E27FC236}">
                    <a16:creationId xmlns:a16="http://schemas.microsoft.com/office/drawing/2014/main" id="{15197ABF-39A9-5F57-DE19-374630518615}"/>
                  </a:ext>
                </a:extLst>
              </p:cNvPr>
              <p:cNvSpPr/>
              <p:nvPr/>
            </p:nvSpPr>
            <p:spPr>
              <a:xfrm>
                <a:off x="658852" y="4954224"/>
                <a:ext cx="583799" cy="584209"/>
              </a:xfrm>
              <a:custGeom>
                <a:avLst/>
                <a:gdLst>
                  <a:gd name="connsiteX0" fmla="*/ 491426 w 583799"/>
                  <a:gd name="connsiteY0" fmla="*/ 584210 h 584209"/>
                  <a:gd name="connsiteX1" fmla="*/ 0 w 583799"/>
                  <a:gd name="connsiteY1" fmla="*/ 584210 h 584209"/>
                  <a:gd name="connsiteX2" fmla="*/ 0 w 583799"/>
                  <a:gd name="connsiteY2" fmla="*/ 0 h 584209"/>
                  <a:gd name="connsiteX3" fmla="*/ 583799 w 583799"/>
                  <a:gd name="connsiteY3" fmla="*/ 0 h 584209"/>
                  <a:gd name="connsiteX4" fmla="*/ 583799 w 583799"/>
                  <a:gd name="connsiteY4" fmla="*/ 566146 h 584209"/>
                  <a:gd name="connsiteX5" fmla="*/ 542745 w 583799"/>
                  <a:gd name="connsiteY5" fmla="*/ 566146 h 584209"/>
                  <a:gd name="connsiteX6" fmla="*/ 542745 w 583799"/>
                  <a:gd name="connsiteY6" fmla="*/ 41055 h 584209"/>
                  <a:gd name="connsiteX7" fmla="*/ 41055 w 583799"/>
                  <a:gd name="connsiteY7" fmla="*/ 41055 h 584209"/>
                  <a:gd name="connsiteX8" fmla="*/ 41055 w 583799"/>
                  <a:gd name="connsiteY8" fmla="*/ 543155 h 584209"/>
                  <a:gd name="connsiteX9" fmla="*/ 491426 w 583799"/>
                  <a:gd name="connsiteY9" fmla="*/ 543155 h 584209"/>
                  <a:gd name="connsiteX10" fmla="*/ 491426 w 583799"/>
                  <a:gd name="connsiteY10" fmla="*/ 584210 h 584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3799" h="584209">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grpFill/>
              <a:ln w="0" cap="flat">
                <a:noFill/>
                <a:prstDash val="solid"/>
                <a:miter/>
              </a:ln>
            </p:spPr>
            <p:txBody>
              <a:bodyPr rtlCol="0" anchor="ctr"/>
              <a:lstStyle/>
              <a:p>
                <a:endParaRPr lang="en-US"/>
              </a:p>
            </p:txBody>
          </p:sp>
          <p:grpSp>
            <p:nvGrpSpPr>
              <p:cNvPr id="54" name="Graphic 339">
                <a:extLst>
                  <a:ext uri="{FF2B5EF4-FFF2-40B4-BE49-F238E27FC236}">
                    <a16:creationId xmlns:a16="http://schemas.microsoft.com/office/drawing/2014/main" id="{D88FD727-701F-0F6D-C18E-5DC5FA5632BB}"/>
                  </a:ext>
                </a:extLst>
              </p:cNvPr>
              <p:cNvGrpSpPr/>
              <p:nvPr/>
            </p:nvGrpSpPr>
            <p:grpSpPr>
              <a:xfrm>
                <a:off x="834156" y="5211637"/>
                <a:ext cx="216358" cy="78004"/>
                <a:chOff x="834156" y="5211637"/>
                <a:chExt cx="216358" cy="78004"/>
              </a:xfrm>
              <a:grpFill/>
            </p:grpSpPr>
            <p:sp>
              <p:nvSpPr>
                <p:cNvPr id="55" name="Freeform 54">
                  <a:extLst>
                    <a:ext uri="{FF2B5EF4-FFF2-40B4-BE49-F238E27FC236}">
                      <a16:creationId xmlns:a16="http://schemas.microsoft.com/office/drawing/2014/main" id="{D80E970D-19ED-51BC-FC0A-29C898CE6161}"/>
                    </a:ext>
                  </a:extLst>
                </p:cNvPr>
                <p:cNvSpPr/>
                <p:nvPr/>
              </p:nvSpPr>
              <p:spPr>
                <a:xfrm>
                  <a:off x="834156" y="5213690"/>
                  <a:ext cx="81699" cy="75951"/>
                </a:xfrm>
                <a:custGeom>
                  <a:avLst/>
                  <a:gdLst>
                    <a:gd name="connsiteX0" fmla="*/ 0 w 81699"/>
                    <a:gd name="connsiteY0" fmla="*/ 0 h 75951"/>
                    <a:gd name="connsiteX1" fmla="*/ 18885 w 81699"/>
                    <a:gd name="connsiteY1" fmla="*/ 0 h 75951"/>
                    <a:gd name="connsiteX2" fmla="*/ 41055 w 81699"/>
                    <a:gd name="connsiteY2" fmla="*/ 55013 h 75951"/>
                    <a:gd name="connsiteX3" fmla="*/ 62814 w 81699"/>
                    <a:gd name="connsiteY3" fmla="*/ 0 h 75951"/>
                    <a:gd name="connsiteX4" fmla="*/ 81699 w 81699"/>
                    <a:gd name="connsiteY4" fmla="*/ 0 h 75951"/>
                    <a:gd name="connsiteX5" fmla="*/ 49676 w 81699"/>
                    <a:gd name="connsiteY5" fmla="*/ 75951 h 75951"/>
                    <a:gd name="connsiteX6" fmla="*/ 32844 w 81699"/>
                    <a:gd name="connsiteY6" fmla="*/ 75951 h 75951"/>
                    <a:gd name="connsiteX7" fmla="*/ 0 w 81699"/>
                    <a:gd name="connsiteY7" fmla="*/ 0 h 75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699" h="75951">
                      <a:moveTo>
                        <a:pt x="0" y="0"/>
                      </a:moveTo>
                      <a:lnTo>
                        <a:pt x="18885" y="0"/>
                      </a:lnTo>
                      <a:lnTo>
                        <a:pt x="41055" y="55013"/>
                      </a:lnTo>
                      <a:lnTo>
                        <a:pt x="62814" y="0"/>
                      </a:lnTo>
                      <a:lnTo>
                        <a:pt x="81699" y="0"/>
                      </a:lnTo>
                      <a:lnTo>
                        <a:pt x="49676" y="75951"/>
                      </a:lnTo>
                      <a:lnTo>
                        <a:pt x="32844" y="75951"/>
                      </a:lnTo>
                      <a:lnTo>
                        <a:pt x="0" y="0"/>
                      </a:lnTo>
                      <a:close/>
                    </a:path>
                  </a:pathLst>
                </a:custGeom>
                <a:grpFill/>
                <a:ln w="0"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DC3DF964-2107-DC2F-4974-C6D83B1AC682}"/>
                    </a:ext>
                  </a:extLst>
                </p:cNvPr>
                <p:cNvSpPr/>
                <p:nvPr/>
              </p:nvSpPr>
              <p:spPr>
                <a:xfrm>
                  <a:off x="935151" y="5211637"/>
                  <a:ext cx="115364" cy="77593"/>
                </a:xfrm>
                <a:custGeom>
                  <a:avLst/>
                  <a:gdLst>
                    <a:gd name="connsiteX0" fmla="*/ 101816 w 115364"/>
                    <a:gd name="connsiteY0" fmla="*/ 3695 h 77593"/>
                    <a:gd name="connsiteX1" fmla="*/ 111669 w 115364"/>
                    <a:gd name="connsiteY1" fmla="*/ 13959 h 77593"/>
                    <a:gd name="connsiteX2" fmla="*/ 115364 w 115364"/>
                    <a:gd name="connsiteY2" fmla="*/ 29149 h 77593"/>
                    <a:gd name="connsiteX3" fmla="*/ 115364 w 115364"/>
                    <a:gd name="connsiteY3" fmla="*/ 77594 h 77593"/>
                    <a:gd name="connsiteX4" fmla="*/ 97710 w 115364"/>
                    <a:gd name="connsiteY4" fmla="*/ 77594 h 77593"/>
                    <a:gd name="connsiteX5" fmla="*/ 97710 w 115364"/>
                    <a:gd name="connsiteY5" fmla="*/ 32433 h 77593"/>
                    <a:gd name="connsiteX6" fmla="*/ 93605 w 115364"/>
                    <a:gd name="connsiteY6" fmla="*/ 20117 h 77593"/>
                    <a:gd name="connsiteX7" fmla="*/ 82931 w 115364"/>
                    <a:gd name="connsiteY7" fmla="*/ 15190 h 77593"/>
                    <a:gd name="connsiteX8" fmla="*/ 71025 w 115364"/>
                    <a:gd name="connsiteY8" fmla="*/ 19706 h 77593"/>
                    <a:gd name="connsiteX9" fmla="*/ 66509 w 115364"/>
                    <a:gd name="connsiteY9" fmla="*/ 31202 h 77593"/>
                    <a:gd name="connsiteX10" fmla="*/ 66509 w 115364"/>
                    <a:gd name="connsiteY10" fmla="*/ 77594 h 77593"/>
                    <a:gd name="connsiteX11" fmla="*/ 49266 w 115364"/>
                    <a:gd name="connsiteY11" fmla="*/ 77594 h 77593"/>
                    <a:gd name="connsiteX12" fmla="*/ 49266 w 115364"/>
                    <a:gd name="connsiteY12" fmla="*/ 32433 h 77593"/>
                    <a:gd name="connsiteX13" fmla="*/ 45160 w 115364"/>
                    <a:gd name="connsiteY13" fmla="*/ 20117 h 77593"/>
                    <a:gd name="connsiteX14" fmla="*/ 34486 w 115364"/>
                    <a:gd name="connsiteY14" fmla="*/ 15190 h 77593"/>
                    <a:gd name="connsiteX15" fmla="*/ 22580 w 115364"/>
                    <a:gd name="connsiteY15" fmla="*/ 19706 h 77593"/>
                    <a:gd name="connsiteX16" fmla="*/ 18064 w 115364"/>
                    <a:gd name="connsiteY16" fmla="*/ 31202 h 77593"/>
                    <a:gd name="connsiteX17" fmla="*/ 18064 w 115364"/>
                    <a:gd name="connsiteY17" fmla="*/ 77594 h 77593"/>
                    <a:gd name="connsiteX18" fmla="*/ 0 w 115364"/>
                    <a:gd name="connsiteY18" fmla="*/ 77594 h 77593"/>
                    <a:gd name="connsiteX19" fmla="*/ 0 w 115364"/>
                    <a:gd name="connsiteY19" fmla="*/ 1642 h 77593"/>
                    <a:gd name="connsiteX20" fmla="*/ 18064 w 115364"/>
                    <a:gd name="connsiteY20" fmla="*/ 1642 h 77593"/>
                    <a:gd name="connsiteX21" fmla="*/ 18064 w 115364"/>
                    <a:gd name="connsiteY21" fmla="*/ 11906 h 77593"/>
                    <a:gd name="connsiteX22" fmla="*/ 26686 w 115364"/>
                    <a:gd name="connsiteY22" fmla="*/ 3284 h 77593"/>
                    <a:gd name="connsiteX23" fmla="*/ 39413 w 115364"/>
                    <a:gd name="connsiteY23" fmla="*/ 0 h 77593"/>
                    <a:gd name="connsiteX24" fmla="*/ 55424 w 115364"/>
                    <a:gd name="connsiteY24" fmla="*/ 4927 h 77593"/>
                    <a:gd name="connsiteX25" fmla="*/ 65277 w 115364"/>
                    <a:gd name="connsiteY25" fmla="*/ 18064 h 77593"/>
                    <a:gd name="connsiteX26" fmla="*/ 73078 w 115364"/>
                    <a:gd name="connsiteY26" fmla="*/ 4927 h 77593"/>
                    <a:gd name="connsiteX27" fmla="*/ 88268 w 115364"/>
                    <a:gd name="connsiteY27" fmla="*/ 0 h 77593"/>
                    <a:gd name="connsiteX28" fmla="*/ 102226 w 115364"/>
                    <a:gd name="connsiteY28" fmla="*/ 3695 h 7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5364" h="77593">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grpFill/>
                <a:ln w="0" cap="flat">
                  <a:noFill/>
                  <a:prstDash val="solid"/>
                  <a:miter/>
                </a:ln>
              </p:spPr>
              <p:txBody>
                <a:bodyPr rtlCol="0" anchor="ctr"/>
                <a:lstStyle/>
                <a:p>
                  <a:endParaRPr lang="en-US"/>
                </a:p>
              </p:txBody>
            </p:sp>
          </p:grpSp>
        </p:grpSp>
        <p:sp>
          <p:nvSpPr>
            <p:cNvPr id="52" name="Rectangle 51">
              <a:extLst>
                <a:ext uri="{FF2B5EF4-FFF2-40B4-BE49-F238E27FC236}">
                  <a16:creationId xmlns:a16="http://schemas.microsoft.com/office/drawing/2014/main" id="{13BCEF34-CEA0-528D-1306-F3B97C7E9225}"/>
                </a:ext>
              </a:extLst>
            </p:cNvPr>
            <p:cNvSpPr/>
            <p:nvPr/>
          </p:nvSpPr>
          <p:spPr bwMode="gray">
            <a:xfrm>
              <a:off x="1519108" y="4770143"/>
              <a:ext cx="796909" cy="340172"/>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accent2"/>
                  </a:solidFill>
                </a:rPr>
                <a:t>24GB</a:t>
              </a:r>
            </a:p>
          </p:txBody>
        </p:sp>
      </p:grpSp>
      <p:grpSp>
        <p:nvGrpSpPr>
          <p:cNvPr id="57" name="Group 56">
            <a:extLst>
              <a:ext uri="{FF2B5EF4-FFF2-40B4-BE49-F238E27FC236}">
                <a16:creationId xmlns:a16="http://schemas.microsoft.com/office/drawing/2014/main" id="{787A48B2-9E11-9AF1-1FE6-DA7CF8551CB0}"/>
              </a:ext>
            </a:extLst>
          </p:cNvPr>
          <p:cNvGrpSpPr/>
          <p:nvPr/>
        </p:nvGrpSpPr>
        <p:grpSpPr>
          <a:xfrm>
            <a:off x="6739528" y="3429000"/>
            <a:ext cx="796909" cy="797468"/>
            <a:chOff x="1519108" y="4312847"/>
            <a:chExt cx="796909" cy="797468"/>
          </a:xfrm>
        </p:grpSpPr>
        <p:grpSp>
          <p:nvGrpSpPr>
            <p:cNvPr id="58" name="Graphic 339">
              <a:extLst>
                <a:ext uri="{FF2B5EF4-FFF2-40B4-BE49-F238E27FC236}">
                  <a16:creationId xmlns:a16="http://schemas.microsoft.com/office/drawing/2014/main" id="{AE6E1EB6-C583-EB04-E35B-A4EFA099BE9A}"/>
                </a:ext>
              </a:extLst>
            </p:cNvPr>
            <p:cNvGrpSpPr>
              <a:grpSpLocks noChangeAspect="1"/>
            </p:cNvGrpSpPr>
            <p:nvPr/>
          </p:nvGrpSpPr>
          <p:grpSpPr>
            <a:xfrm>
              <a:off x="1519108" y="4312847"/>
              <a:ext cx="796909" cy="797468"/>
              <a:chOff x="658852" y="4954224"/>
              <a:chExt cx="583799" cy="584209"/>
            </a:xfrm>
            <a:solidFill>
              <a:schemeClr val="accent2"/>
            </a:solidFill>
          </p:grpSpPr>
          <p:sp>
            <p:nvSpPr>
              <p:cNvPr id="60" name="Freeform 59">
                <a:extLst>
                  <a:ext uri="{FF2B5EF4-FFF2-40B4-BE49-F238E27FC236}">
                    <a16:creationId xmlns:a16="http://schemas.microsoft.com/office/drawing/2014/main" id="{B61FC266-828D-EAAF-5811-4DC38D4EFD92}"/>
                  </a:ext>
                </a:extLst>
              </p:cNvPr>
              <p:cNvSpPr/>
              <p:nvPr/>
            </p:nvSpPr>
            <p:spPr>
              <a:xfrm>
                <a:off x="658852" y="4954224"/>
                <a:ext cx="583799" cy="584209"/>
              </a:xfrm>
              <a:custGeom>
                <a:avLst/>
                <a:gdLst>
                  <a:gd name="connsiteX0" fmla="*/ 491426 w 583799"/>
                  <a:gd name="connsiteY0" fmla="*/ 584210 h 584209"/>
                  <a:gd name="connsiteX1" fmla="*/ 0 w 583799"/>
                  <a:gd name="connsiteY1" fmla="*/ 584210 h 584209"/>
                  <a:gd name="connsiteX2" fmla="*/ 0 w 583799"/>
                  <a:gd name="connsiteY2" fmla="*/ 0 h 584209"/>
                  <a:gd name="connsiteX3" fmla="*/ 583799 w 583799"/>
                  <a:gd name="connsiteY3" fmla="*/ 0 h 584209"/>
                  <a:gd name="connsiteX4" fmla="*/ 583799 w 583799"/>
                  <a:gd name="connsiteY4" fmla="*/ 566146 h 584209"/>
                  <a:gd name="connsiteX5" fmla="*/ 542745 w 583799"/>
                  <a:gd name="connsiteY5" fmla="*/ 566146 h 584209"/>
                  <a:gd name="connsiteX6" fmla="*/ 542745 w 583799"/>
                  <a:gd name="connsiteY6" fmla="*/ 41055 h 584209"/>
                  <a:gd name="connsiteX7" fmla="*/ 41055 w 583799"/>
                  <a:gd name="connsiteY7" fmla="*/ 41055 h 584209"/>
                  <a:gd name="connsiteX8" fmla="*/ 41055 w 583799"/>
                  <a:gd name="connsiteY8" fmla="*/ 543155 h 584209"/>
                  <a:gd name="connsiteX9" fmla="*/ 491426 w 583799"/>
                  <a:gd name="connsiteY9" fmla="*/ 543155 h 584209"/>
                  <a:gd name="connsiteX10" fmla="*/ 491426 w 583799"/>
                  <a:gd name="connsiteY10" fmla="*/ 584210 h 584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3799" h="584209">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grpFill/>
              <a:ln w="0" cap="flat">
                <a:noFill/>
                <a:prstDash val="solid"/>
                <a:miter/>
              </a:ln>
            </p:spPr>
            <p:txBody>
              <a:bodyPr rtlCol="0" anchor="ctr"/>
              <a:lstStyle/>
              <a:p>
                <a:endParaRPr lang="en-US"/>
              </a:p>
            </p:txBody>
          </p:sp>
          <p:grpSp>
            <p:nvGrpSpPr>
              <p:cNvPr id="61" name="Graphic 339">
                <a:extLst>
                  <a:ext uri="{FF2B5EF4-FFF2-40B4-BE49-F238E27FC236}">
                    <a16:creationId xmlns:a16="http://schemas.microsoft.com/office/drawing/2014/main" id="{A26713F3-1F94-91AD-A5F7-BAA084543988}"/>
                  </a:ext>
                </a:extLst>
              </p:cNvPr>
              <p:cNvGrpSpPr/>
              <p:nvPr/>
            </p:nvGrpSpPr>
            <p:grpSpPr>
              <a:xfrm>
                <a:off x="834156" y="5211637"/>
                <a:ext cx="216358" cy="78004"/>
                <a:chOff x="834156" y="5211637"/>
                <a:chExt cx="216358" cy="78004"/>
              </a:xfrm>
              <a:grpFill/>
            </p:grpSpPr>
            <p:sp>
              <p:nvSpPr>
                <p:cNvPr id="62" name="Freeform 61">
                  <a:extLst>
                    <a:ext uri="{FF2B5EF4-FFF2-40B4-BE49-F238E27FC236}">
                      <a16:creationId xmlns:a16="http://schemas.microsoft.com/office/drawing/2014/main" id="{09FD0E53-7C30-DA10-F10F-64B93D8C9A50}"/>
                    </a:ext>
                  </a:extLst>
                </p:cNvPr>
                <p:cNvSpPr/>
                <p:nvPr/>
              </p:nvSpPr>
              <p:spPr>
                <a:xfrm>
                  <a:off x="834156" y="5213690"/>
                  <a:ext cx="81699" cy="75951"/>
                </a:xfrm>
                <a:custGeom>
                  <a:avLst/>
                  <a:gdLst>
                    <a:gd name="connsiteX0" fmla="*/ 0 w 81699"/>
                    <a:gd name="connsiteY0" fmla="*/ 0 h 75951"/>
                    <a:gd name="connsiteX1" fmla="*/ 18885 w 81699"/>
                    <a:gd name="connsiteY1" fmla="*/ 0 h 75951"/>
                    <a:gd name="connsiteX2" fmla="*/ 41055 w 81699"/>
                    <a:gd name="connsiteY2" fmla="*/ 55013 h 75951"/>
                    <a:gd name="connsiteX3" fmla="*/ 62814 w 81699"/>
                    <a:gd name="connsiteY3" fmla="*/ 0 h 75951"/>
                    <a:gd name="connsiteX4" fmla="*/ 81699 w 81699"/>
                    <a:gd name="connsiteY4" fmla="*/ 0 h 75951"/>
                    <a:gd name="connsiteX5" fmla="*/ 49676 w 81699"/>
                    <a:gd name="connsiteY5" fmla="*/ 75951 h 75951"/>
                    <a:gd name="connsiteX6" fmla="*/ 32844 w 81699"/>
                    <a:gd name="connsiteY6" fmla="*/ 75951 h 75951"/>
                    <a:gd name="connsiteX7" fmla="*/ 0 w 81699"/>
                    <a:gd name="connsiteY7" fmla="*/ 0 h 75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699" h="75951">
                      <a:moveTo>
                        <a:pt x="0" y="0"/>
                      </a:moveTo>
                      <a:lnTo>
                        <a:pt x="18885" y="0"/>
                      </a:lnTo>
                      <a:lnTo>
                        <a:pt x="41055" y="55013"/>
                      </a:lnTo>
                      <a:lnTo>
                        <a:pt x="62814" y="0"/>
                      </a:lnTo>
                      <a:lnTo>
                        <a:pt x="81699" y="0"/>
                      </a:lnTo>
                      <a:lnTo>
                        <a:pt x="49676" y="75951"/>
                      </a:lnTo>
                      <a:lnTo>
                        <a:pt x="32844" y="75951"/>
                      </a:lnTo>
                      <a:lnTo>
                        <a:pt x="0" y="0"/>
                      </a:lnTo>
                      <a:close/>
                    </a:path>
                  </a:pathLst>
                </a:custGeom>
                <a:grpFill/>
                <a:ln w="0"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1DB64A57-567C-6795-6D23-E64D88611579}"/>
                    </a:ext>
                  </a:extLst>
                </p:cNvPr>
                <p:cNvSpPr/>
                <p:nvPr/>
              </p:nvSpPr>
              <p:spPr>
                <a:xfrm>
                  <a:off x="935151" y="5211637"/>
                  <a:ext cx="115364" cy="77593"/>
                </a:xfrm>
                <a:custGeom>
                  <a:avLst/>
                  <a:gdLst>
                    <a:gd name="connsiteX0" fmla="*/ 101816 w 115364"/>
                    <a:gd name="connsiteY0" fmla="*/ 3695 h 77593"/>
                    <a:gd name="connsiteX1" fmla="*/ 111669 w 115364"/>
                    <a:gd name="connsiteY1" fmla="*/ 13959 h 77593"/>
                    <a:gd name="connsiteX2" fmla="*/ 115364 w 115364"/>
                    <a:gd name="connsiteY2" fmla="*/ 29149 h 77593"/>
                    <a:gd name="connsiteX3" fmla="*/ 115364 w 115364"/>
                    <a:gd name="connsiteY3" fmla="*/ 77594 h 77593"/>
                    <a:gd name="connsiteX4" fmla="*/ 97710 w 115364"/>
                    <a:gd name="connsiteY4" fmla="*/ 77594 h 77593"/>
                    <a:gd name="connsiteX5" fmla="*/ 97710 w 115364"/>
                    <a:gd name="connsiteY5" fmla="*/ 32433 h 77593"/>
                    <a:gd name="connsiteX6" fmla="*/ 93605 w 115364"/>
                    <a:gd name="connsiteY6" fmla="*/ 20117 h 77593"/>
                    <a:gd name="connsiteX7" fmla="*/ 82931 w 115364"/>
                    <a:gd name="connsiteY7" fmla="*/ 15190 h 77593"/>
                    <a:gd name="connsiteX8" fmla="*/ 71025 w 115364"/>
                    <a:gd name="connsiteY8" fmla="*/ 19706 h 77593"/>
                    <a:gd name="connsiteX9" fmla="*/ 66509 w 115364"/>
                    <a:gd name="connsiteY9" fmla="*/ 31202 h 77593"/>
                    <a:gd name="connsiteX10" fmla="*/ 66509 w 115364"/>
                    <a:gd name="connsiteY10" fmla="*/ 77594 h 77593"/>
                    <a:gd name="connsiteX11" fmla="*/ 49266 w 115364"/>
                    <a:gd name="connsiteY11" fmla="*/ 77594 h 77593"/>
                    <a:gd name="connsiteX12" fmla="*/ 49266 w 115364"/>
                    <a:gd name="connsiteY12" fmla="*/ 32433 h 77593"/>
                    <a:gd name="connsiteX13" fmla="*/ 45160 w 115364"/>
                    <a:gd name="connsiteY13" fmla="*/ 20117 h 77593"/>
                    <a:gd name="connsiteX14" fmla="*/ 34486 w 115364"/>
                    <a:gd name="connsiteY14" fmla="*/ 15190 h 77593"/>
                    <a:gd name="connsiteX15" fmla="*/ 22580 w 115364"/>
                    <a:gd name="connsiteY15" fmla="*/ 19706 h 77593"/>
                    <a:gd name="connsiteX16" fmla="*/ 18064 w 115364"/>
                    <a:gd name="connsiteY16" fmla="*/ 31202 h 77593"/>
                    <a:gd name="connsiteX17" fmla="*/ 18064 w 115364"/>
                    <a:gd name="connsiteY17" fmla="*/ 77594 h 77593"/>
                    <a:gd name="connsiteX18" fmla="*/ 0 w 115364"/>
                    <a:gd name="connsiteY18" fmla="*/ 77594 h 77593"/>
                    <a:gd name="connsiteX19" fmla="*/ 0 w 115364"/>
                    <a:gd name="connsiteY19" fmla="*/ 1642 h 77593"/>
                    <a:gd name="connsiteX20" fmla="*/ 18064 w 115364"/>
                    <a:gd name="connsiteY20" fmla="*/ 1642 h 77593"/>
                    <a:gd name="connsiteX21" fmla="*/ 18064 w 115364"/>
                    <a:gd name="connsiteY21" fmla="*/ 11906 h 77593"/>
                    <a:gd name="connsiteX22" fmla="*/ 26686 w 115364"/>
                    <a:gd name="connsiteY22" fmla="*/ 3284 h 77593"/>
                    <a:gd name="connsiteX23" fmla="*/ 39413 w 115364"/>
                    <a:gd name="connsiteY23" fmla="*/ 0 h 77593"/>
                    <a:gd name="connsiteX24" fmla="*/ 55424 w 115364"/>
                    <a:gd name="connsiteY24" fmla="*/ 4927 h 77593"/>
                    <a:gd name="connsiteX25" fmla="*/ 65277 w 115364"/>
                    <a:gd name="connsiteY25" fmla="*/ 18064 h 77593"/>
                    <a:gd name="connsiteX26" fmla="*/ 73078 w 115364"/>
                    <a:gd name="connsiteY26" fmla="*/ 4927 h 77593"/>
                    <a:gd name="connsiteX27" fmla="*/ 88268 w 115364"/>
                    <a:gd name="connsiteY27" fmla="*/ 0 h 77593"/>
                    <a:gd name="connsiteX28" fmla="*/ 102226 w 115364"/>
                    <a:gd name="connsiteY28" fmla="*/ 3695 h 7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5364" h="77593">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grpFill/>
                <a:ln w="0" cap="flat">
                  <a:noFill/>
                  <a:prstDash val="solid"/>
                  <a:miter/>
                </a:ln>
              </p:spPr>
              <p:txBody>
                <a:bodyPr rtlCol="0" anchor="ctr"/>
                <a:lstStyle/>
                <a:p>
                  <a:endParaRPr lang="en-US"/>
                </a:p>
              </p:txBody>
            </p:sp>
          </p:grpSp>
        </p:grpSp>
        <p:sp>
          <p:nvSpPr>
            <p:cNvPr id="59" name="Rectangle 58">
              <a:extLst>
                <a:ext uri="{FF2B5EF4-FFF2-40B4-BE49-F238E27FC236}">
                  <a16:creationId xmlns:a16="http://schemas.microsoft.com/office/drawing/2014/main" id="{4AC08A6C-B4B5-7DF7-3A50-FBFB2F0108E9}"/>
                </a:ext>
              </a:extLst>
            </p:cNvPr>
            <p:cNvSpPr/>
            <p:nvPr/>
          </p:nvSpPr>
          <p:spPr bwMode="gray">
            <a:xfrm>
              <a:off x="1519108" y="4770143"/>
              <a:ext cx="796909" cy="340172"/>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accent2"/>
                  </a:solidFill>
                </a:rPr>
                <a:t>16GB</a:t>
              </a:r>
            </a:p>
          </p:txBody>
        </p:sp>
      </p:grpSp>
      <p:sp>
        <p:nvSpPr>
          <p:cNvPr id="64" name="Rectangle 63">
            <a:extLst>
              <a:ext uri="{FF2B5EF4-FFF2-40B4-BE49-F238E27FC236}">
                <a16:creationId xmlns:a16="http://schemas.microsoft.com/office/drawing/2014/main" id="{EEE4F26E-274A-B65E-28DF-44CE96EA40A5}"/>
              </a:ext>
            </a:extLst>
          </p:cNvPr>
          <p:cNvSpPr/>
          <p:nvPr/>
        </p:nvSpPr>
        <p:spPr bwMode="gray">
          <a:xfrm>
            <a:off x="3107733" y="5823897"/>
            <a:ext cx="1516283" cy="136573"/>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dirty="0">
                <a:solidFill>
                  <a:schemeClr val="accent3"/>
                </a:solidFill>
              </a:rPr>
              <a:t>32/64GB Memory</a:t>
            </a:r>
          </a:p>
        </p:txBody>
      </p:sp>
      <p:sp>
        <p:nvSpPr>
          <p:cNvPr id="67" name="Rectangle 66">
            <a:extLst>
              <a:ext uri="{FF2B5EF4-FFF2-40B4-BE49-F238E27FC236}">
                <a16:creationId xmlns:a16="http://schemas.microsoft.com/office/drawing/2014/main" id="{08838A8A-2E65-1990-0F1B-A46E161B48C7}"/>
              </a:ext>
            </a:extLst>
          </p:cNvPr>
          <p:cNvSpPr/>
          <p:nvPr/>
        </p:nvSpPr>
        <p:spPr bwMode="gray">
          <a:xfrm>
            <a:off x="4811225" y="5839463"/>
            <a:ext cx="1516283" cy="136573"/>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dirty="0">
                <a:solidFill>
                  <a:schemeClr val="accent3"/>
                </a:solidFill>
              </a:rPr>
              <a:t>40/64GB Memory</a:t>
            </a:r>
          </a:p>
        </p:txBody>
      </p:sp>
      <p:sp>
        <p:nvSpPr>
          <p:cNvPr id="68" name="Rectangle 67">
            <a:extLst>
              <a:ext uri="{FF2B5EF4-FFF2-40B4-BE49-F238E27FC236}">
                <a16:creationId xmlns:a16="http://schemas.microsoft.com/office/drawing/2014/main" id="{2F318FB4-A12E-88A2-B913-A5E6E91E4D2E}"/>
              </a:ext>
            </a:extLst>
          </p:cNvPr>
          <p:cNvSpPr/>
          <p:nvPr/>
        </p:nvSpPr>
        <p:spPr bwMode="gray">
          <a:xfrm>
            <a:off x="6437283" y="5823896"/>
            <a:ext cx="1516283" cy="136573"/>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dirty="0">
                <a:solidFill>
                  <a:schemeClr val="accent3"/>
                </a:solidFill>
              </a:rPr>
              <a:t>40/64GB Memory</a:t>
            </a:r>
          </a:p>
        </p:txBody>
      </p:sp>
      <p:grpSp>
        <p:nvGrpSpPr>
          <p:cNvPr id="69" name="Group 68">
            <a:extLst>
              <a:ext uri="{FF2B5EF4-FFF2-40B4-BE49-F238E27FC236}">
                <a16:creationId xmlns:a16="http://schemas.microsoft.com/office/drawing/2014/main" id="{F68690AF-3F6A-A50A-C351-64D221DDCBEC}"/>
              </a:ext>
            </a:extLst>
          </p:cNvPr>
          <p:cNvGrpSpPr/>
          <p:nvPr/>
        </p:nvGrpSpPr>
        <p:grpSpPr>
          <a:xfrm>
            <a:off x="188747" y="4981885"/>
            <a:ext cx="954593" cy="994151"/>
            <a:chOff x="6845884" y="2291896"/>
            <a:chExt cx="954593" cy="994151"/>
          </a:xfrm>
        </p:grpSpPr>
        <p:grpSp>
          <p:nvGrpSpPr>
            <p:cNvPr id="70" name="Group 69">
              <a:extLst>
                <a:ext uri="{FF2B5EF4-FFF2-40B4-BE49-F238E27FC236}">
                  <a16:creationId xmlns:a16="http://schemas.microsoft.com/office/drawing/2014/main" id="{779F60E6-8FE1-1379-4EE7-8442920AD04D}"/>
                </a:ext>
                <a:ext uri="{C183D7F6-B498-43B3-948B-1728B52AA6E4}">
                  <adec:decorative xmlns:adec="http://schemas.microsoft.com/office/drawing/2017/decorative" val="1"/>
                </a:ext>
              </a:extLst>
            </p:cNvPr>
            <p:cNvGrpSpPr>
              <a:grpSpLocks noChangeAspect="1"/>
            </p:cNvGrpSpPr>
            <p:nvPr/>
          </p:nvGrpSpPr>
          <p:grpSpPr>
            <a:xfrm>
              <a:off x="6845884" y="2291896"/>
              <a:ext cx="938690" cy="938690"/>
              <a:chOff x="6916620" y="4795817"/>
              <a:chExt cx="1213482" cy="1212870"/>
            </a:xfrm>
          </p:grpSpPr>
          <p:sp>
            <p:nvSpPr>
              <p:cNvPr id="72" name="Oval 71">
                <a:extLst>
                  <a:ext uri="{FF2B5EF4-FFF2-40B4-BE49-F238E27FC236}">
                    <a16:creationId xmlns:a16="http://schemas.microsoft.com/office/drawing/2014/main" id="{34773E81-0D2E-A84E-BBC3-302FF3117455}"/>
                  </a:ext>
                </a:extLst>
              </p:cNvPr>
              <p:cNvSpPr/>
              <p:nvPr/>
            </p:nvSpPr>
            <p:spPr>
              <a:xfrm>
                <a:off x="6916620" y="4795817"/>
                <a:ext cx="1213482" cy="1212870"/>
              </a:xfrm>
              <a:prstGeom prst="ellipse">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3421" tIns="51710" rIns="103421" bIns="51710" numCol="1" spcCol="0" rtlCol="0" fromWordArt="0" anchor="ctr" anchorCtr="0" forceAA="0" compatLnSpc="1">
                <a:prstTxWarp prst="textNoShape">
                  <a:avLst/>
                </a:prstTxWarp>
                <a:noAutofit/>
              </a:bodyPr>
              <a:lstStyle/>
              <a:p>
                <a:pPr algn="ctr">
                  <a:spcAft>
                    <a:spcPts val="600"/>
                  </a:spcAft>
                </a:pPr>
                <a:endParaRPr lang="en-US" sz="1200" dirty="0">
                  <a:solidFill>
                    <a:srgbClr val="FFFFFF"/>
                  </a:solidFill>
                  <a:latin typeface="Arial" panose="020B0604020202020204" pitchFamily="34" charset="0"/>
                </a:endParaRPr>
              </a:p>
            </p:txBody>
          </p:sp>
          <p:sp>
            <p:nvSpPr>
              <p:cNvPr id="73" name="Oval 72">
                <a:extLst>
                  <a:ext uri="{FF2B5EF4-FFF2-40B4-BE49-F238E27FC236}">
                    <a16:creationId xmlns:a16="http://schemas.microsoft.com/office/drawing/2014/main" id="{833E5046-2982-087D-72EB-378BA115058C}"/>
                  </a:ext>
                </a:extLst>
              </p:cNvPr>
              <p:cNvSpPr/>
              <p:nvPr/>
            </p:nvSpPr>
            <p:spPr>
              <a:xfrm>
                <a:off x="6916620" y="4795817"/>
                <a:ext cx="1213482" cy="1212870"/>
              </a:xfrm>
              <a:prstGeom prst="ellipse">
                <a:avLst/>
              </a:prstGeom>
              <a:no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3421" tIns="51710" rIns="103421" bIns="51710" numCol="1" spcCol="0" rtlCol="0" fromWordArt="0" anchor="ctr" anchorCtr="0" forceAA="0" compatLnSpc="1">
                <a:prstTxWarp prst="textNoShape">
                  <a:avLst/>
                </a:prstTxWarp>
                <a:noAutofit/>
              </a:bodyPr>
              <a:lstStyle/>
              <a:p>
                <a:pPr algn="ctr">
                  <a:spcAft>
                    <a:spcPts val="600"/>
                  </a:spcAft>
                </a:pPr>
                <a:endParaRPr lang="en-US" sz="1200" dirty="0">
                  <a:solidFill>
                    <a:srgbClr val="FFFFFF"/>
                  </a:solidFill>
                  <a:latin typeface="Arial" panose="020B0604020202020204" pitchFamily="34" charset="0"/>
                </a:endParaRPr>
              </a:p>
            </p:txBody>
          </p:sp>
        </p:grpSp>
        <p:pic>
          <p:nvPicPr>
            <p:cNvPr id="71" name="Google Shape;1718;p87">
              <a:extLst>
                <a:ext uri="{FF2B5EF4-FFF2-40B4-BE49-F238E27FC236}">
                  <a16:creationId xmlns:a16="http://schemas.microsoft.com/office/drawing/2014/main" id="{A84B5419-8B79-A7CC-2108-7EB14A2C7AF8}"/>
                </a:ext>
                <a:ext uri="{C183D7F6-B498-43B3-948B-1728B52AA6E4}">
                  <adec:decorative xmlns:adec="http://schemas.microsoft.com/office/drawing/2017/decorative" val="1"/>
                </a:ext>
              </a:extLst>
            </p:cNvPr>
            <p:cNvPicPr preferRelativeResize="0">
              <a:picLocks noChangeAspect="1"/>
            </p:cNvPicPr>
            <p:nvPr/>
          </p:nvPicPr>
          <p:blipFill rotWithShape="1">
            <a:blip r:embed="rId4">
              <a:alphaModFix/>
            </a:blip>
            <a:srcRect t="47" b="47"/>
            <a:stretch/>
          </p:blipFill>
          <p:spPr>
            <a:xfrm>
              <a:off x="6861786" y="2304593"/>
              <a:ext cx="938691" cy="981454"/>
            </a:xfrm>
            <a:prstGeom prst="ellipse">
              <a:avLst/>
            </a:prstGeom>
            <a:noFill/>
            <a:ln>
              <a:noFill/>
            </a:ln>
          </p:spPr>
        </p:pic>
      </p:grpSp>
      <p:cxnSp>
        <p:nvCxnSpPr>
          <p:cNvPr id="74" name="Straight Arrow Connector 73">
            <a:extLst>
              <a:ext uri="{FF2B5EF4-FFF2-40B4-BE49-F238E27FC236}">
                <a16:creationId xmlns:a16="http://schemas.microsoft.com/office/drawing/2014/main" id="{76B36435-4D04-1C75-0E71-857B1F70725A}"/>
              </a:ext>
            </a:extLst>
          </p:cNvPr>
          <p:cNvCxnSpPr>
            <a:cxnSpLocks/>
          </p:cNvCxnSpPr>
          <p:nvPr/>
        </p:nvCxnSpPr>
        <p:spPr bwMode="gray">
          <a:xfrm>
            <a:off x="1282148" y="5436707"/>
            <a:ext cx="1423795" cy="0"/>
          </a:xfrm>
          <a:prstGeom prst="straightConnector1">
            <a:avLst/>
          </a:prstGeom>
          <a:ln w="25400">
            <a:solidFill>
              <a:schemeClr val="tx1"/>
            </a:solidFill>
            <a:prstDash val="sysDash"/>
            <a:miter lim="800000"/>
            <a:tailEnd type="triangle"/>
          </a:ln>
        </p:spPr>
        <p:style>
          <a:lnRef idx="1">
            <a:schemeClr val="accent1"/>
          </a:lnRef>
          <a:fillRef idx="0">
            <a:schemeClr val="accent1"/>
          </a:fillRef>
          <a:effectRef idx="0">
            <a:schemeClr val="accent1"/>
          </a:effectRef>
          <a:fontRef idx="minor">
            <a:schemeClr val="tx1"/>
          </a:fontRef>
        </p:style>
      </p:cxnSp>
      <p:sp>
        <p:nvSpPr>
          <p:cNvPr id="76" name="Text Placeholder 5">
            <a:extLst>
              <a:ext uri="{FF2B5EF4-FFF2-40B4-BE49-F238E27FC236}">
                <a16:creationId xmlns:a16="http://schemas.microsoft.com/office/drawing/2014/main" id="{7C82183A-56BB-B490-4DDF-3DC7A284E780}"/>
              </a:ext>
              <a:ext uri="{C183D7F6-B498-43B3-948B-1728B52AA6E4}">
                <adec:decorative xmlns:adec="http://schemas.microsoft.com/office/drawing/2017/decorative" val="1"/>
              </a:ext>
            </a:extLst>
          </p:cNvPr>
          <p:cNvSpPr txBox="1">
            <a:spLocks/>
          </p:cNvSpPr>
          <p:nvPr/>
        </p:nvSpPr>
        <p:spPr>
          <a:xfrm>
            <a:off x="1029558" y="5509389"/>
            <a:ext cx="2080818" cy="246221"/>
          </a:xfrm>
          <a:prstGeom prst="rect">
            <a:avLst/>
          </a:prstGeom>
        </p:spPr>
        <p:txBody>
          <a:bodyPr wrap="square">
            <a:spAutoFit/>
          </a:bodyPr>
          <a:lst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pPr algn="ctr">
              <a:buNone/>
            </a:pPr>
            <a:r>
              <a:rPr lang="en-US" sz="1000" b="1" cap="all" dirty="0">
                <a:solidFill>
                  <a:schemeClr val="accent2"/>
                </a:solidFill>
                <a:latin typeface="Arial" panose="020B0604020202020204" pitchFamily="34" charset="0"/>
              </a:rPr>
              <a:t>Enter MAINTENANCE MODE</a:t>
            </a:r>
          </a:p>
        </p:txBody>
      </p:sp>
      <p:pic>
        <p:nvPicPr>
          <p:cNvPr id="77" name="Picture 76">
            <a:extLst>
              <a:ext uri="{FF2B5EF4-FFF2-40B4-BE49-F238E27FC236}">
                <a16:creationId xmlns:a16="http://schemas.microsoft.com/office/drawing/2014/main" id="{76003F38-4451-D688-A815-0A9A59D6997A}"/>
              </a:ext>
            </a:extLst>
          </p:cNvPr>
          <p:cNvPicPr>
            <a:picLocks noChangeAspect="1"/>
          </p:cNvPicPr>
          <p:nvPr/>
        </p:nvPicPr>
        <p:blipFill>
          <a:blip r:embed="rId5"/>
          <a:stretch>
            <a:fillRect/>
          </a:stretch>
        </p:blipFill>
        <p:spPr>
          <a:xfrm>
            <a:off x="563841" y="2149684"/>
            <a:ext cx="2748927" cy="2076784"/>
          </a:xfrm>
          <a:prstGeom prst="rect">
            <a:avLst/>
          </a:prstGeom>
          <a:ln>
            <a:solidFill>
              <a:schemeClr val="bg2"/>
            </a:solidFill>
          </a:ln>
        </p:spPr>
      </p:pic>
      <p:sp>
        <p:nvSpPr>
          <p:cNvPr id="78" name="Trapezium 77">
            <a:extLst>
              <a:ext uri="{FF2B5EF4-FFF2-40B4-BE49-F238E27FC236}">
                <a16:creationId xmlns:a16="http://schemas.microsoft.com/office/drawing/2014/main" id="{4864236F-A687-D74B-4423-B3990E344D58}"/>
              </a:ext>
            </a:extLst>
          </p:cNvPr>
          <p:cNvSpPr/>
          <p:nvPr/>
        </p:nvSpPr>
        <p:spPr bwMode="gray">
          <a:xfrm rot="10800000">
            <a:off x="592864" y="4239164"/>
            <a:ext cx="2719903" cy="1167891"/>
          </a:xfrm>
          <a:prstGeom prst="trapezoid">
            <a:avLst>
              <a:gd name="adj" fmla="val 62445"/>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Tree>
    <p:extLst>
      <p:ext uri="{BB962C8B-B14F-4D97-AF65-F5344CB8AC3E}">
        <p14:creationId xmlns:p14="http://schemas.microsoft.com/office/powerpoint/2010/main" val="2904639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F101B-A800-2D71-A387-6B16F77C23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AD7FA6-86F8-2741-0B3B-57F478CA7D3B}"/>
              </a:ext>
            </a:extLst>
          </p:cNvPr>
          <p:cNvSpPr>
            <a:spLocks noGrp="1"/>
          </p:cNvSpPr>
          <p:nvPr>
            <p:ph type="title"/>
          </p:nvPr>
        </p:nvSpPr>
        <p:spPr/>
        <p:txBody>
          <a:bodyPr/>
          <a:lstStyle/>
          <a:p>
            <a:r>
              <a:rPr lang="en-US" dirty="0"/>
              <a:t>Preserve Workload Performance during Host Maintenance </a:t>
            </a:r>
          </a:p>
        </p:txBody>
      </p:sp>
      <p:sp>
        <p:nvSpPr>
          <p:cNvPr id="3" name="Subtitle 2">
            <a:extLst>
              <a:ext uri="{FF2B5EF4-FFF2-40B4-BE49-F238E27FC236}">
                <a16:creationId xmlns:a16="http://schemas.microsoft.com/office/drawing/2014/main" id="{DBD28AEF-CEE7-E0C7-AD00-AB6B0AE31B91}"/>
              </a:ext>
            </a:extLst>
          </p:cNvPr>
          <p:cNvSpPr>
            <a:spLocks noGrp="1"/>
          </p:cNvSpPr>
          <p:nvPr>
            <p:ph type="subTitle" idx="10"/>
          </p:nvPr>
        </p:nvSpPr>
        <p:spPr/>
        <p:txBody>
          <a:bodyPr/>
          <a:lstStyle/>
          <a:p>
            <a:r>
              <a:rPr lang="en-US" dirty="0"/>
              <a:t>vSphere DRS Optimized Maintenance Mode Evacuation</a:t>
            </a:r>
          </a:p>
        </p:txBody>
      </p:sp>
      <p:sp>
        <p:nvSpPr>
          <p:cNvPr id="4" name="Text Placeholder 3">
            <a:extLst>
              <a:ext uri="{FF2B5EF4-FFF2-40B4-BE49-F238E27FC236}">
                <a16:creationId xmlns:a16="http://schemas.microsoft.com/office/drawing/2014/main" id="{F4EC66AA-1C31-C448-26D6-D03F401163CE}"/>
              </a:ext>
            </a:extLst>
          </p:cNvPr>
          <p:cNvSpPr>
            <a:spLocks noGrp="1"/>
          </p:cNvSpPr>
          <p:nvPr>
            <p:ph type="body" sz="quarter" idx="17"/>
          </p:nvPr>
        </p:nvSpPr>
        <p:spPr/>
        <p:txBody>
          <a:bodyPr/>
          <a:lstStyle/>
          <a:p>
            <a:r>
              <a:rPr lang="en-US" dirty="0"/>
              <a:t>Delay evacuation if VM compute demand cannot be met</a:t>
            </a:r>
          </a:p>
          <a:p>
            <a:endParaRPr lang="en-US" dirty="0"/>
          </a:p>
          <a:p>
            <a:r>
              <a:rPr lang="en-US" dirty="0"/>
              <a:t>DRS re-balances remaining capacity to make space</a:t>
            </a:r>
          </a:p>
          <a:p>
            <a:endParaRPr lang="en-US" dirty="0"/>
          </a:p>
          <a:p>
            <a:r>
              <a:rPr lang="en-US" dirty="0"/>
              <a:t>Avoids resource contention during maintenance</a:t>
            </a:r>
          </a:p>
          <a:p>
            <a:endParaRPr lang="en-US" dirty="0"/>
          </a:p>
        </p:txBody>
      </p:sp>
      <p:pic>
        <p:nvPicPr>
          <p:cNvPr id="5" name="Graphic 4">
            <a:extLst>
              <a:ext uri="{FF2B5EF4-FFF2-40B4-BE49-F238E27FC236}">
                <a16:creationId xmlns:a16="http://schemas.microsoft.com/office/drawing/2014/main" id="{6EAE833C-9675-41F4-DF81-48AD40BD0DB6}"/>
              </a:ext>
            </a:extLst>
          </p:cNvPr>
          <p:cNvPicPr>
            <a:picLocks noChangeAspect="1"/>
          </p:cNvPicPr>
          <p:nvPr/>
        </p:nvPicPr>
        <p:blipFill>
          <a:blip>
            <a:extLst>
              <a:ext uri="{96DAC541-7B7A-43D3-8B79-37D633B846F1}">
                <asvg:svgBlip xmlns:asvg="http://schemas.microsoft.com/office/drawing/2016/SVG/main" r:embed="rId3"/>
              </a:ext>
            </a:extLst>
          </a:blip>
          <a:srcRect l="6852" t="68344" r="8642" b="4629"/>
          <a:stretch>
            <a:fillRect/>
          </a:stretch>
        </p:blipFill>
        <p:spPr>
          <a:xfrm>
            <a:off x="3050270" y="5202386"/>
            <a:ext cx="1516283" cy="484938"/>
          </a:xfrm>
          <a:prstGeom prst="rect">
            <a:avLst/>
          </a:prstGeom>
        </p:spPr>
      </p:pic>
      <p:pic>
        <p:nvPicPr>
          <p:cNvPr id="6" name="Graphic 5">
            <a:extLst>
              <a:ext uri="{FF2B5EF4-FFF2-40B4-BE49-F238E27FC236}">
                <a16:creationId xmlns:a16="http://schemas.microsoft.com/office/drawing/2014/main" id="{E06A7A9D-3937-D405-6746-2930DAC70B0A}"/>
              </a:ext>
            </a:extLst>
          </p:cNvPr>
          <p:cNvPicPr>
            <a:picLocks noChangeAspect="1"/>
          </p:cNvPicPr>
          <p:nvPr/>
        </p:nvPicPr>
        <p:blipFill>
          <a:blip>
            <a:extLst>
              <a:ext uri="{96DAC541-7B7A-43D3-8B79-37D633B846F1}">
                <asvg:svgBlip xmlns:asvg="http://schemas.microsoft.com/office/drawing/2016/SVG/main" r:embed="rId4"/>
              </a:ext>
            </a:extLst>
          </a:blip>
          <a:srcRect l="6852" t="68344" r="8642" b="4629"/>
          <a:stretch>
            <a:fillRect/>
          </a:stretch>
        </p:blipFill>
        <p:spPr>
          <a:xfrm>
            <a:off x="4749533" y="5202386"/>
            <a:ext cx="1516283" cy="484938"/>
          </a:xfrm>
          <a:prstGeom prst="rect">
            <a:avLst/>
          </a:prstGeom>
        </p:spPr>
      </p:pic>
      <p:pic>
        <p:nvPicPr>
          <p:cNvPr id="7" name="Graphic 6">
            <a:extLst>
              <a:ext uri="{FF2B5EF4-FFF2-40B4-BE49-F238E27FC236}">
                <a16:creationId xmlns:a16="http://schemas.microsoft.com/office/drawing/2014/main" id="{D412DE6F-158C-B84E-BAE8-A6F2E78C2642}"/>
              </a:ext>
            </a:extLst>
          </p:cNvPr>
          <p:cNvPicPr>
            <a:picLocks noChangeAspect="1"/>
          </p:cNvPicPr>
          <p:nvPr/>
        </p:nvPicPr>
        <p:blipFill>
          <a:blip>
            <a:extLst>
              <a:ext uri="{96DAC541-7B7A-43D3-8B79-37D633B846F1}">
                <asvg:svgBlip xmlns:asvg="http://schemas.microsoft.com/office/drawing/2016/SVG/main" r:embed="rId4"/>
              </a:ext>
            </a:extLst>
          </a:blip>
          <a:srcRect l="6852" t="68344" r="8642" b="4629"/>
          <a:stretch>
            <a:fillRect/>
          </a:stretch>
        </p:blipFill>
        <p:spPr>
          <a:xfrm>
            <a:off x="6448796" y="5202386"/>
            <a:ext cx="1516283" cy="484938"/>
          </a:xfrm>
          <a:prstGeom prst="rect">
            <a:avLst/>
          </a:prstGeom>
        </p:spPr>
      </p:pic>
      <p:grpSp>
        <p:nvGrpSpPr>
          <p:cNvPr id="35" name="Group 34">
            <a:extLst>
              <a:ext uri="{FF2B5EF4-FFF2-40B4-BE49-F238E27FC236}">
                <a16:creationId xmlns:a16="http://schemas.microsoft.com/office/drawing/2014/main" id="{0A22DFDF-857E-8CC2-E388-E0E0EB4CD97B}"/>
              </a:ext>
            </a:extLst>
          </p:cNvPr>
          <p:cNvGrpSpPr/>
          <p:nvPr/>
        </p:nvGrpSpPr>
        <p:grpSpPr>
          <a:xfrm>
            <a:off x="3409978" y="4312414"/>
            <a:ext cx="796909" cy="797468"/>
            <a:chOff x="1519108" y="4312847"/>
            <a:chExt cx="796909" cy="797468"/>
          </a:xfrm>
          <a:solidFill>
            <a:schemeClr val="accent5"/>
          </a:solidFill>
        </p:grpSpPr>
        <p:grpSp>
          <p:nvGrpSpPr>
            <p:cNvPr id="9" name="Graphic 339">
              <a:extLst>
                <a:ext uri="{FF2B5EF4-FFF2-40B4-BE49-F238E27FC236}">
                  <a16:creationId xmlns:a16="http://schemas.microsoft.com/office/drawing/2014/main" id="{C1456CC9-B2E6-FB11-9C79-E72201E3E055}"/>
                </a:ext>
              </a:extLst>
            </p:cNvPr>
            <p:cNvGrpSpPr>
              <a:grpSpLocks noChangeAspect="1"/>
            </p:cNvGrpSpPr>
            <p:nvPr/>
          </p:nvGrpSpPr>
          <p:grpSpPr>
            <a:xfrm>
              <a:off x="1519108" y="4312847"/>
              <a:ext cx="796909" cy="797468"/>
              <a:chOff x="658852" y="4954224"/>
              <a:chExt cx="583799" cy="584209"/>
            </a:xfrm>
            <a:grpFill/>
          </p:grpSpPr>
          <p:sp>
            <p:nvSpPr>
              <p:cNvPr id="10" name="Freeform 9">
                <a:extLst>
                  <a:ext uri="{FF2B5EF4-FFF2-40B4-BE49-F238E27FC236}">
                    <a16:creationId xmlns:a16="http://schemas.microsoft.com/office/drawing/2014/main" id="{B06D1247-971C-1B71-81F1-0C7003EBADA2}"/>
                  </a:ext>
                </a:extLst>
              </p:cNvPr>
              <p:cNvSpPr/>
              <p:nvPr/>
            </p:nvSpPr>
            <p:spPr>
              <a:xfrm>
                <a:off x="658852" y="4954224"/>
                <a:ext cx="583799" cy="584209"/>
              </a:xfrm>
              <a:custGeom>
                <a:avLst/>
                <a:gdLst>
                  <a:gd name="connsiteX0" fmla="*/ 491426 w 583799"/>
                  <a:gd name="connsiteY0" fmla="*/ 584210 h 584209"/>
                  <a:gd name="connsiteX1" fmla="*/ 0 w 583799"/>
                  <a:gd name="connsiteY1" fmla="*/ 584210 h 584209"/>
                  <a:gd name="connsiteX2" fmla="*/ 0 w 583799"/>
                  <a:gd name="connsiteY2" fmla="*/ 0 h 584209"/>
                  <a:gd name="connsiteX3" fmla="*/ 583799 w 583799"/>
                  <a:gd name="connsiteY3" fmla="*/ 0 h 584209"/>
                  <a:gd name="connsiteX4" fmla="*/ 583799 w 583799"/>
                  <a:gd name="connsiteY4" fmla="*/ 566146 h 584209"/>
                  <a:gd name="connsiteX5" fmla="*/ 542745 w 583799"/>
                  <a:gd name="connsiteY5" fmla="*/ 566146 h 584209"/>
                  <a:gd name="connsiteX6" fmla="*/ 542745 w 583799"/>
                  <a:gd name="connsiteY6" fmla="*/ 41055 h 584209"/>
                  <a:gd name="connsiteX7" fmla="*/ 41055 w 583799"/>
                  <a:gd name="connsiteY7" fmla="*/ 41055 h 584209"/>
                  <a:gd name="connsiteX8" fmla="*/ 41055 w 583799"/>
                  <a:gd name="connsiteY8" fmla="*/ 543155 h 584209"/>
                  <a:gd name="connsiteX9" fmla="*/ 491426 w 583799"/>
                  <a:gd name="connsiteY9" fmla="*/ 543155 h 584209"/>
                  <a:gd name="connsiteX10" fmla="*/ 491426 w 583799"/>
                  <a:gd name="connsiteY10" fmla="*/ 584210 h 584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3799" h="584209">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grpFill/>
              <a:ln w="0" cap="flat">
                <a:noFill/>
                <a:prstDash val="solid"/>
                <a:miter/>
              </a:ln>
            </p:spPr>
            <p:txBody>
              <a:bodyPr rtlCol="0" anchor="ctr"/>
              <a:lstStyle/>
              <a:p>
                <a:endParaRPr lang="en-US"/>
              </a:p>
            </p:txBody>
          </p:sp>
          <p:grpSp>
            <p:nvGrpSpPr>
              <p:cNvPr id="11" name="Graphic 339">
                <a:extLst>
                  <a:ext uri="{FF2B5EF4-FFF2-40B4-BE49-F238E27FC236}">
                    <a16:creationId xmlns:a16="http://schemas.microsoft.com/office/drawing/2014/main" id="{76001D16-DDA2-3781-154C-1E8A90D81DE9}"/>
                  </a:ext>
                </a:extLst>
              </p:cNvPr>
              <p:cNvGrpSpPr/>
              <p:nvPr/>
            </p:nvGrpSpPr>
            <p:grpSpPr>
              <a:xfrm>
                <a:off x="834156" y="5211637"/>
                <a:ext cx="216358" cy="78004"/>
                <a:chOff x="834156" y="5211637"/>
                <a:chExt cx="216358" cy="78004"/>
              </a:xfrm>
              <a:grpFill/>
            </p:grpSpPr>
            <p:sp>
              <p:nvSpPr>
                <p:cNvPr id="12" name="Freeform 11">
                  <a:extLst>
                    <a:ext uri="{FF2B5EF4-FFF2-40B4-BE49-F238E27FC236}">
                      <a16:creationId xmlns:a16="http://schemas.microsoft.com/office/drawing/2014/main" id="{84E92969-7EFF-FD3C-F94B-662DC2B5A134}"/>
                    </a:ext>
                  </a:extLst>
                </p:cNvPr>
                <p:cNvSpPr/>
                <p:nvPr/>
              </p:nvSpPr>
              <p:spPr>
                <a:xfrm>
                  <a:off x="834156" y="5213690"/>
                  <a:ext cx="81699" cy="75951"/>
                </a:xfrm>
                <a:custGeom>
                  <a:avLst/>
                  <a:gdLst>
                    <a:gd name="connsiteX0" fmla="*/ 0 w 81699"/>
                    <a:gd name="connsiteY0" fmla="*/ 0 h 75951"/>
                    <a:gd name="connsiteX1" fmla="*/ 18885 w 81699"/>
                    <a:gd name="connsiteY1" fmla="*/ 0 h 75951"/>
                    <a:gd name="connsiteX2" fmla="*/ 41055 w 81699"/>
                    <a:gd name="connsiteY2" fmla="*/ 55013 h 75951"/>
                    <a:gd name="connsiteX3" fmla="*/ 62814 w 81699"/>
                    <a:gd name="connsiteY3" fmla="*/ 0 h 75951"/>
                    <a:gd name="connsiteX4" fmla="*/ 81699 w 81699"/>
                    <a:gd name="connsiteY4" fmla="*/ 0 h 75951"/>
                    <a:gd name="connsiteX5" fmla="*/ 49676 w 81699"/>
                    <a:gd name="connsiteY5" fmla="*/ 75951 h 75951"/>
                    <a:gd name="connsiteX6" fmla="*/ 32844 w 81699"/>
                    <a:gd name="connsiteY6" fmla="*/ 75951 h 75951"/>
                    <a:gd name="connsiteX7" fmla="*/ 0 w 81699"/>
                    <a:gd name="connsiteY7" fmla="*/ 0 h 75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699" h="75951">
                      <a:moveTo>
                        <a:pt x="0" y="0"/>
                      </a:moveTo>
                      <a:lnTo>
                        <a:pt x="18885" y="0"/>
                      </a:lnTo>
                      <a:lnTo>
                        <a:pt x="41055" y="55013"/>
                      </a:lnTo>
                      <a:lnTo>
                        <a:pt x="62814" y="0"/>
                      </a:lnTo>
                      <a:lnTo>
                        <a:pt x="81699" y="0"/>
                      </a:lnTo>
                      <a:lnTo>
                        <a:pt x="49676" y="75951"/>
                      </a:lnTo>
                      <a:lnTo>
                        <a:pt x="32844" y="75951"/>
                      </a:lnTo>
                      <a:lnTo>
                        <a:pt x="0" y="0"/>
                      </a:lnTo>
                      <a:close/>
                    </a:path>
                  </a:pathLst>
                </a:custGeom>
                <a:grpFill/>
                <a:ln w="0"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ECB98FD7-ED62-58E6-C1CD-C805043870FF}"/>
                    </a:ext>
                  </a:extLst>
                </p:cNvPr>
                <p:cNvSpPr/>
                <p:nvPr/>
              </p:nvSpPr>
              <p:spPr>
                <a:xfrm>
                  <a:off x="935151" y="5211637"/>
                  <a:ext cx="115364" cy="77593"/>
                </a:xfrm>
                <a:custGeom>
                  <a:avLst/>
                  <a:gdLst>
                    <a:gd name="connsiteX0" fmla="*/ 101816 w 115364"/>
                    <a:gd name="connsiteY0" fmla="*/ 3695 h 77593"/>
                    <a:gd name="connsiteX1" fmla="*/ 111669 w 115364"/>
                    <a:gd name="connsiteY1" fmla="*/ 13959 h 77593"/>
                    <a:gd name="connsiteX2" fmla="*/ 115364 w 115364"/>
                    <a:gd name="connsiteY2" fmla="*/ 29149 h 77593"/>
                    <a:gd name="connsiteX3" fmla="*/ 115364 w 115364"/>
                    <a:gd name="connsiteY3" fmla="*/ 77594 h 77593"/>
                    <a:gd name="connsiteX4" fmla="*/ 97710 w 115364"/>
                    <a:gd name="connsiteY4" fmla="*/ 77594 h 77593"/>
                    <a:gd name="connsiteX5" fmla="*/ 97710 w 115364"/>
                    <a:gd name="connsiteY5" fmla="*/ 32433 h 77593"/>
                    <a:gd name="connsiteX6" fmla="*/ 93605 w 115364"/>
                    <a:gd name="connsiteY6" fmla="*/ 20117 h 77593"/>
                    <a:gd name="connsiteX7" fmla="*/ 82931 w 115364"/>
                    <a:gd name="connsiteY7" fmla="*/ 15190 h 77593"/>
                    <a:gd name="connsiteX8" fmla="*/ 71025 w 115364"/>
                    <a:gd name="connsiteY8" fmla="*/ 19706 h 77593"/>
                    <a:gd name="connsiteX9" fmla="*/ 66509 w 115364"/>
                    <a:gd name="connsiteY9" fmla="*/ 31202 h 77593"/>
                    <a:gd name="connsiteX10" fmla="*/ 66509 w 115364"/>
                    <a:gd name="connsiteY10" fmla="*/ 77594 h 77593"/>
                    <a:gd name="connsiteX11" fmla="*/ 49266 w 115364"/>
                    <a:gd name="connsiteY11" fmla="*/ 77594 h 77593"/>
                    <a:gd name="connsiteX12" fmla="*/ 49266 w 115364"/>
                    <a:gd name="connsiteY12" fmla="*/ 32433 h 77593"/>
                    <a:gd name="connsiteX13" fmla="*/ 45160 w 115364"/>
                    <a:gd name="connsiteY13" fmla="*/ 20117 h 77593"/>
                    <a:gd name="connsiteX14" fmla="*/ 34486 w 115364"/>
                    <a:gd name="connsiteY14" fmla="*/ 15190 h 77593"/>
                    <a:gd name="connsiteX15" fmla="*/ 22580 w 115364"/>
                    <a:gd name="connsiteY15" fmla="*/ 19706 h 77593"/>
                    <a:gd name="connsiteX16" fmla="*/ 18064 w 115364"/>
                    <a:gd name="connsiteY16" fmla="*/ 31202 h 77593"/>
                    <a:gd name="connsiteX17" fmla="*/ 18064 w 115364"/>
                    <a:gd name="connsiteY17" fmla="*/ 77594 h 77593"/>
                    <a:gd name="connsiteX18" fmla="*/ 0 w 115364"/>
                    <a:gd name="connsiteY18" fmla="*/ 77594 h 77593"/>
                    <a:gd name="connsiteX19" fmla="*/ 0 w 115364"/>
                    <a:gd name="connsiteY19" fmla="*/ 1642 h 77593"/>
                    <a:gd name="connsiteX20" fmla="*/ 18064 w 115364"/>
                    <a:gd name="connsiteY20" fmla="*/ 1642 h 77593"/>
                    <a:gd name="connsiteX21" fmla="*/ 18064 w 115364"/>
                    <a:gd name="connsiteY21" fmla="*/ 11906 h 77593"/>
                    <a:gd name="connsiteX22" fmla="*/ 26686 w 115364"/>
                    <a:gd name="connsiteY22" fmla="*/ 3284 h 77593"/>
                    <a:gd name="connsiteX23" fmla="*/ 39413 w 115364"/>
                    <a:gd name="connsiteY23" fmla="*/ 0 h 77593"/>
                    <a:gd name="connsiteX24" fmla="*/ 55424 w 115364"/>
                    <a:gd name="connsiteY24" fmla="*/ 4927 h 77593"/>
                    <a:gd name="connsiteX25" fmla="*/ 65277 w 115364"/>
                    <a:gd name="connsiteY25" fmla="*/ 18064 h 77593"/>
                    <a:gd name="connsiteX26" fmla="*/ 73078 w 115364"/>
                    <a:gd name="connsiteY26" fmla="*/ 4927 h 77593"/>
                    <a:gd name="connsiteX27" fmla="*/ 88268 w 115364"/>
                    <a:gd name="connsiteY27" fmla="*/ 0 h 77593"/>
                    <a:gd name="connsiteX28" fmla="*/ 102226 w 115364"/>
                    <a:gd name="connsiteY28" fmla="*/ 3695 h 7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5364" h="77593">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grpFill/>
                <a:ln w="0" cap="flat">
                  <a:noFill/>
                  <a:prstDash val="solid"/>
                  <a:miter/>
                </a:ln>
              </p:spPr>
              <p:txBody>
                <a:bodyPr rtlCol="0" anchor="ctr"/>
                <a:lstStyle/>
                <a:p>
                  <a:endParaRPr lang="en-US"/>
                </a:p>
              </p:txBody>
            </p:sp>
          </p:grpSp>
        </p:grpSp>
        <p:sp>
          <p:nvSpPr>
            <p:cNvPr id="34" name="Rectangle 33">
              <a:extLst>
                <a:ext uri="{FF2B5EF4-FFF2-40B4-BE49-F238E27FC236}">
                  <a16:creationId xmlns:a16="http://schemas.microsoft.com/office/drawing/2014/main" id="{67501E8F-2AEE-8A7A-C4DE-FCBA57A2B00E}"/>
                </a:ext>
              </a:extLst>
            </p:cNvPr>
            <p:cNvSpPr/>
            <p:nvPr/>
          </p:nvSpPr>
          <p:spPr bwMode="gray">
            <a:xfrm>
              <a:off x="1519108" y="4770143"/>
              <a:ext cx="796909" cy="340172"/>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accent5"/>
                  </a:solidFill>
                </a:rPr>
                <a:t>32GB</a:t>
              </a:r>
            </a:p>
          </p:txBody>
        </p:sp>
      </p:grpSp>
      <p:grpSp>
        <p:nvGrpSpPr>
          <p:cNvPr id="36" name="Group 35">
            <a:extLst>
              <a:ext uri="{FF2B5EF4-FFF2-40B4-BE49-F238E27FC236}">
                <a16:creationId xmlns:a16="http://schemas.microsoft.com/office/drawing/2014/main" id="{F66CDD42-085A-3898-618D-EBF9298C9F62}"/>
              </a:ext>
            </a:extLst>
          </p:cNvPr>
          <p:cNvGrpSpPr/>
          <p:nvPr/>
        </p:nvGrpSpPr>
        <p:grpSpPr>
          <a:xfrm>
            <a:off x="5109219" y="4312414"/>
            <a:ext cx="796909" cy="797468"/>
            <a:chOff x="1519108" y="4312847"/>
            <a:chExt cx="796909" cy="797468"/>
          </a:xfrm>
        </p:grpSpPr>
        <p:grpSp>
          <p:nvGrpSpPr>
            <p:cNvPr id="37" name="Graphic 339">
              <a:extLst>
                <a:ext uri="{FF2B5EF4-FFF2-40B4-BE49-F238E27FC236}">
                  <a16:creationId xmlns:a16="http://schemas.microsoft.com/office/drawing/2014/main" id="{6B7E09E3-79FB-ABCA-FFC9-806601FFED8B}"/>
                </a:ext>
              </a:extLst>
            </p:cNvPr>
            <p:cNvGrpSpPr>
              <a:grpSpLocks noChangeAspect="1"/>
            </p:cNvGrpSpPr>
            <p:nvPr/>
          </p:nvGrpSpPr>
          <p:grpSpPr>
            <a:xfrm>
              <a:off x="1519108" y="4312847"/>
              <a:ext cx="796909" cy="797468"/>
              <a:chOff x="658852" y="4954224"/>
              <a:chExt cx="583799" cy="584209"/>
            </a:xfrm>
            <a:solidFill>
              <a:schemeClr val="accent2"/>
            </a:solidFill>
          </p:grpSpPr>
          <p:sp>
            <p:nvSpPr>
              <p:cNvPr id="39" name="Freeform 38">
                <a:extLst>
                  <a:ext uri="{FF2B5EF4-FFF2-40B4-BE49-F238E27FC236}">
                    <a16:creationId xmlns:a16="http://schemas.microsoft.com/office/drawing/2014/main" id="{2D08C2DD-2B80-9FD1-04C2-855C3E98C4AC}"/>
                  </a:ext>
                </a:extLst>
              </p:cNvPr>
              <p:cNvSpPr/>
              <p:nvPr/>
            </p:nvSpPr>
            <p:spPr>
              <a:xfrm>
                <a:off x="658852" y="4954224"/>
                <a:ext cx="583799" cy="584209"/>
              </a:xfrm>
              <a:custGeom>
                <a:avLst/>
                <a:gdLst>
                  <a:gd name="connsiteX0" fmla="*/ 491426 w 583799"/>
                  <a:gd name="connsiteY0" fmla="*/ 584210 h 584209"/>
                  <a:gd name="connsiteX1" fmla="*/ 0 w 583799"/>
                  <a:gd name="connsiteY1" fmla="*/ 584210 h 584209"/>
                  <a:gd name="connsiteX2" fmla="*/ 0 w 583799"/>
                  <a:gd name="connsiteY2" fmla="*/ 0 h 584209"/>
                  <a:gd name="connsiteX3" fmla="*/ 583799 w 583799"/>
                  <a:gd name="connsiteY3" fmla="*/ 0 h 584209"/>
                  <a:gd name="connsiteX4" fmla="*/ 583799 w 583799"/>
                  <a:gd name="connsiteY4" fmla="*/ 566146 h 584209"/>
                  <a:gd name="connsiteX5" fmla="*/ 542745 w 583799"/>
                  <a:gd name="connsiteY5" fmla="*/ 566146 h 584209"/>
                  <a:gd name="connsiteX6" fmla="*/ 542745 w 583799"/>
                  <a:gd name="connsiteY6" fmla="*/ 41055 h 584209"/>
                  <a:gd name="connsiteX7" fmla="*/ 41055 w 583799"/>
                  <a:gd name="connsiteY7" fmla="*/ 41055 h 584209"/>
                  <a:gd name="connsiteX8" fmla="*/ 41055 w 583799"/>
                  <a:gd name="connsiteY8" fmla="*/ 543155 h 584209"/>
                  <a:gd name="connsiteX9" fmla="*/ 491426 w 583799"/>
                  <a:gd name="connsiteY9" fmla="*/ 543155 h 584209"/>
                  <a:gd name="connsiteX10" fmla="*/ 491426 w 583799"/>
                  <a:gd name="connsiteY10" fmla="*/ 584210 h 584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3799" h="584209">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grpFill/>
              <a:ln w="0" cap="flat">
                <a:noFill/>
                <a:prstDash val="solid"/>
                <a:miter/>
              </a:ln>
            </p:spPr>
            <p:txBody>
              <a:bodyPr rtlCol="0" anchor="ctr"/>
              <a:lstStyle/>
              <a:p>
                <a:endParaRPr lang="en-US"/>
              </a:p>
            </p:txBody>
          </p:sp>
          <p:grpSp>
            <p:nvGrpSpPr>
              <p:cNvPr id="40" name="Graphic 339">
                <a:extLst>
                  <a:ext uri="{FF2B5EF4-FFF2-40B4-BE49-F238E27FC236}">
                    <a16:creationId xmlns:a16="http://schemas.microsoft.com/office/drawing/2014/main" id="{53F4D056-87A1-05D0-73D5-B9CDE7D4CDBA}"/>
                  </a:ext>
                </a:extLst>
              </p:cNvPr>
              <p:cNvGrpSpPr/>
              <p:nvPr/>
            </p:nvGrpSpPr>
            <p:grpSpPr>
              <a:xfrm>
                <a:off x="834156" y="5211637"/>
                <a:ext cx="216358" cy="78004"/>
                <a:chOff x="834156" y="5211637"/>
                <a:chExt cx="216358" cy="78004"/>
              </a:xfrm>
              <a:grpFill/>
            </p:grpSpPr>
            <p:sp>
              <p:nvSpPr>
                <p:cNvPr id="41" name="Freeform 40">
                  <a:extLst>
                    <a:ext uri="{FF2B5EF4-FFF2-40B4-BE49-F238E27FC236}">
                      <a16:creationId xmlns:a16="http://schemas.microsoft.com/office/drawing/2014/main" id="{A42601BE-4DF9-1BEC-D534-D8634A961E78}"/>
                    </a:ext>
                  </a:extLst>
                </p:cNvPr>
                <p:cNvSpPr/>
                <p:nvPr/>
              </p:nvSpPr>
              <p:spPr>
                <a:xfrm>
                  <a:off x="834156" y="5213690"/>
                  <a:ext cx="81699" cy="75951"/>
                </a:xfrm>
                <a:custGeom>
                  <a:avLst/>
                  <a:gdLst>
                    <a:gd name="connsiteX0" fmla="*/ 0 w 81699"/>
                    <a:gd name="connsiteY0" fmla="*/ 0 h 75951"/>
                    <a:gd name="connsiteX1" fmla="*/ 18885 w 81699"/>
                    <a:gd name="connsiteY1" fmla="*/ 0 h 75951"/>
                    <a:gd name="connsiteX2" fmla="*/ 41055 w 81699"/>
                    <a:gd name="connsiteY2" fmla="*/ 55013 h 75951"/>
                    <a:gd name="connsiteX3" fmla="*/ 62814 w 81699"/>
                    <a:gd name="connsiteY3" fmla="*/ 0 h 75951"/>
                    <a:gd name="connsiteX4" fmla="*/ 81699 w 81699"/>
                    <a:gd name="connsiteY4" fmla="*/ 0 h 75951"/>
                    <a:gd name="connsiteX5" fmla="*/ 49676 w 81699"/>
                    <a:gd name="connsiteY5" fmla="*/ 75951 h 75951"/>
                    <a:gd name="connsiteX6" fmla="*/ 32844 w 81699"/>
                    <a:gd name="connsiteY6" fmla="*/ 75951 h 75951"/>
                    <a:gd name="connsiteX7" fmla="*/ 0 w 81699"/>
                    <a:gd name="connsiteY7" fmla="*/ 0 h 75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699" h="75951">
                      <a:moveTo>
                        <a:pt x="0" y="0"/>
                      </a:moveTo>
                      <a:lnTo>
                        <a:pt x="18885" y="0"/>
                      </a:lnTo>
                      <a:lnTo>
                        <a:pt x="41055" y="55013"/>
                      </a:lnTo>
                      <a:lnTo>
                        <a:pt x="62814" y="0"/>
                      </a:lnTo>
                      <a:lnTo>
                        <a:pt x="81699" y="0"/>
                      </a:lnTo>
                      <a:lnTo>
                        <a:pt x="49676" y="75951"/>
                      </a:lnTo>
                      <a:lnTo>
                        <a:pt x="32844" y="75951"/>
                      </a:lnTo>
                      <a:lnTo>
                        <a:pt x="0" y="0"/>
                      </a:lnTo>
                      <a:close/>
                    </a:path>
                  </a:pathLst>
                </a:custGeom>
                <a:grpFill/>
                <a:ln w="0" cap="flat">
                  <a:noFill/>
                  <a:prstDash val="solid"/>
                  <a:miter/>
                </a:ln>
              </p:spPr>
              <p:txBody>
                <a:bodyPr rtlCol="0" anchor="ctr"/>
                <a:lstStyle/>
                <a:p>
                  <a:endParaRPr lang="en-US"/>
                </a:p>
              </p:txBody>
            </p:sp>
            <p:sp>
              <p:nvSpPr>
                <p:cNvPr id="42" name="Freeform 41">
                  <a:extLst>
                    <a:ext uri="{FF2B5EF4-FFF2-40B4-BE49-F238E27FC236}">
                      <a16:creationId xmlns:a16="http://schemas.microsoft.com/office/drawing/2014/main" id="{E402B34A-AAF2-32B6-1715-5509C364D209}"/>
                    </a:ext>
                  </a:extLst>
                </p:cNvPr>
                <p:cNvSpPr/>
                <p:nvPr/>
              </p:nvSpPr>
              <p:spPr>
                <a:xfrm>
                  <a:off x="935151" y="5211637"/>
                  <a:ext cx="115364" cy="77593"/>
                </a:xfrm>
                <a:custGeom>
                  <a:avLst/>
                  <a:gdLst>
                    <a:gd name="connsiteX0" fmla="*/ 101816 w 115364"/>
                    <a:gd name="connsiteY0" fmla="*/ 3695 h 77593"/>
                    <a:gd name="connsiteX1" fmla="*/ 111669 w 115364"/>
                    <a:gd name="connsiteY1" fmla="*/ 13959 h 77593"/>
                    <a:gd name="connsiteX2" fmla="*/ 115364 w 115364"/>
                    <a:gd name="connsiteY2" fmla="*/ 29149 h 77593"/>
                    <a:gd name="connsiteX3" fmla="*/ 115364 w 115364"/>
                    <a:gd name="connsiteY3" fmla="*/ 77594 h 77593"/>
                    <a:gd name="connsiteX4" fmla="*/ 97710 w 115364"/>
                    <a:gd name="connsiteY4" fmla="*/ 77594 h 77593"/>
                    <a:gd name="connsiteX5" fmla="*/ 97710 w 115364"/>
                    <a:gd name="connsiteY5" fmla="*/ 32433 h 77593"/>
                    <a:gd name="connsiteX6" fmla="*/ 93605 w 115364"/>
                    <a:gd name="connsiteY6" fmla="*/ 20117 h 77593"/>
                    <a:gd name="connsiteX7" fmla="*/ 82931 w 115364"/>
                    <a:gd name="connsiteY7" fmla="*/ 15190 h 77593"/>
                    <a:gd name="connsiteX8" fmla="*/ 71025 w 115364"/>
                    <a:gd name="connsiteY8" fmla="*/ 19706 h 77593"/>
                    <a:gd name="connsiteX9" fmla="*/ 66509 w 115364"/>
                    <a:gd name="connsiteY9" fmla="*/ 31202 h 77593"/>
                    <a:gd name="connsiteX10" fmla="*/ 66509 w 115364"/>
                    <a:gd name="connsiteY10" fmla="*/ 77594 h 77593"/>
                    <a:gd name="connsiteX11" fmla="*/ 49266 w 115364"/>
                    <a:gd name="connsiteY11" fmla="*/ 77594 h 77593"/>
                    <a:gd name="connsiteX12" fmla="*/ 49266 w 115364"/>
                    <a:gd name="connsiteY12" fmla="*/ 32433 h 77593"/>
                    <a:gd name="connsiteX13" fmla="*/ 45160 w 115364"/>
                    <a:gd name="connsiteY13" fmla="*/ 20117 h 77593"/>
                    <a:gd name="connsiteX14" fmla="*/ 34486 w 115364"/>
                    <a:gd name="connsiteY14" fmla="*/ 15190 h 77593"/>
                    <a:gd name="connsiteX15" fmla="*/ 22580 w 115364"/>
                    <a:gd name="connsiteY15" fmla="*/ 19706 h 77593"/>
                    <a:gd name="connsiteX16" fmla="*/ 18064 w 115364"/>
                    <a:gd name="connsiteY16" fmla="*/ 31202 h 77593"/>
                    <a:gd name="connsiteX17" fmla="*/ 18064 w 115364"/>
                    <a:gd name="connsiteY17" fmla="*/ 77594 h 77593"/>
                    <a:gd name="connsiteX18" fmla="*/ 0 w 115364"/>
                    <a:gd name="connsiteY18" fmla="*/ 77594 h 77593"/>
                    <a:gd name="connsiteX19" fmla="*/ 0 w 115364"/>
                    <a:gd name="connsiteY19" fmla="*/ 1642 h 77593"/>
                    <a:gd name="connsiteX20" fmla="*/ 18064 w 115364"/>
                    <a:gd name="connsiteY20" fmla="*/ 1642 h 77593"/>
                    <a:gd name="connsiteX21" fmla="*/ 18064 w 115364"/>
                    <a:gd name="connsiteY21" fmla="*/ 11906 h 77593"/>
                    <a:gd name="connsiteX22" fmla="*/ 26686 w 115364"/>
                    <a:gd name="connsiteY22" fmla="*/ 3284 h 77593"/>
                    <a:gd name="connsiteX23" fmla="*/ 39413 w 115364"/>
                    <a:gd name="connsiteY23" fmla="*/ 0 h 77593"/>
                    <a:gd name="connsiteX24" fmla="*/ 55424 w 115364"/>
                    <a:gd name="connsiteY24" fmla="*/ 4927 h 77593"/>
                    <a:gd name="connsiteX25" fmla="*/ 65277 w 115364"/>
                    <a:gd name="connsiteY25" fmla="*/ 18064 h 77593"/>
                    <a:gd name="connsiteX26" fmla="*/ 73078 w 115364"/>
                    <a:gd name="connsiteY26" fmla="*/ 4927 h 77593"/>
                    <a:gd name="connsiteX27" fmla="*/ 88268 w 115364"/>
                    <a:gd name="connsiteY27" fmla="*/ 0 h 77593"/>
                    <a:gd name="connsiteX28" fmla="*/ 102226 w 115364"/>
                    <a:gd name="connsiteY28" fmla="*/ 3695 h 7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5364" h="77593">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grpFill/>
                <a:ln w="0" cap="flat">
                  <a:noFill/>
                  <a:prstDash val="solid"/>
                  <a:miter/>
                </a:ln>
              </p:spPr>
              <p:txBody>
                <a:bodyPr rtlCol="0" anchor="ctr"/>
                <a:lstStyle/>
                <a:p>
                  <a:endParaRPr lang="en-US"/>
                </a:p>
              </p:txBody>
            </p:sp>
          </p:grpSp>
        </p:grpSp>
        <p:sp>
          <p:nvSpPr>
            <p:cNvPr id="38" name="Rectangle 37">
              <a:extLst>
                <a:ext uri="{FF2B5EF4-FFF2-40B4-BE49-F238E27FC236}">
                  <a16:creationId xmlns:a16="http://schemas.microsoft.com/office/drawing/2014/main" id="{D34F5692-AB23-031C-2A2A-E53E993064F3}"/>
                </a:ext>
              </a:extLst>
            </p:cNvPr>
            <p:cNvSpPr/>
            <p:nvPr/>
          </p:nvSpPr>
          <p:spPr bwMode="gray">
            <a:xfrm>
              <a:off x="1519108" y="4770143"/>
              <a:ext cx="796909" cy="340172"/>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accent2"/>
                  </a:solidFill>
                </a:rPr>
                <a:t>24GB</a:t>
              </a:r>
            </a:p>
          </p:txBody>
        </p:sp>
      </p:grpSp>
      <p:grpSp>
        <p:nvGrpSpPr>
          <p:cNvPr id="43" name="Group 42">
            <a:extLst>
              <a:ext uri="{FF2B5EF4-FFF2-40B4-BE49-F238E27FC236}">
                <a16:creationId xmlns:a16="http://schemas.microsoft.com/office/drawing/2014/main" id="{6B68C733-3DF3-B17F-26F1-C53B2A421B2C}"/>
              </a:ext>
            </a:extLst>
          </p:cNvPr>
          <p:cNvGrpSpPr/>
          <p:nvPr/>
        </p:nvGrpSpPr>
        <p:grpSpPr>
          <a:xfrm>
            <a:off x="6739527" y="2545586"/>
            <a:ext cx="796909" cy="797468"/>
            <a:chOff x="1519108" y="4312847"/>
            <a:chExt cx="796909" cy="797468"/>
          </a:xfrm>
        </p:grpSpPr>
        <p:grpSp>
          <p:nvGrpSpPr>
            <p:cNvPr id="44" name="Graphic 339">
              <a:extLst>
                <a:ext uri="{FF2B5EF4-FFF2-40B4-BE49-F238E27FC236}">
                  <a16:creationId xmlns:a16="http://schemas.microsoft.com/office/drawing/2014/main" id="{8980CB68-B575-A120-09D6-9FAA04E7FFF7}"/>
                </a:ext>
              </a:extLst>
            </p:cNvPr>
            <p:cNvGrpSpPr>
              <a:grpSpLocks noChangeAspect="1"/>
            </p:cNvGrpSpPr>
            <p:nvPr/>
          </p:nvGrpSpPr>
          <p:grpSpPr>
            <a:xfrm>
              <a:off x="1519108" y="4312847"/>
              <a:ext cx="796909" cy="797468"/>
              <a:chOff x="658852" y="4954224"/>
              <a:chExt cx="583799" cy="584209"/>
            </a:xfrm>
            <a:solidFill>
              <a:schemeClr val="accent2"/>
            </a:solidFill>
          </p:grpSpPr>
          <p:sp>
            <p:nvSpPr>
              <p:cNvPr id="46" name="Freeform 45">
                <a:extLst>
                  <a:ext uri="{FF2B5EF4-FFF2-40B4-BE49-F238E27FC236}">
                    <a16:creationId xmlns:a16="http://schemas.microsoft.com/office/drawing/2014/main" id="{96376A44-5A1C-9818-3F02-F80347945896}"/>
                  </a:ext>
                </a:extLst>
              </p:cNvPr>
              <p:cNvSpPr/>
              <p:nvPr/>
            </p:nvSpPr>
            <p:spPr>
              <a:xfrm>
                <a:off x="658852" y="4954224"/>
                <a:ext cx="583799" cy="584209"/>
              </a:xfrm>
              <a:custGeom>
                <a:avLst/>
                <a:gdLst>
                  <a:gd name="connsiteX0" fmla="*/ 491426 w 583799"/>
                  <a:gd name="connsiteY0" fmla="*/ 584210 h 584209"/>
                  <a:gd name="connsiteX1" fmla="*/ 0 w 583799"/>
                  <a:gd name="connsiteY1" fmla="*/ 584210 h 584209"/>
                  <a:gd name="connsiteX2" fmla="*/ 0 w 583799"/>
                  <a:gd name="connsiteY2" fmla="*/ 0 h 584209"/>
                  <a:gd name="connsiteX3" fmla="*/ 583799 w 583799"/>
                  <a:gd name="connsiteY3" fmla="*/ 0 h 584209"/>
                  <a:gd name="connsiteX4" fmla="*/ 583799 w 583799"/>
                  <a:gd name="connsiteY4" fmla="*/ 566146 h 584209"/>
                  <a:gd name="connsiteX5" fmla="*/ 542745 w 583799"/>
                  <a:gd name="connsiteY5" fmla="*/ 566146 h 584209"/>
                  <a:gd name="connsiteX6" fmla="*/ 542745 w 583799"/>
                  <a:gd name="connsiteY6" fmla="*/ 41055 h 584209"/>
                  <a:gd name="connsiteX7" fmla="*/ 41055 w 583799"/>
                  <a:gd name="connsiteY7" fmla="*/ 41055 h 584209"/>
                  <a:gd name="connsiteX8" fmla="*/ 41055 w 583799"/>
                  <a:gd name="connsiteY8" fmla="*/ 543155 h 584209"/>
                  <a:gd name="connsiteX9" fmla="*/ 491426 w 583799"/>
                  <a:gd name="connsiteY9" fmla="*/ 543155 h 584209"/>
                  <a:gd name="connsiteX10" fmla="*/ 491426 w 583799"/>
                  <a:gd name="connsiteY10" fmla="*/ 584210 h 584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3799" h="584209">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grpFill/>
              <a:ln w="0" cap="flat">
                <a:noFill/>
                <a:prstDash val="solid"/>
                <a:miter/>
              </a:ln>
            </p:spPr>
            <p:txBody>
              <a:bodyPr rtlCol="0" anchor="ctr"/>
              <a:lstStyle/>
              <a:p>
                <a:endParaRPr lang="en-US"/>
              </a:p>
            </p:txBody>
          </p:sp>
          <p:grpSp>
            <p:nvGrpSpPr>
              <p:cNvPr id="47" name="Graphic 339">
                <a:extLst>
                  <a:ext uri="{FF2B5EF4-FFF2-40B4-BE49-F238E27FC236}">
                    <a16:creationId xmlns:a16="http://schemas.microsoft.com/office/drawing/2014/main" id="{D8CF8CA0-A569-966F-2CBE-2448356D7F27}"/>
                  </a:ext>
                </a:extLst>
              </p:cNvPr>
              <p:cNvGrpSpPr/>
              <p:nvPr/>
            </p:nvGrpSpPr>
            <p:grpSpPr>
              <a:xfrm>
                <a:off x="834156" y="5211637"/>
                <a:ext cx="216358" cy="78004"/>
                <a:chOff x="834156" y="5211637"/>
                <a:chExt cx="216358" cy="78004"/>
              </a:xfrm>
              <a:grpFill/>
            </p:grpSpPr>
            <p:sp>
              <p:nvSpPr>
                <p:cNvPr id="48" name="Freeform 47">
                  <a:extLst>
                    <a:ext uri="{FF2B5EF4-FFF2-40B4-BE49-F238E27FC236}">
                      <a16:creationId xmlns:a16="http://schemas.microsoft.com/office/drawing/2014/main" id="{DDD59619-D4A8-50CE-069D-AD2AE8FF0F2F}"/>
                    </a:ext>
                  </a:extLst>
                </p:cNvPr>
                <p:cNvSpPr/>
                <p:nvPr/>
              </p:nvSpPr>
              <p:spPr>
                <a:xfrm>
                  <a:off x="834156" y="5213690"/>
                  <a:ext cx="81699" cy="75951"/>
                </a:xfrm>
                <a:custGeom>
                  <a:avLst/>
                  <a:gdLst>
                    <a:gd name="connsiteX0" fmla="*/ 0 w 81699"/>
                    <a:gd name="connsiteY0" fmla="*/ 0 h 75951"/>
                    <a:gd name="connsiteX1" fmla="*/ 18885 w 81699"/>
                    <a:gd name="connsiteY1" fmla="*/ 0 h 75951"/>
                    <a:gd name="connsiteX2" fmla="*/ 41055 w 81699"/>
                    <a:gd name="connsiteY2" fmla="*/ 55013 h 75951"/>
                    <a:gd name="connsiteX3" fmla="*/ 62814 w 81699"/>
                    <a:gd name="connsiteY3" fmla="*/ 0 h 75951"/>
                    <a:gd name="connsiteX4" fmla="*/ 81699 w 81699"/>
                    <a:gd name="connsiteY4" fmla="*/ 0 h 75951"/>
                    <a:gd name="connsiteX5" fmla="*/ 49676 w 81699"/>
                    <a:gd name="connsiteY5" fmla="*/ 75951 h 75951"/>
                    <a:gd name="connsiteX6" fmla="*/ 32844 w 81699"/>
                    <a:gd name="connsiteY6" fmla="*/ 75951 h 75951"/>
                    <a:gd name="connsiteX7" fmla="*/ 0 w 81699"/>
                    <a:gd name="connsiteY7" fmla="*/ 0 h 75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699" h="75951">
                      <a:moveTo>
                        <a:pt x="0" y="0"/>
                      </a:moveTo>
                      <a:lnTo>
                        <a:pt x="18885" y="0"/>
                      </a:lnTo>
                      <a:lnTo>
                        <a:pt x="41055" y="55013"/>
                      </a:lnTo>
                      <a:lnTo>
                        <a:pt x="62814" y="0"/>
                      </a:lnTo>
                      <a:lnTo>
                        <a:pt x="81699" y="0"/>
                      </a:lnTo>
                      <a:lnTo>
                        <a:pt x="49676" y="75951"/>
                      </a:lnTo>
                      <a:lnTo>
                        <a:pt x="32844" y="75951"/>
                      </a:lnTo>
                      <a:lnTo>
                        <a:pt x="0" y="0"/>
                      </a:lnTo>
                      <a:close/>
                    </a:path>
                  </a:pathLst>
                </a:custGeom>
                <a:grpFill/>
                <a:ln w="0" cap="flat">
                  <a:noFill/>
                  <a:prstDash val="solid"/>
                  <a:miter/>
                </a:ln>
              </p:spPr>
              <p:txBody>
                <a:bodyPr rtlCol="0" anchor="ctr"/>
                <a:lstStyle/>
                <a:p>
                  <a:endParaRPr lang="en-US"/>
                </a:p>
              </p:txBody>
            </p:sp>
            <p:sp>
              <p:nvSpPr>
                <p:cNvPr id="49" name="Freeform 48">
                  <a:extLst>
                    <a:ext uri="{FF2B5EF4-FFF2-40B4-BE49-F238E27FC236}">
                      <a16:creationId xmlns:a16="http://schemas.microsoft.com/office/drawing/2014/main" id="{3C3F79B5-6F64-47B2-AE5A-EA039C7B8513}"/>
                    </a:ext>
                  </a:extLst>
                </p:cNvPr>
                <p:cNvSpPr/>
                <p:nvPr/>
              </p:nvSpPr>
              <p:spPr>
                <a:xfrm>
                  <a:off x="935151" y="5211637"/>
                  <a:ext cx="115364" cy="77593"/>
                </a:xfrm>
                <a:custGeom>
                  <a:avLst/>
                  <a:gdLst>
                    <a:gd name="connsiteX0" fmla="*/ 101816 w 115364"/>
                    <a:gd name="connsiteY0" fmla="*/ 3695 h 77593"/>
                    <a:gd name="connsiteX1" fmla="*/ 111669 w 115364"/>
                    <a:gd name="connsiteY1" fmla="*/ 13959 h 77593"/>
                    <a:gd name="connsiteX2" fmla="*/ 115364 w 115364"/>
                    <a:gd name="connsiteY2" fmla="*/ 29149 h 77593"/>
                    <a:gd name="connsiteX3" fmla="*/ 115364 w 115364"/>
                    <a:gd name="connsiteY3" fmla="*/ 77594 h 77593"/>
                    <a:gd name="connsiteX4" fmla="*/ 97710 w 115364"/>
                    <a:gd name="connsiteY4" fmla="*/ 77594 h 77593"/>
                    <a:gd name="connsiteX5" fmla="*/ 97710 w 115364"/>
                    <a:gd name="connsiteY5" fmla="*/ 32433 h 77593"/>
                    <a:gd name="connsiteX6" fmla="*/ 93605 w 115364"/>
                    <a:gd name="connsiteY6" fmla="*/ 20117 h 77593"/>
                    <a:gd name="connsiteX7" fmla="*/ 82931 w 115364"/>
                    <a:gd name="connsiteY7" fmla="*/ 15190 h 77593"/>
                    <a:gd name="connsiteX8" fmla="*/ 71025 w 115364"/>
                    <a:gd name="connsiteY8" fmla="*/ 19706 h 77593"/>
                    <a:gd name="connsiteX9" fmla="*/ 66509 w 115364"/>
                    <a:gd name="connsiteY9" fmla="*/ 31202 h 77593"/>
                    <a:gd name="connsiteX10" fmla="*/ 66509 w 115364"/>
                    <a:gd name="connsiteY10" fmla="*/ 77594 h 77593"/>
                    <a:gd name="connsiteX11" fmla="*/ 49266 w 115364"/>
                    <a:gd name="connsiteY11" fmla="*/ 77594 h 77593"/>
                    <a:gd name="connsiteX12" fmla="*/ 49266 w 115364"/>
                    <a:gd name="connsiteY12" fmla="*/ 32433 h 77593"/>
                    <a:gd name="connsiteX13" fmla="*/ 45160 w 115364"/>
                    <a:gd name="connsiteY13" fmla="*/ 20117 h 77593"/>
                    <a:gd name="connsiteX14" fmla="*/ 34486 w 115364"/>
                    <a:gd name="connsiteY14" fmla="*/ 15190 h 77593"/>
                    <a:gd name="connsiteX15" fmla="*/ 22580 w 115364"/>
                    <a:gd name="connsiteY15" fmla="*/ 19706 h 77593"/>
                    <a:gd name="connsiteX16" fmla="*/ 18064 w 115364"/>
                    <a:gd name="connsiteY16" fmla="*/ 31202 h 77593"/>
                    <a:gd name="connsiteX17" fmla="*/ 18064 w 115364"/>
                    <a:gd name="connsiteY17" fmla="*/ 77594 h 77593"/>
                    <a:gd name="connsiteX18" fmla="*/ 0 w 115364"/>
                    <a:gd name="connsiteY18" fmla="*/ 77594 h 77593"/>
                    <a:gd name="connsiteX19" fmla="*/ 0 w 115364"/>
                    <a:gd name="connsiteY19" fmla="*/ 1642 h 77593"/>
                    <a:gd name="connsiteX20" fmla="*/ 18064 w 115364"/>
                    <a:gd name="connsiteY20" fmla="*/ 1642 h 77593"/>
                    <a:gd name="connsiteX21" fmla="*/ 18064 w 115364"/>
                    <a:gd name="connsiteY21" fmla="*/ 11906 h 77593"/>
                    <a:gd name="connsiteX22" fmla="*/ 26686 w 115364"/>
                    <a:gd name="connsiteY22" fmla="*/ 3284 h 77593"/>
                    <a:gd name="connsiteX23" fmla="*/ 39413 w 115364"/>
                    <a:gd name="connsiteY23" fmla="*/ 0 h 77593"/>
                    <a:gd name="connsiteX24" fmla="*/ 55424 w 115364"/>
                    <a:gd name="connsiteY24" fmla="*/ 4927 h 77593"/>
                    <a:gd name="connsiteX25" fmla="*/ 65277 w 115364"/>
                    <a:gd name="connsiteY25" fmla="*/ 18064 h 77593"/>
                    <a:gd name="connsiteX26" fmla="*/ 73078 w 115364"/>
                    <a:gd name="connsiteY26" fmla="*/ 4927 h 77593"/>
                    <a:gd name="connsiteX27" fmla="*/ 88268 w 115364"/>
                    <a:gd name="connsiteY27" fmla="*/ 0 h 77593"/>
                    <a:gd name="connsiteX28" fmla="*/ 102226 w 115364"/>
                    <a:gd name="connsiteY28" fmla="*/ 3695 h 7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5364" h="77593">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grpFill/>
                <a:ln w="0" cap="flat">
                  <a:noFill/>
                  <a:prstDash val="solid"/>
                  <a:miter/>
                </a:ln>
              </p:spPr>
              <p:txBody>
                <a:bodyPr rtlCol="0" anchor="ctr"/>
                <a:lstStyle/>
                <a:p>
                  <a:endParaRPr lang="en-US"/>
                </a:p>
              </p:txBody>
            </p:sp>
          </p:grpSp>
        </p:grpSp>
        <p:sp>
          <p:nvSpPr>
            <p:cNvPr id="45" name="Rectangle 44">
              <a:extLst>
                <a:ext uri="{FF2B5EF4-FFF2-40B4-BE49-F238E27FC236}">
                  <a16:creationId xmlns:a16="http://schemas.microsoft.com/office/drawing/2014/main" id="{09013F50-FD9F-34CF-034F-E9BF49136B29}"/>
                </a:ext>
              </a:extLst>
            </p:cNvPr>
            <p:cNvSpPr/>
            <p:nvPr/>
          </p:nvSpPr>
          <p:spPr bwMode="gray">
            <a:xfrm>
              <a:off x="1519108" y="4770143"/>
              <a:ext cx="796909" cy="340172"/>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accent2"/>
                  </a:solidFill>
                </a:rPr>
                <a:t>16GB</a:t>
              </a:r>
            </a:p>
          </p:txBody>
        </p:sp>
      </p:grpSp>
      <p:grpSp>
        <p:nvGrpSpPr>
          <p:cNvPr id="50" name="Group 49">
            <a:extLst>
              <a:ext uri="{FF2B5EF4-FFF2-40B4-BE49-F238E27FC236}">
                <a16:creationId xmlns:a16="http://schemas.microsoft.com/office/drawing/2014/main" id="{2048C159-260A-AFC3-A5FC-6DBBDC374B69}"/>
              </a:ext>
            </a:extLst>
          </p:cNvPr>
          <p:cNvGrpSpPr/>
          <p:nvPr/>
        </p:nvGrpSpPr>
        <p:grpSpPr>
          <a:xfrm>
            <a:off x="6760824" y="4312414"/>
            <a:ext cx="796909" cy="797468"/>
            <a:chOff x="1519108" y="4312847"/>
            <a:chExt cx="796909" cy="797468"/>
          </a:xfrm>
        </p:grpSpPr>
        <p:grpSp>
          <p:nvGrpSpPr>
            <p:cNvPr id="51" name="Graphic 339">
              <a:extLst>
                <a:ext uri="{FF2B5EF4-FFF2-40B4-BE49-F238E27FC236}">
                  <a16:creationId xmlns:a16="http://schemas.microsoft.com/office/drawing/2014/main" id="{6436FA66-33FD-1F6D-A2E4-243538779611}"/>
                </a:ext>
              </a:extLst>
            </p:cNvPr>
            <p:cNvGrpSpPr>
              <a:grpSpLocks noChangeAspect="1"/>
            </p:cNvGrpSpPr>
            <p:nvPr/>
          </p:nvGrpSpPr>
          <p:grpSpPr>
            <a:xfrm>
              <a:off x="1519108" y="4312847"/>
              <a:ext cx="796909" cy="797468"/>
              <a:chOff x="658852" y="4954224"/>
              <a:chExt cx="583799" cy="584209"/>
            </a:xfrm>
            <a:solidFill>
              <a:schemeClr val="accent2"/>
            </a:solidFill>
          </p:grpSpPr>
          <p:sp>
            <p:nvSpPr>
              <p:cNvPr id="53" name="Freeform 52">
                <a:extLst>
                  <a:ext uri="{FF2B5EF4-FFF2-40B4-BE49-F238E27FC236}">
                    <a16:creationId xmlns:a16="http://schemas.microsoft.com/office/drawing/2014/main" id="{A0628C4C-33BC-D384-37C7-800A6DEDE2FC}"/>
                  </a:ext>
                </a:extLst>
              </p:cNvPr>
              <p:cNvSpPr/>
              <p:nvPr/>
            </p:nvSpPr>
            <p:spPr>
              <a:xfrm>
                <a:off x="658852" y="4954224"/>
                <a:ext cx="583799" cy="584209"/>
              </a:xfrm>
              <a:custGeom>
                <a:avLst/>
                <a:gdLst>
                  <a:gd name="connsiteX0" fmla="*/ 491426 w 583799"/>
                  <a:gd name="connsiteY0" fmla="*/ 584210 h 584209"/>
                  <a:gd name="connsiteX1" fmla="*/ 0 w 583799"/>
                  <a:gd name="connsiteY1" fmla="*/ 584210 h 584209"/>
                  <a:gd name="connsiteX2" fmla="*/ 0 w 583799"/>
                  <a:gd name="connsiteY2" fmla="*/ 0 h 584209"/>
                  <a:gd name="connsiteX3" fmla="*/ 583799 w 583799"/>
                  <a:gd name="connsiteY3" fmla="*/ 0 h 584209"/>
                  <a:gd name="connsiteX4" fmla="*/ 583799 w 583799"/>
                  <a:gd name="connsiteY4" fmla="*/ 566146 h 584209"/>
                  <a:gd name="connsiteX5" fmla="*/ 542745 w 583799"/>
                  <a:gd name="connsiteY5" fmla="*/ 566146 h 584209"/>
                  <a:gd name="connsiteX6" fmla="*/ 542745 w 583799"/>
                  <a:gd name="connsiteY6" fmla="*/ 41055 h 584209"/>
                  <a:gd name="connsiteX7" fmla="*/ 41055 w 583799"/>
                  <a:gd name="connsiteY7" fmla="*/ 41055 h 584209"/>
                  <a:gd name="connsiteX8" fmla="*/ 41055 w 583799"/>
                  <a:gd name="connsiteY8" fmla="*/ 543155 h 584209"/>
                  <a:gd name="connsiteX9" fmla="*/ 491426 w 583799"/>
                  <a:gd name="connsiteY9" fmla="*/ 543155 h 584209"/>
                  <a:gd name="connsiteX10" fmla="*/ 491426 w 583799"/>
                  <a:gd name="connsiteY10" fmla="*/ 584210 h 584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3799" h="584209">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grpFill/>
              <a:ln w="0" cap="flat">
                <a:noFill/>
                <a:prstDash val="solid"/>
                <a:miter/>
              </a:ln>
            </p:spPr>
            <p:txBody>
              <a:bodyPr rtlCol="0" anchor="ctr"/>
              <a:lstStyle/>
              <a:p>
                <a:endParaRPr lang="en-US"/>
              </a:p>
            </p:txBody>
          </p:sp>
          <p:grpSp>
            <p:nvGrpSpPr>
              <p:cNvPr id="54" name="Graphic 339">
                <a:extLst>
                  <a:ext uri="{FF2B5EF4-FFF2-40B4-BE49-F238E27FC236}">
                    <a16:creationId xmlns:a16="http://schemas.microsoft.com/office/drawing/2014/main" id="{73F6AF43-C68C-9D0F-5F4C-9A6974FABD40}"/>
                  </a:ext>
                </a:extLst>
              </p:cNvPr>
              <p:cNvGrpSpPr/>
              <p:nvPr/>
            </p:nvGrpSpPr>
            <p:grpSpPr>
              <a:xfrm>
                <a:off x="834156" y="5211637"/>
                <a:ext cx="216358" cy="78004"/>
                <a:chOff x="834156" y="5211637"/>
                <a:chExt cx="216358" cy="78004"/>
              </a:xfrm>
              <a:grpFill/>
            </p:grpSpPr>
            <p:sp>
              <p:nvSpPr>
                <p:cNvPr id="55" name="Freeform 54">
                  <a:extLst>
                    <a:ext uri="{FF2B5EF4-FFF2-40B4-BE49-F238E27FC236}">
                      <a16:creationId xmlns:a16="http://schemas.microsoft.com/office/drawing/2014/main" id="{FBADCD28-1A6B-0FE6-577E-41C1F9B1F0FF}"/>
                    </a:ext>
                  </a:extLst>
                </p:cNvPr>
                <p:cNvSpPr/>
                <p:nvPr/>
              </p:nvSpPr>
              <p:spPr>
                <a:xfrm>
                  <a:off x="834156" y="5213690"/>
                  <a:ext cx="81699" cy="75951"/>
                </a:xfrm>
                <a:custGeom>
                  <a:avLst/>
                  <a:gdLst>
                    <a:gd name="connsiteX0" fmla="*/ 0 w 81699"/>
                    <a:gd name="connsiteY0" fmla="*/ 0 h 75951"/>
                    <a:gd name="connsiteX1" fmla="*/ 18885 w 81699"/>
                    <a:gd name="connsiteY1" fmla="*/ 0 h 75951"/>
                    <a:gd name="connsiteX2" fmla="*/ 41055 w 81699"/>
                    <a:gd name="connsiteY2" fmla="*/ 55013 h 75951"/>
                    <a:gd name="connsiteX3" fmla="*/ 62814 w 81699"/>
                    <a:gd name="connsiteY3" fmla="*/ 0 h 75951"/>
                    <a:gd name="connsiteX4" fmla="*/ 81699 w 81699"/>
                    <a:gd name="connsiteY4" fmla="*/ 0 h 75951"/>
                    <a:gd name="connsiteX5" fmla="*/ 49676 w 81699"/>
                    <a:gd name="connsiteY5" fmla="*/ 75951 h 75951"/>
                    <a:gd name="connsiteX6" fmla="*/ 32844 w 81699"/>
                    <a:gd name="connsiteY6" fmla="*/ 75951 h 75951"/>
                    <a:gd name="connsiteX7" fmla="*/ 0 w 81699"/>
                    <a:gd name="connsiteY7" fmla="*/ 0 h 75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699" h="75951">
                      <a:moveTo>
                        <a:pt x="0" y="0"/>
                      </a:moveTo>
                      <a:lnTo>
                        <a:pt x="18885" y="0"/>
                      </a:lnTo>
                      <a:lnTo>
                        <a:pt x="41055" y="55013"/>
                      </a:lnTo>
                      <a:lnTo>
                        <a:pt x="62814" y="0"/>
                      </a:lnTo>
                      <a:lnTo>
                        <a:pt x="81699" y="0"/>
                      </a:lnTo>
                      <a:lnTo>
                        <a:pt x="49676" y="75951"/>
                      </a:lnTo>
                      <a:lnTo>
                        <a:pt x="32844" y="75951"/>
                      </a:lnTo>
                      <a:lnTo>
                        <a:pt x="0" y="0"/>
                      </a:lnTo>
                      <a:close/>
                    </a:path>
                  </a:pathLst>
                </a:custGeom>
                <a:grpFill/>
                <a:ln w="0"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05329430-4E10-6C5B-0C69-F9CA165C2C1A}"/>
                    </a:ext>
                  </a:extLst>
                </p:cNvPr>
                <p:cNvSpPr/>
                <p:nvPr/>
              </p:nvSpPr>
              <p:spPr>
                <a:xfrm>
                  <a:off x="935151" y="5211637"/>
                  <a:ext cx="115364" cy="77593"/>
                </a:xfrm>
                <a:custGeom>
                  <a:avLst/>
                  <a:gdLst>
                    <a:gd name="connsiteX0" fmla="*/ 101816 w 115364"/>
                    <a:gd name="connsiteY0" fmla="*/ 3695 h 77593"/>
                    <a:gd name="connsiteX1" fmla="*/ 111669 w 115364"/>
                    <a:gd name="connsiteY1" fmla="*/ 13959 h 77593"/>
                    <a:gd name="connsiteX2" fmla="*/ 115364 w 115364"/>
                    <a:gd name="connsiteY2" fmla="*/ 29149 h 77593"/>
                    <a:gd name="connsiteX3" fmla="*/ 115364 w 115364"/>
                    <a:gd name="connsiteY3" fmla="*/ 77594 h 77593"/>
                    <a:gd name="connsiteX4" fmla="*/ 97710 w 115364"/>
                    <a:gd name="connsiteY4" fmla="*/ 77594 h 77593"/>
                    <a:gd name="connsiteX5" fmla="*/ 97710 w 115364"/>
                    <a:gd name="connsiteY5" fmla="*/ 32433 h 77593"/>
                    <a:gd name="connsiteX6" fmla="*/ 93605 w 115364"/>
                    <a:gd name="connsiteY6" fmla="*/ 20117 h 77593"/>
                    <a:gd name="connsiteX7" fmla="*/ 82931 w 115364"/>
                    <a:gd name="connsiteY7" fmla="*/ 15190 h 77593"/>
                    <a:gd name="connsiteX8" fmla="*/ 71025 w 115364"/>
                    <a:gd name="connsiteY8" fmla="*/ 19706 h 77593"/>
                    <a:gd name="connsiteX9" fmla="*/ 66509 w 115364"/>
                    <a:gd name="connsiteY9" fmla="*/ 31202 h 77593"/>
                    <a:gd name="connsiteX10" fmla="*/ 66509 w 115364"/>
                    <a:gd name="connsiteY10" fmla="*/ 77594 h 77593"/>
                    <a:gd name="connsiteX11" fmla="*/ 49266 w 115364"/>
                    <a:gd name="connsiteY11" fmla="*/ 77594 h 77593"/>
                    <a:gd name="connsiteX12" fmla="*/ 49266 w 115364"/>
                    <a:gd name="connsiteY12" fmla="*/ 32433 h 77593"/>
                    <a:gd name="connsiteX13" fmla="*/ 45160 w 115364"/>
                    <a:gd name="connsiteY13" fmla="*/ 20117 h 77593"/>
                    <a:gd name="connsiteX14" fmla="*/ 34486 w 115364"/>
                    <a:gd name="connsiteY14" fmla="*/ 15190 h 77593"/>
                    <a:gd name="connsiteX15" fmla="*/ 22580 w 115364"/>
                    <a:gd name="connsiteY15" fmla="*/ 19706 h 77593"/>
                    <a:gd name="connsiteX16" fmla="*/ 18064 w 115364"/>
                    <a:gd name="connsiteY16" fmla="*/ 31202 h 77593"/>
                    <a:gd name="connsiteX17" fmla="*/ 18064 w 115364"/>
                    <a:gd name="connsiteY17" fmla="*/ 77594 h 77593"/>
                    <a:gd name="connsiteX18" fmla="*/ 0 w 115364"/>
                    <a:gd name="connsiteY18" fmla="*/ 77594 h 77593"/>
                    <a:gd name="connsiteX19" fmla="*/ 0 w 115364"/>
                    <a:gd name="connsiteY19" fmla="*/ 1642 h 77593"/>
                    <a:gd name="connsiteX20" fmla="*/ 18064 w 115364"/>
                    <a:gd name="connsiteY20" fmla="*/ 1642 h 77593"/>
                    <a:gd name="connsiteX21" fmla="*/ 18064 w 115364"/>
                    <a:gd name="connsiteY21" fmla="*/ 11906 h 77593"/>
                    <a:gd name="connsiteX22" fmla="*/ 26686 w 115364"/>
                    <a:gd name="connsiteY22" fmla="*/ 3284 h 77593"/>
                    <a:gd name="connsiteX23" fmla="*/ 39413 w 115364"/>
                    <a:gd name="connsiteY23" fmla="*/ 0 h 77593"/>
                    <a:gd name="connsiteX24" fmla="*/ 55424 w 115364"/>
                    <a:gd name="connsiteY24" fmla="*/ 4927 h 77593"/>
                    <a:gd name="connsiteX25" fmla="*/ 65277 w 115364"/>
                    <a:gd name="connsiteY25" fmla="*/ 18064 h 77593"/>
                    <a:gd name="connsiteX26" fmla="*/ 73078 w 115364"/>
                    <a:gd name="connsiteY26" fmla="*/ 4927 h 77593"/>
                    <a:gd name="connsiteX27" fmla="*/ 88268 w 115364"/>
                    <a:gd name="connsiteY27" fmla="*/ 0 h 77593"/>
                    <a:gd name="connsiteX28" fmla="*/ 102226 w 115364"/>
                    <a:gd name="connsiteY28" fmla="*/ 3695 h 7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5364" h="77593">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grpFill/>
                <a:ln w="0" cap="flat">
                  <a:noFill/>
                  <a:prstDash val="solid"/>
                  <a:miter/>
                </a:ln>
              </p:spPr>
              <p:txBody>
                <a:bodyPr rtlCol="0" anchor="ctr"/>
                <a:lstStyle/>
                <a:p>
                  <a:endParaRPr lang="en-US"/>
                </a:p>
              </p:txBody>
            </p:sp>
          </p:grpSp>
        </p:grpSp>
        <p:sp>
          <p:nvSpPr>
            <p:cNvPr id="52" name="Rectangle 51">
              <a:extLst>
                <a:ext uri="{FF2B5EF4-FFF2-40B4-BE49-F238E27FC236}">
                  <a16:creationId xmlns:a16="http://schemas.microsoft.com/office/drawing/2014/main" id="{A6DD9F7F-CA41-B4AF-4692-DE4F8C7AA69D}"/>
                </a:ext>
              </a:extLst>
            </p:cNvPr>
            <p:cNvSpPr/>
            <p:nvPr/>
          </p:nvSpPr>
          <p:spPr bwMode="gray">
            <a:xfrm>
              <a:off x="1519108" y="4770143"/>
              <a:ext cx="796909" cy="340172"/>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accent2"/>
                  </a:solidFill>
                </a:rPr>
                <a:t>24GB</a:t>
              </a:r>
            </a:p>
          </p:txBody>
        </p:sp>
      </p:grpSp>
      <p:grpSp>
        <p:nvGrpSpPr>
          <p:cNvPr id="57" name="Group 56">
            <a:extLst>
              <a:ext uri="{FF2B5EF4-FFF2-40B4-BE49-F238E27FC236}">
                <a16:creationId xmlns:a16="http://schemas.microsoft.com/office/drawing/2014/main" id="{207A04B0-EA19-0C8B-A601-FBF2BEDBFE77}"/>
              </a:ext>
            </a:extLst>
          </p:cNvPr>
          <p:cNvGrpSpPr/>
          <p:nvPr/>
        </p:nvGrpSpPr>
        <p:grpSpPr>
          <a:xfrm>
            <a:off x="6739528" y="3429000"/>
            <a:ext cx="796909" cy="797468"/>
            <a:chOff x="1519108" y="4312847"/>
            <a:chExt cx="796909" cy="797468"/>
          </a:xfrm>
        </p:grpSpPr>
        <p:grpSp>
          <p:nvGrpSpPr>
            <p:cNvPr id="58" name="Graphic 339">
              <a:extLst>
                <a:ext uri="{FF2B5EF4-FFF2-40B4-BE49-F238E27FC236}">
                  <a16:creationId xmlns:a16="http://schemas.microsoft.com/office/drawing/2014/main" id="{7E6C0242-33C5-D05B-DA5E-E3DC2F823779}"/>
                </a:ext>
              </a:extLst>
            </p:cNvPr>
            <p:cNvGrpSpPr>
              <a:grpSpLocks noChangeAspect="1"/>
            </p:cNvGrpSpPr>
            <p:nvPr/>
          </p:nvGrpSpPr>
          <p:grpSpPr>
            <a:xfrm>
              <a:off x="1519108" y="4312847"/>
              <a:ext cx="796909" cy="797468"/>
              <a:chOff x="658852" y="4954224"/>
              <a:chExt cx="583799" cy="584209"/>
            </a:xfrm>
            <a:solidFill>
              <a:schemeClr val="accent2"/>
            </a:solidFill>
          </p:grpSpPr>
          <p:sp>
            <p:nvSpPr>
              <p:cNvPr id="60" name="Freeform 59">
                <a:extLst>
                  <a:ext uri="{FF2B5EF4-FFF2-40B4-BE49-F238E27FC236}">
                    <a16:creationId xmlns:a16="http://schemas.microsoft.com/office/drawing/2014/main" id="{3D144002-DC70-F41B-9DE5-7485B6DAF58D}"/>
                  </a:ext>
                </a:extLst>
              </p:cNvPr>
              <p:cNvSpPr/>
              <p:nvPr/>
            </p:nvSpPr>
            <p:spPr>
              <a:xfrm>
                <a:off x="658852" y="4954224"/>
                <a:ext cx="583799" cy="584209"/>
              </a:xfrm>
              <a:custGeom>
                <a:avLst/>
                <a:gdLst>
                  <a:gd name="connsiteX0" fmla="*/ 491426 w 583799"/>
                  <a:gd name="connsiteY0" fmla="*/ 584210 h 584209"/>
                  <a:gd name="connsiteX1" fmla="*/ 0 w 583799"/>
                  <a:gd name="connsiteY1" fmla="*/ 584210 h 584209"/>
                  <a:gd name="connsiteX2" fmla="*/ 0 w 583799"/>
                  <a:gd name="connsiteY2" fmla="*/ 0 h 584209"/>
                  <a:gd name="connsiteX3" fmla="*/ 583799 w 583799"/>
                  <a:gd name="connsiteY3" fmla="*/ 0 h 584209"/>
                  <a:gd name="connsiteX4" fmla="*/ 583799 w 583799"/>
                  <a:gd name="connsiteY4" fmla="*/ 566146 h 584209"/>
                  <a:gd name="connsiteX5" fmla="*/ 542745 w 583799"/>
                  <a:gd name="connsiteY5" fmla="*/ 566146 h 584209"/>
                  <a:gd name="connsiteX6" fmla="*/ 542745 w 583799"/>
                  <a:gd name="connsiteY6" fmla="*/ 41055 h 584209"/>
                  <a:gd name="connsiteX7" fmla="*/ 41055 w 583799"/>
                  <a:gd name="connsiteY7" fmla="*/ 41055 h 584209"/>
                  <a:gd name="connsiteX8" fmla="*/ 41055 w 583799"/>
                  <a:gd name="connsiteY8" fmla="*/ 543155 h 584209"/>
                  <a:gd name="connsiteX9" fmla="*/ 491426 w 583799"/>
                  <a:gd name="connsiteY9" fmla="*/ 543155 h 584209"/>
                  <a:gd name="connsiteX10" fmla="*/ 491426 w 583799"/>
                  <a:gd name="connsiteY10" fmla="*/ 584210 h 584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3799" h="584209">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grpFill/>
              <a:ln w="0" cap="flat">
                <a:noFill/>
                <a:prstDash val="solid"/>
                <a:miter/>
              </a:ln>
            </p:spPr>
            <p:txBody>
              <a:bodyPr rtlCol="0" anchor="ctr"/>
              <a:lstStyle/>
              <a:p>
                <a:endParaRPr lang="en-US"/>
              </a:p>
            </p:txBody>
          </p:sp>
          <p:grpSp>
            <p:nvGrpSpPr>
              <p:cNvPr id="61" name="Graphic 339">
                <a:extLst>
                  <a:ext uri="{FF2B5EF4-FFF2-40B4-BE49-F238E27FC236}">
                    <a16:creationId xmlns:a16="http://schemas.microsoft.com/office/drawing/2014/main" id="{57871501-22F7-4EE6-BE1F-08313C6F5BA4}"/>
                  </a:ext>
                </a:extLst>
              </p:cNvPr>
              <p:cNvGrpSpPr/>
              <p:nvPr/>
            </p:nvGrpSpPr>
            <p:grpSpPr>
              <a:xfrm>
                <a:off x="834156" y="5211637"/>
                <a:ext cx="216358" cy="78004"/>
                <a:chOff x="834156" y="5211637"/>
                <a:chExt cx="216358" cy="78004"/>
              </a:xfrm>
              <a:grpFill/>
            </p:grpSpPr>
            <p:sp>
              <p:nvSpPr>
                <p:cNvPr id="62" name="Freeform 61">
                  <a:extLst>
                    <a:ext uri="{FF2B5EF4-FFF2-40B4-BE49-F238E27FC236}">
                      <a16:creationId xmlns:a16="http://schemas.microsoft.com/office/drawing/2014/main" id="{A3ABB97C-C70F-629D-9168-D1903B1BA73F}"/>
                    </a:ext>
                  </a:extLst>
                </p:cNvPr>
                <p:cNvSpPr/>
                <p:nvPr/>
              </p:nvSpPr>
              <p:spPr>
                <a:xfrm>
                  <a:off x="834156" y="5213690"/>
                  <a:ext cx="81699" cy="75951"/>
                </a:xfrm>
                <a:custGeom>
                  <a:avLst/>
                  <a:gdLst>
                    <a:gd name="connsiteX0" fmla="*/ 0 w 81699"/>
                    <a:gd name="connsiteY0" fmla="*/ 0 h 75951"/>
                    <a:gd name="connsiteX1" fmla="*/ 18885 w 81699"/>
                    <a:gd name="connsiteY1" fmla="*/ 0 h 75951"/>
                    <a:gd name="connsiteX2" fmla="*/ 41055 w 81699"/>
                    <a:gd name="connsiteY2" fmla="*/ 55013 h 75951"/>
                    <a:gd name="connsiteX3" fmla="*/ 62814 w 81699"/>
                    <a:gd name="connsiteY3" fmla="*/ 0 h 75951"/>
                    <a:gd name="connsiteX4" fmla="*/ 81699 w 81699"/>
                    <a:gd name="connsiteY4" fmla="*/ 0 h 75951"/>
                    <a:gd name="connsiteX5" fmla="*/ 49676 w 81699"/>
                    <a:gd name="connsiteY5" fmla="*/ 75951 h 75951"/>
                    <a:gd name="connsiteX6" fmla="*/ 32844 w 81699"/>
                    <a:gd name="connsiteY6" fmla="*/ 75951 h 75951"/>
                    <a:gd name="connsiteX7" fmla="*/ 0 w 81699"/>
                    <a:gd name="connsiteY7" fmla="*/ 0 h 75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699" h="75951">
                      <a:moveTo>
                        <a:pt x="0" y="0"/>
                      </a:moveTo>
                      <a:lnTo>
                        <a:pt x="18885" y="0"/>
                      </a:lnTo>
                      <a:lnTo>
                        <a:pt x="41055" y="55013"/>
                      </a:lnTo>
                      <a:lnTo>
                        <a:pt x="62814" y="0"/>
                      </a:lnTo>
                      <a:lnTo>
                        <a:pt x="81699" y="0"/>
                      </a:lnTo>
                      <a:lnTo>
                        <a:pt x="49676" y="75951"/>
                      </a:lnTo>
                      <a:lnTo>
                        <a:pt x="32844" y="75951"/>
                      </a:lnTo>
                      <a:lnTo>
                        <a:pt x="0" y="0"/>
                      </a:lnTo>
                      <a:close/>
                    </a:path>
                  </a:pathLst>
                </a:custGeom>
                <a:grpFill/>
                <a:ln w="0"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003F03D2-38D2-4BFF-DE48-E0026094DAE7}"/>
                    </a:ext>
                  </a:extLst>
                </p:cNvPr>
                <p:cNvSpPr/>
                <p:nvPr/>
              </p:nvSpPr>
              <p:spPr>
                <a:xfrm>
                  <a:off x="935151" y="5211637"/>
                  <a:ext cx="115364" cy="77593"/>
                </a:xfrm>
                <a:custGeom>
                  <a:avLst/>
                  <a:gdLst>
                    <a:gd name="connsiteX0" fmla="*/ 101816 w 115364"/>
                    <a:gd name="connsiteY0" fmla="*/ 3695 h 77593"/>
                    <a:gd name="connsiteX1" fmla="*/ 111669 w 115364"/>
                    <a:gd name="connsiteY1" fmla="*/ 13959 h 77593"/>
                    <a:gd name="connsiteX2" fmla="*/ 115364 w 115364"/>
                    <a:gd name="connsiteY2" fmla="*/ 29149 h 77593"/>
                    <a:gd name="connsiteX3" fmla="*/ 115364 w 115364"/>
                    <a:gd name="connsiteY3" fmla="*/ 77594 h 77593"/>
                    <a:gd name="connsiteX4" fmla="*/ 97710 w 115364"/>
                    <a:gd name="connsiteY4" fmla="*/ 77594 h 77593"/>
                    <a:gd name="connsiteX5" fmla="*/ 97710 w 115364"/>
                    <a:gd name="connsiteY5" fmla="*/ 32433 h 77593"/>
                    <a:gd name="connsiteX6" fmla="*/ 93605 w 115364"/>
                    <a:gd name="connsiteY6" fmla="*/ 20117 h 77593"/>
                    <a:gd name="connsiteX7" fmla="*/ 82931 w 115364"/>
                    <a:gd name="connsiteY7" fmla="*/ 15190 h 77593"/>
                    <a:gd name="connsiteX8" fmla="*/ 71025 w 115364"/>
                    <a:gd name="connsiteY8" fmla="*/ 19706 h 77593"/>
                    <a:gd name="connsiteX9" fmla="*/ 66509 w 115364"/>
                    <a:gd name="connsiteY9" fmla="*/ 31202 h 77593"/>
                    <a:gd name="connsiteX10" fmla="*/ 66509 w 115364"/>
                    <a:gd name="connsiteY10" fmla="*/ 77594 h 77593"/>
                    <a:gd name="connsiteX11" fmla="*/ 49266 w 115364"/>
                    <a:gd name="connsiteY11" fmla="*/ 77594 h 77593"/>
                    <a:gd name="connsiteX12" fmla="*/ 49266 w 115364"/>
                    <a:gd name="connsiteY12" fmla="*/ 32433 h 77593"/>
                    <a:gd name="connsiteX13" fmla="*/ 45160 w 115364"/>
                    <a:gd name="connsiteY13" fmla="*/ 20117 h 77593"/>
                    <a:gd name="connsiteX14" fmla="*/ 34486 w 115364"/>
                    <a:gd name="connsiteY14" fmla="*/ 15190 h 77593"/>
                    <a:gd name="connsiteX15" fmla="*/ 22580 w 115364"/>
                    <a:gd name="connsiteY15" fmla="*/ 19706 h 77593"/>
                    <a:gd name="connsiteX16" fmla="*/ 18064 w 115364"/>
                    <a:gd name="connsiteY16" fmla="*/ 31202 h 77593"/>
                    <a:gd name="connsiteX17" fmla="*/ 18064 w 115364"/>
                    <a:gd name="connsiteY17" fmla="*/ 77594 h 77593"/>
                    <a:gd name="connsiteX18" fmla="*/ 0 w 115364"/>
                    <a:gd name="connsiteY18" fmla="*/ 77594 h 77593"/>
                    <a:gd name="connsiteX19" fmla="*/ 0 w 115364"/>
                    <a:gd name="connsiteY19" fmla="*/ 1642 h 77593"/>
                    <a:gd name="connsiteX20" fmla="*/ 18064 w 115364"/>
                    <a:gd name="connsiteY20" fmla="*/ 1642 h 77593"/>
                    <a:gd name="connsiteX21" fmla="*/ 18064 w 115364"/>
                    <a:gd name="connsiteY21" fmla="*/ 11906 h 77593"/>
                    <a:gd name="connsiteX22" fmla="*/ 26686 w 115364"/>
                    <a:gd name="connsiteY22" fmla="*/ 3284 h 77593"/>
                    <a:gd name="connsiteX23" fmla="*/ 39413 w 115364"/>
                    <a:gd name="connsiteY23" fmla="*/ 0 h 77593"/>
                    <a:gd name="connsiteX24" fmla="*/ 55424 w 115364"/>
                    <a:gd name="connsiteY24" fmla="*/ 4927 h 77593"/>
                    <a:gd name="connsiteX25" fmla="*/ 65277 w 115364"/>
                    <a:gd name="connsiteY25" fmla="*/ 18064 h 77593"/>
                    <a:gd name="connsiteX26" fmla="*/ 73078 w 115364"/>
                    <a:gd name="connsiteY26" fmla="*/ 4927 h 77593"/>
                    <a:gd name="connsiteX27" fmla="*/ 88268 w 115364"/>
                    <a:gd name="connsiteY27" fmla="*/ 0 h 77593"/>
                    <a:gd name="connsiteX28" fmla="*/ 102226 w 115364"/>
                    <a:gd name="connsiteY28" fmla="*/ 3695 h 7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5364" h="77593">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grpFill/>
                <a:ln w="0" cap="flat">
                  <a:noFill/>
                  <a:prstDash val="solid"/>
                  <a:miter/>
                </a:ln>
              </p:spPr>
              <p:txBody>
                <a:bodyPr rtlCol="0" anchor="ctr"/>
                <a:lstStyle/>
                <a:p>
                  <a:endParaRPr lang="en-US"/>
                </a:p>
              </p:txBody>
            </p:sp>
          </p:grpSp>
        </p:grpSp>
        <p:sp>
          <p:nvSpPr>
            <p:cNvPr id="59" name="Rectangle 58">
              <a:extLst>
                <a:ext uri="{FF2B5EF4-FFF2-40B4-BE49-F238E27FC236}">
                  <a16:creationId xmlns:a16="http://schemas.microsoft.com/office/drawing/2014/main" id="{005CE17F-9840-F173-5FAC-12FD88CEC9ED}"/>
                </a:ext>
              </a:extLst>
            </p:cNvPr>
            <p:cNvSpPr/>
            <p:nvPr/>
          </p:nvSpPr>
          <p:spPr bwMode="gray">
            <a:xfrm>
              <a:off x="1519108" y="4770143"/>
              <a:ext cx="796909" cy="340172"/>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accent2"/>
                  </a:solidFill>
                </a:rPr>
                <a:t>16GB</a:t>
              </a:r>
            </a:p>
          </p:txBody>
        </p:sp>
      </p:grpSp>
      <p:sp>
        <p:nvSpPr>
          <p:cNvPr id="64" name="Rectangle 63">
            <a:extLst>
              <a:ext uri="{FF2B5EF4-FFF2-40B4-BE49-F238E27FC236}">
                <a16:creationId xmlns:a16="http://schemas.microsoft.com/office/drawing/2014/main" id="{26E84BAA-DCB7-1C5A-A0CE-3E05A733F721}"/>
              </a:ext>
            </a:extLst>
          </p:cNvPr>
          <p:cNvSpPr/>
          <p:nvPr/>
        </p:nvSpPr>
        <p:spPr bwMode="gray">
          <a:xfrm>
            <a:off x="3107733" y="5823897"/>
            <a:ext cx="1516283" cy="136573"/>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dirty="0">
                <a:solidFill>
                  <a:schemeClr val="accent3"/>
                </a:solidFill>
              </a:rPr>
              <a:t>32/64GB Memory</a:t>
            </a:r>
          </a:p>
        </p:txBody>
      </p:sp>
      <p:sp>
        <p:nvSpPr>
          <p:cNvPr id="67" name="Rectangle 66">
            <a:extLst>
              <a:ext uri="{FF2B5EF4-FFF2-40B4-BE49-F238E27FC236}">
                <a16:creationId xmlns:a16="http://schemas.microsoft.com/office/drawing/2014/main" id="{38B76BA4-8EE1-51A6-A13D-A64EED51245F}"/>
              </a:ext>
            </a:extLst>
          </p:cNvPr>
          <p:cNvSpPr/>
          <p:nvPr/>
        </p:nvSpPr>
        <p:spPr bwMode="gray">
          <a:xfrm>
            <a:off x="4811225" y="5839463"/>
            <a:ext cx="1516283" cy="136573"/>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dirty="0">
                <a:solidFill>
                  <a:schemeClr val="accent3"/>
                </a:solidFill>
              </a:rPr>
              <a:t>24/64GB Memory</a:t>
            </a:r>
          </a:p>
        </p:txBody>
      </p:sp>
      <p:sp>
        <p:nvSpPr>
          <p:cNvPr id="68" name="Rectangle 67">
            <a:extLst>
              <a:ext uri="{FF2B5EF4-FFF2-40B4-BE49-F238E27FC236}">
                <a16:creationId xmlns:a16="http://schemas.microsoft.com/office/drawing/2014/main" id="{37AED7EB-E2E4-F315-3AE1-29FCACB70893}"/>
              </a:ext>
            </a:extLst>
          </p:cNvPr>
          <p:cNvSpPr/>
          <p:nvPr/>
        </p:nvSpPr>
        <p:spPr bwMode="gray">
          <a:xfrm>
            <a:off x="6437283" y="5823896"/>
            <a:ext cx="1516283" cy="136573"/>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dirty="0">
                <a:solidFill>
                  <a:schemeClr val="accent3"/>
                </a:solidFill>
              </a:rPr>
              <a:t>56/64GB Memory</a:t>
            </a:r>
          </a:p>
        </p:txBody>
      </p:sp>
      <p:grpSp>
        <p:nvGrpSpPr>
          <p:cNvPr id="69" name="Group 68">
            <a:extLst>
              <a:ext uri="{FF2B5EF4-FFF2-40B4-BE49-F238E27FC236}">
                <a16:creationId xmlns:a16="http://schemas.microsoft.com/office/drawing/2014/main" id="{DBD773C5-5C45-2EB4-5D59-5D030CEC29CA}"/>
              </a:ext>
            </a:extLst>
          </p:cNvPr>
          <p:cNvGrpSpPr/>
          <p:nvPr/>
        </p:nvGrpSpPr>
        <p:grpSpPr>
          <a:xfrm>
            <a:off x="188747" y="4981885"/>
            <a:ext cx="954593" cy="994151"/>
            <a:chOff x="6845884" y="2291896"/>
            <a:chExt cx="954593" cy="994151"/>
          </a:xfrm>
        </p:grpSpPr>
        <p:grpSp>
          <p:nvGrpSpPr>
            <p:cNvPr id="70" name="Group 69">
              <a:extLst>
                <a:ext uri="{FF2B5EF4-FFF2-40B4-BE49-F238E27FC236}">
                  <a16:creationId xmlns:a16="http://schemas.microsoft.com/office/drawing/2014/main" id="{4EF9D87D-F113-05E0-1924-185B2EBBDB91}"/>
                </a:ext>
                <a:ext uri="{C183D7F6-B498-43B3-948B-1728B52AA6E4}">
                  <adec:decorative xmlns:adec="http://schemas.microsoft.com/office/drawing/2017/decorative" val="1"/>
                </a:ext>
              </a:extLst>
            </p:cNvPr>
            <p:cNvGrpSpPr>
              <a:grpSpLocks noChangeAspect="1"/>
            </p:cNvGrpSpPr>
            <p:nvPr/>
          </p:nvGrpSpPr>
          <p:grpSpPr>
            <a:xfrm>
              <a:off x="6845884" y="2291896"/>
              <a:ext cx="938690" cy="938690"/>
              <a:chOff x="6916620" y="4795817"/>
              <a:chExt cx="1213482" cy="1212870"/>
            </a:xfrm>
          </p:grpSpPr>
          <p:sp>
            <p:nvSpPr>
              <p:cNvPr id="72" name="Oval 71">
                <a:extLst>
                  <a:ext uri="{FF2B5EF4-FFF2-40B4-BE49-F238E27FC236}">
                    <a16:creationId xmlns:a16="http://schemas.microsoft.com/office/drawing/2014/main" id="{C041C0C8-9BF8-423C-02E6-0F06CB510DE8}"/>
                  </a:ext>
                </a:extLst>
              </p:cNvPr>
              <p:cNvSpPr/>
              <p:nvPr/>
            </p:nvSpPr>
            <p:spPr>
              <a:xfrm>
                <a:off x="6916620" y="4795817"/>
                <a:ext cx="1213482" cy="1212870"/>
              </a:xfrm>
              <a:prstGeom prst="ellipse">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3421" tIns="51710" rIns="103421" bIns="51710" numCol="1" spcCol="0" rtlCol="0" fromWordArt="0" anchor="ctr" anchorCtr="0" forceAA="0" compatLnSpc="1">
                <a:prstTxWarp prst="textNoShape">
                  <a:avLst/>
                </a:prstTxWarp>
                <a:noAutofit/>
              </a:bodyPr>
              <a:lstStyle/>
              <a:p>
                <a:pPr algn="ctr">
                  <a:spcAft>
                    <a:spcPts val="600"/>
                  </a:spcAft>
                </a:pPr>
                <a:endParaRPr lang="en-US" sz="1200" dirty="0">
                  <a:solidFill>
                    <a:srgbClr val="FFFFFF"/>
                  </a:solidFill>
                  <a:latin typeface="Arial" panose="020B0604020202020204" pitchFamily="34" charset="0"/>
                </a:endParaRPr>
              </a:p>
            </p:txBody>
          </p:sp>
          <p:sp>
            <p:nvSpPr>
              <p:cNvPr id="73" name="Oval 72">
                <a:extLst>
                  <a:ext uri="{FF2B5EF4-FFF2-40B4-BE49-F238E27FC236}">
                    <a16:creationId xmlns:a16="http://schemas.microsoft.com/office/drawing/2014/main" id="{C499DFB2-87EB-E477-F65C-8223CFC015A7}"/>
                  </a:ext>
                </a:extLst>
              </p:cNvPr>
              <p:cNvSpPr/>
              <p:nvPr/>
            </p:nvSpPr>
            <p:spPr>
              <a:xfrm>
                <a:off x="6916620" y="4795817"/>
                <a:ext cx="1213482" cy="1212870"/>
              </a:xfrm>
              <a:prstGeom prst="ellipse">
                <a:avLst/>
              </a:prstGeom>
              <a:no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3421" tIns="51710" rIns="103421" bIns="51710" numCol="1" spcCol="0" rtlCol="0" fromWordArt="0" anchor="ctr" anchorCtr="0" forceAA="0" compatLnSpc="1">
                <a:prstTxWarp prst="textNoShape">
                  <a:avLst/>
                </a:prstTxWarp>
                <a:noAutofit/>
              </a:bodyPr>
              <a:lstStyle/>
              <a:p>
                <a:pPr algn="ctr">
                  <a:spcAft>
                    <a:spcPts val="600"/>
                  </a:spcAft>
                </a:pPr>
                <a:endParaRPr lang="en-US" sz="1200" dirty="0">
                  <a:solidFill>
                    <a:srgbClr val="FFFFFF"/>
                  </a:solidFill>
                  <a:latin typeface="Arial" panose="020B0604020202020204" pitchFamily="34" charset="0"/>
                </a:endParaRPr>
              </a:p>
            </p:txBody>
          </p:sp>
        </p:grpSp>
        <p:pic>
          <p:nvPicPr>
            <p:cNvPr id="71" name="Google Shape;1718;p87">
              <a:extLst>
                <a:ext uri="{FF2B5EF4-FFF2-40B4-BE49-F238E27FC236}">
                  <a16:creationId xmlns:a16="http://schemas.microsoft.com/office/drawing/2014/main" id="{0CC5A96F-23CD-CF0D-8F2C-2FE099F092A1}"/>
                </a:ext>
                <a:ext uri="{C183D7F6-B498-43B3-948B-1728B52AA6E4}">
                  <adec:decorative xmlns:adec="http://schemas.microsoft.com/office/drawing/2017/decorative" val="1"/>
                </a:ext>
              </a:extLst>
            </p:cNvPr>
            <p:cNvPicPr preferRelativeResize="0">
              <a:picLocks noChangeAspect="1"/>
            </p:cNvPicPr>
            <p:nvPr/>
          </p:nvPicPr>
          <p:blipFill rotWithShape="1">
            <a:blip r:embed="rId5">
              <a:alphaModFix/>
            </a:blip>
            <a:srcRect t="47" b="47"/>
            <a:stretch/>
          </p:blipFill>
          <p:spPr>
            <a:xfrm>
              <a:off x="6861786" y="2304593"/>
              <a:ext cx="938691" cy="981454"/>
            </a:xfrm>
            <a:prstGeom prst="ellipse">
              <a:avLst/>
            </a:prstGeom>
            <a:noFill/>
            <a:ln>
              <a:noFill/>
            </a:ln>
          </p:spPr>
        </p:pic>
      </p:grpSp>
      <p:cxnSp>
        <p:nvCxnSpPr>
          <p:cNvPr id="74" name="Straight Arrow Connector 73">
            <a:extLst>
              <a:ext uri="{FF2B5EF4-FFF2-40B4-BE49-F238E27FC236}">
                <a16:creationId xmlns:a16="http://schemas.microsoft.com/office/drawing/2014/main" id="{903B0652-6916-2A42-DB67-7F9968AE9089}"/>
              </a:ext>
            </a:extLst>
          </p:cNvPr>
          <p:cNvCxnSpPr>
            <a:cxnSpLocks/>
          </p:cNvCxnSpPr>
          <p:nvPr/>
        </p:nvCxnSpPr>
        <p:spPr bwMode="gray">
          <a:xfrm>
            <a:off x="1282148" y="5436707"/>
            <a:ext cx="1423795" cy="0"/>
          </a:xfrm>
          <a:prstGeom prst="straightConnector1">
            <a:avLst/>
          </a:prstGeom>
          <a:ln w="25400">
            <a:solidFill>
              <a:schemeClr val="tx1"/>
            </a:solidFill>
            <a:prstDash val="sysDash"/>
            <a:miter lim="8000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04868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34AC0-FBFF-1FEE-F26F-BA65C68507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7E5D1B-03D2-8444-CF7E-5440663A6114}"/>
              </a:ext>
            </a:extLst>
          </p:cNvPr>
          <p:cNvSpPr>
            <a:spLocks noGrp="1"/>
          </p:cNvSpPr>
          <p:nvPr>
            <p:ph type="title"/>
          </p:nvPr>
        </p:nvSpPr>
        <p:spPr/>
        <p:txBody>
          <a:bodyPr/>
          <a:lstStyle/>
          <a:p>
            <a:r>
              <a:rPr lang="en-US" dirty="0"/>
              <a:t>Preserve Workload Performance during Host Maintenance </a:t>
            </a:r>
          </a:p>
        </p:txBody>
      </p:sp>
      <p:sp>
        <p:nvSpPr>
          <p:cNvPr id="3" name="Subtitle 2">
            <a:extLst>
              <a:ext uri="{FF2B5EF4-FFF2-40B4-BE49-F238E27FC236}">
                <a16:creationId xmlns:a16="http://schemas.microsoft.com/office/drawing/2014/main" id="{7EAD08A0-CD38-B591-BB13-E5A1F28F5EC6}"/>
              </a:ext>
            </a:extLst>
          </p:cNvPr>
          <p:cNvSpPr>
            <a:spLocks noGrp="1"/>
          </p:cNvSpPr>
          <p:nvPr>
            <p:ph type="subTitle" idx="10"/>
          </p:nvPr>
        </p:nvSpPr>
        <p:spPr/>
        <p:txBody>
          <a:bodyPr/>
          <a:lstStyle/>
          <a:p>
            <a:r>
              <a:rPr lang="en-US" dirty="0"/>
              <a:t>vSphere DRS Optimized Maintenance Mode Evacuation</a:t>
            </a:r>
          </a:p>
        </p:txBody>
      </p:sp>
      <p:sp>
        <p:nvSpPr>
          <p:cNvPr id="4" name="Text Placeholder 3">
            <a:extLst>
              <a:ext uri="{FF2B5EF4-FFF2-40B4-BE49-F238E27FC236}">
                <a16:creationId xmlns:a16="http://schemas.microsoft.com/office/drawing/2014/main" id="{538EE524-C960-D168-10AE-30A0F96DB2AE}"/>
              </a:ext>
            </a:extLst>
          </p:cNvPr>
          <p:cNvSpPr>
            <a:spLocks noGrp="1"/>
          </p:cNvSpPr>
          <p:nvPr>
            <p:ph type="body" sz="quarter" idx="17"/>
          </p:nvPr>
        </p:nvSpPr>
        <p:spPr/>
        <p:txBody>
          <a:bodyPr/>
          <a:lstStyle/>
          <a:p>
            <a:r>
              <a:rPr lang="en-US" dirty="0"/>
              <a:t>Delay evacuation if VM compute demand cannot be met</a:t>
            </a:r>
          </a:p>
          <a:p>
            <a:endParaRPr lang="en-US" dirty="0"/>
          </a:p>
          <a:p>
            <a:r>
              <a:rPr lang="en-US" dirty="0"/>
              <a:t>DRS re-balances remaining capacity to make space</a:t>
            </a:r>
          </a:p>
          <a:p>
            <a:endParaRPr lang="en-US" dirty="0"/>
          </a:p>
          <a:p>
            <a:r>
              <a:rPr lang="en-US" dirty="0"/>
              <a:t>Avoids resource contention during maintenance</a:t>
            </a:r>
          </a:p>
          <a:p>
            <a:endParaRPr lang="en-US" dirty="0"/>
          </a:p>
        </p:txBody>
      </p:sp>
      <p:pic>
        <p:nvPicPr>
          <p:cNvPr id="5" name="Graphic 4">
            <a:extLst>
              <a:ext uri="{FF2B5EF4-FFF2-40B4-BE49-F238E27FC236}">
                <a16:creationId xmlns:a16="http://schemas.microsoft.com/office/drawing/2014/main" id="{3EFD6D2C-6019-13F3-CF73-FB1CC8104B32}"/>
              </a:ext>
            </a:extLst>
          </p:cNvPr>
          <p:cNvPicPr>
            <a:picLocks noChangeAspect="1"/>
          </p:cNvPicPr>
          <p:nvPr/>
        </p:nvPicPr>
        <p:blipFill>
          <a:blip>
            <a:extLst>
              <a:ext uri="{96DAC541-7B7A-43D3-8B79-37D633B846F1}">
                <asvg:svgBlip xmlns:asvg="http://schemas.microsoft.com/office/drawing/2016/SVG/main" r:embed="rId3"/>
              </a:ext>
            </a:extLst>
          </a:blip>
          <a:srcRect l="6852" t="68344" r="8642" b="4629"/>
          <a:stretch>
            <a:fillRect/>
          </a:stretch>
        </p:blipFill>
        <p:spPr>
          <a:xfrm>
            <a:off x="3050270" y="5202386"/>
            <a:ext cx="1516283" cy="484938"/>
          </a:xfrm>
          <a:prstGeom prst="rect">
            <a:avLst/>
          </a:prstGeom>
        </p:spPr>
      </p:pic>
      <p:pic>
        <p:nvPicPr>
          <p:cNvPr id="6" name="Graphic 5">
            <a:extLst>
              <a:ext uri="{FF2B5EF4-FFF2-40B4-BE49-F238E27FC236}">
                <a16:creationId xmlns:a16="http://schemas.microsoft.com/office/drawing/2014/main" id="{3E44764D-0279-AF51-2E8D-FDCF60518EF4}"/>
              </a:ext>
            </a:extLst>
          </p:cNvPr>
          <p:cNvPicPr>
            <a:picLocks noChangeAspect="1"/>
          </p:cNvPicPr>
          <p:nvPr/>
        </p:nvPicPr>
        <p:blipFill>
          <a:blip>
            <a:extLst>
              <a:ext uri="{96DAC541-7B7A-43D3-8B79-37D633B846F1}">
                <asvg:svgBlip xmlns:asvg="http://schemas.microsoft.com/office/drawing/2016/SVG/main" r:embed="rId4"/>
              </a:ext>
            </a:extLst>
          </a:blip>
          <a:srcRect l="6852" t="68344" r="8642" b="4629"/>
          <a:stretch>
            <a:fillRect/>
          </a:stretch>
        </p:blipFill>
        <p:spPr>
          <a:xfrm>
            <a:off x="4749533" y="5202386"/>
            <a:ext cx="1516283" cy="484938"/>
          </a:xfrm>
          <a:prstGeom prst="rect">
            <a:avLst/>
          </a:prstGeom>
        </p:spPr>
      </p:pic>
      <p:pic>
        <p:nvPicPr>
          <p:cNvPr id="7" name="Graphic 6">
            <a:extLst>
              <a:ext uri="{FF2B5EF4-FFF2-40B4-BE49-F238E27FC236}">
                <a16:creationId xmlns:a16="http://schemas.microsoft.com/office/drawing/2014/main" id="{12A41223-09D1-1829-18E0-B74031F07411}"/>
              </a:ext>
            </a:extLst>
          </p:cNvPr>
          <p:cNvPicPr>
            <a:picLocks noChangeAspect="1"/>
          </p:cNvPicPr>
          <p:nvPr/>
        </p:nvPicPr>
        <p:blipFill>
          <a:blip>
            <a:extLst>
              <a:ext uri="{96DAC541-7B7A-43D3-8B79-37D633B846F1}">
                <asvg:svgBlip xmlns:asvg="http://schemas.microsoft.com/office/drawing/2016/SVG/main" r:embed="rId4"/>
              </a:ext>
            </a:extLst>
          </a:blip>
          <a:srcRect l="6852" t="68344" r="8642" b="4629"/>
          <a:stretch>
            <a:fillRect/>
          </a:stretch>
        </p:blipFill>
        <p:spPr>
          <a:xfrm>
            <a:off x="6448796" y="5202386"/>
            <a:ext cx="1516283" cy="484938"/>
          </a:xfrm>
          <a:prstGeom prst="rect">
            <a:avLst/>
          </a:prstGeom>
        </p:spPr>
      </p:pic>
      <p:grpSp>
        <p:nvGrpSpPr>
          <p:cNvPr id="35" name="Group 34">
            <a:extLst>
              <a:ext uri="{FF2B5EF4-FFF2-40B4-BE49-F238E27FC236}">
                <a16:creationId xmlns:a16="http://schemas.microsoft.com/office/drawing/2014/main" id="{F69B3BE9-01A7-E96B-2560-D27940312F61}"/>
              </a:ext>
            </a:extLst>
          </p:cNvPr>
          <p:cNvGrpSpPr/>
          <p:nvPr/>
        </p:nvGrpSpPr>
        <p:grpSpPr>
          <a:xfrm>
            <a:off x="5098643" y="3429000"/>
            <a:ext cx="796909" cy="797468"/>
            <a:chOff x="1519108" y="4312847"/>
            <a:chExt cx="796909" cy="797468"/>
          </a:xfrm>
          <a:solidFill>
            <a:schemeClr val="accent5"/>
          </a:solidFill>
        </p:grpSpPr>
        <p:grpSp>
          <p:nvGrpSpPr>
            <p:cNvPr id="9" name="Graphic 339">
              <a:extLst>
                <a:ext uri="{FF2B5EF4-FFF2-40B4-BE49-F238E27FC236}">
                  <a16:creationId xmlns:a16="http://schemas.microsoft.com/office/drawing/2014/main" id="{7B20CD66-5773-AD8F-9398-0B3CEF28A145}"/>
                </a:ext>
              </a:extLst>
            </p:cNvPr>
            <p:cNvGrpSpPr>
              <a:grpSpLocks noChangeAspect="1"/>
            </p:cNvGrpSpPr>
            <p:nvPr/>
          </p:nvGrpSpPr>
          <p:grpSpPr>
            <a:xfrm>
              <a:off x="1519108" y="4312847"/>
              <a:ext cx="796909" cy="797468"/>
              <a:chOff x="658852" y="4954224"/>
              <a:chExt cx="583799" cy="584209"/>
            </a:xfrm>
            <a:grpFill/>
          </p:grpSpPr>
          <p:sp>
            <p:nvSpPr>
              <p:cNvPr id="10" name="Freeform 9">
                <a:extLst>
                  <a:ext uri="{FF2B5EF4-FFF2-40B4-BE49-F238E27FC236}">
                    <a16:creationId xmlns:a16="http://schemas.microsoft.com/office/drawing/2014/main" id="{84D6E9AC-EB9B-2546-A7DC-CE70641CBC7A}"/>
                  </a:ext>
                </a:extLst>
              </p:cNvPr>
              <p:cNvSpPr/>
              <p:nvPr/>
            </p:nvSpPr>
            <p:spPr>
              <a:xfrm>
                <a:off x="658852" y="4954224"/>
                <a:ext cx="583799" cy="584209"/>
              </a:xfrm>
              <a:custGeom>
                <a:avLst/>
                <a:gdLst>
                  <a:gd name="connsiteX0" fmla="*/ 491426 w 583799"/>
                  <a:gd name="connsiteY0" fmla="*/ 584210 h 584209"/>
                  <a:gd name="connsiteX1" fmla="*/ 0 w 583799"/>
                  <a:gd name="connsiteY1" fmla="*/ 584210 h 584209"/>
                  <a:gd name="connsiteX2" fmla="*/ 0 w 583799"/>
                  <a:gd name="connsiteY2" fmla="*/ 0 h 584209"/>
                  <a:gd name="connsiteX3" fmla="*/ 583799 w 583799"/>
                  <a:gd name="connsiteY3" fmla="*/ 0 h 584209"/>
                  <a:gd name="connsiteX4" fmla="*/ 583799 w 583799"/>
                  <a:gd name="connsiteY4" fmla="*/ 566146 h 584209"/>
                  <a:gd name="connsiteX5" fmla="*/ 542745 w 583799"/>
                  <a:gd name="connsiteY5" fmla="*/ 566146 h 584209"/>
                  <a:gd name="connsiteX6" fmla="*/ 542745 w 583799"/>
                  <a:gd name="connsiteY6" fmla="*/ 41055 h 584209"/>
                  <a:gd name="connsiteX7" fmla="*/ 41055 w 583799"/>
                  <a:gd name="connsiteY7" fmla="*/ 41055 h 584209"/>
                  <a:gd name="connsiteX8" fmla="*/ 41055 w 583799"/>
                  <a:gd name="connsiteY8" fmla="*/ 543155 h 584209"/>
                  <a:gd name="connsiteX9" fmla="*/ 491426 w 583799"/>
                  <a:gd name="connsiteY9" fmla="*/ 543155 h 584209"/>
                  <a:gd name="connsiteX10" fmla="*/ 491426 w 583799"/>
                  <a:gd name="connsiteY10" fmla="*/ 584210 h 584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3799" h="584209">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grpFill/>
              <a:ln w="0" cap="flat">
                <a:noFill/>
                <a:prstDash val="solid"/>
                <a:miter/>
              </a:ln>
            </p:spPr>
            <p:txBody>
              <a:bodyPr rtlCol="0" anchor="ctr"/>
              <a:lstStyle/>
              <a:p>
                <a:endParaRPr lang="en-US"/>
              </a:p>
            </p:txBody>
          </p:sp>
          <p:grpSp>
            <p:nvGrpSpPr>
              <p:cNvPr id="11" name="Graphic 339">
                <a:extLst>
                  <a:ext uri="{FF2B5EF4-FFF2-40B4-BE49-F238E27FC236}">
                    <a16:creationId xmlns:a16="http://schemas.microsoft.com/office/drawing/2014/main" id="{C2E86617-B249-3CFC-2981-812922FAF70D}"/>
                  </a:ext>
                </a:extLst>
              </p:cNvPr>
              <p:cNvGrpSpPr/>
              <p:nvPr/>
            </p:nvGrpSpPr>
            <p:grpSpPr>
              <a:xfrm>
                <a:off x="834156" y="5211637"/>
                <a:ext cx="216358" cy="78004"/>
                <a:chOff x="834156" y="5211637"/>
                <a:chExt cx="216358" cy="78004"/>
              </a:xfrm>
              <a:grpFill/>
            </p:grpSpPr>
            <p:sp>
              <p:nvSpPr>
                <p:cNvPr id="12" name="Freeform 11">
                  <a:extLst>
                    <a:ext uri="{FF2B5EF4-FFF2-40B4-BE49-F238E27FC236}">
                      <a16:creationId xmlns:a16="http://schemas.microsoft.com/office/drawing/2014/main" id="{471A2DF1-1323-AE91-3A7F-A0215CB200DE}"/>
                    </a:ext>
                  </a:extLst>
                </p:cNvPr>
                <p:cNvSpPr/>
                <p:nvPr/>
              </p:nvSpPr>
              <p:spPr>
                <a:xfrm>
                  <a:off x="834156" y="5213690"/>
                  <a:ext cx="81699" cy="75951"/>
                </a:xfrm>
                <a:custGeom>
                  <a:avLst/>
                  <a:gdLst>
                    <a:gd name="connsiteX0" fmla="*/ 0 w 81699"/>
                    <a:gd name="connsiteY0" fmla="*/ 0 h 75951"/>
                    <a:gd name="connsiteX1" fmla="*/ 18885 w 81699"/>
                    <a:gd name="connsiteY1" fmla="*/ 0 h 75951"/>
                    <a:gd name="connsiteX2" fmla="*/ 41055 w 81699"/>
                    <a:gd name="connsiteY2" fmla="*/ 55013 h 75951"/>
                    <a:gd name="connsiteX3" fmla="*/ 62814 w 81699"/>
                    <a:gd name="connsiteY3" fmla="*/ 0 h 75951"/>
                    <a:gd name="connsiteX4" fmla="*/ 81699 w 81699"/>
                    <a:gd name="connsiteY4" fmla="*/ 0 h 75951"/>
                    <a:gd name="connsiteX5" fmla="*/ 49676 w 81699"/>
                    <a:gd name="connsiteY5" fmla="*/ 75951 h 75951"/>
                    <a:gd name="connsiteX6" fmla="*/ 32844 w 81699"/>
                    <a:gd name="connsiteY6" fmla="*/ 75951 h 75951"/>
                    <a:gd name="connsiteX7" fmla="*/ 0 w 81699"/>
                    <a:gd name="connsiteY7" fmla="*/ 0 h 75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699" h="75951">
                      <a:moveTo>
                        <a:pt x="0" y="0"/>
                      </a:moveTo>
                      <a:lnTo>
                        <a:pt x="18885" y="0"/>
                      </a:lnTo>
                      <a:lnTo>
                        <a:pt x="41055" y="55013"/>
                      </a:lnTo>
                      <a:lnTo>
                        <a:pt x="62814" y="0"/>
                      </a:lnTo>
                      <a:lnTo>
                        <a:pt x="81699" y="0"/>
                      </a:lnTo>
                      <a:lnTo>
                        <a:pt x="49676" y="75951"/>
                      </a:lnTo>
                      <a:lnTo>
                        <a:pt x="32844" y="75951"/>
                      </a:lnTo>
                      <a:lnTo>
                        <a:pt x="0" y="0"/>
                      </a:lnTo>
                      <a:close/>
                    </a:path>
                  </a:pathLst>
                </a:custGeom>
                <a:grpFill/>
                <a:ln w="0"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32F8AFF0-BD70-FE3F-F155-4B85E4C614A2}"/>
                    </a:ext>
                  </a:extLst>
                </p:cNvPr>
                <p:cNvSpPr/>
                <p:nvPr/>
              </p:nvSpPr>
              <p:spPr>
                <a:xfrm>
                  <a:off x="935151" y="5211637"/>
                  <a:ext cx="115364" cy="77593"/>
                </a:xfrm>
                <a:custGeom>
                  <a:avLst/>
                  <a:gdLst>
                    <a:gd name="connsiteX0" fmla="*/ 101816 w 115364"/>
                    <a:gd name="connsiteY0" fmla="*/ 3695 h 77593"/>
                    <a:gd name="connsiteX1" fmla="*/ 111669 w 115364"/>
                    <a:gd name="connsiteY1" fmla="*/ 13959 h 77593"/>
                    <a:gd name="connsiteX2" fmla="*/ 115364 w 115364"/>
                    <a:gd name="connsiteY2" fmla="*/ 29149 h 77593"/>
                    <a:gd name="connsiteX3" fmla="*/ 115364 w 115364"/>
                    <a:gd name="connsiteY3" fmla="*/ 77594 h 77593"/>
                    <a:gd name="connsiteX4" fmla="*/ 97710 w 115364"/>
                    <a:gd name="connsiteY4" fmla="*/ 77594 h 77593"/>
                    <a:gd name="connsiteX5" fmla="*/ 97710 w 115364"/>
                    <a:gd name="connsiteY5" fmla="*/ 32433 h 77593"/>
                    <a:gd name="connsiteX6" fmla="*/ 93605 w 115364"/>
                    <a:gd name="connsiteY6" fmla="*/ 20117 h 77593"/>
                    <a:gd name="connsiteX7" fmla="*/ 82931 w 115364"/>
                    <a:gd name="connsiteY7" fmla="*/ 15190 h 77593"/>
                    <a:gd name="connsiteX8" fmla="*/ 71025 w 115364"/>
                    <a:gd name="connsiteY8" fmla="*/ 19706 h 77593"/>
                    <a:gd name="connsiteX9" fmla="*/ 66509 w 115364"/>
                    <a:gd name="connsiteY9" fmla="*/ 31202 h 77593"/>
                    <a:gd name="connsiteX10" fmla="*/ 66509 w 115364"/>
                    <a:gd name="connsiteY10" fmla="*/ 77594 h 77593"/>
                    <a:gd name="connsiteX11" fmla="*/ 49266 w 115364"/>
                    <a:gd name="connsiteY11" fmla="*/ 77594 h 77593"/>
                    <a:gd name="connsiteX12" fmla="*/ 49266 w 115364"/>
                    <a:gd name="connsiteY12" fmla="*/ 32433 h 77593"/>
                    <a:gd name="connsiteX13" fmla="*/ 45160 w 115364"/>
                    <a:gd name="connsiteY13" fmla="*/ 20117 h 77593"/>
                    <a:gd name="connsiteX14" fmla="*/ 34486 w 115364"/>
                    <a:gd name="connsiteY14" fmla="*/ 15190 h 77593"/>
                    <a:gd name="connsiteX15" fmla="*/ 22580 w 115364"/>
                    <a:gd name="connsiteY15" fmla="*/ 19706 h 77593"/>
                    <a:gd name="connsiteX16" fmla="*/ 18064 w 115364"/>
                    <a:gd name="connsiteY16" fmla="*/ 31202 h 77593"/>
                    <a:gd name="connsiteX17" fmla="*/ 18064 w 115364"/>
                    <a:gd name="connsiteY17" fmla="*/ 77594 h 77593"/>
                    <a:gd name="connsiteX18" fmla="*/ 0 w 115364"/>
                    <a:gd name="connsiteY18" fmla="*/ 77594 h 77593"/>
                    <a:gd name="connsiteX19" fmla="*/ 0 w 115364"/>
                    <a:gd name="connsiteY19" fmla="*/ 1642 h 77593"/>
                    <a:gd name="connsiteX20" fmla="*/ 18064 w 115364"/>
                    <a:gd name="connsiteY20" fmla="*/ 1642 h 77593"/>
                    <a:gd name="connsiteX21" fmla="*/ 18064 w 115364"/>
                    <a:gd name="connsiteY21" fmla="*/ 11906 h 77593"/>
                    <a:gd name="connsiteX22" fmla="*/ 26686 w 115364"/>
                    <a:gd name="connsiteY22" fmla="*/ 3284 h 77593"/>
                    <a:gd name="connsiteX23" fmla="*/ 39413 w 115364"/>
                    <a:gd name="connsiteY23" fmla="*/ 0 h 77593"/>
                    <a:gd name="connsiteX24" fmla="*/ 55424 w 115364"/>
                    <a:gd name="connsiteY24" fmla="*/ 4927 h 77593"/>
                    <a:gd name="connsiteX25" fmla="*/ 65277 w 115364"/>
                    <a:gd name="connsiteY25" fmla="*/ 18064 h 77593"/>
                    <a:gd name="connsiteX26" fmla="*/ 73078 w 115364"/>
                    <a:gd name="connsiteY26" fmla="*/ 4927 h 77593"/>
                    <a:gd name="connsiteX27" fmla="*/ 88268 w 115364"/>
                    <a:gd name="connsiteY27" fmla="*/ 0 h 77593"/>
                    <a:gd name="connsiteX28" fmla="*/ 102226 w 115364"/>
                    <a:gd name="connsiteY28" fmla="*/ 3695 h 7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5364" h="77593">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grpFill/>
                <a:ln w="0" cap="flat">
                  <a:noFill/>
                  <a:prstDash val="solid"/>
                  <a:miter/>
                </a:ln>
              </p:spPr>
              <p:txBody>
                <a:bodyPr rtlCol="0" anchor="ctr"/>
                <a:lstStyle/>
                <a:p>
                  <a:endParaRPr lang="en-US"/>
                </a:p>
              </p:txBody>
            </p:sp>
          </p:grpSp>
        </p:grpSp>
        <p:sp>
          <p:nvSpPr>
            <p:cNvPr id="34" name="Rectangle 33">
              <a:extLst>
                <a:ext uri="{FF2B5EF4-FFF2-40B4-BE49-F238E27FC236}">
                  <a16:creationId xmlns:a16="http://schemas.microsoft.com/office/drawing/2014/main" id="{588DDECA-CB2C-3431-CE8E-883D99B7C6EC}"/>
                </a:ext>
              </a:extLst>
            </p:cNvPr>
            <p:cNvSpPr/>
            <p:nvPr/>
          </p:nvSpPr>
          <p:spPr bwMode="gray">
            <a:xfrm>
              <a:off x="1519108" y="4770143"/>
              <a:ext cx="796909" cy="340172"/>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accent5"/>
                  </a:solidFill>
                </a:rPr>
                <a:t>32GB</a:t>
              </a:r>
            </a:p>
          </p:txBody>
        </p:sp>
      </p:grpSp>
      <p:grpSp>
        <p:nvGrpSpPr>
          <p:cNvPr id="36" name="Group 35">
            <a:extLst>
              <a:ext uri="{FF2B5EF4-FFF2-40B4-BE49-F238E27FC236}">
                <a16:creationId xmlns:a16="http://schemas.microsoft.com/office/drawing/2014/main" id="{A459A2AF-8F30-2296-945B-EE78BA21F0DE}"/>
              </a:ext>
            </a:extLst>
          </p:cNvPr>
          <p:cNvGrpSpPr/>
          <p:nvPr/>
        </p:nvGrpSpPr>
        <p:grpSpPr>
          <a:xfrm>
            <a:off x="5109219" y="4312414"/>
            <a:ext cx="796909" cy="797468"/>
            <a:chOff x="1519108" y="4312847"/>
            <a:chExt cx="796909" cy="797468"/>
          </a:xfrm>
        </p:grpSpPr>
        <p:grpSp>
          <p:nvGrpSpPr>
            <p:cNvPr id="37" name="Graphic 339">
              <a:extLst>
                <a:ext uri="{FF2B5EF4-FFF2-40B4-BE49-F238E27FC236}">
                  <a16:creationId xmlns:a16="http://schemas.microsoft.com/office/drawing/2014/main" id="{1A2E96A3-A644-2346-6773-92DEF192E8F3}"/>
                </a:ext>
              </a:extLst>
            </p:cNvPr>
            <p:cNvGrpSpPr>
              <a:grpSpLocks noChangeAspect="1"/>
            </p:cNvGrpSpPr>
            <p:nvPr/>
          </p:nvGrpSpPr>
          <p:grpSpPr>
            <a:xfrm>
              <a:off x="1519108" y="4312847"/>
              <a:ext cx="796909" cy="797468"/>
              <a:chOff x="658852" y="4954224"/>
              <a:chExt cx="583799" cy="584209"/>
            </a:xfrm>
            <a:solidFill>
              <a:schemeClr val="accent2"/>
            </a:solidFill>
          </p:grpSpPr>
          <p:sp>
            <p:nvSpPr>
              <p:cNvPr id="39" name="Freeform 38">
                <a:extLst>
                  <a:ext uri="{FF2B5EF4-FFF2-40B4-BE49-F238E27FC236}">
                    <a16:creationId xmlns:a16="http://schemas.microsoft.com/office/drawing/2014/main" id="{834ED14C-6915-BBC3-8A6D-34785CD5868C}"/>
                  </a:ext>
                </a:extLst>
              </p:cNvPr>
              <p:cNvSpPr/>
              <p:nvPr/>
            </p:nvSpPr>
            <p:spPr>
              <a:xfrm>
                <a:off x="658852" y="4954224"/>
                <a:ext cx="583799" cy="584209"/>
              </a:xfrm>
              <a:custGeom>
                <a:avLst/>
                <a:gdLst>
                  <a:gd name="connsiteX0" fmla="*/ 491426 w 583799"/>
                  <a:gd name="connsiteY0" fmla="*/ 584210 h 584209"/>
                  <a:gd name="connsiteX1" fmla="*/ 0 w 583799"/>
                  <a:gd name="connsiteY1" fmla="*/ 584210 h 584209"/>
                  <a:gd name="connsiteX2" fmla="*/ 0 w 583799"/>
                  <a:gd name="connsiteY2" fmla="*/ 0 h 584209"/>
                  <a:gd name="connsiteX3" fmla="*/ 583799 w 583799"/>
                  <a:gd name="connsiteY3" fmla="*/ 0 h 584209"/>
                  <a:gd name="connsiteX4" fmla="*/ 583799 w 583799"/>
                  <a:gd name="connsiteY4" fmla="*/ 566146 h 584209"/>
                  <a:gd name="connsiteX5" fmla="*/ 542745 w 583799"/>
                  <a:gd name="connsiteY5" fmla="*/ 566146 h 584209"/>
                  <a:gd name="connsiteX6" fmla="*/ 542745 w 583799"/>
                  <a:gd name="connsiteY6" fmla="*/ 41055 h 584209"/>
                  <a:gd name="connsiteX7" fmla="*/ 41055 w 583799"/>
                  <a:gd name="connsiteY7" fmla="*/ 41055 h 584209"/>
                  <a:gd name="connsiteX8" fmla="*/ 41055 w 583799"/>
                  <a:gd name="connsiteY8" fmla="*/ 543155 h 584209"/>
                  <a:gd name="connsiteX9" fmla="*/ 491426 w 583799"/>
                  <a:gd name="connsiteY9" fmla="*/ 543155 h 584209"/>
                  <a:gd name="connsiteX10" fmla="*/ 491426 w 583799"/>
                  <a:gd name="connsiteY10" fmla="*/ 584210 h 584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3799" h="584209">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grpFill/>
              <a:ln w="0" cap="flat">
                <a:noFill/>
                <a:prstDash val="solid"/>
                <a:miter/>
              </a:ln>
            </p:spPr>
            <p:txBody>
              <a:bodyPr rtlCol="0" anchor="ctr"/>
              <a:lstStyle/>
              <a:p>
                <a:endParaRPr lang="en-US"/>
              </a:p>
            </p:txBody>
          </p:sp>
          <p:grpSp>
            <p:nvGrpSpPr>
              <p:cNvPr id="40" name="Graphic 339">
                <a:extLst>
                  <a:ext uri="{FF2B5EF4-FFF2-40B4-BE49-F238E27FC236}">
                    <a16:creationId xmlns:a16="http://schemas.microsoft.com/office/drawing/2014/main" id="{10F745A0-30B4-B642-EE2C-BAA477066EA2}"/>
                  </a:ext>
                </a:extLst>
              </p:cNvPr>
              <p:cNvGrpSpPr/>
              <p:nvPr/>
            </p:nvGrpSpPr>
            <p:grpSpPr>
              <a:xfrm>
                <a:off x="834156" y="5211637"/>
                <a:ext cx="216358" cy="78004"/>
                <a:chOff x="834156" y="5211637"/>
                <a:chExt cx="216358" cy="78004"/>
              </a:xfrm>
              <a:grpFill/>
            </p:grpSpPr>
            <p:sp>
              <p:nvSpPr>
                <p:cNvPr id="41" name="Freeform 40">
                  <a:extLst>
                    <a:ext uri="{FF2B5EF4-FFF2-40B4-BE49-F238E27FC236}">
                      <a16:creationId xmlns:a16="http://schemas.microsoft.com/office/drawing/2014/main" id="{CD4EA80D-C242-7513-41D5-C2597F55C5EC}"/>
                    </a:ext>
                  </a:extLst>
                </p:cNvPr>
                <p:cNvSpPr/>
                <p:nvPr/>
              </p:nvSpPr>
              <p:spPr>
                <a:xfrm>
                  <a:off x="834156" y="5213690"/>
                  <a:ext cx="81699" cy="75951"/>
                </a:xfrm>
                <a:custGeom>
                  <a:avLst/>
                  <a:gdLst>
                    <a:gd name="connsiteX0" fmla="*/ 0 w 81699"/>
                    <a:gd name="connsiteY0" fmla="*/ 0 h 75951"/>
                    <a:gd name="connsiteX1" fmla="*/ 18885 w 81699"/>
                    <a:gd name="connsiteY1" fmla="*/ 0 h 75951"/>
                    <a:gd name="connsiteX2" fmla="*/ 41055 w 81699"/>
                    <a:gd name="connsiteY2" fmla="*/ 55013 h 75951"/>
                    <a:gd name="connsiteX3" fmla="*/ 62814 w 81699"/>
                    <a:gd name="connsiteY3" fmla="*/ 0 h 75951"/>
                    <a:gd name="connsiteX4" fmla="*/ 81699 w 81699"/>
                    <a:gd name="connsiteY4" fmla="*/ 0 h 75951"/>
                    <a:gd name="connsiteX5" fmla="*/ 49676 w 81699"/>
                    <a:gd name="connsiteY5" fmla="*/ 75951 h 75951"/>
                    <a:gd name="connsiteX6" fmla="*/ 32844 w 81699"/>
                    <a:gd name="connsiteY6" fmla="*/ 75951 h 75951"/>
                    <a:gd name="connsiteX7" fmla="*/ 0 w 81699"/>
                    <a:gd name="connsiteY7" fmla="*/ 0 h 75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699" h="75951">
                      <a:moveTo>
                        <a:pt x="0" y="0"/>
                      </a:moveTo>
                      <a:lnTo>
                        <a:pt x="18885" y="0"/>
                      </a:lnTo>
                      <a:lnTo>
                        <a:pt x="41055" y="55013"/>
                      </a:lnTo>
                      <a:lnTo>
                        <a:pt x="62814" y="0"/>
                      </a:lnTo>
                      <a:lnTo>
                        <a:pt x="81699" y="0"/>
                      </a:lnTo>
                      <a:lnTo>
                        <a:pt x="49676" y="75951"/>
                      </a:lnTo>
                      <a:lnTo>
                        <a:pt x="32844" y="75951"/>
                      </a:lnTo>
                      <a:lnTo>
                        <a:pt x="0" y="0"/>
                      </a:lnTo>
                      <a:close/>
                    </a:path>
                  </a:pathLst>
                </a:custGeom>
                <a:grpFill/>
                <a:ln w="0" cap="flat">
                  <a:noFill/>
                  <a:prstDash val="solid"/>
                  <a:miter/>
                </a:ln>
              </p:spPr>
              <p:txBody>
                <a:bodyPr rtlCol="0" anchor="ctr"/>
                <a:lstStyle/>
                <a:p>
                  <a:endParaRPr lang="en-US"/>
                </a:p>
              </p:txBody>
            </p:sp>
            <p:sp>
              <p:nvSpPr>
                <p:cNvPr id="42" name="Freeform 41">
                  <a:extLst>
                    <a:ext uri="{FF2B5EF4-FFF2-40B4-BE49-F238E27FC236}">
                      <a16:creationId xmlns:a16="http://schemas.microsoft.com/office/drawing/2014/main" id="{8433015D-12AE-ED8F-1F91-8358A028DC28}"/>
                    </a:ext>
                  </a:extLst>
                </p:cNvPr>
                <p:cNvSpPr/>
                <p:nvPr/>
              </p:nvSpPr>
              <p:spPr>
                <a:xfrm>
                  <a:off x="935151" y="5211637"/>
                  <a:ext cx="115364" cy="77593"/>
                </a:xfrm>
                <a:custGeom>
                  <a:avLst/>
                  <a:gdLst>
                    <a:gd name="connsiteX0" fmla="*/ 101816 w 115364"/>
                    <a:gd name="connsiteY0" fmla="*/ 3695 h 77593"/>
                    <a:gd name="connsiteX1" fmla="*/ 111669 w 115364"/>
                    <a:gd name="connsiteY1" fmla="*/ 13959 h 77593"/>
                    <a:gd name="connsiteX2" fmla="*/ 115364 w 115364"/>
                    <a:gd name="connsiteY2" fmla="*/ 29149 h 77593"/>
                    <a:gd name="connsiteX3" fmla="*/ 115364 w 115364"/>
                    <a:gd name="connsiteY3" fmla="*/ 77594 h 77593"/>
                    <a:gd name="connsiteX4" fmla="*/ 97710 w 115364"/>
                    <a:gd name="connsiteY4" fmla="*/ 77594 h 77593"/>
                    <a:gd name="connsiteX5" fmla="*/ 97710 w 115364"/>
                    <a:gd name="connsiteY5" fmla="*/ 32433 h 77593"/>
                    <a:gd name="connsiteX6" fmla="*/ 93605 w 115364"/>
                    <a:gd name="connsiteY6" fmla="*/ 20117 h 77593"/>
                    <a:gd name="connsiteX7" fmla="*/ 82931 w 115364"/>
                    <a:gd name="connsiteY7" fmla="*/ 15190 h 77593"/>
                    <a:gd name="connsiteX8" fmla="*/ 71025 w 115364"/>
                    <a:gd name="connsiteY8" fmla="*/ 19706 h 77593"/>
                    <a:gd name="connsiteX9" fmla="*/ 66509 w 115364"/>
                    <a:gd name="connsiteY9" fmla="*/ 31202 h 77593"/>
                    <a:gd name="connsiteX10" fmla="*/ 66509 w 115364"/>
                    <a:gd name="connsiteY10" fmla="*/ 77594 h 77593"/>
                    <a:gd name="connsiteX11" fmla="*/ 49266 w 115364"/>
                    <a:gd name="connsiteY11" fmla="*/ 77594 h 77593"/>
                    <a:gd name="connsiteX12" fmla="*/ 49266 w 115364"/>
                    <a:gd name="connsiteY12" fmla="*/ 32433 h 77593"/>
                    <a:gd name="connsiteX13" fmla="*/ 45160 w 115364"/>
                    <a:gd name="connsiteY13" fmla="*/ 20117 h 77593"/>
                    <a:gd name="connsiteX14" fmla="*/ 34486 w 115364"/>
                    <a:gd name="connsiteY14" fmla="*/ 15190 h 77593"/>
                    <a:gd name="connsiteX15" fmla="*/ 22580 w 115364"/>
                    <a:gd name="connsiteY15" fmla="*/ 19706 h 77593"/>
                    <a:gd name="connsiteX16" fmla="*/ 18064 w 115364"/>
                    <a:gd name="connsiteY16" fmla="*/ 31202 h 77593"/>
                    <a:gd name="connsiteX17" fmla="*/ 18064 w 115364"/>
                    <a:gd name="connsiteY17" fmla="*/ 77594 h 77593"/>
                    <a:gd name="connsiteX18" fmla="*/ 0 w 115364"/>
                    <a:gd name="connsiteY18" fmla="*/ 77594 h 77593"/>
                    <a:gd name="connsiteX19" fmla="*/ 0 w 115364"/>
                    <a:gd name="connsiteY19" fmla="*/ 1642 h 77593"/>
                    <a:gd name="connsiteX20" fmla="*/ 18064 w 115364"/>
                    <a:gd name="connsiteY20" fmla="*/ 1642 h 77593"/>
                    <a:gd name="connsiteX21" fmla="*/ 18064 w 115364"/>
                    <a:gd name="connsiteY21" fmla="*/ 11906 h 77593"/>
                    <a:gd name="connsiteX22" fmla="*/ 26686 w 115364"/>
                    <a:gd name="connsiteY22" fmla="*/ 3284 h 77593"/>
                    <a:gd name="connsiteX23" fmla="*/ 39413 w 115364"/>
                    <a:gd name="connsiteY23" fmla="*/ 0 h 77593"/>
                    <a:gd name="connsiteX24" fmla="*/ 55424 w 115364"/>
                    <a:gd name="connsiteY24" fmla="*/ 4927 h 77593"/>
                    <a:gd name="connsiteX25" fmla="*/ 65277 w 115364"/>
                    <a:gd name="connsiteY25" fmla="*/ 18064 h 77593"/>
                    <a:gd name="connsiteX26" fmla="*/ 73078 w 115364"/>
                    <a:gd name="connsiteY26" fmla="*/ 4927 h 77593"/>
                    <a:gd name="connsiteX27" fmla="*/ 88268 w 115364"/>
                    <a:gd name="connsiteY27" fmla="*/ 0 h 77593"/>
                    <a:gd name="connsiteX28" fmla="*/ 102226 w 115364"/>
                    <a:gd name="connsiteY28" fmla="*/ 3695 h 7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5364" h="77593">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grpFill/>
                <a:ln w="0" cap="flat">
                  <a:noFill/>
                  <a:prstDash val="solid"/>
                  <a:miter/>
                </a:ln>
              </p:spPr>
              <p:txBody>
                <a:bodyPr rtlCol="0" anchor="ctr"/>
                <a:lstStyle/>
                <a:p>
                  <a:endParaRPr lang="en-US"/>
                </a:p>
              </p:txBody>
            </p:sp>
          </p:grpSp>
        </p:grpSp>
        <p:sp>
          <p:nvSpPr>
            <p:cNvPr id="38" name="Rectangle 37">
              <a:extLst>
                <a:ext uri="{FF2B5EF4-FFF2-40B4-BE49-F238E27FC236}">
                  <a16:creationId xmlns:a16="http://schemas.microsoft.com/office/drawing/2014/main" id="{2A84137B-70F6-96B1-79C8-594DC9A2BE2C}"/>
                </a:ext>
              </a:extLst>
            </p:cNvPr>
            <p:cNvSpPr/>
            <p:nvPr/>
          </p:nvSpPr>
          <p:spPr bwMode="gray">
            <a:xfrm>
              <a:off x="1519108" y="4770143"/>
              <a:ext cx="796909" cy="340172"/>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accent2"/>
                  </a:solidFill>
                </a:rPr>
                <a:t>24GB</a:t>
              </a:r>
            </a:p>
          </p:txBody>
        </p:sp>
      </p:grpSp>
      <p:grpSp>
        <p:nvGrpSpPr>
          <p:cNvPr id="43" name="Group 42">
            <a:extLst>
              <a:ext uri="{FF2B5EF4-FFF2-40B4-BE49-F238E27FC236}">
                <a16:creationId xmlns:a16="http://schemas.microsoft.com/office/drawing/2014/main" id="{A619F228-0D46-1DD8-C6EC-D3F11E4092F5}"/>
              </a:ext>
            </a:extLst>
          </p:cNvPr>
          <p:cNvGrpSpPr/>
          <p:nvPr/>
        </p:nvGrpSpPr>
        <p:grpSpPr>
          <a:xfrm>
            <a:off x="6739527" y="2545586"/>
            <a:ext cx="796909" cy="797468"/>
            <a:chOff x="1519108" y="4312847"/>
            <a:chExt cx="796909" cy="797468"/>
          </a:xfrm>
        </p:grpSpPr>
        <p:grpSp>
          <p:nvGrpSpPr>
            <p:cNvPr id="44" name="Graphic 339">
              <a:extLst>
                <a:ext uri="{FF2B5EF4-FFF2-40B4-BE49-F238E27FC236}">
                  <a16:creationId xmlns:a16="http://schemas.microsoft.com/office/drawing/2014/main" id="{04556300-060E-9CE8-8657-0CA5FE3AD33F}"/>
                </a:ext>
              </a:extLst>
            </p:cNvPr>
            <p:cNvGrpSpPr>
              <a:grpSpLocks noChangeAspect="1"/>
            </p:cNvGrpSpPr>
            <p:nvPr/>
          </p:nvGrpSpPr>
          <p:grpSpPr>
            <a:xfrm>
              <a:off x="1519108" y="4312847"/>
              <a:ext cx="796909" cy="797468"/>
              <a:chOff x="658852" y="4954224"/>
              <a:chExt cx="583799" cy="584209"/>
            </a:xfrm>
            <a:solidFill>
              <a:schemeClr val="accent2"/>
            </a:solidFill>
          </p:grpSpPr>
          <p:sp>
            <p:nvSpPr>
              <p:cNvPr id="46" name="Freeform 45">
                <a:extLst>
                  <a:ext uri="{FF2B5EF4-FFF2-40B4-BE49-F238E27FC236}">
                    <a16:creationId xmlns:a16="http://schemas.microsoft.com/office/drawing/2014/main" id="{AB15BEE4-2D92-2CDD-EA80-3C625D055684}"/>
                  </a:ext>
                </a:extLst>
              </p:cNvPr>
              <p:cNvSpPr/>
              <p:nvPr/>
            </p:nvSpPr>
            <p:spPr>
              <a:xfrm>
                <a:off x="658852" y="4954224"/>
                <a:ext cx="583799" cy="584209"/>
              </a:xfrm>
              <a:custGeom>
                <a:avLst/>
                <a:gdLst>
                  <a:gd name="connsiteX0" fmla="*/ 491426 w 583799"/>
                  <a:gd name="connsiteY0" fmla="*/ 584210 h 584209"/>
                  <a:gd name="connsiteX1" fmla="*/ 0 w 583799"/>
                  <a:gd name="connsiteY1" fmla="*/ 584210 h 584209"/>
                  <a:gd name="connsiteX2" fmla="*/ 0 w 583799"/>
                  <a:gd name="connsiteY2" fmla="*/ 0 h 584209"/>
                  <a:gd name="connsiteX3" fmla="*/ 583799 w 583799"/>
                  <a:gd name="connsiteY3" fmla="*/ 0 h 584209"/>
                  <a:gd name="connsiteX4" fmla="*/ 583799 w 583799"/>
                  <a:gd name="connsiteY4" fmla="*/ 566146 h 584209"/>
                  <a:gd name="connsiteX5" fmla="*/ 542745 w 583799"/>
                  <a:gd name="connsiteY5" fmla="*/ 566146 h 584209"/>
                  <a:gd name="connsiteX6" fmla="*/ 542745 w 583799"/>
                  <a:gd name="connsiteY6" fmla="*/ 41055 h 584209"/>
                  <a:gd name="connsiteX7" fmla="*/ 41055 w 583799"/>
                  <a:gd name="connsiteY7" fmla="*/ 41055 h 584209"/>
                  <a:gd name="connsiteX8" fmla="*/ 41055 w 583799"/>
                  <a:gd name="connsiteY8" fmla="*/ 543155 h 584209"/>
                  <a:gd name="connsiteX9" fmla="*/ 491426 w 583799"/>
                  <a:gd name="connsiteY9" fmla="*/ 543155 h 584209"/>
                  <a:gd name="connsiteX10" fmla="*/ 491426 w 583799"/>
                  <a:gd name="connsiteY10" fmla="*/ 584210 h 584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3799" h="584209">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grpFill/>
              <a:ln w="0" cap="flat">
                <a:noFill/>
                <a:prstDash val="solid"/>
                <a:miter/>
              </a:ln>
            </p:spPr>
            <p:txBody>
              <a:bodyPr rtlCol="0" anchor="ctr"/>
              <a:lstStyle/>
              <a:p>
                <a:endParaRPr lang="en-US"/>
              </a:p>
            </p:txBody>
          </p:sp>
          <p:grpSp>
            <p:nvGrpSpPr>
              <p:cNvPr id="47" name="Graphic 339">
                <a:extLst>
                  <a:ext uri="{FF2B5EF4-FFF2-40B4-BE49-F238E27FC236}">
                    <a16:creationId xmlns:a16="http://schemas.microsoft.com/office/drawing/2014/main" id="{A5886335-D502-0619-02D8-7BE5203AE8AF}"/>
                  </a:ext>
                </a:extLst>
              </p:cNvPr>
              <p:cNvGrpSpPr/>
              <p:nvPr/>
            </p:nvGrpSpPr>
            <p:grpSpPr>
              <a:xfrm>
                <a:off x="834156" y="5211637"/>
                <a:ext cx="216358" cy="78004"/>
                <a:chOff x="834156" y="5211637"/>
                <a:chExt cx="216358" cy="78004"/>
              </a:xfrm>
              <a:grpFill/>
            </p:grpSpPr>
            <p:sp>
              <p:nvSpPr>
                <p:cNvPr id="48" name="Freeform 47">
                  <a:extLst>
                    <a:ext uri="{FF2B5EF4-FFF2-40B4-BE49-F238E27FC236}">
                      <a16:creationId xmlns:a16="http://schemas.microsoft.com/office/drawing/2014/main" id="{E85340DA-8025-3212-907B-7E7FE57B2C8B}"/>
                    </a:ext>
                  </a:extLst>
                </p:cNvPr>
                <p:cNvSpPr/>
                <p:nvPr/>
              </p:nvSpPr>
              <p:spPr>
                <a:xfrm>
                  <a:off x="834156" y="5213690"/>
                  <a:ext cx="81699" cy="75951"/>
                </a:xfrm>
                <a:custGeom>
                  <a:avLst/>
                  <a:gdLst>
                    <a:gd name="connsiteX0" fmla="*/ 0 w 81699"/>
                    <a:gd name="connsiteY0" fmla="*/ 0 h 75951"/>
                    <a:gd name="connsiteX1" fmla="*/ 18885 w 81699"/>
                    <a:gd name="connsiteY1" fmla="*/ 0 h 75951"/>
                    <a:gd name="connsiteX2" fmla="*/ 41055 w 81699"/>
                    <a:gd name="connsiteY2" fmla="*/ 55013 h 75951"/>
                    <a:gd name="connsiteX3" fmla="*/ 62814 w 81699"/>
                    <a:gd name="connsiteY3" fmla="*/ 0 h 75951"/>
                    <a:gd name="connsiteX4" fmla="*/ 81699 w 81699"/>
                    <a:gd name="connsiteY4" fmla="*/ 0 h 75951"/>
                    <a:gd name="connsiteX5" fmla="*/ 49676 w 81699"/>
                    <a:gd name="connsiteY5" fmla="*/ 75951 h 75951"/>
                    <a:gd name="connsiteX6" fmla="*/ 32844 w 81699"/>
                    <a:gd name="connsiteY6" fmla="*/ 75951 h 75951"/>
                    <a:gd name="connsiteX7" fmla="*/ 0 w 81699"/>
                    <a:gd name="connsiteY7" fmla="*/ 0 h 75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699" h="75951">
                      <a:moveTo>
                        <a:pt x="0" y="0"/>
                      </a:moveTo>
                      <a:lnTo>
                        <a:pt x="18885" y="0"/>
                      </a:lnTo>
                      <a:lnTo>
                        <a:pt x="41055" y="55013"/>
                      </a:lnTo>
                      <a:lnTo>
                        <a:pt x="62814" y="0"/>
                      </a:lnTo>
                      <a:lnTo>
                        <a:pt x="81699" y="0"/>
                      </a:lnTo>
                      <a:lnTo>
                        <a:pt x="49676" y="75951"/>
                      </a:lnTo>
                      <a:lnTo>
                        <a:pt x="32844" y="75951"/>
                      </a:lnTo>
                      <a:lnTo>
                        <a:pt x="0" y="0"/>
                      </a:lnTo>
                      <a:close/>
                    </a:path>
                  </a:pathLst>
                </a:custGeom>
                <a:grpFill/>
                <a:ln w="0" cap="flat">
                  <a:noFill/>
                  <a:prstDash val="solid"/>
                  <a:miter/>
                </a:ln>
              </p:spPr>
              <p:txBody>
                <a:bodyPr rtlCol="0" anchor="ctr"/>
                <a:lstStyle/>
                <a:p>
                  <a:endParaRPr lang="en-US"/>
                </a:p>
              </p:txBody>
            </p:sp>
            <p:sp>
              <p:nvSpPr>
                <p:cNvPr id="49" name="Freeform 48">
                  <a:extLst>
                    <a:ext uri="{FF2B5EF4-FFF2-40B4-BE49-F238E27FC236}">
                      <a16:creationId xmlns:a16="http://schemas.microsoft.com/office/drawing/2014/main" id="{802D78FB-FED3-F194-71EB-56A717467C9D}"/>
                    </a:ext>
                  </a:extLst>
                </p:cNvPr>
                <p:cNvSpPr/>
                <p:nvPr/>
              </p:nvSpPr>
              <p:spPr>
                <a:xfrm>
                  <a:off x="935151" y="5211637"/>
                  <a:ext cx="115364" cy="77593"/>
                </a:xfrm>
                <a:custGeom>
                  <a:avLst/>
                  <a:gdLst>
                    <a:gd name="connsiteX0" fmla="*/ 101816 w 115364"/>
                    <a:gd name="connsiteY0" fmla="*/ 3695 h 77593"/>
                    <a:gd name="connsiteX1" fmla="*/ 111669 w 115364"/>
                    <a:gd name="connsiteY1" fmla="*/ 13959 h 77593"/>
                    <a:gd name="connsiteX2" fmla="*/ 115364 w 115364"/>
                    <a:gd name="connsiteY2" fmla="*/ 29149 h 77593"/>
                    <a:gd name="connsiteX3" fmla="*/ 115364 w 115364"/>
                    <a:gd name="connsiteY3" fmla="*/ 77594 h 77593"/>
                    <a:gd name="connsiteX4" fmla="*/ 97710 w 115364"/>
                    <a:gd name="connsiteY4" fmla="*/ 77594 h 77593"/>
                    <a:gd name="connsiteX5" fmla="*/ 97710 w 115364"/>
                    <a:gd name="connsiteY5" fmla="*/ 32433 h 77593"/>
                    <a:gd name="connsiteX6" fmla="*/ 93605 w 115364"/>
                    <a:gd name="connsiteY6" fmla="*/ 20117 h 77593"/>
                    <a:gd name="connsiteX7" fmla="*/ 82931 w 115364"/>
                    <a:gd name="connsiteY7" fmla="*/ 15190 h 77593"/>
                    <a:gd name="connsiteX8" fmla="*/ 71025 w 115364"/>
                    <a:gd name="connsiteY8" fmla="*/ 19706 h 77593"/>
                    <a:gd name="connsiteX9" fmla="*/ 66509 w 115364"/>
                    <a:gd name="connsiteY9" fmla="*/ 31202 h 77593"/>
                    <a:gd name="connsiteX10" fmla="*/ 66509 w 115364"/>
                    <a:gd name="connsiteY10" fmla="*/ 77594 h 77593"/>
                    <a:gd name="connsiteX11" fmla="*/ 49266 w 115364"/>
                    <a:gd name="connsiteY11" fmla="*/ 77594 h 77593"/>
                    <a:gd name="connsiteX12" fmla="*/ 49266 w 115364"/>
                    <a:gd name="connsiteY12" fmla="*/ 32433 h 77593"/>
                    <a:gd name="connsiteX13" fmla="*/ 45160 w 115364"/>
                    <a:gd name="connsiteY13" fmla="*/ 20117 h 77593"/>
                    <a:gd name="connsiteX14" fmla="*/ 34486 w 115364"/>
                    <a:gd name="connsiteY14" fmla="*/ 15190 h 77593"/>
                    <a:gd name="connsiteX15" fmla="*/ 22580 w 115364"/>
                    <a:gd name="connsiteY15" fmla="*/ 19706 h 77593"/>
                    <a:gd name="connsiteX16" fmla="*/ 18064 w 115364"/>
                    <a:gd name="connsiteY16" fmla="*/ 31202 h 77593"/>
                    <a:gd name="connsiteX17" fmla="*/ 18064 w 115364"/>
                    <a:gd name="connsiteY17" fmla="*/ 77594 h 77593"/>
                    <a:gd name="connsiteX18" fmla="*/ 0 w 115364"/>
                    <a:gd name="connsiteY18" fmla="*/ 77594 h 77593"/>
                    <a:gd name="connsiteX19" fmla="*/ 0 w 115364"/>
                    <a:gd name="connsiteY19" fmla="*/ 1642 h 77593"/>
                    <a:gd name="connsiteX20" fmla="*/ 18064 w 115364"/>
                    <a:gd name="connsiteY20" fmla="*/ 1642 h 77593"/>
                    <a:gd name="connsiteX21" fmla="*/ 18064 w 115364"/>
                    <a:gd name="connsiteY21" fmla="*/ 11906 h 77593"/>
                    <a:gd name="connsiteX22" fmla="*/ 26686 w 115364"/>
                    <a:gd name="connsiteY22" fmla="*/ 3284 h 77593"/>
                    <a:gd name="connsiteX23" fmla="*/ 39413 w 115364"/>
                    <a:gd name="connsiteY23" fmla="*/ 0 h 77593"/>
                    <a:gd name="connsiteX24" fmla="*/ 55424 w 115364"/>
                    <a:gd name="connsiteY24" fmla="*/ 4927 h 77593"/>
                    <a:gd name="connsiteX25" fmla="*/ 65277 w 115364"/>
                    <a:gd name="connsiteY25" fmla="*/ 18064 h 77593"/>
                    <a:gd name="connsiteX26" fmla="*/ 73078 w 115364"/>
                    <a:gd name="connsiteY26" fmla="*/ 4927 h 77593"/>
                    <a:gd name="connsiteX27" fmla="*/ 88268 w 115364"/>
                    <a:gd name="connsiteY27" fmla="*/ 0 h 77593"/>
                    <a:gd name="connsiteX28" fmla="*/ 102226 w 115364"/>
                    <a:gd name="connsiteY28" fmla="*/ 3695 h 7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5364" h="77593">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grpFill/>
                <a:ln w="0" cap="flat">
                  <a:noFill/>
                  <a:prstDash val="solid"/>
                  <a:miter/>
                </a:ln>
              </p:spPr>
              <p:txBody>
                <a:bodyPr rtlCol="0" anchor="ctr"/>
                <a:lstStyle/>
                <a:p>
                  <a:endParaRPr lang="en-US"/>
                </a:p>
              </p:txBody>
            </p:sp>
          </p:grpSp>
        </p:grpSp>
        <p:sp>
          <p:nvSpPr>
            <p:cNvPr id="45" name="Rectangle 44">
              <a:extLst>
                <a:ext uri="{FF2B5EF4-FFF2-40B4-BE49-F238E27FC236}">
                  <a16:creationId xmlns:a16="http://schemas.microsoft.com/office/drawing/2014/main" id="{34D0D4C2-66C2-01B7-FA6C-182DE60962C4}"/>
                </a:ext>
              </a:extLst>
            </p:cNvPr>
            <p:cNvSpPr/>
            <p:nvPr/>
          </p:nvSpPr>
          <p:spPr bwMode="gray">
            <a:xfrm>
              <a:off x="1519108" y="4770143"/>
              <a:ext cx="796909" cy="340172"/>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accent2"/>
                  </a:solidFill>
                </a:rPr>
                <a:t>16GB</a:t>
              </a:r>
            </a:p>
          </p:txBody>
        </p:sp>
      </p:grpSp>
      <p:grpSp>
        <p:nvGrpSpPr>
          <p:cNvPr id="50" name="Group 49">
            <a:extLst>
              <a:ext uri="{FF2B5EF4-FFF2-40B4-BE49-F238E27FC236}">
                <a16:creationId xmlns:a16="http://schemas.microsoft.com/office/drawing/2014/main" id="{0FCEBB1C-6CED-3EA6-2D03-3125B91A9FF5}"/>
              </a:ext>
            </a:extLst>
          </p:cNvPr>
          <p:cNvGrpSpPr/>
          <p:nvPr/>
        </p:nvGrpSpPr>
        <p:grpSpPr>
          <a:xfrm>
            <a:off x="6760824" y="4312414"/>
            <a:ext cx="796909" cy="797468"/>
            <a:chOff x="1519108" y="4312847"/>
            <a:chExt cx="796909" cy="797468"/>
          </a:xfrm>
        </p:grpSpPr>
        <p:grpSp>
          <p:nvGrpSpPr>
            <p:cNvPr id="51" name="Graphic 339">
              <a:extLst>
                <a:ext uri="{FF2B5EF4-FFF2-40B4-BE49-F238E27FC236}">
                  <a16:creationId xmlns:a16="http://schemas.microsoft.com/office/drawing/2014/main" id="{AA29C445-3A57-925F-FCE2-89466B2C6F83}"/>
                </a:ext>
              </a:extLst>
            </p:cNvPr>
            <p:cNvGrpSpPr>
              <a:grpSpLocks noChangeAspect="1"/>
            </p:cNvGrpSpPr>
            <p:nvPr/>
          </p:nvGrpSpPr>
          <p:grpSpPr>
            <a:xfrm>
              <a:off x="1519108" y="4312847"/>
              <a:ext cx="796909" cy="797468"/>
              <a:chOff x="658852" y="4954224"/>
              <a:chExt cx="583799" cy="584209"/>
            </a:xfrm>
            <a:solidFill>
              <a:schemeClr val="accent2"/>
            </a:solidFill>
          </p:grpSpPr>
          <p:sp>
            <p:nvSpPr>
              <p:cNvPr id="53" name="Freeform 52">
                <a:extLst>
                  <a:ext uri="{FF2B5EF4-FFF2-40B4-BE49-F238E27FC236}">
                    <a16:creationId xmlns:a16="http://schemas.microsoft.com/office/drawing/2014/main" id="{99711571-D7C9-6914-93C3-2F3A49F50DEC}"/>
                  </a:ext>
                </a:extLst>
              </p:cNvPr>
              <p:cNvSpPr/>
              <p:nvPr/>
            </p:nvSpPr>
            <p:spPr>
              <a:xfrm>
                <a:off x="658852" y="4954224"/>
                <a:ext cx="583799" cy="584209"/>
              </a:xfrm>
              <a:custGeom>
                <a:avLst/>
                <a:gdLst>
                  <a:gd name="connsiteX0" fmla="*/ 491426 w 583799"/>
                  <a:gd name="connsiteY0" fmla="*/ 584210 h 584209"/>
                  <a:gd name="connsiteX1" fmla="*/ 0 w 583799"/>
                  <a:gd name="connsiteY1" fmla="*/ 584210 h 584209"/>
                  <a:gd name="connsiteX2" fmla="*/ 0 w 583799"/>
                  <a:gd name="connsiteY2" fmla="*/ 0 h 584209"/>
                  <a:gd name="connsiteX3" fmla="*/ 583799 w 583799"/>
                  <a:gd name="connsiteY3" fmla="*/ 0 h 584209"/>
                  <a:gd name="connsiteX4" fmla="*/ 583799 w 583799"/>
                  <a:gd name="connsiteY4" fmla="*/ 566146 h 584209"/>
                  <a:gd name="connsiteX5" fmla="*/ 542745 w 583799"/>
                  <a:gd name="connsiteY5" fmla="*/ 566146 h 584209"/>
                  <a:gd name="connsiteX6" fmla="*/ 542745 w 583799"/>
                  <a:gd name="connsiteY6" fmla="*/ 41055 h 584209"/>
                  <a:gd name="connsiteX7" fmla="*/ 41055 w 583799"/>
                  <a:gd name="connsiteY7" fmla="*/ 41055 h 584209"/>
                  <a:gd name="connsiteX8" fmla="*/ 41055 w 583799"/>
                  <a:gd name="connsiteY8" fmla="*/ 543155 h 584209"/>
                  <a:gd name="connsiteX9" fmla="*/ 491426 w 583799"/>
                  <a:gd name="connsiteY9" fmla="*/ 543155 h 584209"/>
                  <a:gd name="connsiteX10" fmla="*/ 491426 w 583799"/>
                  <a:gd name="connsiteY10" fmla="*/ 584210 h 584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3799" h="584209">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grpFill/>
              <a:ln w="0" cap="flat">
                <a:noFill/>
                <a:prstDash val="solid"/>
                <a:miter/>
              </a:ln>
            </p:spPr>
            <p:txBody>
              <a:bodyPr rtlCol="0" anchor="ctr"/>
              <a:lstStyle/>
              <a:p>
                <a:endParaRPr lang="en-US"/>
              </a:p>
            </p:txBody>
          </p:sp>
          <p:grpSp>
            <p:nvGrpSpPr>
              <p:cNvPr id="54" name="Graphic 339">
                <a:extLst>
                  <a:ext uri="{FF2B5EF4-FFF2-40B4-BE49-F238E27FC236}">
                    <a16:creationId xmlns:a16="http://schemas.microsoft.com/office/drawing/2014/main" id="{B048C637-A02B-E32D-75CE-37FB7D26B37A}"/>
                  </a:ext>
                </a:extLst>
              </p:cNvPr>
              <p:cNvGrpSpPr/>
              <p:nvPr/>
            </p:nvGrpSpPr>
            <p:grpSpPr>
              <a:xfrm>
                <a:off x="834156" y="5211637"/>
                <a:ext cx="216358" cy="78004"/>
                <a:chOff x="834156" y="5211637"/>
                <a:chExt cx="216358" cy="78004"/>
              </a:xfrm>
              <a:grpFill/>
            </p:grpSpPr>
            <p:sp>
              <p:nvSpPr>
                <p:cNvPr id="55" name="Freeform 54">
                  <a:extLst>
                    <a:ext uri="{FF2B5EF4-FFF2-40B4-BE49-F238E27FC236}">
                      <a16:creationId xmlns:a16="http://schemas.microsoft.com/office/drawing/2014/main" id="{150B1D47-84DA-A6F0-087E-F9D3EFFC1DDF}"/>
                    </a:ext>
                  </a:extLst>
                </p:cNvPr>
                <p:cNvSpPr/>
                <p:nvPr/>
              </p:nvSpPr>
              <p:spPr>
                <a:xfrm>
                  <a:off x="834156" y="5213690"/>
                  <a:ext cx="81699" cy="75951"/>
                </a:xfrm>
                <a:custGeom>
                  <a:avLst/>
                  <a:gdLst>
                    <a:gd name="connsiteX0" fmla="*/ 0 w 81699"/>
                    <a:gd name="connsiteY0" fmla="*/ 0 h 75951"/>
                    <a:gd name="connsiteX1" fmla="*/ 18885 w 81699"/>
                    <a:gd name="connsiteY1" fmla="*/ 0 h 75951"/>
                    <a:gd name="connsiteX2" fmla="*/ 41055 w 81699"/>
                    <a:gd name="connsiteY2" fmla="*/ 55013 h 75951"/>
                    <a:gd name="connsiteX3" fmla="*/ 62814 w 81699"/>
                    <a:gd name="connsiteY3" fmla="*/ 0 h 75951"/>
                    <a:gd name="connsiteX4" fmla="*/ 81699 w 81699"/>
                    <a:gd name="connsiteY4" fmla="*/ 0 h 75951"/>
                    <a:gd name="connsiteX5" fmla="*/ 49676 w 81699"/>
                    <a:gd name="connsiteY5" fmla="*/ 75951 h 75951"/>
                    <a:gd name="connsiteX6" fmla="*/ 32844 w 81699"/>
                    <a:gd name="connsiteY6" fmla="*/ 75951 h 75951"/>
                    <a:gd name="connsiteX7" fmla="*/ 0 w 81699"/>
                    <a:gd name="connsiteY7" fmla="*/ 0 h 75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699" h="75951">
                      <a:moveTo>
                        <a:pt x="0" y="0"/>
                      </a:moveTo>
                      <a:lnTo>
                        <a:pt x="18885" y="0"/>
                      </a:lnTo>
                      <a:lnTo>
                        <a:pt x="41055" y="55013"/>
                      </a:lnTo>
                      <a:lnTo>
                        <a:pt x="62814" y="0"/>
                      </a:lnTo>
                      <a:lnTo>
                        <a:pt x="81699" y="0"/>
                      </a:lnTo>
                      <a:lnTo>
                        <a:pt x="49676" y="75951"/>
                      </a:lnTo>
                      <a:lnTo>
                        <a:pt x="32844" y="75951"/>
                      </a:lnTo>
                      <a:lnTo>
                        <a:pt x="0" y="0"/>
                      </a:lnTo>
                      <a:close/>
                    </a:path>
                  </a:pathLst>
                </a:custGeom>
                <a:grpFill/>
                <a:ln w="0"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4FFAEC8F-92FE-A8D0-ED99-C928DE4845A8}"/>
                    </a:ext>
                  </a:extLst>
                </p:cNvPr>
                <p:cNvSpPr/>
                <p:nvPr/>
              </p:nvSpPr>
              <p:spPr>
                <a:xfrm>
                  <a:off x="935151" y="5211637"/>
                  <a:ext cx="115364" cy="77593"/>
                </a:xfrm>
                <a:custGeom>
                  <a:avLst/>
                  <a:gdLst>
                    <a:gd name="connsiteX0" fmla="*/ 101816 w 115364"/>
                    <a:gd name="connsiteY0" fmla="*/ 3695 h 77593"/>
                    <a:gd name="connsiteX1" fmla="*/ 111669 w 115364"/>
                    <a:gd name="connsiteY1" fmla="*/ 13959 h 77593"/>
                    <a:gd name="connsiteX2" fmla="*/ 115364 w 115364"/>
                    <a:gd name="connsiteY2" fmla="*/ 29149 h 77593"/>
                    <a:gd name="connsiteX3" fmla="*/ 115364 w 115364"/>
                    <a:gd name="connsiteY3" fmla="*/ 77594 h 77593"/>
                    <a:gd name="connsiteX4" fmla="*/ 97710 w 115364"/>
                    <a:gd name="connsiteY4" fmla="*/ 77594 h 77593"/>
                    <a:gd name="connsiteX5" fmla="*/ 97710 w 115364"/>
                    <a:gd name="connsiteY5" fmla="*/ 32433 h 77593"/>
                    <a:gd name="connsiteX6" fmla="*/ 93605 w 115364"/>
                    <a:gd name="connsiteY6" fmla="*/ 20117 h 77593"/>
                    <a:gd name="connsiteX7" fmla="*/ 82931 w 115364"/>
                    <a:gd name="connsiteY7" fmla="*/ 15190 h 77593"/>
                    <a:gd name="connsiteX8" fmla="*/ 71025 w 115364"/>
                    <a:gd name="connsiteY8" fmla="*/ 19706 h 77593"/>
                    <a:gd name="connsiteX9" fmla="*/ 66509 w 115364"/>
                    <a:gd name="connsiteY9" fmla="*/ 31202 h 77593"/>
                    <a:gd name="connsiteX10" fmla="*/ 66509 w 115364"/>
                    <a:gd name="connsiteY10" fmla="*/ 77594 h 77593"/>
                    <a:gd name="connsiteX11" fmla="*/ 49266 w 115364"/>
                    <a:gd name="connsiteY11" fmla="*/ 77594 h 77593"/>
                    <a:gd name="connsiteX12" fmla="*/ 49266 w 115364"/>
                    <a:gd name="connsiteY12" fmla="*/ 32433 h 77593"/>
                    <a:gd name="connsiteX13" fmla="*/ 45160 w 115364"/>
                    <a:gd name="connsiteY13" fmla="*/ 20117 h 77593"/>
                    <a:gd name="connsiteX14" fmla="*/ 34486 w 115364"/>
                    <a:gd name="connsiteY14" fmla="*/ 15190 h 77593"/>
                    <a:gd name="connsiteX15" fmla="*/ 22580 w 115364"/>
                    <a:gd name="connsiteY15" fmla="*/ 19706 h 77593"/>
                    <a:gd name="connsiteX16" fmla="*/ 18064 w 115364"/>
                    <a:gd name="connsiteY16" fmla="*/ 31202 h 77593"/>
                    <a:gd name="connsiteX17" fmla="*/ 18064 w 115364"/>
                    <a:gd name="connsiteY17" fmla="*/ 77594 h 77593"/>
                    <a:gd name="connsiteX18" fmla="*/ 0 w 115364"/>
                    <a:gd name="connsiteY18" fmla="*/ 77594 h 77593"/>
                    <a:gd name="connsiteX19" fmla="*/ 0 w 115364"/>
                    <a:gd name="connsiteY19" fmla="*/ 1642 h 77593"/>
                    <a:gd name="connsiteX20" fmla="*/ 18064 w 115364"/>
                    <a:gd name="connsiteY20" fmla="*/ 1642 h 77593"/>
                    <a:gd name="connsiteX21" fmla="*/ 18064 w 115364"/>
                    <a:gd name="connsiteY21" fmla="*/ 11906 h 77593"/>
                    <a:gd name="connsiteX22" fmla="*/ 26686 w 115364"/>
                    <a:gd name="connsiteY22" fmla="*/ 3284 h 77593"/>
                    <a:gd name="connsiteX23" fmla="*/ 39413 w 115364"/>
                    <a:gd name="connsiteY23" fmla="*/ 0 h 77593"/>
                    <a:gd name="connsiteX24" fmla="*/ 55424 w 115364"/>
                    <a:gd name="connsiteY24" fmla="*/ 4927 h 77593"/>
                    <a:gd name="connsiteX25" fmla="*/ 65277 w 115364"/>
                    <a:gd name="connsiteY25" fmla="*/ 18064 h 77593"/>
                    <a:gd name="connsiteX26" fmla="*/ 73078 w 115364"/>
                    <a:gd name="connsiteY26" fmla="*/ 4927 h 77593"/>
                    <a:gd name="connsiteX27" fmla="*/ 88268 w 115364"/>
                    <a:gd name="connsiteY27" fmla="*/ 0 h 77593"/>
                    <a:gd name="connsiteX28" fmla="*/ 102226 w 115364"/>
                    <a:gd name="connsiteY28" fmla="*/ 3695 h 7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5364" h="77593">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grpFill/>
                <a:ln w="0" cap="flat">
                  <a:noFill/>
                  <a:prstDash val="solid"/>
                  <a:miter/>
                </a:ln>
              </p:spPr>
              <p:txBody>
                <a:bodyPr rtlCol="0" anchor="ctr"/>
                <a:lstStyle/>
                <a:p>
                  <a:endParaRPr lang="en-US"/>
                </a:p>
              </p:txBody>
            </p:sp>
          </p:grpSp>
        </p:grpSp>
        <p:sp>
          <p:nvSpPr>
            <p:cNvPr id="52" name="Rectangle 51">
              <a:extLst>
                <a:ext uri="{FF2B5EF4-FFF2-40B4-BE49-F238E27FC236}">
                  <a16:creationId xmlns:a16="http://schemas.microsoft.com/office/drawing/2014/main" id="{4573DAC9-19C5-13E0-E83E-C6F1BD6A4652}"/>
                </a:ext>
              </a:extLst>
            </p:cNvPr>
            <p:cNvSpPr/>
            <p:nvPr/>
          </p:nvSpPr>
          <p:spPr bwMode="gray">
            <a:xfrm>
              <a:off x="1519108" y="4770143"/>
              <a:ext cx="796909" cy="340172"/>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accent2"/>
                  </a:solidFill>
                </a:rPr>
                <a:t>24GB</a:t>
              </a:r>
            </a:p>
          </p:txBody>
        </p:sp>
      </p:grpSp>
      <p:grpSp>
        <p:nvGrpSpPr>
          <p:cNvPr id="57" name="Group 56">
            <a:extLst>
              <a:ext uri="{FF2B5EF4-FFF2-40B4-BE49-F238E27FC236}">
                <a16:creationId xmlns:a16="http://schemas.microsoft.com/office/drawing/2014/main" id="{7E6372E1-12E8-7FBF-A6C3-49FB6092983C}"/>
              </a:ext>
            </a:extLst>
          </p:cNvPr>
          <p:cNvGrpSpPr/>
          <p:nvPr/>
        </p:nvGrpSpPr>
        <p:grpSpPr>
          <a:xfrm>
            <a:off x="6739528" y="3429000"/>
            <a:ext cx="796909" cy="797468"/>
            <a:chOff x="1519108" y="4312847"/>
            <a:chExt cx="796909" cy="797468"/>
          </a:xfrm>
        </p:grpSpPr>
        <p:grpSp>
          <p:nvGrpSpPr>
            <p:cNvPr id="58" name="Graphic 339">
              <a:extLst>
                <a:ext uri="{FF2B5EF4-FFF2-40B4-BE49-F238E27FC236}">
                  <a16:creationId xmlns:a16="http://schemas.microsoft.com/office/drawing/2014/main" id="{F47F3770-C298-7BBC-6558-134EFA9C5DE5}"/>
                </a:ext>
              </a:extLst>
            </p:cNvPr>
            <p:cNvGrpSpPr>
              <a:grpSpLocks noChangeAspect="1"/>
            </p:cNvGrpSpPr>
            <p:nvPr/>
          </p:nvGrpSpPr>
          <p:grpSpPr>
            <a:xfrm>
              <a:off x="1519108" y="4312847"/>
              <a:ext cx="796909" cy="797468"/>
              <a:chOff x="658852" y="4954224"/>
              <a:chExt cx="583799" cy="584209"/>
            </a:xfrm>
            <a:solidFill>
              <a:schemeClr val="accent2"/>
            </a:solidFill>
          </p:grpSpPr>
          <p:sp>
            <p:nvSpPr>
              <p:cNvPr id="60" name="Freeform 59">
                <a:extLst>
                  <a:ext uri="{FF2B5EF4-FFF2-40B4-BE49-F238E27FC236}">
                    <a16:creationId xmlns:a16="http://schemas.microsoft.com/office/drawing/2014/main" id="{B0DC40FF-A5D4-4A06-29FF-FD62ED60DEDB}"/>
                  </a:ext>
                </a:extLst>
              </p:cNvPr>
              <p:cNvSpPr/>
              <p:nvPr/>
            </p:nvSpPr>
            <p:spPr>
              <a:xfrm>
                <a:off x="658852" y="4954224"/>
                <a:ext cx="583799" cy="584209"/>
              </a:xfrm>
              <a:custGeom>
                <a:avLst/>
                <a:gdLst>
                  <a:gd name="connsiteX0" fmla="*/ 491426 w 583799"/>
                  <a:gd name="connsiteY0" fmla="*/ 584210 h 584209"/>
                  <a:gd name="connsiteX1" fmla="*/ 0 w 583799"/>
                  <a:gd name="connsiteY1" fmla="*/ 584210 h 584209"/>
                  <a:gd name="connsiteX2" fmla="*/ 0 w 583799"/>
                  <a:gd name="connsiteY2" fmla="*/ 0 h 584209"/>
                  <a:gd name="connsiteX3" fmla="*/ 583799 w 583799"/>
                  <a:gd name="connsiteY3" fmla="*/ 0 h 584209"/>
                  <a:gd name="connsiteX4" fmla="*/ 583799 w 583799"/>
                  <a:gd name="connsiteY4" fmla="*/ 566146 h 584209"/>
                  <a:gd name="connsiteX5" fmla="*/ 542745 w 583799"/>
                  <a:gd name="connsiteY5" fmla="*/ 566146 h 584209"/>
                  <a:gd name="connsiteX6" fmla="*/ 542745 w 583799"/>
                  <a:gd name="connsiteY6" fmla="*/ 41055 h 584209"/>
                  <a:gd name="connsiteX7" fmla="*/ 41055 w 583799"/>
                  <a:gd name="connsiteY7" fmla="*/ 41055 h 584209"/>
                  <a:gd name="connsiteX8" fmla="*/ 41055 w 583799"/>
                  <a:gd name="connsiteY8" fmla="*/ 543155 h 584209"/>
                  <a:gd name="connsiteX9" fmla="*/ 491426 w 583799"/>
                  <a:gd name="connsiteY9" fmla="*/ 543155 h 584209"/>
                  <a:gd name="connsiteX10" fmla="*/ 491426 w 583799"/>
                  <a:gd name="connsiteY10" fmla="*/ 584210 h 584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3799" h="584209">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grpFill/>
              <a:ln w="0" cap="flat">
                <a:noFill/>
                <a:prstDash val="solid"/>
                <a:miter/>
              </a:ln>
            </p:spPr>
            <p:txBody>
              <a:bodyPr rtlCol="0" anchor="ctr"/>
              <a:lstStyle/>
              <a:p>
                <a:endParaRPr lang="en-US"/>
              </a:p>
            </p:txBody>
          </p:sp>
          <p:grpSp>
            <p:nvGrpSpPr>
              <p:cNvPr id="61" name="Graphic 339">
                <a:extLst>
                  <a:ext uri="{FF2B5EF4-FFF2-40B4-BE49-F238E27FC236}">
                    <a16:creationId xmlns:a16="http://schemas.microsoft.com/office/drawing/2014/main" id="{5D7642EA-5A10-72CB-FCE5-FFEA17E91665}"/>
                  </a:ext>
                </a:extLst>
              </p:cNvPr>
              <p:cNvGrpSpPr/>
              <p:nvPr/>
            </p:nvGrpSpPr>
            <p:grpSpPr>
              <a:xfrm>
                <a:off x="834156" y="5211637"/>
                <a:ext cx="216358" cy="78004"/>
                <a:chOff x="834156" y="5211637"/>
                <a:chExt cx="216358" cy="78004"/>
              </a:xfrm>
              <a:grpFill/>
            </p:grpSpPr>
            <p:sp>
              <p:nvSpPr>
                <p:cNvPr id="62" name="Freeform 61">
                  <a:extLst>
                    <a:ext uri="{FF2B5EF4-FFF2-40B4-BE49-F238E27FC236}">
                      <a16:creationId xmlns:a16="http://schemas.microsoft.com/office/drawing/2014/main" id="{2FE915BA-E8CC-B4C5-F9EF-CDA76837F15A}"/>
                    </a:ext>
                  </a:extLst>
                </p:cNvPr>
                <p:cNvSpPr/>
                <p:nvPr/>
              </p:nvSpPr>
              <p:spPr>
                <a:xfrm>
                  <a:off x="834156" y="5213690"/>
                  <a:ext cx="81699" cy="75951"/>
                </a:xfrm>
                <a:custGeom>
                  <a:avLst/>
                  <a:gdLst>
                    <a:gd name="connsiteX0" fmla="*/ 0 w 81699"/>
                    <a:gd name="connsiteY0" fmla="*/ 0 h 75951"/>
                    <a:gd name="connsiteX1" fmla="*/ 18885 w 81699"/>
                    <a:gd name="connsiteY1" fmla="*/ 0 h 75951"/>
                    <a:gd name="connsiteX2" fmla="*/ 41055 w 81699"/>
                    <a:gd name="connsiteY2" fmla="*/ 55013 h 75951"/>
                    <a:gd name="connsiteX3" fmla="*/ 62814 w 81699"/>
                    <a:gd name="connsiteY3" fmla="*/ 0 h 75951"/>
                    <a:gd name="connsiteX4" fmla="*/ 81699 w 81699"/>
                    <a:gd name="connsiteY4" fmla="*/ 0 h 75951"/>
                    <a:gd name="connsiteX5" fmla="*/ 49676 w 81699"/>
                    <a:gd name="connsiteY5" fmla="*/ 75951 h 75951"/>
                    <a:gd name="connsiteX6" fmla="*/ 32844 w 81699"/>
                    <a:gd name="connsiteY6" fmla="*/ 75951 h 75951"/>
                    <a:gd name="connsiteX7" fmla="*/ 0 w 81699"/>
                    <a:gd name="connsiteY7" fmla="*/ 0 h 75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699" h="75951">
                      <a:moveTo>
                        <a:pt x="0" y="0"/>
                      </a:moveTo>
                      <a:lnTo>
                        <a:pt x="18885" y="0"/>
                      </a:lnTo>
                      <a:lnTo>
                        <a:pt x="41055" y="55013"/>
                      </a:lnTo>
                      <a:lnTo>
                        <a:pt x="62814" y="0"/>
                      </a:lnTo>
                      <a:lnTo>
                        <a:pt x="81699" y="0"/>
                      </a:lnTo>
                      <a:lnTo>
                        <a:pt x="49676" y="75951"/>
                      </a:lnTo>
                      <a:lnTo>
                        <a:pt x="32844" y="75951"/>
                      </a:lnTo>
                      <a:lnTo>
                        <a:pt x="0" y="0"/>
                      </a:lnTo>
                      <a:close/>
                    </a:path>
                  </a:pathLst>
                </a:custGeom>
                <a:grpFill/>
                <a:ln w="0"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857113EF-9C7A-E813-053C-17E6C6308625}"/>
                    </a:ext>
                  </a:extLst>
                </p:cNvPr>
                <p:cNvSpPr/>
                <p:nvPr/>
              </p:nvSpPr>
              <p:spPr>
                <a:xfrm>
                  <a:off x="935151" y="5211637"/>
                  <a:ext cx="115364" cy="77593"/>
                </a:xfrm>
                <a:custGeom>
                  <a:avLst/>
                  <a:gdLst>
                    <a:gd name="connsiteX0" fmla="*/ 101816 w 115364"/>
                    <a:gd name="connsiteY0" fmla="*/ 3695 h 77593"/>
                    <a:gd name="connsiteX1" fmla="*/ 111669 w 115364"/>
                    <a:gd name="connsiteY1" fmla="*/ 13959 h 77593"/>
                    <a:gd name="connsiteX2" fmla="*/ 115364 w 115364"/>
                    <a:gd name="connsiteY2" fmla="*/ 29149 h 77593"/>
                    <a:gd name="connsiteX3" fmla="*/ 115364 w 115364"/>
                    <a:gd name="connsiteY3" fmla="*/ 77594 h 77593"/>
                    <a:gd name="connsiteX4" fmla="*/ 97710 w 115364"/>
                    <a:gd name="connsiteY4" fmla="*/ 77594 h 77593"/>
                    <a:gd name="connsiteX5" fmla="*/ 97710 w 115364"/>
                    <a:gd name="connsiteY5" fmla="*/ 32433 h 77593"/>
                    <a:gd name="connsiteX6" fmla="*/ 93605 w 115364"/>
                    <a:gd name="connsiteY6" fmla="*/ 20117 h 77593"/>
                    <a:gd name="connsiteX7" fmla="*/ 82931 w 115364"/>
                    <a:gd name="connsiteY7" fmla="*/ 15190 h 77593"/>
                    <a:gd name="connsiteX8" fmla="*/ 71025 w 115364"/>
                    <a:gd name="connsiteY8" fmla="*/ 19706 h 77593"/>
                    <a:gd name="connsiteX9" fmla="*/ 66509 w 115364"/>
                    <a:gd name="connsiteY9" fmla="*/ 31202 h 77593"/>
                    <a:gd name="connsiteX10" fmla="*/ 66509 w 115364"/>
                    <a:gd name="connsiteY10" fmla="*/ 77594 h 77593"/>
                    <a:gd name="connsiteX11" fmla="*/ 49266 w 115364"/>
                    <a:gd name="connsiteY11" fmla="*/ 77594 h 77593"/>
                    <a:gd name="connsiteX12" fmla="*/ 49266 w 115364"/>
                    <a:gd name="connsiteY12" fmla="*/ 32433 h 77593"/>
                    <a:gd name="connsiteX13" fmla="*/ 45160 w 115364"/>
                    <a:gd name="connsiteY13" fmla="*/ 20117 h 77593"/>
                    <a:gd name="connsiteX14" fmla="*/ 34486 w 115364"/>
                    <a:gd name="connsiteY14" fmla="*/ 15190 h 77593"/>
                    <a:gd name="connsiteX15" fmla="*/ 22580 w 115364"/>
                    <a:gd name="connsiteY15" fmla="*/ 19706 h 77593"/>
                    <a:gd name="connsiteX16" fmla="*/ 18064 w 115364"/>
                    <a:gd name="connsiteY16" fmla="*/ 31202 h 77593"/>
                    <a:gd name="connsiteX17" fmla="*/ 18064 w 115364"/>
                    <a:gd name="connsiteY17" fmla="*/ 77594 h 77593"/>
                    <a:gd name="connsiteX18" fmla="*/ 0 w 115364"/>
                    <a:gd name="connsiteY18" fmla="*/ 77594 h 77593"/>
                    <a:gd name="connsiteX19" fmla="*/ 0 w 115364"/>
                    <a:gd name="connsiteY19" fmla="*/ 1642 h 77593"/>
                    <a:gd name="connsiteX20" fmla="*/ 18064 w 115364"/>
                    <a:gd name="connsiteY20" fmla="*/ 1642 h 77593"/>
                    <a:gd name="connsiteX21" fmla="*/ 18064 w 115364"/>
                    <a:gd name="connsiteY21" fmla="*/ 11906 h 77593"/>
                    <a:gd name="connsiteX22" fmla="*/ 26686 w 115364"/>
                    <a:gd name="connsiteY22" fmla="*/ 3284 h 77593"/>
                    <a:gd name="connsiteX23" fmla="*/ 39413 w 115364"/>
                    <a:gd name="connsiteY23" fmla="*/ 0 h 77593"/>
                    <a:gd name="connsiteX24" fmla="*/ 55424 w 115364"/>
                    <a:gd name="connsiteY24" fmla="*/ 4927 h 77593"/>
                    <a:gd name="connsiteX25" fmla="*/ 65277 w 115364"/>
                    <a:gd name="connsiteY25" fmla="*/ 18064 h 77593"/>
                    <a:gd name="connsiteX26" fmla="*/ 73078 w 115364"/>
                    <a:gd name="connsiteY26" fmla="*/ 4927 h 77593"/>
                    <a:gd name="connsiteX27" fmla="*/ 88268 w 115364"/>
                    <a:gd name="connsiteY27" fmla="*/ 0 h 77593"/>
                    <a:gd name="connsiteX28" fmla="*/ 102226 w 115364"/>
                    <a:gd name="connsiteY28" fmla="*/ 3695 h 7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5364" h="77593">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grpFill/>
                <a:ln w="0" cap="flat">
                  <a:noFill/>
                  <a:prstDash val="solid"/>
                  <a:miter/>
                </a:ln>
              </p:spPr>
              <p:txBody>
                <a:bodyPr rtlCol="0" anchor="ctr"/>
                <a:lstStyle/>
                <a:p>
                  <a:endParaRPr lang="en-US"/>
                </a:p>
              </p:txBody>
            </p:sp>
          </p:grpSp>
        </p:grpSp>
        <p:sp>
          <p:nvSpPr>
            <p:cNvPr id="59" name="Rectangle 58">
              <a:extLst>
                <a:ext uri="{FF2B5EF4-FFF2-40B4-BE49-F238E27FC236}">
                  <a16:creationId xmlns:a16="http://schemas.microsoft.com/office/drawing/2014/main" id="{718CA1FC-F174-D329-0119-DA9B3EB645AD}"/>
                </a:ext>
              </a:extLst>
            </p:cNvPr>
            <p:cNvSpPr/>
            <p:nvPr/>
          </p:nvSpPr>
          <p:spPr bwMode="gray">
            <a:xfrm>
              <a:off x="1519108" y="4770143"/>
              <a:ext cx="796909" cy="340172"/>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accent2"/>
                  </a:solidFill>
                </a:rPr>
                <a:t>16GB</a:t>
              </a:r>
            </a:p>
          </p:txBody>
        </p:sp>
      </p:grpSp>
      <p:sp>
        <p:nvSpPr>
          <p:cNvPr id="64" name="Rectangle 63">
            <a:extLst>
              <a:ext uri="{FF2B5EF4-FFF2-40B4-BE49-F238E27FC236}">
                <a16:creationId xmlns:a16="http://schemas.microsoft.com/office/drawing/2014/main" id="{1CF0D09D-8EEA-DCF1-BD9F-5F6C44EB1A7F}"/>
              </a:ext>
            </a:extLst>
          </p:cNvPr>
          <p:cNvSpPr/>
          <p:nvPr/>
        </p:nvSpPr>
        <p:spPr bwMode="gray">
          <a:xfrm>
            <a:off x="3107733" y="5823897"/>
            <a:ext cx="1516283" cy="136573"/>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dirty="0">
                <a:solidFill>
                  <a:srgbClr val="53565A"/>
                </a:solidFill>
              </a:rPr>
              <a:t>Maintenance Mode</a:t>
            </a:r>
          </a:p>
        </p:txBody>
      </p:sp>
      <p:sp>
        <p:nvSpPr>
          <p:cNvPr id="67" name="Rectangle 66">
            <a:extLst>
              <a:ext uri="{FF2B5EF4-FFF2-40B4-BE49-F238E27FC236}">
                <a16:creationId xmlns:a16="http://schemas.microsoft.com/office/drawing/2014/main" id="{83E8B82E-E45B-2249-900C-A5068E95AB2C}"/>
              </a:ext>
            </a:extLst>
          </p:cNvPr>
          <p:cNvSpPr/>
          <p:nvPr/>
        </p:nvSpPr>
        <p:spPr bwMode="gray">
          <a:xfrm>
            <a:off x="4811225" y="5839463"/>
            <a:ext cx="1516283" cy="136573"/>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dirty="0">
                <a:solidFill>
                  <a:schemeClr val="accent3"/>
                </a:solidFill>
              </a:rPr>
              <a:t>56/64GB Memory</a:t>
            </a:r>
          </a:p>
        </p:txBody>
      </p:sp>
      <p:sp>
        <p:nvSpPr>
          <p:cNvPr id="68" name="Rectangle 67">
            <a:extLst>
              <a:ext uri="{FF2B5EF4-FFF2-40B4-BE49-F238E27FC236}">
                <a16:creationId xmlns:a16="http://schemas.microsoft.com/office/drawing/2014/main" id="{4266F529-80E4-3D05-BBBB-AAAA704B0C15}"/>
              </a:ext>
            </a:extLst>
          </p:cNvPr>
          <p:cNvSpPr/>
          <p:nvPr/>
        </p:nvSpPr>
        <p:spPr bwMode="gray">
          <a:xfrm>
            <a:off x="6437283" y="5823896"/>
            <a:ext cx="1516283" cy="136573"/>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dirty="0">
                <a:solidFill>
                  <a:schemeClr val="accent3"/>
                </a:solidFill>
              </a:rPr>
              <a:t>56/64GB Memory</a:t>
            </a:r>
          </a:p>
        </p:txBody>
      </p:sp>
      <p:grpSp>
        <p:nvGrpSpPr>
          <p:cNvPr id="69" name="Group 68">
            <a:extLst>
              <a:ext uri="{FF2B5EF4-FFF2-40B4-BE49-F238E27FC236}">
                <a16:creationId xmlns:a16="http://schemas.microsoft.com/office/drawing/2014/main" id="{4AB1C114-F427-0F25-62B7-FC245B475F0A}"/>
              </a:ext>
            </a:extLst>
          </p:cNvPr>
          <p:cNvGrpSpPr/>
          <p:nvPr/>
        </p:nvGrpSpPr>
        <p:grpSpPr>
          <a:xfrm>
            <a:off x="188747" y="4981885"/>
            <a:ext cx="954593" cy="994151"/>
            <a:chOff x="6845884" y="2291896"/>
            <a:chExt cx="954593" cy="994151"/>
          </a:xfrm>
        </p:grpSpPr>
        <p:grpSp>
          <p:nvGrpSpPr>
            <p:cNvPr id="70" name="Group 69">
              <a:extLst>
                <a:ext uri="{FF2B5EF4-FFF2-40B4-BE49-F238E27FC236}">
                  <a16:creationId xmlns:a16="http://schemas.microsoft.com/office/drawing/2014/main" id="{67998E86-3FFF-A713-9FA9-83F5B56921BB}"/>
                </a:ext>
                <a:ext uri="{C183D7F6-B498-43B3-948B-1728B52AA6E4}">
                  <adec:decorative xmlns:adec="http://schemas.microsoft.com/office/drawing/2017/decorative" val="1"/>
                </a:ext>
              </a:extLst>
            </p:cNvPr>
            <p:cNvGrpSpPr>
              <a:grpSpLocks noChangeAspect="1"/>
            </p:cNvGrpSpPr>
            <p:nvPr/>
          </p:nvGrpSpPr>
          <p:grpSpPr>
            <a:xfrm>
              <a:off x="6845884" y="2291896"/>
              <a:ext cx="938690" cy="938690"/>
              <a:chOff x="6916620" y="4795817"/>
              <a:chExt cx="1213482" cy="1212870"/>
            </a:xfrm>
          </p:grpSpPr>
          <p:sp>
            <p:nvSpPr>
              <p:cNvPr id="72" name="Oval 71">
                <a:extLst>
                  <a:ext uri="{FF2B5EF4-FFF2-40B4-BE49-F238E27FC236}">
                    <a16:creationId xmlns:a16="http://schemas.microsoft.com/office/drawing/2014/main" id="{50111F74-781B-52E3-CC99-CE98A9C76F56}"/>
                  </a:ext>
                </a:extLst>
              </p:cNvPr>
              <p:cNvSpPr/>
              <p:nvPr/>
            </p:nvSpPr>
            <p:spPr>
              <a:xfrm>
                <a:off x="6916620" y="4795817"/>
                <a:ext cx="1213482" cy="1212870"/>
              </a:xfrm>
              <a:prstGeom prst="ellipse">
                <a:avLst/>
              </a:prstGeom>
              <a:solidFill>
                <a:schemeClr val="bg1"/>
              </a:solidFill>
              <a:ln w="254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3421" tIns="51710" rIns="103421" bIns="51710" numCol="1" spcCol="0" rtlCol="0" fromWordArt="0" anchor="ctr" anchorCtr="0" forceAA="0" compatLnSpc="1">
                <a:prstTxWarp prst="textNoShape">
                  <a:avLst/>
                </a:prstTxWarp>
                <a:noAutofit/>
              </a:bodyPr>
              <a:lstStyle/>
              <a:p>
                <a:pPr algn="ctr">
                  <a:spcAft>
                    <a:spcPts val="600"/>
                  </a:spcAft>
                </a:pPr>
                <a:endParaRPr lang="en-US" sz="1200" dirty="0">
                  <a:solidFill>
                    <a:srgbClr val="FFFFFF"/>
                  </a:solidFill>
                  <a:latin typeface="Arial" panose="020B0604020202020204" pitchFamily="34" charset="0"/>
                </a:endParaRPr>
              </a:p>
            </p:txBody>
          </p:sp>
          <p:sp>
            <p:nvSpPr>
              <p:cNvPr id="73" name="Oval 72">
                <a:extLst>
                  <a:ext uri="{FF2B5EF4-FFF2-40B4-BE49-F238E27FC236}">
                    <a16:creationId xmlns:a16="http://schemas.microsoft.com/office/drawing/2014/main" id="{9767D701-D22F-BF11-D625-A1CC717C044D}"/>
                  </a:ext>
                </a:extLst>
              </p:cNvPr>
              <p:cNvSpPr/>
              <p:nvPr/>
            </p:nvSpPr>
            <p:spPr>
              <a:xfrm>
                <a:off x="6916620" y="4795817"/>
                <a:ext cx="1213482" cy="1212870"/>
              </a:xfrm>
              <a:prstGeom prst="ellipse">
                <a:avLst/>
              </a:prstGeom>
              <a:no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03421" tIns="51710" rIns="103421" bIns="51710" numCol="1" spcCol="0" rtlCol="0" fromWordArt="0" anchor="ctr" anchorCtr="0" forceAA="0" compatLnSpc="1">
                <a:prstTxWarp prst="textNoShape">
                  <a:avLst/>
                </a:prstTxWarp>
                <a:noAutofit/>
              </a:bodyPr>
              <a:lstStyle/>
              <a:p>
                <a:pPr algn="ctr">
                  <a:spcAft>
                    <a:spcPts val="600"/>
                  </a:spcAft>
                </a:pPr>
                <a:endParaRPr lang="en-US" sz="1200" dirty="0">
                  <a:solidFill>
                    <a:srgbClr val="FFFFFF"/>
                  </a:solidFill>
                  <a:latin typeface="Arial" panose="020B0604020202020204" pitchFamily="34" charset="0"/>
                </a:endParaRPr>
              </a:p>
            </p:txBody>
          </p:sp>
        </p:grpSp>
        <p:pic>
          <p:nvPicPr>
            <p:cNvPr id="71" name="Google Shape;1718;p87">
              <a:extLst>
                <a:ext uri="{FF2B5EF4-FFF2-40B4-BE49-F238E27FC236}">
                  <a16:creationId xmlns:a16="http://schemas.microsoft.com/office/drawing/2014/main" id="{D564CDE2-6F04-65F4-17B5-F364B17E0A04}"/>
                </a:ext>
                <a:ext uri="{C183D7F6-B498-43B3-948B-1728B52AA6E4}">
                  <adec:decorative xmlns:adec="http://schemas.microsoft.com/office/drawing/2017/decorative" val="1"/>
                </a:ext>
              </a:extLst>
            </p:cNvPr>
            <p:cNvPicPr preferRelativeResize="0">
              <a:picLocks noChangeAspect="1"/>
            </p:cNvPicPr>
            <p:nvPr/>
          </p:nvPicPr>
          <p:blipFill rotWithShape="1">
            <a:blip r:embed="rId5">
              <a:alphaModFix/>
            </a:blip>
            <a:srcRect t="47" b="47"/>
            <a:stretch/>
          </p:blipFill>
          <p:spPr>
            <a:xfrm>
              <a:off x="6861786" y="2304593"/>
              <a:ext cx="938691" cy="981454"/>
            </a:xfrm>
            <a:prstGeom prst="ellipse">
              <a:avLst/>
            </a:prstGeom>
            <a:noFill/>
            <a:ln>
              <a:noFill/>
            </a:ln>
          </p:spPr>
        </p:pic>
      </p:grpSp>
    </p:spTree>
    <p:extLst>
      <p:ext uri="{BB962C8B-B14F-4D97-AF65-F5344CB8AC3E}">
        <p14:creationId xmlns:p14="http://schemas.microsoft.com/office/powerpoint/2010/main" val="5179238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2F92B-CE18-9205-CCE3-DC5D423C2E76}"/>
            </a:ext>
          </a:extLst>
        </p:cNvPr>
        <p:cNvGrpSpPr/>
        <p:nvPr/>
      </p:nvGrpSpPr>
      <p:grpSpPr>
        <a:xfrm>
          <a:off x="0" y="0"/>
          <a:ext cx="0" cy="0"/>
          <a:chOff x="0" y="0"/>
          <a:chExt cx="0" cy="0"/>
        </a:xfrm>
      </p:grpSpPr>
      <p:sp>
        <p:nvSpPr>
          <p:cNvPr id="29" name="Title 28">
            <a:extLst>
              <a:ext uri="{FF2B5EF4-FFF2-40B4-BE49-F238E27FC236}">
                <a16:creationId xmlns:a16="http://schemas.microsoft.com/office/drawing/2014/main" id="{5EE00143-9EB2-5DBB-2F74-84BFC4EC43DE}"/>
              </a:ext>
            </a:extLst>
          </p:cNvPr>
          <p:cNvSpPr>
            <a:spLocks noGrp="1"/>
          </p:cNvSpPr>
          <p:nvPr>
            <p:ph type="title"/>
          </p:nvPr>
        </p:nvSpPr>
        <p:spPr>
          <a:xfrm>
            <a:off x="579809" y="412751"/>
            <a:ext cx="11001004" cy="381000"/>
          </a:xfrm>
        </p:spPr>
        <p:txBody>
          <a:bodyPr/>
          <a:lstStyle/>
          <a:p>
            <a:r>
              <a:rPr lang="en-US" dirty="0"/>
              <a:t>Better vMotion Resource Utilization and Reduced Contention</a:t>
            </a:r>
          </a:p>
        </p:txBody>
      </p:sp>
      <p:sp>
        <p:nvSpPr>
          <p:cNvPr id="3" name="Subtitle 2">
            <a:extLst>
              <a:ext uri="{FF2B5EF4-FFF2-40B4-BE49-F238E27FC236}">
                <a16:creationId xmlns:a16="http://schemas.microsoft.com/office/drawing/2014/main" id="{147182D0-9AE3-70B1-204D-B28475CF42E7}"/>
              </a:ext>
            </a:extLst>
          </p:cNvPr>
          <p:cNvSpPr>
            <a:spLocks noGrp="1"/>
          </p:cNvSpPr>
          <p:nvPr>
            <p:ph type="subTitle" idx="10"/>
          </p:nvPr>
        </p:nvSpPr>
        <p:spPr>
          <a:xfrm>
            <a:off x="592866" y="811830"/>
            <a:ext cx="10962687" cy="247743"/>
          </a:xfrm>
        </p:spPr>
        <p:txBody>
          <a:bodyPr/>
          <a:lstStyle/>
          <a:p>
            <a:r>
              <a:rPr lang="en-US" dirty="0"/>
              <a:t>vSphere DRS Parallel Processing of vMotion Tasks</a:t>
            </a:r>
          </a:p>
        </p:txBody>
      </p:sp>
      <p:sp>
        <p:nvSpPr>
          <p:cNvPr id="14" name="Content Placeholder 13">
            <a:extLst>
              <a:ext uri="{FF2B5EF4-FFF2-40B4-BE49-F238E27FC236}">
                <a16:creationId xmlns:a16="http://schemas.microsoft.com/office/drawing/2014/main" id="{E77EBB41-3A88-7958-F5EA-E4A4F102848B}"/>
              </a:ext>
            </a:extLst>
          </p:cNvPr>
          <p:cNvSpPr>
            <a:spLocks noGrp="1"/>
          </p:cNvSpPr>
          <p:nvPr>
            <p:ph sz="quarter" idx="16"/>
          </p:nvPr>
        </p:nvSpPr>
        <p:spPr>
          <a:xfrm>
            <a:off x="6323381" y="1600201"/>
            <a:ext cx="5865445" cy="4572000"/>
          </a:xfrm>
        </p:spPr>
        <p:txBody>
          <a:bodyPr/>
          <a:lstStyle/>
          <a:p>
            <a:r>
              <a:rPr lang="en-US" dirty="0"/>
              <a:t>vSphere 9.1</a:t>
            </a:r>
          </a:p>
        </p:txBody>
      </p:sp>
      <p:sp>
        <p:nvSpPr>
          <p:cNvPr id="5" name="Content Placeholder 4">
            <a:extLst>
              <a:ext uri="{FF2B5EF4-FFF2-40B4-BE49-F238E27FC236}">
                <a16:creationId xmlns:a16="http://schemas.microsoft.com/office/drawing/2014/main" id="{111BEB58-020B-8A08-A895-E38EB65F37D0}"/>
              </a:ext>
            </a:extLst>
          </p:cNvPr>
          <p:cNvSpPr>
            <a:spLocks noGrp="1"/>
          </p:cNvSpPr>
          <p:nvPr>
            <p:ph sz="quarter" idx="17"/>
          </p:nvPr>
        </p:nvSpPr>
        <p:spPr>
          <a:xfrm>
            <a:off x="0" y="1600201"/>
            <a:ext cx="5893593" cy="4572000"/>
          </a:xfrm>
        </p:spPr>
        <p:txBody>
          <a:bodyPr/>
          <a:lstStyle/>
          <a:p>
            <a:r>
              <a:rPr lang="en-US" dirty="0"/>
              <a:t>vSphere 9</a:t>
            </a:r>
          </a:p>
        </p:txBody>
      </p:sp>
      <p:sp>
        <p:nvSpPr>
          <p:cNvPr id="7" name="Rectangle 6">
            <a:extLst>
              <a:ext uri="{FF2B5EF4-FFF2-40B4-BE49-F238E27FC236}">
                <a16:creationId xmlns:a16="http://schemas.microsoft.com/office/drawing/2014/main" id="{16620490-77B7-AB37-67D7-FBC54A5F3C94}"/>
              </a:ext>
            </a:extLst>
          </p:cNvPr>
          <p:cNvSpPr/>
          <p:nvPr/>
        </p:nvSpPr>
        <p:spPr bwMode="gray">
          <a:xfrm>
            <a:off x="125364" y="2683764"/>
            <a:ext cx="365760" cy="2404872"/>
          </a:xfrm>
          <a:prstGeom prst="rect">
            <a:avLst/>
          </a:prstGeom>
          <a:solidFill>
            <a:srgbClr val="F4F9FA"/>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vert270" wrap="square" lIns="91440" tIns="45720" rIns="91440" bIns="45720" numCol="1" spcCol="0" rtlCol="0" fromWordArt="0" anchor="ctr" anchorCtr="0" forceAA="0" compatLnSpc="1">
            <a:prstTxWarp prst="textNoShape">
              <a:avLst/>
            </a:prstTxWarp>
            <a:noAutofit/>
          </a:bodyPr>
          <a:lstStyle/>
          <a:p>
            <a:pPr algn="ctr"/>
            <a:r>
              <a:rPr lang="en-US" sz="1800" dirty="0">
                <a:solidFill>
                  <a:schemeClr val="accent2"/>
                </a:solidFill>
              </a:rPr>
              <a:t>vMotion tasks</a:t>
            </a:r>
          </a:p>
        </p:txBody>
      </p:sp>
      <p:cxnSp>
        <p:nvCxnSpPr>
          <p:cNvPr id="10" name="Straight Connector 9">
            <a:extLst>
              <a:ext uri="{FF2B5EF4-FFF2-40B4-BE49-F238E27FC236}">
                <a16:creationId xmlns:a16="http://schemas.microsoft.com/office/drawing/2014/main" id="{D70E6C85-3627-EDAA-ED7A-95D23224E36E}"/>
              </a:ext>
            </a:extLst>
          </p:cNvPr>
          <p:cNvCxnSpPr/>
          <p:nvPr/>
        </p:nvCxnSpPr>
        <p:spPr bwMode="gray">
          <a:xfrm>
            <a:off x="523350" y="2450592"/>
            <a:ext cx="0" cy="3154680"/>
          </a:xfrm>
          <a:prstGeom prst="line">
            <a:avLst/>
          </a:prstGeom>
          <a:ln w="1270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75016B35-8024-582A-6188-9560100DC5AA}"/>
              </a:ext>
            </a:extLst>
          </p:cNvPr>
          <p:cNvSpPr/>
          <p:nvPr/>
        </p:nvSpPr>
        <p:spPr bwMode="gray">
          <a:xfrm>
            <a:off x="531185" y="3284374"/>
            <a:ext cx="1793264" cy="180754"/>
          </a:xfrm>
          <a:prstGeom prst="rect">
            <a:avLst/>
          </a:prstGeom>
          <a:solidFill>
            <a:schemeClr val="accent3"/>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57" name="Rectangle 56">
            <a:extLst>
              <a:ext uri="{FF2B5EF4-FFF2-40B4-BE49-F238E27FC236}">
                <a16:creationId xmlns:a16="http://schemas.microsoft.com/office/drawing/2014/main" id="{DDE6B55E-FAD9-1BD8-E407-D77534183A6B}"/>
              </a:ext>
            </a:extLst>
          </p:cNvPr>
          <p:cNvSpPr/>
          <p:nvPr/>
        </p:nvSpPr>
        <p:spPr bwMode="gray">
          <a:xfrm>
            <a:off x="531184" y="3481481"/>
            <a:ext cx="2131520" cy="180754"/>
          </a:xfrm>
          <a:prstGeom prst="rect">
            <a:avLst/>
          </a:prstGeom>
          <a:solidFill>
            <a:schemeClr val="accent3"/>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58" name="Rectangle 57">
            <a:extLst>
              <a:ext uri="{FF2B5EF4-FFF2-40B4-BE49-F238E27FC236}">
                <a16:creationId xmlns:a16="http://schemas.microsoft.com/office/drawing/2014/main" id="{D415634A-A6CE-240D-542B-DAF8C399CADF}"/>
              </a:ext>
            </a:extLst>
          </p:cNvPr>
          <p:cNvSpPr/>
          <p:nvPr/>
        </p:nvSpPr>
        <p:spPr bwMode="gray">
          <a:xfrm>
            <a:off x="531184" y="3678588"/>
            <a:ext cx="1961707" cy="180754"/>
          </a:xfrm>
          <a:prstGeom prst="rect">
            <a:avLst/>
          </a:prstGeom>
          <a:solidFill>
            <a:schemeClr val="accent3"/>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59" name="Rectangle 58">
            <a:extLst>
              <a:ext uri="{FF2B5EF4-FFF2-40B4-BE49-F238E27FC236}">
                <a16:creationId xmlns:a16="http://schemas.microsoft.com/office/drawing/2014/main" id="{4B537A48-5606-1AEE-5E76-14DE057ED0CF}"/>
              </a:ext>
            </a:extLst>
          </p:cNvPr>
          <p:cNvSpPr/>
          <p:nvPr/>
        </p:nvSpPr>
        <p:spPr bwMode="gray">
          <a:xfrm>
            <a:off x="531185" y="3875695"/>
            <a:ext cx="1498882" cy="180754"/>
          </a:xfrm>
          <a:prstGeom prst="rect">
            <a:avLst/>
          </a:prstGeom>
          <a:solidFill>
            <a:schemeClr val="accent3"/>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60" name="Rectangle 59">
            <a:extLst>
              <a:ext uri="{FF2B5EF4-FFF2-40B4-BE49-F238E27FC236}">
                <a16:creationId xmlns:a16="http://schemas.microsoft.com/office/drawing/2014/main" id="{65C10190-A582-4D89-8DDB-0341A5212B47}"/>
              </a:ext>
            </a:extLst>
          </p:cNvPr>
          <p:cNvSpPr/>
          <p:nvPr/>
        </p:nvSpPr>
        <p:spPr bwMode="gray">
          <a:xfrm>
            <a:off x="531184" y="4072802"/>
            <a:ext cx="2439778" cy="180754"/>
          </a:xfrm>
          <a:prstGeom prst="rect">
            <a:avLst/>
          </a:prstGeom>
          <a:solidFill>
            <a:schemeClr val="accent3"/>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61" name="Rectangle 60">
            <a:extLst>
              <a:ext uri="{FF2B5EF4-FFF2-40B4-BE49-F238E27FC236}">
                <a16:creationId xmlns:a16="http://schemas.microsoft.com/office/drawing/2014/main" id="{CE526709-90B4-434B-46F0-A9EB7E7962FE}"/>
              </a:ext>
            </a:extLst>
          </p:cNvPr>
          <p:cNvSpPr/>
          <p:nvPr/>
        </p:nvSpPr>
        <p:spPr bwMode="gray">
          <a:xfrm>
            <a:off x="531184" y="4269909"/>
            <a:ext cx="2298900" cy="180754"/>
          </a:xfrm>
          <a:prstGeom prst="rect">
            <a:avLst/>
          </a:prstGeom>
          <a:solidFill>
            <a:schemeClr val="accent3"/>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62" name="Rectangle 61">
            <a:extLst>
              <a:ext uri="{FF2B5EF4-FFF2-40B4-BE49-F238E27FC236}">
                <a16:creationId xmlns:a16="http://schemas.microsoft.com/office/drawing/2014/main" id="{336590FD-EA03-4792-308E-1180A9F9F180}"/>
              </a:ext>
            </a:extLst>
          </p:cNvPr>
          <p:cNvSpPr/>
          <p:nvPr/>
        </p:nvSpPr>
        <p:spPr bwMode="gray">
          <a:xfrm>
            <a:off x="531184" y="4467016"/>
            <a:ext cx="1338629" cy="180754"/>
          </a:xfrm>
          <a:prstGeom prst="rect">
            <a:avLst/>
          </a:prstGeom>
          <a:solidFill>
            <a:schemeClr val="accent3"/>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63" name="Rectangle 62">
            <a:extLst>
              <a:ext uri="{FF2B5EF4-FFF2-40B4-BE49-F238E27FC236}">
                <a16:creationId xmlns:a16="http://schemas.microsoft.com/office/drawing/2014/main" id="{6D2CD8F1-87A8-D51A-0C84-82DF74D835FE}"/>
              </a:ext>
            </a:extLst>
          </p:cNvPr>
          <p:cNvSpPr/>
          <p:nvPr/>
        </p:nvSpPr>
        <p:spPr bwMode="gray">
          <a:xfrm>
            <a:off x="531185" y="4659571"/>
            <a:ext cx="1056874" cy="180754"/>
          </a:xfrm>
          <a:prstGeom prst="rect">
            <a:avLst/>
          </a:prstGeom>
          <a:solidFill>
            <a:schemeClr val="accent3"/>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64" name="Rectangle 63">
            <a:extLst>
              <a:ext uri="{FF2B5EF4-FFF2-40B4-BE49-F238E27FC236}">
                <a16:creationId xmlns:a16="http://schemas.microsoft.com/office/drawing/2014/main" id="{D082944F-104E-6A81-7E3A-8C87D27144D4}"/>
              </a:ext>
            </a:extLst>
          </p:cNvPr>
          <p:cNvSpPr/>
          <p:nvPr/>
        </p:nvSpPr>
        <p:spPr bwMode="gray">
          <a:xfrm>
            <a:off x="2978796" y="3285140"/>
            <a:ext cx="840057" cy="180754"/>
          </a:xfrm>
          <a:prstGeom prst="rect">
            <a:avLst/>
          </a:prstGeom>
          <a:solidFill>
            <a:schemeClr val="accent5"/>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65" name="Rectangle 64">
            <a:extLst>
              <a:ext uri="{FF2B5EF4-FFF2-40B4-BE49-F238E27FC236}">
                <a16:creationId xmlns:a16="http://schemas.microsoft.com/office/drawing/2014/main" id="{922F5E1E-92AC-1E43-5620-9318C9482DE7}"/>
              </a:ext>
            </a:extLst>
          </p:cNvPr>
          <p:cNvSpPr/>
          <p:nvPr/>
        </p:nvSpPr>
        <p:spPr bwMode="gray">
          <a:xfrm>
            <a:off x="2978795" y="3482247"/>
            <a:ext cx="1180297" cy="180754"/>
          </a:xfrm>
          <a:prstGeom prst="rect">
            <a:avLst/>
          </a:prstGeom>
          <a:solidFill>
            <a:schemeClr val="accent5"/>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78" name="Rectangle 77">
            <a:extLst>
              <a:ext uri="{FF2B5EF4-FFF2-40B4-BE49-F238E27FC236}">
                <a16:creationId xmlns:a16="http://schemas.microsoft.com/office/drawing/2014/main" id="{D5C50777-7933-7CCF-FF04-9280478F9FC0}"/>
              </a:ext>
            </a:extLst>
          </p:cNvPr>
          <p:cNvSpPr/>
          <p:nvPr/>
        </p:nvSpPr>
        <p:spPr bwMode="gray">
          <a:xfrm>
            <a:off x="2978796" y="3679354"/>
            <a:ext cx="972964" cy="180754"/>
          </a:xfrm>
          <a:prstGeom prst="rect">
            <a:avLst/>
          </a:prstGeom>
          <a:solidFill>
            <a:schemeClr val="accent5"/>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133" name="Rectangle 132">
            <a:extLst>
              <a:ext uri="{FF2B5EF4-FFF2-40B4-BE49-F238E27FC236}">
                <a16:creationId xmlns:a16="http://schemas.microsoft.com/office/drawing/2014/main" id="{C39E866E-E9B4-41CE-1B67-D0477D565B75}"/>
              </a:ext>
            </a:extLst>
          </p:cNvPr>
          <p:cNvSpPr/>
          <p:nvPr/>
        </p:nvSpPr>
        <p:spPr bwMode="gray">
          <a:xfrm>
            <a:off x="2978796" y="3876461"/>
            <a:ext cx="755939" cy="180754"/>
          </a:xfrm>
          <a:prstGeom prst="rect">
            <a:avLst/>
          </a:prstGeom>
          <a:solidFill>
            <a:schemeClr val="accent5"/>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134" name="Rectangle 133">
            <a:extLst>
              <a:ext uri="{FF2B5EF4-FFF2-40B4-BE49-F238E27FC236}">
                <a16:creationId xmlns:a16="http://schemas.microsoft.com/office/drawing/2014/main" id="{C3D5FCD0-2D54-9C49-324D-90CC73A0B693}"/>
              </a:ext>
            </a:extLst>
          </p:cNvPr>
          <p:cNvSpPr/>
          <p:nvPr/>
        </p:nvSpPr>
        <p:spPr bwMode="gray">
          <a:xfrm>
            <a:off x="2978795" y="4073568"/>
            <a:ext cx="917140" cy="180754"/>
          </a:xfrm>
          <a:prstGeom prst="rect">
            <a:avLst/>
          </a:prstGeom>
          <a:solidFill>
            <a:schemeClr val="accent5"/>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135" name="Rectangle 134">
            <a:extLst>
              <a:ext uri="{FF2B5EF4-FFF2-40B4-BE49-F238E27FC236}">
                <a16:creationId xmlns:a16="http://schemas.microsoft.com/office/drawing/2014/main" id="{8EC671F7-887C-0AA2-238D-E24B9A3FA95C}"/>
              </a:ext>
            </a:extLst>
          </p:cNvPr>
          <p:cNvSpPr/>
          <p:nvPr/>
        </p:nvSpPr>
        <p:spPr bwMode="gray">
          <a:xfrm>
            <a:off x="2978795" y="4270675"/>
            <a:ext cx="1370411" cy="180754"/>
          </a:xfrm>
          <a:prstGeom prst="rect">
            <a:avLst/>
          </a:prstGeom>
          <a:solidFill>
            <a:schemeClr val="accent5"/>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136" name="Rectangle 135">
            <a:extLst>
              <a:ext uri="{FF2B5EF4-FFF2-40B4-BE49-F238E27FC236}">
                <a16:creationId xmlns:a16="http://schemas.microsoft.com/office/drawing/2014/main" id="{70D1E38B-06D7-9386-7375-FD198ED0377F}"/>
              </a:ext>
            </a:extLst>
          </p:cNvPr>
          <p:cNvSpPr/>
          <p:nvPr/>
        </p:nvSpPr>
        <p:spPr bwMode="gray">
          <a:xfrm>
            <a:off x="2978795" y="4467782"/>
            <a:ext cx="1229541" cy="180754"/>
          </a:xfrm>
          <a:prstGeom prst="rect">
            <a:avLst/>
          </a:prstGeom>
          <a:solidFill>
            <a:schemeClr val="accent5"/>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137" name="Rectangle 136">
            <a:extLst>
              <a:ext uri="{FF2B5EF4-FFF2-40B4-BE49-F238E27FC236}">
                <a16:creationId xmlns:a16="http://schemas.microsoft.com/office/drawing/2014/main" id="{DDA8AE36-C804-F180-0E78-A5886ECF1D74}"/>
              </a:ext>
            </a:extLst>
          </p:cNvPr>
          <p:cNvSpPr/>
          <p:nvPr/>
        </p:nvSpPr>
        <p:spPr bwMode="gray">
          <a:xfrm>
            <a:off x="2978796" y="4660337"/>
            <a:ext cx="1056874" cy="180754"/>
          </a:xfrm>
          <a:prstGeom prst="rect">
            <a:avLst/>
          </a:prstGeom>
          <a:solidFill>
            <a:schemeClr val="accent5"/>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138" name="Line Callout 1 137">
            <a:extLst>
              <a:ext uri="{FF2B5EF4-FFF2-40B4-BE49-F238E27FC236}">
                <a16:creationId xmlns:a16="http://schemas.microsoft.com/office/drawing/2014/main" id="{E5B1BD7E-E556-A00F-5397-B29DB818B805}"/>
              </a:ext>
            </a:extLst>
          </p:cNvPr>
          <p:cNvSpPr/>
          <p:nvPr/>
        </p:nvSpPr>
        <p:spPr bwMode="gray">
          <a:xfrm>
            <a:off x="3625305" y="2631917"/>
            <a:ext cx="1634392" cy="517171"/>
          </a:xfrm>
          <a:prstGeom prst="borderCallout1">
            <a:avLst/>
          </a:prstGeom>
          <a:solidFill>
            <a:srgbClr val="F4F9FA"/>
          </a:solidFill>
          <a:ln w="12700">
            <a:solidFill>
              <a:schemeClr val="accent5"/>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50" dirty="0">
                <a:solidFill>
                  <a:schemeClr val="accent5"/>
                </a:solidFill>
              </a:rPr>
              <a:t>Second batch starts only after all previous complete</a:t>
            </a:r>
          </a:p>
        </p:txBody>
      </p:sp>
      <p:sp>
        <p:nvSpPr>
          <p:cNvPr id="140" name="Rectangle 139">
            <a:extLst>
              <a:ext uri="{FF2B5EF4-FFF2-40B4-BE49-F238E27FC236}">
                <a16:creationId xmlns:a16="http://schemas.microsoft.com/office/drawing/2014/main" id="{4E7D3CFF-7A67-C09A-82B5-1D78E5EB6F7A}"/>
              </a:ext>
            </a:extLst>
          </p:cNvPr>
          <p:cNvSpPr/>
          <p:nvPr/>
        </p:nvSpPr>
        <p:spPr bwMode="gray">
          <a:xfrm>
            <a:off x="6429249" y="2718996"/>
            <a:ext cx="365760" cy="2404872"/>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vert270" wrap="square" lIns="91440" tIns="45720" rIns="91440" bIns="45720" numCol="1" spcCol="0" rtlCol="0" fromWordArt="0" anchor="ctr" anchorCtr="0" forceAA="0" compatLnSpc="1">
            <a:prstTxWarp prst="textNoShape">
              <a:avLst/>
            </a:prstTxWarp>
            <a:noAutofit/>
          </a:bodyPr>
          <a:lstStyle/>
          <a:p>
            <a:pPr algn="ctr"/>
            <a:r>
              <a:rPr lang="en-US" sz="1800" dirty="0">
                <a:solidFill>
                  <a:schemeClr val="accent2"/>
                </a:solidFill>
              </a:rPr>
              <a:t>vMotion tasks</a:t>
            </a:r>
          </a:p>
        </p:txBody>
      </p:sp>
      <p:cxnSp>
        <p:nvCxnSpPr>
          <p:cNvPr id="152" name="Straight Connector 151">
            <a:extLst>
              <a:ext uri="{FF2B5EF4-FFF2-40B4-BE49-F238E27FC236}">
                <a16:creationId xmlns:a16="http://schemas.microsoft.com/office/drawing/2014/main" id="{223F70AE-D82E-1048-B702-A444CBD35ECE}"/>
              </a:ext>
            </a:extLst>
          </p:cNvPr>
          <p:cNvCxnSpPr/>
          <p:nvPr/>
        </p:nvCxnSpPr>
        <p:spPr bwMode="gray">
          <a:xfrm>
            <a:off x="6827235" y="2485824"/>
            <a:ext cx="0" cy="3154680"/>
          </a:xfrm>
          <a:prstGeom prst="line">
            <a:avLst/>
          </a:prstGeom>
          <a:ln w="1270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8" name="Line Callout 1 177">
            <a:extLst>
              <a:ext uri="{FF2B5EF4-FFF2-40B4-BE49-F238E27FC236}">
                <a16:creationId xmlns:a16="http://schemas.microsoft.com/office/drawing/2014/main" id="{ADBA9779-B965-F4E3-AC02-9D7EB525FA8F}"/>
              </a:ext>
            </a:extLst>
          </p:cNvPr>
          <p:cNvSpPr/>
          <p:nvPr/>
        </p:nvSpPr>
        <p:spPr bwMode="gray">
          <a:xfrm>
            <a:off x="9246968" y="2675645"/>
            <a:ext cx="1634392" cy="517171"/>
          </a:xfrm>
          <a:prstGeom prst="borderCallout1">
            <a:avLst/>
          </a:prstGeom>
          <a:noFill/>
          <a:ln w="12700">
            <a:solidFill>
              <a:schemeClr val="accent5"/>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50" dirty="0">
                <a:solidFill>
                  <a:schemeClr val="accent5"/>
                </a:solidFill>
              </a:rPr>
              <a:t>Additional migrations begin when one completes</a:t>
            </a:r>
          </a:p>
        </p:txBody>
      </p:sp>
      <p:grpSp>
        <p:nvGrpSpPr>
          <p:cNvPr id="179" name="Group 178">
            <a:extLst>
              <a:ext uri="{FF2B5EF4-FFF2-40B4-BE49-F238E27FC236}">
                <a16:creationId xmlns:a16="http://schemas.microsoft.com/office/drawing/2014/main" id="{A1D1E170-4B73-5CA1-E66E-47BCDF7E91C6}"/>
              </a:ext>
            </a:extLst>
          </p:cNvPr>
          <p:cNvGrpSpPr/>
          <p:nvPr/>
        </p:nvGrpSpPr>
        <p:grpSpPr>
          <a:xfrm>
            <a:off x="6835037" y="3279850"/>
            <a:ext cx="3365687" cy="1559621"/>
            <a:chOff x="511656" y="3279849"/>
            <a:chExt cx="3365687" cy="1559621"/>
          </a:xfrm>
        </p:grpSpPr>
        <p:sp>
          <p:nvSpPr>
            <p:cNvPr id="180" name="Rectangle 179">
              <a:extLst>
                <a:ext uri="{FF2B5EF4-FFF2-40B4-BE49-F238E27FC236}">
                  <a16:creationId xmlns:a16="http://schemas.microsoft.com/office/drawing/2014/main" id="{33296B43-B66A-7A4B-6097-64DA11D5253B}"/>
                </a:ext>
              </a:extLst>
            </p:cNvPr>
            <p:cNvSpPr/>
            <p:nvPr/>
          </p:nvSpPr>
          <p:spPr bwMode="gray">
            <a:xfrm>
              <a:off x="511657" y="3279849"/>
              <a:ext cx="1793264" cy="180754"/>
            </a:xfrm>
            <a:prstGeom prst="rect">
              <a:avLst/>
            </a:prstGeom>
            <a:solidFill>
              <a:schemeClr val="accent3"/>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181" name="Rectangle 180">
              <a:extLst>
                <a:ext uri="{FF2B5EF4-FFF2-40B4-BE49-F238E27FC236}">
                  <a16:creationId xmlns:a16="http://schemas.microsoft.com/office/drawing/2014/main" id="{63650D8C-1300-F18D-79A2-D1868897B6D8}"/>
                </a:ext>
              </a:extLst>
            </p:cNvPr>
            <p:cNvSpPr/>
            <p:nvPr/>
          </p:nvSpPr>
          <p:spPr bwMode="gray">
            <a:xfrm>
              <a:off x="511656" y="3476956"/>
              <a:ext cx="2131520" cy="180754"/>
            </a:xfrm>
            <a:prstGeom prst="rect">
              <a:avLst/>
            </a:prstGeom>
            <a:solidFill>
              <a:schemeClr val="accent3"/>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182" name="Rectangle 181">
              <a:extLst>
                <a:ext uri="{FF2B5EF4-FFF2-40B4-BE49-F238E27FC236}">
                  <a16:creationId xmlns:a16="http://schemas.microsoft.com/office/drawing/2014/main" id="{FF42E371-5210-B258-3A5A-604F97C0BCD6}"/>
                </a:ext>
              </a:extLst>
            </p:cNvPr>
            <p:cNvSpPr/>
            <p:nvPr/>
          </p:nvSpPr>
          <p:spPr bwMode="gray">
            <a:xfrm>
              <a:off x="511656" y="3674063"/>
              <a:ext cx="1961707" cy="180754"/>
            </a:xfrm>
            <a:prstGeom prst="rect">
              <a:avLst/>
            </a:prstGeom>
            <a:solidFill>
              <a:schemeClr val="accent3"/>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183" name="Rectangle 182">
              <a:extLst>
                <a:ext uri="{FF2B5EF4-FFF2-40B4-BE49-F238E27FC236}">
                  <a16:creationId xmlns:a16="http://schemas.microsoft.com/office/drawing/2014/main" id="{56EBFBF5-C4B8-B044-ADCE-262D25AB66DA}"/>
                </a:ext>
              </a:extLst>
            </p:cNvPr>
            <p:cNvSpPr/>
            <p:nvPr/>
          </p:nvSpPr>
          <p:spPr bwMode="gray">
            <a:xfrm>
              <a:off x="511657" y="3871170"/>
              <a:ext cx="1498882" cy="180754"/>
            </a:xfrm>
            <a:prstGeom prst="rect">
              <a:avLst/>
            </a:prstGeom>
            <a:solidFill>
              <a:schemeClr val="accent3"/>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184" name="Rectangle 183">
              <a:extLst>
                <a:ext uri="{FF2B5EF4-FFF2-40B4-BE49-F238E27FC236}">
                  <a16:creationId xmlns:a16="http://schemas.microsoft.com/office/drawing/2014/main" id="{159F82D3-3FE5-1F69-EA27-1EFA1EBAA7E4}"/>
                </a:ext>
              </a:extLst>
            </p:cNvPr>
            <p:cNvSpPr/>
            <p:nvPr/>
          </p:nvSpPr>
          <p:spPr bwMode="gray">
            <a:xfrm>
              <a:off x="511656" y="4068277"/>
              <a:ext cx="2439778" cy="180754"/>
            </a:xfrm>
            <a:prstGeom prst="rect">
              <a:avLst/>
            </a:prstGeom>
            <a:solidFill>
              <a:schemeClr val="accent3"/>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185" name="Rectangle 184">
              <a:extLst>
                <a:ext uri="{FF2B5EF4-FFF2-40B4-BE49-F238E27FC236}">
                  <a16:creationId xmlns:a16="http://schemas.microsoft.com/office/drawing/2014/main" id="{AE85A2B7-CA06-2E3B-3413-BAD1E380D4E4}"/>
                </a:ext>
              </a:extLst>
            </p:cNvPr>
            <p:cNvSpPr/>
            <p:nvPr/>
          </p:nvSpPr>
          <p:spPr bwMode="gray">
            <a:xfrm>
              <a:off x="511656" y="4265384"/>
              <a:ext cx="2298900" cy="180754"/>
            </a:xfrm>
            <a:prstGeom prst="rect">
              <a:avLst/>
            </a:prstGeom>
            <a:solidFill>
              <a:schemeClr val="accent3"/>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186" name="Rectangle 185">
              <a:extLst>
                <a:ext uri="{FF2B5EF4-FFF2-40B4-BE49-F238E27FC236}">
                  <a16:creationId xmlns:a16="http://schemas.microsoft.com/office/drawing/2014/main" id="{CEF5A6B7-590B-D95B-9A35-F65E3A7C8004}"/>
                </a:ext>
              </a:extLst>
            </p:cNvPr>
            <p:cNvSpPr/>
            <p:nvPr/>
          </p:nvSpPr>
          <p:spPr bwMode="gray">
            <a:xfrm>
              <a:off x="511656" y="4462491"/>
              <a:ext cx="1338629" cy="180754"/>
            </a:xfrm>
            <a:prstGeom prst="rect">
              <a:avLst/>
            </a:prstGeom>
            <a:solidFill>
              <a:schemeClr val="accent3"/>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187" name="Rectangle 186">
              <a:extLst>
                <a:ext uri="{FF2B5EF4-FFF2-40B4-BE49-F238E27FC236}">
                  <a16:creationId xmlns:a16="http://schemas.microsoft.com/office/drawing/2014/main" id="{EBFEF5A5-C319-0732-7CAC-9AF4354EBAB3}"/>
                </a:ext>
              </a:extLst>
            </p:cNvPr>
            <p:cNvSpPr/>
            <p:nvPr/>
          </p:nvSpPr>
          <p:spPr bwMode="gray">
            <a:xfrm>
              <a:off x="511657" y="4655046"/>
              <a:ext cx="1056874" cy="180754"/>
            </a:xfrm>
            <a:prstGeom prst="rect">
              <a:avLst/>
            </a:prstGeom>
            <a:solidFill>
              <a:schemeClr val="accent3"/>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188" name="Rectangle 187">
              <a:extLst>
                <a:ext uri="{FF2B5EF4-FFF2-40B4-BE49-F238E27FC236}">
                  <a16:creationId xmlns:a16="http://schemas.microsoft.com/office/drawing/2014/main" id="{84FBB668-6989-4F99-3D10-61CA29A0326B}"/>
                </a:ext>
              </a:extLst>
            </p:cNvPr>
            <p:cNvSpPr/>
            <p:nvPr/>
          </p:nvSpPr>
          <p:spPr bwMode="gray">
            <a:xfrm>
              <a:off x="1576197" y="4656380"/>
              <a:ext cx="840057" cy="180754"/>
            </a:xfrm>
            <a:prstGeom prst="rect">
              <a:avLst/>
            </a:prstGeom>
            <a:solidFill>
              <a:schemeClr val="accent5"/>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189" name="Rectangle 188">
              <a:extLst>
                <a:ext uri="{FF2B5EF4-FFF2-40B4-BE49-F238E27FC236}">
                  <a16:creationId xmlns:a16="http://schemas.microsoft.com/office/drawing/2014/main" id="{88D33167-541B-4A81-5FC1-D11E6DA94E1A}"/>
                </a:ext>
              </a:extLst>
            </p:cNvPr>
            <p:cNvSpPr/>
            <p:nvPr/>
          </p:nvSpPr>
          <p:spPr bwMode="gray">
            <a:xfrm>
              <a:off x="1858086" y="4463345"/>
              <a:ext cx="1180297" cy="180754"/>
            </a:xfrm>
            <a:prstGeom prst="rect">
              <a:avLst/>
            </a:prstGeom>
            <a:solidFill>
              <a:schemeClr val="accent5"/>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190" name="Rectangle 189">
              <a:extLst>
                <a:ext uri="{FF2B5EF4-FFF2-40B4-BE49-F238E27FC236}">
                  <a16:creationId xmlns:a16="http://schemas.microsoft.com/office/drawing/2014/main" id="{B1A9FC35-B488-4E8A-A349-722CBD579837}"/>
                </a:ext>
              </a:extLst>
            </p:cNvPr>
            <p:cNvSpPr/>
            <p:nvPr/>
          </p:nvSpPr>
          <p:spPr bwMode="gray">
            <a:xfrm>
              <a:off x="2015932" y="3870674"/>
              <a:ext cx="972964" cy="180754"/>
            </a:xfrm>
            <a:prstGeom prst="rect">
              <a:avLst/>
            </a:prstGeom>
            <a:solidFill>
              <a:schemeClr val="accent5"/>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191" name="Rectangle 190">
              <a:extLst>
                <a:ext uri="{FF2B5EF4-FFF2-40B4-BE49-F238E27FC236}">
                  <a16:creationId xmlns:a16="http://schemas.microsoft.com/office/drawing/2014/main" id="{283F2B2D-E199-DF5E-4E35-FA5DB50FD3D5}"/>
                </a:ext>
              </a:extLst>
            </p:cNvPr>
            <p:cNvSpPr/>
            <p:nvPr/>
          </p:nvSpPr>
          <p:spPr bwMode="gray">
            <a:xfrm>
              <a:off x="2310364" y="3284286"/>
              <a:ext cx="755939" cy="180754"/>
            </a:xfrm>
            <a:prstGeom prst="rect">
              <a:avLst/>
            </a:prstGeom>
            <a:solidFill>
              <a:schemeClr val="accent5"/>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192" name="Rectangle 191">
              <a:extLst>
                <a:ext uri="{FF2B5EF4-FFF2-40B4-BE49-F238E27FC236}">
                  <a16:creationId xmlns:a16="http://schemas.microsoft.com/office/drawing/2014/main" id="{B518FC62-C9D8-5CE0-1919-C9ECA4B525B5}"/>
                </a:ext>
              </a:extLst>
            </p:cNvPr>
            <p:cNvSpPr/>
            <p:nvPr/>
          </p:nvSpPr>
          <p:spPr bwMode="gray">
            <a:xfrm>
              <a:off x="2423920" y="4658716"/>
              <a:ext cx="917140" cy="180754"/>
            </a:xfrm>
            <a:prstGeom prst="rect">
              <a:avLst/>
            </a:prstGeom>
            <a:solidFill>
              <a:schemeClr val="accent5"/>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193" name="Rectangle 192">
              <a:extLst>
                <a:ext uri="{FF2B5EF4-FFF2-40B4-BE49-F238E27FC236}">
                  <a16:creationId xmlns:a16="http://schemas.microsoft.com/office/drawing/2014/main" id="{E4C4AF36-FF51-3891-E725-36B3B935A3AA}"/>
                </a:ext>
              </a:extLst>
            </p:cNvPr>
            <p:cNvSpPr/>
            <p:nvPr/>
          </p:nvSpPr>
          <p:spPr bwMode="gray">
            <a:xfrm>
              <a:off x="2479009" y="3674003"/>
              <a:ext cx="1370411" cy="180754"/>
            </a:xfrm>
            <a:prstGeom prst="rect">
              <a:avLst/>
            </a:prstGeom>
            <a:solidFill>
              <a:schemeClr val="accent5"/>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194" name="Rectangle 193">
              <a:extLst>
                <a:ext uri="{FF2B5EF4-FFF2-40B4-BE49-F238E27FC236}">
                  <a16:creationId xmlns:a16="http://schemas.microsoft.com/office/drawing/2014/main" id="{442D2C90-0B1E-4CB9-EA0E-D8447EC23A62}"/>
                </a:ext>
              </a:extLst>
            </p:cNvPr>
            <p:cNvSpPr/>
            <p:nvPr/>
          </p:nvSpPr>
          <p:spPr bwMode="gray">
            <a:xfrm>
              <a:off x="2647802" y="3476144"/>
              <a:ext cx="1229541" cy="180754"/>
            </a:xfrm>
            <a:prstGeom prst="rect">
              <a:avLst/>
            </a:prstGeom>
            <a:solidFill>
              <a:schemeClr val="accent5"/>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195" name="Rectangle 194">
              <a:extLst>
                <a:ext uri="{FF2B5EF4-FFF2-40B4-BE49-F238E27FC236}">
                  <a16:creationId xmlns:a16="http://schemas.microsoft.com/office/drawing/2014/main" id="{B5D6CDF0-9522-339E-D4A1-A1C70EE006F8}"/>
                </a:ext>
              </a:extLst>
            </p:cNvPr>
            <p:cNvSpPr/>
            <p:nvPr/>
          </p:nvSpPr>
          <p:spPr bwMode="gray">
            <a:xfrm>
              <a:off x="2817294" y="4263499"/>
              <a:ext cx="1056874" cy="180754"/>
            </a:xfrm>
            <a:prstGeom prst="rect">
              <a:avLst/>
            </a:prstGeom>
            <a:solidFill>
              <a:schemeClr val="accent5"/>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grpSp>
    </p:spTree>
    <p:extLst>
      <p:ext uri="{BB962C8B-B14F-4D97-AF65-F5344CB8AC3E}">
        <p14:creationId xmlns:p14="http://schemas.microsoft.com/office/powerpoint/2010/main" val="4234360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ipe(left)">
                                      <p:cBhvr>
                                        <p:cTn id="7" dur="4000"/>
                                        <p:tgtEl>
                                          <p:spTgt spid="5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7"/>
                                        </p:tgtEl>
                                        <p:attrNameLst>
                                          <p:attrName>style.visibility</p:attrName>
                                        </p:attrNameLst>
                                      </p:cBhvr>
                                      <p:to>
                                        <p:strVal val="visible"/>
                                      </p:to>
                                    </p:set>
                                    <p:animEffect transition="in" filter="wipe(left)">
                                      <p:cBhvr>
                                        <p:cTn id="10" dur="4500"/>
                                        <p:tgtEl>
                                          <p:spTgt spid="57"/>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8"/>
                                        </p:tgtEl>
                                        <p:attrNameLst>
                                          <p:attrName>style.visibility</p:attrName>
                                        </p:attrNameLst>
                                      </p:cBhvr>
                                      <p:to>
                                        <p:strVal val="visible"/>
                                      </p:to>
                                    </p:set>
                                    <p:animEffect transition="in" filter="wipe(left)">
                                      <p:cBhvr>
                                        <p:cTn id="13" dur="4250"/>
                                        <p:tgtEl>
                                          <p:spTgt spid="58"/>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59"/>
                                        </p:tgtEl>
                                        <p:attrNameLst>
                                          <p:attrName>style.visibility</p:attrName>
                                        </p:attrNameLst>
                                      </p:cBhvr>
                                      <p:to>
                                        <p:strVal val="visible"/>
                                      </p:to>
                                    </p:set>
                                    <p:animEffect transition="in" filter="wipe(left)">
                                      <p:cBhvr>
                                        <p:cTn id="16" dur="3750"/>
                                        <p:tgtEl>
                                          <p:spTgt spid="59"/>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60"/>
                                        </p:tgtEl>
                                        <p:attrNameLst>
                                          <p:attrName>style.visibility</p:attrName>
                                        </p:attrNameLst>
                                      </p:cBhvr>
                                      <p:to>
                                        <p:strVal val="visible"/>
                                      </p:to>
                                    </p:set>
                                    <p:animEffect transition="in" filter="wipe(left)">
                                      <p:cBhvr>
                                        <p:cTn id="19" dur="5000"/>
                                        <p:tgtEl>
                                          <p:spTgt spid="60"/>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61"/>
                                        </p:tgtEl>
                                        <p:attrNameLst>
                                          <p:attrName>style.visibility</p:attrName>
                                        </p:attrNameLst>
                                      </p:cBhvr>
                                      <p:to>
                                        <p:strVal val="visible"/>
                                      </p:to>
                                    </p:set>
                                    <p:animEffect transition="in" filter="wipe(left)">
                                      <p:cBhvr>
                                        <p:cTn id="22" dur="4750"/>
                                        <p:tgtEl>
                                          <p:spTgt spid="6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62"/>
                                        </p:tgtEl>
                                        <p:attrNameLst>
                                          <p:attrName>style.visibility</p:attrName>
                                        </p:attrNameLst>
                                      </p:cBhvr>
                                      <p:to>
                                        <p:strVal val="visible"/>
                                      </p:to>
                                    </p:set>
                                    <p:animEffect transition="in" filter="wipe(left)">
                                      <p:cBhvr>
                                        <p:cTn id="25" dur="3500"/>
                                        <p:tgtEl>
                                          <p:spTgt spid="62"/>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63"/>
                                        </p:tgtEl>
                                        <p:attrNameLst>
                                          <p:attrName>style.visibility</p:attrName>
                                        </p:attrNameLst>
                                      </p:cBhvr>
                                      <p:to>
                                        <p:strVal val="visible"/>
                                      </p:to>
                                    </p:set>
                                    <p:animEffect transition="in" filter="wipe(left)">
                                      <p:cBhvr>
                                        <p:cTn id="28" dur="3250"/>
                                        <p:tgtEl>
                                          <p:spTgt spid="63"/>
                                        </p:tgtEl>
                                      </p:cBhvr>
                                    </p:animEffect>
                                  </p:childTnLst>
                                </p:cTn>
                              </p:par>
                            </p:childTnLst>
                          </p:cTn>
                        </p:par>
                        <p:par>
                          <p:cTn id="29" fill="hold">
                            <p:stCondLst>
                              <p:cond delay="5000"/>
                            </p:stCondLst>
                            <p:childTnLst>
                              <p:par>
                                <p:cTn id="30" presetID="22" presetClass="entr" presetSubtype="8" fill="hold" grpId="0" nodeType="afterEffect">
                                  <p:stCondLst>
                                    <p:cond delay="0"/>
                                  </p:stCondLst>
                                  <p:childTnLst>
                                    <p:set>
                                      <p:cBhvr>
                                        <p:cTn id="31" dur="1" fill="hold">
                                          <p:stCondLst>
                                            <p:cond delay="0"/>
                                          </p:stCondLst>
                                        </p:cTn>
                                        <p:tgtEl>
                                          <p:spTgt spid="64"/>
                                        </p:tgtEl>
                                        <p:attrNameLst>
                                          <p:attrName>style.visibility</p:attrName>
                                        </p:attrNameLst>
                                      </p:cBhvr>
                                      <p:to>
                                        <p:strVal val="visible"/>
                                      </p:to>
                                    </p:set>
                                    <p:animEffect transition="in" filter="wipe(left)">
                                      <p:cBhvr>
                                        <p:cTn id="32" dur="3000"/>
                                        <p:tgtEl>
                                          <p:spTgt spid="64"/>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65"/>
                                        </p:tgtEl>
                                        <p:attrNameLst>
                                          <p:attrName>style.visibility</p:attrName>
                                        </p:attrNameLst>
                                      </p:cBhvr>
                                      <p:to>
                                        <p:strVal val="visible"/>
                                      </p:to>
                                    </p:set>
                                    <p:animEffect transition="in" filter="wipe(left)">
                                      <p:cBhvr>
                                        <p:cTn id="35" dur="3000"/>
                                        <p:tgtEl>
                                          <p:spTgt spid="65"/>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78"/>
                                        </p:tgtEl>
                                        <p:attrNameLst>
                                          <p:attrName>style.visibility</p:attrName>
                                        </p:attrNameLst>
                                      </p:cBhvr>
                                      <p:to>
                                        <p:strVal val="visible"/>
                                      </p:to>
                                    </p:set>
                                    <p:animEffect transition="in" filter="wipe(left)">
                                      <p:cBhvr>
                                        <p:cTn id="38" dur="3000"/>
                                        <p:tgtEl>
                                          <p:spTgt spid="78"/>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133"/>
                                        </p:tgtEl>
                                        <p:attrNameLst>
                                          <p:attrName>style.visibility</p:attrName>
                                        </p:attrNameLst>
                                      </p:cBhvr>
                                      <p:to>
                                        <p:strVal val="visible"/>
                                      </p:to>
                                    </p:set>
                                    <p:animEffect transition="in" filter="wipe(left)">
                                      <p:cBhvr>
                                        <p:cTn id="41" dur="3000"/>
                                        <p:tgtEl>
                                          <p:spTgt spid="133"/>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34"/>
                                        </p:tgtEl>
                                        <p:attrNameLst>
                                          <p:attrName>style.visibility</p:attrName>
                                        </p:attrNameLst>
                                      </p:cBhvr>
                                      <p:to>
                                        <p:strVal val="visible"/>
                                      </p:to>
                                    </p:set>
                                    <p:animEffect transition="in" filter="wipe(left)">
                                      <p:cBhvr>
                                        <p:cTn id="44" dur="3000"/>
                                        <p:tgtEl>
                                          <p:spTgt spid="134"/>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35"/>
                                        </p:tgtEl>
                                        <p:attrNameLst>
                                          <p:attrName>style.visibility</p:attrName>
                                        </p:attrNameLst>
                                      </p:cBhvr>
                                      <p:to>
                                        <p:strVal val="visible"/>
                                      </p:to>
                                    </p:set>
                                    <p:animEffect transition="in" filter="wipe(left)">
                                      <p:cBhvr>
                                        <p:cTn id="47" dur="3000"/>
                                        <p:tgtEl>
                                          <p:spTgt spid="135"/>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36"/>
                                        </p:tgtEl>
                                        <p:attrNameLst>
                                          <p:attrName>style.visibility</p:attrName>
                                        </p:attrNameLst>
                                      </p:cBhvr>
                                      <p:to>
                                        <p:strVal val="visible"/>
                                      </p:to>
                                    </p:set>
                                    <p:animEffect transition="in" filter="wipe(left)">
                                      <p:cBhvr>
                                        <p:cTn id="50" dur="3000"/>
                                        <p:tgtEl>
                                          <p:spTgt spid="136"/>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37"/>
                                        </p:tgtEl>
                                        <p:attrNameLst>
                                          <p:attrName>style.visibility</p:attrName>
                                        </p:attrNameLst>
                                      </p:cBhvr>
                                      <p:to>
                                        <p:strVal val="visible"/>
                                      </p:to>
                                    </p:set>
                                    <p:animEffect transition="in" filter="wipe(left)">
                                      <p:cBhvr>
                                        <p:cTn id="53" dur="3000"/>
                                        <p:tgtEl>
                                          <p:spTgt spid="137"/>
                                        </p:tgtEl>
                                      </p:cBhvr>
                                    </p:animEffect>
                                  </p:childTnLst>
                                </p:cTn>
                              </p:par>
                            </p:childTnLst>
                          </p:cTn>
                        </p:par>
                        <p:par>
                          <p:cTn id="54" fill="hold">
                            <p:stCondLst>
                              <p:cond delay="8000"/>
                            </p:stCondLst>
                            <p:childTnLst>
                              <p:par>
                                <p:cTn id="55" presetID="22" presetClass="entr" presetSubtype="4" fill="hold" grpId="0" nodeType="afterEffect">
                                  <p:stCondLst>
                                    <p:cond delay="0"/>
                                  </p:stCondLst>
                                  <p:childTnLst>
                                    <p:set>
                                      <p:cBhvr>
                                        <p:cTn id="56" dur="1" fill="hold">
                                          <p:stCondLst>
                                            <p:cond delay="0"/>
                                          </p:stCondLst>
                                        </p:cTn>
                                        <p:tgtEl>
                                          <p:spTgt spid="138"/>
                                        </p:tgtEl>
                                        <p:attrNameLst>
                                          <p:attrName>style.visibility</p:attrName>
                                        </p:attrNameLst>
                                      </p:cBhvr>
                                      <p:to>
                                        <p:strVal val="visible"/>
                                      </p:to>
                                    </p:set>
                                    <p:animEffect transition="in" filter="wipe(down)">
                                      <p:cBhvr>
                                        <p:cTn id="57" dur="500"/>
                                        <p:tgtEl>
                                          <p:spTgt spid="13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79"/>
                                        </p:tgtEl>
                                        <p:attrNameLst>
                                          <p:attrName>style.visibility</p:attrName>
                                        </p:attrNameLst>
                                      </p:cBhvr>
                                      <p:to>
                                        <p:strVal val="visible"/>
                                      </p:to>
                                    </p:set>
                                    <p:animEffect transition="in" filter="wipe(left)">
                                      <p:cBhvr>
                                        <p:cTn id="62" dur="5000"/>
                                        <p:tgtEl>
                                          <p:spTgt spid="179"/>
                                        </p:tgtEl>
                                      </p:cBhvr>
                                    </p:animEffect>
                                  </p:childTnLst>
                                </p:cTn>
                              </p:par>
                            </p:childTnLst>
                          </p:cTn>
                        </p:par>
                        <p:par>
                          <p:cTn id="63" fill="hold">
                            <p:stCondLst>
                              <p:cond delay="5000"/>
                            </p:stCondLst>
                            <p:childTnLst>
                              <p:par>
                                <p:cTn id="64" presetID="22" presetClass="entr" presetSubtype="4" fill="hold" grpId="0" nodeType="afterEffect">
                                  <p:stCondLst>
                                    <p:cond delay="0"/>
                                  </p:stCondLst>
                                  <p:childTnLst>
                                    <p:set>
                                      <p:cBhvr>
                                        <p:cTn id="65" dur="1" fill="hold">
                                          <p:stCondLst>
                                            <p:cond delay="0"/>
                                          </p:stCondLst>
                                        </p:cTn>
                                        <p:tgtEl>
                                          <p:spTgt spid="178"/>
                                        </p:tgtEl>
                                        <p:attrNameLst>
                                          <p:attrName>style.visibility</p:attrName>
                                        </p:attrNameLst>
                                      </p:cBhvr>
                                      <p:to>
                                        <p:strVal val="visible"/>
                                      </p:to>
                                    </p:set>
                                    <p:animEffect transition="in" filter="wipe(down)">
                                      <p:cBhvr>
                                        <p:cTn id="66" dur="500"/>
                                        <p:tgtEl>
                                          <p:spTgt spid="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78" grpId="0" animBg="1"/>
      <p:bldP spid="133" grpId="0" animBg="1"/>
      <p:bldP spid="134" grpId="0" animBg="1"/>
      <p:bldP spid="135" grpId="0" animBg="1"/>
      <p:bldP spid="136" grpId="0" animBg="1"/>
      <p:bldP spid="137" grpId="0" animBg="1"/>
      <p:bldP spid="138" grpId="0" animBg="1"/>
      <p:bldP spid="17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8D089-09B8-E59C-EBE0-01E48B35D75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DCF4013-9A4B-AA1C-A304-ADD859EA9030}"/>
              </a:ext>
            </a:extLst>
          </p:cNvPr>
          <p:cNvSpPr>
            <a:spLocks noGrp="1"/>
          </p:cNvSpPr>
          <p:nvPr>
            <p:ph type="title"/>
          </p:nvPr>
        </p:nvSpPr>
        <p:spPr/>
        <p:txBody>
          <a:bodyPr/>
          <a:lstStyle/>
          <a:p>
            <a:r>
              <a:rPr lang="en-US" dirty="0"/>
              <a:t>Workload Acceleration</a:t>
            </a:r>
          </a:p>
        </p:txBody>
      </p:sp>
      <p:sp>
        <p:nvSpPr>
          <p:cNvPr id="5" name="Subtitle 4">
            <a:extLst>
              <a:ext uri="{FF2B5EF4-FFF2-40B4-BE49-F238E27FC236}">
                <a16:creationId xmlns:a16="http://schemas.microsoft.com/office/drawing/2014/main" id="{596F5242-9F1E-2982-C570-6FB420B67357}"/>
              </a:ext>
            </a:extLst>
          </p:cNvPr>
          <p:cNvSpPr>
            <a:spLocks noGrp="1"/>
          </p:cNvSpPr>
          <p:nvPr>
            <p:ph type="subTitle" idx="10"/>
          </p:nvPr>
        </p:nvSpPr>
        <p:spPr/>
        <p:txBody>
          <a:bodyPr/>
          <a:lstStyle/>
          <a:p>
            <a:r>
              <a:rPr lang="en-US" dirty="0"/>
              <a:t>VMware vSphere in VCF 9.1</a:t>
            </a:r>
          </a:p>
        </p:txBody>
      </p:sp>
    </p:spTree>
    <p:extLst>
      <p:ext uri="{BB962C8B-B14F-4D97-AF65-F5344CB8AC3E}">
        <p14:creationId xmlns:p14="http://schemas.microsoft.com/office/powerpoint/2010/main" val="67048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E9CFD-3A18-A517-C9A2-3CCC1F3636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9BD304-C9BE-4527-F8B9-3434171F45D0}"/>
              </a:ext>
            </a:extLst>
          </p:cNvPr>
          <p:cNvSpPr>
            <a:spLocks noGrp="1"/>
          </p:cNvSpPr>
          <p:nvPr>
            <p:ph type="title"/>
          </p:nvPr>
        </p:nvSpPr>
        <p:spPr/>
        <p:txBody>
          <a:bodyPr/>
          <a:lstStyle/>
          <a:p>
            <a:r>
              <a:rPr lang="en-US" dirty="0"/>
              <a:t>Maximizing Memory Efficiency and ROI</a:t>
            </a:r>
          </a:p>
        </p:txBody>
      </p:sp>
      <p:sp>
        <p:nvSpPr>
          <p:cNvPr id="3" name="Subtitle 2">
            <a:extLst>
              <a:ext uri="{FF2B5EF4-FFF2-40B4-BE49-F238E27FC236}">
                <a16:creationId xmlns:a16="http://schemas.microsoft.com/office/drawing/2014/main" id="{2CF1E61A-4C5D-DE96-9D81-7019570E487F}"/>
              </a:ext>
            </a:extLst>
          </p:cNvPr>
          <p:cNvSpPr>
            <a:spLocks noGrp="1"/>
          </p:cNvSpPr>
          <p:nvPr>
            <p:ph type="subTitle" idx="10"/>
          </p:nvPr>
        </p:nvSpPr>
        <p:spPr/>
        <p:txBody>
          <a:bodyPr/>
          <a:lstStyle/>
          <a:p>
            <a:r>
              <a:rPr lang="en-US" dirty="0"/>
              <a:t>Enhanced Memory Tiering</a:t>
            </a:r>
          </a:p>
        </p:txBody>
      </p:sp>
      <p:sp>
        <p:nvSpPr>
          <p:cNvPr id="5" name="Text Placeholder 4">
            <a:extLst>
              <a:ext uri="{FF2B5EF4-FFF2-40B4-BE49-F238E27FC236}">
                <a16:creationId xmlns:a16="http://schemas.microsoft.com/office/drawing/2014/main" id="{6B693F1D-CE1C-3BD4-5530-60765054D63F}"/>
              </a:ext>
            </a:extLst>
          </p:cNvPr>
          <p:cNvSpPr>
            <a:spLocks noGrp="1"/>
          </p:cNvSpPr>
          <p:nvPr>
            <p:ph type="body" sz="quarter" idx="19"/>
          </p:nvPr>
        </p:nvSpPr>
        <p:spPr/>
        <p:txBody>
          <a:bodyPr/>
          <a:lstStyle/>
          <a:p>
            <a:pPr marL="114300" indent="0">
              <a:buNone/>
            </a:pPr>
            <a:r>
              <a:rPr lang="en-US" dirty="0"/>
              <a:t>Enhanced Observability</a:t>
            </a:r>
          </a:p>
        </p:txBody>
      </p:sp>
      <p:sp>
        <p:nvSpPr>
          <p:cNvPr id="9" name="Text Placeholder 8">
            <a:extLst>
              <a:ext uri="{FF2B5EF4-FFF2-40B4-BE49-F238E27FC236}">
                <a16:creationId xmlns:a16="http://schemas.microsoft.com/office/drawing/2014/main" id="{262F053A-8321-8295-CF89-CD4054F1F62E}"/>
              </a:ext>
            </a:extLst>
          </p:cNvPr>
          <p:cNvSpPr>
            <a:spLocks noGrp="1"/>
          </p:cNvSpPr>
          <p:nvPr>
            <p:ph type="body" sz="quarter" idx="21"/>
          </p:nvPr>
        </p:nvSpPr>
        <p:spPr/>
        <p:txBody>
          <a:bodyPr/>
          <a:lstStyle/>
          <a:p>
            <a:pPr marL="114300" indent="0">
              <a:buNone/>
            </a:pPr>
            <a:r>
              <a:rPr lang="en-US" dirty="0"/>
              <a:t>Redundancy Choice</a:t>
            </a:r>
          </a:p>
        </p:txBody>
      </p:sp>
      <p:sp>
        <p:nvSpPr>
          <p:cNvPr id="7" name="Text Placeholder 6">
            <a:extLst>
              <a:ext uri="{FF2B5EF4-FFF2-40B4-BE49-F238E27FC236}">
                <a16:creationId xmlns:a16="http://schemas.microsoft.com/office/drawing/2014/main" id="{52B95C37-4CE9-0880-0DEA-C66F69A182B8}"/>
              </a:ext>
            </a:extLst>
          </p:cNvPr>
          <p:cNvSpPr>
            <a:spLocks noGrp="1"/>
          </p:cNvSpPr>
          <p:nvPr>
            <p:ph type="body" sz="quarter" idx="20"/>
          </p:nvPr>
        </p:nvSpPr>
        <p:spPr/>
        <p:txBody>
          <a:bodyPr/>
          <a:lstStyle/>
          <a:p>
            <a:pPr marL="114300">
              <a:buNone/>
            </a:pPr>
            <a:r>
              <a:rPr lang="en-US" dirty="0"/>
              <a:t>Improved Configuration Workflow</a:t>
            </a:r>
          </a:p>
        </p:txBody>
      </p:sp>
      <p:sp>
        <p:nvSpPr>
          <p:cNvPr id="11" name="Text Placeholder 10">
            <a:extLst>
              <a:ext uri="{FF2B5EF4-FFF2-40B4-BE49-F238E27FC236}">
                <a16:creationId xmlns:a16="http://schemas.microsoft.com/office/drawing/2014/main" id="{8954DC0A-1303-19BA-E1E3-97C100AA77ED}"/>
              </a:ext>
            </a:extLst>
          </p:cNvPr>
          <p:cNvSpPr>
            <a:spLocks noGrp="1"/>
          </p:cNvSpPr>
          <p:nvPr>
            <p:ph type="body" sz="quarter" idx="22"/>
          </p:nvPr>
        </p:nvSpPr>
        <p:spPr/>
        <p:txBody>
          <a:bodyPr/>
          <a:lstStyle/>
          <a:p>
            <a:pPr marL="114300" indent="0">
              <a:buNone/>
            </a:pPr>
            <a:r>
              <a:rPr lang="en-US" dirty="0"/>
              <a:t>Expanded VM Interoperability</a:t>
            </a:r>
          </a:p>
        </p:txBody>
      </p:sp>
      <p:sp>
        <p:nvSpPr>
          <p:cNvPr id="4" name="Text Placeholder 3">
            <a:extLst>
              <a:ext uri="{FF2B5EF4-FFF2-40B4-BE49-F238E27FC236}">
                <a16:creationId xmlns:a16="http://schemas.microsoft.com/office/drawing/2014/main" id="{CD290C48-4521-B2CE-BA3A-4809BB67EF40}"/>
              </a:ext>
            </a:extLst>
          </p:cNvPr>
          <p:cNvSpPr>
            <a:spLocks noGrp="1"/>
          </p:cNvSpPr>
          <p:nvPr>
            <p:ph type="body" sz="quarter" idx="23"/>
          </p:nvPr>
        </p:nvSpPr>
        <p:spPr/>
        <p:txBody>
          <a:bodyPr/>
          <a:lstStyle/>
          <a:p>
            <a:r>
              <a:rPr lang="en-US" dirty="0"/>
              <a:t>Performance Improvements</a:t>
            </a:r>
          </a:p>
        </p:txBody>
      </p:sp>
      <p:grpSp>
        <p:nvGrpSpPr>
          <p:cNvPr id="14" name="Group 13">
            <a:extLst>
              <a:ext uri="{FF2B5EF4-FFF2-40B4-BE49-F238E27FC236}">
                <a16:creationId xmlns:a16="http://schemas.microsoft.com/office/drawing/2014/main" id="{3E1A29BF-1E95-C33A-BA4A-B8A51AE16CCA}"/>
              </a:ext>
            </a:extLst>
          </p:cNvPr>
          <p:cNvGrpSpPr>
            <a:grpSpLocks noChangeAspect="1"/>
          </p:cNvGrpSpPr>
          <p:nvPr/>
        </p:nvGrpSpPr>
        <p:grpSpPr>
          <a:xfrm>
            <a:off x="1135637" y="2565282"/>
            <a:ext cx="787773" cy="731520"/>
            <a:chOff x="2062787" y="2994665"/>
            <a:chExt cx="706798" cy="656327"/>
          </a:xfrm>
          <a:solidFill>
            <a:schemeClr val="accent4"/>
          </a:solidFill>
        </p:grpSpPr>
        <p:sp>
          <p:nvSpPr>
            <p:cNvPr id="15" name="Freeform 14">
              <a:extLst>
                <a:ext uri="{FF2B5EF4-FFF2-40B4-BE49-F238E27FC236}">
                  <a16:creationId xmlns:a16="http://schemas.microsoft.com/office/drawing/2014/main" id="{351613A9-2AE3-A6C8-FBCE-E2F42FCDEC84}"/>
                </a:ext>
              </a:extLst>
            </p:cNvPr>
            <p:cNvSpPr/>
            <p:nvPr/>
          </p:nvSpPr>
          <p:spPr>
            <a:xfrm>
              <a:off x="2339007" y="2994665"/>
              <a:ext cx="430578" cy="525481"/>
            </a:xfrm>
            <a:custGeom>
              <a:avLst/>
              <a:gdLst>
                <a:gd name="connsiteX0" fmla="*/ 0 w 430578"/>
                <a:gd name="connsiteY0" fmla="*/ 0 h 525481"/>
                <a:gd name="connsiteX1" fmla="*/ 0 w 430578"/>
                <a:gd name="connsiteY1" fmla="*/ 64300 h 525481"/>
                <a:gd name="connsiteX2" fmla="*/ 34946 w 430578"/>
                <a:gd name="connsiteY2" fmla="*/ 64300 h 525481"/>
                <a:gd name="connsiteX3" fmla="*/ 34946 w 430578"/>
                <a:gd name="connsiteY3" fmla="*/ 34946 h 525481"/>
                <a:gd name="connsiteX4" fmla="*/ 395633 w 430578"/>
                <a:gd name="connsiteY4" fmla="*/ 34946 h 525481"/>
                <a:gd name="connsiteX5" fmla="*/ 395633 w 430578"/>
                <a:gd name="connsiteY5" fmla="*/ 490536 h 525481"/>
                <a:gd name="connsiteX6" fmla="*/ 236631 w 430578"/>
                <a:gd name="connsiteY6" fmla="*/ 490536 h 525481"/>
                <a:gd name="connsiteX7" fmla="*/ 236631 w 430578"/>
                <a:gd name="connsiteY7" fmla="*/ 525481 h 525481"/>
                <a:gd name="connsiteX8" fmla="*/ 430579 w 430578"/>
                <a:gd name="connsiteY8" fmla="*/ 525481 h 525481"/>
                <a:gd name="connsiteX9" fmla="*/ 430579 w 430578"/>
                <a:gd name="connsiteY9" fmla="*/ 0 h 525481"/>
                <a:gd name="connsiteX10" fmla="*/ 0 w 430578"/>
                <a:gd name="connsiteY10" fmla="*/ 0 h 525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0578" h="525481">
                  <a:moveTo>
                    <a:pt x="0" y="0"/>
                  </a:moveTo>
                  <a:lnTo>
                    <a:pt x="0" y="64300"/>
                  </a:lnTo>
                  <a:lnTo>
                    <a:pt x="34946" y="64300"/>
                  </a:lnTo>
                  <a:lnTo>
                    <a:pt x="34946" y="34946"/>
                  </a:lnTo>
                  <a:lnTo>
                    <a:pt x="395633" y="34946"/>
                  </a:lnTo>
                  <a:lnTo>
                    <a:pt x="395633" y="490536"/>
                  </a:lnTo>
                  <a:lnTo>
                    <a:pt x="236631" y="490536"/>
                  </a:lnTo>
                  <a:lnTo>
                    <a:pt x="236631" y="525481"/>
                  </a:lnTo>
                  <a:lnTo>
                    <a:pt x="430579" y="525481"/>
                  </a:lnTo>
                  <a:lnTo>
                    <a:pt x="430579" y="0"/>
                  </a:lnTo>
                  <a:lnTo>
                    <a:pt x="0" y="0"/>
                  </a:lnTo>
                  <a:close/>
                </a:path>
              </a:pathLst>
            </a:custGeom>
            <a:grpFill/>
            <a:ln w="0"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EC0F890B-9101-E5A1-EDD9-B644DFA6AD8E}"/>
                </a:ext>
              </a:extLst>
            </p:cNvPr>
            <p:cNvSpPr/>
            <p:nvPr/>
          </p:nvSpPr>
          <p:spPr>
            <a:xfrm>
              <a:off x="2062787" y="3401851"/>
              <a:ext cx="483896" cy="249141"/>
            </a:xfrm>
            <a:custGeom>
              <a:avLst/>
              <a:gdLst>
                <a:gd name="connsiteX0" fmla="*/ 473513 w 483896"/>
                <a:gd name="connsiteY0" fmla="*/ 110707 h 249141"/>
                <a:gd name="connsiteX1" fmla="*/ 23763 w 483896"/>
                <a:gd name="connsiteY1" fmla="*/ 96879 h 249141"/>
                <a:gd name="connsiteX2" fmla="*/ 10584 w 483896"/>
                <a:gd name="connsiteY2" fmla="*/ 110707 h 249141"/>
                <a:gd name="connsiteX3" fmla="*/ 0 w 483896"/>
                <a:gd name="connsiteY3" fmla="*/ 138963 h 249141"/>
                <a:gd name="connsiteX4" fmla="*/ 0 w 483896"/>
                <a:gd name="connsiteY4" fmla="*/ 207906 h 249141"/>
                <a:gd name="connsiteX5" fmla="*/ 39239 w 483896"/>
                <a:gd name="connsiteY5" fmla="*/ 249142 h 249141"/>
                <a:gd name="connsiteX6" fmla="*/ 444658 w 483896"/>
                <a:gd name="connsiteY6" fmla="*/ 249142 h 249141"/>
                <a:gd name="connsiteX7" fmla="*/ 483896 w 483896"/>
                <a:gd name="connsiteY7" fmla="*/ 207906 h 249141"/>
                <a:gd name="connsiteX8" fmla="*/ 483896 w 483896"/>
                <a:gd name="connsiteY8" fmla="*/ 138963 h 249141"/>
                <a:gd name="connsiteX9" fmla="*/ 473513 w 483896"/>
                <a:gd name="connsiteY9" fmla="*/ 110707 h 249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3896" h="249141">
                  <a:moveTo>
                    <a:pt x="473513" y="110707"/>
                  </a:moveTo>
                  <a:cubicBezTo>
                    <a:pt x="345662" y="-31321"/>
                    <a:pt x="158903" y="-37512"/>
                    <a:pt x="23763" y="96879"/>
                  </a:cubicBezTo>
                  <a:cubicBezTo>
                    <a:pt x="19270" y="101372"/>
                    <a:pt x="14877" y="105965"/>
                    <a:pt x="10584" y="110707"/>
                  </a:cubicBezTo>
                  <a:cubicBezTo>
                    <a:pt x="3745" y="118345"/>
                    <a:pt x="-49" y="128480"/>
                    <a:pt x="0" y="138963"/>
                  </a:cubicBezTo>
                  <a:lnTo>
                    <a:pt x="0" y="207906"/>
                  </a:lnTo>
                  <a:cubicBezTo>
                    <a:pt x="0" y="230670"/>
                    <a:pt x="17573" y="249142"/>
                    <a:pt x="39239" y="249142"/>
                  </a:cubicBezTo>
                  <a:lnTo>
                    <a:pt x="444658" y="249142"/>
                  </a:lnTo>
                  <a:cubicBezTo>
                    <a:pt x="466324" y="249142"/>
                    <a:pt x="483896" y="230670"/>
                    <a:pt x="483896" y="207906"/>
                  </a:cubicBezTo>
                  <a:lnTo>
                    <a:pt x="483896" y="138963"/>
                  </a:lnTo>
                  <a:cubicBezTo>
                    <a:pt x="483946" y="128480"/>
                    <a:pt x="480252" y="118395"/>
                    <a:pt x="473513" y="110707"/>
                  </a:cubicBezTo>
                  <a:close/>
                </a:path>
              </a:pathLst>
            </a:custGeom>
            <a:grpFill/>
            <a:ln w="0"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AC22548F-9B96-DCB9-CA8C-44E45F3CFA15}"/>
                </a:ext>
              </a:extLst>
            </p:cNvPr>
            <p:cNvSpPr/>
            <p:nvPr/>
          </p:nvSpPr>
          <p:spPr>
            <a:xfrm>
              <a:off x="2167125" y="3112282"/>
              <a:ext cx="275271" cy="275271"/>
            </a:xfrm>
            <a:custGeom>
              <a:avLst/>
              <a:gdLst>
                <a:gd name="connsiteX0" fmla="*/ 275271 w 275271"/>
                <a:gd name="connsiteY0" fmla="*/ 137636 h 275271"/>
                <a:gd name="connsiteX1" fmla="*/ 137635 w 275271"/>
                <a:gd name="connsiteY1" fmla="*/ 275271 h 275271"/>
                <a:gd name="connsiteX2" fmla="*/ 0 w 275271"/>
                <a:gd name="connsiteY2" fmla="*/ 137636 h 275271"/>
                <a:gd name="connsiteX3" fmla="*/ 137635 w 275271"/>
                <a:gd name="connsiteY3" fmla="*/ 0 h 275271"/>
                <a:gd name="connsiteX4" fmla="*/ 275271 w 275271"/>
                <a:gd name="connsiteY4" fmla="*/ 137636 h 275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5271" h="275271">
                  <a:moveTo>
                    <a:pt x="275271" y="137636"/>
                  </a:moveTo>
                  <a:cubicBezTo>
                    <a:pt x="275271" y="213650"/>
                    <a:pt x="213650" y="275271"/>
                    <a:pt x="137635" y="275271"/>
                  </a:cubicBezTo>
                  <a:cubicBezTo>
                    <a:pt x="61622" y="275271"/>
                    <a:pt x="0" y="213650"/>
                    <a:pt x="0" y="137636"/>
                  </a:cubicBezTo>
                  <a:cubicBezTo>
                    <a:pt x="0" y="61622"/>
                    <a:pt x="61622" y="0"/>
                    <a:pt x="137635" y="0"/>
                  </a:cubicBezTo>
                  <a:cubicBezTo>
                    <a:pt x="213650" y="0"/>
                    <a:pt x="275271" y="61622"/>
                    <a:pt x="275271" y="137636"/>
                  </a:cubicBezTo>
                  <a:close/>
                </a:path>
              </a:pathLst>
            </a:custGeom>
            <a:grpFill/>
            <a:ln w="0"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7E8BCB8A-B190-1630-17CF-CA8181D43783}"/>
                </a:ext>
              </a:extLst>
            </p:cNvPr>
            <p:cNvSpPr/>
            <p:nvPr/>
          </p:nvSpPr>
          <p:spPr>
            <a:xfrm>
              <a:off x="2486227" y="3171340"/>
              <a:ext cx="51320" cy="196393"/>
            </a:xfrm>
            <a:custGeom>
              <a:avLst/>
              <a:gdLst>
                <a:gd name="connsiteX0" fmla="*/ 0 w 51320"/>
                <a:gd name="connsiteY0" fmla="*/ 0 h 196393"/>
                <a:gd name="connsiteX1" fmla="*/ 51320 w 51320"/>
                <a:gd name="connsiteY1" fmla="*/ 0 h 196393"/>
                <a:gd name="connsiteX2" fmla="*/ 51320 w 51320"/>
                <a:gd name="connsiteY2" fmla="*/ 196394 h 196393"/>
                <a:gd name="connsiteX3" fmla="*/ 0 w 51320"/>
                <a:gd name="connsiteY3" fmla="*/ 196394 h 196393"/>
              </a:gdLst>
              <a:ahLst/>
              <a:cxnLst>
                <a:cxn ang="0">
                  <a:pos x="connsiteX0" y="connsiteY0"/>
                </a:cxn>
                <a:cxn ang="0">
                  <a:pos x="connsiteX1" y="connsiteY1"/>
                </a:cxn>
                <a:cxn ang="0">
                  <a:pos x="connsiteX2" y="connsiteY2"/>
                </a:cxn>
                <a:cxn ang="0">
                  <a:pos x="connsiteX3" y="connsiteY3"/>
                </a:cxn>
              </a:cxnLst>
              <a:rect l="l" t="t" r="r" b="b"/>
              <a:pathLst>
                <a:path w="51320" h="196393">
                  <a:moveTo>
                    <a:pt x="0" y="0"/>
                  </a:moveTo>
                  <a:lnTo>
                    <a:pt x="51320" y="0"/>
                  </a:lnTo>
                  <a:lnTo>
                    <a:pt x="51320" y="196394"/>
                  </a:lnTo>
                  <a:lnTo>
                    <a:pt x="0" y="196394"/>
                  </a:lnTo>
                  <a:close/>
                </a:path>
              </a:pathLst>
            </a:custGeom>
            <a:grpFill/>
            <a:ln w="0"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9139D857-8BAB-F602-07A3-27726EB75817}"/>
                </a:ext>
              </a:extLst>
            </p:cNvPr>
            <p:cNvSpPr/>
            <p:nvPr/>
          </p:nvSpPr>
          <p:spPr>
            <a:xfrm>
              <a:off x="2565454" y="3096107"/>
              <a:ext cx="51320" cy="271576"/>
            </a:xfrm>
            <a:custGeom>
              <a:avLst/>
              <a:gdLst>
                <a:gd name="connsiteX0" fmla="*/ 0 w 51320"/>
                <a:gd name="connsiteY0" fmla="*/ 0 h 271576"/>
                <a:gd name="connsiteX1" fmla="*/ 51320 w 51320"/>
                <a:gd name="connsiteY1" fmla="*/ 0 h 271576"/>
                <a:gd name="connsiteX2" fmla="*/ 51320 w 51320"/>
                <a:gd name="connsiteY2" fmla="*/ 271577 h 271576"/>
                <a:gd name="connsiteX3" fmla="*/ 0 w 51320"/>
                <a:gd name="connsiteY3" fmla="*/ 271577 h 271576"/>
              </a:gdLst>
              <a:ahLst/>
              <a:cxnLst>
                <a:cxn ang="0">
                  <a:pos x="connsiteX0" y="connsiteY0"/>
                </a:cxn>
                <a:cxn ang="0">
                  <a:pos x="connsiteX1" y="connsiteY1"/>
                </a:cxn>
                <a:cxn ang="0">
                  <a:pos x="connsiteX2" y="connsiteY2"/>
                </a:cxn>
                <a:cxn ang="0">
                  <a:pos x="connsiteX3" y="connsiteY3"/>
                </a:cxn>
              </a:cxnLst>
              <a:rect l="l" t="t" r="r" b="b"/>
              <a:pathLst>
                <a:path w="51320" h="271576">
                  <a:moveTo>
                    <a:pt x="0" y="0"/>
                  </a:moveTo>
                  <a:lnTo>
                    <a:pt x="51320" y="0"/>
                  </a:lnTo>
                  <a:lnTo>
                    <a:pt x="51320" y="271577"/>
                  </a:lnTo>
                  <a:lnTo>
                    <a:pt x="0" y="271577"/>
                  </a:lnTo>
                  <a:close/>
                </a:path>
              </a:pathLst>
            </a:custGeom>
            <a:grpFill/>
            <a:ln w="0"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1B2BC62E-80B1-096B-0331-9DCD7C920DE1}"/>
                </a:ext>
              </a:extLst>
            </p:cNvPr>
            <p:cNvSpPr/>
            <p:nvPr/>
          </p:nvSpPr>
          <p:spPr>
            <a:xfrm>
              <a:off x="2645979" y="3233992"/>
              <a:ext cx="51320" cy="133691"/>
            </a:xfrm>
            <a:custGeom>
              <a:avLst/>
              <a:gdLst>
                <a:gd name="connsiteX0" fmla="*/ 0 w 51320"/>
                <a:gd name="connsiteY0" fmla="*/ 0 h 133691"/>
                <a:gd name="connsiteX1" fmla="*/ 51320 w 51320"/>
                <a:gd name="connsiteY1" fmla="*/ 0 h 133691"/>
                <a:gd name="connsiteX2" fmla="*/ 51320 w 51320"/>
                <a:gd name="connsiteY2" fmla="*/ 133692 h 133691"/>
                <a:gd name="connsiteX3" fmla="*/ 0 w 51320"/>
                <a:gd name="connsiteY3" fmla="*/ 133692 h 133691"/>
              </a:gdLst>
              <a:ahLst/>
              <a:cxnLst>
                <a:cxn ang="0">
                  <a:pos x="connsiteX0" y="connsiteY0"/>
                </a:cxn>
                <a:cxn ang="0">
                  <a:pos x="connsiteX1" y="connsiteY1"/>
                </a:cxn>
                <a:cxn ang="0">
                  <a:pos x="connsiteX2" y="connsiteY2"/>
                </a:cxn>
                <a:cxn ang="0">
                  <a:pos x="connsiteX3" y="connsiteY3"/>
                </a:cxn>
              </a:cxnLst>
              <a:rect l="l" t="t" r="r" b="b"/>
              <a:pathLst>
                <a:path w="51320" h="133691">
                  <a:moveTo>
                    <a:pt x="0" y="0"/>
                  </a:moveTo>
                  <a:lnTo>
                    <a:pt x="51320" y="0"/>
                  </a:lnTo>
                  <a:lnTo>
                    <a:pt x="51320" y="133692"/>
                  </a:lnTo>
                  <a:lnTo>
                    <a:pt x="0" y="133692"/>
                  </a:lnTo>
                  <a:close/>
                </a:path>
              </a:pathLst>
            </a:custGeom>
            <a:grpFill/>
            <a:ln w="0"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19B3FD80-8DCD-1F21-A01F-08C6CFC6500B}"/>
                </a:ext>
              </a:extLst>
            </p:cNvPr>
            <p:cNvSpPr/>
            <p:nvPr/>
          </p:nvSpPr>
          <p:spPr>
            <a:xfrm>
              <a:off x="2514184" y="3405325"/>
              <a:ext cx="188256" cy="19968"/>
            </a:xfrm>
            <a:custGeom>
              <a:avLst/>
              <a:gdLst>
                <a:gd name="connsiteX0" fmla="*/ 0 w 188256"/>
                <a:gd name="connsiteY0" fmla="*/ 0 h 19968"/>
                <a:gd name="connsiteX1" fmla="*/ 188257 w 188256"/>
                <a:gd name="connsiteY1" fmla="*/ 0 h 19968"/>
                <a:gd name="connsiteX2" fmla="*/ 188257 w 188256"/>
                <a:gd name="connsiteY2" fmla="*/ 19969 h 19968"/>
                <a:gd name="connsiteX3" fmla="*/ 0 w 188256"/>
                <a:gd name="connsiteY3" fmla="*/ 19969 h 19968"/>
              </a:gdLst>
              <a:ahLst/>
              <a:cxnLst>
                <a:cxn ang="0">
                  <a:pos x="connsiteX0" y="connsiteY0"/>
                </a:cxn>
                <a:cxn ang="0">
                  <a:pos x="connsiteX1" y="connsiteY1"/>
                </a:cxn>
                <a:cxn ang="0">
                  <a:pos x="connsiteX2" y="connsiteY2"/>
                </a:cxn>
                <a:cxn ang="0">
                  <a:pos x="connsiteX3" y="connsiteY3"/>
                </a:cxn>
              </a:cxnLst>
              <a:rect l="l" t="t" r="r" b="b"/>
              <a:pathLst>
                <a:path w="188256" h="19968">
                  <a:moveTo>
                    <a:pt x="0" y="0"/>
                  </a:moveTo>
                  <a:lnTo>
                    <a:pt x="188257" y="0"/>
                  </a:lnTo>
                  <a:lnTo>
                    <a:pt x="188257" y="19969"/>
                  </a:lnTo>
                  <a:lnTo>
                    <a:pt x="0" y="19969"/>
                  </a:lnTo>
                  <a:close/>
                </a:path>
              </a:pathLst>
            </a:custGeom>
            <a:grpFill/>
            <a:ln w="0"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F31ED9BC-CE05-FE3F-F689-1292AE4C1780}"/>
                </a:ext>
              </a:extLst>
            </p:cNvPr>
            <p:cNvSpPr/>
            <p:nvPr/>
          </p:nvSpPr>
          <p:spPr>
            <a:xfrm>
              <a:off x="2580181" y="3441768"/>
              <a:ext cx="122309" cy="19968"/>
            </a:xfrm>
            <a:custGeom>
              <a:avLst/>
              <a:gdLst>
                <a:gd name="connsiteX0" fmla="*/ 0 w 122309"/>
                <a:gd name="connsiteY0" fmla="*/ 0 h 19968"/>
                <a:gd name="connsiteX1" fmla="*/ 122309 w 122309"/>
                <a:gd name="connsiteY1" fmla="*/ 0 h 19968"/>
                <a:gd name="connsiteX2" fmla="*/ 122309 w 122309"/>
                <a:gd name="connsiteY2" fmla="*/ 19969 h 19968"/>
                <a:gd name="connsiteX3" fmla="*/ 0 w 122309"/>
                <a:gd name="connsiteY3" fmla="*/ 19969 h 19968"/>
              </a:gdLst>
              <a:ahLst/>
              <a:cxnLst>
                <a:cxn ang="0">
                  <a:pos x="connsiteX0" y="connsiteY0"/>
                </a:cxn>
                <a:cxn ang="0">
                  <a:pos x="connsiteX1" y="connsiteY1"/>
                </a:cxn>
                <a:cxn ang="0">
                  <a:pos x="connsiteX2" y="connsiteY2"/>
                </a:cxn>
                <a:cxn ang="0">
                  <a:pos x="connsiteX3" y="connsiteY3"/>
                </a:cxn>
              </a:cxnLst>
              <a:rect l="l" t="t" r="r" b="b"/>
              <a:pathLst>
                <a:path w="122309" h="19968">
                  <a:moveTo>
                    <a:pt x="0" y="0"/>
                  </a:moveTo>
                  <a:lnTo>
                    <a:pt x="122309" y="0"/>
                  </a:lnTo>
                  <a:lnTo>
                    <a:pt x="122309" y="19969"/>
                  </a:lnTo>
                  <a:lnTo>
                    <a:pt x="0" y="19969"/>
                  </a:lnTo>
                  <a:close/>
                </a:path>
              </a:pathLst>
            </a:custGeom>
            <a:grpFill/>
            <a:ln w="0" cap="flat">
              <a:noFill/>
              <a:prstDash val="solid"/>
              <a:miter/>
            </a:ln>
          </p:spPr>
          <p:txBody>
            <a:bodyPr rtlCol="0" anchor="ctr"/>
            <a:lstStyle/>
            <a:p>
              <a:endParaRPr lang="en-US"/>
            </a:p>
          </p:txBody>
        </p:sp>
      </p:grpSp>
      <p:grpSp>
        <p:nvGrpSpPr>
          <p:cNvPr id="23" name="Group 22">
            <a:extLst>
              <a:ext uri="{FF2B5EF4-FFF2-40B4-BE49-F238E27FC236}">
                <a16:creationId xmlns:a16="http://schemas.microsoft.com/office/drawing/2014/main" id="{E4248B3A-79BE-285B-577A-E0C8C6B97CD7}"/>
              </a:ext>
            </a:extLst>
          </p:cNvPr>
          <p:cNvGrpSpPr>
            <a:grpSpLocks noChangeAspect="1"/>
          </p:cNvGrpSpPr>
          <p:nvPr/>
        </p:nvGrpSpPr>
        <p:grpSpPr>
          <a:xfrm>
            <a:off x="3318723" y="2732535"/>
            <a:ext cx="979379" cy="457200"/>
            <a:chOff x="618231" y="3190523"/>
            <a:chExt cx="668107" cy="311890"/>
          </a:xfrm>
          <a:solidFill>
            <a:schemeClr val="accent3"/>
          </a:solidFill>
        </p:grpSpPr>
        <p:grpSp>
          <p:nvGrpSpPr>
            <p:cNvPr id="24" name="Graphic 21">
              <a:extLst>
                <a:ext uri="{FF2B5EF4-FFF2-40B4-BE49-F238E27FC236}">
                  <a16:creationId xmlns:a16="http://schemas.microsoft.com/office/drawing/2014/main" id="{9C45F233-17C9-45BD-01A6-FCAA5E2F030D}"/>
                </a:ext>
              </a:extLst>
            </p:cNvPr>
            <p:cNvGrpSpPr/>
            <p:nvPr/>
          </p:nvGrpSpPr>
          <p:grpSpPr>
            <a:xfrm>
              <a:off x="618231" y="3190523"/>
              <a:ext cx="311890" cy="311890"/>
              <a:chOff x="618231" y="3190523"/>
              <a:chExt cx="311890" cy="311890"/>
            </a:xfrm>
            <a:grpFill/>
          </p:grpSpPr>
          <p:sp>
            <p:nvSpPr>
              <p:cNvPr id="30" name="Freeform 29">
                <a:extLst>
                  <a:ext uri="{FF2B5EF4-FFF2-40B4-BE49-F238E27FC236}">
                    <a16:creationId xmlns:a16="http://schemas.microsoft.com/office/drawing/2014/main" id="{745ECC2D-A49B-6C8D-DEE2-6635E68167DF}"/>
                  </a:ext>
                </a:extLst>
              </p:cNvPr>
              <p:cNvSpPr/>
              <p:nvPr/>
            </p:nvSpPr>
            <p:spPr>
              <a:xfrm>
                <a:off x="884726" y="3457018"/>
                <a:ext cx="45395" cy="45395"/>
              </a:xfrm>
              <a:custGeom>
                <a:avLst/>
                <a:gdLst>
                  <a:gd name="connsiteX0" fmla="*/ 45395 w 45395"/>
                  <a:gd name="connsiteY0" fmla="*/ 45395 h 45395"/>
                  <a:gd name="connsiteX1" fmla="*/ 0 w 45395"/>
                  <a:gd name="connsiteY1" fmla="*/ 45395 h 45395"/>
                  <a:gd name="connsiteX2" fmla="*/ 0 w 45395"/>
                  <a:gd name="connsiteY2" fmla="*/ 18692 h 45395"/>
                  <a:gd name="connsiteX3" fmla="*/ 18692 w 45395"/>
                  <a:gd name="connsiteY3" fmla="*/ 18692 h 45395"/>
                  <a:gd name="connsiteX4" fmla="*/ 18692 w 45395"/>
                  <a:gd name="connsiteY4" fmla="*/ 0 h 45395"/>
                  <a:gd name="connsiteX5" fmla="*/ 45395 w 45395"/>
                  <a:gd name="connsiteY5" fmla="*/ 0 h 45395"/>
                  <a:gd name="connsiteX6" fmla="*/ 45395 w 45395"/>
                  <a:gd name="connsiteY6" fmla="*/ 45395 h 45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95" h="45395">
                    <a:moveTo>
                      <a:pt x="45395" y="45395"/>
                    </a:moveTo>
                    <a:lnTo>
                      <a:pt x="0" y="45395"/>
                    </a:lnTo>
                    <a:lnTo>
                      <a:pt x="0" y="18692"/>
                    </a:lnTo>
                    <a:lnTo>
                      <a:pt x="18692" y="18692"/>
                    </a:lnTo>
                    <a:lnTo>
                      <a:pt x="18692" y="0"/>
                    </a:lnTo>
                    <a:lnTo>
                      <a:pt x="45395" y="0"/>
                    </a:lnTo>
                    <a:lnTo>
                      <a:pt x="45395" y="45395"/>
                    </a:lnTo>
                    <a:close/>
                  </a:path>
                </a:pathLst>
              </a:custGeom>
              <a:grpFill/>
              <a:ln w="0"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2CA2708C-B0BA-E6B4-6C9A-B1081F12BB9D}"/>
                  </a:ext>
                </a:extLst>
              </p:cNvPr>
              <p:cNvSpPr/>
              <p:nvPr/>
            </p:nvSpPr>
            <p:spPr>
              <a:xfrm>
                <a:off x="688192" y="3475710"/>
                <a:ext cx="171966" cy="26702"/>
              </a:xfrm>
              <a:custGeom>
                <a:avLst/>
                <a:gdLst>
                  <a:gd name="connsiteX0" fmla="*/ 171967 w 171966"/>
                  <a:gd name="connsiteY0" fmla="*/ 26703 h 26702"/>
                  <a:gd name="connsiteX1" fmla="*/ 98267 w 171966"/>
                  <a:gd name="connsiteY1" fmla="*/ 26703 h 26702"/>
                  <a:gd name="connsiteX2" fmla="*/ 98267 w 171966"/>
                  <a:gd name="connsiteY2" fmla="*/ 0 h 26702"/>
                  <a:gd name="connsiteX3" fmla="*/ 171967 w 171966"/>
                  <a:gd name="connsiteY3" fmla="*/ 0 h 26702"/>
                  <a:gd name="connsiteX4" fmla="*/ 171967 w 171966"/>
                  <a:gd name="connsiteY4" fmla="*/ 26703 h 26702"/>
                  <a:gd name="connsiteX5" fmla="*/ 73700 w 171966"/>
                  <a:gd name="connsiteY5" fmla="*/ 26703 h 26702"/>
                  <a:gd name="connsiteX6" fmla="*/ 0 w 171966"/>
                  <a:gd name="connsiteY6" fmla="*/ 26703 h 26702"/>
                  <a:gd name="connsiteX7" fmla="*/ 0 w 171966"/>
                  <a:gd name="connsiteY7" fmla="*/ 0 h 26702"/>
                  <a:gd name="connsiteX8" fmla="*/ 73700 w 171966"/>
                  <a:gd name="connsiteY8" fmla="*/ 0 h 26702"/>
                  <a:gd name="connsiteX9" fmla="*/ 73700 w 171966"/>
                  <a:gd name="connsiteY9" fmla="*/ 26703 h 26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966" h="26702">
                    <a:moveTo>
                      <a:pt x="171967" y="26703"/>
                    </a:moveTo>
                    <a:lnTo>
                      <a:pt x="98267" y="26703"/>
                    </a:lnTo>
                    <a:lnTo>
                      <a:pt x="98267" y="0"/>
                    </a:lnTo>
                    <a:lnTo>
                      <a:pt x="171967" y="0"/>
                    </a:lnTo>
                    <a:lnTo>
                      <a:pt x="171967" y="26703"/>
                    </a:lnTo>
                    <a:close/>
                    <a:moveTo>
                      <a:pt x="73700" y="26703"/>
                    </a:moveTo>
                    <a:lnTo>
                      <a:pt x="0" y="26703"/>
                    </a:lnTo>
                    <a:lnTo>
                      <a:pt x="0" y="0"/>
                    </a:lnTo>
                    <a:lnTo>
                      <a:pt x="73700" y="0"/>
                    </a:lnTo>
                    <a:lnTo>
                      <a:pt x="73700" y="26703"/>
                    </a:lnTo>
                    <a:close/>
                  </a:path>
                </a:pathLst>
              </a:custGeom>
              <a:grpFill/>
              <a:ln w="0"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485EFF25-0882-6B4D-D9BA-CF917B2C6EE4}"/>
                  </a:ext>
                </a:extLst>
              </p:cNvPr>
              <p:cNvSpPr/>
              <p:nvPr/>
            </p:nvSpPr>
            <p:spPr>
              <a:xfrm>
                <a:off x="618231" y="3457018"/>
                <a:ext cx="45394" cy="45395"/>
              </a:xfrm>
              <a:custGeom>
                <a:avLst/>
                <a:gdLst>
                  <a:gd name="connsiteX0" fmla="*/ 45395 w 45394"/>
                  <a:gd name="connsiteY0" fmla="*/ 45395 h 45395"/>
                  <a:gd name="connsiteX1" fmla="*/ 0 w 45394"/>
                  <a:gd name="connsiteY1" fmla="*/ 45395 h 45395"/>
                  <a:gd name="connsiteX2" fmla="*/ 0 w 45394"/>
                  <a:gd name="connsiteY2" fmla="*/ 0 h 45395"/>
                  <a:gd name="connsiteX3" fmla="*/ 26703 w 45394"/>
                  <a:gd name="connsiteY3" fmla="*/ 0 h 45395"/>
                  <a:gd name="connsiteX4" fmla="*/ 26703 w 45394"/>
                  <a:gd name="connsiteY4" fmla="*/ 18692 h 45395"/>
                  <a:gd name="connsiteX5" fmla="*/ 45395 w 45394"/>
                  <a:gd name="connsiteY5" fmla="*/ 18692 h 45395"/>
                  <a:gd name="connsiteX6" fmla="*/ 45395 w 45394"/>
                  <a:gd name="connsiteY6" fmla="*/ 45395 h 45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94" h="45395">
                    <a:moveTo>
                      <a:pt x="45395" y="45395"/>
                    </a:moveTo>
                    <a:lnTo>
                      <a:pt x="0" y="45395"/>
                    </a:lnTo>
                    <a:lnTo>
                      <a:pt x="0" y="0"/>
                    </a:lnTo>
                    <a:lnTo>
                      <a:pt x="26703" y="0"/>
                    </a:lnTo>
                    <a:lnTo>
                      <a:pt x="26703" y="18692"/>
                    </a:lnTo>
                    <a:lnTo>
                      <a:pt x="45395" y="18692"/>
                    </a:lnTo>
                    <a:lnTo>
                      <a:pt x="45395" y="45395"/>
                    </a:lnTo>
                    <a:close/>
                  </a:path>
                </a:pathLst>
              </a:custGeom>
              <a:grpFill/>
              <a:ln w="0"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60C36162-66FB-A4FC-5DBB-A06C5CEAB14C}"/>
                  </a:ext>
                </a:extLst>
              </p:cNvPr>
              <p:cNvSpPr/>
              <p:nvPr/>
            </p:nvSpPr>
            <p:spPr>
              <a:xfrm>
                <a:off x="618231" y="3260484"/>
                <a:ext cx="26702" cy="171966"/>
              </a:xfrm>
              <a:custGeom>
                <a:avLst/>
                <a:gdLst>
                  <a:gd name="connsiteX0" fmla="*/ 26703 w 26702"/>
                  <a:gd name="connsiteY0" fmla="*/ 171967 h 171966"/>
                  <a:gd name="connsiteX1" fmla="*/ 0 w 26702"/>
                  <a:gd name="connsiteY1" fmla="*/ 171967 h 171966"/>
                  <a:gd name="connsiteX2" fmla="*/ 0 w 26702"/>
                  <a:gd name="connsiteY2" fmla="*/ 98267 h 171966"/>
                  <a:gd name="connsiteX3" fmla="*/ 26703 w 26702"/>
                  <a:gd name="connsiteY3" fmla="*/ 98267 h 171966"/>
                  <a:gd name="connsiteX4" fmla="*/ 26703 w 26702"/>
                  <a:gd name="connsiteY4" fmla="*/ 171967 h 171966"/>
                  <a:gd name="connsiteX5" fmla="*/ 26703 w 26702"/>
                  <a:gd name="connsiteY5" fmla="*/ 73700 h 171966"/>
                  <a:gd name="connsiteX6" fmla="*/ 0 w 26702"/>
                  <a:gd name="connsiteY6" fmla="*/ 73700 h 171966"/>
                  <a:gd name="connsiteX7" fmla="*/ 0 w 26702"/>
                  <a:gd name="connsiteY7" fmla="*/ 0 h 171966"/>
                  <a:gd name="connsiteX8" fmla="*/ 26703 w 26702"/>
                  <a:gd name="connsiteY8" fmla="*/ 0 h 171966"/>
                  <a:gd name="connsiteX9" fmla="*/ 26703 w 26702"/>
                  <a:gd name="connsiteY9" fmla="*/ 73700 h 17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702" h="171966">
                    <a:moveTo>
                      <a:pt x="26703" y="171967"/>
                    </a:moveTo>
                    <a:lnTo>
                      <a:pt x="0" y="171967"/>
                    </a:lnTo>
                    <a:lnTo>
                      <a:pt x="0" y="98267"/>
                    </a:lnTo>
                    <a:lnTo>
                      <a:pt x="26703" y="98267"/>
                    </a:lnTo>
                    <a:lnTo>
                      <a:pt x="26703" y="171967"/>
                    </a:lnTo>
                    <a:close/>
                    <a:moveTo>
                      <a:pt x="26703" y="73700"/>
                    </a:moveTo>
                    <a:lnTo>
                      <a:pt x="0" y="73700"/>
                    </a:lnTo>
                    <a:lnTo>
                      <a:pt x="0" y="0"/>
                    </a:lnTo>
                    <a:lnTo>
                      <a:pt x="26703" y="0"/>
                    </a:lnTo>
                    <a:lnTo>
                      <a:pt x="26703" y="73700"/>
                    </a:lnTo>
                    <a:close/>
                  </a:path>
                </a:pathLst>
              </a:custGeom>
              <a:grpFill/>
              <a:ln w="0"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8F55D517-F5B1-A1CA-06C4-3C12131BAAE0}"/>
                  </a:ext>
                </a:extLst>
              </p:cNvPr>
              <p:cNvSpPr/>
              <p:nvPr/>
            </p:nvSpPr>
            <p:spPr>
              <a:xfrm>
                <a:off x="903418" y="3258882"/>
                <a:ext cx="26702" cy="172500"/>
              </a:xfrm>
              <a:custGeom>
                <a:avLst/>
                <a:gdLst>
                  <a:gd name="connsiteX0" fmla="*/ 26703 w 26702"/>
                  <a:gd name="connsiteY0" fmla="*/ 172501 h 172500"/>
                  <a:gd name="connsiteX1" fmla="*/ 0 w 26702"/>
                  <a:gd name="connsiteY1" fmla="*/ 172501 h 172500"/>
                  <a:gd name="connsiteX2" fmla="*/ 0 w 26702"/>
                  <a:gd name="connsiteY2" fmla="*/ 98801 h 172500"/>
                  <a:gd name="connsiteX3" fmla="*/ 26703 w 26702"/>
                  <a:gd name="connsiteY3" fmla="*/ 98801 h 172500"/>
                  <a:gd name="connsiteX4" fmla="*/ 26703 w 26702"/>
                  <a:gd name="connsiteY4" fmla="*/ 172501 h 172500"/>
                  <a:gd name="connsiteX5" fmla="*/ 26703 w 26702"/>
                  <a:gd name="connsiteY5" fmla="*/ 64087 h 172500"/>
                  <a:gd name="connsiteX6" fmla="*/ 0 w 26702"/>
                  <a:gd name="connsiteY6" fmla="*/ 64087 h 172500"/>
                  <a:gd name="connsiteX7" fmla="*/ 0 w 26702"/>
                  <a:gd name="connsiteY7" fmla="*/ 0 h 172500"/>
                  <a:gd name="connsiteX8" fmla="*/ 26703 w 26702"/>
                  <a:gd name="connsiteY8" fmla="*/ 0 h 172500"/>
                  <a:gd name="connsiteX9" fmla="*/ 26703 w 26702"/>
                  <a:gd name="connsiteY9" fmla="*/ 64087 h 17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702" h="172500">
                    <a:moveTo>
                      <a:pt x="26703" y="172501"/>
                    </a:moveTo>
                    <a:lnTo>
                      <a:pt x="0" y="172501"/>
                    </a:lnTo>
                    <a:lnTo>
                      <a:pt x="0" y="98801"/>
                    </a:lnTo>
                    <a:lnTo>
                      <a:pt x="26703" y="98801"/>
                    </a:lnTo>
                    <a:lnTo>
                      <a:pt x="26703" y="172501"/>
                    </a:lnTo>
                    <a:close/>
                    <a:moveTo>
                      <a:pt x="26703" y="64087"/>
                    </a:moveTo>
                    <a:lnTo>
                      <a:pt x="0" y="64087"/>
                    </a:lnTo>
                    <a:lnTo>
                      <a:pt x="0" y="0"/>
                    </a:lnTo>
                    <a:lnTo>
                      <a:pt x="26703" y="0"/>
                    </a:lnTo>
                    <a:lnTo>
                      <a:pt x="26703" y="64087"/>
                    </a:lnTo>
                    <a:close/>
                  </a:path>
                </a:pathLst>
              </a:custGeom>
              <a:grpFill/>
              <a:ln w="0" cap="flat">
                <a:noFill/>
                <a:prstDash val="solid"/>
                <a:miter/>
              </a:ln>
            </p:spPr>
            <p:txBody>
              <a:bodyPr rtlCol="0" anchor="ctr"/>
              <a:lstStyle/>
              <a:p>
                <a:endParaRPr lang="en-US"/>
              </a:p>
            </p:txBody>
          </p:sp>
          <p:sp>
            <p:nvSpPr>
              <p:cNvPr id="35" name="Freeform 34">
                <a:extLst>
                  <a:ext uri="{FF2B5EF4-FFF2-40B4-BE49-F238E27FC236}">
                    <a16:creationId xmlns:a16="http://schemas.microsoft.com/office/drawing/2014/main" id="{B79FD8A9-E4F8-20C8-49BE-A8FC826FEE33}"/>
                  </a:ext>
                </a:extLst>
              </p:cNvPr>
              <p:cNvSpPr/>
              <p:nvPr/>
            </p:nvSpPr>
            <p:spPr>
              <a:xfrm>
                <a:off x="618231" y="3190523"/>
                <a:ext cx="45394" cy="45394"/>
              </a:xfrm>
              <a:custGeom>
                <a:avLst/>
                <a:gdLst>
                  <a:gd name="connsiteX0" fmla="*/ 26703 w 45394"/>
                  <a:gd name="connsiteY0" fmla="*/ 45395 h 45394"/>
                  <a:gd name="connsiteX1" fmla="*/ 0 w 45394"/>
                  <a:gd name="connsiteY1" fmla="*/ 45395 h 45394"/>
                  <a:gd name="connsiteX2" fmla="*/ 0 w 45394"/>
                  <a:gd name="connsiteY2" fmla="*/ 0 h 45394"/>
                  <a:gd name="connsiteX3" fmla="*/ 45395 w 45394"/>
                  <a:gd name="connsiteY3" fmla="*/ 0 h 45394"/>
                  <a:gd name="connsiteX4" fmla="*/ 45395 w 45394"/>
                  <a:gd name="connsiteY4" fmla="*/ 26703 h 45394"/>
                  <a:gd name="connsiteX5" fmla="*/ 26703 w 45394"/>
                  <a:gd name="connsiteY5" fmla="*/ 26703 h 45394"/>
                  <a:gd name="connsiteX6" fmla="*/ 26703 w 45394"/>
                  <a:gd name="connsiteY6" fmla="*/ 45395 h 45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94" h="45394">
                    <a:moveTo>
                      <a:pt x="26703" y="45395"/>
                    </a:moveTo>
                    <a:lnTo>
                      <a:pt x="0" y="45395"/>
                    </a:lnTo>
                    <a:lnTo>
                      <a:pt x="0" y="0"/>
                    </a:lnTo>
                    <a:lnTo>
                      <a:pt x="45395" y="0"/>
                    </a:lnTo>
                    <a:lnTo>
                      <a:pt x="45395" y="26703"/>
                    </a:lnTo>
                    <a:lnTo>
                      <a:pt x="26703" y="26703"/>
                    </a:lnTo>
                    <a:lnTo>
                      <a:pt x="26703" y="45395"/>
                    </a:lnTo>
                    <a:close/>
                  </a:path>
                </a:pathLst>
              </a:custGeom>
              <a:grpFill/>
              <a:ln w="0" cap="flat">
                <a:noFill/>
                <a:prstDash val="solid"/>
                <a:miter/>
              </a:ln>
            </p:spPr>
            <p:txBody>
              <a:bodyPr rtlCol="0" anchor="ctr"/>
              <a:lstStyle/>
              <a:p>
                <a:endParaRPr lang="en-US"/>
              </a:p>
            </p:txBody>
          </p:sp>
          <p:sp>
            <p:nvSpPr>
              <p:cNvPr id="36" name="Freeform 35">
                <a:extLst>
                  <a:ext uri="{FF2B5EF4-FFF2-40B4-BE49-F238E27FC236}">
                    <a16:creationId xmlns:a16="http://schemas.microsoft.com/office/drawing/2014/main" id="{E3BA16AC-531E-2FA6-3F41-D451ACD62D21}"/>
                  </a:ext>
                </a:extLst>
              </p:cNvPr>
              <p:cNvSpPr/>
              <p:nvPr/>
            </p:nvSpPr>
            <p:spPr>
              <a:xfrm>
                <a:off x="688192" y="3190523"/>
                <a:ext cx="171966" cy="26702"/>
              </a:xfrm>
              <a:custGeom>
                <a:avLst/>
                <a:gdLst>
                  <a:gd name="connsiteX0" fmla="*/ 171967 w 171966"/>
                  <a:gd name="connsiteY0" fmla="*/ 26703 h 26702"/>
                  <a:gd name="connsiteX1" fmla="*/ 98267 w 171966"/>
                  <a:gd name="connsiteY1" fmla="*/ 26703 h 26702"/>
                  <a:gd name="connsiteX2" fmla="*/ 98267 w 171966"/>
                  <a:gd name="connsiteY2" fmla="*/ 0 h 26702"/>
                  <a:gd name="connsiteX3" fmla="*/ 171967 w 171966"/>
                  <a:gd name="connsiteY3" fmla="*/ 0 h 26702"/>
                  <a:gd name="connsiteX4" fmla="*/ 171967 w 171966"/>
                  <a:gd name="connsiteY4" fmla="*/ 26703 h 26702"/>
                  <a:gd name="connsiteX5" fmla="*/ 73700 w 171966"/>
                  <a:gd name="connsiteY5" fmla="*/ 26703 h 26702"/>
                  <a:gd name="connsiteX6" fmla="*/ 0 w 171966"/>
                  <a:gd name="connsiteY6" fmla="*/ 26703 h 26702"/>
                  <a:gd name="connsiteX7" fmla="*/ 0 w 171966"/>
                  <a:gd name="connsiteY7" fmla="*/ 0 h 26702"/>
                  <a:gd name="connsiteX8" fmla="*/ 73700 w 171966"/>
                  <a:gd name="connsiteY8" fmla="*/ 0 h 26702"/>
                  <a:gd name="connsiteX9" fmla="*/ 73700 w 171966"/>
                  <a:gd name="connsiteY9" fmla="*/ 26703 h 26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966" h="26702">
                    <a:moveTo>
                      <a:pt x="171967" y="26703"/>
                    </a:moveTo>
                    <a:lnTo>
                      <a:pt x="98267" y="26703"/>
                    </a:lnTo>
                    <a:lnTo>
                      <a:pt x="98267" y="0"/>
                    </a:lnTo>
                    <a:lnTo>
                      <a:pt x="171967" y="0"/>
                    </a:lnTo>
                    <a:lnTo>
                      <a:pt x="171967" y="26703"/>
                    </a:lnTo>
                    <a:close/>
                    <a:moveTo>
                      <a:pt x="73700" y="26703"/>
                    </a:moveTo>
                    <a:lnTo>
                      <a:pt x="0" y="26703"/>
                    </a:lnTo>
                    <a:lnTo>
                      <a:pt x="0" y="0"/>
                    </a:lnTo>
                    <a:lnTo>
                      <a:pt x="73700" y="0"/>
                    </a:lnTo>
                    <a:lnTo>
                      <a:pt x="73700" y="26703"/>
                    </a:lnTo>
                    <a:close/>
                  </a:path>
                </a:pathLst>
              </a:custGeom>
              <a:grpFill/>
              <a:ln w="0" cap="flat">
                <a:noFill/>
                <a:prstDash val="solid"/>
                <a:miter/>
              </a:ln>
            </p:spPr>
            <p:txBody>
              <a:bodyPr rtlCol="0" anchor="ctr"/>
              <a:lstStyle/>
              <a:p>
                <a:endParaRPr lang="en-US"/>
              </a:p>
            </p:txBody>
          </p:sp>
          <p:sp>
            <p:nvSpPr>
              <p:cNvPr id="37" name="Freeform 36">
                <a:extLst>
                  <a:ext uri="{FF2B5EF4-FFF2-40B4-BE49-F238E27FC236}">
                    <a16:creationId xmlns:a16="http://schemas.microsoft.com/office/drawing/2014/main" id="{9D007256-B013-BFF3-3013-8F522DA62742}"/>
                  </a:ext>
                </a:extLst>
              </p:cNvPr>
              <p:cNvSpPr/>
              <p:nvPr/>
            </p:nvSpPr>
            <p:spPr>
              <a:xfrm>
                <a:off x="884726" y="3190523"/>
                <a:ext cx="45395" cy="45394"/>
              </a:xfrm>
              <a:custGeom>
                <a:avLst/>
                <a:gdLst>
                  <a:gd name="connsiteX0" fmla="*/ 45395 w 45395"/>
                  <a:gd name="connsiteY0" fmla="*/ 45395 h 45394"/>
                  <a:gd name="connsiteX1" fmla="*/ 18692 w 45395"/>
                  <a:gd name="connsiteY1" fmla="*/ 45395 h 45394"/>
                  <a:gd name="connsiteX2" fmla="*/ 18692 w 45395"/>
                  <a:gd name="connsiteY2" fmla="*/ 26703 h 45394"/>
                  <a:gd name="connsiteX3" fmla="*/ 0 w 45395"/>
                  <a:gd name="connsiteY3" fmla="*/ 26703 h 45394"/>
                  <a:gd name="connsiteX4" fmla="*/ 0 w 45395"/>
                  <a:gd name="connsiteY4" fmla="*/ 0 h 45394"/>
                  <a:gd name="connsiteX5" fmla="*/ 45395 w 45395"/>
                  <a:gd name="connsiteY5" fmla="*/ 0 h 45394"/>
                  <a:gd name="connsiteX6" fmla="*/ 45395 w 45395"/>
                  <a:gd name="connsiteY6" fmla="*/ 45395 h 45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95" h="45394">
                    <a:moveTo>
                      <a:pt x="45395" y="45395"/>
                    </a:moveTo>
                    <a:lnTo>
                      <a:pt x="18692" y="45395"/>
                    </a:lnTo>
                    <a:lnTo>
                      <a:pt x="18692" y="26703"/>
                    </a:lnTo>
                    <a:lnTo>
                      <a:pt x="0" y="26703"/>
                    </a:lnTo>
                    <a:lnTo>
                      <a:pt x="0" y="0"/>
                    </a:lnTo>
                    <a:lnTo>
                      <a:pt x="45395" y="0"/>
                    </a:lnTo>
                    <a:lnTo>
                      <a:pt x="45395" y="45395"/>
                    </a:lnTo>
                    <a:close/>
                  </a:path>
                </a:pathLst>
              </a:custGeom>
              <a:grpFill/>
              <a:ln w="0" cap="flat">
                <a:noFill/>
                <a:prstDash val="solid"/>
                <a:miter/>
              </a:ln>
            </p:spPr>
            <p:txBody>
              <a:bodyPr rtlCol="0" anchor="ctr"/>
              <a:lstStyle/>
              <a:p>
                <a:endParaRPr lang="en-US"/>
              </a:p>
            </p:txBody>
          </p:sp>
        </p:grpSp>
        <p:sp>
          <p:nvSpPr>
            <p:cNvPr id="25" name="Freeform 24">
              <a:extLst>
                <a:ext uri="{FF2B5EF4-FFF2-40B4-BE49-F238E27FC236}">
                  <a16:creationId xmlns:a16="http://schemas.microsoft.com/office/drawing/2014/main" id="{6DB819CC-9135-EEA8-3B68-8B925664C6C6}"/>
                </a:ext>
              </a:extLst>
            </p:cNvPr>
            <p:cNvSpPr/>
            <p:nvPr/>
          </p:nvSpPr>
          <p:spPr>
            <a:xfrm>
              <a:off x="984061" y="3195329"/>
              <a:ext cx="302277" cy="302277"/>
            </a:xfrm>
            <a:custGeom>
              <a:avLst/>
              <a:gdLst>
                <a:gd name="connsiteX0" fmla="*/ 0 w 302277"/>
                <a:gd name="connsiteY0" fmla="*/ 0 h 302277"/>
                <a:gd name="connsiteX1" fmla="*/ 0 w 302277"/>
                <a:gd name="connsiteY1" fmla="*/ 127106 h 302277"/>
                <a:gd name="connsiteX2" fmla="*/ 26703 w 302277"/>
                <a:gd name="connsiteY2" fmla="*/ 127106 h 302277"/>
                <a:gd name="connsiteX3" fmla="*/ 26703 w 302277"/>
                <a:gd name="connsiteY3" fmla="*/ 26703 h 302277"/>
                <a:gd name="connsiteX4" fmla="*/ 275574 w 302277"/>
                <a:gd name="connsiteY4" fmla="*/ 26703 h 302277"/>
                <a:gd name="connsiteX5" fmla="*/ 275574 w 302277"/>
                <a:gd name="connsiteY5" fmla="*/ 275574 h 302277"/>
                <a:gd name="connsiteX6" fmla="*/ 26703 w 302277"/>
                <a:gd name="connsiteY6" fmla="*/ 275574 h 302277"/>
                <a:gd name="connsiteX7" fmla="*/ 26703 w 302277"/>
                <a:gd name="connsiteY7" fmla="*/ 175171 h 302277"/>
                <a:gd name="connsiteX8" fmla="*/ 0 w 302277"/>
                <a:gd name="connsiteY8" fmla="*/ 175171 h 302277"/>
                <a:gd name="connsiteX9" fmla="*/ 0 w 302277"/>
                <a:gd name="connsiteY9" fmla="*/ 302277 h 302277"/>
                <a:gd name="connsiteX10" fmla="*/ 302277 w 302277"/>
                <a:gd name="connsiteY10" fmla="*/ 302277 h 302277"/>
                <a:gd name="connsiteX11" fmla="*/ 302277 w 302277"/>
                <a:gd name="connsiteY11" fmla="*/ 0 h 302277"/>
                <a:gd name="connsiteX12" fmla="*/ 0 w 302277"/>
                <a:gd name="connsiteY12" fmla="*/ 0 h 302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2277" h="302277">
                  <a:moveTo>
                    <a:pt x="0" y="0"/>
                  </a:moveTo>
                  <a:lnTo>
                    <a:pt x="0" y="127106"/>
                  </a:lnTo>
                  <a:lnTo>
                    <a:pt x="26703" y="127106"/>
                  </a:lnTo>
                  <a:lnTo>
                    <a:pt x="26703" y="26703"/>
                  </a:lnTo>
                  <a:lnTo>
                    <a:pt x="275574" y="26703"/>
                  </a:lnTo>
                  <a:lnTo>
                    <a:pt x="275574" y="275574"/>
                  </a:lnTo>
                  <a:lnTo>
                    <a:pt x="26703" y="275574"/>
                  </a:lnTo>
                  <a:lnTo>
                    <a:pt x="26703" y="175171"/>
                  </a:lnTo>
                  <a:lnTo>
                    <a:pt x="0" y="175171"/>
                  </a:lnTo>
                  <a:lnTo>
                    <a:pt x="0" y="302277"/>
                  </a:lnTo>
                  <a:lnTo>
                    <a:pt x="302277" y="302277"/>
                  </a:lnTo>
                  <a:lnTo>
                    <a:pt x="302277" y="0"/>
                  </a:lnTo>
                  <a:lnTo>
                    <a:pt x="0" y="0"/>
                  </a:lnTo>
                  <a:close/>
                </a:path>
              </a:pathLst>
            </a:custGeom>
            <a:grpFill/>
            <a:ln w="0" cap="flat">
              <a:noFill/>
              <a:prstDash val="solid"/>
              <a:miter/>
            </a:ln>
          </p:spPr>
          <p:txBody>
            <a:bodyPr rtlCol="0" anchor="ctr"/>
            <a:lstStyle/>
            <a:p>
              <a:endParaRPr lang="en-US"/>
            </a:p>
          </p:txBody>
        </p:sp>
        <p:grpSp>
          <p:nvGrpSpPr>
            <p:cNvPr id="26" name="Graphic 21">
              <a:extLst>
                <a:ext uri="{FF2B5EF4-FFF2-40B4-BE49-F238E27FC236}">
                  <a16:creationId xmlns:a16="http://schemas.microsoft.com/office/drawing/2014/main" id="{30460066-ADCA-9D8D-21BA-81BDFD1E6622}"/>
                </a:ext>
              </a:extLst>
            </p:cNvPr>
            <p:cNvGrpSpPr/>
            <p:nvPr/>
          </p:nvGrpSpPr>
          <p:grpSpPr>
            <a:xfrm>
              <a:off x="816366" y="3306413"/>
              <a:ext cx="373841" cy="80108"/>
              <a:chOff x="816366" y="3306413"/>
              <a:chExt cx="373841" cy="80108"/>
            </a:xfrm>
            <a:grpFill/>
          </p:grpSpPr>
          <p:sp>
            <p:nvSpPr>
              <p:cNvPr id="28" name="Freeform 27">
                <a:extLst>
                  <a:ext uri="{FF2B5EF4-FFF2-40B4-BE49-F238E27FC236}">
                    <a16:creationId xmlns:a16="http://schemas.microsoft.com/office/drawing/2014/main" id="{252173BD-18C7-5107-BA17-C60B056FCB2C}"/>
                  </a:ext>
                </a:extLst>
              </p:cNvPr>
              <p:cNvSpPr/>
              <p:nvPr/>
            </p:nvSpPr>
            <p:spPr>
              <a:xfrm>
                <a:off x="816366" y="3338457"/>
                <a:ext cx="316162" cy="16021"/>
              </a:xfrm>
              <a:custGeom>
                <a:avLst/>
                <a:gdLst>
                  <a:gd name="connsiteX0" fmla="*/ 0 w 316162"/>
                  <a:gd name="connsiteY0" fmla="*/ 0 h 16021"/>
                  <a:gd name="connsiteX1" fmla="*/ 316163 w 316162"/>
                  <a:gd name="connsiteY1" fmla="*/ 0 h 16021"/>
                  <a:gd name="connsiteX2" fmla="*/ 316163 w 316162"/>
                  <a:gd name="connsiteY2" fmla="*/ 16022 h 16021"/>
                  <a:gd name="connsiteX3" fmla="*/ 0 w 316162"/>
                  <a:gd name="connsiteY3" fmla="*/ 16022 h 16021"/>
                </a:gdLst>
                <a:ahLst/>
                <a:cxnLst>
                  <a:cxn ang="0">
                    <a:pos x="connsiteX0" y="connsiteY0"/>
                  </a:cxn>
                  <a:cxn ang="0">
                    <a:pos x="connsiteX1" y="connsiteY1"/>
                  </a:cxn>
                  <a:cxn ang="0">
                    <a:pos x="connsiteX2" y="connsiteY2"/>
                  </a:cxn>
                  <a:cxn ang="0">
                    <a:pos x="connsiteX3" y="connsiteY3"/>
                  </a:cxn>
                </a:cxnLst>
                <a:rect l="l" t="t" r="r" b="b"/>
                <a:pathLst>
                  <a:path w="316162" h="16021">
                    <a:moveTo>
                      <a:pt x="0" y="0"/>
                    </a:moveTo>
                    <a:lnTo>
                      <a:pt x="316163" y="0"/>
                    </a:lnTo>
                    <a:lnTo>
                      <a:pt x="316163" y="16022"/>
                    </a:lnTo>
                    <a:lnTo>
                      <a:pt x="0" y="16022"/>
                    </a:lnTo>
                    <a:close/>
                  </a:path>
                </a:pathLst>
              </a:custGeom>
              <a:grpFill/>
              <a:ln w="0"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36DDECEC-71F5-B7BB-8CD8-A1DFE557CAA4}"/>
                  </a:ext>
                </a:extLst>
              </p:cNvPr>
              <p:cNvSpPr/>
              <p:nvPr/>
            </p:nvSpPr>
            <p:spPr>
              <a:xfrm>
                <a:off x="1120780" y="3306413"/>
                <a:ext cx="69427" cy="80108"/>
              </a:xfrm>
              <a:custGeom>
                <a:avLst/>
                <a:gdLst>
                  <a:gd name="connsiteX0" fmla="*/ 0 w 69427"/>
                  <a:gd name="connsiteY0" fmla="*/ 80109 h 80108"/>
                  <a:gd name="connsiteX1" fmla="*/ 69428 w 69427"/>
                  <a:gd name="connsiteY1" fmla="*/ 40054 h 80108"/>
                  <a:gd name="connsiteX2" fmla="*/ 0 w 69427"/>
                  <a:gd name="connsiteY2" fmla="*/ 0 h 80108"/>
                  <a:gd name="connsiteX3" fmla="*/ 0 w 69427"/>
                  <a:gd name="connsiteY3" fmla="*/ 80109 h 80108"/>
                </a:gdLst>
                <a:ahLst/>
                <a:cxnLst>
                  <a:cxn ang="0">
                    <a:pos x="connsiteX0" y="connsiteY0"/>
                  </a:cxn>
                  <a:cxn ang="0">
                    <a:pos x="connsiteX1" y="connsiteY1"/>
                  </a:cxn>
                  <a:cxn ang="0">
                    <a:pos x="connsiteX2" y="connsiteY2"/>
                  </a:cxn>
                  <a:cxn ang="0">
                    <a:pos x="connsiteX3" y="connsiteY3"/>
                  </a:cxn>
                </a:cxnLst>
                <a:rect l="l" t="t" r="r" b="b"/>
                <a:pathLst>
                  <a:path w="69427" h="80108">
                    <a:moveTo>
                      <a:pt x="0" y="80109"/>
                    </a:moveTo>
                    <a:lnTo>
                      <a:pt x="69428" y="40054"/>
                    </a:lnTo>
                    <a:lnTo>
                      <a:pt x="0" y="0"/>
                    </a:lnTo>
                    <a:lnTo>
                      <a:pt x="0" y="80109"/>
                    </a:lnTo>
                    <a:close/>
                  </a:path>
                </a:pathLst>
              </a:custGeom>
              <a:grpFill/>
              <a:ln w="0" cap="flat">
                <a:noFill/>
                <a:prstDash val="solid"/>
                <a:miter/>
              </a:ln>
            </p:spPr>
            <p:txBody>
              <a:bodyPr rtlCol="0" anchor="ctr"/>
              <a:lstStyle/>
              <a:p>
                <a:endParaRPr lang="en-US"/>
              </a:p>
            </p:txBody>
          </p:sp>
        </p:grpSp>
        <p:sp>
          <p:nvSpPr>
            <p:cNvPr id="27" name="Freeform 26">
              <a:extLst>
                <a:ext uri="{FF2B5EF4-FFF2-40B4-BE49-F238E27FC236}">
                  <a16:creationId xmlns:a16="http://schemas.microsoft.com/office/drawing/2014/main" id="{31C9F76F-B32C-7576-A01B-A816EDB64D02}"/>
                </a:ext>
              </a:extLst>
            </p:cNvPr>
            <p:cNvSpPr/>
            <p:nvPr/>
          </p:nvSpPr>
          <p:spPr>
            <a:xfrm>
              <a:off x="727713" y="3298403"/>
              <a:ext cx="95596" cy="95596"/>
            </a:xfrm>
            <a:custGeom>
              <a:avLst/>
              <a:gdLst>
                <a:gd name="connsiteX0" fmla="*/ 0 w 95596"/>
                <a:gd name="connsiteY0" fmla="*/ 0 h 95596"/>
                <a:gd name="connsiteX1" fmla="*/ 95597 w 95596"/>
                <a:gd name="connsiteY1" fmla="*/ 0 h 95596"/>
                <a:gd name="connsiteX2" fmla="*/ 95597 w 95596"/>
                <a:gd name="connsiteY2" fmla="*/ 95597 h 95596"/>
                <a:gd name="connsiteX3" fmla="*/ 0 w 95596"/>
                <a:gd name="connsiteY3" fmla="*/ 95597 h 95596"/>
              </a:gdLst>
              <a:ahLst/>
              <a:cxnLst>
                <a:cxn ang="0">
                  <a:pos x="connsiteX0" y="connsiteY0"/>
                </a:cxn>
                <a:cxn ang="0">
                  <a:pos x="connsiteX1" y="connsiteY1"/>
                </a:cxn>
                <a:cxn ang="0">
                  <a:pos x="connsiteX2" y="connsiteY2"/>
                </a:cxn>
                <a:cxn ang="0">
                  <a:pos x="connsiteX3" y="connsiteY3"/>
                </a:cxn>
              </a:cxnLst>
              <a:rect l="l" t="t" r="r" b="b"/>
              <a:pathLst>
                <a:path w="95596" h="95596">
                  <a:moveTo>
                    <a:pt x="0" y="0"/>
                  </a:moveTo>
                  <a:lnTo>
                    <a:pt x="95597" y="0"/>
                  </a:lnTo>
                  <a:lnTo>
                    <a:pt x="95597" y="95597"/>
                  </a:lnTo>
                  <a:lnTo>
                    <a:pt x="0" y="95597"/>
                  </a:lnTo>
                  <a:close/>
                </a:path>
              </a:pathLst>
            </a:custGeom>
            <a:grpFill/>
            <a:ln w="0" cap="flat">
              <a:noFill/>
              <a:prstDash val="solid"/>
              <a:miter/>
            </a:ln>
          </p:spPr>
          <p:txBody>
            <a:bodyPr rtlCol="0" anchor="ctr"/>
            <a:lstStyle/>
            <a:p>
              <a:endParaRPr lang="en-US"/>
            </a:p>
          </p:txBody>
        </p:sp>
      </p:grpSp>
      <p:grpSp>
        <p:nvGrpSpPr>
          <p:cNvPr id="38" name="Graphic 10">
            <a:extLst>
              <a:ext uri="{FF2B5EF4-FFF2-40B4-BE49-F238E27FC236}">
                <a16:creationId xmlns:a16="http://schemas.microsoft.com/office/drawing/2014/main" id="{D8ED4331-9B2A-CABE-5990-6C8D8CA1809D}"/>
              </a:ext>
            </a:extLst>
          </p:cNvPr>
          <p:cNvGrpSpPr>
            <a:grpSpLocks noChangeAspect="1"/>
          </p:cNvGrpSpPr>
          <p:nvPr/>
        </p:nvGrpSpPr>
        <p:grpSpPr>
          <a:xfrm>
            <a:off x="5682932" y="2629705"/>
            <a:ext cx="822960" cy="690035"/>
            <a:chOff x="6464352" y="1161844"/>
            <a:chExt cx="725884" cy="608638"/>
          </a:xfrm>
          <a:solidFill>
            <a:schemeClr val="accent2"/>
          </a:solidFill>
        </p:grpSpPr>
        <p:sp>
          <p:nvSpPr>
            <p:cNvPr id="39" name="Freeform 38">
              <a:extLst>
                <a:ext uri="{FF2B5EF4-FFF2-40B4-BE49-F238E27FC236}">
                  <a16:creationId xmlns:a16="http://schemas.microsoft.com/office/drawing/2014/main" id="{2694601D-35F2-B801-F057-469DB13DA767}"/>
                </a:ext>
              </a:extLst>
            </p:cNvPr>
            <p:cNvSpPr/>
            <p:nvPr/>
          </p:nvSpPr>
          <p:spPr>
            <a:xfrm>
              <a:off x="6464352" y="1161844"/>
              <a:ext cx="725884" cy="608638"/>
            </a:xfrm>
            <a:custGeom>
              <a:avLst/>
              <a:gdLst>
                <a:gd name="connsiteX0" fmla="*/ 664396 w 725884"/>
                <a:gd name="connsiteY0" fmla="*/ 521 h 608638"/>
                <a:gd name="connsiteX1" fmla="*/ 58884 w 725884"/>
                <a:gd name="connsiteY1" fmla="*/ 521 h 608638"/>
                <a:gd name="connsiteX2" fmla="*/ 0 w 725884"/>
                <a:gd name="connsiteY2" fmla="*/ 57842 h 608638"/>
                <a:gd name="connsiteX3" fmla="*/ 0 w 725884"/>
                <a:gd name="connsiteY3" fmla="*/ 424692 h 608638"/>
                <a:gd name="connsiteX4" fmla="*/ 58884 w 725884"/>
                <a:gd name="connsiteY4" fmla="*/ 482534 h 608638"/>
                <a:gd name="connsiteX5" fmla="*/ 317347 w 725884"/>
                <a:gd name="connsiteY5" fmla="*/ 482534 h 608638"/>
                <a:gd name="connsiteX6" fmla="*/ 305361 w 725884"/>
                <a:gd name="connsiteY6" fmla="*/ 573725 h 608638"/>
                <a:gd name="connsiteX7" fmla="*/ 249604 w 725884"/>
                <a:gd name="connsiteY7" fmla="*/ 598738 h 608638"/>
                <a:gd name="connsiteX8" fmla="*/ 252731 w 725884"/>
                <a:gd name="connsiteY8" fmla="*/ 608639 h 608638"/>
                <a:gd name="connsiteX9" fmla="*/ 473154 w 725884"/>
                <a:gd name="connsiteY9" fmla="*/ 608639 h 608638"/>
                <a:gd name="connsiteX10" fmla="*/ 476281 w 725884"/>
                <a:gd name="connsiteY10" fmla="*/ 598738 h 608638"/>
                <a:gd name="connsiteX11" fmla="*/ 420523 w 725884"/>
                <a:gd name="connsiteY11" fmla="*/ 573725 h 608638"/>
                <a:gd name="connsiteX12" fmla="*/ 411665 w 725884"/>
                <a:gd name="connsiteY12" fmla="*/ 482534 h 608638"/>
                <a:gd name="connsiteX13" fmla="*/ 665438 w 725884"/>
                <a:gd name="connsiteY13" fmla="*/ 482534 h 608638"/>
                <a:gd name="connsiteX14" fmla="*/ 725885 w 725884"/>
                <a:gd name="connsiteY14" fmla="*/ 423650 h 608638"/>
                <a:gd name="connsiteX15" fmla="*/ 725885 w 725884"/>
                <a:gd name="connsiteY15" fmla="*/ 60447 h 608638"/>
                <a:gd name="connsiteX16" fmla="*/ 663875 w 725884"/>
                <a:gd name="connsiteY16" fmla="*/ 0 h 608638"/>
                <a:gd name="connsiteX17" fmla="*/ 675860 w 725884"/>
                <a:gd name="connsiteY17" fmla="*/ 423129 h 608638"/>
                <a:gd name="connsiteX18" fmla="*/ 665959 w 725884"/>
                <a:gd name="connsiteY18" fmla="*/ 431466 h 608638"/>
                <a:gd name="connsiteX19" fmla="*/ 59405 w 725884"/>
                <a:gd name="connsiteY19" fmla="*/ 431466 h 608638"/>
                <a:gd name="connsiteX20" fmla="*/ 50546 w 725884"/>
                <a:gd name="connsiteY20" fmla="*/ 424171 h 608638"/>
                <a:gd name="connsiteX21" fmla="*/ 50546 w 725884"/>
                <a:gd name="connsiteY21" fmla="*/ 57842 h 608638"/>
                <a:gd name="connsiteX22" fmla="*/ 58884 w 725884"/>
                <a:gd name="connsiteY22" fmla="*/ 50546 h 608638"/>
                <a:gd name="connsiteX23" fmla="*/ 664396 w 725884"/>
                <a:gd name="connsiteY23" fmla="*/ 50546 h 608638"/>
                <a:gd name="connsiteX24" fmla="*/ 675860 w 725884"/>
                <a:gd name="connsiteY24" fmla="*/ 60447 h 608638"/>
                <a:gd name="connsiteX25" fmla="*/ 675860 w 725884"/>
                <a:gd name="connsiteY25" fmla="*/ 423129 h 608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25884" h="608638">
                  <a:moveTo>
                    <a:pt x="664396" y="521"/>
                  </a:moveTo>
                  <a:lnTo>
                    <a:pt x="58884" y="521"/>
                  </a:lnTo>
                  <a:cubicBezTo>
                    <a:pt x="26576" y="521"/>
                    <a:pt x="0" y="26055"/>
                    <a:pt x="0" y="57842"/>
                  </a:cubicBezTo>
                  <a:lnTo>
                    <a:pt x="0" y="424692"/>
                  </a:lnTo>
                  <a:cubicBezTo>
                    <a:pt x="0" y="456479"/>
                    <a:pt x="26576" y="482534"/>
                    <a:pt x="58884" y="482534"/>
                  </a:cubicBezTo>
                  <a:lnTo>
                    <a:pt x="317347" y="482534"/>
                  </a:lnTo>
                  <a:lnTo>
                    <a:pt x="305361" y="573725"/>
                  </a:lnTo>
                  <a:cubicBezTo>
                    <a:pt x="305361" y="573725"/>
                    <a:pt x="263153" y="589358"/>
                    <a:pt x="249604" y="598738"/>
                  </a:cubicBezTo>
                  <a:cubicBezTo>
                    <a:pt x="245436" y="601864"/>
                    <a:pt x="246999" y="608639"/>
                    <a:pt x="252731" y="608639"/>
                  </a:cubicBezTo>
                  <a:lnTo>
                    <a:pt x="473154" y="608639"/>
                  </a:lnTo>
                  <a:cubicBezTo>
                    <a:pt x="478365" y="608639"/>
                    <a:pt x="480449" y="601864"/>
                    <a:pt x="476281" y="598738"/>
                  </a:cubicBezTo>
                  <a:cubicBezTo>
                    <a:pt x="463253" y="589879"/>
                    <a:pt x="420523" y="573725"/>
                    <a:pt x="420523" y="573725"/>
                  </a:cubicBezTo>
                  <a:lnTo>
                    <a:pt x="411665" y="482534"/>
                  </a:lnTo>
                  <a:lnTo>
                    <a:pt x="665438" y="482534"/>
                  </a:lnTo>
                  <a:cubicBezTo>
                    <a:pt x="698788" y="482534"/>
                    <a:pt x="725885" y="455958"/>
                    <a:pt x="725885" y="423650"/>
                  </a:cubicBezTo>
                  <a:lnTo>
                    <a:pt x="725885" y="60447"/>
                  </a:lnTo>
                  <a:cubicBezTo>
                    <a:pt x="725885" y="27097"/>
                    <a:pt x="698267" y="0"/>
                    <a:pt x="663875" y="0"/>
                  </a:cubicBezTo>
                  <a:close/>
                  <a:moveTo>
                    <a:pt x="675860" y="423129"/>
                  </a:moveTo>
                  <a:cubicBezTo>
                    <a:pt x="675860" y="427819"/>
                    <a:pt x="671170" y="431466"/>
                    <a:pt x="665959" y="431466"/>
                  </a:cubicBezTo>
                  <a:lnTo>
                    <a:pt x="59405" y="431466"/>
                  </a:lnTo>
                  <a:cubicBezTo>
                    <a:pt x="54715" y="431466"/>
                    <a:pt x="50546" y="428340"/>
                    <a:pt x="50546" y="424171"/>
                  </a:cubicBezTo>
                  <a:lnTo>
                    <a:pt x="50546" y="57842"/>
                  </a:lnTo>
                  <a:cubicBezTo>
                    <a:pt x="50546" y="53673"/>
                    <a:pt x="54194" y="50546"/>
                    <a:pt x="58884" y="50546"/>
                  </a:cubicBezTo>
                  <a:lnTo>
                    <a:pt x="664396" y="50546"/>
                  </a:lnTo>
                  <a:cubicBezTo>
                    <a:pt x="670649" y="50546"/>
                    <a:pt x="675860" y="55236"/>
                    <a:pt x="675860" y="60447"/>
                  </a:cubicBezTo>
                  <a:lnTo>
                    <a:pt x="675860" y="423129"/>
                  </a:lnTo>
                  <a:close/>
                </a:path>
              </a:pathLst>
            </a:custGeom>
            <a:grpFill/>
            <a:ln w="0" cap="flat">
              <a:noFill/>
              <a:prstDash val="solid"/>
              <a:miter/>
            </a:ln>
          </p:spPr>
          <p:txBody>
            <a:bodyPr rtlCol="0" anchor="ctr"/>
            <a:lstStyle/>
            <a:p>
              <a:endParaRPr lang="en-US"/>
            </a:p>
          </p:txBody>
        </p:sp>
        <p:grpSp>
          <p:nvGrpSpPr>
            <p:cNvPr id="40" name="Graphic 10">
              <a:extLst>
                <a:ext uri="{FF2B5EF4-FFF2-40B4-BE49-F238E27FC236}">
                  <a16:creationId xmlns:a16="http://schemas.microsoft.com/office/drawing/2014/main" id="{E40E4B36-7ABF-4A50-06E3-ED8B046ED6A1}"/>
                </a:ext>
              </a:extLst>
            </p:cNvPr>
            <p:cNvGrpSpPr/>
            <p:nvPr/>
          </p:nvGrpSpPr>
          <p:grpSpPr>
            <a:xfrm>
              <a:off x="6632665" y="1274921"/>
              <a:ext cx="407496" cy="261589"/>
              <a:chOff x="6632665" y="1274921"/>
              <a:chExt cx="407496" cy="261589"/>
            </a:xfrm>
            <a:grpFill/>
          </p:grpSpPr>
          <p:sp>
            <p:nvSpPr>
              <p:cNvPr id="41" name="Freeform 40">
                <a:extLst>
                  <a:ext uri="{FF2B5EF4-FFF2-40B4-BE49-F238E27FC236}">
                    <a16:creationId xmlns:a16="http://schemas.microsoft.com/office/drawing/2014/main" id="{0EA1C411-6800-0075-4129-B1327792CA5C}"/>
                  </a:ext>
                </a:extLst>
              </p:cNvPr>
              <p:cNvSpPr/>
              <p:nvPr/>
            </p:nvSpPr>
            <p:spPr>
              <a:xfrm>
                <a:off x="6661325" y="1357776"/>
                <a:ext cx="15632" cy="170919"/>
              </a:xfrm>
              <a:custGeom>
                <a:avLst/>
                <a:gdLst>
                  <a:gd name="connsiteX0" fmla="*/ 0 w 15632"/>
                  <a:gd name="connsiteY0" fmla="*/ 0 h 170919"/>
                  <a:gd name="connsiteX1" fmla="*/ 0 w 15632"/>
                  <a:gd name="connsiteY1" fmla="*/ 170919 h 170919"/>
                  <a:gd name="connsiteX2" fmla="*/ 15633 w 15632"/>
                  <a:gd name="connsiteY2" fmla="*/ 170919 h 170919"/>
                  <a:gd name="connsiteX3" fmla="*/ 15633 w 15632"/>
                  <a:gd name="connsiteY3" fmla="*/ 0 h 170919"/>
                  <a:gd name="connsiteX4" fmla="*/ 7816 w 15632"/>
                  <a:gd name="connsiteY4" fmla="*/ 521 h 170919"/>
                  <a:gd name="connsiteX5" fmla="*/ 0 w 15632"/>
                  <a:gd name="connsiteY5" fmla="*/ 0 h 170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32" h="170919">
                    <a:moveTo>
                      <a:pt x="0" y="0"/>
                    </a:moveTo>
                    <a:lnTo>
                      <a:pt x="0" y="170919"/>
                    </a:lnTo>
                    <a:lnTo>
                      <a:pt x="15633" y="170919"/>
                    </a:lnTo>
                    <a:lnTo>
                      <a:pt x="15633" y="0"/>
                    </a:lnTo>
                    <a:cubicBezTo>
                      <a:pt x="15633" y="0"/>
                      <a:pt x="10422" y="521"/>
                      <a:pt x="7816" y="521"/>
                    </a:cubicBezTo>
                    <a:cubicBezTo>
                      <a:pt x="5211" y="521"/>
                      <a:pt x="2605" y="521"/>
                      <a:pt x="0" y="0"/>
                    </a:cubicBezTo>
                    <a:close/>
                  </a:path>
                </a:pathLst>
              </a:custGeom>
              <a:grpFill/>
              <a:ln w="0" cap="flat">
                <a:noFill/>
                <a:prstDash val="solid"/>
                <a:miter/>
              </a:ln>
            </p:spPr>
            <p:txBody>
              <a:bodyPr rtlCol="0" anchor="ctr"/>
              <a:lstStyle/>
              <a:p>
                <a:endParaRPr lang="en-US"/>
              </a:p>
            </p:txBody>
          </p:sp>
          <p:sp>
            <p:nvSpPr>
              <p:cNvPr id="42" name="Freeform 41">
                <a:extLst>
                  <a:ext uri="{FF2B5EF4-FFF2-40B4-BE49-F238E27FC236}">
                    <a16:creationId xmlns:a16="http://schemas.microsoft.com/office/drawing/2014/main" id="{A4BD38A1-37F3-437D-8866-9242B2908379}"/>
                  </a:ext>
                </a:extLst>
              </p:cNvPr>
              <p:cNvSpPr/>
              <p:nvPr/>
            </p:nvSpPr>
            <p:spPr>
              <a:xfrm>
                <a:off x="6782219" y="1277006"/>
                <a:ext cx="15632" cy="68784"/>
              </a:xfrm>
              <a:custGeom>
                <a:avLst/>
                <a:gdLst>
                  <a:gd name="connsiteX0" fmla="*/ 15633 w 15632"/>
                  <a:gd name="connsiteY0" fmla="*/ 68263 h 68784"/>
                  <a:gd name="connsiteX1" fmla="*/ 15633 w 15632"/>
                  <a:gd name="connsiteY1" fmla="*/ 0 h 68784"/>
                  <a:gd name="connsiteX2" fmla="*/ 0 w 15632"/>
                  <a:gd name="connsiteY2" fmla="*/ 0 h 68784"/>
                  <a:gd name="connsiteX3" fmla="*/ 0 w 15632"/>
                  <a:gd name="connsiteY3" fmla="*/ 67742 h 68784"/>
                  <a:gd name="connsiteX4" fmla="*/ 6774 w 15632"/>
                  <a:gd name="connsiteY4" fmla="*/ 67742 h 68784"/>
                  <a:gd name="connsiteX5" fmla="*/ 15633 w 15632"/>
                  <a:gd name="connsiteY5" fmla="*/ 68785 h 68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32" h="68784">
                    <a:moveTo>
                      <a:pt x="15633" y="68263"/>
                    </a:moveTo>
                    <a:lnTo>
                      <a:pt x="15633" y="0"/>
                    </a:lnTo>
                    <a:lnTo>
                      <a:pt x="0" y="0"/>
                    </a:lnTo>
                    <a:lnTo>
                      <a:pt x="0" y="67742"/>
                    </a:lnTo>
                    <a:cubicBezTo>
                      <a:pt x="0" y="67742"/>
                      <a:pt x="4169" y="67742"/>
                      <a:pt x="6774" y="67742"/>
                    </a:cubicBezTo>
                    <a:cubicBezTo>
                      <a:pt x="9901" y="67742"/>
                      <a:pt x="13027" y="67742"/>
                      <a:pt x="15633" y="68785"/>
                    </a:cubicBezTo>
                    <a:close/>
                  </a:path>
                </a:pathLst>
              </a:custGeom>
              <a:grpFill/>
              <a:ln w="0" cap="flat">
                <a:noFill/>
                <a:prstDash val="solid"/>
                <a:miter/>
              </a:ln>
            </p:spPr>
            <p:txBody>
              <a:bodyPr rtlCol="0" anchor="ctr"/>
              <a:lstStyle/>
              <a:p>
                <a:endParaRPr lang="en-US"/>
              </a:p>
            </p:txBody>
          </p:sp>
          <p:sp>
            <p:nvSpPr>
              <p:cNvPr id="43" name="Freeform 42">
                <a:extLst>
                  <a:ext uri="{FF2B5EF4-FFF2-40B4-BE49-F238E27FC236}">
                    <a16:creationId xmlns:a16="http://schemas.microsoft.com/office/drawing/2014/main" id="{C71243AD-FDFA-9BF7-CBE8-BF9880607BD1}"/>
                  </a:ext>
                </a:extLst>
              </p:cNvPr>
              <p:cNvSpPr/>
              <p:nvPr/>
            </p:nvSpPr>
            <p:spPr>
              <a:xfrm>
                <a:off x="6782219" y="1436982"/>
                <a:ext cx="15632" cy="91712"/>
              </a:xfrm>
              <a:custGeom>
                <a:avLst/>
                <a:gdLst>
                  <a:gd name="connsiteX0" fmla="*/ 0 w 15632"/>
                  <a:gd name="connsiteY0" fmla="*/ 521 h 91712"/>
                  <a:gd name="connsiteX1" fmla="*/ 0 w 15632"/>
                  <a:gd name="connsiteY1" fmla="*/ 91713 h 91712"/>
                  <a:gd name="connsiteX2" fmla="*/ 15633 w 15632"/>
                  <a:gd name="connsiteY2" fmla="*/ 91713 h 91712"/>
                  <a:gd name="connsiteX3" fmla="*/ 15633 w 15632"/>
                  <a:gd name="connsiteY3" fmla="*/ 0 h 91712"/>
                  <a:gd name="connsiteX4" fmla="*/ 6774 w 15632"/>
                  <a:gd name="connsiteY4" fmla="*/ 1042 h 91712"/>
                  <a:gd name="connsiteX5" fmla="*/ 0 w 15632"/>
                  <a:gd name="connsiteY5" fmla="*/ 1042 h 91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32" h="91712">
                    <a:moveTo>
                      <a:pt x="0" y="521"/>
                    </a:moveTo>
                    <a:lnTo>
                      <a:pt x="0" y="91713"/>
                    </a:lnTo>
                    <a:lnTo>
                      <a:pt x="15633" y="91713"/>
                    </a:lnTo>
                    <a:lnTo>
                      <a:pt x="15633" y="0"/>
                    </a:lnTo>
                    <a:cubicBezTo>
                      <a:pt x="12506" y="521"/>
                      <a:pt x="9901" y="1042"/>
                      <a:pt x="6774" y="1042"/>
                    </a:cubicBezTo>
                    <a:cubicBezTo>
                      <a:pt x="4690" y="1042"/>
                      <a:pt x="2084" y="1042"/>
                      <a:pt x="0" y="1042"/>
                    </a:cubicBezTo>
                    <a:close/>
                  </a:path>
                </a:pathLst>
              </a:custGeom>
              <a:grpFill/>
              <a:ln w="0" cap="flat">
                <a:noFill/>
                <a:prstDash val="solid"/>
                <a:miter/>
              </a:ln>
            </p:spPr>
            <p:txBody>
              <a:bodyPr rtlCol="0" anchor="ctr"/>
              <a:lstStyle/>
              <a:p>
                <a:endParaRPr lang="en-US"/>
              </a:p>
            </p:txBody>
          </p:sp>
          <p:sp>
            <p:nvSpPr>
              <p:cNvPr id="44" name="Freeform 43">
                <a:extLst>
                  <a:ext uri="{FF2B5EF4-FFF2-40B4-BE49-F238E27FC236}">
                    <a16:creationId xmlns:a16="http://schemas.microsoft.com/office/drawing/2014/main" id="{A7E60E2E-3ACA-786D-8729-128EA41DC393}"/>
                  </a:ext>
                </a:extLst>
              </p:cNvPr>
              <p:cNvSpPr/>
              <p:nvPr/>
            </p:nvSpPr>
            <p:spPr>
              <a:xfrm>
                <a:off x="6885917" y="1277006"/>
                <a:ext cx="15632" cy="177172"/>
              </a:xfrm>
              <a:custGeom>
                <a:avLst/>
                <a:gdLst>
                  <a:gd name="connsiteX0" fmla="*/ 15633 w 15632"/>
                  <a:gd name="connsiteY0" fmla="*/ 177172 h 177172"/>
                  <a:gd name="connsiteX1" fmla="*/ 15633 w 15632"/>
                  <a:gd name="connsiteY1" fmla="*/ 0 h 177172"/>
                  <a:gd name="connsiteX2" fmla="*/ 0 w 15632"/>
                  <a:gd name="connsiteY2" fmla="*/ 0 h 177172"/>
                  <a:gd name="connsiteX3" fmla="*/ 0 w 15632"/>
                  <a:gd name="connsiteY3" fmla="*/ 177172 h 177172"/>
                  <a:gd name="connsiteX4" fmla="*/ 8859 w 15632"/>
                  <a:gd name="connsiteY4" fmla="*/ 176130 h 177172"/>
                  <a:gd name="connsiteX5" fmla="*/ 15633 w 15632"/>
                  <a:gd name="connsiteY5" fmla="*/ 176130 h 17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32" h="177172">
                    <a:moveTo>
                      <a:pt x="15633" y="177172"/>
                    </a:moveTo>
                    <a:lnTo>
                      <a:pt x="15633" y="0"/>
                    </a:lnTo>
                    <a:lnTo>
                      <a:pt x="0" y="0"/>
                    </a:lnTo>
                    <a:lnTo>
                      <a:pt x="0" y="177172"/>
                    </a:lnTo>
                    <a:cubicBezTo>
                      <a:pt x="3127" y="176651"/>
                      <a:pt x="5732" y="176130"/>
                      <a:pt x="8859" y="176130"/>
                    </a:cubicBezTo>
                    <a:cubicBezTo>
                      <a:pt x="10943" y="176130"/>
                      <a:pt x="13548" y="176130"/>
                      <a:pt x="15633" y="176130"/>
                    </a:cubicBezTo>
                    <a:close/>
                  </a:path>
                </a:pathLst>
              </a:custGeom>
              <a:grpFill/>
              <a:ln w="0" cap="flat">
                <a:noFill/>
                <a:prstDash val="solid"/>
                <a:miter/>
              </a:ln>
            </p:spPr>
            <p:txBody>
              <a:bodyPr rtlCol="0" anchor="ctr"/>
              <a:lstStyle/>
              <a:p>
                <a:endParaRPr lang="en-US"/>
              </a:p>
            </p:txBody>
          </p:sp>
          <p:sp>
            <p:nvSpPr>
              <p:cNvPr id="45" name="Freeform 44">
                <a:extLst>
                  <a:ext uri="{FF2B5EF4-FFF2-40B4-BE49-F238E27FC236}">
                    <a16:creationId xmlns:a16="http://schemas.microsoft.com/office/drawing/2014/main" id="{D33A432B-18C8-068E-3E6D-C8C5C6C3DCC1}"/>
                  </a:ext>
                </a:extLst>
              </p:cNvPr>
              <p:cNvSpPr/>
              <p:nvPr/>
            </p:nvSpPr>
            <p:spPr>
              <a:xfrm>
                <a:off x="6996389" y="1277006"/>
                <a:ext cx="15632" cy="45335"/>
              </a:xfrm>
              <a:custGeom>
                <a:avLst/>
                <a:gdLst>
                  <a:gd name="connsiteX0" fmla="*/ 15633 w 15632"/>
                  <a:gd name="connsiteY0" fmla="*/ 45335 h 45335"/>
                  <a:gd name="connsiteX1" fmla="*/ 15633 w 15632"/>
                  <a:gd name="connsiteY1" fmla="*/ 0 h 45335"/>
                  <a:gd name="connsiteX2" fmla="*/ 0 w 15632"/>
                  <a:gd name="connsiteY2" fmla="*/ 0 h 45335"/>
                  <a:gd name="connsiteX3" fmla="*/ 0 w 15632"/>
                  <a:gd name="connsiteY3" fmla="*/ 45335 h 45335"/>
                  <a:gd name="connsiteX4" fmla="*/ 7816 w 15632"/>
                  <a:gd name="connsiteY4" fmla="*/ 44814 h 45335"/>
                  <a:gd name="connsiteX5" fmla="*/ 15633 w 15632"/>
                  <a:gd name="connsiteY5" fmla="*/ 45335 h 4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32" h="45335">
                    <a:moveTo>
                      <a:pt x="15633" y="45335"/>
                    </a:moveTo>
                    <a:lnTo>
                      <a:pt x="15633" y="0"/>
                    </a:lnTo>
                    <a:lnTo>
                      <a:pt x="0" y="0"/>
                    </a:lnTo>
                    <a:lnTo>
                      <a:pt x="0" y="45335"/>
                    </a:lnTo>
                    <a:cubicBezTo>
                      <a:pt x="0" y="45335"/>
                      <a:pt x="5211" y="44814"/>
                      <a:pt x="7816" y="44814"/>
                    </a:cubicBezTo>
                    <a:cubicBezTo>
                      <a:pt x="10422" y="44814"/>
                      <a:pt x="13027" y="44814"/>
                      <a:pt x="15633" y="45335"/>
                    </a:cubicBezTo>
                    <a:close/>
                  </a:path>
                </a:pathLst>
              </a:custGeom>
              <a:grpFill/>
              <a:ln w="0" cap="flat">
                <a:noFill/>
                <a:prstDash val="solid"/>
                <a:miter/>
              </a:ln>
            </p:spPr>
            <p:txBody>
              <a:bodyPr rtlCol="0" anchor="ctr"/>
              <a:lstStyle/>
              <a:p>
                <a:endParaRPr lang="en-US"/>
              </a:p>
            </p:txBody>
          </p:sp>
          <p:sp>
            <p:nvSpPr>
              <p:cNvPr id="46" name="Freeform 45">
                <a:extLst>
                  <a:ext uri="{FF2B5EF4-FFF2-40B4-BE49-F238E27FC236}">
                    <a16:creationId xmlns:a16="http://schemas.microsoft.com/office/drawing/2014/main" id="{1A2264C7-F6C1-1C1C-A199-8D29B94098C7}"/>
                  </a:ext>
                </a:extLst>
              </p:cNvPr>
              <p:cNvSpPr/>
              <p:nvPr/>
            </p:nvSpPr>
            <p:spPr>
              <a:xfrm>
                <a:off x="6996389" y="1414575"/>
                <a:ext cx="15632" cy="114119"/>
              </a:xfrm>
              <a:custGeom>
                <a:avLst/>
                <a:gdLst>
                  <a:gd name="connsiteX0" fmla="*/ 0 w 15632"/>
                  <a:gd name="connsiteY0" fmla="*/ 0 h 114119"/>
                  <a:gd name="connsiteX1" fmla="*/ 0 w 15632"/>
                  <a:gd name="connsiteY1" fmla="*/ 114120 h 114119"/>
                  <a:gd name="connsiteX2" fmla="*/ 15633 w 15632"/>
                  <a:gd name="connsiteY2" fmla="*/ 114120 h 114119"/>
                  <a:gd name="connsiteX3" fmla="*/ 15633 w 15632"/>
                  <a:gd name="connsiteY3" fmla="*/ 0 h 114119"/>
                  <a:gd name="connsiteX4" fmla="*/ 7816 w 15632"/>
                  <a:gd name="connsiteY4" fmla="*/ 521 h 114119"/>
                  <a:gd name="connsiteX5" fmla="*/ 0 w 15632"/>
                  <a:gd name="connsiteY5" fmla="*/ 0 h 114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32" h="114119">
                    <a:moveTo>
                      <a:pt x="0" y="0"/>
                    </a:moveTo>
                    <a:lnTo>
                      <a:pt x="0" y="114120"/>
                    </a:lnTo>
                    <a:lnTo>
                      <a:pt x="15633" y="114120"/>
                    </a:lnTo>
                    <a:lnTo>
                      <a:pt x="15633" y="0"/>
                    </a:lnTo>
                    <a:cubicBezTo>
                      <a:pt x="13027" y="521"/>
                      <a:pt x="10422" y="521"/>
                      <a:pt x="7816" y="521"/>
                    </a:cubicBezTo>
                    <a:cubicBezTo>
                      <a:pt x="5211" y="521"/>
                      <a:pt x="2605" y="521"/>
                      <a:pt x="0" y="0"/>
                    </a:cubicBezTo>
                    <a:close/>
                  </a:path>
                </a:pathLst>
              </a:custGeom>
              <a:grpFill/>
              <a:ln w="0" cap="flat">
                <a:noFill/>
                <a:prstDash val="solid"/>
                <a:miter/>
              </a:ln>
            </p:spPr>
            <p:txBody>
              <a:bodyPr rtlCol="0" anchor="ctr"/>
              <a:lstStyle/>
              <a:p>
                <a:endParaRPr lang="en-US"/>
              </a:p>
            </p:txBody>
          </p:sp>
          <p:sp>
            <p:nvSpPr>
              <p:cNvPr id="47" name="Freeform 46">
                <a:extLst>
                  <a:ext uri="{FF2B5EF4-FFF2-40B4-BE49-F238E27FC236}">
                    <a16:creationId xmlns:a16="http://schemas.microsoft.com/office/drawing/2014/main" id="{94CE99E8-7897-BBAA-15EE-626962638FC5}"/>
                  </a:ext>
                </a:extLst>
              </p:cNvPr>
              <p:cNvSpPr/>
              <p:nvPr/>
            </p:nvSpPr>
            <p:spPr>
              <a:xfrm>
                <a:off x="6632665" y="1274921"/>
                <a:ext cx="72953" cy="73474"/>
              </a:xfrm>
              <a:custGeom>
                <a:avLst/>
                <a:gdLst>
                  <a:gd name="connsiteX0" fmla="*/ 36477 w 72953"/>
                  <a:gd name="connsiteY0" fmla="*/ 0 h 73474"/>
                  <a:gd name="connsiteX1" fmla="*/ 0 w 72953"/>
                  <a:gd name="connsiteY1" fmla="*/ 36477 h 73474"/>
                  <a:gd name="connsiteX2" fmla="*/ 28660 w 72953"/>
                  <a:gd name="connsiteY2" fmla="*/ 72432 h 73474"/>
                  <a:gd name="connsiteX3" fmla="*/ 36477 w 72953"/>
                  <a:gd name="connsiteY3" fmla="*/ 73474 h 73474"/>
                  <a:gd name="connsiteX4" fmla="*/ 44293 w 72953"/>
                  <a:gd name="connsiteY4" fmla="*/ 72432 h 73474"/>
                  <a:gd name="connsiteX5" fmla="*/ 72953 w 72953"/>
                  <a:gd name="connsiteY5" fmla="*/ 36477 h 73474"/>
                  <a:gd name="connsiteX6" fmla="*/ 36477 w 72953"/>
                  <a:gd name="connsiteY6" fmla="*/ 0 h 73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953" h="73474">
                    <a:moveTo>
                      <a:pt x="36477" y="0"/>
                    </a:moveTo>
                    <a:cubicBezTo>
                      <a:pt x="16154" y="0"/>
                      <a:pt x="0" y="16675"/>
                      <a:pt x="0" y="36477"/>
                    </a:cubicBezTo>
                    <a:cubicBezTo>
                      <a:pt x="0" y="53673"/>
                      <a:pt x="12506" y="68785"/>
                      <a:pt x="28660" y="72432"/>
                    </a:cubicBezTo>
                    <a:cubicBezTo>
                      <a:pt x="31266" y="72953"/>
                      <a:pt x="33871" y="73474"/>
                      <a:pt x="36477" y="73474"/>
                    </a:cubicBezTo>
                    <a:cubicBezTo>
                      <a:pt x="39082" y="73474"/>
                      <a:pt x="41688" y="73474"/>
                      <a:pt x="44293" y="72432"/>
                    </a:cubicBezTo>
                    <a:cubicBezTo>
                      <a:pt x="60968" y="68785"/>
                      <a:pt x="72953" y="54194"/>
                      <a:pt x="72953" y="36477"/>
                    </a:cubicBezTo>
                    <a:cubicBezTo>
                      <a:pt x="72953" y="16154"/>
                      <a:pt x="56278" y="0"/>
                      <a:pt x="36477" y="0"/>
                    </a:cubicBezTo>
                    <a:close/>
                  </a:path>
                </a:pathLst>
              </a:custGeom>
              <a:grpFill/>
              <a:ln w="0" cap="flat">
                <a:noFill/>
                <a:prstDash val="solid"/>
                <a:miter/>
              </a:ln>
            </p:spPr>
            <p:txBody>
              <a:bodyPr rtlCol="0" anchor="ctr"/>
              <a:lstStyle/>
              <a:p>
                <a:endParaRPr lang="en-US"/>
              </a:p>
            </p:txBody>
          </p:sp>
          <p:sp>
            <p:nvSpPr>
              <p:cNvPr id="48" name="Freeform 47">
                <a:extLst>
                  <a:ext uri="{FF2B5EF4-FFF2-40B4-BE49-F238E27FC236}">
                    <a16:creationId xmlns:a16="http://schemas.microsoft.com/office/drawing/2014/main" id="{31005745-36A6-8C23-4A01-CC918A3F1CD9}"/>
                  </a:ext>
                </a:extLst>
              </p:cNvPr>
              <p:cNvSpPr/>
              <p:nvPr/>
            </p:nvSpPr>
            <p:spPr>
              <a:xfrm>
                <a:off x="6753038" y="1355170"/>
                <a:ext cx="71911" cy="71911"/>
              </a:xfrm>
              <a:custGeom>
                <a:avLst/>
                <a:gdLst>
                  <a:gd name="connsiteX0" fmla="*/ 44814 w 71911"/>
                  <a:gd name="connsiteY0" fmla="*/ 1042 h 71911"/>
                  <a:gd name="connsiteX1" fmla="*/ 35956 w 71911"/>
                  <a:gd name="connsiteY1" fmla="*/ 0 h 71911"/>
                  <a:gd name="connsiteX2" fmla="*/ 29181 w 71911"/>
                  <a:gd name="connsiteY2" fmla="*/ 521 h 71911"/>
                  <a:gd name="connsiteX3" fmla="*/ 0 w 71911"/>
                  <a:gd name="connsiteY3" fmla="*/ 35956 h 71911"/>
                  <a:gd name="connsiteX4" fmla="*/ 29181 w 71911"/>
                  <a:gd name="connsiteY4" fmla="*/ 71390 h 71911"/>
                  <a:gd name="connsiteX5" fmla="*/ 35956 w 71911"/>
                  <a:gd name="connsiteY5" fmla="*/ 71911 h 71911"/>
                  <a:gd name="connsiteX6" fmla="*/ 44814 w 71911"/>
                  <a:gd name="connsiteY6" fmla="*/ 70869 h 71911"/>
                  <a:gd name="connsiteX7" fmla="*/ 71911 w 71911"/>
                  <a:gd name="connsiteY7" fmla="*/ 35956 h 71911"/>
                  <a:gd name="connsiteX8" fmla="*/ 44814 w 71911"/>
                  <a:gd name="connsiteY8" fmla="*/ 1042 h 71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911" h="71911">
                    <a:moveTo>
                      <a:pt x="44814" y="1042"/>
                    </a:moveTo>
                    <a:cubicBezTo>
                      <a:pt x="42209" y="0"/>
                      <a:pt x="39082" y="0"/>
                      <a:pt x="35956" y="0"/>
                    </a:cubicBezTo>
                    <a:cubicBezTo>
                      <a:pt x="33871" y="0"/>
                      <a:pt x="31266" y="0"/>
                      <a:pt x="29181" y="521"/>
                    </a:cubicBezTo>
                    <a:cubicBezTo>
                      <a:pt x="12506" y="3648"/>
                      <a:pt x="0" y="18238"/>
                      <a:pt x="0" y="35956"/>
                    </a:cubicBezTo>
                    <a:cubicBezTo>
                      <a:pt x="0" y="53673"/>
                      <a:pt x="12506" y="68263"/>
                      <a:pt x="29181" y="71390"/>
                    </a:cubicBezTo>
                    <a:cubicBezTo>
                      <a:pt x="31266" y="71390"/>
                      <a:pt x="33350" y="71911"/>
                      <a:pt x="35956" y="71911"/>
                    </a:cubicBezTo>
                    <a:cubicBezTo>
                      <a:pt x="39082" y="71911"/>
                      <a:pt x="42209" y="71911"/>
                      <a:pt x="44814" y="70869"/>
                    </a:cubicBezTo>
                    <a:cubicBezTo>
                      <a:pt x="60447" y="66700"/>
                      <a:pt x="71911" y="52631"/>
                      <a:pt x="71911" y="35956"/>
                    </a:cubicBezTo>
                    <a:cubicBezTo>
                      <a:pt x="71911" y="19280"/>
                      <a:pt x="60447" y="5211"/>
                      <a:pt x="44814" y="1042"/>
                    </a:cubicBezTo>
                    <a:close/>
                  </a:path>
                </a:pathLst>
              </a:custGeom>
              <a:grpFill/>
              <a:ln w="0" cap="flat">
                <a:noFill/>
                <a:prstDash val="solid"/>
                <a:miter/>
              </a:ln>
            </p:spPr>
            <p:txBody>
              <a:bodyPr rtlCol="0" anchor="ctr"/>
              <a:lstStyle/>
              <a:p>
                <a:endParaRPr lang="en-US"/>
              </a:p>
            </p:txBody>
          </p:sp>
          <p:sp>
            <p:nvSpPr>
              <p:cNvPr id="49" name="Freeform 48">
                <a:extLst>
                  <a:ext uri="{FF2B5EF4-FFF2-40B4-BE49-F238E27FC236}">
                    <a16:creationId xmlns:a16="http://schemas.microsoft.com/office/drawing/2014/main" id="{CD125F54-D0B7-0982-E764-67E5BB66BB2E}"/>
                  </a:ext>
                </a:extLst>
              </p:cNvPr>
              <p:cNvSpPr/>
              <p:nvPr/>
            </p:nvSpPr>
            <p:spPr>
              <a:xfrm>
                <a:off x="6858820" y="1464600"/>
                <a:ext cx="71911" cy="71911"/>
              </a:xfrm>
              <a:custGeom>
                <a:avLst/>
                <a:gdLst>
                  <a:gd name="connsiteX0" fmla="*/ 42730 w 71911"/>
                  <a:gd name="connsiteY0" fmla="*/ 521 h 71911"/>
                  <a:gd name="connsiteX1" fmla="*/ 35956 w 71911"/>
                  <a:gd name="connsiteY1" fmla="*/ 0 h 71911"/>
                  <a:gd name="connsiteX2" fmla="*/ 27097 w 71911"/>
                  <a:gd name="connsiteY2" fmla="*/ 1042 h 71911"/>
                  <a:gd name="connsiteX3" fmla="*/ 0 w 71911"/>
                  <a:gd name="connsiteY3" fmla="*/ 35956 h 71911"/>
                  <a:gd name="connsiteX4" fmla="*/ 35956 w 71911"/>
                  <a:gd name="connsiteY4" fmla="*/ 71911 h 71911"/>
                  <a:gd name="connsiteX5" fmla="*/ 71911 w 71911"/>
                  <a:gd name="connsiteY5" fmla="*/ 35956 h 71911"/>
                  <a:gd name="connsiteX6" fmla="*/ 42730 w 71911"/>
                  <a:gd name="connsiteY6" fmla="*/ 521 h 71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911" h="71911">
                    <a:moveTo>
                      <a:pt x="42730" y="521"/>
                    </a:moveTo>
                    <a:cubicBezTo>
                      <a:pt x="42730" y="521"/>
                      <a:pt x="38561" y="0"/>
                      <a:pt x="35956" y="0"/>
                    </a:cubicBezTo>
                    <a:cubicBezTo>
                      <a:pt x="32829" y="0"/>
                      <a:pt x="29702" y="0"/>
                      <a:pt x="27097" y="1042"/>
                    </a:cubicBezTo>
                    <a:cubicBezTo>
                      <a:pt x="11464" y="5211"/>
                      <a:pt x="0" y="19280"/>
                      <a:pt x="0" y="35956"/>
                    </a:cubicBezTo>
                    <a:cubicBezTo>
                      <a:pt x="0" y="55757"/>
                      <a:pt x="16154" y="71911"/>
                      <a:pt x="35956" y="71911"/>
                    </a:cubicBezTo>
                    <a:cubicBezTo>
                      <a:pt x="55757" y="71911"/>
                      <a:pt x="71911" y="55757"/>
                      <a:pt x="71911" y="35956"/>
                    </a:cubicBezTo>
                    <a:cubicBezTo>
                      <a:pt x="71911" y="18238"/>
                      <a:pt x="59405" y="3648"/>
                      <a:pt x="42730" y="521"/>
                    </a:cubicBezTo>
                    <a:close/>
                  </a:path>
                </a:pathLst>
              </a:custGeom>
              <a:grpFill/>
              <a:ln w="0" cap="flat">
                <a:noFill/>
                <a:prstDash val="solid"/>
                <a:miter/>
              </a:ln>
            </p:spPr>
            <p:txBody>
              <a:bodyPr rtlCol="0" anchor="ctr"/>
              <a:lstStyle/>
              <a:p>
                <a:endParaRPr lang="en-US"/>
              </a:p>
            </p:txBody>
          </p:sp>
          <p:sp>
            <p:nvSpPr>
              <p:cNvPr id="50" name="Freeform 49">
                <a:extLst>
                  <a:ext uri="{FF2B5EF4-FFF2-40B4-BE49-F238E27FC236}">
                    <a16:creationId xmlns:a16="http://schemas.microsoft.com/office/drawing/2014/main" id="{AF8E080A-5F77-8B30-1F89-219B3B3A4DC6}"/>
                  </a:ext>
                </a:extLst>
              </p:cNvPr>
              <p:cNvSpPr/>
              <p:nvPr/>
            </p:nvSpPr>
            <p:spPr>
              <a:xfrm>
                <a:off x="6968250" y="1332242"/>
                <a:ext cx="71911" cy="71911"/>
              </a:xfrm>
              <a:custGeom>
                <a:avLst/>
                <a:gdLst>
                  <a:gd name="connsiteX0" fmla="*/ 43772 w 71911"/>
                  <a:gd name="connsiteY0" fmla="*/ 1042 h 71911"/>
                  <a:gd name="connsiteX1" fmla="*/ 35956 w 71911"/>
                  <a:gd name="connsiteY1" fmla="*/ 0 h 71911"/>
                  <a:gd name="connsiteX2" fmla="*/ 28139 w 71911"/>
                  <a:gd name="connsiteY2" fmla="*/ 1042 h 71911"/>
                  <a:gd name="connsiteX3" fmla="*/ 0 w 71911"/>
                  <a:gd name="connsiteY3" fmla="*/ 35956 h 71911"/>
                  <a:gd name="connsiteX4" fmla="*/ 28139 w 71911"/>
                  <a:gd name="connsiteY4" fmla="*/ 70869 h 71911"/>
                  <a:gd name="connsiteX5" fmla="*/ 35956 w 71911"/>
                  <a:gd name="connsiteY5" fmla="*/ 71911 h 71911"/>
                  <a:gd name="connsiteX6" fmla="*/ 43772 w 71911"/>
                  <a:gd name="connsiteY6" fmla="*/ 70869 h 71911"/>
                  <a:gd name="connsiteX7" fmla="*/ 71911 w 71911"/>
                  <a:gd name="connsiteY7" fmla="*/ 35956 h 71911"/>
                  <a:gd name="connsiteX8" fmla="*/ 43772 w 71911"/>
                  <a:gd name="connsiteY8" fmla="*/ 1042 h 71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911" h="71911">
                    <a:moveTo>
                      <a:pt x="43772" y="1042"/>
                    </a:moveTo>
                    <a:cubicBezTo>
                      <a:pt x="43772" y="1042"/>
                      <a:pt x="38561" y="0"/>
                      <a:pt x="35956" y="0"/>
                    </a:cubicBezTo>
                    <a:cubicBezTo>
                      <a:pt x="33350" y="0"/>
                      <a:pt x="30745" y="0"/>
                      <a:pt x="28139" y="1042"/>
                    </a:cubicBezTo>
                    <a:cubicBezTo>
                      <a:pt x="11985" y="4690"/>
                      <a:pt x="0" y="18759"/>
                      <a:pt x="0" y="35956"/>
                    </a:cubicBezTo>
                    <a:cubicBezTo>
                      <a:pt x="0" y="53152"/>
                      <a:pt x="11985" y="67742"/>
                      <a:pt x="28139" y="70869"/>
                    </a:cubicBezTo>
                    <a:cubicBezTo>
                      <a:pt x="30745" y="71390"/>
                      <a:pt x="33350" y="71911"/>
                      <a:pt x="35956" y="71911"/>
                    </a:cubicBezTo>
                    <a:cubicBezTo>
                      <a:pt x="38561" y="71911"/>
                      <a:pt x="41166" y="71911"/>
                      <a:pt x="43772" y="70869"/>
                    </a:cubicBezTo>
                    <a:cubicBezTo>
                      <a:pt x="59926" y="67221"/>
                      <a:pt x="71911" y="53152"/>
                      <a:pt x="71911" y="35956"/>
                    </a:cubicBezTo>
                    <a:cubicBezTo>
                      <a:pt x="71911" y="18759"/>
                      <a:pt x="59926" y="4690"/>
                      <a:pt x="43772" y="1042"/>
                    </a:cubicBezTo>
                    <a:close/>
                  </a:path>
                </a:pathLst>
              </a:custGeom>
              <a:grpFill/>
              <a:ln w="0" cap="flat">
                <a:noFill/>
                <a:prstDash val="solid"/>
                <a:miter/>
              </a:ln>
            </p:spPr>
            <p:txBody>
              <a:bodyPr rtlCol="0" anchor="ctr"/>
              <a:lstStyle/>
              <a:p>
                <a:endParaRPr lang="en-US"/>
              </a:p>
            </p:txBody>
          </p:sp>
        </p:grpSp>
      </p:grpSp>
      <p:pic>
        <p:nvPicPr>
          <p:cNvPr id="51" name="Graphic 50">
            <a:extLst>
              <a:ext uri="{FF2B5EF4-FFF2-40B4-BE49-F238E27FC236}">
                <a16:creationId xmlns:a16="http://schemas.microsoft.com/office/drawing/2014/main" id="{A49E6C91-CD6A-4406-27D3-63A699C1F9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05689" y="2484775"/>
            <a:ext cx="822960" cy="822960"/>
          </a:xfrm>
          <a:prstGeom prst="rect">
            <a:avLst/>
          </a:prstGeom>
        </p:spPr>
      </p:pic>
      <p:pic>
        <p:nvPicPr>
          <p:cNvPr id="6" name="Graphic 5">
            <a:extLst>
              <a:ext uri="{FF2B5EF4-FFF2-40B4-BE49-F238E27FC236}">
                <a16:creationId xmlns:a16="http://schemas.microsoft.com/office/drawing/2014/main" id="{D7742B31-3A54-448E-F906-9B40CFD3E0D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bwMode="invGray">
          <a:xfrm>
            <a:off x="10254933" y="2619330"/>
            <a:ext cx="822959" cy="822959"/>
          </a:xfrm>
          <a:prstGeom prst="rect">
            <a:avLst/>
          </a:prstGeom>
        </p:spPr>
      </p:pic>
    </p:spTree>
    <p:extLst>
      <p:ext uri="{BB962C8B-B14F-4D97-AF65-F5344CB8AC3E}">
        <p14:creationId xmlns:p14="http://schemas.microsoft.com/office/powerpoint/2010/main" val="3979674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913"/>
        <p:cNvGrpSpPr/>
        <p:nvPr/>
      </p:nvGrpSpPr>
      <p:grpSpPr>
        <a:xfrm>
          <a:off x="0" y="0"/>
          <a:ext cx="0" cy="0"/>
          <a:chOff x="0" y="0"/>
          <a:chExt cx="0" cy="0"/>
        </a:xfrm>
      </p:grpSpPr>
      <p:grpSp>
        <p:nvGrpSpPr>
          <p:cNvPr id="8" name="Group 7">
            <a:extLst>
              <a:ext uri="{FF2B5EF4-FFF2-40B4-BE49-F238E27FC236}">
                <a16:creationId xmlns:a16="http://schemas.microsoft.com/office/drawing/2014/main" id="{E70433B4-A9AC-1138-CBB6-323B3457EA22}"/>
              </a:ext>
            </a:extLst>
          </p:cNvPr>
          <p:cNvGrpSpPr>
            <a:grpSpLocks noChangeAspect="1"/>
          </p:cNvGrpSpPr>
          <p:nvPr/>
        </p:nvGrpSpPr>
        <p:grpSpPr>
          <a:xfrm>
            <a:off x="999380" y="1903954"/>
            <a:ext cx="5846689" cy="4032865"/>
            <a:chOff x="906215" y="1966614"/>
            <a:chExt cx="6070050" cy="4186932"/>
          </a:xfrm>
        </p:grpSpPr>
        <p:sp>
          <p:nvSpPr>
            <p:cNvPr id="7918" name="Google Shape;7918;p1"/>
            <p:cNvSpPr/>
            <p:nvPr/>
          </p:nvSpPr>
          <p:spPr>
            <a:xfrm>
              <a:off x="1258691" y="1966614"/>
              <a:ext cx="2230460" cy="600297"/>
            </a:xfrm>
            <a:prstGeom prst="rect">
              <a:avLst/>
            </a:prstGeom>
            <a:solidFill>
              <a:srgbClr val="FFFFFF"/>
            </a:solidFill>
            <a:ln w="25400" cap="flat" cmpd="sng">
              <a:solidFill>
                <a:srgbClr val="005C8A">
                  <a:alpha val="20000"/>
                </a:srgbClr>
              </a:solidFill>
              <a:prstDash val="solid"/>
              <a:miter lim="800000"/>
              <a:headEnd type="none" w="sm" len="sm"/>
              <a:tailEnd type="none" w="sm" len="sm"/>
            </a:ln>
          </p:spPr>
          <p:txBody>
            <a:bodyPr spcFirstLastPara="1" wrap="square" lIns="121700" tIns="60850" rIns="121700" bIns="60850" anchor="ctr" anchorCtr="0">
              <a:noAutofit/>
            </a:bodyPr>
            <a:lstStyle/>
            <a:p>
              <a:pPr marL="0" marR="0" lvl="0" indent="0" algn="ctr" rtl="0">
                <a:lnSpc>
                  <a:spcPct val="100000"/>
                </a:lnSpc>
                <a:spcBef>
                  <a:spcPts val="0"/>
                </a:spcBef>
                <a:spcAft>
                  <a:spcPts val="0"/>
                </a:spcAft>
                <a:buClr>
                  <a:srgbClr val="000000"/>
                </a:buClr>
                <a:buSzPts val="667"/>
                <a:buFont typeface="Arial"/>
                <a:buNone/>
              </a:pPr>
              <a:endParaRPr sz="667" b="0" i="0" u="none" strike="noStrike" cap="none">
                <a:solidFill>
                  <a:srgbClr val="FFFFFF"/>
                </a:solidFill>
                <a:latin typeface="Arial"/>
                <a:ea typeface="Arial"/>
                <a:cs typeface="Arial"/>
                <a:sym typeface="Arial"/>
              </a:endParaRPr>
            </a:p>
          </p:txBody>
        </p:sp>
        <p:grpSp>
          <p:nvGrpSpPr>
            <p:cNvPr id="7919" name="Google Shape;7919;p1"/>
            <p:cNvGrpSpPr/>
            <p:nvPr/>
          </p:nvGrpSpPr>
          <p:grpSpPr>
            <a:xfrm>
              <a:off x="1836974" y="2070444"/>
              <a:ext cx="1078650" cy="391053"/>
              <a:chOff x="6466351" y="2308461"/>
              <a:chExt cx="1078650" cy="391053"/>
            </a:xfrm>
          </p:grpSpPr>
          <p:grpSp>
            <p:nvGrpSpPr>
              <p:cNvPr id="7920" name="Google Shape;7920;p1"/>
              <p:cNvGrpSpPr/>
              <p:nvPr/>
            </p:nvGrpSpPr>
            <p:grpSpPr>
              <a:xfrm>
                <a:off x="6466351" y="2308461"/>
                <a:ext cx="391053" cy="391053"/>
                <a:chOff x="5574505" y="1554296"/>
                <a:chExt cx="1035620" cy="1035620"/>
              </a:xfrm>
            </p:grpSpPr>
            <p:grpSp>
              <p:nvGrpSpPr>
                <p:cNvPr id="7921" name="Google Shape;7921;p1"/>
                <p:cNvGrpSpPr/>
                <p:nvPr/>
              </p:nvGrpSpPr>
              <p:grpSpPr>
                <a:xfrm>
                  <a:off x="5751021" y="1944645"/>
                  <a:ext cx="663299" cy="217354"/>
                  <a:chOff x="5751021" y="1944645"/>
                  <a:chExt cx="663299" cy="217354"/>
                </a:xfrm>
              </p:grpSpPr>
              <p:sp>
                <p:nvSpPr>
                  <p:cNvPr id="7922" name="Google Shape;7922;p1"/>
                  <p:cNvSpPr/>
                  <p:nvPr/>
                </p:nvSpPr>
                <p:spPr>
                  <a:xfrm>
                    <a:off x="5751021" y="1944645"/>
                    <a:ext cx="218612" cy="217270"/>
                  </a:xfrm>
                  <a:custGeom>
                    <a:avLst/>
                    <a:gdLst/>
                    <a:ahLst/>
                    <a:cxnLst/>
                    <a:rect l="l" t="t" r="r" b="b"/>
                    <a:pathLst>
                      <a:path w="218612" h="217270" extrusionOk="0">
                        <a:moveTo>
                          <a:pt x="169808" y="167963"/>
                        </a:moveTo>
                        <a:lnTo>
                          <a:pt x="48720" y="167963"/>
                        </a:lnTo>
                        <a:lnTo>
                          <a:pt x="26918" y="217271"/>
                        </a:lnTo>
                        <a:lnTo>
                          <a:pt x="0" y="217271"/>
                        </a:lnTo>
                        <a:lnTo>
                          <a:pt x="95847" y="0"/>
                        </a:lnTo>
                        <a:lnTo>
                          <a:pt x="122765" y="0"/>
                        </a:lnTo>
                        <a:lnTo>
                          <a:pt x="218612" y="217271"/>
                        </a:lnTo>
                        <a:lnTo>
                          <a:pt x="191695" y="217271"/>
                        </a:lnTo>
                        <a:lnTo>
                          <a:pt x="169808" y="167963"/>
                        </a:lnTo>
                        <a:close/>
                        <a:moveTo>
                          <a:pt x="159745" y="144568"/>
                        </a:moveTo>
                        <a:lnTo>
                          <a:pt x="109432" y="30440"/>
                        </a:lnTo>
                        <a:lnTo>
                          <a:pt x="58867" y="144568"/>
                        </a:lnTo>
                        <a:lnTo>
                          <a:pt x="159745" y="144568"/>
                        </a:lnTo>
                        <a:close/>
                      </a:path>
                    </a:pathLst>
                  </a:custGeom>
                  <a:solidFill>
                    <a:srgbClr val="005C8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7923" name="Google Shape;7923;p1"/>
                  <p:cNvSpPr/>
                  <p:nvPr/>
                </p:nvSpPr>
                <p:spPr>
                  <a:xfrm>
                    <a:off x="6023553" y="1944729"/>
                    <a:ext cx="168214" cy="217270"/>
                  </a:xfrm>
                  <a:custGeom>
                    <a:avLst/>
                    <a:gdLst/>
                    <a:ahLst/>
                    <a:cxnLst/>
                    <a:rect l="l" t="t" r="r" b="b"/>
                    <a:pathLst>
                      <a:path w="168214" h="217270" extrusionOk="0">
                        <a:moveTo>
                          <a:pt x="0" y="0"/>
                        </a:moveTo>
                        <a:lnTo>
                          <a:pt x="88216" y="0"/>
                        </a:lnTo>
                        <a:cubicBezTo>
                          <a:pt x="133079" y="0"/>
                          <a:pt x="168215" y="28763"/>
                          <a:pt x="168215" y="69600"/>
                        </a:cubicBezTo>
                        <a:cubicBezTo>
                          <a:pt x="168215" y="110354"/>
                          <a:pt x="133079" y="139201"/>
                          <a:pt x="88216" y="139201"/>
                        </a:cubicBezTo>
                        <a:lnTo>
                          <a:pt x="24654" y="139201"/>
                        </a:lnTo>
                        <a:lnTo>
                          <a:pt x="24654" y="217271"/>
                        </a:lnTo>
                        <a:lnTo>
                          <a:pt x="0" y="217271"/>
                        </a:lnTo>
                        <a:lnTo>
                          <a:pt x="0" y="0"/>
                        </a:lnTo>
                        <a:close/>
                        <a:moveTo>
                          <a:pt x="83772" y="115721"/>
                        </a:moveTo>
                        <a:cubicBezTo>
                          <a:pt x="119159" y="115721"/>
                          <a:pt x="143226" y="98615"/>
                          <a:pt x="143226" y="69600"/>
                        </a:cubicBezTo>
                        <a:cubicBezTo>
                          <a:pt x="143226" y="40502"/>
                          <a:pt x="119159" y="23396"/>
                          <a:pt x="83772" y="23396"/>
                        </a:cubicBezTo>
                        <a:lnTo>
                          <a:pt x="24654" y="23396"/>
                        </a:lnTo>
                        <a:lnTo>
                          <a:pt x="24654" y="115721"/>
                        </a:lnTo>
                        <a:lnTo>
                          <a:pt x="83772" y="115721"/>
                        </a:lnTo>
                        <a:close/>
                      </a:path>
                    </a:pathLst>
                  </a:custGeom>
                  <a:solidFill>
                    <a:srgbClr val="005C8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7924" name="Google Shape;7924;p1"/>
                  <p:cNvSpPr/>
                  <p:nvPr/>
                </p:nvSpPr>
                <p:spPr>
                  <a:xfrm>
                    <a:off x="6246106" y="1944729"/>
                    <a:ext cx="168214" cy="217270"/>
                  </a:xfrm>
                  <a:custGeom>
                    <a:avLst/>
                    <a:gdLst/>
                    <a:ahLst/>
                    <a:cxnLst/>
                    <a:rect l="l" t="t" r="r" b="b"/>
                    <a:pathLst>
                      <a:path w="168214" h="217270" extrusionOk="0">
                        <a:moveTo>
                          <a:pt x="0" y="0"/>
                        </a:moveTo>
                        <a:lnTo>
                          <a:pt x="88216" y="0"/>
                        </a:lnTo>
                        <a:cubicBezTo>
                          <a:pt x="133079" y="0"/>
                          <a:pt x="168215" y="28763"/>
                          <a:pt x="168215" y="69600"/>
                        </a:cubicBezTo>
                        <a:cubicBezTo>
                          <a:pt x="168215" y="110354"/>
                          <a:pt x="133079" y="139201"/>
                          <a:pt x="88216" y="139201"/>
                        </a:cubicBezTo>
                        <a:lnTo>
                          <a:pt x="24654" y="139201"/>
                        </a:lnTo>
                        <a:lnTo>
                          <a:pt x="24654" y="217271"/>
                        </a:lnTo>
                        <a:lnTo>
                          <a:pt x="0" y="217271"/>
                        </a:lnTo>
                        <a:lnTo>
                          <a:pt x="0" y="0"/>
                        </a:lnTo>
                        <a:close/>
                        <a:moveTo>
                          <a:pt x="83856" y="115721"/>
                        </a:moveTo>
                        <a:cubicBezTo>
                          <a:pt x="119243" y="115721"/>
                          <a:pt x="143310" y="98615"/>
                          <a:pt x="143310" y="69600"/>
                        </a:cubicBezTo>
                        <a:cubicBezTo>
                          <a:pt x="143310" y="40502"/>
                          <a:pt x="119243" y="23396"/>
                          <a:pt x="83856" y="23396"/>
                        </a:cubicBezTo>
                        <a:lnTo>
                          <a:pt x="24738" y="23396"/>
                        </a:lnTo>
                        <a:lnTo>
                          <a:pt x="24738" y="115721"/>
                        </a:lnTo>
                        <a:lnTo>
                          <a:pt x="83856" y="115721"/>
                        </a:lnTo>
                        <a:close/>
                      </a:path>
                    </a:pathLst>
                  </a:custGeom>
                  <a:solidFill>
                    <a:srgbClr val="005C8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sp>
              <p:nvSpPr>
                <p:cNvPr id="7925" name="Google Shape;7925;p1"/>
                <p:cNvSpPr/>
                <p:nvPr/>
              </p:nvSpPr>
              <p:spPr>
                <a:xfrm>
                  <a:off x="5574505" y="1554296"/>
                  <a:ext cx="1035620" cy="1035620"/>
                </a:xfrm>
                <a:custGeom>
                  <a:avLst/>
                  <a:gdLst/>
                  <a:ahLst/>
                  <a:cxnLst/>
                  <a:rect l="l" t="t" r="r" b="b"/>
                  <a:pathLst>
                    <a:path w="1035620" h="1035620" extrusionOk="0">
                      <a:moveTo>
                        <a:pt x="956544" y="27253"/>
                      </a:moveTo>
                      <a:cubicBezTo>
                        <a:pt x="985139" y="27253"/>
                        <a:pt x="1008367" y="50481"/>
                        <a:pt x="1008367" y="79076"/>
                      </a:cubicBezTo>
                      <a:lnTo>
                        <a:pt x="1008367" y="956544"/>
                      </a:lnTo>
                      <a:cubicBezTo>
                        <a:pt x="1008367" y="985139"/>
                        <a:pt x="985139" y="1008367"/>
                        <a:pt x="956544" y="1008367"/>
                      </a:cubicBezTo>
                      <a:lnTo>
                        <a:pt x="79076" y="1008367"/>
                      </a:lnTo>
                      <a:cubicBezTo>
                        <a:pt x="50481" y="1008367"/>
                        <a:pt x="27253" y="985139"/>
                        <a:pt x="27253" y="956544"/>
                      </a:cubicBezTo>
                      <a:lnTo>
                        <a:pt x="27253" y="79076"/>
                      </a:lnTo>
                      <a:cubicBezTo>
                        <a:pt x="27253" y="50481"/>
                        <a:pt x="50481" y="27253"/>
                        <a:pt x="79076" y="27253"/>
                      </a:cubicBezTo>
                      <a:lnTo>
                        <a:pt x="956544" y="27253"/>
                      </a:lnTo>
                      <a:moveTo>
                        <a:pt x="956544" y="0"/>
                      </a:moveTo>
                      <a:lnTo>
                        <a:pt x="79076" y="0"/>
                      </a:lnTo>
                      <a:cubicBezTo>
                        <a:pt x="35387" y="0"/>
                        <a:pt x="0" y="35387"/>
                        <a:pt x="0" y="79076"/>
                      </a:cubicBezTo>
                      <a:lnTo>
                        <a:pt x="0" y="956544"/>
                      </a:lnTo>
                      <a:cubicBezTo>
                        <a:pt x="0" y="1000233"/>
                        <a:pt x="35387" y="1035620"/>
                        <a:pt x="79076" y="1035620"/>
                      </a:cubicBezTo>
                      <a:lnTo>
                        <a:pt x="956544" y="1035620"/>
                      </a:lnTo>
                      <a:cubicBezTo>
                        <a:pt x="1000233" y="1035620"/>
                        <a:pt x="1035620" y="1000233"/>
                        <a:pt x="1035620" y="956544"/>
                      </a:cubicBezTo>
                      <a:lnTo>
                        <a:pt x="1035620" y="79076"/>
                      </a:lnTo>
                      <a:cubicBezTo>
                        <a:pt x="1035620" y="35387"/>
                        <a:pt x="1000233" y="0"/>
                        <a:pt x="956544" y="0"/>
                      </a:cubicBezTo>
                      <a:lnTo>
                        <a:pt x="956544" y="0"/>
                      </a:lnTo>
                      <a:close/>
                    </a:path>
                  </a:pathLst>
                </a:custGeom>
                <a:solidFill>
                  <a:srgbClr val="005C8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grpSp>
            <p:nvGrpSpPr>
              <p:cNvPr id="7926" name="Google Shape;7926;p1"/>
              <p:cNvGrpSpPr/>
              <p:nvPr/>
            </p:nvGrpSpPr>
            <p:grpSpPr>
              <a:xfrm>
                <a:off x="7153948" y="2308461"/>
                <a:ext cx="391053" cy="391053"/>
                <a:chOff x="5574505" y="1554296"/>
                <a:chExt cx="1035620" cy="1035620"/>
              </a:xfrm>
            </p:grpSpPr>
            <p:grpSp>
              <p:nvGrpSpPr>
                <p:cNvPr id="7927" name="Google Shape;7927;p1"/>
                <p:cNvGrpSpPr/>
                <p:nvPr/>
              </p:nvGrpSpPr>
              <p:grpSpPr>
                <a:xfrm>
                  <a:off x="5751021" y="1944645"/>
                  <a:ext cx="663299" cy="217354"/>
                  <a:chOff x="5751021" y="1944645"/>
                  <a:chExt cx="663299" cy="217354"/>
                </a:xfrm>
              </p:grpSpPr>
              <p:sp>
                <p:nvSpPr>
                  <p:cNvPr id="7928" name="Google Shape;7928;p1"/>
                  <p:cNvSpPr/>
                  <p:nvPr/>
                </p:nvSpPr>
                <p:spPr>
                  <a:xfrm>
                    <a:off x="5751021" y="1944645"/>
                    <a:ext cx="218612" cy="217270"/>
                  </a:xfrm>
                  <a:custGeom>
                    <a:avLst/>
                    <a:gdLst/>
                    <a:ahLst/>
                    <a:cxnLst/>
                    <a:rect l="l" t="t" r="r" b="b"/>
                    <a:pathLst>
                      <a:path w="218612" h="217270" extrusionOk="0">
                        <a:moveTo>
                          <a:pt x="169808" y="167963"/>
                        </a:moveTo>
                        <a:lnTo>
                          <a:pt x="48720" y="167963"/>
                        </a:lnTo>
                        <a:lnTo>
                          <a:pt x="26918" y="217271"/>
                        </a:lnTo>
                        <a:lnTo>
                          <a:pt x="0" y="217271"/>
                        </a:lnTo>
                        <a:lnTo>
                          <a:pt x="95847" y="0"/>
                        </a:lnTo>
                        <a:lnTo>
                          <a:pt x="122765" y="0"/>
                        </a:lnTo>
                        <a:lnTo>
                          <a:pt x="218612" y="217271"/>
                        </a:lnTo>
                        <a:lnTo>
                          <a:pt x="191695" y="217271"/>
                        </a:lnTo>
                        <a:lnTo>
                          <a:pt x="169808" y="167963"/>
                        </a:lnTo>
                        <a:close/>
                        <a:moveTo>
                          <a:pt x="159745" y="144568"/>
                        </a:moveTo>
                        <a:lnTo>
                          <a:pt x="109432" y="30440"/>
                        </a:lnTo>
                        <a:lnTo>
                          <a:pt x="58867" y="144568"/>
                        </a:lnTo>
                        <a:lnTo>
                          <a:pt x="159745" y="144568"/>
                        </a:lnTo>
                        <a:close/>
                      </a:path>
                    </a:pathLst>
                  </a:custGeom>
                  <a:solidFill>
                    <a:srgbClr val="005C8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7929" name="Google Shape;7929;p1"/>
                  <p:cNvSpPr/>
                  <p:nvPr/>
                </p:nvSpPr>
                <p:spPr>
                  <a:xfrm>
                    <a:off x="6023553" y="1944729"/>
                    <a:ext cx="168214" cy="217270"/>
                  </a:xfrm>
                  <a:custGeom>
                    <a:avLst/>
                    <a:gdLst/>
                    <a:ahLst/>
                    <a:cxnLst/>
                    <a:rect l="l" t="t" r="r" b="b"/>
                    <a:pathLst>
                      <a:path w="168214" h="217270" extrusionOk="0">
                        <a:moveTo>
                          <a:pt x="0" y="0"/>
                        </a:moveTo>
                        <a:lnTo>
                          <a:pt x="88216" y="0"/>
                        </a:lnTo>
                        <a:cubicBezTo>
                          <a:pt x="133079" y="0"/>
                          <a:pt x="168215" y="28763"/>
                          <a:pt x="168215" y="69600"/>
                        </a:cubicBezTo>
                        <a:cubicBezTo>
                          <a:pt x="168215" y="110354"/>
                          <a:pt x="133079" y="139201"/>
                          <a:pt x="88216" y="139201"/>
                        </a:cubicBezTo>
                        <a:lnTo>
                          <a:pt x="24654" y="139201"/>
                        </a:lnTo>
                        <a:lnTo>
                          <a:pt x="24654" y="217271"/>
                        </a:lnTo>
                        <a:lnTo>
                          <a:pt x="0" y="217271"/>
                        </a:lnTo>
                        <a:lnTo>
                          <a:pt x="0" y="0"/>
                        </a:lnTo>
                        <a:close/>
                        <a:moveTo>
                          <a:pt x="83772" y="115721"/>
                        </a:moveTo>
                        <a:cubicBezTo>
                          <a:pt x="119159" y="115721"/>
                          <a:pt x="143226" y="98615"/>
                          <a:pt x="143226" y="69600"/>
                        </a:cubicBezTo>
                        <a:cubicBezTo>
                          <a:pt x="143226" y="40502"/>
                          <a:pt x="119159" y="23396"/>
                          <a:pt x="83772" y="23396"/>
                        </a:cubicBezTo>
                        <a:lnTo>
                          <a:pt x="24654" y="23396"/>
                        </a:lnTo>
                        <a:lnTo>
                          <a:pt x="24654" y="115721"/>
                        </a:lnTo>
                        <a:lnTo>
                          <a:pt x="83772" y="115721"/>
                        </a:lnTo>
                        <a:close/>
                      </a:path>
                    </a:pathLst>
                  </a:custGeom>
                  <a:solidFill>
                    <a:srgbClr val="005C8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7930" name="Google Shape;7930;p1"/>
                  <p:cNvSpPr/>
                  <p:nvPr/>
                </p:nvSpPr>
                <p:spPr>
                  <a:xfrm>
                    <a:off x="6246106" y="1944729"/>
                    <a:ext cx="168214" cy="217270"/>
                  </a:xfrm>
                  <a:custGeom>
                    <a:avLst/>
                    <a:gdLst/>
                    <a:ahLst/>
                    <a:cxnLst/>
                    <a:rect l="l" t="t" r="r" b="b"/>
                    <a:pathLst>
                      <a:path w="168214" h="217270" extrusionOk="0">
                        <a:moveTo>
                          <a:pt x="0" y="0"/>
                        </a:moveTo>
                        <a:lnTo>
                          <a:pt x="88216" y="0"/>
                        </a:lnTo>
                        <a:cubicBezTo>
                          <a:pt x="133079" y="0"/>
                          <a:pt x="168215" y="28763"/>
                          <a:pt x="168215" y="69600"/>
                        </a:cubicBezTo>
                        <a:cubicBezTo>
                          <a:pt x="168215" y="110354"/>
                          <a:pt x="133079" y="139201"/>
                          <a:pt x="88216" y="139201"/>
                        </a:cubicBezTo>
                        <a:lnTo>
                          <a:pt x="24654" y="139201"/>
                        </a:lnTo>
                        <a:lnTo>
                          <a:pt x="24654" y="217271"/>
                        </a:lnTo>
                        <a:lnTo>
                          <a:pt x="0" y="217271"/>
                        </a:lnTo>
                        <a:lnTo>
                          <a:pt x="0" y="0"/>
                        </a:lnTo>
                        <a:close/>
                        <a:moveTo>
                          <a:pt x="83856" y="115721"/>
                        </a:moveTo>
                        <a:cubicBezTo>
                          <a:pt x="119243" y="115721"/>
                          <a:pt x="143310" y="98615"/>
                          <a:pt x="143310" y="69600"/>
                        </a:cubicBezTo>
                        <a:cubicBezTo>
                          <a:pt x="143310" y="40502"/>
                          <a:pt x="119243" y="23396"/>
                          <a:pt x="83856" y="23396"/>
                        </a:cubicBezTo>
                        <a:lnTo>
                          <a:pt x="24738" y="23396"/>
                        </a:lnTo>
                        <a:lnTo>
                          <a:pt x="24738" y="115721"/>
                        </a:lnTo>
                        <a:lnTo>
                          <a:pt x="83856" y="115721"/>
                        </a:lnTo>
                        <a:close/>
                      </a:path>
                    </a:pathLst>
                  </a:custGeom>
                  <a:solidFill>
                    <a:srgbClr val="005C8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sp>
              <p:nvSpPr>
                <p:cNvPr id="7931" name="Google Shape;7931;p1"/>
                <p:cNvSpPr/>
                <p:nvPr/>
              </p:nvSpPr>
              <p:spPr>
                <a:xfrm>
                  <a:off x="5574505" y="1554296"/>
                  <a:ext cx="1035620" cy="1035620"/>
                </a:xfrm>
                <a:custGeom>
                  <a:avLst/>
                  <a:gdLst/>
                  <a:ahLst/>
                  <a:cxnLst/>
                  <a:rect l="l" t="t" r="r" b="b"/>
                  <a:pathLst>
                    <a:path w="1035620" h="1035620" extrusionOk="0">
                      <a:moveTo>
                        <a:pt x="956544" y="27253"/>
                      </a:moveTo>
                      <a:cubicBezTo>
                        <a:pt x="985139" y="27253"/>
                        <a:pt x="1008367" y="50481"/>
                        <a:pt x="1008367" y="79076"/>
                      </a:cubicBezTo>
                      <a:lnTo>
                        <a:pt x="1008367" y="956544"/>
                      </a:lnTo>
                      <a:cubicBezTo>
                        <a:pt x="1008367" y="985139"/>
                        <a:pt x="985139" y="1008367"/>
                        <a:pt x="956544" y="1008367"/>
                      </a:cubicBezTo>
                      <a:lnTo>
                        <a:pt x="79076" y="1008367"/>
                      </a:lnTo>
                      <a:cubicBezTo>
                        <a:pt x="50481" y="1008367"/>
                        <a:pt x="27253" y="985139"/>
                        <a:pt x="27253" y="956544"/>
                      </a:cubicBezTo>
                      <a:lnTo>
                        <a:pt x="27253" y="79076"/>
                      </a:lnTo>
                      <a:cubicBezTo>
                        <a:pt x="27253" y="50481"/>
                        <a:pt x="50481" y="27253"/>
                        <a:pt x="79076" y="27253"/>
                      </a:cubicBezTo>
                      <a:lnTo>
                        <a:pt x="956544" y="27253"/>
                      </a:lnTo>
                      <a:moveTo>
                        <a:pt x="956544" y="0"/>
                      </a:moveTo>
                      <a:lnTo>
                        <a:pt x="79076" y="0"/>
                      </a:lnTo>
                      <a:cubicBezTo>
                        <a:pt x="35387" y="0"/>
                        <a:pt x="0" y="35387"/>
                        <a:pt x="0" y="79076"/>
                      </a:cubicBezTo>
                      <a:lnTo>
                        <a:pt x="0" y="956544"/>
                      </a:lnTo>
                      <a:cubicBezTo>
                        <a:pt x="0" y="1000233"/>
                        <a:pt x="35387" y="1035620"/>
                        <a:pt x="79076" y="1035620"/>
                      </a:cubicBezTo>
                      <a:lnTo>
                        <a:pt x="956544" y="1035620"/>
                      </a:lnTo>
                      <a:cubicBezTo>
                        <a:pt x="1000233" y="1035620"/>
                        <a:pt x="1035620" y="1000233"/>
                        <a:pt x="1035620" y="956544"/>
                      </a:cubicBezTo>
                      <a:lnTo>
                        <a:pt x="1035620" y="79076"/>
                      </a:lnTo>
                      <a:cubicBezTo>
                        <a:pt x="1035620" y="35387"/>
                        <a:pt x="1000233" y="0"/>
                        <a:pt x="956544" y="0"/>
                      </a:cubicBezTo>
                      <a:lnTo>
                        <a:pt x="956544" y="0"/>
                      </a:lnTo>
                      <a:close/>
                    </a:path>
                  </a:pathLst>
                </a:custGeom>
                <a:solidFill>
                  <a:srgbClr val="005C8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grpSp>
        <p:sp>
          <p:nvSpPr>
            <p:cNvPr id="7932" name="Google Shape;7932;p1"/>
            <p:cNvSpPr/>
            <p:nvPr/>
          </p:nvSpPr>
          <p:spPr>
            <a:xfrm>
              <a:off x="1247261" y="2666563"/>
              <a:ext cx="5512817" cy="688438"/>
            </a:xfrm>
            <a:prstGeom prst="rect">
              <a:avLst/>
            </a:prstGeom>
            <a:solidFill>
              <a:srgbClr val="FFFFFF"/>
            </a:solidFill>
            <a:ln w="25400" cap="flat" cmpd="sng">
              <a:solidFill>
                <a:srgbClr val="005C8A"/>
              </a:solidFill>
              <a:prstDash val="solid"/>
              <a:miter lim="800000"/>
              <a:headEnd type="none" w="sm" len="sm"/>
              <a:tailEnd type="none" w="sm" len="sm"/>
            </a:ln>
          </p:spPr>
          <p:txBody>
            <a:bodyPr spcFirstLastPara="1" wrap="square" lIns="121700" tIns="60850" rIns="121700" bIns="60850" anchor="ctr" anchorCtr="0">
              <a:noAutofit/>
            </a:bodyPr>
            <a:lstStyle/>
            <a:p>
              <a:pPr marL="0" marR="0" lvl="0" indent="0" algn="ctr" rtl="0">
                <a:lnSpc>
                  <a:spcPct val="100000"/>
                </a:lnSpc>
                <a:spcBef>
                  <a:spcPts val="0"/>
                </a:spcBef>
                <a:spcAft>
                  <a:spcPts val="0"/>
                </a:spcAft>
                <a:buClr>
                  <a:srgbClr val="000000"/>
                </a:buClr>
                <a:buSzPts val="667"/>
                <a:buFont typeface="Arial"/>
                <a:buNone/>
              </a:pPr>
              <a:endParaRPr sz="667" b="0" i="0" u="none" strike="noStrike" cap="none">
                <a:solidFill>
                  <a:srgbClr val="FFFFFF"/>
                </a:solidFill>
                <a:latin typeface="Arial"/>
                <a:ea typeface="Arial"/>
                <a:cs typeface="Arial"/>
                <a:sym typeface="Arial"/>
              </a:endParaRPr>
            </a:p>
          </p:txBody>
        </p:sp>
        <p:sp>
          <p:nvSpPr>
            <p:cNvPr id="7933" name="Google Shape;7933;p1"/>
            <p:cNvSpPr/>
            <p:nvPr/>
          </p:nvSpPr>
          <p:spPr>
            <a:xfrm>
              <a:off x="1247261" y="3345051"/>
              <a:ext cx="5524247" cy="784522"/>
            </a:xfrm>
            <a:prstGeom prst="rect">
              <a:avLst/>
            </a:prstGeom>
            <a:solidFill>
              <a:srgbClr val="005C8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200"/>
                <a:buFont typeface="Arial"/>
                <a:buNone/>
              </a:pPr>
              <a:r>
                <a:rPr lang="en-US" sz="1200" b="0" i="0" u="none" strike="noStrike" cap="none" dirty="0">
                  <a:solidFill>
                    <a:srgbClr val="FFFFFF"/>
                  </a:solidFill>
                  <a:latin typeface="Arial"/>
                  <a:ea typeface="Arial"/>
                  <a:cs typeface="Arial"/>
                  <a:sym typeface="Arial"/>
                </a:rPr>
                <a:t>Integrated Memory Management</a:t>
              </a:r>
              <a:endParaRPr sz="1400" b="0" i="0" u="none" strike="noStrike" cap="none" dirty="0">
                <a:solidFill>
                  <a:srgbClr val="000000"/>
                </a:solidFill>
                <a:latin typeface="Arial"/>
                <a:ea typeface="Arial"/>
                <a:cs typeface="Arial"/>
                <a:sym typeface="Arial"/>
              </a:endParaRPr>
            </a:p>
          </p:txBody>
        </p:sp>
        <p:sp>
          <p:nvSpPr>
            <p:cNvPr id="7934" name="Google Shape;7934;p1"/>
            <p:cNvSpPr txBox="1"/>
            <p:nvPr/>
          </p:nvSpPr>
          <p:spPr>
            <a:xfrm>
              <a:off x="906215" y="3335422"/>
              <a:ext cx="6070050"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1600"/>
                <a:buFont typeface="Arial"/>
                <a:buNone/>
              </a:pPr>
              <a:r>
                <a:rPr lang="en-US" sz="1600" b="0" i="0" u="none" strike="noStrike" cap="none" dirty="0">
                  <a:solidFill>
                    <a:srgbClr val="FFFFFF"/>
                  </a:solidFill>
                  <a:latin typeface="Arial"/>
                  <a:ea typeface="Arial"/>
                  <a:cs typeface="Arial"/>
                  <a:sym typeface="Arial"/>
                </a:rPr>
                <a:t>ESX</a:t>
              </a:r>
              <a:endParaRPr sz="1100" b="0" i="0" u="none" strike="noStrike" cap="none" dirty="0">
                <a:solidFill>
                  <a:srgbClr val="FFFFFF"/>
                </a:solidFill>
                <a:latin typeface="Arial"/>
                <a:ea typeface="Arial"/>
                <a:cs typeface="Arial"/>
                <a:sym typeface="Arial"/>
              </a:endParaRPr>
            </a:p>
          </p:txBody>
        </p:sp>
        <p:cxnSp>
          <p:nvCxnSpPr>
            <p:cNvPr id="7935" name="Google Shape;7935;p1"/>
            <p:cNvCxnSpPr/>
            <p:nvPr/>
          </p:nvCxnSpPr>
          <p:spPr>
            <a:xfrm>
              <a:off x="1258691" y="4173901"/>
              <a:ext cx="5512817" cy="0"/>
            </a:xfrm>
            <a:prstGeom prst="straightConnector1">
              <a:avLst/>
            </a:prstGeom>
            <a:noFill/>
            <a:ln w="25400" cap="rnd" cmpd="sng">
              <a:solidFill>
                <a:srgbClr val="005C8A"/>
              </a:solidFill>
              <a:prstDash val="dot"/>
              <a:round/>
              <a:headEnd type="none" w="sm" len="sm"/>
              <a:tailEnd type="none" w="sm" len="sm"/>
            </a:ln>
          </p:spPr>
        </p:cxnSp>
        <p:sp>
          <p:nvSpPr>
            <p:cNvPr id="7936" name="Google Shape;7936;p1"/>
            <p:cNvSpPr/>
            <p:nvPr/>
          </p:nvSpPr>
          <p:spPr>
            <a:xfrm>
              <a:off x="2858380" y="4253775"/>
              <a:ext cx="2431540" cy="856027"/>
            </a:xfrm>
            <a:prstGeom prst="rect">
              <a:avLst/>
            </a:prstGeom>
            <a:solidFill>
              <a:srgbClr val="FFFFFF"/>
            </a:solidFill>
            <a:ln w="25400" cap="flat" cmpd="sng">
              <a:solidFill>
                <a:srgbClr val="005C8A"/>
              </a:solidFill>
              <a:prstDash val="solid"/>
              <a:miter lim="800000"/>
              <a:headEnd type="none" w="sm" len="sm"/>
              <a:tailEnd type="none" w="sm" len="sm"/>
            </a:ln>
          </p:spPr>
          <p:txBody>
            <a:bodyPr spcFirstLastPara="1" wrap="square" lIns="121700" tIns="60850" rIns="121700" bIns="60850" anchor="ctr" anchorCtr="0">
              <a:noAutofit/>
            </a:bodyPr>
            <a:lstStyle/>
            <a:p>
              <a:pPr marL="0" marR="0" lvl="0" indent="0" algn="ctr" rtl="0">
                <a:lnSpc>
                  <a:spcPct val="100000"/>
                </a:lnSpc>
                <a:spcBef>
                  <a:spcPts val="0"/>
                </a:spcBef>
                <a:spcAft>
                  <a:spcPts val="0"/>
                </a:spcAft>
                <a:buClr>
                  <a:srgbClr val="000000"/>
                </a:buClr>
                <a:buSzPts val="667"/>
                <a:buFont typeface="Arial"/>
                <a:buNone/>
              </a:pPr>
              <a:endParaRPr sz="667" b="0" i="0" u="none" strike="noStrike" cap="none">
                <a:solidFill>
                  <a:srgbClr val="FFFFFF"/>
                </a:solidFill>
                <a:latin typeface="Arial"/>
                <a:ea typeface="Arial"/>
                <a:cs typeface="Arial"/>
                <a:sym typeface="Arial"/>
              </a:endParaRPr>
            </a:p>
          </p:txBody>
        </p:sp>
        <p:sp>
          <p:nvSpPr>
            <p:cNvPr id="7937" name="Google Shape;7937;p1"/>
            <p:cNvSpPr/>
            <p:nvPr/>
          </p:nvSpPr>
          <p:spPr>
            <a:xfrm>
              <a:off x="2858379" y="4948537"/>
              <a:ext cx="2431540" cy="172415"/>
            </a:xfrm>
            <a:prstGeom prst="rect">
              <a:avLst/>
            </a:prstGeom>
            <a:solidFill>
              <a:srgbClr val="005C8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7938" name="Google Shape;7938;p1"/>
            <p:cNvSpPr txBox="1"/>
            <p:nvPr/>
          </p:nvSpPr>
          <p:spPr>
            <a:xfrm>
              <a:off x="3270841" y="3965662"/>
              <a:ext cx="1668436" cy="261610"/>
            </a:xfrm>
            <a:prstGeom prst="rect">
              <a:avLst/>
            </a:prstGeom>
            <a:solidFill>
              <a:srgbClr val="F4F8FA"/>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D428A"/>
                </a:buClr>
                <a:buSzPts val="1100"/>
                <a:buFont typeface="Arial"/>
                <a:buNone/>
              </a:pPr>
              <a:r>
                <a:rPr lang="en-US" sz="1100" b="0" i="0" u="none" strike="noStrike" cap="none">
                  <a:solidFill>
                    <a:srgbClr val="1D428A"/>
                  </a:solidFill>
                  <a:latin typeface="Arial"/>
                  <a:ea typeface="Arial"/>
                  <a:cs typeface="Arial"/>
                  <a:sym typeface="Arial"/>
                </a:rPr>
                <a:t>Memory Hardware</a:t>
              </a:r>
              <a:endParaRPr sz="1400" b="0" i="0" u="none" strike="noStrike" cap="none">
                <a:solidFill>
                  <a:srgbClr val="000000"/>
                </a:solidFill>
                <a:latin typeface="Arial"/>
                <a:ea typeface="Arial"/>
                <a:cs typeface="Arial"/>
                <a:sym typeface="Arial"/>
              </a:endParaRPr>
            </a:p>
          </p:txBody>
        </p:sp>
        <p:sp>
          <p:nvSpPr>
            <p:cNvPr id="7939" name="Google Shape;7939;p1"/>
            <p:cNvSpPr/>
            <p:nvPr/>
          </p:nvSpPr>
          <p:spPr>
            <a:xfrm>
              <a:off x="1523850" y="5237100"/>
              <a:ext cx="2431541" cy="913760"/>
            </a:xfrm>
            <a:prstGeom prst="rect">
              <a:avLst/>
            </a:prstGeom>
            <a:solidFill>
              <a:srgbClr val="FFFFFF"/>
            </a:solidFill>
            <a:ln w="25400" cap="flat" cmpd="sng">
              <a:solidFill>
                <a:srgbClr val="005C8A"/>
              </a:solidFill>
              <a:prstDash val="solid"/>
              <a:miter lim="800000"/>
              <a:headEnd type="none" w="sm" len="sm"/>
              <a:tailEnd type="none" w="sm" len="sm"/>
            </a:ln>
          </p:spPr>
          <p:txBody>
            <a:bodyPr spcFirstLastPara="1" wrap="square" lIns="121700" tIns="60850" rIns="121700" bIns="60850" anchor="ctr" anchorCtr="0">
              <a:noAutofit/>
            </a:bodyPr>
            <a:lstStyle/>
            <a:p>
              <a:pPr marL="0" marR="0" lvl="0" indent="0" algn="ctr" rtl="0">
                <a:lnSpc>
                  <a:spcPct val="100000"/>
                </a:lnSpc>
                <a:spcBef>
                  <a:spcPts val="0"/>
                </a:spcBef>
                <a:spcAft>
                  <a:spcPts val="0"/>
                </a:spcAft>
                <a:buClr>
                  <a:srgbClr val="FFFFFF"/>
                </a:buClr>
                <a:buSzPts val="667"/>
                <a:buFont typeface="Arial"/>
                <a:buNone/>
              </a:pPr>
              <a:r>
                <a:rPr lang="en-US" sz="667" b="0" i="0" u="none" strike="noStrike" cap="none">
                  <a:solidFill>
                    <a:srgbClr val="FFFFFF"/>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7940" name="Google Shape;7940;p1"/>
            <p:cNvSpPr/>
            <p:nvPr/>
          </p:nvSpPr>
          <p:spPr>
            <a:xfrm>
              <a:off x="1523850" y="5989188"/>
              <a:ext cx="2431541" cy="161671"/>
            </a:xfrm>
            <a:prstGeom prst="rect">
              <a:avLst/>
            </a:prstGeom>
            <a:solidFill>
              <a:srgbClr val="005C8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7941" name="Google Shape;7941;p1"/>
            <p:cNvSpPr/>
            <p:nvPr/>
          </p:nvSpPr>
          <p:spPr>
            <a:xfrm>
              <a:off x="2846950" y="4253775"/>
              <a:ext cx="2431539" cy="310861"/>
            </a:xfrm>
            <a:prstGeom prst="roundRect">
              <a:avLst>
                <a:gd name="adj" fmla="val 0"/>
              </a:avLst>
            </a:prstGeom>
            <a:gradFill>
              <a:gsLst>
                <a:gs pos="0">
                  <a:srgbClr val="005C8A"/>
                </a:gs>
                <a:gs pos="100000">
                  <a:srgbClr val="6C4B94"/>
                </a:gs>
              </a:gsLst>
              <a:lin ang="0" scaled="0"/>
            </a:gradFill>
            <a:ln w="25400" cap="flat" cmpd="sng">
              <a:solidFill>
                <a:srgbClr val="005C8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7942" name="Google Shape;7942;p1"/>
            <p:cNvSpPr txBox="1"/>
            <p:nvPr/>
          </p:nvSpPr>
          <p:spPr>
            <a:xfrm>
              <a:off x="2869808" y="4253776"/>
              <a:ext cx="2419818"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1400"/>
                <a:buFont typeface="Arial"/>
                <a:buNone/>
              </a:pPr>
              <a:r>
                <a:rPr lang="en-US" sz="1400" b="0" i="0" u="none" strike="noStrike" cap="none" dirty="0">
                  <a:solidFill>
                    <a:srgbClr val="FFFFFF"/>
                  </a:solidFill>
                  <a:latin typeface="Arial"/>
                  <a:ea typeface="Arial"/>
                  <a:cs typeface="Arial"/>
                  <a:sym typeface="Arial"/>
                </a:rPr>
                <a:t>DDR – Tier 0</a:t>
              </a:r>
              <a:endParaRPr sz="1400" b="0" i="0" u="none" strike="noStrike" cap="none" dirty="0">
                <a:solidFill>
                  <a:srgbClr val="000000"/>
                </a:solidFill>
                <a:latin typeface="Arial"/>
                <a:ea typeface="Arial"/>
                <a:cs typeface="Arial"/>
                <a:sym typeface="Arial"/>
              </a:endParaRPr>
            </a:p>
          </p:txBody>
        </p:sp>
        <p:sp>
          <p:nvSpPr>
            <p:cNvPr id="7943" name="Google Shape;7943;p1"/>
            <p:cNvSpPr/>
            <p:nvPr/>
          </p:nvSpPr>
          <p:spPr>
            <a:xfrm>
              <a:off x="4541047" y="1966614"/>
              <a:ext cx="2230461" cy="600297"/>
            </a:xfrm>
            <a:prstGeom prst="rect">
              <a:avLst/>
            </a:prstGeom>
            <a:solidFill>
              <a:srgbClr val="FFFFFF"/>
            </a:solidFill>
            <a:ln w="25400" cap="flat" cmpd="sng">
              <a:solidFill>
                <a:srgbClr val="005C8A">
                  <a:alpha val="20000"/>
                </a:srgbClr>
              </a:solidFill>
              <a:prstDash val="solid"/>
              <a:miter lim="800000"/>
              <a:headEnd type="none" w="sm" len="sm"/>
              <a:tailEnd type="none" w="sm" len="sm"/>
            </a:ln>
          </p:spPr>
          <p:txBody>
            <a:bodyPr spcFirstLastPara="1" wrap="square" lIns="121700" tIns="60850" rIns="121700" bIns="60850" anchor="ctr" anchorCtr="0">
              <a:noAutofit/>
            </a:bodyPr>
            <a:lstStyle/>
            <a:p>
              <a:pPr marL="0" marR="0" lvl="0" indent="0" algn="ctr" rtl="0">
                <a:lnSpc>
                  <a:spcPct val="100000"/>
                </a:lnSpc>
                <a:spcBef>
                  <a:spcPts val="0"/>
                </a:spcBef>
                <a:spcAft>
                  <a:spcPts val="0"/>
                </a:spcAft>
                <a:buClr>
                  <a:srgbClr val="000000"/>
                </a:buClr>
                <a:buSzPts val="667"/>
                <a:buFont typeface="Arial"/>
                <a:buNone/>
              </a:pPr>
              <a:endParaRPr sz="667" b="0" i="0" u="none" strike="noStrike" cap="none">
                <a:solidFill>
                  <a:srgbClr val="FFFFFF"/>
                </a:solidFill>
                <a:latin typeface="Arial"/>
                <a:ea typeface="Arial"/>
                <a:cs typeface="Arial"/>
                <a:sym typeface="Arial"/>
              </a:endParaRPr>
            </a:p>
          </p:txBody>
        </p:sp>
        <p:sp>
          <p:nvSpPr>
            <p:cNvPr id="7944" name="Google Shape;7944;p1"/>
            <p:cNvSpPr/>
            <p:nvPr/>
          </p:nvSpPr>
          <p:spPr>
            <a:xfrm>
              <a:off x="1523703" y="5241513"/>
              <a:ext cx="2431541" cy="338991"/>
            </a:xfrm>
            <a:prstGeom prst="roundRect">
              <a:avLst>
                <a:gd name="adj" fmla="val 0"/>
              </a:avLst>
            </a:prstGeom>
            <a:gradFill>
              <a:gsLst>
                <a:gs pos="0">
                  <a:srgbClr val="005C8A"/>
                </a:gs>
                <a:gs pos="100000">
                  <a:srgbClr val="6C4B94"/>
                </a:gs>
              </a:gsLst>
              <a:lin ang="0" scaled="0"/>
            </a:gradFill>
            <a:ln w="25400" cap="flat" cmpd="sng">
              <a:solidFill>
                <a:srgbClr val="005C8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7945" name="Google Shape;7945;p1"/>
            <p:cNvSpPr txBox="1"/>
            <p:nvPr/>
          </p:nvSpPr>
          <p:spPr>
            <a:xfrm>
              <a:off x="1523852" y="5260543"/>
              <a:ext cx="2431246"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1400"/>
                <a:buFont typeface="Arial"/>
                <a:buNone/>
              </a:pPr>
              <a:r>
                <a:rPr lang="en-US" sz="1400" b="0" i="0" u="none" strike="noStrike" cap="none" dirty="0">
                  <a:solidFill>
                    <a:srgbClr val="FFFFFF"/>
                  </a:solidFill>
                  <a:latin typeface="Arial"/>
                  <a:ea typeface="Arial"/>
                  <a:cs typeface="Arial"/>
                  <a:sym typeface="Arial"/>
                </a:rPr>
                <a:t>NVMe – Tier 1 (Primary)</a:t>
              </a:r>
              <a:endParaRPr sz="1400" b="0" i="0" u="none" strike="noStrike" cap="none" dirty="0">
                <a:solidFill>
                  <a:srgbClr val="000000"/>
                </a:solidFill>
                <a:latin typeface="Arial"/>
                <a:ea typeface="Arial"/>
                <a:cs typeface="Arial"/>
                <a:sym typeface="Arial"/>
              </a:endParaRPr>
            </a:p>
          </p:txBody>
        </p:sp>
        <p:grpSp>
          <p:nvGrpSpPr>
            <p:cNvPr id="7946" name="Google Shape;7946;p1"/>
            <p:cNvGrpSpPr/>
            <p:nvPr/>
          </p:nvGrpSpPr>
          <p:grpSpPr>
            <a:xfrm>
              <a:off x="5171901" y="2060712"/>
              <a:ext cx="1078649" cy="393429"/>
              <a:chOff x="7841546" y="2308461"/>
              <a:chExt cx="1078649" cy="393429"/>
            </a:xfrm>
          </p:grpSpPr>
          <p:grpSp>
            <p:nvGrpSpPr>
              <p:cNvPr id="7947" name="Google Shape;7947;p1"/>
              <p:cNvGrpSpPr/>
              <p:nvPr/>
            </p:nvGrpSpPr>
            <p:grpSpPr>
              <a:xfrm>
                <a:off x="7841546" y="2310837"/>
                <a:ext cx="391053" cy="391053"/>
                <a:chOff x="5574505" y="1554296"/>
                <a:chExt cx="1035620" cy="1035620"/>
              </a:xfrm>
            </p:grpSpPr>
            <p:grpSp>
              <p:nvGrpSpPr>
                <p:cNvPr id="7948" name="Google Shape;7948;p1"/>
                <p:cNvGrpSpPr/>
                <p:nvPr/>
              </p:nvGrpSpPr>
              <p:grpSpPr>
                <a:xfrm>
                  <a:off x="5751021" y="1944645"/>
                  <a:ext cx="663299" cy="217354"/>
                  <a:chOff x="5751021" y="1944645"/>
                  <a:chExt cx="663299" cy="217354"/>
                </a:xfrm>
              </p:grpSpPr>
              <p:sp>
                <p:nvSpPr>
                  <p:cNvPr id="7949" name="Google Shape;7949;p1"/>
                  <p:cNvSpPr/>
                  <p:nvPr/>
                </p:nvSpPr>
                <p:spPr>
                  <a:xfrm>
                    <a:off x="5751021" y="1944645"/>
                    <a:ext cx="218612" cy="217270"/>
                  </a:xfrm>
                  <a:custGeom>
                    <a:avLst/>
                    <a:gdLst/>
                    <a:ahLst/>
                    <a:cxnLst/>
                    <a:rect l="l" t="t" r="r" b="b"/>
                    <a:pathLst>
                      <a:path w="218612" h="217270" extrusionOk="0">
                        <a:moveTo>
                          <a:pt x="169808" y="167963"/>
                        </a:moveTo>
                        <a:lnTo>
                          <a:pt x="48720" y="167963"/>
                        </a:lnTo>
                        <a:lnTo>
                          <a:pt x="26918" y="217271"/>
                        </a:lnTo>
                        <a:lnTo>
                          <a:pt x="0" y="217271"/>
                        </a:lnTo>
                        <a:lnTo>
                          <a:pt x="95847" y="0"/>
                        </a:lnTo>
                        <a:lnTo>
                          <a:pt x="122765" y="0"/>
                        </a:lnTo>
                        <a:lnTo>
                          <a:pt x="218612" y="217271"/>
                        </a:lnTo>
                        <a:lnTo>
                          <a:pt x="191695" y="217271"/>
                        </a:lnTo>
                        <a:lnTo>
                          <a:pt x="169808" y="167963"/>
                        </a:lnTo>
                        <a:close/>
                        <a:moveTo>
                          <a:pt x="159745" y="144568"/>
                        </a:moveTo>
                        <a:lnTo>
                          <a:pt x="109432" y="30440"/>
                        </a:lnTo>
                        <a:lnTo>
                          <a:pt x="58867" y="144568"/>
                        </a:lnTo>
                        <a:lnTo>
                          <a:pt x="159745" y="144568"/>
                        </a:lnTo>
                        <a:close/>
                      </a:path>
                    </a:pathLst>
                  </a:custGeom>
                  <a:solidFill>
                    <a:srgbClr val="005C8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7950" name="Google Shape;7950;p1"/>
                  <p:cNvSpPr/>
                  <p:nvPr/>
                </p:nvSpPr>
                <p:spPr>
                  <a:xfrm>
                    <a:off x="6023553" y="1944729"/>
                    <a:ext cx="168214" cy="217270"/>
                  </a:xfrm>
                  <a:custGeom>
                    <a:avLst/>
                    <a:gdLst/>
                    <a:ahLst/>
                    <a:cxnLst/>
                    <a:rect l="l" t="t" r="r" b="b"/>
                    <a:pathLst>
                      <a:path w="168214" h="217270" extrusionOk="0">
                        <a:moveTo>
                          <a:pt x="0" y="0"/>
                        </a:moveTo>
                        <a:lnTo>
                          <a:pt x="88216" y="0"/>
                        </a:lnTo>
                        <a:cubicBezTo>
                          <a:pt x="133079" y="0"/>
                          <a:pt x="168215" y="28763"/>
                          <a:pt x="168215" y="69600"/>
                        </a:cubicBezTo>
                        <a:cubicBezTo>
                          <a:pt x="168215" y="110354"/>
                          <a:pt x="133079" y="139201"/>
                          <a:pt x="88216" y="139201"/>
                        </a:cubicBezTo>
                        <a:lnTo>
                          <a:pt x="24654" y="139201"/>
                        </a:lnTo>
                        <a:lnTo>
                          <a:pt x="24654" y="217271"/>
                        </a:lnTo>
                        <a:lnTo>
                          <a:pt x="0" y="217271"/>
                        </a:lnTo>
                        <a:lnTo>
                          <a:pt x="0" y="0"/>
                        </a:lnTo>
                        <a:close/>
                        <a:moveTo>
                          <a:pt x="83772" y="115721"/>
                        </a:moveTo>
                        <a:cubicBezTo>
                          <a:pt x="119159" y="115721"/>
                          <a:pt x="143226" y="98615"/>
                          <a:pt x="143226" y="69600"/>
                        </a:cubicBezTo>
                        <a:cubicBezTo>
                          <a:pt x="143226" y="40502"/>
                          <a:pt x="119159" y="23396"/>
                          <a:pt x="83772" y="23396"/>
                        </a:cubicBezTo>
                        <a:lnTo>
                          <a:pt x="24654" y="23396"/>
                        </a:lnTo>
                        <a:lnTo>
                          <a:pt x="24654" y="115721"/>
                        </a:lnTo>
                        <a:lnTo>
                          <a:pt x="83772" y="115721"/>
                        </a:lnTo>
                        <a:close/>
                      </a:path>
                    </a:pathLst>
                  </a:custGeom>
                  <a:solidFill>
                    <a:srgbClr val="005C8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7951" name="Google Shape;7951;p1"/>
                  <p:cNvSpPr/>
                  <p:nvPr/>
                </p:nvSpPr>
                <p:spPr>
                  <a:xfrm>
                    <a:off x="6246106" y="1944729"/>
                    <a:ext cx="168214" cy="217270"/>
                  </a:xfrm>
                  <a:custGeom>
                    <a:avLst/>
                    <a:gdLst/>
                    <a:ahLst/>
                    <a:cxnLst/>
                    <a:rect l="l" t="t" r="r" b="b"/>
                    <a:pathLst>
                      <a:path w="168214" h="217270" extrusionOk="0">
                        <a:moveTo>
                          <a:pt x="0" y="0"/>
                        </a:moveTo>
                        <a:lnTo>
                          <a:pt x="88216" y="0"/>
                        </a:lnTo>
                        <a:cubicBezTo>
                          <a:pt x="133079" y="0"/>
                          <a:pt x="168215" y="28763"/>
                          <a:pt x="168215" y="69600"/>
                        </a:cubicBezTo>
                        <a:cubicBezTo>
                          <a:pt x="168215" y="110354"/>
                          <a:pt x="133079" y="139201"/>
                          <a:pt x="88216" y="139201"/>
                        </a:cubicBezTo>
                        <a:lnTo>
                          <a:pt x="24654" y="139201"/>
                        </a:lnTo>
                        <a:lnTo>
                          <a:pt x="24654" y="217271"/>
                        </a:lnTo>
                        <a:lnTo>
                          <a:pt x="0" y="217271"/>
                        </a:lnTo>
                        <a:lnTo>
                          <a:pt x="0" y="0"/>
                        </a:lnTo>
                        <a:close/>
                        <a:moveTo>
                          <a:pt x="83856" y="115721"/>
                        </a:moveTo>
                        <a:cubicBezTo>
                          <a:pt x="119243" y="115721"/>
                          <a:pt x="143310" y="98615"/>
                          <a:pt x="143310" y="69600"/>
                        </a:cubicBezTo>
                        <a:cubicBezTo>
                          <a:pt x="143310" y="40502"/>
                          <a:pt x="119243" y="23396"/>
                          <a:pt x="83856" y="23396"/>
                        </a:cubicBezTo>
                        <a:lnTo>
                          <a:pt x="24738" y="23396"/>
                        </a:lnTo>
                        <a:lnTo>
                          <a:pt x="24738" y="115721"/>
                        </a:lnTo>
                        <a:lnTo>
                          <a:pt x="83856" y="115721"/>
                        </a:lnTo>
                        <a:close/>
                      </a:path>
                    </a:pathLst>
                  </a:custGeom>
                  <a:solidFill>
                    <a:srgbClr val="005C8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sp>
              <p:nvSpPr>
                <p:cNvPr id="7952" name="Google Shape;7952;p1"/>
                <p:cNvSpPr/>
                <p:nvPr/>
              </p:nvSpPr>
              <p:spPr>
                <a:xfrm>
                  <a:off x="5574505" y="1554296"/>
                  <a:ext cx="1035620" cy="1035620"/>
                </a:xfrm>
                <a:custGeom>
                  <a:avLst/>
                  <a:gdLst/>
                  <a:ahLst/>
                  <a:cxnLst/>
                  <a:rect l="l" t="t" r="r" b="b"/>
                  <a:pathLst>
                    <a:path w="1035620" h="1035620" extrusionOk="0">
                      <a:moveTo>
                        <a:pt x="956544" y="27253"/>
                      </a:moveTo>
                      <a:cubicBezTo>
                        <a:pt x="985139" y="27253"/>
                        <a:pt x="1008367" y="50481"/>
                        <a:pt x="1008367" y="79076"/>
                      </a:cubicBezTo>
                      <a:lnTo>
                        <a:pt x="1008367" y="956544"/>
                      </a:lnTo>
                      <a:cubicBezTo>
                        <a:pt x="1008367" y="985139"/>
                        <a:pt x="985139" y="1008367"/>
                        <a:pt x="956544" y="1008367"/>
                      </a:cubicBezTo>
                      <a:lnTo>
                        <a:pt x="79076" y="1008367"/>
                      </a:lnTo>
                      <a:cubicBezTo>
                        <a:pt x="50481" y="1008367"/>
                        <a:pt x="27253" y="985139"/>
                        <a:pt x="27253" y="956544"/>
                      </a:cubicBezTo>
                      <a:lnTo>
                        <a:pt x="27253" y="79076"/>
                      </a:lnTo>
                      <a:cubicBezTo>
                        <a:pt x="27253" y="50481"/>
                        <a:pt x="50481" y="27253"/>
                        <a:pt x="79076" y="27253"/>
                      </a:cubicBezTo>
                      <a:lnTo>
                        <a:pt x="956544" y="27253"/>
                      </a:lnTo>
                      <a:moveTo>
                        <a:pt x="956544" y="0"/>
                      </a:moveTo>
                      <a:lnTo>
                        <a:pt x="79076" y="0"/>
                      </a:lnTo>
                      <a:cubicBezTo>
                        <a:pt x="35387" y="0"/>
                        <a:pt x="0" y="35387"/>
                        <a:pt x="0" y="79076"/>
                      </a:cubicBezTo>
                      <a:lnTo>
                        <a:pt x="0" y="956544"/>
                      </a:lnTo>
                      <a:cubicBezTo>
                        <a:pt x="0" y="1000233"/>
                        <a:pt x="35387" y="1035620"/>
                        <a:pt x="79076" y="1035620"/>
                      </a:cubicBezTo>
                      <a:lnTo>
                        <a:pt x="956544" y="1035620"/>
                      </a:lnTo>
                      <a:cubicBezTo>
                        <a:pt x="1000233" y="1035620"/>
                        <a:pt x="1035620" y="1000233"/>
                        <a:pt x="1035620" y="956544"/>
                      </a:cubicBezTo>
                      <a:lnTo>
                        <a:pt x="1035620" y="79076"/>
                      </a:lnTo>
                      <a:cubicBezTo>
                        <a:pt x="1035620" y="35387"/>
                        <a:pt x="1000233" y="0"/>
                        <a:pt x="956544" y="0"/>
                      </a:cubicBezTo>
                      <a:lnTo>
                        <a:pt x="956544" y="0"/>
                      </a:lnTo>
                      <a:close/>
                    </a:path>
                  </a:pathLst>
                </a:custGeom>
                <a:solidFill>
                  <a:srgbClr val="005C8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grpSp>
            <p:nvGrpSpPr>
              <p:cNvPr id="7953" name="Google Shape;7953;p1"/>
              <p:cNvGrpSpPr/>
              <p:nvPr/>
            </p:nvGrpSpPr>
            <p:grpSpPr>
              <a:xfrm>
                <a:off x="8529142" y="2308461"/>
                <a:ext cx="391053" cy="391053"/>
                <a:chOff x="5574505" y="1554296"/>
                <a:chExt cx="1035620" cy="1035620"/>
              </a:xfrm>
            </p:grpSpPr>
            <p:grpSp>
              <p:nvGrpSpPr>
                <p:cNvPr id="7954" name="Google Shape;7954;p1"/>
                <p:cNvGrpSpPr/>
                <p:nvPr/>
              </p:nvGrpSpPr>
              <p:grpSpPr>
                <a:xfrm>
                  <a:off x="5751021" y="1944645"/>
                  <a:ext cx="663299" cy="217354"/>
                  <a:chOff x="5751021" y="1944645"/>
                  <a:chExt cx="663299" cy="217354"/>
                </a:xfrm>
              </p:grpSpPr>
              <p:sp>
                <p:nvSpPr>
                  <p:cNvPr id="7955" name="Google Shape;7955;p1"/>
                  <p:cNvSpPr/>
                  <p:nvPr/>
                </p:nvSpPr>
                <p:spPr>
                  <a:xfrm>
                    <a:off x="5751021" y="1944645"/>
                    <a:ext cx="218612" cy="217270"/>
                  </a:xfrm>
                  <a:custGeom>
                    <a:avLst/>
                    <a:gdLst/>
                    <a:ahLst/>
                    <a:cxnLst/>
                    <a:rect l="l" t="t" r="r" b="b"/>
                    <a:pathLst>
                      <a:path w="218612" h="217270" extrusionOk="0">
                        <a:moveTo>
                          <a:pt x="169808" y="167963"/>
                        </a:moveTo>
                        <a:lnTo>
                          <a:pt x="48720" y="167963"/>
                        </a:lnTo>
                        <a:lnTo>
                          <a:pt x="26918" y="217271"/>
                        </a:lnTo>
                        <a:lnTo>
                          <a:pt x="0" y="217271"/>
                        </a:lnTo>
                        <a:lnTo>
                          <a:pt x="95847" y="0"/>
                        </a:lnTo>
                        <a:lnTo>
                          <a:pt x="122765" y="0"/>
                        </a:lnTo>
                        <a:lnTo>
                          <a:pt x="218612" y="217271"/>
                        </a:lnTo>
                        <a:lnTo>
                          <a:pt x="191695" y="217271"/>
                        </a:lnTo>
                        <a:lnTo>
                          <a:pt x="169808" y="167963"/>
                        </a:lnTo>
                        <a:close/>
                        <a:moveTo>
                          <a:pt x="159745" y="144568"/>
                        </a:moveTo>
                        <a:lnTo>
                          <a:pt x="109432" y="30440"/>
                        </a:lnTo>
                        <a:lnTo>
                          <a:pt x="58867" y="144568"/>
                        </a:lnTo>
                        <a:lnTo>
                          <a:pt x="159745" y="144568"/>
                        </a:lnTo>
                        <a:close/>
                      </a:path>
                    </a:pathLst>
                  </a:custGeom>
                  <a:solidFill>
                    <a:srgbClr val="005C8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7956" name="Google Shape;7956;p1"/>
                  <p:cNvSpPr/>
                  <p:nvPr/>
                </p:nvSpPr>
                <p:spPr>
                  <a:xfrm>
                    <a:off x="6023553" y="1944729"/>
                    <a:ext cx="168214" cy="217270"/>
                  </a:xfrm>
                  <a:custGeom>
                    <a:avLst/>
                    <a:gdLst/>
                    <a:ahLst/>
                    <a:cxnLst/>
                    <a:rect l="l" t="t" r="r" b="b"/>
                    <a:pathLst>
                      <a:path w="168214" h="217270" extrusionOk="0">
                        <a:moveTo>
                          <a:pt x="0" y="0"/>
                        </a:moveTo>
                        <a:lnTo>
                          <a:pt x="88216" y="0"/>
                        </a:lnTo>
                        <a:cubicBezTo>
                          <a:pt x="133079" y="0"/>
                          <a:pt x="168215" y="28763"/>
                          <a:pt x="168215" y="69600"/>
                        </a:cubicBezTo>
                        <a:cubicBezTo>
                          <a:pt x="168215" y="110354"/>
                          <a:pt x="133079" y="139201"/>
                          <a:pt x="88216" y="139201"/>
                        </a:cubicBezTo>
                        <a:lnTo>
                          <a:pt x="24654" y="139201"/>
                        </a:lnTo>
                        <a:lnTo>
                          <a:pt x="24654" y="217271"/>
                        </a:lnTo>
                        <a:lnTo>
                          <a:pt x="0" y="217271"/>
                        </a:lnTo>
                        <a:lnTo>
                          <a:pt x="0" y="0"/>
                        </a:lnTo>
                        <a:close/>
                        <a:moveTo>
                          <a:pt x="83772" y="115721"/>
                        </a:moveTo>
                        <a:cubicBezTo>
                          <a:pt x="119159" y="115721"/>
                          <a:pt x="143226" y="98615"/>
                          <a:pt x="143226" y="69600"/>
                        </a:cubicBezTo>
                        <a:cubicBezTo>
                          <a:pt x="143226" y="40502"/>
                          <a:pt x="119159" y="23396"/>
                          <a:pt x="83772" y="23396"/>
                        </a:cubicBezTo>
                        <a:lnTo>
                          <a:pt x="24654" y="23396"/>
                        </a:lnTo>
                        <a:lnTo>
                          <a:pt x="24654" y="115721"/>
                        </a:lnTo>
                        <a:lnTo>
                          <a:pt x="83772" y="115721"/>
                        </a:lnTo>
                        <a:close/>
                      </a:path>
                    </a:pathLst>
                  </a:custGeom>
                  <a:solidFill>
                    <a:srgbClr val="005C8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sp>
                <p:nvSpPr>
                  <p:cNvPr id="7957" name="Google Shape;7957;p1"/>
                  <p:cNvSpPr/>
                  <p:nvPr/>
                </p:nvSpPr>
                <p:spPr>
                  <a:xfrm>
                    <a:off x="6246106" y="1944729"/>
                    <a:ext cx="168214" cy="217270"/>
                  </a:xfrm>
                  <a:custGeom>
                    <a:avLst/>
                    <a:gdLst/>
                    <a:ahLst/>
                    <a:cxnLst/>
                    <a:rect l="l" t="t" r="r" b="b"/>
                    <a:pathLst>
                      <a:path w="168214" h="217270" extrusionOk="0">
                        <a:moveTo>
                          <a:pt x="0" y="0"/>
                        </a:moveTo>
                        <a:lnTo>
                          <a:pt x="88216" y="0"/>
                        </a:lnTo>
                        <a:cubicBezTo>
                          <a:pt x="133079" y="0"/>
                          <a:pt x="168215" y="28763"/>
                          <a:pt x="168215" y="69600"/>
                        </a:cubicBezTo>
                        <a:cubicBezTo>
                          <a:pt x="168215" y="110354"/>
                          <a:pt x="133079" y="139201"/>
                          <a:pt x="88216" y="139201"/>
                        </a:cubicBezTo>
                        <a:lnTo>
                          <a:pt x="24654" y="139201"/>
                        </a:lnTo>
                        <a:lnTo>
                          <a:pt x="24654" y="217271"/>
                        </a:lnTo>
                        <a:lnTo>
                          <a:pt x="0" y="217271"/>
                        </a:lnTo>
                        <a:lnTo>
                          <a:pt x="0" y="0"/>
                        </a:lnTo>
                        <a:close/>
                        <a:moveTo>
                          <a:pt x="83856" y="115721"/>
                        </a:moveTo>
                        <a:cubicBezTo>
                          <a:pt x="119243" y="115721"/>
                          <a:pt x="143310" y="98615"/>
                          <a:pt x="143310" y="69600"/>
                        </a:cubicBezTo>
                        <a:cubicBezTo>
                          <a:pt x="143310" y="40502"/>
                          <a:pt x="119243" y="23396"/>
                          <a:pt x="83856" y="23396"/>
                        </a:cubicBezTo>
                        <a:lnTo>
                          <a:pt x="24738" y="23396"/>
                        </a:lnTo>
                        <a:lnTo>
                          <a:pt x="24738" y="115721"/>
                        </a:lnTo>
                        <a:lnTo>
                          <a:pt x="83856" y="115721"/>
                        </a:lnTo>
                        <a:close/>
                      </a:path>
                    </a:pathLst>
                  </a:custGeom>
                  <a:solidFill>
                    <a:srgbClr val="005C8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sp>
              <p:nvSpPr>
                <p:cNvPr id="7958" name="Google Shape;7958;p1"/>
                <p:cNvSpPr/>
                <p:nvPr/>
              </p:nvSpPr>
              <p:spPr>
                <a:xfrm>
                  <a:off x="5574505" y="1554296"/>
                  <a:ext cx="1035620" cy="1035620"/>
                </a:xfrm>
                <a:custGeom>
                  <a:avLst/>
                  <a:gdLst/>
                  <a:ahLst/>
                  <a:cxnLst/>
                  <a:rect l="l" t="t" r="r" b="b"/>
                  <a:pathLst>
                    <a:path w="1035620" h="1035620" extrusionOk="0">
                      <a:moveTo>
                        <a:pt x="956544" y="27253"/>
                      </a:moveTo>
                      <a:cubicBezTo>
                        <a:pt x="985139" y="27253"/>
                        <a:pt x="1008367" y="50481"/>
                        <a:pt x="1008367" y="79076"/>
                      </a:cubicBezTo>
                      <a:lnTo>
                        <a:pt x="1008367" y="956544"/>
                      </a:lnTo>
                      <a:cubicBezTo>
                        <a:pt x="1008367" y="985139"/>
                        <a:pt x="985139" y="1008367"/>
                        <a:pt x="956544" y="1008367"/>
                      </a:cubicBezTo>
                      <a:lnTo>
                        <a:pt x="79076" y="1008367"/>
                      </a:lnTo>
                      <a:cubicBezTo>
                        <a:pt x="50481" y="1008367"/>
                        <a:pt x="27253" y="985139"/>
                        <a:pt x="27253" y="956544"/>
                      </a:cubicBezTo>
                      <a:lnTo>
                        <a:pt x="27253" y="79076"/>
                      </a:lnTo>
                      <a:cubicBezTo>
                        <a:pt x="27253" y="50481"/>
                        <a:pt x="50481" y="27253"/>
                        <a:pt x="79076" y="27253"/>
                      </a:cubicBezTo>
                      <a:lnTo>
                        <a:pt x="956544" y="27253"/>
                      </a:lnTo>
                      <a:moveTo>
                        <a:pt x="956544" y="0"/>
                      </a:moveTo>
                      <a:lnTo>
                        <a:pt x="79076" y="0"/>
                      </a:lnTo>
                      <a:cubicBezTo>
                        <a:pt x="35387" y="0"/>
                        <a:pt x="0" y="35387"/>
                        <a:pt x="0" y="79076"/>
                      </a:cubicBezTo>
                      <a:lnTo>
                        <a:pt x="0" y="956544"/>
                      </a:lnTo>
                      <a:cubicBezTo>
                        <a:pt x="0" y="1000233"/>
                        <a:pt x="35387" y="1035620"/>
                        <a:pt x="79076" y="1035620"/>
                      </a:cubicBezTo>
                      <a:lnTo>
                        <a:pt x="956544" y="1035620"/>
                      </a:lnTo>
                      <a:cubicBezTo>
                        <a:pt x="1000233" y="1035620"/>
                        <a:pt x="1035620" y="1000233"/>
                        <a:pt x="1035620" y="956544"/>
                      </a:cubicBezTo>
                      <a:lnTo>
                        <a:pt x="1035620" y="79076"/>
                      </a:lnTo>
                      <a:cubicBezTo>
                        <a:pt x="1035620" y="35387"/>
                        <a:pt x="1000233" y="0"/>
                        <a:pt x="956544" y="0"/>
                      </a:cubicBezTo>
                      <a:lnTo>
                        <a:pt x="956544" y="0"/>
                      </a:lnTo>
                      <a:close/>
                    </a:path>
                  </a:pathLst>
                </a:custGeom>
                <a:solidFill>
                  <a:srgbClr val="005C8A"/>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717074"/>
                    </a:solidFill>
                    <a:latin typeface="Arial"/>
                    <a:ea typeface="Arial"/>
                    <a:cs typeface="Arial"/>
                    <a:sym typeface="Arial"/>
                  </a:endParaRPr>
                </a:p>
              </p:txBody>
            </p:sp>
          </p:grpSp>
        </p:grpSp>
        <p:pic>
          <p:nvPicPr>
            <p:cNvPr id="7959" name="Google Shape;7959;p1"/>
            <p:cNvPicPr preferRelativeResize="0"/>
            <p:nvPr/>
          </p:nvPicPr>
          <p:blipFill rotWithShape="1">
            <a:blip r:embed="rId3">
              <a:alphaModFix/>
            </a:blip>
            <a:srcRect/>
            <a:stretch/>
          </p:blipFill>
          <p:spPr>
            <a:xfrm>
              <a:off x="3844960" y="4544830"/>
              <a:ext cx="435518" cy="435516"/>
            </a:xfrm>
            <a:prstGeom prst="rect">
              <a:avLst/>
            </a:prstGeom>
            <a:noFill/>
            <a:ln>
              <a:noFill/>
            </a:ln>
          </p:spPr>
        </p:pic>
        <p:pic>
          <p:nvPicPr>
            <p:cNvPr id="7960" name="Google Shape;7960;p1"/>
            <p:cNvPicPr preferRelativeResize="0"/>
            <p:nvPr/>
          </p:nvPicPr>
          <p:blipFill rotWithShape="1">
            <a:blip r:embed="rId4">
              <a:alphaModFix/>
            </a:blip>
            <a:srcRect/>
            <a:stretch/>
          </p:blipFill>
          <p:spPr>
            <a:xfrm>
              <a:off x="2548612" y="5621442"/>
              <a:ext cx="359158" cy="359158"/>
            </a:xfrm>
            <a:prstGeom prst="rect">
              <a:avLst/>
            </a:prstGeom>
            <a:noFill/>
            <a:ln>
              <a:noFill/>
            </a:ln>
          </p:spPr>
        </p:pic>
        <p:pic>
          <p:nvPicPr>
            <p:cNvPr id="7961" name="Google Shape;7961;p1"/>
            <p:cNvPicPr preferRelativeResize="0"/>
            <p:nvPr/>
          </p:nvPicPr>
          <p:blipFill rotWithShape="1">
            <a:blip r:embed="rId5">
              <a:alphaModFix/>
            </a:blip>
            <a:srcRect/>
            <a:stretch/>
          </p:blipFill>
          <p:spPr>
            <a:xfrm>
              <a:off x="2090573" y="2714308"/>
              <a:ext cx="630936" cy="611104"/>
            </a:xfrm>
            <a:prstGeom prst="rect">
              <a:avLst/>
            </a:prstGeom>
            <a:noFill/>
            <a:ln>
              <a:noFill/>
            </a:ln>
          </p:spPr>
        </p:pic>
        <p:pic>
          <p:nvPicPr>
            <p:cNvPr id="7962" name="Google Shape;7962;p1"/>
            <p:cNvPicPr preferRelativeResize="0"/>
            <p:nvPr/>
          </p:nvPicPr>
          <p:blipFill rotWithShape="1">
            <a:blip r:embed="rId6">
              <a:alphaModFix/>
            </a:blip>
            <a:srcRect/>
            <a:stretch/>
          </p:blipFill>
          <p:spPr>
            <a:xfrm>
              <a:off x="5341463" y="2731951"/>
              <a:ext cx="582320" cy="571038"/>
            </a:xfrm>
            <a:prstGeom prst="rect">
              <a:avLst/>
            </a:prstGeom>
            <a:noFill/>
            <a:ln>
              <a:noFill/>
            </a:ln>
          </p:spPr>
        </p:pic>
        <p:sp>
          <p:nvSpPr>
            <p:cNvPr id="7963" name="Google Shape;7963;p1"/>
            <p:cNvSpPr/>
            <p:nvPr/>
          </p:nvSpPr>
          <p:spPr>
            <a:xfrm>
              <a:off x="4129167" y="5239786"/>
              <a:ext cx="2431541" cy="913760"/>
            </a:xfrm>
            <a:prstGeom prst="rect">
              <a:avLst/>
            </a:prstGeom>
            <a:solidFill>
              <a:srgbClr val="FFFFFF"/>
            </a:solidFill>
            <a:ln w="25400" cap="flat" cmpd="sng">
              <a:solidFill>
                <a:srgbClr val="005C8A"/>
              </a:solidFill>
              <a:prstDash val="solid"/>
              <a:miter lim="800000"/>
              <a:headEnd type="none" w="sm" len="sm"/>
              <a:tailEnd type="none" w="sm" len="sm"/>
            </a:ln>
          </p:spPr>
          <p:txBody>
            <a:bodyPr spcFirstLastPara="1" wrap="square" lIns="121700" tIns="60850" rIns="121700" bIns="60850" anchor="ctr" anchorCtr="0">
              <a:noAutofit/>
            </a:bodyPr>
            <a:lstStyle/>
            <a:p>
              <a:pPr marL="0" marR="0" lvl="0" indent="0" algn="ctr" rtl="0">
                <a:lnSpc>
                  <a:spcPct val="100000"/>
                </a:lnSpc>
                <a:spcBef>
                  <a:spcPts val="0"/>
                </a:spcBef>
                <a:spcAft>
                  <a:spcPts val="0"/>
                </a:spcAft>
                <a:buClr>
                  <a:srgbClr val="000000"/>
                </a:buClr>
                <a:buSzPts val="667"/>
                <a:buFont typeface="Arial"/>
                <a:buNone/>
              </a:pPr>
              <a:endParaRPr sz="667" b="0" i="0" u="none" strike="noStrike" cap="none">
                <a:solidFill>
                  <a:srgbClr val="FFFFFF"/>
                </a:solidFill>
                <a:latin typeface="Arial"/>
                <a:ea typeface="Arial"/>
                <a:cs typeface="Arial"/>
                <a:sym typeface="Arial"/>
              </a:endParaRPr>
            </a:p>
          </p:txBody>
        </p:sp>
        <p:sp>
          <p:nvSpPr>
            <p:cNvPr id="7964" name="Google Shape;7964;p1"/>
            <p:cNvSpPr/>
            <p:nvPr/>
          </p:nvSpPr>
          <p:spPr>
            <a:xfrm>
              <a:off x="4129167" y="5991874"/>
              <a:ext cx="2431541" cy="161671"/>
            </a:xfrm>
            <a:prstGeom prst="rect">
              <a:avLst/>
            </a:prstGeom>
            <a:solidFill>
              <a:srgbClr val="005C8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7965" name="Google Shape;7965;p1"/>
            <p:cNvSpPr txBox="1"/>
            <p:nvPr/>
          </p:nvSpPr>
          <p:spPr>
            <a:xfrm>
              <a:off x="4129169" y="5263229"/>
              <a:ext cx="2431246"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1400"/>
                <a:buFont typeface="Arial"/>
                <a:buNone/>
              </a:pPr>
              <a:r>
                <a:rPr lang="en-US" sz="1400" b="0" i="0" u="none" strike="noStrike" cap="none" dirty="0">
                  <a:solidFill>
                    <a:srgbClr val="FFFFFF"/>
                  </a:solidFill>
                  <a:latin typeface="Arial"/>
                  <a:ea typeface="Arial"/>
                  <a:cs typeface="Arial"/>
                  <a:sym typeface="Arial"/>
                </a:rPr>
                <a:t>NVMe – Tier 1</a:t>
              </a:r>
              <a:endParaRPr sz="1400" b="0" i="0" u="none" strike="noStrike" cap="none" dirty="0">
                <a:solidFill>
                  <a:srgbClr val="000000"/>
                </a:solidFill>
                <a:latin typeface="Arial"/>
                <a:ea typeface="Arial"/>
                <a:cs typeface="Arial"/>
                <a:sym typeface="Arial"/>
              </a:endParaRPr>
            </a:p>
          </p:txBody>
        </p:sp>
        <p:pic>
          <p:nvPicPr>
            <p:cNvPr id="7966" name="Google Shape;7966;p1"/>
            <p:cNvPicPr preferRelativeResize="0"/>
            <p:nvPr/>
          </p:nvPicPr>
          <p:blipFill rotWithShape="1">
            <a:blip r:embed="rId4">
              <a:alphaModFix/>
            </a:blip>
            <a:srcRect/>
            <a:stretch/>
          </p:blipFill>
          <p:spPr>
            <a:xfrm>
              <a:off x="5153929" y="5624128"/>
              <a:ext cx="359158" cy="359158"/>
            </a:xfrm>
            <a:prstGeom prst="rect">
              <a:avLst/>
            </a:prstGeom>
            <a:noFill/>
            <a:ln>
              <a:noFill/>
            </a:ln>
          </p:spPr>
        </p:pic>
        <p:sp>
          <p:nvSpPr>
            <p:cNvPr id="7967" name="Google Shape;7967;p1"/>
            <p:cNvSpPr/>
            <p:nvPr/>
          </p:nvSpPr>
          <p:spPr>
            <a:xfrm>
              <a:off x="4129020" y="5244018"/>
              <a:ext cx="2431541" cy="338991"/>
            </a:xfrm>
            <a:prstGeom prst="roundRect">
              <a:avLst>
                <a:gd name="adj" fmla="val 0"/>
              </a:avLst>
            </a:prstGeom>
            <a:gradFill>
              <a:gsLst>
                <a:gs pos="0">
                  <a:srgbClr val="005C8A"/>
                </a:gs>
                <a:gs pos="100000">
                  <a:srgbClr val="6C4B94"/>
                </a:gs>
              </a:gsLst>
              <a:lin ang="0" scaled="0"/>
            </a:gradFill>
            <a:ln w="25400" cap="flat" cmpd="sng">
              <a:solidFill>
                <a:srgbClr val="005C8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n-US" sz="1400" b="0" i="0" u="none" strike="noStrike" cap="none" dirty="0">
                  <a:solidFill>
                    <a:srgbClr val="FFFFFF"/>
                  </a:solidFill>
                  <a:latin typeface="Arial"/>
                  <a:ea typeface="Arial"/>
                  <a:cs typeface="Arial"/>
                  <a:sym typeface="Arial"/>
                </a:rPr>
                <a:t>NVMe – Tier 1 (Backup)</a:t>
              </a:r>
              <a:endParaRPr sz="1400" b="0" i="0" u="none" strike="noStrike" cap="none" dirty="0">
                <a:solidFill>
                  <a:srgbClr val="000000"/>
                </a:solidFill>
                <a:latin typeface="Arial"/>
                <a:ea typeface="Arial"/>
                <a:cs typeface="Arial"/>
                <a:sym typeface="Arial"/>
              </a:endParaRPr>
            </a:p>
          </p:txBody>
        </p:sp>
      </p:grpSp>
      <p:sp>
        <p:nvSpPr>
          <p:cNvPr id="5" name="Title 4">
            <a:extLst>
              <a:ext uri="{FF2B5EF4-FFF2-40B4-BE49-F238E27FC236}">
                <a16:creationId xmlns:a16="http://schemas.microsoft.com/office/drawing/2014/main" id="{E29C4704-193A-3FB0-F775-4EBACDF64B5E}"/>
              </a:ext>
            </a:extLst>
          </p:cNvPr>
          <p:cNvSpPr>
            <a:spLocks noGrp="1"/>
          </p:cNvSpPr>
          <p:nvPr>
            <p:ph type="title"/>
          </p:nvPr>
        </p:nvSpPr>
        <p:spPr/>
        <p:txBody>
          <a:bodyPr/>
          <a:lstStyle/>
          <a:p>
            <a:r>
              <a:rPr lang="en-US" dirty="0"/>
              <a:t>High Availability and Resiliency of Tiered Memory</a:t>
            </a:r>
          </a:p>
        </p:txBody>
      </p:sp>
      <p:sp>
        <p:nvSpPr>
          <p:cNvPr id="6" name="Subtitle 5">
            <a:extLst>
              <a:ext uri="{FF2B5EF4-FFF2-40B4-BE49-F238E27FC236}">
                <a16:creationId xmlns:a16="http://schemas.microsoft.com/office/drawing/2014/main" id="{42C9F1AC-2A00-5496-481E-4045DB60608B}"/>
              </a:ext>
            </a:extLst>
          </p:cNvPr>
          <p:cNvSpPr>
            <a:spLocks noGrp="1"/>
          </p:cNvSpPr>
          <p:nvPr>
            <p:ph type="subTitle" idx="10"/>
          </p:nvPr>
        </p:nvSpPr>
        <p:spPr/>
        <p:txBody>
          <a:bodyPr/>
          <a:lstStyle/>
          <a:p>
            <a:r>
              <a:rPr lang="en-US" dirty="0"/>
              <a:t>Memory Tiering using Software Mirroring </a:t>
            </a:r>
          </a:p>
        </p:txBody>
      </p:sp>
      <p:sp>
        <p:nvSpPr>
          <p:cNvPr id="7" name="Text Placeholder 6">
            <a:extLst>
              <a:ext uri="{FF2B5EF4-FFF2-40B4-BE49-F238E27FC236}">
                <a16:creationId xmlns:a16="http://schemas.microsoft.com/office/drawing/2014/main" id="{D25A204A-CF3D-96D2-17A2-875F5CE6A127}"/>
              </a:ext>
            </a:extLst>
          </p:cNvPr>
          <p:cNvSpPr>
            <a:spLocks noGrp="1"/>
          </p:cNvSpPr>
          <p:nvPr>
            <p:ph type="body" sz="quarter" idx="17"/>
          </p:nvPr>
        </p:nvSpPr>
        <p:spPr/>
        <p:txBody>
          <a:bodyPr/>
          <a:lstStyle/>
          <a:p>
            <a:r>
              <a:rPr lang="en-US" dirty="0"/>
              <a:t>Leverages redundant pair of NVMe devices</a:t>
            </a:r>
          </a:p>
          <a:p>
            <a:endParaRPr lang="en-US" dirty="0"/>
          </a:p>
          <a:p>
            <a:r>
              <a:rPr lang="en-US" dirty="0"/>
              <a:t>Mirroring built into ESX – no special hardware needed</a:t>
            </a:r>
          </a:p>
          <a:p>
            <a:endParaRPr lang="en-US" dirty="0"/>
          </a:p>
          <a:p>
            <a:r>
              <a:rPr lang="en-US" dirty="0"/>
              <a:t>Better resiliency in case of NVMe device failures</a:t>
            </a:r>
          </a:p>
          <a:p>
            <a:endParaRPr lang="en-US" dirty="0"/>
          </a:p>
          <a:p>
            <a:endParaRPr lang="en-US" dirty="0"/>
          </a:p>
          <a:p>
            <a:endParaRPr lang="en-US" dirty="0"/>
          </a:p>
          <a:p>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6DD2F-E5E7-6D01-2C75-3E07CFD3173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85DAA25-12F5-2C44-9753-F373F8878876}"/>
              </a:ext>
            </a:extLst>
          </p:cNvPr>
          <p:cNvSpPr>
            <a:spLocks noGrp="1"/>
          </p:cNvSpPr>
          <p:nvPr>
            <p:ph type="body" sz="quarter" idx="12"/>
          </p:nvPr>
        </p:nvSpPr>
        <p:spPr/>
        <p:txBody>
          <a:bodyPr/>
          <a:lstStyle/>
          <a:p>
            <a:r>
              <a:rPr lang="en-US" dirty="0"/>
              <a:t>DEMO</a:t>
            </a:r>
          </a:p>
          <a:p>
            <a:r>
              <a:rPr lang="en-US" dirty="0"/>
              <a:t>Enable Memory Tiering</a:t>
            </a:r>
          </a:p>
        </p:txBody>
      </p:sp>
      <p:pic>
        <p:nvPicPr>
          <p:cNvPr id="4" name="Picture Placeholder 3" descr="A logo of a cloud computing system&#10;&#10;AI-generated content may be incorrect.">
            <a:extLst>
              <a:ext uri="{FF2B5EF4-FFF2-40B4-BE49-F238E27FC236}">
                <a16:creationId xmlns:a16="http://schemas.microsoft.com/office/drawing/2014/main" id="{2CA5E7FD-FADC-B896-0781-4FD98F7CB3C9}"/>
              </a:ext>
            </a:extLst>
          </p:cNvPr>
          <p:cNvPicPr>
            <a:picLocks noGrp="1" noChangeAspect="1"/>
          </p:cNvPicPr>
          <p:nvPr>
            <p:ph type="pic" sz="quarter" idx="11"/>
          </p:nvPr>
        </p:nvPicPr>
        <p:blipFill>
          <a:blip r:embed="rId3"/>
          <a:srcRect l="10159" r="10159"/>
          <a:stretch>
            <a:fillRect/>
          </a:stretch>
        </p:blipFill>
        <p:spPr>
          <a:prstGeom prst="rect">
            <a:avLst/>
          </a:prstGeom>
        </p:spPr>
      </p:pic>
    </p:spTree>
    <p:extLst>
      <p:ext uri="{BB962C8B-B14F-4D97-AF65-F5344CB8AC3E}">
        <p14:creationId xmlns:p14="http://schemas.microsoft.com/office/powerpoint/2010/main" val="3089325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83">
          <a:extLst>
            <a:ext uri="{FF2B5EF4-FFF2-40B4-BE49-F238E27FC236}">
              <a16:creationId xmlns:a16="http://schemas.microsoft.com/office/drawing/2014/main" id="{3A5BD0A3-466A-1A5D-1122-AF767BF19D7F}"/>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2D13501D-C528-5FDB-2272-E097E1C6D5CD}"/>
              </a:ext>
            </a:extLst>
          </p:cNvPr>
          <p:cNvSpPr/>
          <p:nvPr/>
        </p:nvSpPr>
        <p:spPr bwMode="gray">
          <a:xfrm>
            <a:off x="5175784" y="4729654"/>
            <a:ext cx="2643141" cy="1229711"/>
          </a:xfrm>
          <a:prstGeom prst="rect">
            <a:avLst/>
          </a:prstGeom>
          <a:solidFill>
            <a:srgbClr val="F4F9FA"/>
          </a:solidFill>
          <a:ln w="12700">
            <a:solidFill>
              <a:schemeClr val="accent2"/>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2384" name="Google Shape;2384;p19">
            <a:extLst>
              <a:ext uri="{FF2B5EF4-FFF2-40B4-BE49-F238E27FC236}">
                <a16:creationId xmlns:a16="http://schemas.microsoft.com/office/drawing/2014/main" id="{8A3B0371-9E8E-0772-0754-0DC2D1D6D649}"/>
              </a:ext>
            </a:extLst>
          </p:cNvPr>
          <p:cNvSpPr txBox="1">
            <a:spLocks noGrp="1"/>
          </p:cNvSpPr>
          <p:nvPr>
            <p:ph type="title"/>
          </p:nvPr>
        </p:nvSpPr>
        <p:spPr>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dirty="0"/>
              <a:t>Greater vMotion Throughput and Reduced Migration Times</a:t>
            </a:r>
            <a:endParaRPr dirty="0"/>
          </a:p>
        </p:txBody>
      </p:sp>
      <p:sp>
        <p:nvSpPr>
          <p:cNvPr id="2385" name="Google Shape;2385;p19">
            <a:extLst>
              <a:ext uri="{FF2B5EF4-FFF2-40B4-BE49-F238E27FC236}">
                <a16:creationId xmlns:a16="http://schemas.microsoft.com/office/drawing/2014/main" id="{E964C4A0-6B2B-3347-4FD3-2FA64B291D04}"/>
              </a:ext>
            </a:extLst>
          </p:cNvPr>
          <p:cNvSpPr txBox="1">
            <a:spLocks noGrp="1"/>
          </p:cNvSpPr>
          <p:nvPr>
            <p:ph type="subTitle" idx="10"/>
          </p:nvPr>
        </p:nvSpPr>
        <p:spPr>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SzPts val="1800"/>
              <a:buNone/>
            </a:pPr>
            <a:r>
              <a:rPr lang="en-US" dirty="0"/>
              <a:t>Offload Encrypted vMotion to Intel QAT</a:t>
            </a:r>
            <a:endParaRPr dirty="0"/>
          </a:p>
        </p:txBody>
      </p:sp>
      <p:sp>
        <p:nvSpPr>
          <p:cNvPr id="2386" name="Google Shape;2386;p19">
            <a:extLst>
              <a:ext uri="{FF2B5EF4-FFF2-40B4-BE49-F238E27FC236}">
                <a16:creationId xmlns:a16="http://schemas.microsoft.com/office/drawing/2014/main" id="{7166E1D9-F7E5-FBB5-2A21-59EDDAC6C9B1}"/>
              </a:ext>
            </a:extLst>
          </p:cNvPr>
          <p:cNvSpPr txBox="1">
            <a:spLocks noGrp="1"/>
          </p:cNvSpPr>
          <p:nvPr>
            <p:ph type="body" sz="quarter" idx="17"/>
          </p:nvPr>
        </p:nvSpPr>
        <p:spPr>
          <a:prstGeom prst="rect">
            <a:avLst/>
          </a:prstGeom>
          <a:noFill/>
          <a:ln>
            <a:noFill/>
          </a:ln>
        </p:spPr>
        <p:txBody>
          <a:bodyPr spcFirstLastPara="1" wrap="square" lIns="274300" tIns="457200" rIns="457200" bIns="457200" anchor="t" anchorCtr="0">
            <a:noAutofit/>
          </a:bodyPr>
          <a:lstStyle/>
          <a:p>
            <a:pPr marL="0" lvl="0" indent="0" algn="l" rtl="0">
              <a:lnSpc>
                <a:spcPct val="100000"/>
              </a:lnSpc>
              <a:spcBef>
                <a:spcPts val="0"/>
              </a:spcBef>
              <a:spcAft>
                <a:spcPts val="0"/>
              </a:spcAft>
              <a:buSzPts val="1260"/>
              <a:buNone/>
            </a:pPr>
            <a:r>
              <a:rPr lang="en-US" dirty="0"/>
              <a:t>Reclaim CPU Cores</a:t>
            </a:r>
            <a:endParaRPr dirty="0"/>
          </a:p>
          <a:p>
            <a:pPr marL="0" lvl="0" indent="0" algn="l" rtl="0">
              <a:lnSpc>
                <a:spcPct val="100000"/>
              </a:lnSpc>
              <a:spcBef>
                <a:spcPts val="1200"/>
              </a:spcBef>
              <a:spcAft>
                <a:spcPts val="0"/>
              </a:spcAft>
              <a:buSzPts val="1260"/>
              <a:buNone/>
            </a:pPr>
            <a:endParaRPr lang="en-US" dirty="0"/>
          </a:p>
          <a:p>
            <a:pPr marL="0" lvl="0" indent="0" algn="l" rtl="0">
              <a:lnSpc>
                <a:spcPct val="100000"/>
              </a:lnSpc>
              <a:spcBef>
                <a:spcPts val="1200"/>
              </a:spcBef>
              <a:spcAft>
                <a:spcPts val="0"/>
              </a:spcAft>
              <a:buSzPts val="1260"/>
              <a:buNone/>
            </a:pPr>
            <a:r>
              <a:rPr lang="en-US" dirty="0"/>
              <a:t>Accelerated processing of Encrypted vMotion traffic</a:t>
            </a:r>
          </a:p>
          <a:p>
            <a:pPr marL="0" lvl="0" indent="0" algn="l" rtl="0">
              <a:lnSpc>
                <a:spcPct val="100000"/>
              </a:lnSpc>
              <a:spcBef>
                <a:spcPts val="1200"/>
              </a:spcBef>
              <a:spcAft>
                <a:spcPts val="0"/>
              </a:spcAft>
              <a:buSzPts val="1260"/>
              <a:buNone/>
            </a:pPr>
            <a:endParaRPr lang="en-US" dirty="0"/>
          </a:p>
          <a:p>
            <a:pPr marL="0" lvl="0" indent="0" algn="l" rtl="0">
              <a:lnSpc>
                <a:spcPct val="100000"/>
              </a:lnSpc>
              <a:spcBef>
                <a:spcPts val="1200"/>
              </a:spcBef>
              <a:spcAft>
                <a:spcPts val="0"/>
              </a:spcAft>
              <a:buSzPts val="1260"/>
              <a:buNone/>
            </a:pPr>
            <a:r>
              <a:rPr lang="en-US" dirty="0"/>
              <a:t>Better host consolidation and resource management</a:t>
            </a:r>
            <a:endParaRPr dirty="0"/>
          </a:p>
        </p:txBody>
      </p:sp>
      <p:sp>
        <p:nvSpPr>
          <p:cNvPr id="3" name="Rectangle 2">
            <a:extLst>
              <a:ext uri="{FF2B5EF4-FFF2-40B4-BE49-F238E27FC236}">
                <a16:creationId xmlns:a16="http://schemas.microsoft.com/office/drawing/2014/main" id="{963E9A8D-976E-449D-866F-FCB2B3D21983}"/>
              </a:ext>
            </a:extLst>
          </p:cNvPr>
          <p:cNvSpPr/>
          <p:nvPr/>
        </p:nvSpPr>
        <p:spPr bwMode="gray">
          <a:xfrm>
            <a:off x="136635" y="4729654"/>
            <a:ext cx="2643141" cy="1229711"/>
          </a:xfrm>
          <a:prstGeom prst="rect">
            <a:avLst/>
          </a:prstGeom>
          <a:solidFill>
            <a:srgbClr val="F4F9FA"/>
          </a:solidFill>
          <a:ln w="12700">
            <a:solidFill>
              <a:schemeClr val="accent2"/>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algn="ctr"/>
            <a:endParaRPr lang="en-US" sz="1800" dirty="0">
              <a:solidFill>
                <a:schemeClr val="accent2"/>
              </a:solidFill>
            </a:endParaRPr>
          </a:p>
        </p:txBody>
      </p:sp>
      <p:pic>
        <p:nvPicPr>
          <p:cNvPr id="5" name="Graphic 4">
            <a:extLst>
              <a:ext uri="{FF2B5EF4-FFF2-40B4-BE49-F238E27FC236}">
                <a16:creationId xmlns:a16="http://schemas.microsoft.com/office/drawing/2014/main" id="{61E1873F-C738-4242-1414-D109FEFED41D}"/>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5363" y="4966138"/>
            <a:ext cx="557048" cy="557048"/>
          </a:xfrm>
          <a:prstGeom prst="rect">
            <a:avLst/>
          </a:prstGeom>
        </p:spPr>
      </p:pic>
      <p:sp>
        <p:nvSpPr>
          <p:cNvPr id="8" name="Trapezium 7">
            <a:extLst>
              <a:ext uri="{FF2B5EF4-FFF2-40B4-BE49-F238E27FC236}">
                <a16:creationId xmlns:a16="http://schemas.microsoft.com/office/drawing/2014/main" id="{623042C4-0D97-5228-228C-51CD6C94C294}"/>
              </a:ext>
            </a:extLst>
          </p:cNvPr>
          <p:cNvSpPr/>
          <p:nvPr/>
        </p:nvSpPr>
        <p:spPr bwMode="gray">
          <a:xfrm rot="16200000">
            <a:off x="883001" y="4813061"/>
            <a:ext cx="882020" cy="863200"/>
          </a:xfrm>
          <a:prstGeom prst="trapezoid">
            <a:avLst>
              <a:gd name="adj" fmla="val 24800"/>
            </a:avLst>
          </a:prstGeom>
          <a:solidFill>
            <a:schemeClr val="accent2">
              <a:alpha val="25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10" name="Rectangle 9">
            <a:extLst>
              <a:ext uri="{FF2B5EF4-FFF2-40B4-BE49-F238E27FC236}">
                <a16:creationId xmlns:a16="http://schemas.microsoft.com/office/drawing/2014/main" id="{EB0D8948-3274-1F3C-5289-A2549A88290B}"/>
              </a:ext>
            </a:extLst>
          </p:cNvPr>
          <p:cNvSpPr/>
          <p:nvPr/>
        </p:nvSpPr>
        <p:spPr bwMode="gray">
          <a:xfrm>
            <a:off x="349882" y="5587494"/>
            <a:ext cx="542529" cy="371871"/>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accent2"/>
                </a:solidFill>
              </a:rPr>
              <a:t>CPU</a:t>
            </a:r>
          </a:p>
        </p:txBody>
      </p:sp>
      <p:sp>
        <p:nvSpPr>
          <p:cNvPr id="11" name="Rectangle 10">
            <a:extLst>
              <a:ext uri="{FF2B5EF4-FFF2-40B4-BE49-F238E27FC236}">
                <a16:creationId xmlns:a16="http://schemas.microsoft.com/office/drawing/2014/main" id="{510DD1D1-90F6-5051-DB44-C77842EB9E76}"/>
              </a:ext>
            </a:extLst>
          </p:cNvPr>
          <p:cNvSpPr/>
          <p:nvPr/>
        </p:nvSpPr>
        <p:spPr bwMode="gray">
          <a:xfrm>
            <a:off x="1915946" y="5587616"/>
            <a:ext cx="542529" cy="371871"/>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accent2"/>
                </a:solidFill>
              </a:rPr>
              <a:t>QAT</a:t>
            </a:r>
          </a:p>
        </p:txBody>
      </p:sp>
      <p:grpSp>
        <p:nvGrpSpPr>
          <p:cNvPr id="13" name="Graphic 339">
            <a:extLst>
              <a:ext uri="{FF2B5EF4-FFF2-40B4-BE49-F238E27FC236}">
                <a16:creationId xmlns:a16="http://schemas.microsoft.com/office/drawing/2014/main" id="{D5F822DD-E998-8B8C-54A8-C573DB044B88}"/>
              </a:ext>
            </a:extLst>
          </p:cNvPr>
          <p:cNvGrpSpPr/>
          <p:nvPr/>
        </p:nvGrpSpPr>
        <p:grpSpPr>
          <a:xfrm>
            <a:off x="1898285" y="3192405"/>
            <a:ext cx="583799" cy="584209"/>
            <a:chOff x="658852" y="4954224"/>
            <a:chExt cx="583799" cy="584209"/>
          </a:xfrm>
          <a:solidFill>
            <a:schemeClr val="accent3"/>
          </a:solidFill>
        </p:grpSpPr>
        <p:sp>
          <p:nvSpPr>
            <p:cNvPr id="14" name="Freeform 13">
              <a:extLst>
                <a:ext uri="{FF2B5EF4-FFF2-40B4-BE49-F238E27FC236}">
                  <a16:creationId xmlns:a16="http://schemas.microsoft.com/office/drawing/2014/main" id="{2311DF84-76D3-5FA0-0E08-E6727B3BE5D6}"/>
                </a:ext>
              </a:extLst>
            </p:cNvPr>
            <p:cNvSpPr/>
            <p:nvPr/>
          </p:nvSpPr>
          <p:spPr>
            <a:xfrm>
              <a:off x="658852" y="4954224"/>
              <a:ext cx="583799" cy="584209"/>
            </a:xfrm>
            <a:custGeom>
              <a:avLst/>
              <a:gdLst>
                <a:gd name="connsiteX0" fmla="*/ 491426 w 583799"/>
                <a:gd name="connsiteY0" fmla="*/ 584210 h 584209"/>
                <a:gd name="connsiteX1" fmla="*/ 0 w 583799"/>
                <a:gd name="connsiteY1" fmla="*/ 584210 h 584209"/>
                <a:gd name="connsiteX2" fmla="*/ 0 w 583799"/>
                <a:gd name="connsiteY2" fmla="*/ 0 h 584209"/>
                <a:gd name="connsiteX3" fmla="*/ 583799 w 583799"/>
                <a:gd name="connsiteY3" fmla="*/ 0 h 584209"/>
                <a:gd name="connsiteX4" fmla="*/ 583799 w 583799"/>
                <a:gd name="connsiteY4" fmla="*/ 566146 h 584209"/>
                <a:gd name="connsiteX5" fmla="*/ 542745 w 583799"/>
                <a:gd name="connsiteY5" fmla="*/ 566146 h 584209"/>
                <a:gd name="connsiteX6" fmla="*/ 542745 w 583799"/>
                <a:gd name="connsiteY6" fmla="*/ 41055 h 584209"/>
                <a:gd name="connsiteX7" fmla="*/ 41055 w 583799"/>
                <a:gd name="connsiteY7" fmla="*/ 41055 h 584209"/>
                <a:gd name="connsiteX8" fmla="*/ 41055 w 583799"/>
                <a:gd name="connsiteY8" fmla="*/ 543155 h 584209"/>
                <a:gd name="connsiteX9" fmla="*/ 491426 w 583799"/>
                <a:gd name="connsiteY9" fmla="*/ 543155 h 584209"/>
                <a:gd name="connsiteX10" fmla="*/ 491426 w 583799"/>
                <a:gd name="connsiteY10" fmla="*/ 584210 h 584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3799" h="584209">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grpFill/>
            <a:ln w="0" cap="flat">
              <a:noFill/>
              <a:prstDash val="solid"/>
              <a:miter/>
            </a:ln>
          </p:spPr>
          <p:txBody>
            <a:bodyPr rtlCol="0" anchor="ctr"/>
            <a:lstStyle/>
            <a:p>
              <a:endParaRPr lang="en-US"/>
            </a:p>
          </p:txBody>
        </p:sp>
        <p:grpSp>
          <p:nvGrpSpPr>
            <p:cNvPr id="15" name="Graphic 339">
              <a:extLst>
                <a:ext uri="{FF2B5EF4-FFF2-40B4-BE49-F238E27FC236}">
                  <a16:creationId xmlns:a16="http://schemas.microsoft.com/office/drawing/2014/main" id="{365BE0E1-7F49-ED40-6132-4FCFAAB651D6}"/>
                </a:ext>
              </a:extLst>
            </p:cNvPr>
            <p:cNvGrpSpPr/>
            <p:nvPr/>
          </p:nvGrpSpPr>
          <p:grpSpPr>
            <a:xfrm>
              <a:off x="834156" y="5211637"/>
              <a:ext cx="216358" cy="78004"/>
              <a:chOff x="834156" y="5211637"/>
              <a:chExt cx="216358" cy="78004"/>
            </a:xfrm>
            <a:grpFill/>
          </p:grpSpPr>
          <p:sp>
            <p:nvSpPr>
              <p:cNvPr id="16" name="Freeform 15">
                <a:extLst>
                  <a:ext uri="{FF2B5EF4-FFF2-40B4-BE49-F238E27FC236}">
                    <a16:creationId xmlns:a16="http://schemas.microsoft.com/office/drawing/2014/main" id="{2D925413-9143-81E5-5B0E-04E5D7916141}"/>
                  </a:ext>
                </a:extLst>
              </p:cNvPr>
              <p:cNvSpPr/>
              <p:nvPr/>
            </p:nvSpPr>
            <p:spPr>
              <a:xfrm>
                <a:off x="834156" y="5213690"/>
                <a:ext cx="81699" cy="75951"/>
              </a:xfrm>
              <a:custGeom>
                <a:avLst/>
                <a:gdLst>
                  <a:gd name="connsiteX0" fmla="*/ 0 w 81699"/>
                  <a:gd name="connsiteY0" fmla="*/ 0 h 75951"/>
                  <a:gd name="connsiteX1" fmla="*/ 18885 w 81699"/>
                  <a:gd name="connsiteY1" fmla="*/ 0 h 75951"/>
                  <a:gd name="connsiteX2" fmla="*/ 41055 w 81699"/>
                  <a:gd name="connsiteY2" fmla="*/ 55013 h 75951"/>
                  <a:gd name="connsiteX3" fmla="*/ 62814 w 81699"/>
                  <a:gd name="connsiteY3" fmla="*/ 0 h 75951"/>
                  <a:gd name="connsiteX4" fmla="*/ 81699 w 81699"/>
                  <a:gd name="connsiteY4" fmla="*/ 0 h 75951"/>
                  <a:gd name="connsiteX5" fmla="*/ 49676 w 81699"/>
                  <a:gd name="connsiteY5" fmla="*/ 75951 h 75951"/>
                  <a:gd name="connsiteX6" fmla="*/ 32844 w 81699"/>
                  <a:gd name="connsiteY6" fmla="*/ 75951 h 75951"/>
                  <a:gd name="connsiteX7" fmla="*/ 0 w 81699"/>
                  <a:gd name="connsiteY7" fmla="*/ 0 h 75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699" h="75951">
                    <a:moveTo>
                      <a:pt x="0" y="0"/>
                    </a:moveTo>
                    <a:lnTo>
                      <a:pt x="18885" y="0"/>
                    </a:lnTo>
                    <a:lnTo>
                      <a:pt x="41055" y="55013"/>
                    </a:lnTo>
                    <a:lnTo>
                      <a:pt x="62814" y="0"/>
                    </a:lnTo>
                    <a:lnTo>
                      <a:pt x="81699" y="0"/>
                    </a:lnTo>
                    <a:lnTo>
                      <a:pt x="49676" y="75951"/>
                    </a:lnTo>
                    <a:lnTo>
                      <a:pt x="32844" y="75951"/>
                    </a:lnTo>
                    <a:lnTo>
                      <a:pt x="0" y="0"/>
                    </a:lnTo>
                    <a:close/>
                  </a:path>
                </a:pathLst>
              </a:custGeom>
              <a:grpFill/>
              <a:ln w="0"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8928DF38-1C26-A6E6-34B4-F9B824824761}"/>
                  </a:ext>
                </a:extLst>
              </p:cNvPr>
              <p:cNvSpPr/>
              <p:nvPr/>
            </p:nvSpPr>
            <p:spPr>
              <a:xfrm>
                <a:off x="935151" y="5211637"/>
                <a:ext cx="115364" cy="77593"/>
              </a:xfrm>
              <a:custGeom>
                <a:avLst/>
                <a:gdLst>
                  <a:gd name="connsiteX0" fmla="*/ 101816 w 115364"/>
                  <a:gd name="connsiteY0" fmla="*/ 3695 h 77593"/>
                  <a:gd name="connsiteX1" fmla="*/ 111669 w 115364"/>
                  <a:gd name="connsiteY1" fmla="*/ 13959 h 77593"/>
                  <a:gd name="connsiteX2" fmla="*/ 115364 w 115364"/>
                  <a:gd name="connsiteY2" fmla="*/ 29149 h 77593"/>
                  <a:gd name="connsiteX3" fmla="*/ 115364 w 115364"/>
                  <a:gd name="connsiteY3" fmla="*/ 77594 h 77593"/>
                  <a:gd name="connsiteX4" fmla="*/ 97710 w 115364"/>
                  <a:gd name="connsiteY4" fmla="*/ 77594 h 77593"/>
                  <a:gd name="connsiteX5" fmla="*/ 97710 w 115364"/>
                  <a:gd name="connsiteY5" fmla="*/ 32433 h 77593"/>
                  <a:gd name="connsiteX6" fmla="*/ 93605 w 115364"/>
                  <a:gd name="connsiteY6" fmla="*/ 20117 h 77593"/>
                  <a:gd name="connsiteX7" fmla="*/ 82931 w 115364"/>
                  <a:gd name="connsiteY7" fmla="*/ 15190 h 77593"/>
                  <a:gd name="connsiteX8" fmla="*/ 71025 w 115364"/>
                  <a:gd name="connsiteY8" fmla="*/ 19706 h 77593"/>
                  <a:gd name="connsiteX9" fmla="*/ 66509 w 115364"/>
                  <a:gd name="connsiteY9" fmla="*/ 31202 h 77593"/>
                  <a:gd name="connsiteX10" fmla="*/ 66509 w 115364"/>
                  <a:gd name="connsiteY10" fmla="*/ 77594 h 77593"/>
                  <a:gd name="connsiteX11" fmla="*/ 49266 w 115364"/>
                  <a:gd name="connsiteY11" fmla="*/ 77594 h 77593"/>
                  <a:gd name="connsiteX12" fmla="*/ 49266 w 115364"/>
                  <a:gd name="connsiteY12" fmla="*/ 32433 h 77593"/>
                  <a:gd name="connsiteX13" fmla="*/ 45160 w 115364"/>
                  <a:gd name="connsiteY13" fmla="*/ 20117 h 77593"/>
                  <a:gd name="connsiteX14" fmla="*/ 34486 w 115364"/>
                  <a:gd name="connsiteY14" fmla="*/ 15190 h 77593"/>
                  <a:gd name="connsiteX15" fmla="*/ 22580 w 115364"/>
                  <a:gd name="connsiteY15" fmla="*/ 19706 h 77593"/>
                  <a:gd name="connsiteX16" fmla="*/ 18064 w 115364"/>
                  <a:gd name="connsiteY16" fmla="*/ 31202 h 77593"/>
                  <a:gd name="connsiteX17" fmla="*/ 18064 w 115364"/>
                  <a:gd name="connsiteY17" fmla="*/ 77594 h 77593"/>
                  <a:gd name="connsiteX18" fmla="*/ 0 w 115364"/>
                  <a:gd name="connsiteY18" fmla="*/ 77594 h 77593"/>
                  <a:gd name="connsiteX19" fmla="*/ 0 w 115364"/>
                  <a:gd name="connsiteY19" fmla="*/ 1642 h 77593"/>
                  <a:gd name="connsiteX20" fmla="*/ 18064 w 115364"/>
                  <a:gd name="connsiteY20" fmla="*/ 1642 h 77593"/>
                  <a:gd name="connsiteX21" fmla="*/ 18064 w 115364"/>
                  <a:gd name="connsiteY21" fmla="*/ 11906 h 77593"/>
                  <a:gd name="connsiteX22" fmla="*/ 26686 w 115364"/>
                  <a:gd name="connsiteY22" fmla="*/ 3284 h 77593"/>
                  <a:gd name="connsiteX23" fmla="*/ 39413 w 115364"/>
                  <a:gd name="connsiteY23" fmla="*/ 0 h 77593"/>
                  <a:gd name="connsiteX24" fmla="*/ 55424 w 115364"/>
                  <a:gd name="connsiteY24" fmla="*/ 4927 h 77593"/>
                  <a:gd name="connsiteX25" fmla="*/ 65277 w 115364"/>
                  <a:gd name="connsiteY25" fmla="*/ 18064 h 77593"/>
                  <a:gd name="connsiteX26" fmla="*/ 73078 w 115364"/>
                  <a:gd name="connsiteY26" fmla="*/ 4927 h 77593"/>
                  <a:gd name="connsiteX27" fmla="*/ 88268 w 115364"/>
                  <a:gd name="connsiteY27" fmla="*/ 0 h 77593"/>
                  <a:gd name="connsiteX28" fmla="*/ 102226 w 115364"/>
                  <a:gd name="connsiteY28" fmla="*/ 3695 h 7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5364" h="77593">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grpFill/>
              <a:ln w="0" cap="flat">
                <a:noFill/>
                <a:prstDash val="solid"/>
                <a:miter/>
              </a:ln>
            </p:spPr>
            <p:txBody>
              <a:bodyPr rtlCol="0" anchor="ctr"/>
              <a:lstStyle/>
              <a:p>
                <a:endParaRPr lang="en-US"/>
              </a:p>
            </p:txBody>
          </p:sp>
        </p:grpSp>
      </p:grpSp>
      <p:pic>
        <p:nvPicPr>
          <p:cNvPr id="18" name="Graphic 17">
            <a:extLst>
              <a:ext uri="{FF2B5EF4-FFF2-40B4-BE49-F238E27FC236}">
                <a16:creationId xmlns:a16="http://schemas.microsoft.com/office/drawing/2014/main" id="{BEFB8FB7-E022-4DE6-21D1-2A521CE8EF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3338" y="4444912"/>
            <a:ext cx="247743" cy="247743"/>
          </a:xfrm>
          <a:prstGeom prst="rect">
            <a:avLst/>
          </a:prstGeom>
        </p:spPr>
      </p:pic>
      <p:pic>
        <p:nvPicPr>
          <p:cNvPr id="19" name="Graphic 18">
            <a:extLst>
              <a:ext uri="{FF2B5EF4-FFF2-40B4-BE49-F238E27FC236}">
                <a16:creationId xmlns:a16="http://schemas.microsoft.com/office/drawing/2014/main" id="{88A30AA8-B0CD-FC07-38E0-EC494D6B79E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3338" y="4160170"/>
            <a:ext cx="247743" cy="247743"/>
          </a:xfrm>
          <a:prstGeom prst="rect">
            <a:avLst/>
          </a:prstGeom>
        </p:spPr>
      </p:pic>
      <p:pic>
        <p:nvPicPr>
          <p:cNvPr id="20" name="Graphic 19">
            <a:extLst>
              <a:ext uri="{FF2B5EF4-FFF2-40B4-BE49-F238E27FC236}">
                <a16:creationId xmlns:a16="http://schemas.microsoft.com/office/drawing/2014/main" id="{A34DA2B8-DF8E-0BB1-FE65-3718D29DD7C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63338" y="3872942"/>
            <a:ext cx="247743" cy="247743"/>
          </a:xfrm>
          <a:prstGeom prst="rect">
            <a:avLst/>
          </a:prstGeom>
        </p:spPr>
      </p:pic>
      <p:pic>
        <p:nvPicPr>
          <p:cNvPr id="23" name="Graphic 22">
            <a:extLst>
              <a:ext uri="{FF2B5EF4-FFF2-40B4-BE49-F238E27FC236}">
                <a16:creationId xmlns:a16="http://schemas.microsoft.com/office/drawing/2014/main" id="{54DF334C-C335-BF73-3A44-DB5F18E6C318}"/>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7063150" y="4966138"/>
            <a:ext cx="557048" cy="557048"/>
          </a:xfrm>
          <a:prstGeom prst="rect">
            <a:avLst/>
          </a:prstGeom>
        </p:spPr>
      </p:pic>
      <p:sp>
        <p:nvSpPr>
          <p:cNvPr id="24" name="Trapezium 23">
            <a:extLst>
              <a:ext uri="{FF2B5EF4-FFF2-40B4-BE49-F238E27FC236}">
                <a16:creationId xmlns:a16="http://schemas.microsoft.com/office/drawing/2014/main" id="{6936599C-F6D4-F25F-DAE8-7DF4C9D5526E}"/>
              </a:ext>
            </a:extLst>
          </p:cNvPr>
          <p:cNvSpPr/>
          <p:nvPr/>
        </p:nvSpPr>
        <p:spPr bwMode="gray">
          <a:xfrm rot="5400000" flipH="1">
            <a:off x="6190540" y="4813061"/>
            <a:ext cx="882020" cy="863200"/>
          </a:xfrm>
          <a:prstGeom prst="trapezoid">
            <a:avLst>
              <a:gd name="adj" fmla="val 24800"/>
            </a:avLst>
          </a:prstGeom>
          <a:solidFill>
            <a:schemeClr val="accent2">
              <a:alpha val="25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sp>
        <p:nvSpPr>
          <p:cNvPr id="27" name="Rectangle 26">
            <a:extLst>
              <a:ext uri="{FF2B5EF4-FFF2-40B4-BE49-F238E27FC236}">
                <a16:creationId xmlns:a16="http://schemas.microsoft.com/office/drawing/2014/main" id="{66472466-6FEC-9906-F391-4C069F3841A4}"/>
              </a:ext>
            </a:extLst>
          </p:cNvPr>
          <p:cNvSpPr/>
          <p:nvPr/>
        </p:nvSpPr>
        <p:spPr bwMode="gray">
          <a:xfrm>
            <a:off x="7063150" y="5587494"/>
            <a:ext cx="542529" cy="371871"/>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accent2"/>
                </a:solidFill>
              </a:rPr>
              <a:t>CPU</a:t>
            </a:r>
          </a:p>
        </p:txBody>
      </p:sp>
      <p:sp>
        <p:nvSpPr>
          <p:cNvPr id="28" name="Rectangle 27">
            <a:extLst>
              <a:ext uri="{FF2B5EF4-FFF2-40B4-BE49-F238E27FC236}">
                <a16:creationId xmlns:a16="http://schemas.microsoft.com/office/drawing/2014/main" id="{9F6ED4E9-BEFD-F1D5-4DBF-14F6FA95E466}"/>
              </a:ext>
            </a:extLst>
          </p:cNvPr>
          <p:cNvSpPr/>
          <p:nvPr/>
        </p:nvSpPr>
        <p:spPr bwMode="gray">
          <a:xfrm>
            <a:off x="5497086" y="5587616"/>
            <a:ext cx="542529" cy="371871"/>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accent2"/>
                </a:solidFill>
              </a:rPr>
              <a:t>QAT</a:t>
            </a:r>
          </a:p>
        </p:txBody>
      </p:sp>
      <p:grpSp>
        <p:nvGrpSpPr>
          <p:cNvPr id="50" name="Graphic 339">
            <a:extLst>
              <a:ext uri="{FF2B5EF4-FFF2-40B4-BE49-F238E27FC236}">
                <a16:creationId xmlns:a16="http://schemas.microsoft.com/office/drawing/2014/main" id="{6E615308-197C-51A1-93AD-4A47400CC285}"/>
              </a:ext>
            </a:extLst>
          </p:cNvPr>
          <p:cNvGrpSpPr/>
          <p:nvPr/>
        </p:nvGrpSpPr>
        <p:grpSpPr>
          <a:xfrm>
            <a:off x="5455816" y="3188332"/>
            <a:ext cx="583799" cy="584209"/>
            <a:chOff x="658852" y="4954224"/>
            <a:chExt cx="583799" cy="584209"/>
          </a:xfrm>
          <a:solidFill>
            <a:schemeClr val="accent3"/>
          </a:solidFill>
        </p:grpSpPr>
        <p:sp>
          <p:nvSpPr>
            <p:cNvPr id="51" name="Freeform 50">
              <a:extLst>
                <a:ext uri="{FF2B5EF4-FFF2-40B4-BE49-F238E27FC236}">
                  <a16:creationId xmlns:a16="http://schemas.microsoft.com/office/drawing/2014/main" id="{D905008C-B21C-BE2E-81B9-D7797676BAFD}"/>
                </a:ext>
              </a:extLst>
            </p:cNvPr>
            <p:cNvSpPr/>
            <p:nvPr/>
          </p:nvSpPr>
          <p:spPr>
            <a:xfrm>
              <a:off x="658852" y="4954224"/>
              <a:ext cx="583799" cy="584209"/>
            </a:xfrm>
            <a:custGeom>
              <a:avLst/>
              <a:gdLst>
                <a:gd name="connsiteX0" fmla="*/ 491426 w 583799"/>
                <a:gd name="connsiteY0" fmla="*/ 584210 h 584209"/>
                <a:gd name="connsiteX1" fmla="*/ 0 w 583799"/>
                <a:gd name="connsiteY1" fmla="*/ 584210 h 584209"/>
                <a:gd name="connsiteX2" fmla="*/ 0 w 583799"/>
                <a:gd name="connsiteY2" fmla="*/ 0 h 584209"/>
                <a:gd name="connsiteX3" fmla="*/ 583799 w 583799"/>
                <a:gd name="connsiteY3" fmla="*/ 0 h 584209"/>
                <a:gd name="connsiteX4" fmla="*/ 583799 w 583799"/>
                <a:gd name="connsiteY4" fmla="*/ 566146 h 584209"/>
                <a:gd name="connsiteX5" fmla="*/ 542745 w 583799"/>
                <a:gd name="connsiteY5" fmla="*/ 566146 h 584209"/>
                <a:gd name="connsiteX6" fmla="*/ 542745 w 583799"/>
                <a:gd name="connsiteY6" fmla="*/ 41055 h 584209"/>
                <a:gd name="connsiteX7" fmla="*/ 41055 w 583799"/>
                <a:gd name="connsiteY7" fmla="*/ 41055 h 584209"/>
                <a:gd name="connsiteX8" fmla="*/ 41055 w 583799"/>
                <a:gd name="connsiteY8" fmla="*/ 543155 h 584209"/>
                <a:gd name="connsiteX9" fmla="*/ 491426 w 583799"/>
                <a:gd name="connsiteY9" fmla="*/ 543155 h 584209"/>
                <a:gd name="connsiteX10" fmla="*/ 491426 w 583799"/>
                <a:gd name="connsiteY10" fmla="*/ 584210 h 584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3799" h="584209">
                  <a:moveTo>
                    <a:pt x="491426" y="584210"/>
                  </a:moveTo>
                  <a:lnTo>
                    <a:pt x="0" y="584210"/>
                  </a:lnTo>
                  <a:lnTo>
                    <a:pt x="0" y="0"/>
                  </a:lnTo>
                  <a:lnTo>
                    <a:pt x="583799" y="0"/>
                  </a:lnTo>
                  <a:lnTo>
                    <a:pt x="583799" y="566146"/>
                  </a:lnTo>
                  <a:lnTo>
                    <a:pt x="542745" y="566146"/>
                  </a:lnTo>
                  <a:lnTo>
                    <a:pt x="542745" y="41055"/>
                  </a:lnTo>
                  <a:lnTo>
                    <a:pt x="41055" y="41055"/>
                  </a:lnTo>
                  <a:lnTo>
                    <a:pt x="41055" y="543155"/>
                  </a:lnTo>
                  <a:lnTo>
                    <a:pt x="491426" y="543155"/>
                  </a:lnTo>
                  <a:lnTo>
                    <a:pt x="491426" y="584210"/>
                  </a:lnTo>
                  <a:close/>
                </a:path>
              </a:pathLst>
            </a:custGeom>
            <a:grpFill/>
            <a:ln w="0" cap="flat">
              <a:noFill/>
              <a:prstDash val="solid"/>
              <a:miter/>
            </a:ln>
          </p:spPr>
          <p:txBody>
            <a:bodyPr rtlCol="0" anchor="ctr"/>
            <a:lstStyle/>
            <a:p>
              <a:endParaRPr lang="en-US"/>
            </a:p>
          </p:txBody>
        </p:sp>
        <p:grpSp>
          <p:nvGrpSpPr>
            <p:cNvPr id="52" name="Graphic 339">
              <a:extLst>
                <a:ext uri="{FF2B5EF4-FFF2-40B4-BE49-F238E27FC236}">
                  <a16:creationId xmlns:a16="http://schemas.microsoft.com/office/drawing/2014/main" id="{D8E88466-E9F8-452F-FD3C-27275A670BB0}"/>
                </a:ext>
              </a:extLst>
            </p:cNvPr>
            <p:cNvGrpSpPr/>
            <p:nvPr/>
          </p:nvGrpSpPr>
          <p:grpSpPr>
            <a:xfrm>
              <a:off x="834156" y="5211637"/>
              <a:ext cx="216358" cy="78004"/>
              <a:chOff x="834156" y="5211637"/>
              <a:chExt cx="216358" cy="78004"/>
            </a:xfrm>
            <a:grpFill/>
          </p:grpSpPr>
          <p:sp>
            <p:nvSpPr>
              <p:cNvPr id="53" name="Freeform 52">
                <a:extLst>
                  <a:ext uri="{FF2B5EF4-FFF2-40B4-BE49-F238E27FC236}">
                    <a16:creationId xmlns:a16="http://schemas.microsoft.com/office/drawing/2014/main" id="{8857EAC5-5F6B-C85A-47C3-50A35FF6BC09}"/>
                  </a:ext>
                </a:extLst>
              </p:cNvPr>
              <p:cNvSpPr/>
              <p:nvPr/>
            </p:nvSpPr>
            <p:spPr>
              <a:xfrm>
                <a:off x="834156" y="5213690"/>
                <a:ext cx="81699" cy="75951"/>
              </a:xfrm>
              <a:custGeom>
                <a:avLst/>
                <a:gdLst>
                  <a:gd name="connsiteX0" fmla="*/ 0 w 81699"/>
                  <a:gd name="connsiteY0" fmla="*/ 0 h 75951"/>
                  <a:gd name="connsiteX1" fmla="*/ 18885 w 81699"/>
                  <a:gd name="connsiteY1" fmla="*/ 0 h 75951"/>
                  <a:gd name="connsiteX2" fmla="*/ 41055 w 81699"/>
                  <a:gd name="connsiteY2" fmla="*/ 55013 h 75951"/>
                  <a:gd name="connsiteX3" fmla="*/ 62814 w 81699"/>
                  <a:gd name="connsiteY3" fmla="*/ 0 h 75951"/>
                  <a:gd name="connsiteX4" fmla="*/ 81699 w 81699"/>
                  <a:gd name="connsiteY4" fmla="*/ 0 h 75951"/>
                  <a:gd name="connsiteX5" fmla="*/ 49676 w 81699"/>
                  <a:gd name="connsiteY5" fmla="*/ 75951 h 75951"/>
                  <a:gd name="connsiteX6" fmla="*/ 32844 w 81699"/>
                  <a:gd name="connsiteY6" fmla="*/ 75951 h 75951"/>
                  <a:gd name="connsiteX7" fmla="*/ 0 w 81699"/>
                  <a:gd name="connsiteY7" fmla="*/ 0 h 75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699" h="75951">
                    <a:moveTo>
                      <a:pt x="0" y="0"/>
                    </a:moveTo>
                    <a:lnTo>
                      <a:pt x="18885" y="0"/>
                    </a:lnTo>
                    <a:lnTo>
                      <a:pt x="41055" y="55013"/>
                    </a:lnTo>
                    <a:lnTo>
                      <a:pt x="62814" y="0"/>
                    </a:lnTo>
                    <a:lnTo>
                      <a:pt x="81699" y="0"/>
                    </a:lnTo>
                    <a:lnTo>
                      <a:pt x="49676" y="75951"/>
                    </a:lnTo>
                    <a:lnTo>
                      <a:pt x="32844" y="75951"/>
                    </a:lnTo>
                    <a:lnTo>
                      <a:pt x="0" y="0"/>
                    </a:lnTo>
                    <a:close/>
                  </a:path>
                </a:pathLst>
              </a:custGeom>
              <a:grpFill/>
              <a:ln w="0"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D613E04D-07F0-5DC8-C8C7-EBD288F12195}"/>
                  </a:ext>
                </a:extLst>
              </p:cNvPr>
              <p:cNvSpPr/>
              <p:nvPr/>
            </p:nvSpPr>
            <p:spPr>
              <a:xfrm>
                <a:off x="935151" y="5211637"/>
                <a:ext cx="115364" cy="77593"/>
              </a:xfrm>
              <a:custGeom>
                <a:avLst/>
                <a:gdLst>
                  <a:gd name="connsiteX0" fmla="*/ 101816 w 115364"/>
                  <a:gd name="connsiteY0" fmla="*/ 3695 h 77593"/>
                  <a:gd name="connsiteX1" fmla="*/ 111669 w 115364"/>
                  <a:gd name="connsiteY1" fmla="*/ 13959 h 77593"/>
                  <a:gd name="connsiteX2" fmla="*/ 115364 w 115364"/>
                  <a:gd name="connsiteY2" fmla="*/ 29149 h 77593"/>
                  <a:gd name="connsiteX3" fmla="*/ 115364 w 115364"/>
                  <a:gd name="connsiteY3" fmla="*/ 77594 h 77593"/>
                  <a:gd name="connsiteX4" fmla="*/ 97710 w 115364"/>
                  <a:gd name="connsiteY4" fmla="*/ 77594 h 77593"/>
                  <a:gd name="connsiteX5" fmla="*/ 97710 w 115364"/>
                  <a:gd name="connsiteY5" fmla="*/ 32433 h 77593"/>
                  <a:gd name="connsiteX6" fmla="*/ 93605 w 115364"/>
                  <a:gd name="connsiteY6" fmla="*/ 20117 h 77593"/>
                  <a:gd name="connsiteX7" fmla="*/ 82931 w 115364"/>
                  <a:gd name="connsiteY7" fmla="*/ 15190 h 77593"/>
                  <a:gd name="connsiteX8" fmla="*/ 71025 w 115364"/>
                  <a:gd name="connsiteY8" fmla="*/ 19706 h 77593"/>
                  <a:gd name="connsiteX9" fmla="*/ 66509 w 115364"/>
                  <a:gd name="connsiteY9" fmla="*/ 31202 h 77593"/>
                  <a:gd name="connsiteX10" fmla="*/ 66509 w 115364"/>
                  <a:gd name="connsiteY10" fmla="*/ 77594 h 77593"/>
                  <a:gd name="connsiteX11" fmla="*/ 49266 w 115364"/>
                  <a:gd name="connsiteY11" fmla="*/ 77594 h 77593"/>
                  <a:gd name="connsiteX12" fmla="*/ 49266 w 115364"/>
                  <a:gd name="connsiteY12" fmla="*/ 32433 h 77593"/>
                  <a:gd name="connsiteX13" fmla="*/ 45160 w 115364"/>
                  <a:gd name="connsiteY13" fmla="*/ 20117 h 77593"/>
                  <a:gd name="connsiteX14" fmla="*/ 34486 w 115364"/>
                  <a:gd name="connsiteY14" fmla="*/ 15190 h 77593"/>
                  <a:gd name="connsiteX15" fmla="*/ 22580 w 115364"/>
                  <a:gd name="connsiteY15" fmla="*/ 19706 h 77593"/>
                  <a:gd name="connsiteX16" fmla="*/ 18064 w 115364"/>
                  <a:gd name="connsiteY16" fmla="*/ 31202 h 77593"/>
                  <a:gd name="connsiteX17" fmla="*/ 18064 w 115364"/>
                  <a:gd name="connsiteY17" fmla="*/ 77594 h 77593"/>
                  <a:gd name="connsiteX18" fmla="*/ 0 w 115364"/>
                  <a:gd name="connsiteY18" fmla="*/ 77594 h 77593"/>
                  <a:gd name="connsiteX19" fmla="*/ 0 w 115364"/>
                  <a:gd name="connsiteY19" fmla="*/ 1642 h 77593"/>
                  <a:gd name="connsiteX20" fmla="*/ 18064 w 115364"/>
                  <a:gd name="connsiteY20" fmla="*/ 1642 h 77593"/>
                  <a:gd name="connsiteX21" fmla="*/ 18064 w 115364"/>
                  <a:gd name="connsiteY21" fmla="*/ 11906 h 77593"/>
                  <a:gd name="connsiteX22" fmla="*/ 26686 w 115364"/>
                  <a:gd name="connsiteY22" fmla="*/ 3284 h 77593"/>
                  <a:gd name="connsiteX23" fmla="*/ 39413 w 115364"/>
                  <a:gd name="connsiteY23" fmla="*/ 0 h 77593"/>
                  <a:gd name="connsiteX24" fmla="*/ 55424 w 115364"/>
                  <a:gd name="connsiteY24" fmla="*/ 4927 h 77593"/>
                  <a:gd name="connsiteX25" fmla="*/ 65277 w 115364"/>
                  <a:gd name="connsiteY25" fmla="*/ 18064 h 77593"/>
                  <a:gd name="connsiteX26" fmla="*/ 73078 w 115364"/>
                  <a:gd name="connsiteY26" fmla="*/ 4927 h 77593"/>
                  <a:gd name="connsiteX27" fmla="*/ 88268 w 115364"/>
                  <a:gd name="connsiteY27" fmla="*/ 0 h 77593"/>
                  <a:gd name="connsiteX28" fmla="*/ 102226 w 115364"/>
                  <a:gd name="connsiteY28" fmla="*/ 3695 h 7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5364" h="77593">
                    <a:moveTo>
                      <a:pt x="101816" y="3695"/>
                    </a:moveTo>
                    <a:cubicBezTo>
                      <a:pt x="105921" y="6158"/>
                      <a:pt x="109206" y="9853"/>
                      <a:pt x="111669" y="13959"/>
                    </a:cubicBezTo>
                    <a:cubicBezTo>
                      <a:pt x="114132" y="18475"/>
                      <a:pt x="115364" y="23401"/>
                      <a:pt x="115364" y="29149"/>
                    </a:cubicBezTo>
                    <a:lnTo>
                      <a:pt x="115364" y="77594"/>
                    </a:lnTo>
                    <a:lnTo>
                      <a:pt x="97710" y="77594"/>
                    </a:lnTo>
                    <a:lnTo>
                      <a:pt x="97710" y="32433"/>
                    </a:lnTo>
                    <a:cubicBezTo>
                      <a:pt x="97710" y="27507"/>
                      <a:pt x="96479" y="23401"/>
                      <a:pt x="93605" y="20117"/>
                    </a:cubicBezTo>
                    <a:cubicBezTo>
                      <a:pt x="90731" y="16832"/>
                      <a:pt x="87447" y="15190"/>
                      <a:pt x="82931" y="15190"/>
                    </a:cubicBezTo>
                    <a:cubicBezTo>
                      <a:pt x="78415" y="15190"/>
                      <a:pt x="73899" y="16832"/>
                      <a:pt x="71025" y="19706"/>
                    </a:cubicBezTo>
                    <a:cubicBezTo>
                      <a:pt x="67740" y="22580"/>
                      <a:pt x="66509" y="26686"/>
                      <a:pt x="66509" y="31202"/>
                    </a:cubicBezTo>
                    <a:lnTo>
                      <a:pt x="66509" y="77594"/>
                    </a:lnTo>
                    <a:lnTo>
                      <a:pt x="49266" y="77594"/>
                    </a:lnTo>
                    <a:lnTo>
                      <a:pt x="49266" y="32433"/>
                    </a:lnTo>
                    <a:cubicBezTo>
                      <a:pt x="49266" y="27507"/>
                      <a:pt x="48034" y="23401"/>
                      <a:pt x="45160" y="20117"/>
                    </a:cubicBezTo>
                    <a:cubicBezTo>
                      <a:pt x="42286" y="16832"/>
                      <a:pt x="39002" y="15190"/>
                      <a:pt x="34486" y="15190"/>
                    </a:cubicBezTo>
                    <a:cubicBezTo>
                      <a:pt x="29970" y="15190"/>
                      <a:pt x="25865" y="16832"/>
                      <a:pt x="22580" y="19706"/>
                    </a:cubicBezTo>
                    <a:cubicBezTo>
                      <a:pt x="19296" y="22580"/>
                      <a:pt x="18064" y="26686"/>
                      <a:pt x="18064" y="31202"/>
                    </a:cubicBezTo>
                    <a:lnTo>
                      <a:pt x="18064" y="77594"/>
                    </a:lnTo>
                    <a:lnTo>
                      <a:pt x="0" y="77594"/>
                    </a:lnTo>
                    <a:lnTo>
                      <a:pt x="0" y="1642"/>
                    </a:lnTo>
                    <a:lnTo>
                      <a:pt x="18064" y="1642"/>
                    </a:lnTo>
                    <a:lnTo>
                      <a:pt x="18064" y="11906"/>
                    </a:lnTo>
                    <a:cubicBezTo>
                      <a:pt x="20117" y="8211"/>
                      <a:pt x="22991" y="5337"/>
                      <a:pt x="26686" y="3284"/>
                    </a:cubicBezTo>
                    <a:cubicBezTo>
                      <a:pt x="30381" y="1232"/>
                      <a:pt x="34486" y="0"/>
                      <a:pt x="39413" y="0"/>
                    </a:cubicBezTo>
                    <a:cubicBezTo>
                      <a:pt x="44339" y="0"/>
                      <a:pt x="50497" y="1642"/>
                      <a:pt x="55424" y="4927"/>
                    </a:cubicBezTo>
                    <a:cubicBezTo>
                      <a:pt x="59940" y="8211"/>
                      <a:pt x="63224" y="12727"/>
                      <a:pt x="65277" y="18064"/>
                    </a:cubicBezTo>
                    <a:cubicBezTo>
                      <a:pt x="66509" y="12727"/>
                      <a:pt x="68972" y="8211"/>
                      <a:pt x="73078" y="4927"/>
                    </a:cubicBezTo>
                    <a:cubicBezTo>
                      <a:pt x="77183" y="1642"/>
                      <a:pt x="82110" y="0"/>
                      <a:pt x="88268" y="0"/>
                    </a:cubicBezTo>
                    <a:cubicBezTo>
                      <a:pt x="94426" y="0"/>
                      <a:pt x="98121" y="1232"/>
                      <a:pt x="102226" y="3695"/>
                    </a:cubicBezTo>
                    <a:close/>
                  </a:path>
                </a:pathLst>
              </a:custGeom>
              <a:grpFill/>
              <a:ln w="0" cap="flat">
                <a:noFill/>
                <a:prstDash val="solid"/>
                <a:miter/>
              </a:ln>
            </p:spPr>
            <p:txBody>
              <a:bodyPr rtlCol="0" anchor="ctr"/>
              <a:lstStyle/>
              <a:p>
                <a:endParaRPr lang="en-US"/>
              </a:p>
            </p:txBody>
          </p:sp>
        </p:grpSp>
      </p:grpSp>
      <p:pic>
        <p:nvPicPr>
          <p:cNvPr id="55" name="Graphic 54">
            <a:extLst>
              <a:ext uri="{FF2B5EF4-FFF2-40B4-BE49-F238E27FC236}">
                <a16:creationId xmlns:a16="http://schemas.microsoft.com/office/drawing/2014/main" id="{21769331-5A93-C24D-E731-F8D2B52CF60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20869" y="4440839"/>
            <a:ext cx="247743" cy="247743"/>
          </a:xfrm>
          <a:prstGeom prst="rect">
            <a:avLst/>
          </a:prstGeom>
        </p:spPr>
      </p:pic>
      <p:pic>
        <p:nvPicPr>
          <p:cNvPr id="56" name="Graphic 55">
            <a:extLst>
              <a:ext uri="{FF2B5EF4-FFF2-40B4-BE49-F238E27FC236}">
                <a16:creationId xmlns:a16="http://schemas.microsoft.com/office/drawing/2014/main" id="{835285B4-40A2-1E98-8ADC-3919E44A9A0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20869" y="4156097"/>
            <a:ext cx="247743" cy="247743"/>
          </a:xfrm>
          <a:prstGeom prst="rect">
            <a:avLst/>
          </a:prstGeom>
        </p:spPr>
      </p:pic>
      <p:pic>
        <p:nvPicPr>
          <p:cNvPr id="57" name="Graphic 56">
            <a:extLst>
              <a:ext uri="{FF2B5EF4-FFF2-40B4-BE49-F238E27FC236}">
                <a16:creationId xmlns:a16="http://schemas.microsoft.com/office/drawing/2014/main" id="{9077C1EF-921D-73E0-AB5A-D31294E8AAA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20869" y="3868869"/>
            <a:ext cx="247743" cy="247743"/>
          </a:xfrm>
          <a:prstGeom prst="rect">
            <a:avLst/>
          </a:prstGeom>
        </p:spPr>
      </p:pic>
      <p:grpSp>
        <p:nvGrpSpPr>
          <p:cNvPr id="2379" name="Group 2378">
            <a:extLst>
              <a:ext uri="{FF2B5EF4-FFF2-40B4-BE49-F238E27FC236}">
                <a16:creationId xmlns:a16="http://schemas.microsoft.com/office/drawing/2014/main" id="{A1D343B8-F72A-53AE-656F-65C35A008D27}"/>
              </a:ext>
            </a:extLst>
          </p:cNvPr>
          <p:cNvGrpSpPr/>
          <p:nvPr/>
        </p:nvGrpSpPr>
        <p:grpSpPr>
          <a:xfrm>
            <a:off x="2216456" y="5120794"/>
            <a:ext cx="3543107" cy="247743"/>
            <a:chOff x="2232404" y="5120794"/>
            <a:chExt cx="3543107" cy="247743"/>
          </a:xfrm>
        </p:grpSpPr>
        <p:pic>
          <p:nvPicPr>
            <p:cNvPr id="30" name="Graphic 29">
              <a:extLst>
                <a:ext uri="{FF2B5EF4-FFF2-40B4-BE49-F238E27FC236}">
                  <a16:creationId xmlns:a16="http://schemas.microsoft.com/office/drawing/2014/main" id="{91A5B47B-1D88-2D6E-EFF2-4BE4E369111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32404" y="5120794"/>
              <a:ext cx="247743" cy="247743"/>
            </a:xfrm>
            <a:prstGeom prst="rect">
              <a:avLst/>
            </a:prstGeom>
          </p:spPr>
        </p:pic>
        <p:pic>
          <p:nvPicPr>
            <p:cNvPr id="62" name="Graphic 61">
              <a:extLst>
                <a:ext uri="{FF2B5EF4-FFF2-40B4-BE49-F238E27FC236}">
                  <a16:creationId xmlns:a16="http://schemas.microsoft.com/office/drawing/2014/main" id="{A249C924-E4FF-B5F0-D0E5-4FB3939F2DE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531983" y="5120794"/>
              <a:ext cx="247743" cy="247743"/>
            </a:xfrm>
            <a:prstGeom prst="rect">
              <a:avLst/>
            </a:prstGeom>
          </p:spPr>
        </p:pic>
        <p:pic>
          <p:nvPicPr>
            <p:cNvPr id="63" name="Graphic 62">
              <a:extLst>
                <a:ext uri="{FF2B5EF4-FFF2-40B4-BE49-F238E27FC236}">
                  <a16:creationId xmlns:a16="http://schemas.microsoft.com/office/drawing/2014/main" id="{39E1C060-1823-2DCF-9DDB-4F0BDA79F0D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831562" y="5120794"/>
              <a:ext cx="247743" cy="247743"/>
            </a:xfrm>
            <a:prstGeom prst="rect">
              <a:avLst/>
            </a:prstGeom>
          </p:spPr>
        </p:pic>
        <p:pic>
          <p:nvPicPr>
            <p:cNvPr id="2368" name="Graphic 2367">
              <a:extLst>
                <a:ext uri="{FF2B5EF4-FFF2-40B4-BE49-F238E27FC236}">
                  <a16:creationId xmlns:a16="http://schemas.microsoft.com/office/drawing/2014/main" id="{9131951F-7402-E19E-D350-211264377DC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131141" y="5120794"/>
              <a:ext cx="247743" cy="247743"/>
            </a:xfrm>
            <a:prstGeom prst="rect">
              <a:avLst/>
            </a:prstGeom>
          </p:spPr>
        </p:pic>
        <p:pic>
          <p:nvPicPr>
            <p:cNvPr id="2369" name="Graphic 2368">
              <a:extLst>
                <a:ext uri="{FF2B5EF4-FFF2-40B4-BE49-F238E27FC236}">
                  <a16:creationId xmlns:a16="http://schemas.microsoft.com/office/drawing/2014/main" id="{577599D0-E256-30D3-4FBF-83C2C467920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30720" y="5120794"/>
              <a:ext cx="247743" cy="247743"/>
            </a:xfrm>
            <a:prstGeom prst="rect">
              <a:avLst/>
            </a:prstGeom>
          </p:spPr>
        </p:pic>
        <p:pic>
          <p:nvPicPr>
            <p:cNvPr id="2370" name="Graphic 2369">
              <a:extLst>
                <a:ext uri="{FF2B5EF4-FFF2-40B4-BE49-F238E27FC236}">
                  <a16:creationId xmlns:a16="http://schemas.microsoft.com/office/drawing/2014/main" id="{932D6756-A03C-EE4C-A87A-E8E5AA60471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30299" y="5120794"/>
              <a:ext cx="247743" cy="247743"/>
            </a:xfrm>
            <a:prstGeom prst="rect">
              <a:avLst/>
            </a:prstGeom>
          </p:spPr>
        </p:pic>
        <p:pic>
          <p:nvPicPr>
            <p:cNvPr id="2373" name="Graphic 2372">
              <a:extLst>
                <a:ext uri="{FF2B5EF4-FFF2-40B4-BE49-F238E27FC236}">
                  <a16:creationId xmlns:a16="http://schemas.microsoft.com/office/drawing/2014/main" id="{F6C1B3B8-1E32-E299-09D6-84C1FCDC9AA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029878" y="5120794"/>
              <a:ext cx="247743" cy="247743"/>
            </a:xfrm>
            <a:prstGeom prst="rect">
              <a:avLst/>
            </a:prstGeom>
          </p:spPr>
        </p:pic>
        <p:pic>
          <p:nvPicPr>
            <p:cNvPr id="2374" name="Graphic 2373">
              <a:extLst>
                <a:ext uri="{FF2B5EF4-FFF2-40B4-BE49-F238E27FC236}">
                  <a16:creationId xmlns:a16="http://schemas.microsoft.com/office/drawing/2014/main" id="{1ED1979B-CAB3-BFC2-FAB0-347938E5BE1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29457" y="5120794"/>
              <a:ext cx="247743" cy="247743"/>
            </a:xfrm>
            <a:prstGeom prst="rect">
              <a:avLst/>
            </a:prstGeom>
          </p:spPr>
        </p:pic>
        <p:pic>
          <p:nvPicPr>
            <p:cNvPr id="2375" name="Graphic 2374">
              <a:extLst>
                <a:ext uri="{FF2B5EF4-FFF2-40B4-BE49-F238E27FC236}">
                  <a16:creationId xmlns:a16="http://schemas.microsoft.com/office/drawing/2014/main" id="{59E3A511-452C-2F3D-377F-4ABD5F246DA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29036" y="5120794"/>
              <a:ext cx="247743" cy="247743"/>
            </a:xfrm>
            <a:prstGeom prst="rect">
              <a:avLst/>
            </a:prstGeom>
          </p:spPr>
        </p:pic>
        <p:pic>
          <p:nvPicPr>
            <p:cNvPr id="2376" name="Graphic 2375">
              <a:extLst>
                <a:ext uri="{FF2B5EF4-FFF2-40B4-BE49-F238E27FC236}">
                  <a16:creationId xmlns:a16="http://schemas.microsoft.com/office/drawing/2014/main" id="{C640B99F-7BBE-7553-B17E-02D08B2E5B4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28615" y="5120794"/>
              <a:ext cx="247743" cy="247743"/>
            </a:xfrm>
            <a:prstGeom prst="rect">
              <a:avLst/>
            </a:prstGeom>
          </p:spPr>
        </p:pic>
        <p:pic>
          <p:nvPicPr>
            <p:cNvPr id="2377" name="Graphic 2376">
              <a:extLst>
                <a:ext uri="{FF2B5EF4-FFF2-40B4-BE49-F238E27FC236}">
                  <a16:creationId xmlns:a16="http://schemas.microsoft.com/office/drawing/2014/main" id="{D4F569DD-1E35-320F-8682-4BD25CB6880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228194" y="5120794"/>
              <a:ext cx="247743" cy="247743"/>
            </a:xfrm>
            <a:prstGeom prst="rect">
              <a:avLst/>
            </a:prstGeom>
          </p:spPr>
        </p:pic>
        <p:pic>
          <p:nvPicPr>
            <p:cNvPr id="2378" name="Graphic 2377">
              <a:extLst>
                <a:ext uri="{FF2B5EF4-FFF2-40B4-BE49-F238E27FC236}">
                  <a16:creationId xmlns:a16="http://schemas.microsoft.com/office/drawing/2014/main" id="{A80EB31B-EF15-00AD-4DD6-88B89FAE356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527768" y="5120794"/>
              <a:ext cx="247743" cy="247743"/>
            </a:xfrm>
            <a:prstGeom prst="rect">
              <a:avLst/>
            </a:prstGeom>
          </p:spPr>
        </p:pic>
      </p:grpSp>
      <p:sp>
        <p:nvSpPr>
          <p:cNvPr id="9" name="Rectangle 8">
            <a:extLst>
              <a:ext uri="{FF2B5EF4-FFF2-40B4-BE49-F238E27FC236}">
                <a16:creationId xmlns:a16="http://schemas.microsoft.com/office/drawing/2014/main" id="{47F47769-9A24-3444-9989-1FB34C770CD1}"/>
              </a:ext>
            </a:extLst>
          </p:cNvPr>
          <p:cNvSpPr/>
          <p:nvPr/>
        </p:nvSpPr>
        <p:spPr bwMode="gray">
          <a:xfrm>
            <a:off x="1755611" y="4803651"/>
            <a:ext cx="863199" cy="882020"/>
          </a:xfrm>
          <a:prstGeom prst="rect">
            <a:avLst/>
          </a:prstGeom>
          <a:solidFill>
            <a:srgbClr val="BED5E0"/>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pic>
        <p:nvPicPr>
          <p:cNvPr id="7" name="Google Shape;2391;p19">
            <a:extLst>
              <a:ext uri="{FF2B5EF4-FFF2-40B4-BE49-F238E27FC236}">
                <a16:creationId xmlns:a16="http://schemas.microsoft.com/office/drawing/2014/main" id="{EA22C717-2E25-859D-B4A3-99D07F06AFBB}"/>
              </a:ext>
            </a:extLst>
          </p:cNvPr>
          <p:cNvPicPr preferRelativeResize="0">
            <a:picLocks noChangeAspect="1"/>
          </p:cNvPicPr>
          <p:nvPr/>
        </p:nvPicPr>
        <p:blipFill rotWithShape="1">
          <a:blip r:embed="rId8">
            <a:alphaModFix/>
          </a:blip>
          <a:srcRect/>
          <a:stretch/>
        </p:blipFill>
        <p:spPr>
          <a:xfrm>
            <a:off x="1823173" y="4874735"/>
            <a:ext cx="734022" cy="734023"/>
          </a:xfrm>
          <a:prstGeom prst="rect">
            <a:avLst/>
          </a:prstGeom>
          <a:noFill/>
          <a:ln>
            <a:noFill/>
          </a:ln>
        </p:spPr>
      </p:pic>
      <p:sp>
        <p:nvSpPr>
          <p:cNvPr id="25" name="Rectangle 24">
            <a:extLst>
              <a:ext uri="{FF2B5EF4-FFF2-40B4-BE49-F238E27FC236}">
                <a16:creationId xmlns:a16="http://schemas.microsoft.com/office/drawing/2014/main" id="{CD920CFD-2854-1B28-52F6-8C092A6FEB4B}"/>
              </a:ext>
            </a:extLst>
          </p:cNvPr>
          <p:cNvSpPr/>
          <p:nvPr/>
        </p:nvSpPr>
        <p:spPr bwMode="gray">
          <a:xfrm>
            <a:off x="5336751" y="4803651"/>
            <a:ext cx="863199" cy="882020"/>
          </a:xfrm>
          <a:prstGeom prst="rect">
            <a:avLst/>
          </a:prstGeom>
          <a:solidFill>
            <a:srgbClr val="BED5E0"/>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dirty="0">
              <a:solidFill>
                <a:schemeClr val="bg1"/>
              </a:solidFill>
            </a:endParaRPr>
          </a:p>
        </p:txBody>
      </p:sp>
      <p:pic>
        <p:nvPicPr>
          <p:cNvPr id="26" name="Google Shape;2391;p19">
            <a:extLst>
              <a:ext uri="{FF2B5EF4-FFF2-40B4-BE49-F238E27FC236}">
                <a16:creationId xmlns:a16="http://schemas.microsoft.com/office/drawing/2014/main" id="{42ECE633-5F9D-A4E3-36CF-4DDD8A3D9FA5}"/>
              </a:ext>
            </a:extLst>
          </p:cNvPr>
          <p:cNvPicPr preferRelativeResize="0">
            <a:picLocks noChangeAspect="1"/>
          </p:cNvPicPr>
          <p:nvPr/>
        </p:nvPicPr>
        <p:blipFill rotWithShape="1">
          <a:blip r:embed="rId8">
            <a:alphaModFix/>
          </a:blip>
          <a:srcRect/>
          <a:stretch/>
        </p:blipFill>
        <p:spPr>
          <a:xfrm>
            <a:off x="5401340" y="4877649"/>
            <a:ext cx="734022" cy="734023"/>
          </a:xfrm>
          <a:prstGeom prst="rect">
            <a:avLst/>
          </a:prstGeom>
          <a:noFill/>
          <a:ln>
            <a:noFill/>
          </a:ln>
        </p:spPr>
      </p:pic>
      <p:sp>
        <p:nvSpPr>
          <p:cNvPr id="2380" name="Rectangle 2379">
            <a:extLst>
              <a:ext uri="{FF2B5EF4-FFF2-40B4-BE49-F238E27FC236}">
                <a16:creationId xmlns:a16="http://schemas.microsoft.com/office/drawing/2014/main" id="{B3DD5F68-9A5E-FFDB-176C-2142E3038B7E}"/>
              </a:ext>
            </a:extLst>
          </p:cNvPr>
          <p:cNvSpPr/>
          <p:nvPr/>
        </p:nvSpPr>
        <p:spPr bwMode="gray">
          <a:xfrm>
            <a:off x="2815614" y="4803651"/>
            <a:ext cx="2344796" cy="252981"/>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accent5"/>
                </a:solidFill>
              </a:rPr>
              <a:t>Encrypted vMotion Traffic</a:t>
            </a:r>
            <a:endParaRPr lang="en-US" sz="1800" dirty="0">
              <a:solidFill>
                <a:schemeClr val="accent5"/>
              </a:solidFill>
            </a:endParaRPr>
          </a:p>
        </p:txBody>
      </p:sp>
      <p:sp>
        <p:nvSpPr>
          <p:cNvPr id="2381" name="Rectangle 2380">
            <a:extLst>
              <a:ext uri="{FF2B5EF4-FFF2-40B4-BE49-F238E27FC236}">
                <a16:creationId xmlns:a16="http://schemas.microsoft.com/office/drawing/2014/main" id="{7FD25298-EA51-CDCB-1126-F8F8C9B11225}"/>
              </a:ext>
            </a:extLst>
          </p:cNvPr>
          <p:cNvSpPr/>
          <p:nvPr/>
        </p:nvSpPr>
        <p:spPr bwMode="gray">
          <a:xfrm>
            <a:off x="171239" y="4167754"/>
            <a:ext cx="2344796" cy="252981"/>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Accelerated Encryption</a:t>
            </a:r>
            <a:endParaRPr lang="en-US" sz="1800" dirty="0">
              <a:solidFill>
                <a:schemeClr val="accent4"/>
              </a:solidFill>
            </a:endParaRPr>
          </a:p>
        </p:txBody>
      </p:sp>
      <p:sp>
        <p:nvSpPr>
          <p:cNvPr id="2382" name="Rectangle 2381">
            <a:extLst>
              <a:ext uri="{FF2B5EF4-FFF2-40B4-BE49-F238E27FC236}">
                <a16:creationId xmlns:a16="http://schemas.microsoft.com/office/drawing/2014/main" id="{20CA68E7-4AF6-3D43-6096-BD9788D819D5}"/>
              </a:ext>
            </a:extLst>
          </p:cNvPr>
          <p:cNvSpPr/>
          <p:nvPr/>
        </p:nvSpPr>
        <p:spPr bwMode="gray">
          <a:xfrm>
            <a:off x="5401340" y="4167754"/>
            <a:ext cx="2344796" cy="252981"/>
          </a:xfrm>
          <a:prstGeom prst="rect">
            <a:avLst/>
          </a:prstGeom>
          <a:no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Accelerated Decryption</a:t>
            </a:r>
            <a:endParaRPr lang="en-US" sz="1800" dirty="0">
              <a:solidFill>
                <a:schemeClr val="accent4"/>
              </a:solidFill>
            </a:endParaRPr>
          </a:p>
        </p:txBody>
      </p:sp>
      <p:cxnSp>
        <p:nvCxnSpPr>
          <p:cNvPr id="2489" name="Straight Arrow Connector 2488">
            <a:extLst>
              <a:ext uri="{FF2B5EF4-FFF2-40B4-BE49-F238E27FC236}">
                <a16:creationId xmlns:a16="http://schemas.microsoft.com/office/drawing/2014/main" id="{949375B1-26B6-4AD4-775D-A94E2E1D289D}"/>
              </a:ext>
            </a:extLst>
          </p:cNvPr>
          <p:cNvCxnSpPr/>
          <p:nvPr/>
        </p:nvCxnSpPr>
        <p:spPr bwMode="gray">
          <a:xfrm>
            <a:off x="2789696" y="3453346"/>
            <a:ext cx="2448468" cy="0"/>
          </a:xfrm>
          <a:prstGeom prst="straightConnector1">
            <a:avLst/>
          </a:prstGeom>
          <a:ln w="50800">
            <a:solidFill>
              <a:schemeClr val="tx1"/>
            </a:solidFill>
            <a:prstDash val="sysDot"/>
            <a:round/>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D8FE31E1-FD10-E099-A4CB-0E16122D3B5E}"/>
              </a:ext>
            </a:extLst>
          </p:cNvPr>
          <p:cNvSpPr/>
          <p:nvPr/>
        </p:nvSpPr>
        <p:spPr bwMode="gray">
          <a:xfrm>
            <a:off x="1182634" y="5773429"/>
            <a:ext cx="542529" cy="371871"/>
          </a:xfrm>
          <a:prstGeom prst="rect">
            <a:avLst/>
          </a:prstGeom>
          <a:solidFill>
            <a:srgbClr val="F4F9FA"/>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accent2"/>
                </a:solidFill>
              </a:rPr>
              <a:t>ESX</a:t>
            </a:r>
          </a:p>
        </p:txBody>
      </p:sp>
      <p:sp>
        <p:nvSpPr>
          <p:cNvPr id="4" name="Rectangle 3">
            <a:extLst>
              <a:ext uri="{FF2B5EF4-FFF2-40B4-BE49-F238E27FC236}">
                <a16:creationId xmlns:a16="http://schemas.microsoft.com/office/drawing/2014/main" id="{01BC56AA-94BF-303B-0E3A-0A6DE14E19D2}"/>
              </a:ext>
            </a:extLst>
          </p:cNvPr>
          <p:cNvSpPr/>
          <p:nvPr/>
        </p:nvSpPr>
        <p:spPr bwMode="gray">
          <a:xfrm>
            <a:off x="6298775" y="5773428"/>
            <a:ext cx="542529" cy="371871"/>
          </a:xfrm>
          <a:prstGeom prst="rect">
            <a:avLst/>
          </a:prstGeom>
          <a:solidFill>
            <a:srgbClr val="F4F9FA"/>
          </a:solidFill>
          <a:ln w="12700">
            <a:no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solidFill>
                  <a:schemeClr val="accent2"/>
                </a:solidFill>
              </a:rPr>
              <a:t>ESX</a:t>
            </a:r>
          </a:p>
        </p:txBody>
      </p:sp>
    </p:spTree>
    <p:extLst>
      <p:ext uri="{BB962C8B-B14F-4D97-AF65-F5344CB8AC3E}">
        <p14:creationId xmlns:p14="http://schemas.microsoft.com/office/powerpoint/2010/main" val="31511137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47"/>
        <p:cNvGrpSpPr/>
        <p:nvPr/>
      </p:nvGrpSpPr>
      <p:grpSpPr>
        <a:xfrm>
          <a:off x="0" y="0"/>
          <a:ext cx="0" cy="0"/>
          <a:chOff x="0" y="0"/>
          <a:chExt cx="0" cy="0"/>
        </a:xfrm>
      </p:grpSpPr>
      <p:sp>
        <p:nvSpPr>
          <p:cNvPr id="2248" name="Google Shape;2248;p14"/>
          <p:cNvSpPr txBox="1">
            <a:spLocks noGrp="1"/>
          </p:cNvSpPr>
          <p:nvPr>
            <p:ph type="title"/>
          </p:nvPr>
        </p:nvSpPr>
        <p:spPr>
          <a:xfrm>
            <a:off x="579809" y="412751"/>
            <a:ext cx="11001004" cy="381000"/>
          </a:xfrm>
          <a:noFill/>
          <a:ln>
            <a:noFill/>
          </a:ln>
        </p:spPr>
        <p:txBody>
          <a:bodyPr spcFirstLastPara="1" wrap="square" lIns="0" tIns="0" rIns="0" bIns="0" anchor="b" anchorCtr="0">
            <a:noAutofit/>
          </a:bodyPr>
          <a:lstStyle/>
          <a:p>
            <a:pPr lvl="0"/>
            <a:r>
              <a:rPr lang="en-US" dirty="0"/>
              <a:t>Optimized Scale and Performance for Latest CPUs</a:t>
            </a:r>
          </a:p>
        </p:txBody>
      </p:sp>
      <p:sp>
        <p:nvSpPr>
          <p:cNvPr id="2249" name="Google Shape;2249;p14"/>
          <p:cNvSpPr txBox="1">
            <a:spLocks noGrp="1"/>
          </p:cNvSpPr>
          <p:nvPr>
            <p:ph type="subTitle" idx="10"/>
          </p:nvPr>
        </p:nvSpPr>
        <p:spPr>
          <a:xfrm>
            <a:off x="592866" y="811830"/>
            <a:ext cx="10962687" cy="247743"/>
          </a:xfrm>
          <a:noFill/>
          <a:ln>
            <a:noFill/>
          </a:ln>
        </p:spPr>
        <p:txBody>
          <a:bodyPr spcFirstLastPara="1" wrap="square" lIns="0" tIns="0" rIns="0" bIns="0" anchor="t" anchorCtr="0">
            <a:noAutofit/>
          </a:bodyPr>
          <a:lstStyle/>
          <a:p>
            <a:pPr lvl="0"/>
            <a:r>
              <a:rPr lang="en-US" dirty="0"/>
              <a:t>Topology Aware Scheduler</a:t>
            </a:r>
          </a:p>
        </p:txBody>
      </p:sp>
      <p:sp>
        <p:nvSpPr>
          <p:cNvPr id="13" name="Text Placeholder 12">
            <a:extLst>
              <a:ext uri="{FF2B5EF4-FFF2-40B4-BE49-F238E27FC236}">
                <a16:creationId xmlns:a16="http://schemas.microsoft.com/office/drawing/2014/main" id="{035E0DC3-5AF2-7C2C-A509-61CAB670BF06}"/>
              </a:ext>
            </a:extLst>
          </p:cNvPr>
          <p:cNvSpPr>
            <a:spLocks noGrp="1"/>
          </p:cNvSpPr>
          <p:nvPr>
            <p:ph type="body" sz="quarter" idx="18"/>
          </p:nvPr>
        </p:nvSpPr>
        <p:spPr>
          <a:xfrm>
            <a:off x="1525905" y="4267940"/>
            <a:ext cx="2744788" cy="1458912"/>
          </a:xfrm>
        </p:spPr>
        <p:txBody>
          <a:bodyPr/>
          <a:lstStyle/>
          <a:p>
            <a:pPr lvl="0"/>
            <a:r>
              <a:rPr lang="en-US" dirty="0"/>
              <a:t>Improved performance with better NUMA placement decisions</a:t>
            </a:r>
          </a:p>
        </p:txBody>
      </p:sp>
      <p:sp>
        <p:nvSpPr>
          <p:cNvPr id="2" name="Text Placeholder 1">
            <a:extLst>
              <a:ext uri="{FF2B5EF4-FFF2-40B4-BE49-F238E27FC236}">
                <a16:creationId xmlns:a16="http://schemas.microsoft.com/office/drawing/2014/main" id="{CA62F14D-F6A9-7EC6-BF3E-68337F181398}"/>
              </a:ext>
            </a:extLst>
          </p:cNvPr>
          <p:cNvSpPr>
            <a:spLocks noGrp="1"/>
          </p:cNvSpPr>
          <p:nvPr>
            <p:ph type="body" sz="quarter" idx="19"/>
          </p:nvPr>
        </p:nvSpPr>
        <p:spPr>
          <a:xfrm>
            <a:off x="4721225" y="4267940"/>
            <a:ext cx="2744788" cy="1458912"/>
          </a:xfrm>
        </p:spPr>
        <p:txBody>
          <a:bodyPr/>
          <a:lstStyle/>
          <a:p>
            <a:r>
              <a:rPr lang="en-IE" dirty="0"/>
              <a:t>Considers CPU, cache and memory contention</a:t>
            </a:r>
          </a:p>
        </p:txBody>
      </p:sp>
      <p:sp>
        <p:nvSpPr>
          <p:cNvPr id="5" name="Text Placeholder 4">
            <a:extLst>
              <a:ext uri="{FF2B5EF4-FFF2-40B4-BE49-F238E27FC236}">
                <a16:creationId xmlns:a16="http://schemas.microsoft.com/office/drawing/2014/main" id="{CCF53882-7C4B-9EBD-F990-472395179481}"/>
              </a:ext>
            </a:extLst>
          </p:cNvPr>
          <p:cNvSpPr>
            <a:spLocks noGrp="1"/>
          </p:cNvSpPr>
          <p:nvPr>
            <p:ph type="body" sz="quarter" idx="20"/>
          </p:nvPr>
        </p:nvSpPr>
        <p:spPr>
          <a:xfrm>
            <a:off x="7923213" y="4267940"/>
            <a:ext cx="2744788" cy="1458912"/>
          </a:xfrm>
        </p:spPr>
        <p:txBody>
          <a:bodyPr/>
          <a:lstStyle/>
          <a:p>
            <a:r>
              <a:rPr lang="en-US" dirty="0"/>
              <a:t>Supports modern CPUs with many cores</a:t>
            </a:r>
          </a:p>
          <a:p>
            <a:endParaRPr lang="en-US" dirty="0"/>
          </a:p>
        </p:txBody>
      </p:sp>
      <p:pic>
        <p:nvPicPr>
          <p:cNvPr id="51" name="Google Shape;4949;p17">
            <a:extLst>
              <a:ext uri="{FF2B5EF4-FFF2-40B4-BE49-F238E27FC236}">
                <a16:creationId xmlns:a16="http://schemas.microsoft.com/office/drawing/2014/main" id="{AF74049B-0B99-1029-3989-9A714B713CC4}"/>
              </a:ext>
            </a:extLst>
          </p:cNvPr>
          <p:cNvPicPr preferRelativeResize="0"/>
          <p:nvPr/>
        </p:nvPicPr>
        <p:blipFill rotWithShape="1">
          <a:blip r:embed="rId3">
            <a:alphaModFix/>
          </a:blip>
          <a:srcRect/>
          <a:stretch/>
        </p:blipFill>
        <p:spPr>
          <a:xfrm>
            <a:off x="2352409" y="2419650"/>
            <a:ext cx="1068056" cy="1100516"/>
          </a:xfrm>
          <a:prstGeom prst="rect">
            <a:avLst/>
          </a:prstGeom>
          <a:noFill/>
          <a:ln>
            <a:noFill/>
          </a:ln>
        </p:spPr>
      </p:pic>
      <p:grpSp>
        <p:nvGrpSpPr>
          <p:cNvPr id="56" name="Group 55">
            <a:extLst>
              <a:ext uri="{FF2B5EF4-FFF2-40B4-BE49-F238E27FC236}">
                <a16:creationId xmlns:a16="http://schemas.microsoft.com/office/drawing/2014/main" id="{AB2E2CC8-E872-839A-1507-60C9DBA4B8DD}"/>
              </a:ext>
            </a:extLst>
          </p:cNvPr>
          <p:cNvGrpSpPr/>
          <p:nvPr/>
        </p:nvGrpSpPr>
        <p:grpSpPr>
          <a:xfrm>
            <a:off x="8728867" y="2419650"/>
            <a:ext cx="1133477" cy="1100516"/>
            <a:chOff x="8702939" y="2419650"/>
            <a:chExt cx="1133477" cy="1100516"/>
          </a:xfrm>
        </p:grpSpPr>
        <p:pic>
          <p:nvPicPr>
            <p:cNvPr id="52" name="Graphic 51">
              <a:extLst>
                <a:ext uri="{FF2B5EF4-FFF2-40B4-BE49-F238E27FC236}">
                  <a16:creationId xmlns:a16="http://schemas.microsoft.com/office/drawing/2014/main" id="{503F40F9-050C-8DFD-0813-9AE772A0EC1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bwMode="invGray">
            <a:xfrm>
              <a:off x="8702939" y="2419650"/>
              <a:ext cx="483394" cy="483394"/>
            </a:xfrm>
            <a:prstGeom prst="rect">
              <a:avLst/>
            </a:prstGeom>
          </p:spPr>
        </p:pic>
        <p:pic>
          <p:nvPicPr>
            <p:cNvPr id="53" name="Graphic 52">
              <a:extLst>
                <a:ext uri="{FF2B5EF4-FFF2-40B4-BE49-F238E27FC236}">
                  <a16:creationId xmlns:a16="http://schemas.microsoft.com/office/drawing/2014/main" id="{A6DC9C4A-8DC8-C40C-8CC2-691BD04BC7C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bwMode="invGray">
            <a:xfrm>
              <a:off x="9353022" y="2419650"/>
              <a:ext cx="483394" cy="483394"/>
            </a:xfrm>
            <a:prstGeom prst="rect">
              <a:avLst/>
            </a:prstGeom>
          </p:spPr>
        </p:pic>
        <p:pic>
          <p:nvPicPr>
            <p:cNvPr id="54" name="Graphic 53">
              <a:extLst>
                <a:ext uri="{FF2B5EF4-FFF2-40B4-BE49-F238E27FC236}">
                  <a16:creationId xmlns:a16="http://schemas.microsoft.com/office/drawing/2014/main" id="{5F7FC2F3-EB45-EABB-9760-4AC56FCB685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bwMode="invGray">
            <a:xfrm>
              <a:off x="8702939" y="3036772"/>
              <a:ext cx="483394" cy="483394"/>
            </a:xfrm>
            <a:prstGeom prst="rect">
              <a:avLst/>
            </a:prstGeom>
          </p:spPr>
        </p:pic>
        <p:pic>
          <p:nvPicPr>
            <p:cNvPr id="55" name="Graphic 54">
              <a:extLst>
                <a:ext uri="{FF2B5EF4-FFF2-40B4-BE49-F238E27FC236}">
                  <a16:creationId xmlns:a16="http://schemas.microsoft.com/office/drawing/2014/main" id="{ED4B2254-4924-6303-42F3-FED0A4D4B2E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bwMode="invGray">
            <a:xfrm>
              <a:off x="9353022" y="3036772"/>
              <a:ext cx="483394" cy="483394"/>
            </a:xfrm>
            <a:prstGeom prst="rect">
              <a:avLst/>
            </a:prstGeom>
          </p:spPr>
        </p:pic>
      </p:grpSp>
      <p:grpSp>
        <p:nvGrpSpPr>
          <p:cNvPr id="57" name="Group 56">
            <a:extLst>
              <a:ext uri="{FF2B5EF4-FFF2-40B4-BE49-F238E27FC236}">
                <a16:creationId xmlns:a16="http://schemas.microsoft.com/office/drawing/2014/main" id="{B2555EA6-B71E-D637-FAD8-BA1CDFE4C04A}"/>
              </a:ext>
            </a:extLst>
          </p:cNvPr>
          <p:cNvGrpSpPr>
            <a:grpSpLocks noChangeAspect="1"/>
          </p:cNvGrpSpPr>
          <p:nvPr/>
        </p:nvGrpSpPr>
        <p:grpSpPr bwMode="black">
          <a:xfrm>
            <a:off x="5572918" y="2625008"/>
            <a:ext cx="1068056" cy="689800"/>
            <a:chOff x="5043881" y="3096006"/>
            <a:chExt cx="644489" cy="416241"/>
          </a:xfrm>
        </p:grpSpPr>
        <p:sp>
          <p:nvSpPr>
            <p:cNvPr id="58" name="Freeform: Shape 77">
              <a:extLst>
                <a:ext uri="{FF2B5EF4-FFF2-40B4-BE49-F238E27FC236}">
                  <a16:creationId xmlns:a16="http://schemas.microsoft.com/office/drawing/2014/main" id="{1FDC3EBE-1DFD-3692-45E8-F8A0E47D275C}"/>
                </a:ext>
              </a:extLst>
            </p:cNvPr>
            <p:cNvSpPr/>
            <p:nvPr/>
          </p:nvSpPr>
          <p:spPr bwMode="black">
            <a:xfrm>
              <a:off x="5043881" y="3199320"/>
              <a:ext cx="544210" cy="312927"/>
            </a:xfrm>
            <a:custGeom>
              <a:avLst/>
              <a:gdLst>
                <a:gd name="connsiteX0" fmla="*/ 0 w 544210"/>
                <a:gd name="connsiteY0" fmla="*/ 261816 h 312927"/>
                <a:gd name="connsiteX1" fmla="*/ 66094 w 544210"/>
                <a:gd name="connsiteY1" fmla="*/ 261816 h 312927"/>
                <a:gd name="connsiteX2" fmla="*/ 66094 w 544210"/>
                <a:gd name="connsiteY2" fmla="*/ 312928 h 312927"/>
                <a:gd name="connsiteX3" fmla="*/ 480013 w 544210"/>
                <a:gd name="connsiteY3" fmla="*/ 312928 h 312927"/>
                <a:gd name="connsiteX4" fmla="*/ 480013 w 544210"/>
                <a:gd name="connsiteY4" fmla="*/ 261816 h 312927"/>
                <a:gd name="connsiteX5" fmla="*/ 544210 w 544210"/>
                <a:gd name="connsiteY5" fmla="*/ 261816 h 312927"/>
                <a:gd name="connsiteX6" fmla="*/ 544210 w 544210"/>
                <a:gd name="connsiteY6" fmla="*/ 0 h 312927"/>
                <a:gd name="connsiteX7" fmla="*/ 0 w 544210"/>
                <a:gd name="connsiteY7" fmla="*/ 0 h 312927"/>
                <a:gd name="connsiteX8" fmla="*/ 0 w 544210"/>
                <a:gd name="connsiteY8" fmla="*/ 261816 h 312927"/>
                <a:gd name="connsiteX9" fmla="*/ 196196 w 544210"/>
                <a:gd name="connsiteY9" fmla="*/ 261816 h 312927"/>
                <a:gd name="connsiteX10" fmla="*/ 196196 w 544210"/>
                <a:gd name="connsiteY10" fmla="*/ 289221 h 312927"/>
                <a:gd name="connsiteX11" fmla="*/ 154852 w 544210"/>
                <a:gd name="connsiteY11" fmla="*/ 289221 h 312927"/>
                <a:gd name="connsiteX12" fmla="*/ 154852 w 544210"/>
                <a:gd name="connsiteY12" fmla="*/ 261816 h 312927"/>
                <a:gd name="connsiteX13" fmla="*/ 196196 w 544210"/>
                <a:gd name="connsiteY13" fmla="*/ 261816 h 312927"/>
                <a:gd name="connsiteX14" fmla="*/ 219903 w 544210"/>
                <a:gd name="connsiteY14" fmla="*/ 261816 h 312927"/>
                <a:gd name="connsiteX15" fmla="*/ 261247 w 544210"/>
                <a:gd name="connsiteY15" fmla="*/ 261816 h 312927"/>
                <a:gd name="connsiteX16" fmla="*/ 261247 w 544210"/>
                <a:gd name="connsiteY16" fmla="*/ 289221 h 312927"/>
                <a:gd name="connsiteX17" fmla="*/ 219903 w 544210"/>
                <a:gd name="connsiteY17" fmla="*/ 289221 h 312927"/>
                <a:gd name="connsiteX18" fmla="*/ 219903 w 544210"/>
                <a:gd name="connsiteY18" fmla="*/ 261816 h 312927"/>
                <a:gd name="connsiteX19" fmla="*/ 284907 w 544210"/>
                <a:gd name="connsiteY19" fmla="*/ 261816 h 312927"/>
                <a:gd name="connsiteX20" fmla="*/ 326251 w 544210"/>
                <a:gd name="connsiteY20" fmla="*/ 261816 h 312927"/>
                <a:gd name="connsiteX21" fmla="*/ 326251 w 544210"/>
                <a:gd name="connsiteY21" fmla="*/ 289221 h 312927"/>
                <a:gd name="connsiteX22" fmla="*/ 284907 w 544210"/>
                <a:gd name="connsiteY22" fmla="*/ 289221 h 312927"/>
                <a:gd name="connsiteX23" fmla="*/ 284907 w 544210"/>
                <a:gd name="connsiteY23" fmla="*/ 261816 h 312927"/>
                <a:gd name="connsiteX24" fmla="*/ 349958 w 544210"/>
                <a:gd name="connsiteY24" fmla="*/ 261816 h 312927"/>
                <a:gd name="connsiteX25" fmla="*/ 391302 w 544210"/>
                <a:gd name="connsiteY25" fmla="*/ 261816 h 312927"/>
                <a:gd name="connsiteX26" fmla="*/ 391302 w 544210"/>
                <a:gd name="connsiteY26" fmla="*/ 289221 h 312927"/>
                <a:gd name="connsiteX27" fmla="*/ 349958 w 544210"/>
                <a:gd name="connsiteY27" fmla="*/ 289221 h 312927"/>
                <a:gd name="connsiteX28" fmla="*/ 349958 w 544210"/>
                <a:gd name="connsiteY28" fmla="*/ 261816 h 312927"/>
                <a:gd name="connsiteX29" fmla="*/ 89801 w 544210"/>
                <a:gd name="connsiteY29" fmla="*/ 261816 h 312927"/>
                <a:gd name="connsiteX30" fmla="*/ 131145 w 544210"/>
                <a:gd name="connsiteY30" fmla="*/ 261816 h 312927"/>
                <a:gd name="connsiteX31" fmla="*/ 131145 w 544210"/>
                <a:gd name="connsiteY31" fmla="*/ 289221 h 312927"/>
                <a:gd name="connsiteX32" fmla="*/ 89801 w 544210"/>
                <a:gd name="connsiteY32" fmla="*/ 289221 h 312927"/>
                <a:gd name="connsiteX33" fmla="*/ 89801 w 544210"/>
                <a:gd name="connsiteY33" fmla="*/ 261816 h 312927"/>
                <a:gd name="connsiteX34" fmla="*/ 456306 w 544210"/>
                <a:gd name="connsiteY34" fmla="*/ 289221 h 312927"/>
                <a:gd name="connsiteX35" fmla="*/ 414962 w 544210"/>
                <a:gd name="connsiteY35" fmla="*/ 289221 h 312927"/>
                <a:gd name="connsiteX36" fmla="*/ 414962 w 544210"/>
                <a:gd name="connsiteY36" fmla="*/ 261816 h 312927"/>
                <a:gd name="connsiteX37" fmla="*/ 456306 w 544210"/>
                <a:gd name="connsiteY37" fmla="*/ 261816 h 312927"/>
                <a:gd name="connsiteX38" fmla="*/ 456306 w 544210"/>
                <a:gd name="connsiteY38" fmla="*/ 289221 h 312927"/>
                <a:gd name="connsiteX39" fmla="*/ 33189 w 544210"/>
                <a:gd name="connsiteY39" fmla="*/ 33189 h 312927"/>
                <a:gd name="connsiteX40" fmla="*/ 511021 w 544210"/>
                <a:gd name="connsiteY40" fmla="*/ 33189 h 312927"/>
                <a:gd name="connsiteX41" fmla="*/ 511021 w 544210"/>
                <a:gd name="connsiteY41" fmla="*/ 228627 h 312927"/>
                <a:gd name="connsiteX42" fmla="*/ 33189 w 544210"/>
                <a:gd name="connsiteY42" fmla="*/ 228627 h 312927"/>
                <a:gd name="connsiteX43" fmla="*/ 33189 w 544210"/>
                <a:gd name="connsiteY43" fmla="*/ 33189 h 312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544210" h="312927">
                  <a:moveTo>
                    <a:pt x="0" y="261816"/>
                  </a:moveTo>
                  <a:lnTo>
                    <a:pt x="66094" y="261816"/>
                  </a:lnTo>
                  <a:lnTo>
                    <a:pt x="66094" y="312928"/>
                  </a:lnTo>
                  <a:lnTo>
                    <a:pt x="480013" y="312928"/>
                  </a:lnTo>
                  <a:lnTo>
                    <a:pt x="480013" y="261816"/>
                  </a:lnTo>
                  <a:lnTo>
                    <a:pt x="544210" y="261816"/>
                  </a:lnTo>
                  <a:lnTo>
                    <a:pt x="544210" y="0"/>
                  </a:lnTo>
                  <a:lnTo>
                    <a:pt x="0" y="0"/>
                  </a:lnTo>
                  <a:lnTo>
                    <a:pt x="0" y="261816"/>
                  </a:lnTo>
                  <a:close/>
                  <a:moveTo>
                    <a:pt x="196196" y="261816"/>
                  </a:moveTo>
                  <a:lnTo>
                    <a:pt x="196196" y="289221"/>
                  </a:lnTo>
                  <a:lnTo>
                    <a:pt x="154852" y="289221"/>
                  </a:lnTo>
                  <a:lnTo>
                    <a:pt x="154852" y="261816"/>
                  </a:lnTo>
                  <a:lnTo>
                    <a:pt x="196196" y="261816"/>
                  </a:lnTo>
                  <a:close/>
                  <a:moveTo>
                    <a:pt x="219903" y="261816"/>
                  </a:moveTo>
                  <a:lnTo>
                    <a:pt x="261247" y="261816"/>
                  </a:lnTo>
                  <a:lnTo>
                    <a:pt x="261247" y="289221"/>
                  </a:lnTo>
                  <a:lnTo>
                    <a:pt x="219903" y="289221"/>
                  </a:lnTo>
                  <a:lnTo>
                    <a:pt x="219903" y="261816"/>
                  </a:lnTo>
                  <a:close/>
                  <a:moveTo>
                    <a:pt x="284907" y="261816"/>
                  </a:moveTo>
                  <a:lnTo>
                    <a:pt x="326251" y="261816"/>
                  </a:lnTo>
                  <a:lnTo>
                    <a:pt x="326251" y="289221"/>
                  </a:lnTo>
                  <a:lnTo>
                    <a:pt x="284907" y="289221"/>
                  </a:lnTo>
                  <a:lnTo>
                    <a:pt x="284907" y="261816"/>
                  </a:lnTo>
                  <a:close/>
                  <a:moveTo>
                    <a:pt x="349958" y="261816"/>
                  </a:moveTo>
                  <a:lnTo>
                    <a:pt x="391302" y="261816"/>
                  </a:lnTo>
                  <a:lnTo>
                    <a:pt x="391302" y="289221"/>
                  </a:lnTo>
                  <a:lnTo>
                    <a:pt x="349958" y="289221"/>
                  </a:lnTo>
                  <a:lnTo>
                    <a:pt x="349958" y="261816"/>
                  </a:lnTo>
                  <a:close/>
                  <a:moveTo>
                    <a:pt x="89801" y="261816"/>
                  </a:moveTo>
                  <a:lnTo>
                    <a:pt x="131145" y="261816"/>
                  </a:lnTo>
                  <a:lnTo>
                    <a:pt x="131145" y="289221"/>
                  </a:lnTo>
                  <a:lnTo>
                    <a:pt x="89801" y="289221"/>
                  </a:lnTo>
                  <a:lnTo>
                    <a:pt x="89801" y="261816"/>
                  </a:lnTo>
                  <a:close/>
                  <a:moveTo>
                    <a:pt x="456306" y="289221"/>
                  </a:moveTo>
                  <a:lnTo>
                    <a:pt x="414962" y="289221"/>
                  </a:lnTo>
                  <a:lnTo>
                    <a:pt x="414962" y="261816"/>
                  </a:lnTo>
                  <a:lnTo>
                    <a:pt x="456306" y="261816"/>
                  </a:lnTo>
                  <a:lnTo>
                    <a:pt x="456306" y="289221"/>
                  </a:lnTo>
                  <a:close/>
                  <a:moveTo>
                    <a:pt x="33189" y="33189"/>
                  </a:moveTo>
                  <a:lnTo>
                    <a:pt x="511021" y="33189"/>
                  </a:lnTo>
                  <a:lnTo>
                    <a:pt x="511021" y="228627"/>
                  </a:lnTo>
                  <a:lnTo>
                    <a:pt x="33189" y="228627"/>
                  </a:lnTo>
                  <a:lnTo>
                    <a:pt x="33189" y="33189"/>
                  </a:lnTo>
                  <a:close/>
                </a:path>
              </a:pathLst>
            </a:custGeom>
            <a:solidFill>
              <a:schemeClr val="bg1"/>
            </a:solidFill>
            <a:ln w="0" cap="flat">
              <a:noFill/>
              <a:prstDash val="solid"/>
              <a:miter/>
            </a:ln>
          </p:spPr>
          <p:txBody>
            <a:bodyPr rtlCol="0" anchor="ctr"/>
            <a:lstStyle/>
            <a:p>
              <a:endParaRPr lang="en-US"/>
            </a:p>
          </p:txBody>
        </p:sp>
        <p:sp>
          <p:nvSpPr>
            <p:cNvPr id="59" name="Freeform: Shape 78">
              <a:extLst>
                <a:ext uri="{FF2B5EF4-FFF2-40B4-BE49-F238E27FC236}">
                  <a16:creationId xmlns:a16="http://schemas.microsoft.com/office/drawing/2014/main" id="{C159BC9F-3B91-70AC-EB8E-3AF4BC0E1202}"/>
                </a:ext>
              </a:extLst>
            </p:cNvPr>
            <p:cNvSpPr/>
            <p:nvPr/>
          </p:nvSpPr>
          <p:spPr bwMode="black">
            <a:xfrm>
              <a:off x="5118889" y="3145316"/>
              <a:ext cx="521309" cy="245221"/>
            </a:xfrm>
            <a:custGeom>
              <a:avLst/>
              <a:gdLst>
                <a:gd name="connsiteX0" fmla="*/ 0 w 521309"/>
                <a:gd name="connsiteY0" fmla="*/ 33189 h 245221"/>
                <a:gd name="connsiteX1" fmla="*/ 488120 w 521309"/>
                <a:gd name="connsiteY1" fmla="*/ 33189 h 245221"/>
                <a:gd name="connsiteX2" fmla="*/ 488120 w 521309"/>
                <a:gd name="connsiteY2" fmla="*/ 245222 h 245221"/>
                <a:gd name="connsiteX3" fmla="*/ 521310 w 521309"/>
                <a:gd name="connsiteY3" fmla="*/ 245222 h 245221"/>
                <a:gd name="connsiteX4" fmla="*/ 521310 w 521309"/>
                <a:gd name="connsiteY4" fmla="*/ 0 h 245221"/>
                <a:gd name="connsiteX5" fmla="*/ 0 w 521309"/>
                <a:gd name="connsiteY5" fmla="*/ 0 h 245221"/>
                <a:gd name="connsiteX6" fmla="*/ 0 w 521309"/>
                <a:gd name="connsiteY6" fmla="*/ 33189 h 245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309" h="245221">
                  <a:moveTo>
                    <a:pt x="0" y="33189"/>
                  </a:moveTo>
                  <a:lnTo>
                    <a:pt x="488120" y="33189"/>
                  </a:lnTo>
                  <a:lnTo>
                    <a:pt x="488120" y="245222"/>
                  </a:lnTo>
                  <a:lnTo>
                    <a:pt x="521310" y="245222"/>
                  </a:lnTo>
                  <a:lnTo>
                    <a:pt x="521310" y="0"/>
                  </a:lnTo>
                  <a:lnTo>
                    <a:pt x="0" y="0"/>
                  </a:lnTo>
                  <a:lnTo>
                    <a:pt x="0" y="33189"/>
                  </a:lnTo>
                  <a:close/>
                </a:path>
              </a:pathLst>
            </a:custGeom>
            <a:solidFill>
              <a:schemeClr val="bg1"/>
            </a:solidFill>
            <a:ln w="0" cap="flat">
              <a:noFill/>
              <a:prstDash val="solid"/>
              <a:miter/>
            </a:ln>
          </p:spPr>
          <p:txBody>
            <a:bodyPr rtlCol="0" anchor="ctr"/>
            <a:lstStyle/>
            <a:p>
              <a:endParaRPr lang="en-US"/>
            </a:p>
          </p:txBody>
        </p:sp>
        <p:sp>
          <p:nvSpPr>
            <p:cNvPr id="60" name="Freeform: Shape 79">
              <a:extLst>
                <a:ext uri="{FF2B5EF4-FFF2-40B4-BE49-F238E27FC236}">
                  <a16:creationId xmlns:a16="http://schemas.microsoft.com/office/drawing/2014/main" id="{492C94AD-ABFB-9DE3-634C-F703A03E911E}"/>
                </a:ext>
              </a:extLst>
            </p:cNvPr>
            <p:cNvSpPr/>
            <p:nvPr/>
          </p:nvSpPr>
          <p:spPr bwMode="black">
            <a:xfrm>
              <a:off x="5167061" y="3096006"/>
              <a:ext cx="521309" cy="245269"/>
            </a:xfrm>
            <a:custGeom>
              <a:avLst/>
              <a:gdLst>
                <a:gd name="connsiteX0" fmla="*/ 0 w 521309"/>
                <a:gd name="connsiteY0" fmla="*/ 0 h 245269"/>
                <a:gd name="connsiteX1" fmla="*/ 0 w 521309"/>
                <a:gd name="connsiteY1" fmla="*/ 33189 h 245269"/>
                <a:gd name="connsiteX2" fmla="*/ 488120 w 521309"/>
                <a:gd name="connsiteY2" fmla="*/ 33189 h 245269"/>
                <a:gd name="connsiteX3" fmla="*/ 488120 w 521309"/>
                <a:gd name="connsiteY3" fmla="*/ 245269 h 245269"/>
                <a:gd name="connsiteX4" fmla="*/ 521310 w 521309"/>
                <a:gd name="connsiteY4" fmla="*/ 245269 h 245269"/>
                <a:gd name="connsiteX5" fmla="*/ 521310 w 521309"/>
                <a:gd name="connsiteY5" fmla="*/ 0 h 245269"/>
                <a:gd name="connsiteX6" fmla="*/ 0 w 521309"/>
                <a:gd name="connsiteY6" fmla="*/ 0 h 245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309" h="245269">
                  <a:moveTo>
                    <a:pt x="0" y="0"/>
                  </a:moveTo>
                  <a:lnTo>
                    <a:pt x="0" y="33189"/>
                  </a:lnTo>
                  <a:lnTo>
                    <a:pt x="488120" y="33189"/>
                  </a:lnTo>
                  <a:lnTo>
                    <a:pt x="488120" y="245269"/>
                  </a:lnTo>
                  <a:lnTo>
                    <a:pt x="521310" y="245269"/>
                  </a:lnTo>
                  <a:lnTo>
                    <a:pt x="521310" y="0"/>
                  </a:lnTo>
                  <a:lnTo>
                    <a:pt x="0" y="0"/>
                  </a:lnTo>
                  <a:close/>
                </a:path>
              </a:pathLst>
            </a:custGeom>
            <a:solidFill>
              <a:schemeClr val="bg1"/>
            </a:solidFill>
            <a:ln w="0" cap="flat">
              <a:noFill/>
              <a:prstDash val="solid"/>
              <a:miter/>
            </a:ln>
          </p:spPr>
          <p:txBody>
            <a:bodyPr rtlCol="0" anchor="ctr"/>
            <a:lstStyle/>
            <a:p>
              <a:endParaRPr lang="en-US"/>
            </a:p>
          </p:txBody>
        </p:sp>
        <p:sp>
          <p:nvSpPr>
            <p:cNvPr id="61" name="Freeform: Shape 80">
              <a:extLst>
                <a:ext uri="{FF2B5EF4-FFF2-40B4-BE49-F238E27FC236}">
                  <a16:creationId xmlns:a16="http://schemas.microsoft.com/office/drawing/2014/main" id="{C10167B2-F28F-9D60-1FD7-F88B54225F0B}"/>
                </a:ext>
              </a:extLst>
            </p:cNvPr>
            <p:cNvSpPr/>
            <p:nvPr/>
          </p:nvSpPr>
          <p:spPr bwMode="black">
            <a:xfrm>
              <a:off x="5089208" y="3251996"/>
              <a:ext cx="142761" cy="150015"/>
            </a:xfrm>
            <a:custGeom>
              <a:avLst/>
              <a:gdLst>
                <a:gd name="connsiteX0" fmla="*/ 0 w 142761"/>
                <a:gd name="connsiteY0" fmla="*/ 150016 h 150015"/>
                <a:gd name="connsiteX1" fmla="*/ 142762 w 142761"/>
                <a:gd name="connsiteY1" fmla="*/ 150016 h 150015"/>
                <a:gd name="connsiteX2" fmla="*/ 142762 w 142761"/>
                <a:gd name="connsiteY2" fmla="*/ 0 h 150015"/>
                <a:gd name="connsiteX3" fmla="*/ 0 w 142761"/>
                <a:gd name="connsiteY3" fmla="*/ 0 h 150015"/>
                <a:gd name="connsiteX4" fmla="*/ 0 w 142761"/>
                <a:gd name="connsiteY4" fmla="*/ 150016 h 150015"/>
                <a:gd name="connsiteX5" fmla="*/ 33189 w 142761"/>
                <a:gd name="connsiteY5" fmla="*/ 33189 h 150015"/>
                <a:gd name="connsiteX6" fmla="*/ 109572 w 142761"/>
                <a:gd name="connsiteY6" fmla="*/ 33189 h 150015"/>
                <a:gd name="connsiteX7" fmla="*/ 109572 w 142761"/>
                <a:gd name="connsiteY7" fmla="*/ 116826 h 150015"/>
                <a:gd name="connsiteX8" fmla="*/ 33189 w 142761"/>
                <a:gd name="connsiteY8" fmla="*/ 116826 h 150015"/>
                <a:gd name="connsiteX9" fmla="*/ 33189 w 142761"/>
                <a:gd name="connsiteY9" fmla="*/ 33189 h 150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761" h="150015">
                  <a:moveTo>
                    <a:pt x="0" y="150016"/>
                  </a:moveTo>
                  <a:lnTo>
                    <a:pt x="142762" y="150016"/>
                  </a:lnTo>
                  <a:lnTo>
                    <a:pt x="142762" y="0"/>
                  </a:lnTo>
                  <a:lnTo>
                    <a:pt x="0" y="0"/>
                  </a:lnTo>
                  <a:lnTo>
                    <a:pt x="0" y="150016"/>
                  </a:lnTo>
                  <a:close/>
                  <a:moveTo>
                    <a:pt x="33189" y="33189"/>
                  </a:moveTo>
                  <a:lnTo>
                    <a:pt x="109572" y="33189"/>
                  </a:lnTo>
                  <a:lnTo>
                    <a:pt x="109572" y="116826"/>
                  </a:lnTo>
                  <a:lnTo>
                    <a:pt x="33189" y="116826"/>
                  </a:lnTo>
                  <a:lnTo>
                    <a:pt x="33189" y="33189"/>
                  </a:lnTo>
                  <a:close/>
                </a:path>
              </a:pathLst>
            </a:custGeom>
            <a:solidFill>
              <a:schemeClr val="bg1"/>
            </a:solidFill>
            <a:ln w="0" cap="flat">
              <a:noFill/>
              <a:prstDash val="solid"/>
              <a:miter/>
            </a:ln>
          </p:spPr>
          <p:txBody>
            <a:bodyPr rtlCol="0" anchor="ctr"/>
            <a:lstStyle/>
            <a:p>
              <a:endParaRPr lang="en-US"/>
            </a:p>
          </p:txBody>
        </p:sp>
        <p:sp>
          <p:nvSpPr>
            <p:cNvPr id="62" name="Freeform: Shape 81">
              <a:extLst>
                <a:ext uri="{FF2B5EF4-FFF2-40B4-BE49-F238E27FC236}">
                  <a16:creationId xmlns:a16="http://schemas.microsoft.com/office/drawing/2014/main" id="{855CC684-DE4A-2BB9-5E3F-4E596E3E2C9D}"/>
                </a:ext>
              </a:extLst>
            </p:cNvPr>
            <p:cNvSpPr/>
            <p:nvPr/>
          </p:nvSpPr>
          <p:spPr bwMode="black">
            <a:xfrm>
              <a:off x="5243681" y="3251996"/>
              <a:ext cx="142761" cy="150015"/>
            </a:xfrm>
            <a:custGeom>
              <a:avLst/>
              <a:gdLst>
                <a:gd name="connsiteX0" fmla="*/ 0 w 142761"/>
                <a:gd name="connsiteY0" fmla="*/ 150016 h 150015"/>
                <a:gd name="connsiteX1" fmla="*/ 142762 w 142761"/>
                <a:gd name="connsiteY1" fmla="*/ 150016 h 150015"/>
                <a:gd name="connsiteX2" fmla="*/ 142762 w 142761"/>
                <a:gd name="connsiteY2" fmla="*/ 0 h 150015"/>
                <a:gd name="connsiteX3" fmla="*/ 0 w 142761"/>
                <a:gd name="connsiteY3" fmla="*/ 0 h 150015"/>
                <a:gd name="connsiteX4" fmla="*/ 0 w 142761"/>
                <a:gd name="connsiteY4" fmla="*/ 150016 h 150015"/>
                <a:gd name="connsiteX5" fmla="*/ 33189 w 142761"/>
                <a:gd name="connsiteY5" fmla="*/ 33189 h 150015"/>
                <a:gd name="connsiteX6" fmla="*/ 109572 w 142761"/>
                <a:gd name="connsiteY6" fmla="*/ 33189 h 150015"/>
                <a:gd name="connsiteX7" fmla="*/ 109572 w 142761"/>
                <a:gd name="connsiteY7" fmla="*/ 116826 h 150015"/>
                <a:gd name="connsiteX8" fmla="*/ 33189 w 142761"/>
                <a:gd name="connsiteY8" fmla="*/ 116826 h 150015"/>
                <a:gd name="connsiteX9" fmla="*/ 33189 w 142761"/>
                <a:gd name="connsiteY9" fmla="*/ 33189 h 150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761" h="150015">
                  <a:moveTo>
                    <a:pt x="0" y="150016"/>
                  </a:moveTo>
                  <a:lnTo>
                    <a:pt x="142762" y="150016"/>
                  </a:lnTo>
                  <a:lnTo>
                    <a:pt x="142762" y="0"/>
                  </a:lnTo>
                  <a:lnTo>
                    <a:pt x="0" y="0"/>
                  </a:lnTo>
                  <a:lnTo>
                    <a:pt x="0" y="150016"/>
                  </a:lnTo>
                  <a:close/>
                  <a:moveTo>
                    <a:pt x="33189" y="33189"/>
                  </a:moveTo>
                  <a:lnTo>
                    <a:pt x="109572" y="33189"/>
                  </a:lnTo>
                  <a:lnTo>
                    <a:pt x="109572" y="116826"/>
                  </a:lnTo>
                  <a:lnTo>
                    <a:pt x="33189" y="116826"/>
                  </a:lnTo>
                  <a:lnTo>
                    <a:pt x="33189" y="33189"/>
                  </a:lnTo>
                  <a:close/>
                </a:path>
              </a:pathLst>
            </a:custGeom>
            <a:solidFill>
              <a:schemeClr val="bg1"/>
            </a:solidFill>
            <a:ln w="0" cap="flat">
              <a:noFill/>
              <a:prstDash val="solid"/>
              <a:miter/>
            </a:ln>
          </p:spPr>
          <p:txBody>
            <a:bodyPr rtlCol="0" anchor="ctr"/>
            <a:lstStyle/>
            <a:p>
              <a:endParaRPr lang="en-US"/>
            </a:p>
          </p:txBody>
        </p:sp>
        <p:sp>
          <p:nvSpPr>
            <p:cNvPr id="63" name="Freeform: Shape 82">
              <a:extLst>
                <a:ext uri="{FF2B5EF4-FFF2-40B4-BE49-F238E27FC236}">
                  <a16:creationId xmlns:a16="http://schemas.microsoft.com/office/drawing/2014/main" id="{233130A6-09BD-6AA5-6710-650C22DF687A}"/>
                </a:ext>
              </a:extLst>
            </p:cNvPr>
            <p:cNvSpPr/>
            <p:nvPr/>
          </p:nvSpPr>
          <p:spPr bwMode="black">
            <a:xfrm>
              <a:off x="5398153" y="3251996"/>
              <a:ext cx="142761" cy="150015"/>
            </a:xfrm>
            <a:custGeom>
              <a:avLst/>
              <a:gdLst>
                <a:gd name="connsiteX0" fmla="*/ 0 w 142761"/>
                <a:gd name="connsiteY0" fmla="*/ 150016 h 150015"/>
                <a:gd name="connsiteX1" fmla="*/ 142762 w 142761"/>
                <a:gd name="connsiteY1" fmla="*/ 150016 h 150015"/>
                <a:gd name="connsiteX2" fmla="*/ 142762 w 142761"/>
                <a:gd name="connsiteY2" fmla="*/ 0 h 150015"/>
                <a:gd name="connsiteX3" fmla="*/ 0 w 142761"/>
                <a:gd name="connsiteY3" fmla="*/ 0 h 150015"/>
                <a:gd name="connsiteX4" fmla="*/ 0 w 142761"/>
                <a:gd name="connsiteY4" fmla="*/ 150016 h 150015"/>
                <a:gd name="connsiteX5" fmla="*/ 33189 w 142761"/>
                <a:gd name="connsiteY5" fmla="*/ 33189 h 150015"/>
                <a:gd name="connsiteX6" fmla="*/ 109572 w 142761"/>
                <a:gd name="connsiteY6" fmla="*/ 33189 h 150015"/>
                <a:gd name="connsiteX7" fmla="*/ 109572 w 142761"/>
                <a:gd name="connsiteY7" fmla="*/ 116826 h 150015"/>
                <a:gd name="connsiteX8" fmla="*/ 33189 w 142761"/>
                <a:gd name="connsiteY8" fmla="*/ 116826 h 150015"/>
                <a:gd name="connsiteX9" fmla="*/ 33189 w 142761"/>
                <a:gd name="connsiteY9" fmla="*/ 33189 h 150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761" h="150015">
                  <a:moveTo>
                    <a:pt x="0" y="150016"/>
                  </a:moveTo>
                  <a:lnTo>
                    <a:pt x="142762" y="150016"/>
                  </a:lnTo>
                  <a:lnTo>
                    <a:pt x="142762" y="0"/>
                  </a:lnTo>
                  <a:lnTo>
                    <a:pt x="0" y="0"/>
                  </a:lnTo>
                  <a:lnTo>
                    <a:pt x="0" y="150016"/>
                  </a:lnTo>
                  <a:close/>
                  <a:moveTo>
                    <a:pt x="33189" y="33189"/>
                  </a:moveTo>
                  <a:lnTo>
                    <a:pt x="109572" y="33189"/>
                  </a:lnTo>
                  <a:lnTo>
                    <a:pt x="109572" y="116826"/>
                  </a:lnTo>
                  <a:lnTo>
                    <a:pt x="33189" y="116826"/>
                  </a:lnTo>
                  <a:lnTo>
                    <a:pt x="33189" y="33189"/>
                  </a:lnTo>
                  <a:close/>
                </a:path>
              </a:pathLst>
            </a:custGeom>
            <a:solidFill>
              <a:schemeClr val="bg1"/>
            </a:solidFill>
            <a:ln w="0" cap="flat">
              <a:noFill/>
              <a:prstDash val="solid"/>
              <a:miter/>
            </a:ln>
          </p:spPr>
          <p:txBody>
            <a:bodyPr rtlCol="0" anchor="ctr"/>
            <a:lstStyle/>
            <a:p>
              <a:endParaRPr lang="en-US"/>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3BECF-0137-3A35-CB50-6734DBFA0B21}"/>
              </a:ext>
            </a:extLst>
          </p:cNvPr>
          <p:cNvSpPr>
            <a:spLocks noGrp="1"/>
          </p:cNvSpPr>
          <p:nvPr>
            <p:ph type="title"/>
          </p:nvPr>
        </p:nvSpPr>
        <p:spPr/>
        <p:txBody>
          <a:bodyPr/>
          <a:lstStyle/>
          <a:p>
            <a:r>
              <a:rPr lang="en-US" dirty="0"/>
              <a:t>Multi-Vendor AI Platform Readiness</a:t>
            </a:r>
          </a:p>
        </p:txBody>
      </p:sp>
      <p:sp>
        <p:nvSpPr>
          <p:cNvPr id="3" name="Subtitle 2">
            <a:extLst>
              <a:ext uri="{FF2B5EF4-FFF2-40B4-BE49-F238E27FC236}">
                <a16:creationId xmlns:a16="http://schemas.microsoft.com/office/drawing/2014/main" id="{1CE26720-92F7-3565-6A66-476A1EF5AC82}"/>
              </a:ext>
            </a:extLst>
          </p:cNvPr>
          <p:cNvSpPr>
            <a:spLocks noGrp="1"/>
          </p:cNvSpPr>
          <p:nvPr>
            <p:ph type="subTitle" idx="10"/>
          </p:nvPr>
        </p:nvSpPr>
        <p:spPr/>
        <p:txBody>
          <a:bodyPr/>
          <a:lstStyle/>
          <a:p>
            <a:r>
              <a:rPr lang="en-US" dirty="0"/>
              <a:t>AMD Hardware Enablement</a:t>
            </a:r>
          </a:p>
        </p:txBody>
      </p:sp>
      <p:sp>
        <p:nvSpPr>
          <p:cNvPr id="5" name="Text Placeholder 4">
            <a:extLst>
              <a:ext uri="{FF2B5EF4-FFF2-40B4-BE49-F238E27FC236}">
                <a16:creationId xmlns:a16="http://schemas.microsoft.com/office/drawing/2014/main" id="{0D6B9183-47A7-DB6A-9EC5-9EA0074F102D}"/>
              </a:ext>
            </a:extLst>
          </p:cNvPr>
          <p:cNvSpPr>
            <a:spLocks noGrp="1"/>
          </p:cNvSpPr>
          <p:nvPr>
            <p:ph type="body" sz="quarter" idx="18"/>
          </p:nvPr>
        </p:nvSpPr>
        <p:spPr/>
        <p:txBody>
          <a:bodyPr/>
          <a:lstStyle/>
          <a:p>
            <a:r>
              <a:rPr lang="en-US" dirty="0"/>
              <a:t>AMD             MI350X GPU</a:t>
            </a:r>
          </a:p>
        </p:txBody>
      </p:sp>
      <p:sp>
        <p:nvSpPr>
          <p:cNvPr id="7" name="Text Placeholder 6">
            <a:extLst>
              <a:ext uri="{FF2B5EF4-FFF2-40B4-BE49-F238E27FC236}">
                <a16:creationId xmlns:a16="http://schemas.microsoft.com/office/drawing/2014/main" id="{23563977-27C7-D8C5-A1D5-249ED60111A3}"/>
              </a:ext>
            </a:extLst>
          </p:cNvPr>
          <p:cNvSpPr>
            <a:spLocks noGrp="1"/>
          </p:cNvSpPr>
          <p:nvPr>
            <p:ph type="body" sz="quarter" idx="19"/>
          </p:nvPr>
        </p:nvSpPr>
        <p:spPr/>
        <p:txBody>
          <a:bodyPr/>
          <a:lstStyle/>
          <a:p>
            <a:r>
              <a:rPr lang="en-US" dirty="0"/>
              <a:t>Enhanced Direct Path I/O</a:t>
            </a:r>
          </a:p>
        </p:txBody>
      </p:sp>
      <p:sp>
        <p:nvSpPr>
          <p:cNvPr id="8" name="Text Placeholder 7">
            <a:extLst>
              <a:ext uri="{FF2B5EF4-FFF2-40B4-BE49-F238E27FC236}">
                <a16:creationId xmlns:a16="http://schemas.microsoft.com/office/drawing/2014/main" id="{1296CF2A-8CE7-5C0F-A96F-C3EE325417B8}"/>
              </a:ext>
            </a:extLst>
          </p:cNvPr>
          <p:cNvSpPr>
            <a:spLocks noGrp="1"/>
          </p:cNvSpPr>
          <p:nvPr>
            <p:ph type="body" sz="quarter" idx="20"/>
          </p:nvPr>
        </p:nvSpPr>
        <p:spPr/>
        <p:txBody>
          <a:bodyPr/>
          <a:lstStyle/>
          <a:p>
            <a:r>
              <a:rPr lang="en-US" dirty="0"/>
              <a:t>AMD CPU    IOMMU</a:t>
            </a:r>
          </a:p>
        </p:txBody>
      </p:sp>
      <p:grpSp>
        <p:nvGrpSpPr>
          <p:cNvPr id="10" name="Google Shape;2166;p10">
            <a:extLst>
              <a:ext uri="{FF2B5EF4-FFF2-40B4-BE49-F238E27FC236}">
                <a16:creationId xmlns:a16="http://schemas.microsoft.com/office/drawing/2014/main" id="{6586DDC3-61A9-1821-0AE6-F86EC3D7DBBF}"/>
              </a:ext>
            </a:extLst>
          </p:cNvPr>
          <p:cNvGrpSpPr>
            <a:grpSpLocks noChangeAspect="1"/>
          </p:cNvGrpSpPr>
          <p:nvPr/>
        </p:nvGrpSpPr>
        <p:grpSpPr>
          <a:xfrm>
            <a:off x="2352977" y="2586772"/>
            <a:ext cx="1066920" cy="766271"/>
            <a:chOff x="636691" y="1217142"/>
            <a:chExt cx="662933" cy="476124"/>
          </a:xfrm>
          <a:solidFill>
            <a:schemeClr val="accent1"/>
          </a:solidFill>
        </p:grpSpPr>
        <p:sp>
          <p:nvSpPr>
            <p:cNvPr id="11" name="Google Shape;2167;p10">
              <a:extLst>
                <a:ext uri="{FF2B5EF4-FFF2-40B4-BE49-F238E27FC236}">
                  <a16:creationId xmlns:a16="http://schemas.microsoft.com/office/drawing/2014/main" id="{56D0410E-474F-8E8E-1CED-6B4B2B15E030}"/>
                </a:ext>
              </a:extLst>
            </p:cNvPr>
            <p:cNvSpPr/>
            <p:nvPr/>
          </p:nvSpPr>
          <p:spPr>
            <a:xfrm>
              <a:off x="636691" y="1217142"/>
              <a:ext cx="662933" cy="476124"/>
            </a:xfrm>
            <a:custGeom>
              <a:avLst/>
              <a:gdLst/>
              <a:ahLst/>
              <a:cxnLst/>
              <a:rect l="l" t="t" r="r" b="b"/>
              <a:pathLst>
                <a:path w="662933" h="476124" extrusionOk="0">
                  <a:moveTo>
                    <a:pt x="662933" y="78943"/>
                  </a:moveTo>
                  <a:lnTo>
                    <a:pt x="89469" y="78943"/>
                  </a:lnTo>
                  <a:lnTo>
                    <a:pt x="89469" y="0"/>
                  </a:lnTo>
                  <a:lnTo>
                    <a:pt x="0" y="0"/>
                  </a:lnTo>
                  <a:lnTo>
                    <a:pt x="0" y="35560"/>
                  </a:lnTo>
                  <a:lnTo>
                    <a:pt x="53909" y="35560"/>
                  </a:lnTo>
                  <a:lnTo>
                    <a:pt x="53909" y="271678"/>
                  </a:lnTo>
                  <a:lnTo>
                    <a:pt x="21668" y="271678"/>
                  </a:lnTo>
                  <a:lnTo>
                    <a:pt x="21668" y="356027"/>
                  </a:lnTo>
                  <a:lnTo>
                    <a:pt x="53909" y="356027"/>
                  </a:lnTo>
                  <a:lnTo>
                    <a:pt x="53909" y="476125"/>
                  </a:lnTo>
                  <a:lnTo>
                    <a:pt x="89469" y="476125"/>
                  </a:lnTo>
                  <a:lnTo>
                    <a:pt x="89469" y="408276"/>
                  </a:lnTo>
                  <a:lnTo>
                    <a:pt x="174102" y="408276"/>
                  </a:lnTo>
                  <a:lnTo>
                    <a:pt x="174102" y="472095"/>
                  </a:lnTo>
                  <a:lnTo>
                    <a:pt x="442082" y="472095"/>
                  </a:lnTo>
                  <a:lnTo>
                    <a:pt x="442082" y="408276"/>
                  </a:lnTo>
                  <a:lnTo>
                    <a:pt x="662933" y="408276"/>
                  </a:lnTo>
                  <a:lnTo>
                    <a:pt x="662933" y="78943"/>
                  </a:lnTo>
                  <a:close/>
                  <a:moveTo>
                    <a:pt x="89469" y="114503"/>
                  </a:moveTo>
                  <a:lnTo>
                    <a:pt x="627373" y="114503"/>
                  </a:lnTo>
                  <a:lnTo>
                    <a:pt x="627373" y="372669"/>
                  </a:lnTo>
                  <a:lnTo>
                    <a:pt x="89469" y="372669"/>
                  </a:lnTo>
                  <a:lnTo>
                    <a:pt x="89469" y="114503"/>
                  </a:lnTo>
                  <a:close/>
                  <a:moveTo>
                    <a:pt x="406522" y="436487"/>
                  </a:moveTo>
                  <a:lnTo>
                    <a:pt x="209662" y="436487"/>
                  </a:lnTo>
                  <a:lnTo>
                    <a:pt x="209662" y="408229"/>
                  </a:lnTo>
                  <a:lnTo>
                    <a:pt x="406522" y="408229"/>
                  </a:lnTo>
                  <a:lnTo>
                    <a:pt x="406522" y="436487"/>
                  </a:lnTo>
                  <a:close/>
                </a:path>
              </a:pathLst>
            </a:custGeom>
            <a:grp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2" name="Google Shape;2168;p10">
              <a:extLst>
                <a:ext uri="{FF2B5EF4-FFF2-40B4-BE49-F238E27FC236}">
                  <a16:creationId xmlns:a16="http://schemas.microsoft.com/office/drawing/2014/main" id="{881AD7F3-9FC2-EAF2-8D58-CFBC2E1C8607}"/>
                </a:ext>
              </a:extLst>
            </p:cNvPr>
            <p:cNvSpPr/>
            <p:nvPr/>
          </p:nvSpPr>
          <p:spPr>
            <a:xfrm>
              <a:off x="889593" y="1352128"/>
              <a:ext cx="223079" cy="220661"/>
            </a:xfrm>
            <a:custGeom>
              <a:avLst/>
              <a:gdLst/>
              <a:ahLst/>
              <a:cxnLst/>
              <a:rect l="l" t="t" r="r" b="b"/>
              <a:pathLst>
                <a:path w="223079" h="220661" extrusionOk="0">
                  <a:moveTo>
                    <a:pt x="184248" y="38832"/>
                  </a:moveTo>
                  <a:lnTo>
                    <a:pt x="160162" y="38832"/>
                  </a:lnTo>
                  <a:lnTo>
                    <a:pt x="160162" y="0"/>
                  </a:lnTo>
                  <a:lnTo>
                    <a:pt x="124602" y="0"/>
                  </a:lnTo>
                  <a:lnTo>
                    <a:pt x="124602" y="38832"/>
                  </a:lnTo>
                  <a:lnTo>
                    <a:pt x="104309" y="38832"/>
                  </a:lnTo>
                  <a:lnTo>
                    <a:pt x="104309" y="0"/>
                  </a:lnTo>
                  <a:lnTo>
                    <a:pt x="68749" y="0"/>
                  </a:lnTo>
                  <a:lnTo>
                    <a:pt x="68749" y="38832"/>
                  </a:lnTo>
                  <a:lnTo>
                    <a:pt x="44663" y="38832"/>
                  </a:lnTo>
                  <a:lnTo>
                    <a:pt x="44663" y="62917"/>
                  </a:lnTo>
                  <a:lnTo>
                    <a:pt x="0" y="62917"/>
                  </a:lnTo>
                  <a:lnTo>
                    <a:pt x="0" y="98477"/>
                  </a:lnTo>
                  <a:lnTo>
                    <a:pt x="44663" y="98477"/>
                  </a:lnTo>
                  <a:lnTo>
                    <a:pt x="44663" y="118770"/>
                  </a:lnTo>
                  <a:lnTo>
                    <a:pt x="0" y="118770"/>
                  </a:lnTo>
                  <a:lnTo>
                    <a:pt x="0" y="154330"/>
                  </a:lnTo>
                  <a:lnTo>
                    <a:pt x="44663" y="154330"/>
                  </a:lnTo>
                  <a:lnTo>
                    <a:pt x="44663" y="178416"/>
                  </a:lnTo>
                  <a:lnTo>
                    <a:pt x="68749" y="178416"/>
                  </a:lnTo>
                  <a:lnTo>
                    <a:pt x="68749" y="220662"/>
                  </a:lnTo>
                  <a:lnTo>
                    <a:pt x="104309" y="220662"/>
                  </a:lnTo>
                  <a:lnTo>
                    <a:pt x="104309" y="178416"/>
                  </a:lnTo>
                  <a:lnTo>
                    <a:pt x="124602" y="178416"/>
                  </a:lnTo>
                  <a:lnTo>
                    <a:pt x="124602" y="220662"/>
                  </a:lnTo>
                  <a:lnTo>
                    <a:pt x="160162" y="220662"/>
                  </a:lnTo>
                  <a:lnTo>
                    <a:pt x="160162" y="178416"/>
                  </a:lnTo>
                  <a:lnTo>
                    <a:pt x="184248" y="178416"/>
                  </a:lnTo>
                  <a:lnTo>
                    <a:pt x="184248" y="154330"/>
                  </a:lnTo>
                  <a:lnTo>
                    <a:pt x="223080" y="154330"/>
                  </a:lnTo>
                  <a:lnTo>
                    <a:pt x="223080" y="118770"/>
                  </a:lnTo>
                  <a:lnTo>
                    <a:pt x="184248" y="118770"/>
                  </a:lnTo>
                  <a:lnTo>
                    <a:pt x="184248" y="98477"/>
                  </a:lnTo>
                  <a:lnTo>
                    <a:pt x="223080" y="98477"/>
                  </a:lnTo>
                  <a:lnTo>
                    <a:pt x="223080" y="62917"/>
                  </a:lnTo>
                  <a:lnTo>
                    <a:pt x="184248" y="62917"/>
                  </a:lnTo>
                  <a:lnTo>
                    <a:pt x="184248" y="38832"/>
                  </a:lnTo>
                  <a:close/>
                  <a:moveTo>
                    <a:pt x="148688" y="142856"/>
                  </a:moveTo>
                  <a:lnTo>
                    <a:pt x="80223" y="142856"/>
                  </a:lnTo>
                  <a:lnTo>
                    <a:pt x="80223" y="74392"/>
                  </a:lnTo>
                  <a:lnTo>
                    <a:pt x="148688" y="74392"/>
                  </a:lnTo>
                  <a:lnTo>
                    <a:pt x="148688" y="142856"/>
                  </a:lnTo>
                  <a:close/>
                </a:path>
              </a:pathLst>
            </a:custGeom>
            <a:grp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grpSp>
      <p:pic>
        <p:nvPicPr>
          <p:cNvPr id="14" name="Graphic 13">
            <a:extLst>
              <a:ext uri="{FF2B5EF4-FFF2-40B4-BE49-F238E27FC236}">
                <a16:creationId xmlns:a16="http://schemas.microsoft.com/office/drawing/2014/main" id="{CA10BB73-276C-F694-5CA2-1460DA0ADE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57101" y="2431338"/>
            <a:ext cx="1100490" cy="1100490"/>
          </a:xfrm>
          <a:prstGeom prst="rect">
            <a:avLst/>
          </a:prstGeom>
        </p:spPr>
      </p:pic>
      <p:pic>
        <p:nvPicPr>
          <p:cNvPr id="15" name="Graphic 14">
            <a:extLst>
              <a:ext uri="{FF2B5EF4-FFF2-40B4-BE49-F238E27FC236}">
                <a16:creationId xmlns:a16="http://schemas.microsoft.com/office/drawing/2014/main" id="{6F2161CB-8764-BA91-1794-B3800B2F558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43361" y="2419649"/>
            <a:ext cx="1100516" cy="1100516"/>
          </a:xfrm>
          <a:prstGeom prst="rect">
            <a:avLst/>
          </a:prstGeom>
        </p:spPr>
      </p:pic>
    </p:spTree>
    <p:extLst>
      <p:ext uri="{BB962C8B-B14F-4D97-AF65-F5344CB8AC3E}">
        <p14:creationId xmlns:p14="http://schemas.microsoft.com/office/powerpoint/2010/main" val="335246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FC437-BA50-D660-7DCE-942CE0856A15}"/>
              </a:ext>
            </a:extLst>
          </p:cNvPr>
          <p:cNvSpPr>
            <a:spLocks noGrp="1"/>
          </p:cNvSpPr>
          <p:nvPr>
            <p:ph type="title"/>
          </p:nvPr>
        </p:nvSpPr>
        <p:spPr/>
        <p:txBody>
          <a:bodyPr/>
          <a:lstStyle/>
          <a:p>
            <a:r>
              <a:rPr lang="en-US" dirty="0"/>
              <a:t>Multi-Vendor AI Platform Readiness</a:t>
            </a:r>
          </a:p>
        </p:txBody>
      </p:sp>
      <p:sp>
        <p:nvSpPr>
          <p:cNvPr id="3" name="Subtitle 2">
            <a:extLst>
              <a:ext uri="{FF2B5EF4-FFF2-40B4-BE49-F238E27FC236}">
                <a16:creationId xmlns:a16="http://schemas.microsoft.com/office/drawing/2014/main" id="{9BD29E2B-E23F-778C-A8B0-632F822C4BA5}"/>
              </a:ext>
            </a:extLst>
          </p:cNvPr>
          <p:cNvSpPr>
            <a:spLocks noGrp="1"/>
          </p:cNvSpPr>
          <p:nvPr>
            <p:ph type="subTitle" idx="10"/>
          </p:nvPr>
        </p:nvSpPr>
        <p:spPr/>
        <p:txBody>
          <a:bodyPr/>
          <a:lstStyle/>
          <a:p>
            <a:r>
              <a:rPr lang="en-US" dirty="0"/>
              <a:t>NVIDIA Hardware Enablement</a:t>
            </a:r>
          </a:p>
        </p:txBody>
      </p:sp>
      <p:sp>
        <p:nvSpPr>
          <p:cNvPr id="5" name="Text Placeholder 4">
            <a:extLst>
              <a:ext uri="{FF2B5EF4-FFF2-40B4-BE49-F238E27FC236}">
                <a16:creationId xmlns:a16="http://schemas.microsoft.com/office/drawing/2014/main" id="{3A98CF1F-ED80-6EC6-1CCE-381981FCDA4B}"/>
              </a:ext>
            </a:extLst>
          </p:cNvPr>
          <p:cNvSpPr>
            <a:spLocks noGrp="1"/>
          </p:cNvSpPr>
          <p:nvPr>
            <p:ph type="body" sz="quarter" idx="18"/>
          </p:nvPr>
        </p:nvSpPr>
        <p:spPr/>
        <p:txBody>
          <a:bodyPr/>
          <a:lstStyle/>
          <a:p>
            <a:r>
              <a:rPr lang="en-US" dirty="0"/>
              <a:t>Hardware Accelerated NICs</a:t>
            </a:r>
          </a:p>
        </p:txBody>
      </p:sp>
      <p:sp>
        <p:nvSpPr>
          <p:cNvPr id="7" name="Text Placeholder 6">
            <a:extLst>
              <a:ext uri="{FF2B5EF4-FFF2-40B4-BE49-F238E27FC236}">
                <a16:creationId xmlns:a16="http://schemas.microsoft.com/office/drawing/2014/main" id="{5D200CBC-04BB-BBAD-89FF-5E060DC3B902}"/>
              </a:ext>
            </a:extLst>
          </p:cNvPr>
          <p:cNvSpPr>
            <a:spLocks noGrp="1"/>
          </p:cNvSpPr>
          <p:nvPr>
            <p:ph type="body" sz="quarter" idx="19"/>
          </p:nvPr>
        </p:nvSpPr>
        <p:spPr/>
        <p:txBody>
          <a:bodyPr/>
          <a:lstStyle/>
          <a:p>
            <a:r>
              <a:rPr lang="en-US" dirty="0"/>
              <a:t>GPU-to-GPU  RoCE</a:t>
            </a:r>
          </a:p>
        </p:txBody>
      </p:sp>
      <p:sp>
        <p:nvSpPr>
          <p:cNvPr id="8" name="Text Placeholder 7">
            <a:extLst>
              <a:ext uri="{FF2B5EF4-FFF2-40B4-BE49-F238E27FC236}">
                <a16:creationId xmlns:a16="http://schemas.microsoft.com/office/drawing/2014/main" id="{0EC7B482-EEDA-10AC-E051-F8D5D2181411}"/>
              </a:ext>
            </a:extLst>
          </p:cNvPr>
          <p:cNvSpPr>
            <a:spLocks noGrp="1"/>
          </p:cNvSpPr>
          <p:nvPr>
            <p:ph type="body" sz="quarter" idx="20"/>
          </p:nvPr>
        </p:nvSpPr>
        <p:spPr/>
        <p:txBody>
          <a:bodyPr/>
          <a:lstStyle/>
          <a:p>
            <a:r>
              <a:rPr lang="en-US" dirty="0"/>
              <a:t>Improved GPU Consolidation</a:t>
            </a:r>
          </a:p>
        </p:txBody>
      </p:sp>
      <p:pic>
        <p:nvPicPr>
          <p:cNvPr id="10" name="Graphic 9">
            <a:extLst>
              <a:ext uri="{FF2B5EF4-FFF2-40B4-BE49-F238E27FC236}">
                <a16:creationId xmlns:a16="http://schemas.microsoft.com/office/drawing/2014/main" id="{DF2265E2-26CE-DB1D-8EAD-5F2464A354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48041" y="2419650"/>
            <a:ext cx="1100516" cy="1100516"/>
          </a:xfrm>
          <a:prstGeom prst="rect">
            <a:avLst/>
          </a:prstGeom>
        </p:spPr>
      </p:pic>
      <p:pic>
        <p:nvPicPr>
          <p:cNvPr id="11" name="Google Shape;2270;p15">
            <a:extLst>
              <a:ext uri="{FF2B5EF4-FFF2-40B4-BE49-F238E27FC236}">
                <a16:creationId xmlns:a16="http://schemas.microsoft.com/office/drawing/2014/main" id="{1B10FC30-9950-A4D4-2A78-74A0E584A6FD}"/>
              </a:ext>
            </a:extLst>
          </p:cNvPr>
          <p:cNvPicPr>
            <a:picLocks noChangeAspect="1"/>
          </p:cNvPicPr>
          <p:nvPr/>
        </p:nvPicPr>
        <p:blipFill rotWithShape="1">
          <a:blip r:embed="rId4">
            <a:alphaModFix/>
          </a:blip>
          <a:srcRect/>
          <a:stretch/>
        </p:blipFill>
        <p:spPr>
          <a:xfrm>
            <a:off x="8745349" y="2419652"/>
            <a:ext cx="1100516" cy="1100514"/>
          </a:xfrm>
          <a:prstGeom prst="rect">
            <a:avLst/>
          </a:prstGeom>
          <a:noFill/>
          <a:ln>
            <a:noFill/>
          </a:ln>
        </p:spPr>
      </p:pic>
      <p:sp>
        <p:nvSpPr>
          <p:cNvPr id="15" name="Graphic 32">
            <a:extLst>
              <a:ext uri="{FF2B5EF4-FFF2-40B4-BE49-F238E27FC236}">
                <a16:creationId xmlns:a16="http://schemas.microsoft.com/office/drawing/2014/main" id="{97E61661-6CDC-E6BC-841F-B4EA109B7612}"/>
              </a:ext>
            </a:extLst>
          </p:cNvPr>
          <p:cNvSpPr>
            <a:spLocks noChangeAspect="1"/>
          </p:cNvSpPr>
          <p:nvPr/>
        </p:nvSpPr>
        <p:spPr>
          <a:xfrm>
            <a:off x="5608870" y="2418477"/>
            <a:ext cx="996152" cy="1101689"/>
          </a:xfrm>
          <a:custGeom>
            <a:avLst/>
            <a:gdLst>
              <a:gd name="connsiteX0" fmla="*/ 489186 w 629382"/>
              <a:gd name="connsiteY0" fmla="*/ 355622 h 696062"/>
              <a:gd name="connsiteX1" fmla="*/ 529999 w 629382"/>
              <a:gd name="connsiteY1" fmla="*/ 355622 h 696062"/>
              <a:gd name="connsiteX2" fmla="*/ 578851 w 629382"/>
              <a:gd name="connsiteY2" fmla="*/ 393635 h 696062"/>
              <a:gd name="connsiteX3" fmla="*/ 629332 w 629382"/>
              <a:gd name="connsiteY3" fmla="*/ 343154 h 696062"/>
              <a:gd name="connsiteX4" fmla="*/ 578851 w 629382"/>
              <a:gd name="connsiteY4" fmla="*/ 292673 h 696062"/>
              <a:gd name="connsiteX5" fmla="*/ 531831 w 629382"/>
              <a:gd name="connsiteY5" fmla="*/ 325038 h 696062"/>
              <a:gd name="connsiteX6" fmla="*/ 487456 w 629382"/>
              <a:gd name="connsiteY6" fmla="*/ 325038 h 696062"/>
              <a:gd name="connsiteX7" fmla="*/ 469849 w 629382"/>
              <a:gd name="connsiteY7" fmla="*/ 302240 h 696062"/>
              <a:gd name="connsiteX8" fmla="*/ 519770 w 629382"/>
              <a:gd name="connsiteY8" fmla="*/ 212169 h 696062"/>
              <a:gd name="connsiteX9" fmla="*/ 529744 w 629382"/>
              <a:gd name="connsiteY9" fmla="*/ 212169 h 696062"/>
              <a:gd name="connsiteX10" fmla="*/ 578902 w 629382"/>
              <a:gd name="connsiteY10" fmla="*/ 251454 h 696062"/>
              <a:gd name="connsiteX11" fmla="*/ 629383 w 629382"/>
              <a:gd name="connsiteY11" fmla="*/ 200973 h 696062"/>
              <a:gd name="connsiteX12" fmla="*/ 578902 w 629382"/>
              <a:gd name="connsiteY12" fmla="*/ 150492 h 696062"/>
              <a:gd name="connsiteX13" fmla="*/ 532339 w 629382"/>
              <a:gd name="connsiteY13" fmla="*/ 181585 h 696062"/>
              <a:gd name="connsiteX14" fmla="*/ 501756 w 629382"/>
              <a:gd name="connsiteY14" fmla="*/ 181585 h 696062"/>
              <a:gd name="connsiteX15" fmla="*/ 440232 w 629382"/>
              <a:gd name="connsiteY15" fmla="*/ 292673 h 696062"/>
              <a:gd name="connsiteX16" fmla="*/ 393364 w 629382"/>
              <a:gd name="connsiteY16" fmla="*/ 325038 h 696062"/>
              <a:gd name="connsiteX17" fmla="*/ 358608 w 629382"/>
              <a:gd name="connsiteY17" fmla="*/ 325038 h 696062"/>
              <a:gd name="connsiteX18" fmla="*/ 359422 w 629382"/>
              <a:gd name="connsiteY18" fmla="*/ 219547 h 696062"/>
              <a:gd name="connsiteX19" fmla="*/ 260190 w 629382"/>
              <a:gd name="connsiteY19" fmla="*/ 116804 h 696062"/>
              <a:gd name="connsiteX20" fmla="*/ 158160 w 629382"/>
              <a:gd name="connsiteY20" fmla="*/ 9634 h 696062"/>
              <a:gd name="connsiteX21" fmla="*/ 5445 w 629382"/>
              <a:gd name="connsiteY21" fmla="*/ 35078 h 696062"/>
              <a:gd name="connsiteX22" fmla="*/ 0 w 629382"/>
              <a:gd name="connsiteY22" fmla="*/ 39658 h 696062"/>
              <a:gd name="connsiteX23" fmla="*/ 0 w 629382"/>
              <a:gd name="connsiteY23" fmla="*/ 656268 h 696062"/>
              <a:gd name="connsiteX24" fmla="*/ 5445 w 629382"/>
              <a:gd name="connsiteY24" fmla="*/ 660848 h 696062"/>
              <a:gd name="connsiteX25" fmla="*/ 102234 w 629382"/>
              <a:gd name="connsiteY25" fmla="*/ 696063 h 696062"/>
              <a:gd name="connsiteX26" fmla="*/ 162892 w 629382"/>
              <a:gd name="connsiteY26" fmla="*/ 684307 h 696062"/>
              <a:gd name="connsiteX27" fmla="*/ 262124 w 629382"/>
              <a:gd name="connsiteY27" fmla="*/ 573117 h 696062"/>
              <a:gd name="connsiteX28" fmla="*/ 357641 w 629382"/>
              <a:gd name="connsiteY28" fmla="*/ 477397 h 696062"/>
              <a:gd name="connsiteX29" fmla="*/ 354384 w 629382"/>
              <a:gd name="connsiteY29" fmla="*/ 355622 h 696062"/>
              <a:gd name="connsiteX30" fmla="*/ 391532 w 629382"/>
              <a:gd name="connsiteY30" fmla="*/ 355622 h 696062"/>
              <a:gd name="connsiteX31" fmla="*/ 440385 w 629382"/>
              <a:gd name="connsiteY31" fmla="*/ 393635 h 696062"/>
              <a:gd name="connsiteX32" fmla="*/ 444354 w 629382"/>
              <a:gd name="connsiteY32" fmla="*/ 393482 h 696062"/>
              <a:gd name="connsiteX33" fmla="*/ 504147 w 629382"/>
              <a:gd name="connsiteY33" fmla="*/ 499075 h 696062"/>
              <a:gd name="connsiteX34" fmla="*/ 530406 w 629382"/>
              <a:gd name="connsiteY34" fmla="*/ 499075 h 696062"/>
              <a:gd name="connsiteX35" fmla="*/ 578902 w 629382"/>
              <a:gd name="connsiteY35" fmla="*/ 535664 h 696062"/>
              <a:gd name="connsiteX36" fmla="*/ 629383 w 629382"/>
              <a:gd name="connsiteY36" fmla="*/ 485183 h 696062"/>
              <a:gd name="connsiteX37" fmla="*/ 578902 w 629382"/>
              <a:gd name="connsiteY37" fmla="*/ 434702 h 696062"/>
              <a:gd name="connsiteX38" fmla="*/ 531322 w 629382"/>
              <a:gd name="connsiteY38" fmla="*/ 468491 h 696062"/>
              <a:gd name="connsiteX39" fmla="*/ 521958 w 629382"/>
              <a:gd name="connsiteY39" fmla="*/ 468491 h 696062"/>
              <a:gd name="connsiteX40" fmla="*/ 472800 w 629382"/>
              <a:gd name="connsiteY40" fmla="*/ 381676 h 696062"/>
              <a:gd name="connsiteX41" fmla="*/ 489237 w 629382"/>
              <a:gd name="connsiteY41" fmla="*/ 355571 h 696062"/>
              <a:gd name="connsiteX42" fmla="*/ 578800 w 629382"/>
              <a:gd name="connsiteY42" fmla="*/ 323257 h 696062"/>
              <a:gd name="connsiteX43" fmla="*/ 598748 w 629382"/>
              <a:gd name="connsiteY43" fmla="*/ 343205 h 696062"/>
              <a:gd name="connsiteX44" fmla="*/ 578800 w 629382"/>
              <a:gd name="connsiteY44" fmla="*/ 363153 h 696062"/>
              <a:gd name="connsiteX45" fmla="*/ 558852 w 629382"/>
              <a:gd name="connsiteY45" fmla="*/ 343205 h 696062"/>
              <a:gd name="connsiteX46" fmla="*/ 578800 w 629382"/>
              <a:gd name="connsiteY46" fmla="*/ 323257 h 696062"/>
              <a:gd name="connsiteX47" fmla="*/ 578800 w 629382"/>
              <a:gd name="connsiteY47" fmla="*/ 181076 h 696062"/>
              <a:gd name="connsiteX48" fmla="*/ 598748 w 629382"/>
              <a:gd name="connsiteY48" fmla="*/ 201024 h 696062"/>
              <a:gd name="connsiteX49" fmla="*/ 578800 w 629382"/>
              <a:gd name="connsiteY49" fmla="*/ 220972 h 696062"/>
              <a:gd name="connsiteX50" fmla="*/ 558852 w 629382"/>
              <a:gd name="connsiteY50" fmla="*/ 201024 h 696062"/>
              <a:gd name="connsiteX51" fmla="*/ 578800 w 629382"/>
              <a:gd name="connsiteY51" fmla="*/ 181076 h 696062"/>
              <a:gd name="connsiteX52" fmla="*/ 248995 w 629382"/>
              <a:gd name="connsiteY52" fmla="*/ 311146 h 696062"/>
              <a:gd name="connsiteX53" fmla="*/ 324462 w 629382"/>
              <a:gd name="connsiteY53" fmla="*/ 423150 h 696062"/>
              <a:gd name="connsiteX54" fmla="*/ 265737 w 629382"/>
              <a:gd name="connsiteY54" fmla="*/ 525740 h 696062"/>
              <a:gd name="connsiteX55" fmla="*/ 265584 w 629382"/>
              <a:gd name="connsiteY55" fmla="*/ 520397 h 696062"/>
              <a:gd name="connsiteX56" fmla="*/ 223297 w 629382"/>
              <a:gd name="connsiteY56" fmla="*/ 520397 h 696062"/>
              <a:gd name="connsiteX57" fmla="*/ 223704 w 629382"/>
              <a:gd name="connsiteY57" fmla="*/ 536071 h 696062"/>
              <a:gd name="connsiteX58" fmla="*/ 158669 w 629382"/>
              <a:gd name="connsiteY58" fmla="*/ 640137 h 696062"/>
              <a:gd name="connsiteX59" fmla="*/ 42288 w 629382"/>
              <a:gd name="connsiteY59" fmla="*/ 635557 h 696062"/>
              <a:gd name="connsiteX60" fmla="*/ 42288 w 629382"/>
              <a:gd name="connsiteY60" fmla="*/ 549403 h 696062"/>
              <a:gd name="connsiteX61" fmla="*/ 45189 w 629382"/>
              <a:gd name="connsiteY61" fmla="*/ 549302 h 696062"/>
              <a:gd name="connsiteX62" fmla="*/ 111292 w 629382"/>
              <a:gd name="connsiteY62" fmla="*/ 559377 h 696062"/>
              <a:gd name="connsiteX63" fmla="*/ 118365 w 629382"/>
              <a:gd name="connsiteY63" fmla="*/ 581310 h 696062"/>
              <a:gd name="connsiteX64" fmla="*/ 118213 w 629382"/>
              <a:gd name="connsiteY64" fmla="*/ 596729 h 696062"/>
              <a:gd name="connsiteX65" fmla="*/ 160857 w 629382"/>
              <a:gd name="connsiteY65" fmla="*/ 596729 h 696062"/>
              <a:gd name="connsiteX66" fmla="*/ 160653 w 629382"/>
              <a:gd name="connsiteY66" fmla="*/ 581259 h 696062"/>
              <a:gd name="connsiteX67" fmla="*/ 140604 w 629382"/>
              <a:gd name="connsiteY67" fmla="*/ 528692 h 696062"/>
              <a:gd name="connsiteX68" fmla="*/ 42288 w 629382"/>
              <a:gd name="connsiteY68" fmla="*/ 506810 h 696062"/>
              <a:gd name="connsiteX69" fmla="*/ 42288 w 629382"/>
              <a:gd name="connsiteY69" fmla="*/ 416942 h 696062"/>
              <a:gd name="connsiteX70" fmla="*/ 198107 w 629382"/>
              <a:gd name="connsiteY70" fmla="*/ 416942 h 696062"/>
              <a:gd name="connsiteX71" fmla="*/ 225383 w 629382"/>
              <a:gd name="connsiteY71" fmla="*/ 448849 h 696062"/>
              <a:gd name="connsiteX72" fmla="*/ 225383 w 629382"/>
              <a:gd name="connsiteY72" fmla="*/ 464115 h 696062"/>
              <a:gd name="connsiteX73" fmla="*/ 267671 w 629382"/>
              <a:gd name="connsiteY73" fmla="*/ 464115 h 696062"/>
              <a:gd name="connsiteX74" fmla="*/ 267671 w 629382"/>
              <a:gd name="connsiteY74" fmla="*/ 448849 h 696062"/>
              <a:gd name="connsiteX75" fmla="*/ 198107 w 629382"/>
              <a:gd name="connsiteY75" fmla="*/ 374654 h 696062"/>
              <a:gd name="connsiteX76" fmla="*/ 42288 w 629382"/>
              <a:gd name="connsiteY76" fmla="*/ 374654 h 696062"/>
              <a:gd name="connsiteX77" fmla="*/ 42288 w 629382"/>
              <a:gd name="connsiteY77" fmla="*/ 285345 h 696062"/>
              <a:gd name="connsiteX78" fmla="*/ 161926 w 629382"/>
              <a:gd name="connsiteY78" fmla="*/ 285345 h 696062"/>
              <a:gd name="connsiteX79" fmla="*/ 231490 w 629382"/>
              <a:gd name="connsiteY79" fmla="*/ 215782 h 696062"/>
              <a:gd name="connsiteX80" fmla="*/ 231490 w 629382"/>
              <a:gd name="connsiteY80" fmla="*/ 200515 h 696062"/>
              <a:gd name="connsiteX81" fmla="*/ 189202 w 629382"/>
              <a:gd name="connsiteY81" fmla="*/ 200515 h 696062"/>
              <a:gd name="connsiteX82" fmla="*/ 189202 w 629382"/>
              <a:gd name="connsiteY82" fmla="*/ 215782 h 696062"/>
              <a:gd name="connsiteX83" fmla="*/ 161926 w 629382"/>
              <a:gd name="connsiteY83" fmla="*/ 243058 h 696062"/>
              <a:gd name="connsiteX84" fmla="*/ 42288 w 629382"/>
              <a:gd name="connsiteY84" fmla="*/ 243058 h 696062"/>
              <a:gd name="connsiteX85" fmla="*/ 42288 w 629382"/>
              <a:gd name="connsiteY85" fmla="*/ 153851 h 696062"/>
              <a:gd name="connsiteX86" fmla="*/ 97400 w 629382"/>
              <a:gd name="connsiteY86" fmla="*/ 153851 h 696062"/>
              <a:gd name="connsiteX87" fmla="*/ 97400 w 629382"/>
              <a:gd name="connsiteY87" fmla="*/ 111563 h 696062"/>
              <a:gd name="connsiteX88" fmla="*/ 42288 w 629382"/>
              <a:gd name="connsiteY88" fmla="*/ 111563 h 696062"/>
              <a:gd name="connsiteX89" fmla="*/ 42288 w 629382"/>
              <a:gd name="connsiteY89" fmla="*/ 60370 h 696062"/>
              <a:gd name="connsiteX90" fmla="*/ 143504 w 629382"/>
              <a:gd name="connsiteY90" fmla="*/ 49123 h 696062"/>
              <a:gd name="connsiteX91" fmla="*/ 211592 w 629382"/>
              <a:gd name="connsiteY91" fmla="*/ 107187 h 696062"/>
              <a:gd name="connsiteX92" fmla="*/ 161620 w 629382"/>
              <a:gd name="connsiteY92" fmla="*/ 114820 h 696062"/>
              <a:gd name="connsiteX93" fmla="*/ 147626 w 629382"/>
              <a:gd name="connsiteY93" fmla="*/ 119501 h 696062"/>
              <a:gd name="connsiteX94" fmla="*/ 159585 w 629382"/>
              <a:gd name="connsiteY94" fmla="*/ 160212 h 696062"/>
              <a:gd name="connsiteX95" fmla="*/ 174699 w 629382"/>
              <a:gd name="connsiteY95" fmla="*/ 155072 h 696062"/>
              <a:gd name="connsiteX96" fmla="*/ 223856 w 629382"/>
              <a:gd name="connsiteY96" fmla="*/ 150645 h 696062"/>
              <a:gd name="connsiteX97" fmla="*/ 224009 w 629382"/>
              <a:gd name="connsiteY97" fmla="*/ 151459 h 696062"/>
              <a:gd name="connsiteX98" fmla="*/ 226146 w 629382"/>
              <a:gd name="connsiteY98" fmla="*/ 151052 h 696062"/>
              <a:gd name="connsiteX99" fmla="*/ 300443 w 629382"/>
              <a:gd name="connsiteY99" fmla="*/ 197818 h 696062"/>
              <a:gd name="connsiteX100" fmla="*/ 319424 w 629382"/>
              <a:gd name="connsiteY100" fmla="*/ 306566 h 696062"/>
              <a:gd name="connsiteX101" fmla="*/ 263091 w 629382"/>
              <a:gd name="connsiteY101" fmla="*/ 271250 h 696062"/>
              <a:gd name="connsiteX102" fmla="*/ 248791 w 629382"/>
              <a:gd name="connsiteY102" fmla="*/ 266110 h 696062"/>
              <a:gd name="connsiteX103" fmla="*/ 234085 w 629382"/>
              <a:gd name="connsiteY103" fmla="*/ 306159 h 696062"/>
              <a:gd name="connsiteX104" fmla="*/ 248995 w 629382"/>
              <a:gd name="connsiteY104" fmla="*/ 311146 h 696062"/>
              <a:gd name="connsiteX105" fmla="*/ 439214 w 629382"/>
              <a:gd name="connsiteY105" fmla="*/ 362899 h 696062"/>
              <a:gd name="connsiteX106" fmla="*/ 419317 w 629382"/>
              <a:gd name="connsiteY106" fmla="*/ 343002 h 696062"/>
              <a:gd name="connsiteX107" fmla="*/ 439214 w 629382"/>
              <a:gd name="connsiteY107" fmla="*/ 323104 h 696062"/>
              <a:gd name="connsiteX108" fmla="*/ 459112 w 629382"/>
              <a:gd name="connsiteY108" fmla="*/ 343002 h 696062"/>
              <a:gd name="connsiteX109" fmla="*/ 439214 w 629382"/>
              <a:gd name="connsiteY109" fmla="*/ 362899 h 696062"/>
              <a:gd name="connsiteX110" fmla="*/ 578800 w 629382"/>
              <a:gd name="connsiteY110" fmla="*/ 465285 h 696062"/>
              <a:gd name="connsiteX111" fmla="*/ 598748 w 629382"/>
              <a:gd name="connsiteY111" fmla="*/ 485234 h 696062"/>
              <a:gd name="connsiteX112" fmla="*/ 578800 w 629382"/>
              <a:gd name="connsiteY112" fmla="*/ 505182 h 696062"/>
              <a:gd name="connsiteX113" fmla="*/ 558852 w 629382"/>
              <a:gd name="connsiteY113" fmla="*/ 485234 h 696062"/>
              <a:gd name="connsiteX114" fmla="*/ 578800 w 629382"/>
              <a:gd name="connsiteY114" fmla="*/ 465285 h 696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629382" h="696062">
                <a:moveTo>
                  <a:pt x="489186" y="355622"/>
                </a:moveTo>
                <a:lnTo>
                  <a:pt x="529999" y="355622"/>
                </a:lnTo>
                <a:cubicBezTo>
                  <a:pt x="535545" y="377453"/>
                  <a:pt x="555341" y="393635"/>
                  <a:pt x="578851" y="393635"/>
                </a:cubicBezTo>
                <a:cubicBezTo>
                  <a:pt x="606687" y="393635"/>
                  <a:pt x="629332" y="370990"/>
                  <a:pt x="629332" y="343154"/>
                </a:cubicBezTo>
                <a:cubicBezTo>
                  <a:pt x="629332" y="315318"/>
                  <a:pt x="606687" y="292673"/>
                  <a:pt x="578851" y="292673"/>
                </a:cubicBezTo>
                <a:cubicBezTo>
                  <a:pt x="557427" y="292673"/>
                  <a:pt x="539107" y="306159"/>
                  <a:pt x="531831" y="325038"/>
                </a:cubicBezTo>
                <a:lnTo>
                  <a:pt x="487456" y="325038"/>
                </a:lnTo>
                <a:cubicBezTo>
                  <a:pt x="483894" y="315827"/>
                  <a:pt x="477686" y="307940"/>
                  <a:pt x="469849" y="302240"/>
                </a:cubicBezTo>
                <a:lnTo>
                  <a:pt x="519770" y="212169"/>
                </a:lnTo>
                <a:lnTo>
                  <a:pt x="529744" y="212169"/>
                </a:lnTo>
                <a:cubicBezTo>
                  <a:pt x="534833" y="234610"/>
                  <a:pt x="554934" y="251454"/>
                  <a:pt x="578902" y="251454"/>
                </a:cubicBezTo>
                <a:cubicBezTo>
                  <a:pt x="606738" y="251454"/>
                  <a:pt x="629383" y="228809"/>
                  <a:pt x="629383" y="200973"/>
                </a:cubicBezTo>
                <a:cubicBezTo>
                  <a:pt x="629383" y="173137"/>
                  <a:pt x="606738" y="150492"/>
                  <a:pt x="578902" y="150492"/>
                </a:cubicBezTo>
                <a:cubicBezTo>
                  <a:pt x="557936" y="150492"/>
                  <a:pt x="539922" y="163367"/>
                  <a:pt x="532339" y="181585"/>
                </a:cubicBezTo>
                <a:lnTo>
                  <a:pt x="501756" y="181585"/>
                </a:lnTo>
                <a:lnTo>
                  <a:pt x="440232" y="292673"/>
                </a:lnTo>
                <a:cubicBezTo>
                  <a:pt x="418859" y="292775"/>
                  <a:pt x="400641" y="306210"/>
                  <a:pt x="393364" y="325038"/>
                </a:cubicBezTo>
                <a:lnTo>
                  <a:pt x="358608" y="325038"/>
                </a:lnTo>
                <a:cubicBezTo>
                  <a:pt x="371686" y="291961"/>
                  <a:pt x="372144" y="255423"/>
                  <a:pt x="359422" y="219547"/>
                </a:cubicBezTo>
                <a:cubicBezTo>
                  <a:pt x="342782" y="172425"/>
                  <a:pt x="305226" y="133801"/>
                  <a:pt x="260190" y="116804"/>
                </a:cubicBezTo>
                <a:cubicBezTo>
                  <a:pt x="247316" y="67392"/>
                  <a:pt x="209760" y="27700"/>
                  <a:pt x="158160" y="9634"/>
                </a:cubicBezTo>
                <a:cubicBezTo>
                  <a:pt x="103913" y="-9398"/>
                  <a:pt x="46868" y="118"/>
                  <a:pt x="5445" y="35078"/>
                </a:cubicBezTo>
                <a:lnTo>
                  <a:pt x="0" y="39658"/>
                </a:lnTo>
                <a:lnTo>
                  <a:pt x="0" y="656268"/>
                </a:lnTo>
                <a:lnTo>
                  <a:pt x="5445" y="660848"/>
                </a:lnTo>
                <a:cubicBezTo>
                  <a:pt x="33026" y="684053"/>
                  <a:pt x="66918" y="696063"/>
                  <a:pt x="102234" y="696063"/>
                </a:cubicBezTo>
                <a:cubicBezTo>
                  <a:pt x="122284" y="696063"/>
                  <a:pt x="142843" y="692195"/>
                  <a:pt x="162892" y="684307"/>
                </a:cubicBezTo>
                <a:cubicBezTo>
                  <a:pt x="213780" y="664308"/>
                  <a:pt x="250623" y="622529"/>
                  <a:pt x="262124" y="573117"/>
                </a:cubicBezTo>
                <a:cubicBezTo>
                  <a:pt x="305277" y="558716"/>
                  <a:pt x="340644" y="523450"/>
                  <a:pt x="357641" y="477397"/>
                </a:cubicBezTo>
                <a:cubicBezTo>
                  <a:pt x="372856" y="436177"/>
                  <a:pt x="371381" y="392159"/>
                  <a:pt x="354384" y="355622"/>
                </a:cubicBezTo>
                <a:lnTo>
                  <a:pt x="391532" y="355622"/>
                </a:lnTo>
                <a:cubicBezTo>
                  <a:pt x="397079" y="377453"/>
                  <a:pt x="416875" y="393635"/>
                  <a:pt x="440385" y="393635"/>
                </a:cubicBezTo>
                <a:cubicBezTo>
                  <a:pt x="441708" y="393635"/>
                  <a:pt x="443031" y="393584"/>
                  <a:pt x="444354" y="393482"/>
                </a:cubicBezTo>
                <a:lnTo>
                  <a:pt x="504147" y="499075"/>
                </a:lnTo>
                <a:lnTo>
                  <a:pt x="530406" y="499075"/>
                </a:lnTo>
                <a:cubicBezTo>
                  <a:pt x="536461" y="520194"/>
                  <a:pt x="555850" y="535664"/>
                  <a:pt x="578902" y="535664"/>
                </a:cubicBezTo>
                <a:cubicBezTo>
                  <a:pt x="606738" y="535664"/>
                  <a:pt x="629383" y="513018"/>
                  <a:pt x="629383" y="485183"/>
                </a:cubicBezTo>
                <a:cubicBezTo>
                  <a:pt x="629383" y="457347"/>
                  <a:pt x="606738" y="434702"/>
                  <a:pt x="578902" y="434702"/>
                </a:cubicBezTo>
                <a:cubicBezTo>
                  <a:pt x="556918" y="434702"/>
                  <a:pt x="538242" y="448849"/>
                  <a:pt x="531322" y="468491"/>
                </a:cubicBezTo>
                <a:lnTo>
                  <a:pt x="521958" y="468491"/>
                </a:lnTo>
                <a:lnTo>
                  <a:pt x="472800" y="381676"/>
                </a:lnTo>
                <a:cubicBezTo>
                  <a:pt x="480739" y="374959"/>
                  <a:pt x="486591" y="365901"/>
                  <a:pt x="489237" y="355571"/>
                </a:cubicBezTo>
                <a:close/>
                <a:moveTo>
                  <a:pt x="578800" y="323257"/>
                </a:moveTo>
                <a:cubicBezTo>
                  <a:pt x="589792" y="323257"/>
                  <a:pt x="598748" y="332213"/>
                  <a:pt x="598748" y="343205"/>
                </a:cubicBezTo>
                <a:cubicBezTo>
                  <a:pt x="598748" y="354197"/>
                  <a:pt x="589792" y="363153"/>
                  <a:pt x="578800" y="363153"/>
                </a:cubicBezTo>
                <a:cubicBezTo>
                  <a:pt x="567808" y="363153"/>
                  <a:pt x="558852" y="354197"/>
                  <a:pt x="558852" y="343205"/>
                </a:cubicBezTo>
                <a:cubicBezTo>
                  <a:pt x="558852" y="332213"/>
                  <a:pt x="567808" y="323257"/>
                  <a:pt x="578800" y="323257"/>
                </a:cubicBezTo>
                <a:close/>
                <a:moveTo>
                  <a:pt x="578800" y="181076"/>
                </a:moveTo>
                <a:cubicBezTo>
                  <a:pt x="589792" y="181076"/>
                  <a:pt x="598748" y="190032"/>
                  <a:pt x="598748" y="201024"/>
                </a:cubicBezTo>
                <a:cubicBezTo>
                  <a:pt x="598748" y="212016"/>
                  <a:pt x="589792" y="220972"/>
                  <a:pt x="578800" y="220972"/>
                </a:cubicBezTo>
                <a:cubicBezTo>
                  <a:pt x="567808" y="220972"/>
                  <a:pt x="558852" y="212016"/>
                  <a:pt x="558852" y="201024"/>
                </a:cubicBezTo>
                <a:cubicBezTo>
                  <a:pt x="558852" y="190032"/>
                  <a:pt x="567808" y="181076"/>
                  <a:pt x="578800" y="181076"/>
                </a:cubicBezTo>
                <a:close/>
                <a:moveTo>
                  <a:pt x="248995" y="311146"/>
                </a:moveTo>
                <a:cubicBezTo>
                  <a:pt x="305532" y="330025"/>
                  <a:pt x="324971" y="383254"/>
                  <a:pt x="324462" y="423150"/>
                </a:cubicBezTo>
                <a:cubicBezTo>
                  <a:pt x="324004" y="458314"/>
                  <a:pt x="307974" y="503401"/>
                  <a:pt x="265737" y="525740"/>
                </a:cubicBezTo>
                <a:lnTo>
                  <a:pt x="265584" y="520397"/>
                </a:lnTo>
                <a:lnTo>
                  <a:pt x="223297" y="520397"/>
                </a:lnTo>
                <a:lnTo>
                  <a:pt x="223704" y="536071"/>
                </a:lnTo>
                <a:cubicBezTo>
                  <a:pt x="224874" y="579275"/>
                  <a:pt x="199939" y="619171"/>
                  <a:pt x="158669" y="640137"/>
                </a:cubicBezTo>
                <a:cubicBezTo>
                  <a:pt x="119689" y="659881"/>
                  <a:pt x="75823" y="657998"/>
                  <a:pt x="42288" y="635557"/>
                </a:cubicBezTo>
                <a:lnTo>
                  <a:pt x="42288" y="549403"/>
                </a:lnTo>
                <a:cubicBezTo>
                  <a:pt x="43255" y="549403"/>
                  <a:pt x="44222" y="549352"/>
                  <a:pt x="45189" y="549302"/>
                </a:cubicBezTo>
                <a:cubicBezTo>
                  <a:pt x="69157" y="548436"/>
                  <a:pt x="98926" y="547368"/>
                  <a:pt x="111292" y="559377"/>
                </a:cubicBezTo>
                <a:cubicBezTo>
                  <a:pt x="116126" y="564110"/>
                  <a:pt x="118467" y="571285"/>
                  <a:pt x="118365" y="581310"/>
                </a:cubicBezTo>
                <a:lnTo>
                  <a:pt x="118213" y="596729"/>
                </a:lnTo>
                <a:lnTo>
                  <a:pt x="160857" y="596729"/>
                </a:lnTo>
                <a:lnTo>
                  <a:pt x="160653" y="581259"/>
                </a:lnTo>
                <a:cubicBezTo>
                  <a:pt x="160399" y="558868"/>
                  <a:pt x="153631" y="541210"/>
                  <a:pt x="140604" y="528692"/>
                </a:cubicBezTo>
                <a:cubicBezTo>
                  <a:pt x="116177" y="505233"/>
                  <a:pt x="75518" y="505843"/>
                  <a:pt x="42288" y="506810"/>
                </a:cubicBezTo>
                <a:lnTo>
                  <a:pt x="42288" y="416942"/>
                </a:lnTo>
                <a:lnTo>
                  <a:pt x="198107" y="416942"/>
                </a:lnTo>
                <a:cubicBezTo>
                  <a:pt x="213170" y="416942"/>
                  <a:pt x="225383" y="431241"/>
                  <a:pt x="225383" y="448849"/>
                </a:cubicBezTo>
                <a:lnTo>
                  <a:pt x="225383" y="464115"/>
                </a:lnTo>
                <a:lnTo>
                  <a:pt x="267671" y="464115"/>
                </a:lnTo>
                <a:lnTo>
                  <a:pt x="267671" y="448849"/>
                </a:lnTo>
                <a:cubicBezTo>
                  <a:pt x="267671" y="407935"/>
                  <a:pt x="236477" y="374654"/>
                  <a:pt x="198107" y="374654"/>
                </a:cubicBezTo>
                <a:lnTo>
                  <a:pt x="42288" y="374654"/>
                </a:lnTo>
                <a:lnTo>
                  <a:pt x="42288" y="285345"/>
                </a:lnTo>
                <a:lnTo>
                  <a:pt x="161926" y="285345"/>
                </a:lnTo>
                <a:cubicBezTo>
                  <a:pt x="200295" y="285345"/>
                  <a:pt x="231490" y="254151"/>
                  <a:pt x="231490" y="215782"/>
                </a:cubicBezTo>
                <a:lnTo>
                  <a:pt x="231490" y="200515"/>
                </a:lnTo>
                <a:lnTo>
                  <a:pt x="189202" y="200515"/>
                </a:lnTo>
                <a:lnTo>
                  <a:pt x="189202" y="215782"/>
                </a:lnTo>
                <a:cubicBezTo>
                  <a:pt x="189202" y="230794"/>
                  <a:pt x="176988" y="243058"/>
                  <a:pt x="161926" y="243058"/>
                </a:cubicBezTo>
                <a:lnTo>
                  <a:pt x="42288" y="243058"/>
                </a:lnTo>
                <a:lnTo>
                  <a:pt x="42288" y="153851"/>
                </a:lnTo>
                <a:lnTo>
                  <a:pt x="97400" y="153851"/>
                </a:lnTo>
                <a:lnTo>
                  <a:pt x="97400" y="111563"/>
                </a:lnTo>
                <a:lnTo>
                  <a:pt x="42288" y="111563"/>
                </a:lnTo>
                <a:lnTo>
                  <a:pt x="42288" y="60370"/>
                </a:lnTo>
                <a:cubicBezTo>
                  <a:pt x="70989" y="41185"/>
                  <a:pt x="108239" y="36961"/>
                  <a:pt x="143504" y="49123"/>
                </a:cubicBezTo>
                <a:cubicBezTo>
                  <a:pt x="174088" y="59708"/>
                  <a:pt x="198311" y="80674"/>
                  <a:pt x="211592" y="107187"/>
                </a:cubicBezTo>
                <a:cubicBezTo>
                  <a:pt x="194850" y="106779"/>
                  <a:pt x="178108" y="109324"/>
                  <a:pt x="161620" y="114820"/>
                </a:cubicBezTo>
                <a:lnTo>
                  <a:pt x="147626" y="119501"/>
                </a:lnTo>
                <a:lnTo>
                  <a:pt x="159585" y="160212"/>
                </a:lnTo>
                <a:lnTo>
                  <a:pt x="174699" y="155072"/>
                </a:lnTo>
                <a:cubicBezTo>
                  <a:pt x="191899" y="149169"/>
                  <a:pt x="208488" y="148202"/>
                  <a:pt x="223856" y="150645"/>
                </a:cubicBezTo>
                <a:lnTo>
                  <a:pt x="224009" y="151459"/>
                </a:lnTo>
                <a:lnTo>
                  <a:pt x="226146" y="151052"/>
                </a:lnTo>
                <a:cubicBezTo>
                  <a:pt x="257951" y="156802"/>
                  <a:pt x="284311" y="177005"/>
                  <a:pt x="300443" y="197818"/>
                </a:cubicBezTo>
                <a:cubicBezTo>
                  <a:pt x="321561" y="225043"/>
                  <a:pt x="335810" y="266212"/>
                  <a:pt x="319424" y="306566"/>
                </a:cubicBezTo>
                <a:cubicBezTo>
                  <a:pt x="303343" y="291147"/>
                  <a:pt x="283650" y="278679"/>
                  <a:pt x="263091" y="271250"/>
                </a:cubicBezTo>
                <a:lnTo>
                  <a:pt x="248791" y="266110"/>
                </a:lnTo>
                <a:lnTo>
                  <a:pt x="234085" y="306159"/>
                </a:lnTo>
                <a:lnTo>
                  <a:pt x="248995" y="311146"/>
                </a:lnTo>
                <a:close/>
                <a:moveTo>
                  <a:pt x="439214" y="362899"/>
                </a:moveTo>
                <a:cubicBezTo>
                  <a:pt x="428223" y="362899"/>
                  <a:pt x="419317" y="353993"/>
                  <a:pt x="419317" y="343002"/>
                </a:cubicBezTo>
                <a:cubicBezTo>
                  <a:pt x="419317" y="332010"/>
                  <a:pt x="428223" y="323104"/>
                  <a:pt x="439214" y="323104"/>
                </a:cubicBezTo>
                <a:cubicBezTo>
                  <a:pt x="450206" y="323104"/>
                  <a:pt x="459112" y="332010"/>
                  <a:pt x="459112" y="343002"/>
                </a:cubicBezTo>
                <a:cubicBezTo>
                  <a:pt x="459112" y="353993"/>
                  <a:pt x="450206" y="362899"/>
                  <a:pt x="439214" y="362899"/>
                </a:cubicBezTo>
                <a:close/>
                <a:moveTo>
                  <a:pt x="578800" y="465285"/>
                </a:moveTo>
                <a:cubicBezTo>
                  <a:pt x="589792" y="465285"/>
                  <a:pt x="598748" y="474242"/>
                  <a:pt x="598748" y="485234"/>
                </a:cubicBezTo>
                <a:cubicBezTo>
                  <a:pt x="598748" y="496225"/>
                  <a:pt x="589792" y="505182"/>
                  <a:pt x="578800" y="505182"/>
                </a:cubicBezTo>
                <a:cubicBezTo>
                  <a:pt x="567808" y="505182"/>
                  <a:pt x="558852" y="496225"/>
                  <a:pt x="558852" y="485234"/>
                </a:cubicBezTo>
                <a:cubicBezTo>
                  <a:pt x="558852" y="474242"/>
                  <a:pt x="567808" y="465285"/>
                  <a:pt x="578800" y="465285"/>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871227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dec="http://schemas.microsoft.com/office/drawing/2017/decorative" xmlns:a16="http://schemas.microsoft.com/office/drawing/2014/main">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DE10DF-3E67-0BF2-8B02-524A2482E076}"/>
              </a:ext>
            </a:extLst>
          </p:cNvPr>
          <p:cNvSpPr txBox="1"/>
          <p:nvPr/>
        </p:nvSpPr>
        <p:spPr>
          <a:xfrm>
            <a:off x="567966" y="6178426"/>
            <a:ext cx="6094428" cy="369332"/>
          </a:xfrm>
          <a:prstGeom prst="rect">
            <a:avLst/>
          </a:prstGeom>
          <a:noFill/>
        </p:spPr>
        <p:txBody>
          <a:bodyPr wrap="square">
            <a:spAutoFit/>
          </a:bodyPr>
          <a:lstStyle/>
          <a:p>
            <a:r>
              <a:rPr lang="en-US" dirty="0"/>
              <a:t>https://sales-</a:t>
            </a:r>
            <a:r>
              <a:rPr lang="en-US" dirty="0" err="1"/>
              <a:t>resources.broadcom.com</a:t>
            </a:r>
            <a:r>
              <a:rPr lang="en-US" dirty="0"/>
              <a:t>/group/</a:t>
            </a:r>
            <a:r>
              <a:rPr lang="en-US" dirty="0" err="1"/>
              <a:t>vcf</a:t>
            </a:r>
            <a:r>
              <a:rPr lang="en-US" dirty="0"/>
              <a:t>/</a:t>
            </a:r>
            <a:r>
              <a:rPr lang="en-US" dirty="0" err="1"/>
              <a:t>vsphere</a:t>
            </a:r>
            <a:endParaRPr lang="en-US" dirty="0"/>
          </a:p>
        </p:txBody>
      </p:sp>
    </p:spTree>
    <p:extLst>
      <p:ext uri="{BB962C8B-B14F-4D97-AF65-F5344CB8AC3E}">
        <p14:creationId xmlns:p14="http://schemas.microsoft.com/office/powerpoint/2010/main" val="2578151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dec="http://schemas.microsoft.com/office/drawing/2017/decorative"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VMware 2025 Light">
  <a:themeElements>
    <a:clrScheme name="VMware-Light">
      <a:dk1>
        <a:srgbClr val="000000"/>
      </a:dk1>
      <a:lt1>
        <a:srgbClr val="FFFFFF"/>
      </a:lt1>
      <a:dk2>
        <a:srgbClr val="1B1D36"/>
      </a:dk2>
      <a:lt2>
        <a:srgbClr val="EEEEEE"/>
      </a:lt2>
      <a:accent1>
        <a:srgbClr val="007B8C"/>
      </a:accent1>
      <a:accent2>
        <a:srgbClr val="005C8A"/>
      </a:accent2>
      <a:accent3>
        <a:srgbClr val="0098C7"/>
      </a:accent3>
      <a:accent4>
        <a:srgbClr val="61A60E"/>
      </a:accent4>
      <a:accent5>
        <a:srgbClr val="6C4B94"/>
      </a:accent5>
      <a:accent6>
        <a:srgbClr val="F3BA16"/>
      </a:accent6>
      <a:hlink>
        <a:srgbClr val="0098C7"/>
      </a:hlink>
      <a:folHlink>
        <a:srgbClr val="6C4B9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2"/>
        </a:solidFill>
        <a:ln w="12700">
          <a:noFill/>
          <a:miter lim="800000"/>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800"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bwMode="gray">
        <a:ln w="12700">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00" dirty="0" smtClean="0">
            <a:solidFill>
              <a:schemeClr val="tx2"/>
            </a:solidFill>
          </a:defRPr>
        </a:defPPr>
      </a:lstStyle>
    </a:txDef>
  </a:objectDefaults>
  <a:extraClrSchemeLst/>
  <a:custClrLst>
    <a:custClr name="Orange">
      <a:srgbClr val="E68C28"/>
    </a:custClr>
    <a:custClr name="Red">
      <a:srgbClr val="CC092F"/>
    </a:custClr>
    <a:custClr name="Light Grey">
      <a:srgbClr val="E2E3E4"/>
    </a:custClr>
    <a:custClr name="Cool Grey 7">
      <a:srgbClr val="97999B"/>
    </a:custClr>
    <a:custClr name="Dark Grey">
      <a:srgbClr val="53565A"/>
    </a:custClr>
    <a:custClr name="2nd Green">
      <a:srgbClr val="23800A"/>
    </a:custClr>
    <a:custClr name="2nd Blue">
      <a:srgbClr val="007DA3"/>
    </a:custClr>
    <a:custClr name="187 Red">
      <a:srgbClr val="A6192E"/>
    </a:custClr>
  </a:custClrLst>
  <a:extLst>
    <a:ext uri="{05A4C25C-085E-4340-85A3-A5531E510DB2}">
      <thm15:themeFamily xmlns:thm15="http://schemas.microsoft.com/office/thememl/2012/main" name="Broadcom VCF TMM Template - 20251031 - Arial" id="{52EFE4B1-28EC-734A-AF78-5258AED531BB}" vid="{CE778E0F-64EA-9248-B668-AC5EE4AA0264}"/>
    </a:ext>
  </a:extLst>
</a:theme>
</file>

<file path=ppt/theme/theme2.xml><?xml version="1.0" encoding="utf-8"?>
<a:theme xmlns:a="http://schemas.openxmlformats.org/drawingml/2006/main" name="VMware-dark">
  <a:themeElements>
    <a:clrScheme name="Custom 8">
      <a:dk1>
        <a:srgbClr val="FFFFFF"/>
      </a:dk1>
      <a:lt1>
        <a:srgbClr val="000000"/>
      </a:lt1>
      <a:dk2>
        <a:srgbClr val="EEEEEE"/>
      </a:dk2>
      <a:lt2>
        <a:srgbClr val="1B1D36"/>
      </a:lt2>
      <a:accent1>
        <a:srgbClr val="0088EF"/>
      </a:accent1>
      <a:accent2>
        <a:srgbClr val="01B9C6"/>
      </a:accent2>
      <a:accent3>
        <a:srgbClr val="0098C7"/>
      </a:accent3>
      <a:accent4>
        <a:srgbClr val="61A60E"/>
      </a:accent4>
      <a:accent5>
        <a:srgbClr val="A468EE"/>
      </a:accent5>
      <a:accent6>
        <a:srgbClr val="F3BA16"/>
      </a:accent6>
      <a:hlink>
        <a:srgbClr val="0098C7"/>
      </a:hlink>
      <a:folHlink>
        <a:srgbClr val="A468E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Aft>
            <a:spcPts val="600"/>
          </a:spcAft>
          <a:defRPr sz="120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bwMode="gray">
        <a:ln w="25400">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30000"/>
          </a:lnSpc>
          <a:defRPr sz="1800" dirty="0" err="1" smtClean="0">
            <a:solidFill>
              <a:schemeClr val="tx2"/>
            </a:solidFill>
          </a:defRPr>
        </a:defPPr>
      </a:lstStyle>
    </a:txDef>
  </a:objectDefaults>
  <a:extraClrSchemeLst/>
  <a:custClrLst>
    <a:custClr name="Orange">
      <a:srgbClr val="E68C28"/>
    </a:custClr>
    <a:custClr name="Red">
      <a:srgbClr val="CC092F"/>
    </a:custClr>
    <a:custClr name="Light Grey">
      <a:srgbClr val="E2E3E4"/>
    </a:custClr>
    <a:custClr name="Cool Grey 4">
      <a:srgbClr val="BBBCBC"/>
    </a:custClr>
    <a:custClr name="Dark Grey">
      <a:srgbClr val="53565A"/>
    </a:custClr>
  </a:custClrLst>
  <a:extLst>
    <a:ext uri="{05A4C25C-085E-4340-85A3-A5531E510DB2}">
      <thm15:themeFamily xmlns:thm15="http://schemas.microsoft.com/office/thememl/2012/main" name="Broadcom VCF TMM Template - 20251031 - Arial" id="{52EFE4B1-28EC-734A-AF78-5258AED531BB}" vid="{F52B4795-F728-9E48-A112-8ADC2BEDCCAF}"/>
    </a:ext>
  </a:extLst>
</a:theme>
</file>

<file path=ppt/theme/theme3.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B3F91C0C4ECEE479555FEA4A4EB2B48" ma:contentTypeVersion="15" ma:contentTypeDescription="Create a new document." ma:contentTypeScope="" ma:versionID="c6a87b1e4bc033b72f454e04dac54d88">
  <xsd:schema xmlns:xsd="http://www.w3.org/2001/XMLSchema" xmlns:xs="http://www.w3.org/2001/XMLSchema" xmlns:p="http://schemas.microsoft.com/office/2006/metadata/properties" xmlns:ns2="34d4d772-b3f2-47fc-9a2d-2126f9957ae8" xmlns:ns3="d345b56e-75a0-4ca8-9b4b-110cb999efd5" targetNamespace="http://schemas.microsoft.com/office/2006/metadata/properties" ma:root="true" ma:fieldsID="6eb14a52ad1190b1f78ecaeae027f828" ns2:_="" ns3:_="">
    <xsd:import namespace="34d4d772-b3f2-47fc-9a2d-2126f9957ae8"/>
    <xsd:import namespace="d345b56e-75a0-4ca8-9b4b-110cb999efd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d4d772-b3f2-47fc-9a2d-2126f9957ae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42db59af-f8a6-47a7-a7a2-8d3f5d7884b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345b56e-75a0-4ca8-9b4b-110cb999efd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e60bf06-978e-4056-b583-56563198eef8}" ma:internalName="TaxCatchAll" ma:showField="CatchAllData" ma:web="d345b56e-75a0-4ca8-9b4b-110cb999efd5">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34d4d772-b3f2-47fc-9a2d-2126f9957ae8">
      <Terms xmlns="http://schemas.microsoft.com/office/infopath/2007/PartnerControls"/>
    </lcf76f155ced4ddcb4097134ff3c332f>
    <TaxCatchAll xmlns="d345b56e-75a0-4ca8-9b4b-110cb999efd5" xsi:nil="true"/>
    <SharedWithUsers xmlns="d345b56e-75a0-4ca8-9b4b-110cb999efd5">
      <UserInfo>
        <DisplayName>Juanly Cabrera</DisplayName>
        <AccountId>17</AccountId>
        <AccountType/>
      </UserInfo>
      <UserInfo>
        <DisplayName>Andre Fernandes</DisplayName>
        <AccountId>20</AccountId>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8FF4D8F-9B19-4DA8-8A71-562BBA95DCB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4d4d772-b3f2-47fc-9a2d-2126f9957ae8"/>
    <ds:schemaRef ds:uri="d345b56e-75a0-4ca8-9b4b-110cb999ef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1634573-F7D8-4ECC-B5FF-91D1E5D2E650}">
  <ds:schemaRefs>
    <ds:schemaRef ds:uri="http://schemas.microsoft.com/office/infopath/2007/PartnerControls"/>
    <ds:schemaRef ds:uri="http://schemas.microsoft.com/office/2006/metadata/properties"/>
    <ds:schemaRef ds:uri="http://www.w3.org/XML/1998/namespace"/>
    <ds:schemaRef ds:uri="http://purl.org/dc/dcmitype/"/>
    <ds:schemaRef ds:uri="http://schemas.microsoft.com/office/2006/documentManagement/types"/>
    <ds:schemaRef ds:uri="http://purl.org/dc/elements/1.1/"/>
    <ds:schemaRef ds:uri="http://purl.org/dc/terms/"/>
    <ds:schemaRef ds:uri="http://schemas.openxmlformats.org/package/2006/metadata/core-properties"/>
    <ds:schemaRef ds:uri="d345b56e-75a0-4ca8-9b4b-110cb999efd5"/>
    <ds:schemaRef ds:uri="34d4d772-b3f2-47fc-9a2d-2126f9957ae8"/>
  </ds:schemaRefs>
</ds:datastoreItem>
</file>

<file path=customXml/itemProps3.xml><?xml version="1.0" encoding="utf-8"?>
<ds:datastoreItem xmlns:ds="http://schemas.openxmlformats.org/officeDocument/2006/customXml" ds:itemID="{BAD99180-4DF7-4231-B572-5E5D5B192DA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VMware 2025 Light</Template>
  <TotalTime>21096</TotalTime>
  <Words>5929</Words>
  <Application>Microsoft Macintosh PowerPoint</Application>
  <PresentationFormat>Custom</PresentationFormat>
  <Paragraphs>698</Paragraphs>
  <Slides>29</Slides>
  <Notes>29</Notes>
  <HiddenSlides>1</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29</vt:i4>
      </vt:variant>
    </vt:vector>
  </HeadingPairs>
  <TitlesOfParts>
    <vt:vector size="34" baseType="lpstr">
      <vt:lpstr>Arial</vt:lpstr>
      <vt:lpstr>Calibri</vt:lpstr>
      <vt:lpstr>Courier New</vt:lpstr>
      <vt:lpstr>VMware 2025 Light</vt:lpstr>
      <vt:lpstr>VMware-dark</vt:lpstr>
      <vt:lpstr>PowerPoint Presentation</vt:lpstr>
      <vt:lpstr>What’s New With VMware vSphere*</vt:lpstr>
      <vt:lpstr>Lifecycle Management</vt:lpstr>
      <vt:lpstr>Quickest Upgrade Path to VCF 9.1 Capabilities</vt:lpstr>
      <vt:lpstr>Rapid Rollout of vCenter Security Patches</vt:lpstr>
      <vt:lpstr>PowerPoint Presentation</vt:lpstr>
      <vt:lpstr>Making vCenter Maintenance Easier</vt:lpstr>
      <vt:lpstr>Making ESX Maintenance Easier</vt:lpstr>
      <vt:lpstr>Provision Imaged and Configured vSphere Clusters</vt:lpstr>
      <vt:lpstr>PowerPoint Presentation</vt:lpstr>
      <vt:lpstr>Patch vSphere Clusters Faster and Less Disruptive</vt:lpstr>
      <vt:lpstr>Expanding Desired State Configuration Integration</vt:lpstr>
      <vt:lpstr>Certificate Management You Don’t Need to Worry About</vt:lpstr>
      <vt:lpstr>Scalable Responsiveness, Stability and Performance </vt:lpstr>
      <vt:lpstr>VM Management</vt:lpstr>
      <vt:lpstr>Flexible Virtual Machine Customization</vt:lpstr>
      <vt:lpstr>Preserve Workload Performance during Host Maintenance </vt:lpstr>
      <vt:lpstr>Preserve Workload Performance during Host Maintenance </vt:lpstr>
      <vt:lpstr>Preserve Workload Performance during Host Maintenance </vt:lpstr>
      <vt:lpstr>Better vMotion Resource Utilization and Reduced Contention</vt:lpstr>
      <vt:lpstr>Workload Acceleration</vt:lpstr>
      <vt:lpstr>Maximizing Memory Efficiency and ROI</vt:lpstr>
      <vt:lpstr>High Availability and Resiliency of Tiered Memory</vt:lpstr>
      <vt:lpstr>PowerPoint Presentation</vt:lpstr>
      <vt:lpstr>Greater vMotion Throughput and Reduced Migration Times</vt:lpstr>
      <vt:lpstr>Optimized Scale and Performance for Latest CPUs</vt:lpstr>
      <vt:lpstr>Multi-Vendor AI Platform Readiness</vt:lpstr>
      <vt:lpstr>Multi-Vendor AI Platform Readiness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Féidhlim O'Leary</dc:creator>
  <cp:keywords>VMware</cp:keywords>
  <cp:lastModifiedBy>Féidhlim O'Leary</cp:lastModifiedBy>
  <cp:revision>220</cp:revision>
  <cp:lastPrinted>2025-09-23T17:42:24Z</cp:lastPrinted>
  <dcterms:created xsi:type="dcterms:W3CDTF">2025-12-02T17:53:04Z</dcterms:created>
  <dcterms:modified xsi:type="dcterms:W3CDTF">2026-05-12T03:00:39Z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0x0101008B3F91C0C4ECEE479555FEA4A4EB2B48</vt:lpwstr>
  </property>
  <property fmtid="{D5CDD505-2E9C-101B-9397-08002B2CF9AE}" pid="3" name="MediaServiceImageTags">
    <vt:lpwstr/>
  </property>
</Properties>
</file>