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2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95" r:id="rId2"/>
    <p:sldMasterId id="2147483739" r:id="rId3"/>
  </p:sldMasterIdLst>
  <p:notesMasterIdLst>
    <p:notesMasterId r:id="rId6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69" roundtripDataSignature="AMtx7mjjXlmu7oUBloQqkyaRzmemLusI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31611E4-AF4E-4D40-9099-77E1F3276360}">
  <a:tblStyle styleId="{F31611E4-AF4E-4D40-9099-77E1F327636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7" Type="http://schemas.openxmlformats.org/officeDocument/2006/relationships/slide" Target="slides/slide4.xml"/><Relationship Id="rId71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notesMaster" Target="notesMasters/notesMaster1.xml"/><Relationship Id="rId69" Type="http://customschemas.google.com/relationships/presentationmetadata" Target="meta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7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p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12" name="Google Shape;32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Google Shape;3235;g3cc3f777e53_0_1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6" name="Google Shape;3236;g3cc3f777e53_0_100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trike="noStrike"/>
              <a:t>Click to add notes</a:t>
            </a:r>
            <a:endParaRPr/>
          </a:p>
        </p:txBody>
      </p:sp>
      <p:sp>
        <p:nvSpPr>
          <p:cNvPr id="3237" name="Google Shape;3237;g3cc3f777e53_0_10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1" name="Google Shape;3271;g3cf02dd855a_0_18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2" name="Google Shape;3272;g3cf02dd855a_0_189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3" name="Google Shape;3273;g3cf02dd855a_0_18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g3cf02dd855a_0_194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4" name="Google Shape;3314;g3cf02dd855a_0_1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" name="Google Shape;3318;g3cf02dd855a_0_194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9" name="Google Shape;3319;g3cf02dd855a_0_19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4" name="Google Shape;3324;g3cf02dd855a_0_194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5" name="Google Shape;3325;g3cf02dd855a_0_19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0" name="Google Shape;3340;g3cf02dd855a_0_196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1" name="Google Shape;3341;g3cf02dd855a_0_19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5" name="Google Shape;3345;g3cf02dd855a_0_196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6" name="Google Shape;3346;g3cf02dd855a_0_1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Google Shape;3350;g3cf02dd855a_0_197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51" name="Google Shape;3351;g3cf02dd855a_0_19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4" name="Google Shape;3364;g3cf02dd855a_0_198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5" name="Google Shape;3365;g3cf02dd855a_0_19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6" name="Google Shape;3376;g3cf02dd855a_0_199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7" name="Google Shape;3377;g3cf02dd855a_0_19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1" name="Google Shape;3391;g3cf02dd855a_0_201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2" name="Google Shape;3392;g3cf02dd855a_0_20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Google Shape;3445;g3cf02dd855a_0_206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6" name="Google Shape;3446;g3cf02dd855a_0_2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3cf02dd855a_0_206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1" name="Google Shape;3451;g3cf02dd855a_0_20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4" name="Google Shape;3464;g3cf02dd855a_0_208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5" name="Google Shape;3465;g3cf02dd855a_0_20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6" name="Google Shape;3476;g3cf02dd855a_0_209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7" name="Google Shape;3477;g3cf02dd855a_0_20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" name="Google Shape;3491;g3cf02dd855a_0_210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2" name="Google Shape;3492;g3cf02dd855a_0_2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6" name="Google Shape;3496;g3cf02dd855a_0_210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7" name="Google Shape;3497;g3cf02dd855a_0_2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1" name="Google Shape;3501;g3cf02dd855a_0_211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02" name="Google Shape;3502;g3cf02dd855a_0_2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7" name="Google Shape;3517;g3cf02dd855a_0_212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8" name="Google Shape;3518;g3cf02dd855a_0_2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" name="Google Shape;3586;g3cf02dd855a_0_219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7" name="Google Shape;3587;g3cf02dd855a_0_2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3" name="Google Shape;3653;g3cf02dd855a_0_226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54" name="Google Shape;3654;g3cf02dd855a_0_2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8" name="Google Shape;3658;g3cf02dd855a_0_226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59" name="Google Shape;3659;g3cf02dd855a_0_2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3" name="Google Shape;3663;g3cf02dd855a_0_227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4" name="Google Shape;3664;g3cf02dd855a_0_2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9" name="Google Shape;3679;g3cf02dd855a_0_228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0" name="Google Shape;3680;g3cf02dd855a_0_2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8" name="Google Shape;3748;g3cf02dd855a_0_235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49" name="Google Shape;3749;g3cf02dd855a_0_2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5" name="Google Shape;3815;g3cf02dd855a_0_241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16" name="Google Shape;3816;g3cf02dd855a_0_2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0" name="Google Shape;3820;g3cf02dd855a_0_242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21" name="Google Shape;3821;g3cf02dd855a_0_2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6" name="Google Shape;3826;g3cf02dd855a_0_242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27" name="Google Shape;3827;g3cf02dd855a_0_2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3" name="Google Shape;3883;g3cf02dd855a_0_248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84" name="Google Shape;3884;g3cf02dd855a_0_2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0" name="Google Shape;3950;g3cf02dd855a_0_255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51" name="Google Shape;3951;g3cf02dd855a_0_2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5" name="Google Shape;3955;g3cf02dd855a_0_255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56" name="Google Shape;3956;g3cf02dd855a_0_2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0" name="Google Shape;3970;g3cf02dd855a_0_256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1" name="Google Shape;3971;g3cf02dd855a_0_2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6" name="Google Shape;3976;g3cf02dd855a_0_257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7" name="Google Shape;3977;g3cf02dd855a_0_2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3" name="Google Shape;4033;g3cf02dd855a_0_262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4" name="Google Shape;4034;g3cf02dd855a_0_2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Google Shape;4100;g3cf02dd855a_0_269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01" name="Google Shape;4101;g3cf02dd855a_0_2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Google Shape;4105;g3d06baf51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6" name="Google Shape;4106;g3d06baf5171_0_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rgbClr val="F5F5F5"/>
                </a:highlight>
              </a:rPr>
              <a:t>"</a:t>
            </a:r>
            <a:r>
              <a:rPr lang="en-US" b="1">
                <a:solidFill>
                  <a:schemeClr val="dk1"/>
                </a:solidFill>
                <a:highlight>
                  <a:srgbClr val="F5F5F5"/>
                </a:highlight>
              </a:rPr>
              <a:t>🔥 Week of Enablement Odyssey Tournament is coming!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highlight>
                <a:srgbClr val="F5F5F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rgbClr val="F5F5F5"/>
                </a:highlight>
              </a:rPr>
              <a:t>Put your </a:t>
            </a:r>
            <a:r>
              <a:rPr lang="en-US" b="1">
                <a:solidFill>
                  <a:schemeClr val="dk1"/>
                </a:solidFill>
                <a:highlight>
                  <a:srgbClr val="F5F5F5"/>
                </a:highlight>
              </a:rPr>
              <a:t>VKS knowledge</a:t>
            </a:r>
            <a:r>
              <a:rPr lang="en-US">
                <a:solidFill>
                  <a:schemeClr val="dk1"/>
                </a:solidFill>
                <a:highlight>
                  <a:srgbClr val="F5F5F5"/>
                </a:highlight>
              </a:rPr>
              <a:t> to the test in 3 competitive Odyssey games featuring real hands-on lab challenges, live scoring, and a global leaderboard.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highlight>
                <a:srgbClr val="F5F5F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  <a:highlight>
                  <a:srgbClr val="F5F5F5"/>
                </a:highlight>
              </a:rPr>
              <a:t>Starts:</a:t>
            </a:r>
            <a:r>
              <a:rPr lang="en-US">
                <a:solidFill>
                  <a:schemeClr val="dk1"/>
                </a:solidFill>
                <a:highlight>
                  <a:srgbClr val="F5F5F5"/>
                </a:highlight>
              </a:rPr>
              <a:t> Mar 16th at 8pm ET | </a:t>
            </a:r>
            <a:r>
              <a:rPr lang="en-US" b="1">
                <a:solidFill>
                  <a:schemeClr val="dk1"/>
                </a:solidFill>
                <a:highlight>
                  <a:srgbClr val="F5F5F5"/>
                </a:highlight>
              </a:rPr>
              <a:t>Ends:</a:t>
            </a:r>
            <a:r>
              <a:rPr lang="en-US">
                <a:solidFill>
                  <a:schemeClr val="dk1"/>
                </a:solidFill>
                <a:highlight>
                  <a:srgbClr val="F5F5F5"/>
                </a:highlight>
              </a:rPr>
              <a:t> Mar 20 at 8pm ET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  <a:highlight>
                  <a:srgbClr val="F5F5F5"/>
                </a:highlight>
              </a:rPr>
              <a:t>New Game will go Live every day!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highlight>
                <a:srgbClr val="F5F5F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  <a:highlight>
                  <a:srgbClr val="F5F5F5"/>
                </a:highlight>
              </a:rPr>
              <a:t>Climb the leaderboard or get left behind!"</a:t>
            </a:r>
            <a:endParaRPr>
              <a:highlight>
                <a:srgbClr val="F5F5F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rgbClr val="4F575E"/>
              </a:solidFill>
              <a:highlight>
                <a:srgbClr val="F5F5F5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7" name="Google Shape;4107;g3d06baf517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0" name="Google Shape;4140;g3cf02dd855a_0_269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1" name="Google Shape;4141;g3cf02dd855a_0_2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4" name="Google Shape;4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5" name="Google Shape;4145;p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6" name="Google Shape;414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" name="Google Shape;4188;p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9" name="Google Shape;4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4" name="Google Shape;4194;p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95" name="Google Shape;4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" name="Google Shape;4200;p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1" name="Google Shape;4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6" name="Google Shape;4206;p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7" name="Google Shape;4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2" name="Google Shape;4212;p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3" name="Google Shape;4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" name="Google Shape;4218;p1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9" name="Google Shape;4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4" name="Google Shape;4224;p1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25" name="Google Shape;4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0" name="Google Shape;4230;p1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1" name="Google Shape;42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" name="Google Shape;4239;p1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40" name="Google Shape;4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5" name="Google Shape;4245;p1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46" name="Google Shape;42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Google Shape;4253;p1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54" name="Google Shape;4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4" name="Google Shape;42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5" name="Google Shape;4265;p1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66" name="Google Shape;426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" name="Google Shape;4270;p1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71" name="Google Shape;42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5" name="Google Shape;4275;p1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76" name="Google Shape;42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" name="Google Shape;42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1" name="Google Shape;4281;p1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82" name="Google Shape;428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6" name="Google Shape;4316;p2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17" name="Google Shape;43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1" name="Google Shape;4351;p2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2" name="Google Shape;435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6" name="Google Shape;438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7" name="Google Shape;438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8" name="Google Shape;4428;p2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29" name="Google Shape;442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2" name="Google Shape;4432;p2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3" name="Google Shape;443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6" name="Google Shape;4436;p2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7" name="Google Shape;443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genda">
  <p:cSld name="1_Agenda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/>
          <p:nvPr/>
        </p:nvSpPr>
        <p:spPr>
          <a:xfrm>
            <a:off x="-4064" y="0"/>
            <a:ext cx="12192889" cy="13844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0"/>
          <p:cNvSpPr/>
          <p:nvPr/>
        </p:nvSpPr>
        <p:spPr>
          <a:xfrm flipH="1">
            <a:off x="-4067" y="-15647"/>
            <a:ext cx="11482475" cy="1506071"/>
          </a:xfrm>
          <a:custGeom>
            <a:avLst/>
            <a:gdLst/>
            <a:ahLst/>
            <a:cxnLst/>
            <a:rect l="l" t="t" r="r" b="b"/>
            <a:pathLst>
              <a:path w="11352798" h="1433409" extrusionOk="0">
                <a:moveTo>
                  <a:pt x="11352798" y="0"/>
                </a:moveTo>
                <a:lnTo>
                  <a:pt x="0" y="0"/>
                </a:lnTo>
                <a:lnTo>
                  <a:pt x="322924" y="323799"/>
                </a:lnTo>
                <a:lnTo>
                  <a:pt x="323160" y="323799"/>
                </a:lnTo>
                <a:lnTo>
                  <a:pt x="1174588" y="1175227"/>
                </a:lnTo>
                <a:cubicBezTo>
                  <a:pt x="1256846" y="1257484"/>
                  <a:pt x="1353066" y="1321781"/>
                  <a:pt x="1460546" y="1366298"/>
                </a:cubicBezTo>
                <a:cubicBezTo>
                  <a:pt x="1568026" y="1410815"/>
                  <a:pt x="1681542" y="1433409"/>
                  <a:pt x="1797874" y="1433409"/>
                </a:cubicBezTo>
                <a:lnTo>
                  <a:pt x="3880434" y="1433409"/>
                </a:lnTo>
                <a:lnTo>
                  <a:pt x="4585313" y="1433409"/>
                </a:lnTo>
                <a:lnTo>
                  <a:pt x="7782835" y="1433409"/>
                </a:lnTo>
                <a:lnTo>
                  <a:pt x="8323170" y="1433409"/>
                </a:lnTo>
                <a:lnTo>
                  <a:pt x="8804572" y="1433409"/>
                </a:lnTo>
                <a:lnTo>
                  <a:pt x="10984276" y="1433409"/>
                </a:lnTo>
                <a:lnTo>
                  <a:pt x="11352798" y="1433409"/>
                </a:lnTo>
                <a:lnTo>
                  <a:pt x="11352798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65025">
                <a:srgbClr val="E0F0FA"/>
              </a:gs>
              <a:gs pos="84000">
                <a:srgbClr val="D7ECF9"/>
              </a:gs>
              <a:gs pos="100000">
                <a:srgbClr val="D7ECF9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082423" y="6144"/>
            <a:ext cx="12560831" cy="1506070"/>
          </a:xfrm>
          <a:custGeom>
            <a:avLst/>
            <a:gdLst/>
            <a:ahLst/>
            <a:cxnLst/>
            <a:rect l="l" t="t" r="r" b="b"/>
            <a:pathLst>
              <a:path w="12560831" h="1506070" extrusionOk="0">
                <a:moveTo>
                  <a:pt x="0" y="0"/>
                </a:moveTo>
                <a:lnTo>
                  <a:pt x="12560831" y="0"/>
                </a:lnTo>
                <a:lnTo>
                  <a:pt x="12560831" y="1506070"/>
                </a:lnTo>
                <a:lnTo>
                  <a:pt x="1082423" y="1506070"/>
                </a:lnTo>
                <a:lnTo>
                  <a:pt x="1082423" y="591107"/>
                </a:lnTo>
                <a:lnTo>
                  <a:pt x="0" y="5911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2" name="Google Shape;42;p30"/>
          <p:cNvSpPr txBox="1">
            <a:spLocks noGrp="1"/>
          </p:cNvSpPr>
          <p:nvPr>
            <p:ph type="body" idx="1"/>
          </p:nvPr>
        </p:nvSpPr>
        <p:spPr>
          <a:xfrm>
            <a:off x="609600" y="2127758"/>
            <a:ext cx="1939925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114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​"/>
              <a:defRPr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body" idx="2"/>
          </p:nvPr>
        </p:nvSpPr>
        <p:spPr>
          <a:xfrm>
            <a:off x="3241515" y="2127758"/>
            <a:ext cx="7335837" cy="382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86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Arial"/>
              <a:buChar char="•"/>
              <a:defRPr sz="2800"/>
            </a:lvl1pPr>
            <a:lvl2pPr marL="914400" lvl="1" indent="-36576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 sz="2400"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 sz="2000"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 sz="1800"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 sz="18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pic>
        <p:nvPicPr>
          <p:cNvPr id="44" name="Google Shape;44;p30"/>
          <p:cNvPicPr preferRelativeResize="0"/>
          <p:nvPr/>
        </p:nvPicPr>
        <p:blipFill rotWithShape="1">
          <a:blip r:embed="rId3">
            <a:alphaModFix amt="25000"/>
          </a:blip>
          <a:srcRect t="47732" r="1621" b="-46968"/>
          <a:stretch/>
        </p:blipFill>
        <p:spPr>
          <a:xfrm rot="5400000" flipH="1">
            <a:off x="615956" y="4075333"/>
            <a:ext cx="4320399" cy="2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p30"/>
          <p:cNvGrpSpPr/>
          <p:nvPr/>
        </p:nvGrpSpPr>
        <p:grpSpPr>
          <a:xfrm>
            <a:off x="582998" y="171602"/>
            <a:ext cx="1093260" cy="348441"/>
            <a:chOff x="89549" y="74608"/>
            <a:chExt cx="956301" cy="304790"/>
          </a:xfrm>
        </p:grpSpPr>
        <p:sp>
          <p:nvSpPr>
            <p:cNvPr id="48" name="Google Shape;48;p30"/>
            <p:cNvSpPr/>
            <p:nvPr/>
          </p:nvSpPr>
          <p:spPr>
            <a:xfrm>
              <a:off x="89549" y="136345"/>
              <a:ext cx="684966" cy="243053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0"/>
            <p:cNvSpPr/>
            <p:nvPr/>
          </p:nvSpPr>
          <p:spPr>
            <a:xfrm flipH="1">
              <a:off x="697235" y="74608"/>
              <a:ext cx="348615" cy="123474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0" name="Google Shape;50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347" y="758837"/>
            <a:ext cx="3903150" cy="5069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30"/>
          <p:cNvGrpSpPr/>
          <p:nvPr/>
        </p:nvGrpSpPr>
        <p:grpSpPr>
          <a:xfrm>
            <a:off x="343941" y="256214"/>
            <a:ext cx="8546059" cy="823261"/>
            <a:chOff x="223687" y="170169"/>
            <a:chExt cx="9077409" cy="930492"/>
          </a:xfrm>
        </p:grpSpPr>
        <p:sp>
          <p:nvSpPr>
            <p:cNvPr id="52" name="Google Shape;52;p30"/>
            <p:cNvSpPr/>
            <p:nvPr/>
          </p:nvSpPr>
          <p:spPr>
            <a:xfrm>
              <a:off x="223687" y="170169"/>
              <a:ext cx="6802657" cy="898259"/>
            </a:xfrm>
            <a:custGeom>
              <a:avLst/>
              <a:gdLst/>
              <a:ahLst/>
              <a:cxnLst/>
              <a:rect l="l" t="t" r="r" b="b"/>
              <a:pathLst>
                <a:path w="8006179" h="1575318" extrusionOk="0">
                  <a:moveTo>
                    <a:pt x="6042155" y="0"/>
                  </a:moveTo>
                  <a:lnTo>
                    <a:pt x="6101671" y="2478"/>
                  </a:lnTo>
                  <a:lnTo>
                    <a:pt x="6156012" y="5783"/>
                  </a:lnTo>
                  <a:lnTo>
                    <a:pt x="6201296" y="11565"/>
                  </a:lnTo>
                  <a:lnTo>
                    <a:pt x="6233641" y="19826"/>
                  </a:lnTo>
                  <a:lnTo>
                    <a:pt x="6251755" y="28913"/>
                  </a:lnTo>
                  <a:lnTo>
                    <a:pt x="6255636" y="37173"/>
                  </a:lnTo>
                  <a:lnTo>
                    <a:pt x="6255636" y="181736"/>
                  </a:lnTo>
                  <a:lnTo>
                    <a:pt x="6256930" y="1306019"/>
                  </a:lnTo>
                  <a:lnTo>
                    <a:pt x="6268574" y="1306019"/>
                  </a:lnTo>
                  <a:lnTo>
                    <a:pt x="6282806" y="1308497"/>
                  </a:lnTo>
                  <a:lnTo>
                    <a:pt x="6284100" y="1106110"/>
                  </a:lnTo>
                  <a:lnTo>
                    <a:pt x="6289276" y="1068110"/>
                  </a:lnTo>
                  <a:lnTo>
                    <a:pt x="6297038" y="1035067"/>
                  </a:lnTo>
                  <a:lnTo>
                    <a:pt x="6303508" y="1009459"/>
                  </a:lnTo>
                  <a:lnTo>
                    <a:pt x="6311271" y="992938"/>
                  </a:lnTo>
                  <a:lnTo>
                    <a:pt x="6320327" y="982199"/>
                  </a:lnTo>
                  <a:lnTo>
                    <a:pt x="6372080" y="978069"/>
                  </a:lnTo>
                  <a:lnTo>
                    <a:pt x="6394075" y="978069"/>
                  </a:lnTo>
                  <a:lnTo>
                    <a:pt x="6403132" y="989634"/>
                  </a:lnTo>
                  <a:lnTo>
                    <a:pt x="6412189" y="1006981"/>
                  </a:lnTo>
                  <a:lnTo>
                    <a:pt x="6417364" y="1032589"/>
                  </a:lnTo>
                  <a:lnTo>
                    <a:pt x="6422539" y="1062328"/>
                  </a:lnTo>
                  <a:lnTo>
                    <a:pt x="6425127" y="722812"/>
                  </a:lnTo>
                  <a:lnTo>
                    <a:pt x="6426421" y="698856"/>
                  </a:lnTo>
                  <a:lnTo>
                    <a:pt x="6426421" y="695552"/>
                  </a:lnTo>
                  <a:lnTo>
                    <a:pt x="6426421" y="691422"/>
                  </a:lnTo>
                  <a:lnTo>
                    <a:pt x="6429008" y="669118"/>
                  </a:lnTo>
                  <a:lnTo>
                    <a:pt x="6430302" y="641031"/>
                  </a:lnTo>
                  <a:lnTo>
                    <a:pt x="6435478" y="614597"/>
                  </a:lnTo>
                  <a:lnTo>
                    <a:pt x="6439359" y="588163"/>
                  </a:lnTo>
                  <a:lnTo>
                    <a:pt x="6444534" y="561729"/>
                  </a:lnTo>
                  <a:lnTo>
                    <a:pt x="6452297" y="535294"/>
                  </a:lnTo>
                  <a:lnTo>
                    <a:pt x="6458766" y="508860"/>
                  </a:lnTo>
                  <a:lnTo>
                    <a:pt x="6467823" y="482426"/>
                  </a:lnTo>
                  <a:lnTo>
                    <a:pt x="6476880" y="455991"/>
                  </a:lnTo>
                  <a:lnTo>
                    <a:pt x="6487231" y="430383"/>
                  </a:lnTo>
                  <a:lnTo>
                    <a:pt x="6496287" y="411384"/>
                  </a:lnTo>
                  <a:lnTo>
                    <a:pt x="6496287" y="408905"/>
                  </a:lnTo>
                  <a:lnTo>
                    <a:pt x="6493700" y="403123"/>
                  </a:lnTo>
                  <a:lnTo>
                    <a:pt x="6493700" y="399819"/>
                  </a:lnTo>
                  <a:lnTo>
                    <a:pt x="6491112" y="398166"/>
                  </a:lnTo>
                  <a:lnTo>
                    <a:pt x="6500169" y="398166"/>
                  </a:lnTo>
                  <a:lnTo>
                    <a:pt x="6500169" y="391558"/>
                  </a:lnTo>
                  <a:lnTo>
                    <a:pt x="6500169" y="384123"/>
                  </a:lnTo>
                  <a:lnTo>
                    <a:pt x="6502756" y="377515"/>
                  </a:lnTo>
                  <a:lnTo>
                    <a:pt x="6502756" y="370906"/>
                  </a:lnTo>
                  <a:lnTo>
                    <a:pt x="6504050" y="363471"/>
                  </a:lnTo>
                  <a:lnTo>
                    <a:pt x="6505344" y="356037"/>
                  </a:lnTo>
                  <a:lnTo>
                    <a:pt x="6507932" y="348602"/>
                  </a:lnTo>
                  <a:lnTo>
                    <a:pt x="6509226" y="341994"/>
                  </a:lnTo>
                  <a:lnTo>
                    <a:pt x="6511813" y="335385"/>
                  </a:lnTo>
                  <a:lnTo>
                    <a:pt x="6513107" y="327950"/>
                  </a:lnTo>
                  <a:lnTo>
                    <a:pt x="6514401" y="321342"/>
                  </a:lnTo>
                  <a:lnTo>
                    <a:pt x="6516988" y="313907"/>
                  </a:lnTo>
                  <a:lnTo>
                    <a:pt x="6757640" y="313081"/>
                  </a:lnTo>
                  <a:lnTo>
                    <a:pt x="6760227" y="319690"/>
                  </a:lnTo>
                  <a:lnTo>
                    <a:pt x="6761521" y="327124"/>
                  </a:lnTo>
                  <a:lnTo>
                    <a:pt x="6764109" y="333733"/>
                  </a:lnTo>
                  <a:lnTo>
                    <a:pt x="6765403" y="341168"/>
                  </a:lnTo>
                  <a:lnTo>
                    <a:pt x="6766696" y="348602"/>
                  </a:lnTo>
                  <a:lnTo>
                    <a:pt x="6769284" y="356037"/>
                  </a:lnTo>
                  <a:lnTo>
                    <a:pt x="6770578" y="362645"/>
                  </a:lnTo>
                  <a:lnTo>
                    <a:pt x="6770578" y="369254"/>
                  </a:lnTo>
                  <a:lnTo>
                    <a:pt x="6773165" y="376689"/>
                  </a:lnTo>
                  <a:lnTo>
                    <a:pt x="6773165" y="383297"/>
                  </a:lnTo>
                  <a:lnTo>
                    <a:pt x="6774459" y="389906"/>
                  </a:lnTo>
                  <a:lnTo>
                    <a:pt x="6774459" y="397340"/>
                  </a:lnTo>
                  <a:lnTo>
                    <a:pt x="6782222" y="397340"/>
                  </a:lnTo>
                  <a:lnTo>
                    <a:pt x="6782222" y="416340"/>
                  </a:lnTo>
                  <a:lnTo>
                    <a:pt x="6787398" y="429557"/>
                  </a:lnTo>
                  <a:lnTo>
                    <a:pt x="6792573" y="443600"/>
                  </a:lnTo>
                  <a:lnTo>
                    <a:pt x="6796454" y="455991"/>
                  </a:lnTo>
                  <a:lnTo>
                    <a:pt x="6801630" y="468382"/>
                  </a:lnTo>
                  <a:lnTo>
                    <a:pt x="6806805" y="481600"/>
                  </a:lnTo>
                  <a:lnTo>
                    <a:pt x="6810686" y="494817"/>
                  </a:lnTo>
                  <a:lnTo>
                    <a:pt x="6814568" y="508034"/>
                  </a:lnTo>
                  <a:lnTo>
                    <a:pt x="6819743" y="521251"/>
                  </a:lnTo>
                  <a:lnTo>
                    <a:pt x="6823625" y="534468"/>
                  </a:lnTo>
                  <a:lnTo>
                    <a:pt x="6826212" y="547685"/>
                  </a:lnTo>
                  <a:lnTo>
                    <a:pt x="6828800" y="560902"/>
                  </a:lnTo>
                  <a:lnTo>
                    <a:pt x="6835269" y="587337"/>
                  </a:lnTo>
                  <a:lnTo>
                    <a:pt x="6839150" y="613771"/>
                  </a:lnTo>
                  <a:lnTo>
                    <a:pt x="6844326" y="641031"/>
                  </a:lnTo>
                  <a:lnTo>
                    <a:pt x="6846913" y="667466"/>
                  </a:lnTo>
                  <a:lnTo>
                    <a:pt x="6848207" y="695552"/>
                  </a:lnTo>
                  <a:lnTo>
                    <a:pt x="6848207" y="702161"/>
                  </a:lnTo>
                  <a:lnTo>
                    <a:pt x="6850795" y="721986"/>
                  </a:lnTo>
                  <a:lnTo>
                    <a:pt x="6852089" y="1036720"/>
                  </a:lnTo>
                  <a:lnTo>
                    <a:pt x="6921955" y="1035894"/>
                  </a:lnTo>
                  <a:lnTo>
                    <a:pt x="6916780" y="190823"/>
                  </a:lnTo>
                  <a:lnTo>
                    <a:pt x="6916780" y="82607"/>
                  </a:lnTo>
                  <a:lnTo>
                    <a:pt x="7417490" y="79303"/>
                  </a:lnTo>
                  <a:lnTo>
                    <a:pt x="7417490" y="93346"/>
                  </a:lnTo>
                  <a:lnTo>
                    <a:pt x="7416196" y="199083"/>
                  </a:lnTo>
                  <a:lnTo>
                    <a:pt x="7407139" y="1030937"/>
                  </a:lnTo>
                  <a:lnTo>
                    <a:pt x="7425253" y="1030937"/>
                  </a:lnTo>
                  <a:lnTo>
                    <a:pt x="7425253" y="986329"/>
                  </a:lnTo>
                  <a:lnTo>
                    <a:pt x="7426546" y="986329"/>
                  </a:lnTo>
                  <a:lnTo>
                    <a:pt x="7429134" y="986329"/>
                  </a:lnTo>
                  <a:lnTo>
                    <a:pt x="7453717" y="985503"/>
                  </a:lnTo>
                  <a:lnTo>
                    <a:pt x="7453717" y="944200"/>
                  </a:lnTo>
                  <a:lnTo>
                    <a:pt x="7453717" y="942547"/>
                  </a:lnTo>
                  <a:lnTo>
                    <a:pt x="7456304" y="942547"/>
                  </a:lnTo>
                  <a:lnTo>
                    <a:pt x="7457598" y="942547"/>
                  </a:lnTo>
                  <a:lnTo>
                    <a:pt x="7461480" y="941721"/>
                  </a:lnTo>
                  <a:lnTo>
                    <a:pt x="7488650" y="940069"/>
                  </a:lnTo>
                  <a:lnTo>
                    <a:pt x="7488650" y="907852"/>
                  </a:lnTo>
                  <a:lnTo>
                    <a:pt x="7488650" y="907026"/>
                  </a:lnTo>
                  <a:lnTo>
                    <a:pt x="7489944" y="906200"/>
                  </a:lnTo>
                  <a:lnTo>
                    <a:pt x="7492531" y="904548"/>
                  </a:lnTo>
                  <a:lnTo>
                    <a:pt x="7493825" y="903722"/>
                  </a:lnTo>
                  <a:lnTo>
                    <a:pt x="7594743" y="898766"/>
                  </a:lnTo>
                  <a:lnTo>
                    <a:pt x="7594743" y="895461"/>
                  </a:lnTo>
                  <a:lnTo>
                    <a:pt x="7594743" y="894635"/>
                  </a:lnTo>
                  <a:lnTo>
                    <a:pt x="7594743" y="892157"/>
                  </a:lnTo>
                  <a:lnTo>
                    <a:pt x="7594743" y="889679"/>
                  </a:lnTo>
                  <a:lnTo>
                    <a:pt x="7594743" y="886375"/>
                  </a:lnTo>
                  <a:lnTo>
                    <a:pt x="7594743" y="883070"/>
                  </a:lnTo>
                  <a:lnTo>
                    <a:pt x="7594743" y="879766"/>
                  </a:lnTo>
                  <a:lnTo>
                    <a:pt x="7594743" y="875636"/>
                  </a:lnTo>
                  <a:lnTo>
                    <a:pt x="7594743" y="873984"/>
                  </a:lnTo>
                  <a:lnTo>
                    <a:pt x="7594743" y="871505"/>
                  </a:lnTo>
                  <a:lnTo>
                    <a:pt x="7594743" y="869027"/>
                  </a:lnTo>
                  <a:lnTo>
                    <a:pt x="7594743" y="868201"/>
                  </a:lnTo>
                  <a:lnTo>
                    <a:pt x="7598625" y="868201"/>
                  </a:lnTo>
                  <a:lnTo>
                    <a:pt x="7599919" y="856636"/>
                  </a:lnTo>
                  <a:lnTo>
                    <a:pt x="7673667" y="856636"/>
                  </a:lnTo>
                  <a:lnTo>
                    <a:pt x="7673667" y="898766"/>
                  </a:lnTo>
                  <a:lnTo>
                    <a:pt x="7773291" y="903722"/>
                  </a:lnTo>
                  <a:lnTo>
                    <a:pt x="7773291" y="904548"/>
                  </a:lnTo>
                  <a:lnTo>
                    <a:pt x="7773291" y="940069"/>
                  </a:lnTo>
                  <a:lnTo>
                    <a:pt x="7804343" y="941721"/>
                  </a:lnTo>
                  <a:lnTo>
                    <a:pt x="7805637" y="941721"/>
                  </a:lnTo>
                  <a:lnTo>
                    <a:pt x="7805637" y="942547"/>
                  </a:lnTo>
                  <a:lnTo>
                    <a:pt x="7805637" y="985503"/>
                  </a:lnTo>
                  <a:lnTo>
                    <a:pt x="7834101" y="986329"/>
                  </a:lnTo>
                  <a:lnTo>
                    <a:pt x="7836688" y="986329"/>
                  </a:lnTo>
                  <a:lnTo>
                    <a:pt x="7837982" y="986329"/>
                  </a:lnTo>
                  <a:lnTo>
                    <a:pt x="7836688" y="1030937"/>
                  </a:lnTo>
                  <a:lnTo>
                    <a:pt x="7857390" y="1030937"/>
                  </a:lnTo>
                  <a:lnTo>
                    <a:pt x="7861271" y="1030937"/>
                  </a:lnTo>
                  <a:lnTo>
                    <a:pt x="7863859" y="1030937"/>
                  </a:lnTo>
                  <a:lnTo>
                    <a:pt x="7865152" y="1030937"/>
                  </a:lnTo>
                  <a:lnTo>
                    <a:pt x="7866446" y="1030937"/>
                  </a:lnTo>
                  <a:lnTo>
                    <a:pt x="7869034" y="1030937"/>
                  </a:lnTo>
                  <a:lnTo>
                    <a:pt x="7866446" y="1082980"/>
                  </a:lnTo>
                  <a:lnTo>
                    <a:pt x="7893617" y="1082980"/>
                  </a:lnTo>
                  <a:lnTo>
                    <a:pt x="7887147" y="1343192"/>
                  </a:lnTo>
                  <a:lnTo>
                    <a:pt x="7923375" y="1348149"/>
                  </a:lnTo>
                  <a:lnTo>
                    <a:pt x="7920787" y="1410930"/>
                  </a:lnTo>
                  <a:lnTo>
                    <a:pt x="8006179" y="1410930"/>
                  </a:lnTo>
                  <a:lnTo>
                    <a:pt x="8006179" y="1575318"/>
                  </a:lnTo>
                  <a:lnTo>
                    <a:pt x="0" y="1575318"/>
                  </a:lnTo>
                  <a:lnTo>
                    <a:pt x="0" y="1557145"/>
                  </a:lnTo>
                  <a:lnTo>
                    <a:pt x="0" y="761638"/>
                  </a:lnTo>
                  <a:lnTo>
                    <a:pt x="41402" y="755855"/>
                  </a:lnTo>
                  <a:lnTo>
                    <a:pt x="216069" y="755855"/>
                  </a:lnTo>
                  <a:lnTo>
                    <a:pt x="243239" y="759986"/>
                  </a:lnTo>
                  <a:lnTo>
                    <a:pt x="245827" y="761638"/>
                  </a:lnTo>
                  <a:lnTo>
                    <a:pt x="245827" y="773203"/>
                  </a:lnTo>
                  <a:lnTo>
                    <a:pt x="248414" y="773203"/>
                  </a:lnTo>
                  <a:lnTo>
                    <a:pt x="248414" y="775681"/>
                  </a:lnTo>
                  <a:lnTo>
                    <a:pt x="247120" y="1230020"/>
                  </a:lnTo>
                  <a:lnTo>
                    <a:pt x="329925" y="1230020"/>
                  </a:lnTo>
                  <a:lnTo>
                    <a:pt x="371327" y="1230020"/>
                  </a:lnTo>
                  <a:lnTo>
                    <a:pt x="370034" y="1410930"/>
                  </a:lnTo>
                  <a:lnTo>
                    <a:pt x="424374" y="1410930"/>
                  </a:lnTo>
                  <a:lnTo>
                    <a:pt x="421690" y="771752"/>
                  </a:lnTo>
                  <a:lnTo>
                    <a:pt x="885731" y="771752"/>
                  </a:lnTo>
                  <a:lnTo>
                    <a:pt x="892738" y="1207716"/>
                  </a:lnTo>
                  <a:lnTo>
                    <a:pt x="1004007" y="1199456"/>
                  </a:lnTo>
                  <a:lnTo>
                    <a:pt x="1004007" y="1192847"/>
                  </a:lnTo>
                  <a:lnTo>
                    <a:pt x="1044116" y="1192847"/>
                  </a:lnTo>
                  <a:lnTo>
                    <a:pt x="1050585" y="1192847"/>
                  </a:lnTo>
                  <a:lnTo>
                    <a:pt x="1059641" y="1192847"/>
                  </a:lnTo>
                  <a:lnTo>
                    <a:pt x="1072580" y="1192847"/>
                  </a:lnTo>
                  <a:lnTo>
                    <a:pt x="1089399" y="1192847"/>
                  </a:lnTo>
                  <a:lnTo>
                    <a:pt x="1091987" y="1192847"/>
                  </a:lnTo>
                  <a:lnTo>
                    <a:pt x="1107513" y="1191195"/>
                  </a:lnTo>
                  <a:lnTo>
                    <a:pt x="1110101" y="866549"/>
                  </a:lnTo>
                  <a:lnTo>
                    <a:pt x="1113982" y="866549"/>
                  </a:lnTo>
                  <a:lnTo>
                    <a:pt x="1115317" y="846518"/>
                  </a:lnTo>
                  <a:lnTo>
                    <a:pt x="1625800" y="846518"/>
                  </a:lnTo>
                  <a:lnTo>
                    <a:pt x="1625800" y="631134"/>
                  </a:lnTo>
                  <a:lnTo>
                    <a:pt x="2006720" y="631945"/>
                  </a:lnTo>
                  <a:lnTo>
                    <a:pt x="2004335" y="204637"/>
                  </a:lnTo>
                  <a:lnTo>
                    <a:pt x="2081098" y="127874"/>
                  </a:lnTo>
                  <a:lnTo>
                    <a:pt x="2278705" y="127874"/>
                  </a:lnTo>
                  <a:lnTo>
                    <a:pt x="2369979" y="219148"/>
                  </a:lnTo>
                  <a:lnTo>
                    <a:pt x="2381929" y="1041676"/>
                  </a:lnTo>
                  <a:lnTo>
                    <a:pt x="2433682" y="968156"/>
                  </a:lnTo>
                  <a:lnTo>
                    <a:pt x="2434976" y="804594"/>
                  </a:lnTo>
                  <a:lnTo>
                    <a:pt x="2444032" y="710421"/>
                  </a:lnTo>
                  <a:lnTo>
                    <a:pt x="2446620" y="493991"/>
                  </a:lnTo>
                  <a:lnTo>
                    <a:pt x="2460852" y="491512"/>
                  </a:lnTo>
                  <a:lnTo>
                    <a:pt x="2460852" y="481600"/>
                  </a:lnTo>
                  <a:lnTo>
                    <a:pt x="2476378" y="479121"/>
                  </a:lnTo>
                  <a:lnTo>
                    <a:pt x="2478966" y="479121"/>
                  </a:lnTo>
                  <a:lnTo>
                    <a:pt x="2478966" y="467556"/>
                  </a:lnTo>
                  <a:lnTo>
                    <a:pt x="2494492" y="465078"/>
                  </a:lnTo>
                  <a:lnTo>
                    <a:pt x="2497079" y="465078"/>
                  </a:lnTo>
                  <a:lnTo>
                    <a:pt x="2497079" y="455991"/>
                  </a:lnTo>
                  <a:lnTo>
                    <a:pt x="2512605" y="453513"/>
                  </a:lnTo>
                  <a:lnTo>
                    <a:pt x="2512605" y="441948"/>
                  </a:lnTo>
                  <a:lnTo>
                    <a:pt x="2529425" y="438644"/>
                  </a:lnTo>
                  <a:lnTo>
                    <a:pt x="2594116" y="438644"/>
                  </a:lnTo>
                  <a:lnTo>
                    <a:pt x="2610936" y="441122"/>
                  </a:lnTo>
                  <a:lnTo>
                    <a:pt x="2610936" y="453513"/>
                  </a:lnTo>
                  <a:lnTo>
                    <a:pt x="2626462" y="455991"/>
                  </a:lnTo>
                  <a:lnTo>
                    <a:pt x="2626462" y="465078"/>
                  </a:lnTo>
                  <a:lnTo>
                    <a:pt x="2629049" y="465078"/>
                  </a:lnTo>
                  <a:lnTo>
                    <a:pt x="2644575" y="467556"/>
                  </a:lnTo>
                  <a:lnTo>
                    <a:pt x="2644575" y="479121"/>
                  </a:lnTo>
                  <a:lnTo>
                    <a:pt x="2661395" y="481600"/>
                  </a:lnTo>
                  <a:lnTo>
                    <a:pt x="2661395" y="491512"/>
                  </a:lnTo>
                  <a:lnTo>
                    <a:pt x="2663982" y="491512"/>
                  </a:lnTo>
                  <a:lnTo>
                    <a:pt x="2679508" y="493991"/>
                  </a:lnTo>
                  <a:lnTo>
                    <a:pt x="2679508" y="710421"/>
                  </a:lnTo>
                  <a:lnTo>
                    <a:pt x="2685977" y="805420"/>
                  </a:lnTo>
                  <a:lnTo>
                    <a:pt x="2685977" y="1030111"/>
                  </a:lnTo>
                  <a:lnTo>
                    <a:pt x="2704091" y="1073893"/>
                  </a:lnTo>
                  <a:lnTo>
                    <a:pt x="2714442" y="1073893"/>
                  </a:lnTo>
                  <a:lnTo>
                    <a:pt x="2714442" y="1074719"/>
                  </a:lnTo>
                  <a:lnTo>
                    <a:pt x="2736437" y="1074719"/>
                  </a:lnTo>
                  <a:lnTo>
                    <a:pt x="2736437" y="1077197"/>
                  </a:lnTo>
                  <a:lnTo>
                    <a:pt x="2759725" y="1077197"/>
                  </a:lnTo>
                  <a:lnTo>
                    <a:pt x="2759725" y="1078849"/>
                  </a:lnTo>
                  <a:lnTo>
                    <a:pt x="2773957" y="1079675"/>
                  </a:lnTo>
                  <a:lnTo>
                    <a:pt x="2776545" y="503077"/>
                  </a:lnTo>
                  <a:lnTo>
                    <a:pt x="2777839" y="303168"/>
                  </a:lnTo>
                  <a:lnTo>
                    <a:pt x="2933098" y="280038"/>
                  </a:lnTo>
                  <a:lnTo>
                    <a:pt x="2936979" y="318864"/>
                  </a:lnTo>
                  <a:lnTo>
                    <a:pt x="2934392" y="826071"/>
                  </a:lnTo>
                  <a:lnTo>
                    <a:pt x="3015902" y="827724"/>
                  </a:lnTo>
                  <a:lnTo>
                    <a:pt x="3017196" y="811202"/>
                  </a:lnTo>
                  <a:lnTo>
                    <a:pt x="3015902" y="811202"/>
                  </a:lnTo>
                  <a:lnTo>
                    <a:pt x="3017196" y="775681"/>
                  </a:lnTo>
                  <a:lnTo>
                    <a:pt x="3014609" y="775681"/>
                  </a:lnTo>
                  <a:lnTo>
                    <a:pt x="3010727" y="775681"/>
                  </a:lnTo>
                  <a:lnTo>
                    <a:pt x="3006846" y="774855"/>
                  </a:lnTo>
                  <a:lnTo>
                    <a:pt x="3002964" y="774855"/>
                  </a:lnTo>
                  <a:lnTo>
                    <a:pt x="3001670" y="774855"/>
                  </a:lnTo>
                  <a:lnTo>
                    <a:pt x="3000377" y="773203"/>
                  </a:lnTo>
                  <a:lnTo>
                    <a:pt x="3002964" y="550164"/>
                  </a:lnTo>
                  <a:lnTo>
                    <a:pt x="3005552" y="549337"/>
                  </a:lnTo>
                  <a:lnTo>
                    <a:pt x="3005552" y="547685"/>
                  </a:lnTo>
                  <a:lnTo>
                    <a:pt x="3009433" y="547685"/>
                  </a:lnTo>
                  <a:lnTo>
                    <a:pt x="3010727" y="547685"/>
                  </a:lnTo>
                  <a:lnTo>
                    <a:pt x="3015902" y="546859"/>
                  </a:lnTo>
                  <a:lnTo>
                    <a:pt x="3019784" y="546859"/>
                  </a:lnTo>
                  <a:lnTo>
                    <a:pt x="3021078" y="546859"/>
                  </a:lnTo>
                  <a:lnTo>
                    <a:pt x="3023665" y="546859"/>
                  </a:lnTo>
                  <a:lnTo>
                    <a:pt x="3147872" y="371732"/>
                  </a:lnTo>
                  <a:lnTo>
                    <a:pt x="3275961" y="373384"/>
                  </a:lnTo>
                  <a:lnTo>
                    <a:pt x="3396286" y="549337"/>
                  </a:lnTo>
                  <a:lnTo>
                    <a:pt x="3397580" y="549337"/>
                  </a:lnTo>
                  <a:lnTo>
                    <a:pt x="3404049" y="549337"/>
                  </a:lnTo>
                  <a:lnTo>
                    <a:pt x="3406637" y="549337"/>
                  </a:lnTo>
                  <a:lnTo>
                    <a:pt x="3410519" y="549337"/>
                  </a:lnTo>
                  <a:lnTo>
                    <a:pt x="3413106" y="550164"/>
                  </a:lnTo>
                  <a:lnTo>
                    <a:pt x="3414400" y="550164"/>
                  </a:lnTo>
                  <a:lnTo>
                    <a:pt x="3414400" y="550990"/>
                  </a:lnTo>
                  <a:lnTo>
                    <a:pt x="3415694" y="774855"/>
                  </a:lnTo>
                  <a:lnTo>
                    <a:pt x="3414400" y="775681"/>
                  </a:lnTo>
                  <a:lnTo>
                    <a:pt x="3413106" y="775681"/>
                  </a:lnTo>
                  <a:lnTo>
                    <a:pt x="3410519" y="775681"/>
                  </a:lnTo>
                  <a:lnTo>
                    <a:pt x="3406637" y="777333"/>
                  </a:lnTo>
                  <a:lnTo>
                    <a:pt x="3404049" y="777333"/>
                  </a:lnTo>
                  <a:lnTo>
                    <a:pt x="3400168" y="777333"/>
                  </a:lnTo>
                  <a:lnTo>
                    <a:pt x="3400168" y="812854"/>
                  </a:lnTo>
                  <a:lnTo>
                    <a:pt x="3397580" y="813680"/>
                  </a:lnTo>
                  <a:lnTo>
                    <a:pt x="3400168" y="1222586"/>
                  </a:lnTo>
                  <a:lnTo>
                    <a:pt x="3428632" y="1223412"/>
                  </a:lnTo>
                  <a:lnTo>
                    <a:pt x="3428632" y="1410930"/>
                  </a:lnTo>
                  <a:lnTo>
                    <a:pt x="3451921" y="1410930"/>
                  </a:lnTo>
                  <a:lnTo>
                    <a:pt x="3451921" y="1354757"/>
                  </a:lnTo>
                  <a:lnTo>
                    <a:pt x="3463565" y="1354757"/>
                  </a:lnTo>
                  <a:lnTo>
                    <a:pt x="3463565" y="1044980"/>
                  </a:lnTo>
                  <a:lnTo>
                    <a:pt x="3451921" y="1044980"/>
                  </a:lnTo>
                  <a:lnTo>
                    <a:pt x="3451921" y="666640"/>
                  </a:lnTo>
                  <a:lnTo>
                    <a:pt x="3473916" y="664161"/>
                  </a:lnTo>
                  <a:lnTo>
                    <a:pt x="3473916" y="536120"/>
                  </a:lnTo>
                  <a:lnTo>
                    <a:pt x="3497205" y="532816"/>
                  </a:lnTo>
                  <a:lnTo>
                    <a:pt x="3498499" y="531990"/>
                  </a:lnTo>
                  <a:lnTo>
                    <a:pt x="3501086" y="530338"/>
                  </a:lnTo>
                  <a:lnTo>
                    <a:pt x="3502380" y="530338"/>
                  </a:lnTo>
                  <a:lnTo>
                    <a:pt x="3506261" y="529512"/>
                  </a:lnTo>
                  <a:lnTo>
                    <a:pt x="3510143" y="528686"/>
                  </a:lnTo>
                  <a:lnTo>
                    <a:pt x="3514024" y="528686"/>
                  </a:lnTo>
                  <a:lnTo>
                    <a:pt x="3519200" y="527034"/>
                  </a:lnTo>
                  <a:lnTo>
                    <a:pt x="3524375" y="526207"/>
                  </a:lnTo>
                  <a:lnTo>
                    <a:pt x="3529550" y="526207"/>
                  </a:lnTo>
                  <a:lnTo>
                    <a:pt x="3534726" y="526207"/>
                  </a:lnTo>
                  <a:lnTo>
                    <a:pt x="3541195" y="524555"/>
                  </a:lnTo>
                  <a:lnTo>
                    <a:pt x="3546370" y="524555"/>
                  </a:lnTo>
                  <a:lnTo>
                    <a:pt x="3570953" y="521251"/>
                  </a:lnTo>
                  <a:lnTo>
                    <a:pt x="3596829" y="524555"/>
                  </a:lnTo>
                  <a:lnTo>
                    <a:pt x="3602004" y="524555"/>
                  </a:lnTo>
                  <a:lnTo>
                    <a:pt x="3607180" y="526207"/>
                  </a:lnTo>
                  <a:lnTo>
                    <a:pt x="3612355" y="526207"/>
                  </a:lnTo>
                  <a:lnTo>
                    <a:pt x="3617530" y="526207"/>
                  </a:lnTo>
                  <a:lnTo>
                    <a:pt x="3623999" y="527034"/>
                  </a:lnTo>
                  <a:lnTo>
                    <a:pt x="3626587" y="527034"/>
                  </a:lnTo>
                  <a:lnTo>
                    <a:pt x="3630469" y="528686"/>
                  </a:lnTo>
                  <a:lnTo>
                    <a:pt x="3634350" y="529512"/>
                  </a:lnTo>
                  <a:lnTo>
                    <a:pt x="3638231" y="529512"/>
                  </a:lnTo>
                  <a:lnTo>
                    <a:pt x="3639525" y="530338"/>
                  </a:lnTo>
                  <a:lnTo>
                    <a:pt x="3642113" y="531990"/>
                  </a:lnTo>
                  <a:lnTo>
                    <a:pt x="3643407" y="532816"/>
                  </a:lnTo>
                  <a:lnTo>
                    <a:pt x="3666696" y="536120"/>
                  </a:lnTo>
                  <a:lnTo>
                    <a:pt x="3666696" y="664161"/>
                  </a:lnTo>
                  <a:lnTo>
                    <a:pt x="3688691" y="666640"/>
                  </a:lnTo>
                  <a:lnTo>
                    <a:pt x="3688691" y="1044980"/>
                  </a:lnTo>
                  <a:lnTo>
                    <a:pt x="3679634" y="1044980"/>
                  </a:lnTo>
                  <a:lnTo>
                    <a:pt x="3679634" y="1354757"/>
                  </a:lnTo>
                  <a:lnTo>
                    <a:pt x="3726211" y="1354757"/>
                  </a:lnTo>
                  <a:lnTo>
                    <a:pt x="3726211" y="1100327"/>
                  </a:lnTo>
                  <a:lnTo>
                    <a:pt x="3840068" y="1097849"/>
                  </a:lnTo>
                  <a:lnTo>
                    <a:pt x="3855594" y="1099501"/>
                  </a:lnTo>
                  <a:lnTo>
                    <a:pt x="3855594" y="1114370"/>
                  </a:lnTo>
                  <a:lnTo>
                    <a:pt x="3886645" y="1112718"/>
                  </a:lnTo>
                  <a:lnTo>
                    <a:pt x="3908640" y="1114370"/>
                  </a:lnTo>
                  <a:lnTo>
                    <a:pt x="3908640" y="1054067"/>
                  </a:lnTo>
                  <a:lnTo>
                    <a:pt x="3922872" y="1054067"/>
                  </a:lnTo>
                  <a:lnTo>
                    <a:pt x="3922872" y="982199"/>
                  </a:lnTo>
                  <a:lnTo>
                    <a:pt x="3942280" y="982199"/>
                  </a:lnTo>
                  <a:lnTo>
                    <a:pt x="3944867" y="980547"/>
                  </a:lnTo>
                  <a:lnTo>
                    <a:pt x="3946161" y="980547"/>
                  </a:lnTo>
                  <a:lnTo>
                    <a:pt x="3947455" y="980547"/>
                  </a:lnTo>
                  <a:lnTo>
                    <a:pt x="3951337" y="980547"/>
                  </a:lnTo>
                  <a:lnTo>
                    <a:pt x="3953924" y="980547"/>
                  </a:lnTo>
                  <a:lnTo>
                    <a:pt x="3956512" y="980547"/>
                  </a:lnTo>
                  <a:lnTo>
                    <a:pt x="3960393" y="980547"/>
                  </a:lnTo>
                  <a:lnTo>
                    <a:pt x="3964275" y="980547"/>
                  </a:lnTo>
                  <a:lnTo>
                    <a:pt x="3968156" y="980547"/>
                  </a:lnTo>
                  <a:lnTo>
                    <a:pt x="3973332" y="980547"/>
                  </a:lnTo>
                  <a:lnTo>
                    <a:pt x="3977213" y="980547"/>
                  </a:lnTo>
                  <a:lnTo>
                    <a:pt x="3982388" y="980547"/>
                  </a:lnTo>
                  <a:lnTo>
                    <a:pt x="4001796" y="980547"/>
                  </a:lnTo>
                  <a:lnTo>
                    <a:pt x="4016028" y="980547"/>
                  </a:lnTo>
                  <a:lnTo>
                    <a:pt x="4016028" y="942547"/>
                  </a:lnTo>
                  <a:lnTo>
                    <a:pt x="4045786" y="940069"/>
                  </a:lnTo>
                  <a:lnTo>
                    <a:pt x="4080719" y="941721"/>
                  </a:lnTo>
                  <a:lnTo>
                    <a:pt x="4080719" y="1006981"/>
                  </a:lnTo>
                  <a:lnTo>
                    <a:pt x="4096245" y="1006981"/>
                  </a:lnTo>
                  <a:lnTo>
                    <a:pt x="4096245" y="1073893"/>
                  </a:lnTo>
                  <a:lnTo>
                    <a:pt x="4110477" y="1073893"/>
                  </a:lnTo>
                  <a:lnTo>
                    <a:pt x="4110477" y="1103631"/>
                  </a:lnTo>
                  <a:lnTo>
                    <a:pt x="4114358" y="1103631"/>
                  </a:lnTo>
                  <a:lnTo>
                    <a:pt x="4119534" y="1103631"/>
                  </a:lnTo>
                  <a:lnTo>
                    <a:pt x="4124709" y="1103631"/>
                  </a:lnTo>
                  <a:lnTo>
                    <a:pt x="4126003" y="1103631"/>
                  </a:lnTo>
                  <a:lnTo>
                    <a:pt x="4126003" y="1077197"/>
                  </a:lnTo>
                  <a:lnTo>
                    <a:pt x="4147998" y="1076371"/>
                  </a:lnTo>
                  <a:lnTo>
                    <a:pt x="4147998" y="1052415"/>
                  </a:lnTo>
                  <a:lnTo>
                    <a:pt x="4153173" y="1052415"/>
                  </a:lnTo>
                  <a:lnTo>
                    <a:pt x="4179050" y="1053241"/>
                  </a:lnTo>
                  <a:lnTo>
                    <a:pt x="4179050" y="932635"/>
                  </a:lnTo>
                  <a:lnTo>
                    <a:pt x="4294200" y="936765"/>
                  </a:lnTo>
                  <a:lnTo>
                    <a:pt x="4294200" y="1077197"/>
                  </a:lnTo>
                  <a:lnTo>
                    <a:pt x="4307138" y="1077197"/>
                  </a:lnTo>
                  <a:lnTo>
                    <a:pt x="4307138" y="1263063"/>
                  </a:lnTo>
                  <a:lnTo>
                    <a:pt x="4360185" y="1263063"/>
                  </a:lnTo>
                  <a:lnTo>
                    <a:pt x="4362772" y="1082980"/>
                  </a:lnTo>
                  <a:lnTo>
                    <a:pt x="4387355" y="983851"/>
                  </a:lnTo>
                  <a:lnTo>
                    <a:pt x="4389943" y="660857"/>
                  </a:lnTo>
                  <a:lnTo>
                    <a:pt x="4404175" y="632771"/>
                  </a:lnTo>
                  <a:lnTo>
                    <a:pt x="4404175" y="333733"/>
                  </a:lnTo>
                  <a:lnTo>
                    <a:pt x="4417113" y="315559"/>
                  </a:lnTo>
                  <a:lnTo>
                    <a:pt x="4427464" y="313081"/>
                  </a:lnTo>
                  <a:lnTo>
                    <a:pt x="4427464" y="301516"/>
                  </a:lnTo>
                  <a:lnTo>
                    <a:pt x="4427464" y="299038"/>
                  </a:lnTo>
                  <a:lnTo>
                    <a:pt x="4436520" y="298212"/>
                  </a:lnTo>
                  <a:lnTo>
                    <a:pt x="4436520" y="286647"/>
                  </a:lnTo>
                  <a:lnTo>
                    <a:pt x="4436520" y="283343"/>
                  </a:lnTo>
                  <a:lnTo>
                    <a:pt x="4449459" y="281690"/>
                  </a:lnTo>
                  <a:lnTo>
                    <a:pt x="4449459" y="261039"/>
                  </a:lnTo>
                  <a:lnTo>
                    <a:pt x="4449459" y="259386"/>
                  </a:lnTo>
                  <a:lnTo>
                    <a:pt x="4459809" y="257734"/>
                  </a:lnTo>
                  <a:lnTo>
                    <a:pt x="4574959" y="257734"/>
                  </a:lnTo>
                  <a:lnTo>
                    <a:pt x="4586604" y="259386"/>
                  </a:lnTo>
                  <a:lnTo>
                    <a:pt x="4586604" y="262691"/>
                  </a:lnTo>
                  <a:lnTo>
                    <a:pt x="4586604" y="281690"/>
                  </a:lnTo>
                  <a:lnTo>
                    <a:pt x="4598248" y="283343"/>
                  </a:lnTo>
                  <a:lnTo>
                    <a:pt x="4598248" y="286647"/>
                  </a:lnTo>
                  <a:lnTo>
                    <a:pt x="4598248" y="298212"/>
                  </a:lnTo>
                  <a:lnTo>
                    <a:pt x="4606011" y="299038"/>
                  </a:lnTo>
                  <a:lnTo>
                    <a:pt x="4606011" y="301516"/>
                  </a:lnTo>
                  <a:lnTo>
                    <a:pt x="4606011" y="313081"/>
                  </a:lnTo>
                  <a:lnTo>
                    <a:pt x="4618949" y="315559"/>
                  </a:lnTo>
                  <a:lnTo>
                    <a:pt x="4630594" y="333733"/>
                  </a:lnTo>
                  <a:lnTo>
                    <a:pt x="4630594" y="632771"/>
                  </a:lnTo>
                  <a:lnTo>
                    <a:pt x="4646120" y="660857"/>
                  </a:lnTo>
                  <a:lnTo>
                    <a:pt x="4646120" y="939243"/>
                  </a:lnTo>
                  <a:lnTo>
                    <a:pt x="4648707" y="939243"/>
                  </a:lnTo>
                  <a:lnTo>
                    <a:pt x="4648707" y="933461"/>
                  </a:lnTo>
                  <a:lnTo>
                    <a:pt x="4651295" y="933461"/>
                  </a:lnTo>
                  <a:lnTo>
                    <a:pt x="4684934" y="933461"/>
                  </a:lnTo>
                  <a:lnTo>
                    <a:pt x="4688816" y="933461"/>
                  </a:lnTo>
                  <a:lnTo>
                    <a:pt x="4688816" y="934287"/>
                  </a:lnTo>
                  <a:lnTo>
                    <a:pt x="4688816" y="939243"/>
                  </a:lnTo>
                  <a:lnTo>
                    <a:pt x="4693991" y="939243"/>
                  </a:lnTo>
                  <a:lnTo>
                    <a:pt x="4696579" y="941721"/>
                  </a:lnTo>
                  <a:lnTo>
                    <a:pt x="4696579" y="944200"/>
                  </a:lnTo>
                  <a:lnTo>
                    <a:pt x="4699167" y="944200"/>
                  </a:lnTo>
                  <a:lnTo>
                    <a:pt x="4701754" y="945852"/>
                  </a:lnTo>
                  <a:lnTo>
                    <a:pt x="4701754" y="949982"/>
                  </a:lnTo>
                  <a:lnTo>
                    <a:pt x="4705636" y="949982"/>
                  </a:lnTo>
                  <a:lnTo>
                    <a:pt x="4706929" y="951634"/>
                  </a:lnTo>
                  <a:lnTo>
                    <a:pt x="4706929" y="957417"/>
                  </a:lnTo>
                  <a:lnTo>
                    <a:pt x="4712105" y="957417"/>
                  </a:lnTo>
                  <a:lnTo>
                    <a:pt x="4712105" y="959895"/>
                  </a:lnTo>
                  <a:lnTo>
                    <a:pt x="4712105" y="1112718"/>
                  </a:lnTo>
                  <a:lnTo>
                    <a:pt x="4715986" y="1130066"/>
                  </a:lnTo>
                  <a:lnTo>
                    <a:pt x="4717280" y="693900"/>
                  </a:lnTo>
                  <a:lnTo>
                    <a:pt x="4717280" y="667466"/>
                  </a:lnTo>
                  <a:lnTo>
                    <a:pt x="4717280" y="604684"/>
                  </a:lnTo>
                  <a:lnTo>
                    <a:pt x="4719868" y="604684"/>
                  </a:lnTo>
                  <a:lnTo>
                    <a:pt x="4719868" y="579902"/>
                  </a:lnTo>
                  <a:lnTo>
                    <a:pt x="4719868" y="532816"/>
                  </a:lnTo>
                  <a:lnTo>
                    <a:pt x="4825961" y="531990"/>
                  </a:lnTo>
                  <a:lnTo>
                    <a:pt x="4827255" y="527034"/>
                  </a:lnTo>
                  <a:lnTo>
                    <a:pt x="4841487" y="527034"/>
                  </a:lnTo>
                  <a:lnTo>
                    <a:pt x="4841487" y="531990"/>
                  </a:lnTo>
                  <a:lnTo>
                    <a:pt x="4934642" y="531990"/>
                  </a:lnTo>
                  <a:lnTo>
                    <a:pt x="4939818" y="527034"/>
                  </a:lnTo>
                  <a:lnTo>
                    <a:pt x="4951462" y="527034"/>
                  </a:lnTo>
                  <a:lnTo>
                    <a:pt x="4951462" y="531990"/>
                  </a:lnTo>
                  <a:lnTo>
                    <a:pt x="5052380" y="531990"/>
                  </a:lnTo>
                  <a:lnTo>
                    <a:pt x="5052380" y="579076"/>
                  </a:lnTo>
                  <a:lnTo>
                    <a:pt x="5052380" y="603032"/>
                  </a:lnTo>
                  <a:lnTo>
                    <a:pt x="5060143" y="603032"/>
                  </a:lnTo>
                  <a:lnTo>
                    <a:pt x="5060143" y="667466"/>
                  </a:lnTo>
                  <a:lnTo>
                    <a:pt x="5060143" y="693900"/>
                  </a:lnTo>
                  <a:lnTo>
                    <a:pt x="5054968" y="1006981"/>
                  </a:lnTo>
                  <a:lnTo>
                    <a:pt x="5179175" y="1004503"/>
                  </a:lnTo>
                  <a:lnTo>
                    <a:pt x="5186938" y="1006155"/>
                  </a:lnTo>
                  <a:lnTo>
                    <a:pt x="5186938" y="1029285"/>
                  </a:lnTo>
                  <a:lnTo>
                    <a:pt x="5189526" y="1029285"/>
                  </a:lnTo>
                  <a:lnTo>
                    <a:pt x="5261980" y="1036720"/>
                  </a:lnTo>
                  <a:lnTo>
                    <a:pt x="5261980" y="1100327"/>
                  </a:lnTo>
                  <a:lnTo>
                    <a:pt x="5312439" y="1094545"/>
                  </a:lnTo>
                  <a:lnTo>
                    <a:pt x="5352547" y="1095371"/>
                  </a:lnTo>
                  <a:lnTo>
                    <a:pt x="5352547" y="953286"/>
                  </a:lnTo>
                  <a:lnTo>
                    <a:pt x="5353841" y="953286"/>
                  </a:lnTo>
                  <a:lnTo>
                    <a:pt x="5353841" y="646814"/>
                  </a:lnTo>
                  <a:lnTo>
                    <a:pt x="5382305" y="616249"/>
                  </a:lnTo>
                  <a:lnTo>
                    <a:pt x="5382305" y="590641"/>
                  </a:lnTo>
                  <a:lnTo>
                    <a:pt x="5388774" y="587337"/>
                  </a:lnTo>
                  <a:lnTo>
                    <a:pt x="5729050" y="593945"/>
                  </a:lnTo>
                  <a:lnTo>
                    <a:pt x="5729050" y="1171369"/>
                  </a:lnTo>
                  <a:lnTo>
                    <a:pt x="5766571" y="1171369"/>
                  </a:lnTo>
                  <a:lnTo>
                    <a:pt x="5765277" y="1181282"/>
                  </a:lnTo>
                  <a:lnTo>
                    <a:pt x="5817030" y="1160630"/>
                  </a:lnTo>
                  <a:lnTo>
                    <a:pt x="5820911" y="177605"/>
                  </a:lnTo>
                  <a:lnTo>
                    <a:pt x="5831262" y="170171"/>
                  </a:lnTo>
                  <a:lnTo>
                    <a:pt x="5857138" y="163562"/>
                  </a:lnTo>
                  <a:lnTo>
                    <a:pt x="5897247" y="157780"/>
                  </a:lnTo>
                  <a:lnTo>
                    <a:pt x="5947706" y="154475"/>
                  </a:lnTo>
                  <a:lnTo>
                    <a:pt x="6003341" y="151997"/>
                  </a:lnTo>
                  <a:lnTo>
                    <a:pt x="6031805" y="151997"/>
                  </a:lnTo>
                  <a:lnTo>
                    <a:pt x="6031805" y="69390"/>
                  </a:lnTo>
                  <a:lnTo>
                    <a:pt x="6042155" y="0"/>
                  </a:lnTo>
                  <a:close/>
                </a:path>
              </a:pathLst>
            </a:custGeom>
            <a:gradFill>
              <a:gsLst>
                <a:gs pos="0">
                  <a:srgbClr val="0193C2">
                    <a:alpha val="14901"/>
                  </a:srgbClr>
                </a:gs>
                <a:gs pos="100000">
                  <a:srgbClr val="0193C2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7"/>
                <a:buFont typeface="Arial"/>
                <a:buNone/>
              </a:pPr>
              <a:endParaRPr sz="217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0"/>
            <p:cNvSpPr/>
            <p:nvPr/>
          </p:nvSpPr>
          <p:spPr>
            <a:xfrm>
              <a:off x="6925760" y="202402"/>
              <a:ext cx="2375336" cy="898259"/>
            </a:xfrm>
            <a:custGeom>
              <a:avLst/>
              <a:gdLst/>
              <a:ahLst/>
              <a:cxnLst/>
              <a:rect l="l" t="t" r="r" b="b"/>
              <a:pathLst>
                <a:path w="2375336" h="898259" extrusionOk="0">
                  <a:moveTo>
                    <a:pt x="706552" y="0"/>
                  </a:moveTo>
                  <a:lnTo>
                    <a:pt x="757122" y="1413"/>
                  </a:lnTo>
                  <a:lnTo>
                    <a:pt x="803294" y="3298"/>
                  </a:lnTo>
                  <a:lnTo>
                    <a:pt x="841770" y="6594"/>
                  </a:lnTo>
                  <a:lnTo>
                    <a:pt x="869254" y="11305"/>
                  </a:lnTo>
                  <a:lnTo>
                    <a:pt x="884644" y="16486"/>
                  </a:lnTo>
                  <a:lnTo>
                    <a:pt x="887942" y="21196"/>
                  </a:lnTo>
                  <a:lnTo>
                    <a:pt x="887942" y="103627"/>
                  </a:lnTo>
                  <a:lnTo>
                    <a:pt x="889042" y="744703"/>
                  </a:lnTo>
                  <a:lnTo>
                    <a:pt x="898935" y="744703"/>
                  </a:lnTo>
                  <a:lnTo>
                    <a:pt x="911028" y="746116"/>
                  </a:lnTo>
                  <a:lnTo>
                    <a:pt x="912127" y="630713"/>
                  </a:lnTo>
                  <a:lnTo>
                    <a:pt x="916525" y="609045"/>
                  </a:lnTo>
                  <a:lnTo>
                    <a:pt x="923120" y="590204"/>
                  </a:lnTo>
                  <a:lnTo>
                    <a:pt x="928618" y="575602"/>
                  </a:lnTo>
                  <a:lnTo>
                    <a:pt x="935214" y="566181"/>
                  </a:lnTo>
                  <a:lnTo>
                    <a:pt x="942908" y="560058"/>
                  </a:lnTo>
                  <a:lnTo>
                    <a:pt x="986882" y="557703"/>
                  </a:lnTo>
                  <a:lnTo>
                    <a:pt x="1005570" y="557703"/>
                  </a:lnTo>
                  <a:lnTo>
                    <a:pt x="1013266" y="564297"/>
                  </a:lnTo>
                  <a:lnTo>
                    <a:pt x="1020961" y="574189"/>
                  </a:lnTo>
                  <a:lnTo>
                    <a:pt x="1025358" y="588791"/>
                  </a:lnTo>
                  <a:lnTo>
                    <a:pt x="1029756" y="605748"/>
                  </a:lnTo>
                  <a:lnTo>
                    <a:pt x="1031954" y="412153"/>
                  </a:lnTo>
                  <a:lnTo>
                    <a:pt x="1033054" y="398493"/>
                  </a:lnTo>
                  <a:lnTo>
                    <a:pt x="1033054" y="396609"/>
                  </a:lnTo>
                  <a:lnTo>
                    <a:pt x="1033054" y="394254"/>
                  </a:lnTo>
                  <a:lnTo>
                    <a:pt x="1035252" y="381537"/>
                  </a:lnTo>
                  <a:lnTo>
                    <a:pt x="1036352" y="365521"/>
                  </a:lnTo>
                  <a:lnTo>
                    <a:pt x="1040750" y="350448"/>
                  </a:lnTo>
                  <a:lnTo>
                    <a:pt x="1044047" y="335375"/>
                  </a:lnTo>
                  <a:lnTo>
                    <a:pt x="1048444" y="320302"/>
                  </a:lnTo>
                  <a:lnTo>
                    <a:pt x="1055040" y="305229"/>
                  </a:lnTo>
                  <a:lnTo>
                    <a:pt x="1060536" y="290156"/>
                  </a:lnTo>
                  <a:lnTo>
                    <a:pt x="1068232" y="275083"/>
                  </a:lnTo>
                  <a:lnTo>
                    <a:pt x="1075928" y="260010"/>
                  </a:lnTo>
                  <a:lnTo>
                    <a:pt x="1084722" y="245408"/>
                  </a:lnTo>
                  <a:lnTo>
                    <a:pt x="1092417" y="234574"/>
                  </a:lnTo>
                  <a:lnTo>
                    <a:pt x="1092417" y="233161"/>
                  </a:lnTo>
                  <a:lnTo>
                    <a:pt x="1090219" y="229864"/>
                  </a:lnTo>
                  <a:lnTo>
                    <a:pt x="1090219" y="227980"/>
                  </a:lnTo>
                  <a:lnTo>
                    <a:pt x="1088020" y="227037"/>
                  </a:lnTo>
                  <a:lnTo>
                    <a:pt x="1095716" y="227037"/>
                  </a:lnTo>
                  <a:lnTo>
                    <a:pt x="1095716" y="223270"/>
                  </a:lnTo>
                  <a:lnTo>
                    <a:pt x="1095716" y="219030"/>
                  </a:lnTo>
                  <a:lnTo>
                    <a:pt x="1097914" y="215262"/>
                  </a:lnTo>
                  <a:lnTo>
                    <a:pt x="1097914" y="211494"/>
                  </a:lnTo>
                  <a:lnTo>
                    <a:pt x="1099014" y="207254"/>
                  </a:lnTo>
                  <a:lnTo>
                    <a:pt x="1100112" y="203015"/>
                  </a:lnTo>
                  <a:lnTo>
                    <a:pt x="1102312" y="198776"/>
                  </a:lnTo>
                  <a:lnTo>
                    <a:pt x="1103411" y="195008"/>
                  </a:lnTo>
                  <a:lnTo>
                    <a:pt x="1105610" y="191239"/>
                  </a:lnTo>
                  <a:lnTo>
                    <a:pt x="1106709" y="187000"/>
                  </a:lnTo>
                  <a:lnTo>
                    <a:pt x="1107808" y="183232"/>
                  </a:lnTo>
                  <a:lnTo>
                    <a:pt x="1110006" y="178992"/>
                  </a:lnTo>
                  <a:lnTo>
                    <a:pt x="1314482" y="178521"/>
                  </a:lnTo>
                  <a:lnTo>
                    <a:pt x="1316680" y="182290"/>
                  </a:lnTo>
                  <a:lnTo>
                    <a:pt x="1317780" y="186529"/>
                  </a:lnTo>
                  <a:lnTo>
                    <a:pt x="1319979" y="190297"/>
                  </a:lnTo>
                  <a:lnTo>
                    <a:pt x="1321078" y="194537"/>
                  </a:lnTo>
                  <a:lnTo>
                    <a:pt x="1322177" y="198776"/>
                  </a:lnTo>
                  <a:lnTo>
                    <a:pt x="1324376" y="203015"/>
                  </a:lnTo>
                  <a:lnTo>
                    <a:pt x="1325476" y="206783"/>
                  </a:lnTo>
                  <a:lnTo>
                    <a:pt x="1325476" y="210552"/>
                  </a:lnTo>
                  <a:lnTo>
                    <a:pt x="1327674" y="214791"/>
                  </a:lnTo>
                  <a:lnTo>
                    <a:pt x="1327674" y="218559"/>
                  </a:lnTo>
                  <a:lnTo>
                    <a:pt x="1328774" y="222328"/>
                  </a:lnTo>
                  <a:lnTo>
                    <a:pt x="1328774" y="226566"/>
                  </a:lnTo>
                  <a:lnTo>
                    <a:pt x="1335370" y="226566"/>
                  </a:lnTo>
                  <a:lnTo>
                    <a:pt x="1335370" y="237400"/>
                  </a:lnTo>
                  <a:lnTo>
                    <a:pt x="1339767" y="244937"/>
                  </a:lnTo>
                  <a:lnTo>
                    <a:pt x="1344164" y="252944"/>
                  </a:lnTo>
                  <a:lnTo>
                    <a:pt x="1347462" y="260010"/>
                  </a:lnTo>
                  <a:lnTo>
                    <a:pt x="1351860" y="267075"/>
                  </a:lnTo>
                  <a:lnTo>
                    <a:pt x="1356257" y="274612"/>
                  </a:lnTo>
                  <a:lnTo>
                    <a:pt x="1359554" y="282149"/>
                  </a:lnTo>
                  <a:lnTo>
                    <a:pt x="1362853" y="289685"/>
                  </a:lnTo>
                  <a:lnTo>
                    <a:pt x="1367250" y="297222"/>
                  </a:lnTo>
                  <a:lnTo>
                    <a:pt x="1370548" y="304758"/>
                  </a:lnTo>
                  <a:lnTo>
                    <a:pt x="1372746" y="312294"/>
                  </a:lnTo>
                  <a:lnTo>
                    <a:pt x="1374946" y="319831"/>
                  </a:lnTo>
                  <a:lnTo>
                    <a:pt x="1380442" y="334904"/>
                  </a:lnTo>
                  <a:lnTo>
                    <a:pt x="1383740" y="349977"/>
                  </a:lnTo>
                  <a:lnTo>
                    <a:pt x="1388138" y="365521"/>
                  </a:lnTo>
                  <a:lnTo>
                    <a:pt x="1390336" y="380595"/>
                  </a:lnTo>
                  <a:lnTo>
                    <a:pt x="1391435" y="396609"/>
                  </a:lnTo>
                  <a:lnTo>
                    <a:pt x="1391435" y="400378"/>
                  </a:lnTo>
                  <a:lnTo>
                    <a:pt x="1393634" y="411682"/>
                  </a:lnTo>
                  <a:lnTo>
                    <a:pt x="1394734" y="591146"/>
                  </a:lnTo>
                  <a:lnTo>
                    <a:pt x="1454097" y="590675"/>
                  </a:lnTo>
                  <a:lnTo>
                    <a:pt x="1449700" y="108809"/>
                  </a:lnTo>
                  <a:lnTo>
                    <a:pt x="1449700" y="47103"/>
                  </a:lnTo>
                  <a:lnTo>
                    <a:pt x="1875141" y="45219"/>
                  </a:lnTo>
                  <a:lnTo>
                    <a:pt x="1875141" y="53227"/>
                  </a:lnTo>
                  <a:lnTo>
                    <a:pt x="1874042" y="113519"/>
                  </a:lnTo>
                  <a:lnTo>
                    <a:pt x="1866346" y="587849"/>
                  </a:lnTo>
                  <a:lnTo>
                    <a:pt x="1881737" y="587849"/>
                  </a:lnTo>
                  <a:lnTo>
                    <a:pt x="1881737" y="562413"/>
                  </a:lnTo>
                  <a:lnTo>
                    <a:pt x="1882836" y="562413"/>
                  </a:lnTo>
                  <a:lnTo>
                    <a:pt x="1885035" y="562413"/>
                  </a:lnTo>
                  <a:lnTo>
                    <a:pt x="1905922" y="561942"/>
                  </a:lnTo>
                  <a:lnTo>
                    <a:pt x="1905922" y="538390"/>
                  </a:lnTo>
                  <a:lnTo>
                    <a:pt x="1905922" y="537448"/>
                  </a:lnTo>
                  <a:lnTo>
                    <a:pt x="1908120" y="537448"/>
                  </a:lnTo>
                  <a:lnTo>
                    <a:pt x="1909220" y="537448"/>
                  </a:lnTo>
                  <a:lnTo>
                    <a:pt x="1912518" y="536977"/>
                  </a:lnTo>
                  <a:lnTo>
                    <a:pt x="1935604" y="536035"/>
                  </a:lnTo>
                  <a:lnTo>
                    <a:pt x="1935604" y="517665"/>
                  </a:lnTo>
                  <a:lnTo>
                    <a:pt x="1935604" y="517194"/>
                  </a:lnTo>
                  <a:lnTo>
                    <a:pt x="1936704" y="516723"/>
                  </a:lnTo>
                  <a:lnTo>
                    <a:pt x="1938902" y="515781"/>
                  </a:lnTo>
                  <a:lnTo>
                    <a:pt x="1940001" y="515310"/>
                  </a:lnTo>
                  <a:lnTo>
                    <a:pt x="2025749" y="512484"/>
                  </a:lnTo>
                  <a:lnTo>
                    <a:pt x="2025749" y="510599"/>
                  </a:lnTo>
                  <a:lnTo>
                    <a:pt x="2025749" y="510128"/>
                  </a:lnTo>
                  <a:lnTo>
                    <a:pt x="2025749" y="508715"/>
                  </a:lnTo>
                  <a:lnTo>
                    <a:pt x="2025749" y="507302"/>
                  </a:lnTo>
                  <a:lnTo>
                    <a:pt x="2025749" y="505418"/>
                  </a:lnTo>
                  <a:lnTo>
                    <a:pt x="2025749" y="503534"/>
                  </a:lnTo>
                  <a:lnTo>
                    <a:pt x="2025749" y="501650"/>
                  </a:lnTo>
                  <a:lnTo>
                    <a:pt x="2025749" y="499295"/>
                  </a:lnTo>
                  <a:lnTo>
                    <a:pt x="2025749" y="498353"/>
                  </a:lnTo>
                  <a:lnTo>
                    <a:pt x="2025749" y="496939"/>
                  </a:lnTo>
                  <a:lnTo>
                    <a:pt x="2025749" y="495526"/>
                  </a:lnTo>
                  <a:lnTo>
                    <a:pt x="2025749" y="495055"/>
                  </a:lnTo>
                  <a:lnTo>
                    <a:pt x="2029047" y="495055"/>
                  </a:lnTo>
                  <a:lnTo>
                    <a:pt x="2030146" y="488461"/>
                  </a:lnTo>
                  <a:lnTo>
                    <a:pt x="2092808" y="488461"/>
                  </a:lnTo>
                  <a:lnTo>
                    <a:pt x="2092808" y="512484"/>
                  </a:lnTo>
                  <a:lnTo>
                    <a:pt x="2177456" y="515310"/>
                  </a:lnTo>
                  <a:lnTo>
                    <a:pt x="2177456" y="515781"/>
                  </a:lnTo>
                  <a:lnTo>
                    <a:pt x="2177456" y="536035"/>
                  </a:lnTo>
                  <a:lnTo>
                    <a:pt x="2203841" y="536977"/>
                  </a:lnTo>
                  <a:lnTo>
                    <a:pt x="2204940" y="536977"/>
                  </a:lnTo>
                  <a:lnTo>
                    <a:pt x="2204940" y="537448"/>
                  </a:lnTo>
                  <a:lnTo>
                    <a:pt x="2204940" y="561942"/>
                  </a:lnTo>
                  <a:lnTo>
                    <a:pt x="2229126" y="562413"/>
                  </a:lnTo>
                  <a:lnTo>
                    <a:pt x="2231324" y="562413"/>
                  </a:lnTo>
                  <a:lnTo>
                    <a:pt x="2232423" y="562413"/>
                  </a:lnTo>
                  <a:lnTo>
                    <a:pt x="2231324" y="587849"/>
                  </a:lnTo>
                  <a:lnTo>
                    <a:pt x="2248914" y="587849"/>
                  </a:lnTo>
                  <a:lnTo>
                    <a:pt x="2252211" y="587849"/>
                  </a:lnTo>
                  <a:lnTo>
                    <a:pt x="2254410" y="587849"/>
                  </a:lnTo>
                  <a:lnTo>
                    <a:pt x="2255509" y="587849"/>
                  </a:lnTo>
                  <a:lnTo>
                    <a:pt x="2256608" y="587849"/>
                  </a:lnTo>
                  <a:lnTo>
                    <a:pt x="2258807" y="587849"/>
                  </a:lnTo>
                  <a:lnTo>
                    <a:pt x="2256608" y="617524"/>
                  </a:lnTo>
                  <a:lnTo>
                    <a:pt x="2279695" y="617524"/>
                  </a:lnTo>
                  <a:lnTo>
                    <a:pt x="2274198" y="765899"/>
                  </a:lnTo>
                  <a:lnTo>
                    <a:pt x="2304980" y="768725"/>
                  </a:lnTo>
                  <a:lnTo>
                    <a:pt x="2302780" y="804524"/>
                  </a:lnTo>
                  <a:lnTo>
                    <a:pt x="2375336" y="804524"/>
                  </a:lnTo>
                  <a:lnTo>
                    <a:pt x="2375336" y="898259"/>
                  </a:lnTo>
                  <a:lnTo>
                    <a:pt x="0" y="898259"/>
                  </a:lnTo>
                  <a:lnTo>
                    <a:pt x="0" y="588140"/>
                  </a:lnTo>
                  <a:lnTo>
                    <a:pt x="43657" y="591146"/>
                  </a:lnTo>
                  <a:lnTo>
                    <a:pt x="43657" y="627415"/>
                  </a:lnTo>
                  <a:lnTo>
                    <a:pt x="86530" y="624118"/>
                  </a:lnTo>
                  <a:lnTo>
                    <a:pt x="120609" y="624589"/>
                  </a:lnTo>
                  <a:lnTo>
                    <a:pt x="120609" y="543571"/>
                  </a:lnTo>
                  <a:lnTo>
                    <a:pt x="121709" y="543571"/>
                  </a:lnTo>
                  <a:lnTo>
                    <a:pt x="121709" y="368819"/>
                  </a:lnTo>
                  <a:lnTo>
                    <a:pt x="145894" y="351390"/>
                  </a:lnTo>
                  <a:lnTo>
                    <a:pt x="145894" y="336788"/>
                  </a:lnTo>
                  <a:lnTo>
                    <a:pt x="151390" y="334904"/>
                  </a:lnTo>
                  <a:lnTo>
                    <a:pt x="440515" y="338672"/>
                  </a:lnTo>
                  <a:lnTo>
                    <a:pt x="440515" y="667924"/>
                  </a:lnTo>
                  <a:lnTo>
                    <a:pt x="472395" y="667924"/>
                  </a:lnTo>
                  <a:lnTo>
                    <a:pt x="471296" y="673577"/>
                  </a:lnTo>
                  <a:lnTo>
                    <a:pt x="515269" y="661801"/>
                  </a:lnTo>
                  <a:lnTo>
                    <a:pt x="518567" y="101272"/>
                  </a:lnTo>
                  <a:lnTo>
                    <a:pt x="527362" y="97033"/>
                  </a:lnTo>
                  <a:lnTo>
                    <a:pt x="549348" y="93264"/>
                  </a:lnTo>
                  <a:lnTo>
                    <a:pt x="583428" y="89967"/>
                  </a:lnTo>
                  <a:lnTo>
                    <a:pt x="626301" y="88083"/>
                  </a:lnTo>
                  <a:lnTo>
                    <a:pt x="673573" y="86670"/>
                  </a:lnTo>
                  <a:lnTo>
                    <a:pt x="697758" y="86670"/>
                  </a:lnTo>
                  <a:lnTo>
                    <a:pt x="697758" y="39567"/>
                  </a:lnTo>
                  <a:lnTo>
                    <a:pt x="706552" y="0"/>
                  </a:lnTo>
                  <a:close/>
                </a:path>
              </a:pathLst>
            </a:custGeom>
            <a:gradFill>
              <a:gsLst>
                <a:gs pos="0">
                  <a:srgbClr val="0193C2">
                    <a:alpha val="14901"/>
                  </a:srgbClr>
                </a:gs>
                <a:gs pos="100000">
                  <a:srgbClr val="0193C2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7"/>
                <a:buFont typeface="Arial"/>
                <a:buNone/>
              </a:pPr>
              <a:endParaRPr sz="217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" name="Google Shape;54;p30"/>
          <p:cNvGrpSpPr/>
          <p:nvPr/>
        </p:nvGrpSpPr>
        <p:grpSpPr>
          <a:xfrm>
            <a:off x="6372698" y="61788"/>
            <a:ext cx="2023059" cy="556904"/>
            <a:chOff x="56451" y="-25375"/>
            <a:chExt cx="885231" cy="243685"/>
          </a:xfrm>
        </p:grpSpPr>
        <p:sp>
          <p:nvSpPr>
            <p:cNvPr id="55" name="Google Shape;55;p30"/>
            <p:cNvSpPr/>
            <p:nvPr/>
          </p:nvSpPr>
          <p:spPr>
            <a:xfrm>
              <a:off x="291311" y="49991"/>
              <a:ext cx="474350" cy="168319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0"/>
            <p:cNvSpPr/>
            <p:nvPr/>
          </p:nvSpPr>
          <p:spPr>
            <a:xfrm flipH="1">
              <a:off x="670347" y="-25375"/>
              <a:ext cx="271335" cy="96103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55294"/>
              </a:schemeClr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0"/>
            <p:cNvSpPr/>
            <p:nvPr/>
          </p:nvSpPr>
          <p:spPr>
            <a:xfrm flipH="1">
              <a:off x="56451" y="-21340"/>
              <a:ext cx="274885" cy="97360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41176"/>
              </a:schemeClr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" name="Google Shape;58;p30"/>
          <p:cNvGrpSpPr/>
          <p:nvPr/>
        </p:nvGrpSpPr>
        <p:grpSpPr>
          <a:xfrm>
            <a:off x="8438117" y="-30203"/>
            <a:ext cx="3070115" cy="1542855"/>
            <a:chOff x="8438117" y="-30203"/>
            <a:chExt cx="3070115" cy="1542855"/>
          </a:xfrm>
        </p:grpSpPr>
        <p:sp>
          <p:nvSpPr>
            <p:cNvPr id="59" name="Google Shape;59;p30"/>
            <p:cNvSpPr/>
            <p:nvPr/>
          </p:nvSpPr>
          <p:spPr>
            <a:xfrm>
              <a:off x="8438117" y="-30203"/>
              <a:ext cx="3070115" cy="1542826"/>
            </a:xfrm>
            <a:custGeom>
              <a:avLst/>
              <a:gdLst/>
              <a:ahLst/>
              <a:cxnLst/>
              <a:rect l="l" t="t" r="r" b="b"/>
              <a:pathLst>
                <a:path w="3070115" h="1542826" extrusionOk="0">
                  <a:moveTo>
                    <a:pt x="1409397" y="1542827"/>
                  </a:moveTo>
                  <a:lnTo>
                    <a:pt x="42219" y="1542827"/>
                  </a:lnTo>
                  <a:cubicBezTo>
                    <a:pt x="4729" y="1542827"/>
                    <a:pt x="-14125" y="1497503"/>
                    <a:pt x="12403" y="1471052"/>
                  </a:cubicBezTo>
                  <a:lnTo>
                    <a:pt x="1362918" y="123146"/>
                  </a:lnTo>
                  <a:cubicBezTo>
                    <a:pt x="1441918" y="44304"/>
                    <a:pt x="1549053" y="0"/>
                    <a:pt x="1660719" y="0"/>
                  </a:cubicBezTo>
                  <a:lnTo>
                    <a:pt x="3027896" y="0"/>
                  </a:lnTo>
                  <a:cubicBezTo>
                    <a:pt x="3065386" y="0"/>
                    <a:pt x="3084241" y="45324"/>
                    <a:pt x="3057713" y="71775"/>
                  </a:cubicBezTo>
                  <a:lnTo>
                    <a:pt x="1707270" y="1419681"/>
                  </a:lnTo>
                  <a:cubicBezTo>
                    <a:pt x="1628271" y="1498523"/>
                    <a:pt x="1521136" y="1542827"/>
                    <a:pt x="1409470" y="1542827"/>
                  </a:cubicBezTo>
                  <a:close/>
                </a:path>
              </a:pathLst>
            </a:custGeom>
            <a:gradFill>
              <a:gsLst>
                <a:gs pos="0">
                  <a:srgbClr val="0098C7"/>
                </a:gs>
                <a:gs pos="42000">
                  <a:srgbClr val="3472AE"/>
                </a:gs>
                <a:gs pos="80000">
                  <a:srgbClr val="5C569B"/>
                </a:gs>
                <a:gs pos="100000">
                  <a:srgbClr val="6C4B94"/>
                </a:gs>
              </a:gsLst>
              <a:lin ang="81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0"/>
            <p:cNvSpPr/>
            <p:nvPr/>
          </p:nvSpPr>
          <p:spPr>
            <a:xfrm>
              <a:off x="10292487" y="-6946"/>
              <a:ext cx="956236" cy="495415"/>
            </a:xfrm>
            <a:custGeom>
              <a:avLst/>
              <a:gdLst/>
              <a:ahLst/>
              <a:cxnLst/>
              <a:rect l="l" t="t" r="r" b="b"/>
              <a:pathLst>
                <a:path w="956236" h="495415" extrusionOk="0">
                  <a:moveTo>
                    <a:pt x="607905" y="0"/>
                  </a:moveTo>
                  <a:cubicBezTo>
                    <a:pt x="778255" y="0"/>
                    <a:pt x="918434" y="128988"/>
                    <a:pt x="936230" y="294636"/>
                  </a:cubicBezTo>
                  <a:lnTo>
                    <a:pt x="956236" y="291437"/>
                  </a:lnTo>
                  <a:lnTo>
                    <a:pt x="751875" y="495415"/>
                  </a:lnTo>
                  <a:lnTo>
                    <a:pt x="0" y="495415"/>
                  </a:lnTo>
                  <a:cubicBezTo>
                    <a:pt x="0" y="363168"/>
                    <a:pt x="107182" y="255986"/>
                    <a:pt x="239458" y="255957"/>
                  </a:cubicBezTo>
                  <a:lnTo>
                    <a:pt x="286098" y="256015"/>
                  </a:lnTo>
                  <a:cubicBezTo>
                    <a:pt x="319788" y="109374"/>
                    <a:pt x="451054" y="0"/>
                    <a:pt x="607905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5000">
                  <a:srgbClr val="FFFFFF"/>
                </a:gs>
                <a:gs pos="31000">
                  <a:srgbClr val="F8FCFE"/>
                </a:gs>
                <a:gs pos="41000">
                  <a:srgbClr val="E7F3FB"/>
                </a:gs>
                <a:gs pos="51000">
                  <a:srgbClr val="CBE6F7"/>
                </a:gs>
                <a:gs pos="63000">
                  <a:srgbClr val="A4D3F1"/>
                </a:gs>
                <a:gs pos="64000">
                  <a:srgbClr val="A0D1F1"/>
                </a:gs>
                <a:gs pos="100000">
                  <a:srgbClr val="A0D1F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0"/>
            <p:cNvSpPr/>
            <p:nvPr/>
          </p:nvSpPr>
          <p:spPr>
            <a:xfrm>
              <a:off x="10807284" y="184514"/>
              <a:ext cx="521062" cy="308068"/>
            </a:xfrm>
            <a:custGeom>
              <a:avLst/>
              <a:gdLst/>
              <a:ahLst/>
              <a:cxnLst/>
              <a:rect l="l" t="t" r="r" b="b"/>
              <a:pathLst>
                <a:path w="521062" h="308068" extrusionOk="0">
                  <a:moveTo>
                    <a:pt x="388587" y="164"/>
                  </a:moveTo>
                  <a:cubicBezTo>
                    <a:pt x="415110" y="833"/>
                    <a:pt x="441630" y="3542"/>
                    <a:pt x="467470" y="8211"/>
                  </a:cubicBezTo>
                  <a:lnTo>
                    <a:pt x="521062" y="22396"/>
                  </a:lnTo>
                  <a:lnTo>
                    <a:pt x="234853" y="308068"/>
                  </a:lnTo>
                  <a:lnTo>
                    <a:pt x="1" y="308068"/>
                  </a:lnTo>
                  <a:cubicBezTo>
                    <a:pt x="1" y="308068"/>
                    <a:pt x="-1269" y="218769"/>
                    <a:pt x="113327" y="95347"/>
                  </a:cubicBezTo>
                  <a:lnTo>
                    <a:pt x="113327" y="95319"/>
                  </a:lnTo>
                  <a:cubicBezTo>
                    <a:pt x="176336" y="27465"/>
                    <a:pt x="282494" y="-2511"/>
                    <a:pt x="388587" y="164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9000">
                  <a:srgbClr val="FFFFFF"/>
                </a:gs>
                <a:gs pos="47000">
                  <a:srgbClr val="F8FBFD"/>
                </a:gs>
                <a:gs pos="72000">
                  <a:srgbClr val="E7F2FA"/>
                </a:gs>
                <a:gs pos="100000">
                  <a:srgbClr val="CCE4F6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" name="Google Shape;62;p30"/>
            <p:cNvGrpSpPr/>
            <p:nvPr/>
          </p:nvGrpSpPr>
          <p:grpSpPr>
            <a:xfrm>
              <a:off x="9177981" y="163235"/>
              <a:ext cx="1232415" cy="1349388"/>
              <a:chOff x="9177981" y="2420208"/>
              <a:chExt cx="1232415" cy="1349388"/>
            </a:xfrm>
          </p:grpSpPr>
          <p:sp>
            <p:nvSpPr>
              <p:cNvPr id="63" name="Google Shape;63;p30"/>
              <p:cNvSpPr/>
              <p:nvPr/>
            </p:nvSpPr>
            <p:spPr>
              <a:xfrm>
                <a:off x="9177981" y="2420208"/>
                <a:ext cx="1232415" cy="1349388"/>
              </a:xfrm>
              <a:custGeom>
                <a:avLst/>
                <a:gdLst/>
                <a:ahLst/>
                <a:cxnLst/>
                <a:rect l="l" t="t" r="r" b="b"/>
                <a:pathLst>
                  <a:path w="1232415" h="1349388" extrusionOk="0">
                    <a:moveTo>
                      <a:pt x="800239" y="0"/>
                    </a:moveTo>
                    <a:lnTo>
                      <a:pt x="1061281" y="233707"/>
                    </a:lnTo>
                    <a:lnTo>
                      <a:pt x="1061325" y="233707"/>
                    </a:lnTo>
                    <a:cubicBezTo>
                      <a:pt x="1061325" y="233707"/>
                      <a:pt x="875538" y="233862"/>
                      <a:pt x="875538" y="234079"/>
                    </a:cubicBezTo>
                    <a:cubicBezTo>
                      <a:pt x="875377" y="372545"/>
                      <a:pt x="972607" y="577845"/>
                      <a:pt x="1105281" y="781907"/>
                    </a:cubicBezTo>
                    <a:lnTo>
                      <a:pt x="1232415" y="961732"/>
                    </a:lnTo>
                    <a:lnTo>
                      <a:pt x="1072546" y="1121301"/>
                    </a:lnTo>
                    <a:lnTo>
                      <a:pt x="984531" y="939070"/>
                    </a:lnTo>
                    <a:cubicBezTo>
                      <a:pt x="909440" y="764389"/>
                      <a:pt x="875237" y="629285"/>
                      <a:pt x="875237" y="632880"/>
                    </a:cubicBezTo>
                    <a:lnTo>
                      <a:pt x="923655" y="1262047"/>
                    </a:lnTo>
                    <a:lnTo>
                      <a:pt x="903251" y="1278745"/>
                    </a:lnTo>
                    <a:cubicBezTo>
                      <a:pt x="834557" y="1324467"/>
                      <a:pt x="753356" y="1349388"/>
                      <a:pt x="669607" y="1349388"/>
                    </a:cubicBezTo>
                    <a:lnTo>
                      <a:pt x="669534" y="1349388"/>
                    </a:lnTo>
                    <a:lnTo>
                      <a:pt x="664601" y="1349388"/>
                    </a:lnTo>
                    <a:lnTo>
                      <a:pt x="717066" y="634835"/>
                    </a:lnTo>
                    <a:cubicBezTo>
                      <a:pt x="717066" y="630275"/>
                      <a:pt x="642931" y="947389"/>
                      <a:pt x="447111" y="1245995"/>
                    </a:cubicBezTo>
                    <a:lnTo>
                      <a:pt x="371928" y="1349388"/>
                    </a:lnTo>
                    <a:lnTo>
                      <a:pt x="0" y="1349388"/>
                    </a:lnTo>
                    <a:lnTo>
                      <a:pt x="94440" y="1263998"/>
                    </a:lnTo>
                    <a:cubicBezTo>
                      <a:pt x="382156" y="980196"/>
                      <a:pt x="717480" y="491959"/>
                      <a:pt x="717367" y="233707"/>
                    </a:cubicBezTo>
                    <a:lnTo>
                      <a:pt x="531321" y="233707"/>
                    </a:lnTo>
                    <a:lnTo>
                      <a:pt x="800239" y="0"/>
                    </a:lnTo>
                    <a:close/>
                  </a:path>
                </a:pathLst>
              </a:custGeom>
              <a:gradFill>
                <a:gsLst>
                  <a:gs pos="0">
                    <a:srgbClr val="21E1FE"/>
                  </a:gs>
                  <a:gs pos="3000">
                    <a:srgbClr val="21E1FE"/>
                  </a:gs>
                  <a:gs pos="89000">
                    <a:srgbClr val="A3F046">
                      <a:alpha val="45098"/>
                    </a:srgbClr>
                  </a:gs>
                  <a:gs pos="100000">
                    <a:srgbClr val="A3F046"/>
                  </a:gs>
                </a:gsLst>
                <a:lin ang="189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398"/>
                  <a:buFont typeface="Arial"/>
                  <a:buNone/>
                </a:pPr>
                <a:endParaRPr sz="2398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30"/>
              <p:cNvSpPr/>
              <p:nvPr/>
            </p:nvSpPr>
            <p:spPr>
              <a:xfrm>
                <a:off x="9709301" y="2420208"/>
                <a:ext cx="416800" cy="356266"/>
              </a:xfrm>
              <a:custGeom>
                <a:avLst/>
                <a:gdLst/>
                <a:ahLst/>
                <a:cxnLst/>
                <a:rect l="l" t="t" r="r" b="b"/>
                <a:pathLst>
                  <a:path w="1336143" h="1274840" extrusionOk="0">
                    <a:moveTo>
                      <a:pt x="862074" y="0"/>
                    </a:moveTo>
                    <a:lnTo>
                      <a:pt x="1336143" y="473758"/>
                    </a:lnTo>
                    <a:lnTo>
                      <a:pt x="535061" y="1274840"/>
                    </a:lnTo>
                    <a:lnTo>
                      <a:pt x="561003" y="1159744"/>
                    </a:lnTo>
                    <a:cubicBezTo>
                      <a:pt x="584143" y="1043750"/>
                      <a:pt x="596448" y="935291"/>
                      <a:pt x="596409" y="836279"/>
                    </a:cubicBezTo>
                    <a:lnTo>
                      <a:pt x="0" y="836279"/>
                    </a:lnTo>
                    <a:close/>
                  </a:path>
                </a:pathLst>
              </a:custGeom>
              <a:gradFill>
                <a:gsLst>
                  <a:gs pos="0">
                    <a:srgbClr val="21E1FE"/>
                  </a:gs>
                  <a:gs pos="3000">
                    <a:srgbClr val="21E1FE"/>
                  </a:gs>
                  <a:gs pos="89000">
                    <a:srgbClr val="A3F046">
                      <a:alpha val="45098"/>
                    </a:srgbClr>
                  </a:gs>
                  <a:gs pos="100000">
                    <a:srgbClr val="A3F046"/>
                  </a:gs>
                </a:gsLst>
                <a:lin ang="18900000" scaled="0"/>
              </a:gradFill>
              <a:ln>
                <a:noFill/>
              </a:ln>
            </p:spPr>
            <p:txBody>
              <a:bodyPr spcFirstLastPara="1" wrap="square" lIns="121850" tIns="60925" rIns="121850" bIns="609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398"/>
                  <a:buFont typeface="Arial"/>
                  <a:buNone/>
                </a:pPr>
                <a:endParaRPr sz="2398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Google Shape;65;p30"/>
            <p:cNvGrpSpPr/>
            <p:nvPr/>
          </p:nvGrpSpPr>
          <p:grpSpPr>
            <a:xfrm>
              <a:off x="9054025" y="555557"/>
              <a:ext cx="761860" cy="591396"/>
              <a:chOff x="6959941" y="6044769"/>
              <a:chExt cx="1338639" cy="1039121"/>
            </a:xfrm>
          </p:grpSpPr>
          <p:sp>
            <p:nvSpPr>
              <p:cNvPr id="66" name="Google Shape;66;p30"/>
              <p:cNvSpPr/>
              <p:nvPr/>
            </p:nvSpPr>
            <p:spPr>
              <a:xfrm>
                <a:off x="6959941" y="6044769"/>
                <a:ext cx="1338639" cy="926301"/>
              </a:xfrm>
              <a:prstGeom prst="rect">
                <a:avLst/>
              </a:prstGeom>
              <a:solidFill>
                <a:srgbClr val="1E448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30"/>
              <p:cNvSpPr/>
              <p:nvPr/>
            </p:nvSpPr>
            <p:spPr>
              <a:xfrm>
                <a:off x="6988254" y="6071826"/>
                <a:ext cx="1281757" cy="872443"/>
              </a:xfrm>
              <a:prstGeom prst="rect">
                <a:avLst/>
              </a:prstGeom>
              <a:solidFill>
                <a:srgbClr val="218FC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30"/>
              <p:cNvSpPr/>
              <p:nvPr/>
            </p:nvSpPr>
            <p:spPr>
              <a:xfrm>
                <a:off x="6988254" y="6071826"/>
                <a:ext cx="1281757" cy="872443"/>
              </a:xfrm>
              <a:prstGeom prst="rect">
                <a:avLst/>
              </a:prstGeom>
              <a:solidFill>
                <a:srgbClr val="80BFE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30"/>
              <p:cNvSpPr/>
              <p:nvPr/>
            </p:nvSpPr>
            <p:spPr>
              <a:xfrm>
                <a:off x="7134413" y="6204300"/>
                <a:ext cx="418835" cy="595242"/>
              </a:xfrm>
              <a:prstGeom prst="rect">
                <a:avLst/>
              </a:prstGeom>
              <a:solidFill>
                <a:srgbClr val="1E4489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30"/>
              <p:cNvSpPr/>
              <p:nvPr/>
            </p:nvSpPr>
            <p:spPr>
              <a:xfrm>
                <a:off x="7173695" y="6245906"/>
                <a:ext cx="340526" cy="256015"/>
              </a:xfrm>
              <a:prstGeom prst="rect">
                <a:avLst/>
              </a:prstGeom>
              <a:solidFill>
                <a:srgbClr val="CEE6F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30"/>
              <p:cNvSpPr/>
              <p:nvPr/>
            </p:nvSpPr>
            <p:spPr>
              <a:xfrm>
                <a:off x="7618292" y="6204300"/>
                <a:ext cx="511427" cy="297621"/>
              </a:xfrm>
              <a:prstGeom prst="rect">
                <a:avLst/>
              </a:prstGeom>
              <a:solidFill>
                <a:srgbClr val="1E4489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0"/>
              <p:cNvSpPr/>
              <p:nvPr/>
            </p:nvSpPr>
            <p:spPr>
              <a:xfrm>
                <a:off x="6987234" y="6071826"/>
                <a:ext cx="1018263" cy="1012064"/>
              </a:xfrm>
              <a:custGeom>
                <a:avLst/>
                <a:gdLst/>
                <a:ahLst/>
                <a:cxnLst/>
                <a:rect l="l" t="t" r="r" b="b"/>
                <a:pathLst>
                  <a:path w="1018263" h="1012064" extrusionOk="0">
                    <a:moveTo>
                      <a:pt x="9693" y="444900"/>
                    </a:moveTo>
                    <a:lnTo>
                      <a:pt x="0" y="1012065"/>
                    </a:lnTo>
                    <a:lnTo>
                      <a:pt x="1018264" y="0"/>
                    </a:lnTo>
                    <a:lnTo>
                      <a:pt x="649934" y="0"/>
                    </a:lnTo>
                    <a:lnTo>
                      <a:pt x="454291" y="0"/>
                    </a:lnTo>
                    <a:lnTo>
                      <a:pt x="9693" y="4449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34509"/>
                    </a:srgbClr>
                  </a:gs>
                  <a:gs pos="30000">
                    <a:srgbClr val="FFFFFF">
                      <a:alpha val="24705"/>
                    </a:srgbClr>
                  </a:gs>
                  <a:gs pos="70000">
                    <a:srgbClr val="FFFFFF">
                      <a:alpha val="14901"/>
                    </a:srgbClr>
                  </a:gs>
                  <a:gs pos="9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0"/>
              <p:cNvSpPr/>
              <p:nvPr/>
            </p:nvSpPr>
            <p:spPr>
              <a:xfrm>
                <a:off x="7655788" y="6594067"/>
                <a:ext cx="52545" cy="52581"/>
              </a:xfrm>
              <a:prstGeom prst="ellipse">
                <a:avLst/>
              </a:prstGeom>
              <a:solidFill>
                <a:srgbClr val="22B9A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0"/>
              <p:cNvSpPr/>
              <p:nvPr/>
            </p:nvSpPr>
            <p:spPr>
              <a:xfrm>
                <a:off x="7655788" y="6452148"/>
                <a:ext cx="279053" cy="2552"/>
              </a:xfrm>
              <a:custGeom>
                <a:avLst/>
                <a:gdLst/>
                <a:ahLst/>
                <a:cxnLst/>
                <a:rect l="l" t="t" r="r" b="b"/>
                <a:pathLst>
                  <a:path w="279053" h="2552" extrusionOk="0">
                    <a:moveTo>
                      <a:pt x="0" y="0"/>
                    </a:moveTo>
                    <a:lnTo>
                      <a:pt x="279053" y="0"/>
                    </a:lnTo>
                  </a:path>
                </a:pathLst>
              </a:custGeom>
              <a:noFill/>
              <a:ln w="9525" cap="flat" cmpd="sng">
                <a:solidFill>
                  <a:srgbClr val="22B9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0"/>
              <p:cNvSpPr/>
              <p:nvPr/>
            </p:nvSpPr>
            <p:spPr>
              <a:xfrm>
                <a:off x="7655788" y="6403395"/>
                <a:ext cx="317569" cy="2552"/>
              </a:xfrm>
              <a:custGeom>
                <a:avLst/>
                <a:gdLst/>
                <a:ahLst/>
                <a:cxnLst/>
                <a:rect l="l" t="t" r="r" b="b"/>
                <a:pathLst>
                  <a:path w="317569" h="2552" extrusionOk="0">
                    <a:moveTo>
                      <a:pt x="0" y="0"/>
                    </a:moveTo>
                    <a:lnTo>
                      <a:pt x="317570" y="0"/>
                    </a:lnTo>
                  </a:path>
                </a:pathLst>
              </a:custGeom>
              <a:noFill/>
              <a:ln w="9525" cap="flat" cmpd="sng">
                <a:solidFill>
                  <a:srgbClr val="22B9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0"/>
              <p:cNvSpPr/>
              <p:nvPr/>
            </p:nvSpPr>
            <p:spPr>
              <a:xfrm>
                <a:off x="7655788" y="6354898"/>
                <a:ext cx="234670" cy="2552"/>
              </a:xfrm>
              <a:custGeom>
                <a:avLst/>
                <a:gdLst/>
                <a:ahLst/>
                <a:cxnLst/>
                <a:rect l="l" t="t" r="r" b="b"/>
                <a:pathLst>
                  <a:path w="234670" h="2552" extrusionOk="0">
                    <a:moveTo>
                      <a:pt x="0" y="0"/>
                    </a:moveTo>
                    <a:lnTo>
                      <a:pt x="234670" y="0"/>
                    </a:lnTo>
                  </a:path>
                </a:pathLst>
              </a:custGeom>
              <a:noFill/>
              <a:ln w="9525" cap="flat" cmpd="sng">
                <a:solidFill>
                  <a:srgbClr val="22B9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0"/>
              <p:cNvSpPr/>
              <p:nvPr/>
            </p:nvSpPr>
            <p:spPr>
              <a:xfrm>
                <a:off x="7878470" y="6552206"/>
                <a:ext cx="253545" cy="252441"/>
              </a:xfrm>
              <a:custGeom>
                <a:avLst/>
                <a:gdLst/>
                <a:ahLst/>
                <a:cxnLst/>
                <a:rect l="l" t="t" r="r" b="b"/>
                <a:pathLst>
                  <a:path w="253545" h="252441" extrusionOk="0">
                    <a:moveTo>
                      <a:pt x="250995" y="104397"/>
                    </a:moveTo>
                    <a:cubicBezTo>
                      <a:pt x="248954" y="103887"/>
                      <a:pt x="244873" y="102866"/>
                      <a:pt x="239006" y="101079"/>
                    </a:cubicBezTo>
                    <a:cubicBezTo>
                      <a:pt x="234670" y="99803"/>
                      <a:pt x="230844" y="98782"/>
                      <a:pt x="227528" y="98526"/>
                    </a:cubicBezTo>
                    <a:cubicBezTo>
                      <a:pt x="226508" y="95974"/>
                      <a:pt x="224467" y="90103"/>
                      <a:pt x="219621" y="76064"/>
                    </a:cubicBezTo>
                    <a:cubicBezTo>
                      <a:pt x="222681" y="71215"/>
                      <a:pt x="226763" y="64323"/>
                      <a:pt x="232119" y="54623"/>
                    </a:cubicBezTo>
                    <a:lnTo>
                      <a:pt x="233395" y="52071"/>
                    </a:lnTo>
                    <a:lnTo>
                      <a:pt x="231099" y="50284"/>
                    </a:lnTo>
                    <a:cubicBezTo>
                      <a:pt x="228293" y="47987"/>
                      <a:pt x="223702" y="43648"/>
                      <a:pt x="217325" y="37266"/>
                    </a:cubicBezTo>
                    <a:cubicBezTo>
                      <a:pt x="211458" y="30885"/>
                      <a:pt x="206612" y="26546"/>
                      <a:pt x="202020" y="23993"/>
                    </a:cubicBezTo>
                    <a:lnTo>
                      <a:pt x="200490" y="23228"/>
                    </a:lnTo>
                    <a:lnTo>
                      <a:pt x="198959" y="23993"/>
                    </a:lnTo>
                    <a:cubicBezTo>
                      <a:pt x="196664" y="25014"/>
                      <a:pt x="192838" y="27056"/>
                      <a:pt x="187226" y="30375"/>
                    </a:cubicBezTo>
                    <a:cubicBezTo>
                      <a:pt x="183910" y="32672"/>
                      <a:pt x="180849" y="34203"/>
                      <a:pt x="178043" y="35224"/>
                    </a:cubicBezTo>
                    <a:cubicBezTo>
                      <a:pt x="175237" y="33438"/>
                      <a:pt x="171666" y="31651"/>
                      <a:pt x="167075" y="29864"/>
                    </a:cubicBezTo>
                    <a:cubicBezTo>
                      <a:pt x="161208" y="27567"/>
                      <a:pt x="158147" y="26546"/>
                      <a:pt x="156362" y="25780"/>
                    </a:cubicBezTo>
                    <a:cubicBezTo>
                      <a:pt x="153046" y="13273"/>
                      <a:pt x="150750" y="5360"/>
                      <a:pt x="149475" y="2042"/>
                    </a:cubicBezTo>
                    <a:lnTo>
                      <a:pt x="148709" y="0"/>
                    </a:lnTo>
                    <a:lnTo>
                      <a:pt x="105857" y="0"/>
                    </a:lnTo>
                    <a:lnTo>
                      <a:pt x="105091" y="2297"/>
                    </a:lnTo>
                    <a:cubicBezTo>
                      <a:pt x="104071" y="5615"/>
                      <a:pt x="102796" y="9955"/>
                      <a:pt x="101520" y="15315"/>
                    </a:cubicBezTo>
                    <a:cubicBezTo>
                      <a:pt x="99990" y="21441"/>
                      <a:pt x="98970" y="24759"/>
                      <a:pt x="98459" y="26546"/>
                    </a:cubicBezTo>
                    <a:cubicBezTo>
                      <a:pt x="95398" y="27312"/>
                      <a:pt x="89532" y="29609"/>
                      <a:pt x="76523" y="34969"/>
                    </a:cubicBezTo>
                    <a:cubicBezTo>
                      <a:pt x="71166" y="31140"/>
                      <a:pt x="64024" y="27056"/>
                      <a:pt x="54841" y="22717"/>
                    </a:cubicBezTo>
                    <a:lnTo>
                      <a:pt x="52801" y="21696"/>
                    </a:lnTo>
                    <a:lnTo>
                      <a:pt x="51015" y="23228"/>
                    </a:lnTo>
                    <a:cubicBezTo>
                      <a:pt x="34690" y="39053"/>
                      <a:pt x="25508" y="48497"/>
                      <a:pt x="23212" y="52071"/>
                    </a:cubicBezTo>
                    <a:lnTo>
                      <a:pt x="21681" y="54113"/>
                    </a:lnTo>
                    <a:lnTo>
                      <a:pt x="23467" y="56155"/>
                    </a:lnTo>
                    <a:cubicBezTo>
                      <a:pt x="25252" y="57942"/>
                      <a:pt x="28569" y="63047"/>
                      <a:pt x="35200" y="75299"/>
                    </a:cubicBezTo>
                    <a:cubicBezTo>
                      <a:pt x="33415" y="78106"/>
                      <a:pt x="31629" y="81680"/>
                      <a:pt x="29844" y="86274"/>
                    </a:cubicBezTo>
                    <a:cubicBezTo>
                      <a:pt x="27803" y="91124"/>
                      <a:pt x="26018" y="94953"/>
                      <a:pt x="24997" y="96995"/>
                    </a:cubicBezTo>
                    <a:cubicBezTo>
                      <a:pt x="21936" y="97505"/>
                      <a:pt x="18366" y="98271"/>
                      <a:pt x="14029" y="99547"/>
                    </a:cubicBezTo>
                    <a:cubicBezTo>
                      <a:pt x="8162" y="101334"/>
                      <a:pt x="4336" y="102355"/>
                      <a:pt x="2551" y="102866"/>
                    </a:cubicBezTo>
                    <a:lnTo>
                      <a:pt x="0" y="103376"/>
                    </a:lnTo>
                    <a:lnTo>
                      <a:pt x="0" y="147790"/>
                    </a:lnTo>
                    <a:lnTo>
                      <a:pt x="2806" y="148300"/>
                    </a:lnTo>
                    <a:cubicBezTo>
                      <a:pt x="5102" y="148811"/>
                      <a:pt x="8928" y="149832"/>
                      <a:pt x="14794" y="151618"/>
                    </a:cubicBezTo>
                    <a:cubicBezTo>
                      <a:pt x="18876" y="152639"/>
                      <a:pt x="22447" y="153660"/>
                      <a:pt x="25508" y="154171"/>
                    </a:cubicBezTo>
                    <a:cubicBezTo>
                      <a:pt x="26273" y="157744"/>
                      <a:pt x="27548" y="161828"/>
                      <a:pt x="29589" y="166168"/>
                    </a:cubicBezTo>
                    <a:cubicBezTo>
                      <a:pt x="32395" y="172038"/>
                      <a:pt x="33670" y="175357"/>
                      <a:pt x="34435" y="176888"/>
                    </a:cubicBezTo>
                    <a:cubicBezTo>
                      <a:pt x="25252" y="192969"/>
                      <a:pt x="23467" y="197053"/>
                      <a:pt x="22957" y="198839"/>
                    </a:cubicBezTo>
                    <a:lnTo>
                      <a:pt x="22447" y="200626"/>
                    </a:lnTo>
                    <a:lnTo>
                      <a:pt x="23722" y="201903"/>
                    </a:lnTo>
                    <a:cubicBezTo>
                      <a:pt x="39027" y="217473"/>
                      <a:pt x="48209" y="226151"/>
                      <a:pt x="51780" y="228448"/>
                    </a:cubicBezTo>
                    <a:lnTo>
                      <a:pt x="53311" y="229469"/>
                    </a:lnTo>
                    <a:lnTo>
                      <a:pt x="54841" y="228704"/>
                    </a:lnTo>
                    <a:cubicBezTo>
                      <a:pt x="57137" y="227683"/>
                      <a:pt x="60708" y="225641"/>
                      <a:pt x="66065" y="222322"/>
                    </a:cubicBezTo>
                    <a:cubicBezTo>
                      <a:pt x="69636" y="220025"/>
                      <a:pt x="72952" y="218494"/>
                      <a:pt x="75758" y="217473"/>
                    </a:cubicBezTo>
                    <a:cubicBezTo>
                      <a:pt x="77798" y="218494"/>
                      <a:pt x="83155" y="220791"/>
                      <a:pt x="96929" y="226917"/>
                    </a:cubicBezTo>
                    <a:cubicBezTo>
                      <a:pt x="97694" y="229214"/>
                      <a:pt x="98715" y="233043"/>
                      <a:pt x="99735" y="237637"/>
                    </a:cubicBezTo>
                    <a:cubicBezTo>
                      <a:pt x="101010" y="243508"/>
                      <a:pt x="102285" y="247847"/>
                      <a:pt x="103816" y="250655"/>
                    </a:cubicBezTo>
                    <a:lnTo>
                      <a:pt x="104836" y="252442"/>
                    </a:lnTo>
                    <a:lnTo>
                      <a:pt x="147179" y="252442"/>
                    </a:lnTo>
                    <a:lnTo>
                      <a:pt x="148199" y="250655"/>
                    </a:lnTo>
                    <a:cubicBezTo>
                      <a:pt x="149475" y="248103"/>
                      <a:pt x="150750" y="243508"/>
                      <a:pt x="152536" y="236616"/>
                    </a:cubicBezTo>
                    <a:cubicBezTo>
                      <a:pt x="153811" y="231001"/>
                      <a:pt x="155086" y="227938"/>
                      <a:pt x="155851" y="225896"/>
                    </a:cubicBezTo>
                    <a:cubicBezTo>
                      <a:pt x="162739" y="224364"/>
                      <a:pt x="169881" y="221557"/>
                      <a:pt x="177278" y="217473"/>
                    </a:cubicBezTo>
                    <a:cubicBezTo>
                      <a:pt x="184165" y="222067"/>
                      <a:pt x="191307" y="226151"/>
                      <a:pt x="198704" y="229725"/>
                    </a:cubicBezTo>
                    <a:lnTo>
                      <a:pt x="200745" y="230746"/>
                    </a:lnTo>
                    <a:lnTo>
                      <a:pt x="202530" y="229214"/>
                    </a:lnTo>
                    <a:cubicBezTo>
                      <a:pt x="218855" y="213389"/>
                      <a:pt x="227783" y="203944"/>
                      <a:pt x="230334" y="200371"/>
                    </a:cubicBezTo>
                    <a:lnTo>
                      <a:pt x="231609" y="198329"/>
                    </a:lnTo>
                    <a:lnTo>
                      <a:pt x="230079" y="196287"/>
                    </a:lnTo>
                    <a:cubicBezTo>
                      <a:pt x="228293" y="193990"/>
                      <a:pt x="225997" y="190416"/>
                      <a:pt x="223702" y="186077"/>
                    </a:cubicBezTo>
                    <a:cubicBezTo>
                      <a:pt x="221406" y="181993"/>
                      <a:pt x="219621" y="178930"/>
                      <a:pt x="218600" y="176888"/>
                    </a:cubicBezTo>
                    <a:cubicBezTo>
                      <a:pt x="220386" y="174336"/>
                      <a:pt x="222426" y="170507"/>
                      <a:pt x="223957" y="165657"/>
                    </a:cubicBezTo>
                    <a:cubicBezTo>
                      <a:pt x="226253" y="159786"/>
                      <a:pt x="227528" y="156468"/>
                      <a:pt x="228548" y="154681"/>
                    </a:cubicBezTo>
                    <a:cubicBezTo>
                      <a:pt x="231609" y="154171"/>
                      <a:pt x="235435" y="153405"/>
                      <a:pt x="239516" y="152129"/>
                    </a:cubicBezTo>
                    <a:cubicBezTo>
                      <a:pt x="246659" y="150087"/>
                      <a:pt x="249719" y="149321"/>
                      <a:pt x="250995" y="148811"/>
                    </a:cubicBezTo>
                    <a:lnTo>
                      <a:pt x="253546" y="148300"/>
                    </a:lnTo>
                    <a:lnTo>
                      <a:pt x="253546" y="103887"/>
                    </a:lnTo>
                    <a:lnTo>
                      <a:pt x="250740" y="103376"/>
                    </a:lnTo>
                    <a:close/>
                    <a:moveTo>
                      <a:pt x="127028" y="192969"/>
                    </a:moveTo>
                    <a:cubicBezTo>
                      <a:pt x="90552" y="192969"/>
                      <a:pt x="60708" y="163360"/>
                      <a:pt x="60708" y="126604"/>
                    </a:cubicBezTo>
                    <a:cubicBezTo>
                      <a:pt x="60708" y="89848"/>
                      <a:pt x="90297" y="60239"/>
                      <a:pt x="127028" y="60239"/>
                    </a:cubicBezTo>
                    <a:cubicBezTo>
                      <a:pt x="163759" y="60239"/>
                      <a:pt x="193348" y="89848"/>
                      <a:pt x="193348" y="126604"/>
                    </a:cubicBezTo>
                    <a:cubicBezTo>
                      <a:pt x="193348" y="163360"/>
                      <a:pt x="163759" y="192969"/>
                      <a:pt x="127028" y="1929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" name="Google Shape;78;p30"/>
            <p:cNvSpPr/>
            <p:nvPr/>
          </p:nvSpPr>
          <p:spPr>
            <a:xfrm>
              <a:off x="9089301" y="710561"/>
              <a:ext cx="298618" cy="164010"/>
            </a:xfrm>
            <a:custGeom>
              <a:avLst/>
              <a:gdLst/>
              <a:ahLst/>
              <a:cxnLst/>
              <a:rect l="l" t="t" r="r" b="b"/>
              <a:pathLst>
                <a:path w="524691" h="288176" extrusionOk="0">
                  <a:moveTo>
                    <a:pt x="0" y="110523"/>
                  </a:moveTo>
                  <a:lnTo>
                    <a:pt x="16835" y="288177"/>
                  </a:lnTo>
                  <a:lnTo>
                    <a:pt x="298184" y="224875"/>
                  </a:lnTo>
                  <a:lnTo>
                    <a:pt x="524692" y="57942"/>
                  </a:lnTo>
                  <a:lnTo>
                    <a:pt x="483369" y="0"/>
                  </a:lnTo>
                  <a:lnTo>
                    <a:pt x="255841" y="110523"/>
                  </a:lnTo>
                  <a:lnTo>
                    <a:pt x="0" y="110523"/>
                  </a:lnTo>
                  <a:close/>
                </a:path>
              </a:pathLst>
            </a:custGeom>
            <a:gradFill>
              <a:gsLst>
                <a:gs pos="0">
                  <a:srgbClr val="BBBDBF"/>
                </a:gs>
                <a:gs pos="40000">
                  <a:srgbClr val="BBBDBF"/>
                </a:gs>
                <a:gs pos="50000">
                  <a:srgbClr val="C8CACB"/>
                </a:gs>
                <a:gs pos="70000">
                  <a:srgbClr val="D0D2D3"/>
                </a:gs>
                <a:gs pos="100000">
                  <a:srgbClr val="D0D2D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0"/>
            <p:cNvSpPr/>
            <p:nvPr/>
          </p:nvSpPr>
          <p:spPr>
            <a:xfrm>
              <a:off x="8925257" y="773608"/>
              <a:ext cx="222403" cy="332524"/>
            </a:xfrm>
            <a:custGeom>
              <a:avLst/>
              <a:gdLst/>
              <a:ahLst/>
              <a:cxnLst/>
              <a:rect l="l" t="t" r="r" b="b"/>
              <a:pathLst>
                <a:path w="390776" h="584266" extrusionOk="0">
                  <a:moveTo>
                    <a:pt x="255" y="26035"/>
                  </a:moveTo>
                  <a:lnTo>
                    <a:pt x="45148" y="584267"/>
                  </a:lnTo>
                  <a:lnTo>
                    <a:pt x="390777" y="584267"/>
                  </a:lnTo>
                  <a:lnTo>
                    <a:pt x="390777" y="125583"/>
                  </a:lnTo>
                  <a:cubicBezTo>
                    <a:pt x="390777" y="56155"/>
                    <a:pt x="334660" y="0"/>
                    <a:pt x="265279" y="0"/>
                  </a:cubicBezTo>
                  <a:lnTo>
                    <a:pt x="127028" y="0"/>
                  </a:lnTo>
                  <a:cubicBezTo>
                    <a:pt x="127028" y="0"/>
                    <a:pt x="0" y="26291"/>
                    <a:pt x="0" y="26291"/>
                  </a:cubicBezTo>
                  <a:close/>
                </a:path>
              </a:pathLst>
            </a:custGeom>
            <a:gradFill>
              <a:gsLst>
                <a:gs pos="0">
                  <a:srgbClr val="BBBDBF"/>
                </a:gs>
                <a:gs pos="20000">
                  <a:srgbClr val="BBBDBF"/>
                </a:gs>
                <a:gs pos="40000">
                  <a:srgbClr val="C8CACB"/>
                </a:gs>
                <a:gs pos="60000">
                  <a:srgbClr val="D0D2D3"/>
                </a:gs>
                <a:gs pos="100000">
                  <a:srgbClr val="D0D2D3"/>
                </a:gs>
              </a:gsLst>
              <a:lin ang="19800352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0"/>
            <p:cNvSpPr/>
            <p:nvPr/>
          </p:nvSpPr>
          <p:spPr>
            <a:xfrm>
              <a:off x="8802442" y="788280"/>
              <a:ext cx="190465" cy="192919"/>
            </a:xfrm>
            <a:custGeom>
              <a:avLst/>
              <a:gdLst/>
              <a:ahLst/>
              <a:cxnLst/>
              <a:rect l="l" t="t" r="r" b="b"/>
              <a:pathLst>
                <a:path w="334659" h="338971" extrusionOk="0">
                  <a:moveTo>
                    <a:pt x="255" y="306810"/>
                  </a:moveTo>
                  <a:lnTo>
                    <a:pt x="216050" y="0"/>
                  </a:lnTo>
                  <a:cubicBezTo>
                    <a:pt x="216050" y="0"/>
                    <a:pt x="320886" y="24504"/>
                    <a:pt x="334660" y="163870"/>
                  </a:cubicBezTo>
                  <a:cubicBezTo>
                    <a:pt x="334660" y="163870"/>
                    <a:pt x="283645" y="198329"/>
                    <a:pt x="128813" y="338972"/>
                  </a:cubicBezTo>
                  <a:lnTo>
                    <a:pt x="0" y="306555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0"/>
            <p:cNvSpPr/>
            <p:nvPr/>
          </p:nvSpPr>
          <p:spPr>
            <a:xfrm>
              <a:off x="8802587" y="923470"/>
              <a:ext cx="177109" cy="183243"/>
            </a:xfrm>
            <a:custGeom>
              <a:avLst/>
              <a:gdLst/>
              <a:ahLst/>
              <a:cxnLst/>
              <a:rect l="l" t="t" r="r" b="b"/>
              <a:pathLst>
                <a:path w="311192" h="321970" extrusionOk="0">
                  <a:moveTo>
                    <a:pt x="250485" y="321970"/>
                  </a:moveTo>
                  <a:lnTo>
                    <a:pt x="0" y="69273"/>
                  </a:lnTo>
                  <a:lnTo>
                    <a:pt x="97439" y="3163"/>
                  </a:lnTo>
                  <a:cubicBezTo>
                    <a:pt x="97439" y="3163"/>
                    <a:pt x="87236" y="-19554"/>
                    <a:pt x="148454" y="56766"/>
                  </a:cubicBezTo>
                  <a:lnTo>
                    <a:pt x="311193" y="257137"/>
                  </a:lnTo>
                  <a:lnTo>
                    <a:pt x="250230" y="321715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0"/>
            <p:cNvSpPr/>
            <p:nvPr/>
          </p:nvSpPr>
          <p:spPr>
            <a:xfrm>
              <a:off x="8938463" y="1069960"/>
              <a:ext cx="76801" cy="79317"/>
            </a:xfrm>
            <a:custGeom>
              <a:avLst/>
              <a:gdLst/>
              <a:ahLst/>
              <a:cxnLst/>
              <a:rect l="l" t="t" r="r" b="b"/>
              <a:pathLst>
                <a:path w="134944" h="139366" extrusionOk="0">
                  <a:moveTo>
                    <a:pt x="72706" y="0"/>
                  </a:moveTo>
                  <a:lnTo>
                    <a:pt x="134945" y="64578"/>
                  </a:lnTo>
                  <a:lnTo>
                    <a:pt x="72706" y="139366"/>
                  </a:lnTo>
                  <a:lnTo>
                    <a:pt x="19395" y="117925"/>
                  </a:lnTo>
                  <a:cubicBezTo>
                    <a:pt x="-1266" y="109502"/>
                    <a:pt x="-6622" y="82701"/>
                    <a:pt x="9192" y="67131"/>
                  </a:cubicBezTo>
                  <a:lnTo>
                    <a:pt x="11743" y="64578"/>
                  </a:lnTo>
                  <a:lnTo>
                    <a:pt x="72706" y="0"/>
                  </a:lnTo>
                  <a:close/>
                </a:path>
              </a:pathLst>
            </a:custGeom>
            <a:solidFill>
              <a:srgbClr val="81583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" name="Google Shape;83;p30"/>
            <p:cNvGrpSpPr/>
            <p:nvPr/>
          </p:nvGrpSpPr>
          <p:grpSpPr>
            <a:xfrm>
              <a:off x="8979842" y="575314"/>
              <a:ext cx="133412" cy="202507"/>
              <a:chOff x="6829597" y="6079483"/>
              <a:chExt cx="234414" cy="355818"/>
            </a:xfrm>
          </p:grpSpPr>
          <p:sp>
            <p:nvSpPr>
              <p:cNvPr id="84" name="Google Shape;84;p30"/>
              <p:cNvSpPr/>
              <p:nvPr/>
            </p:nvSpPr>
            <p:spPr>
              <a:xfrm>
                <a:off x="6882143" y="6333712"/>
                <a:ext cx="129323" cy="101589"/>
              </a:xfrm>
              <a:prstGeom prst="rect">
                <a:avLst/>
              </a:prstGeom>
              <a:solidFill>
                <a:srgbClr val="815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0"/>
              <p:cNvSpPr/>
              <p:nvPr/>
            </p:nvSpPr>
            <p:spPr>
              <a:xfrm>
                <a:off x="6882143" y="6343922"/>
                <a:ext cx="60197" cy="60238"/>
              </a:xfrm>
              <a:custGeom>
                <a:avLst/>
                <a:gdLst/>
                <a:ahLst/>
                <a:cxnLst/>
                <a:rect l="l" t="t" r="r" b="b"/>
                <a:pathLst>
                  <a:path w="60197" h="60238" extrusionOk="0">
                    <a:moveTo>
                      <a:pt x="0" y="60239"/>
                    </a:moveTo>
                    <a:lnTo>
                      <a:pt x="60198" y="14039"/>
                    </a:lnTo>
                    <a:lnTo>
                      <a:pt x="0" y="0"/>
                    </a:lnTo>
                    <a:lnTo>
                      <a:pt x="0" y="60239"/>
                    </a:lnTo>
                    <a:close/>
                  </a:path>
                </a:pathLst>
              </a:custGeom>
              <a:solidFill>
                <a:srgbClr val="704D2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0"/>
              <p:cNvSpPr/>
              <p:nvPr/>
            </p:nvSpPr>
            <p:spPr>
              <a:xfrm>
                <a:off x="6837504" y="6079483"/>
                <a:ext cx="218345" cy="218493"/>
              </a:xfrm>
              <a:prstGeom prst="ellipse">
                <a:avLst/>
              </a:prstGeom>
              <a:solidFill>
                <a:srgbClr val="00155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0"/>
              <p:cNvSpPr/>
              <p:nvPr/>
            </p:nvSpPr>
            <p:spPr>
              <a:xfrm>
                <a:off x="6857400" y="6119302"/>
                <a:ext cx="178553" cy="256781"/>
              </a:xfrm>
              <a:custGeom>
                <a:avLst/>
                <a:gdLst/>
                <a:ahLst/>
                <a:cxnLst/>
                <a:rect l="l" t="t" r="r" b="b"/>
                <a:pathLst>
                  <a:path w="178553" h="256781" extrusionOk="0">
                    <a:moveTo>
                      <a:pt x="89277" y="256781"/>
                    </a:moveTo>
                    <a:lnTo>
                      <a:pt x="89277" y="256781"/>
                    </a:lnTo>
                    <a:cubicBezTo>
                      <a:pt x="51270" y="256781"/>
                      <a:pt x="0" y="216707"/>
                      <a:pt x="0" y="167444"/>
                    </a:cubicBezTo>
                    <a:lnTo>
                      <a:pt x="0" y="89337"/>
                    </a:lnTo>
                    <a:cubicBezTo>
                      <a:pt x="0" y="40329"/>
                      <a:pt x="40047" y="0"/>
                      <a:pt x="89277" y="0"/>
                    </a:cubicBezTo>
                    <a:lnTo>
                      <a:pt x="89277" y="0"/>
                    </a:lnTo>
                    <a:cubicBezTo>
                      <a:pt x="138251" y="0"/>
                      <a:pt x="178553" y="40074"/>
                      <a:pt x="178553" y="89337"/>
                    </a:cubicBezTo>
                    <a:lnTo>
                      <a:pt x="178553" y="167444"/>
                    </a:lnTo>
                    <a:cubicBezTo>
                      <a:pt x="178553" y="216452"/>
                      <a:pt x="125242" y="256781"/>
                      <a:pt x="89277" y="256781"/>
                    </a:cubicBezTo>
                    <a:close/>
                  </a:path>
                </a:pathLst>
              </a:custGeom>
              <a:solidFill>
                <a:srgbClr val="815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8" name="Google Shape;88;p30"/>
              <p:cNvGrpSpPr/>
              <p:nvPr/>
            </p:nvGrpSpPr>
            <p:grpSpPr>
              <a:xfrm>
                <a:off x="6829597" y="6229570"/>
                <a:ext cx="234414" cy="62791"/>
                <a:chOff x="6829597" y="6229570"/>
                <a:chExt cx="234414" cy="62791"/>
              </a:xfrm>
            </p:grpSpPr>
            <p:sp>
              <p:nvSpPr>
                <p:cNvPr id="89" name="Google Shape;89;p30"/>
                <p:cNvSpPr/>
                <p:nvPr/>
              </p:nvSpPr>
              <p:spPr>
                <a:xfrm>
                  <a:off x="6829597" y="6229570"/>
                  <a:ext cx="46423" cy="62791"/>
                </a:xfrm>
                <a:prstGeom prst="ellipse">
                  <a:avLst/>
                </a:prstGeom>
                <a:solidFill>
                  <a:srgbClr val="81583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" name="Google Shape;90;p30"/>
                <p:cNvSpPr/>
                <p:nvPr/>
              </p:nvSpPr>
              <p:spPr>
                <a:xfrm>
                  <a:off x="7017588" y="6229570"/>
                  <a:ext cx="46423" cy="62791"/>
                </a:xfrm>
                <a:prstGeom prst="ellipse">
                  <a:avLst/>
                </a:prstGeom>
                <a:solidFill>
                  <a:srgbClr val="81583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30"/>
              <p:cNvSpPr/>
              <p:nvPr/>
            </p:nvSpPr>
            <p:spPr>
              <a:xfrm>
                <a:off x="6845412" y="6096840"/>
                <a:ext cx="202785" cy="144216"/>
              </a:xfrm>
              <a:custGeom>
                <a:avLst/>
                <a:gdLst/>
                <a:ahLst/>
                <a:cxnLst/>
                <a:rect l="l" t="t" r="r" b="b"/>
                <a:pathLst>
                  <a:path w="202785" h="144216" extrusionOk="0">
                    <a:moveTo>
                      <a:pt x="0" y="132730"/>
                    </a:moveTo>
                    <a:lnTo>
                      <a:pt x="20151" y="143961"/>
                    </a:lnTo>
                    <a:lnTo>
                      <a:pt x="25253" y="71980"/>
                    </a:lnTo>
                    <a:lnTo>
                      <a:pt x="169115" y="71980"/>
                    </a:lnTo>
                    <a:cubicBezTo>
                      <a:pt x="173707" y="71980"/>
                      <a:pt x="177533" y="75554"/>
                      <a:pt x="177788" y="80148"/>
                    </a:cubicBezTo>
                    <a:lnTo>
                      <a:pt x="182379" y="144216"/>
                    </a:lnTo>
                    <a:lnTo>
                      <a:pt x="202786" y="132985"/>
                    </a:lnTo>
                    <a:lnTo>
                      <a:pt x="197939" y="61770"/>
                    </a:lnTo>
                    <a:cubicBezTo>
                      <a:pt x="197939" y="61770"/>
                      <a:pt x="192072" y="0"/>
                      <a:pt x="101265" y="0"/>
                    </a:cubicBezTo>
                    <a:cubicBezTo>
                      <a:pt x="10458" y="0"/>
                      <a:pt x="4591" y="65854"/>
                      <a:pt x="4591" y="65854"/>
                    </a:cubicBezTo>
                    <a:lnTo>
                      <a:pt x="0" y="132730"/>
                    </a:lnTo>
                    <a:close/>
                  </a:path>
                </a:pathLst>
              </a:custGeom>
              <a:solidFill>
                <a:srgbClr val="00155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" name="Google Shape;92;p30"/>
            <p:cNvSpPr/>
            <p:nvPr/>
          </p:nvSpPr>
          <p:spPr>
            <a:xfrm>
              <a:off x="8992326" y="756321"/>
              <a:ext cx="105685" cy="31524"/>
            </a:xfrm>
            <a:custGeom>
              <a:avLst/>
              <a:gdLst/>
              <a:ahLst/>
              <a:cxnLst/>
              <a:rect l="l" t="t" r="r" b="b"/>
              <a:pathLst>
                <a:path w="185695" h="55389" extrusionOk="0">
                  <a:moveTo>
                    <a:pt x="167585" y="0"/>
                  </a:moveTo>
                  <a:lnTo>
                    <a:pt x="185695" y="53858"/>
                  </a:lnTo>
                  <a:cubicBezTo>
                    <a:pt x="128558" y="55134"/>
                    <a:pt x="0" y="55389"/>
                    <a:pt x="0" y="55389"/>
                  </a:cubicBezTo>
                  <a:lnTo>
                    <a:pt x="20661" y="0"/>
                  </a:lnTo>
                  <a:lnTo>
                    <a:pt x="167585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0"/>
            <p:cNvSpPr/>
            <p:nvPr/>
          </p:nvSpPr>
          <p:spPr>
            <a:xfrm>
              <a:off x="9359883" y="667706"/>
              <a:ext cx="93363" cy="86290"/>
            </a:xfrm>
            <a:custGeom>
              <a:avLst/>
              <a:gdLst/>
              <a:ahLst/>
              <a:cxnLst/>
              <a:rect l="l" t="t" r="r" b="b"/>
              <a:pathLst>
                <a:path w="164044" h="151618" extrusionOk="0">
                  <a:moveTo>
                    <a:pt x="2327" y="77341"/>
                  </a:moveTo>
                  <a:lnTo>
                    <a:pt x="159709" y="0"/>
                  </a:lnTo>
                  <a:lnTo>
                    <a:pt x="164045" y="20930"/>
                  </a:lnTo>
                  <a:lnTo>
                    <a:pt x="117366" y="57686"/>
                  </a:lnTo>
                  <a:lnTo>
                    <a:pt x="127314" y="104142"/>
                  </a:lnTo>
                  <a:lnTo>
                    <a:pt x="72217" y="151618"/>
                  </a:lnTo>
                  <a:lnTo>
                    <a:pt x="28089" y="138601"/>
                  </a:lnTo>
                  <a:cubicBezTo>
                    <a:pt x="9724" y="133240"/>
                    <a:pt x="-2010" y="115628"/>
                    <a:pt x="286" y="96484"/>
                  </a:cubicBezTo>
                  <a:lnTo>
                    <a:pt x="2582" y="77085"/>
                  </a:lnTo>
                  <a:close/>
                </a:path>
              </a:pathLst>
            </a:custGeom>
            <a:solidFill>
              <a:srgbClr val="81583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0"/>
            <p:cNvSpPr/>
            <p:nvPr/>
          </p:nvSpPr>
          <p:spPr>
            <a:xfrm>
              <a:off x="9570109" y="660007"/>
              <a:ext cx="130944" cy="52007"/>
            </a:xfrm>
            <a:custGeom>
              <a:avLst/>
              <a:gdLst/>
              <a:ahLst/>
              <a:cxnLst/>
              <a:rect l="l" t="t" r="r" b="b"/>
              <a:pathLst>
                <a:path w="230078" h="91379" extrusionOk="0">
                  <a:moveTo>
                    <a:pt x="191052" y="52326"/>
                  </a:moveTo>
                  <a:cubicBezTo>
                    <a:pt x="186716" y="52326"/>
                    <a:pt x="182635" y="53092"/>
                    <a:pt x="178808" y="54368"/>
                  </a:cubicBezTo>
                  <a:cubicBezTo>
                    <a:pt x="175493" y="23738"/>
                    <a:pt x="149730" y="0"/>
                    <a:pt x="118100" y="0"/>
                  </a:cubicBezTo>
                  <a:cubicBezTo>
                    <a:pt x="89022" y="0"/>
                    <a:pt x="64789" y="20165"/>
                    <a:pt x="58668" y="47221"/>
                  </a:cubicBezTo>
                  <a:lnTo>
                    <a:pt x="44128" y="47221"/>
                  </a:lnTo>
                  <a:cubicBezTo>
                    <a:pt x="19641" y="47221"/>
                    <a:pt x="0" y="67131"/>
                    <a:pt x="0" y="91379"/>
                  </a:cubicBezTo>
                  <a:lnTo>
                    <a:pt x="230079" y="91379"/>
                  </a:lnTo>
                  <a:cubicBezTo>
                    <a:pt x="230079" y="69683"/>
                    <a:pt x="212479" y="52326"/>
                    <a:pt x="191052" y="52326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30000">
                  <a:srgbClr val="FFFFFF"/>
                </a:gs>
                <a:gs pos="40000">
                  <a:srgbClr val="F8FCFE"/>
                </a:gs>
                <a:gs pos="50000">
                  <a:srgbClr val="CBE6F7"/>
                </a:gs>
                <a:gs pos="60000">
                  <a:srgbClr val="A4D3F1"/>
                </a:gs>
                <a:gs pos="100000">
                  <a:srgbClr val="A0D1F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0"/>
            <p:cNvSpPr/>
            <p:nvPr/>
          </p:nvSpPr>
          <p:spPr>
            <a:xfrm>
              <a:off x="9625565" y="685829"/>
              <a:ext cx="79554" cy="31705"/>
            </a:xfrm>
            <a:custGeom>
              <a:avLst/>
              <a:gdLst/>
              <a:ahLst/>
              <a:cxnLst/>
              <a:rect l="l" t="t" r="r" b="b"/>
              <a:pathLst>
                <a:path w="139781" h="55708" extrusionOk="0">
                  <a:moveTo>
                    <a:pt x="38261" y="17421"/>
                  </a:moveTo>
                  <a:lnTo>
                    <a:pt x="0" y="55708"/>
                  </a:lnTo>
                  <a:lnTo>
                    <a:pt x="139782" y="55708"/>
                  </a:lnTo>
                  <a:cubicBezTo>
                    <a:pt x="138761" y="41669"/>
                    <a:pt x="133150" y="28141"/>
                    <a:pt x="122437" y="17421"/>
                  </a:cubicBezTo>
                  <a:lnTo>
                    <a:pt x="122437" y="17421"/>
                  </a:lnTo>
                  <a:cubicBezTo>
                    <a:pt x="99225" y="-5807"/>
                    <a:pt x="61218" y="-5807"/>
                    <a:pt x="38261" y="1742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30000">
                  <a:srgbClr val="FFFFFF"/>
                </a:gs>
                <a:gs pos="50000">
                  <a:srgbClr val="F8FBFE"/>
                </a:gs>
                <a:gs pos="70000">
                  <a:srgbClr val="E7F2FB"/>
                </a:gs>
                <a:gs pos="100000">
                  <a:srgbClr val="CDE5F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30"/>
            <p:cNvPicPr preferRelativeResize="0"/>
            <p:nvPr/>
          </p:nvPicPr>
          <p:blipFill rotWithShape="1">
            <a:blip r:embed="rId5">
              <a:alphaModFix/>
            </a:blip>
            <a:srcRect b="6249"/>
            <a:stretch/>
          </p:blipFill>
          <p:spPr>
            <a:xfrm flipH="1">
              <a:off x="9464356" y="207531"/>
              <a:ext cx="487589" cy="1793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7" name="Google Shape;97;p30"/>
            <p:cNvGrpSpPr/>
            <p:nvPr/>
          </p:nvGrpSpPr>
          <p:grpSpPr>
            <a:xfrm>
              <a:off x="8941738" y="1106597"/>
              <a:ext cx="202747" cy="406055"/>
              <a:chOff x="8944913" y="2119393"/>
              <a:chExt cx="202747" cy="406055"/>
            </a:xfrm>
          </p:grpSpPr>
          <p:sp>
            <p:nvSpPr>
              <p:cNvPr id="98" name="Google Shape;98;p30"/>
              <p:cNvSpPr/>
              <p:nvPr/>
            </p:nvSpPr>
            <p:spPr>
              <a:xfrm>
                <a:off x="8990584" y="2119393"/>
                <a:ext cx="157076" cy="406055"/>
              </a:xfrm>
              <a:custGeom>
                <a:avLst/>
                <a:gdLst/>
                <a:ahLst/>
                <a:cxnLst/>
                <a:rect l="l" t="t" r="r" b="b"/>
                <a:pathLst>
                  <a:path w="157076" h="406055" extrusionOk="0">
                    <a:moveTo>
                      <a:pt x="0" y="0"/>
                    </a:moveTo>
                    <a:lnTo>
                      <a:pt x="157076" y="0"/>
                    </a:lnTo>
                    <a:lnTo>
                      <a:pt x="157076" y="145"/>
                    </a:lnTo>
                    <a:lnTo>
                      <a:pt x="157076" y="339206"/>
                    </a:lnTo>
                    <a:cubicBezTo>
                      <a:pt x="157076" y="339206"/>
                      <a:pt x="156568" y="353742"/>
                      <a:pt x="155806" y="375546"/>
                    </a:cubicBezTo>
                    <a:lnTo>
                      <a:pt x="154740" y="406055"/>
                    </a:lnTo>
                    <a:lnTo>
                      <a:pt x="72021" y="406055"/>
                    </a:lnTo>
                    <a:lnTo>
                      <a:pt x="70263" y="352281"/>
                    </a:lnTo>
                    <a:lnTo>
                      <a:pt x="63497" y="318360"/>
                    </a:lnTo>
                    <a:lnTo>
                      <a:pt x="98717" y="20332"/>
                    </a:lnTo>
                    <a:lnTo>
                      <a:pt x="98863" y="20193"/>
                    </a:lnTo>
                    <a:lnTo>
                      <a:pt x="4028" y="20193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231F20"/>
                  </a:gs>
                  <a:gs pos="10000">
                    <a:srgbClr val="231F20"/>
                  </a:gs>
                  <a:gs pos="90000">
                    <a:srgbClr val="404041"/>
                  </a:gs>
                  <a:gs pos="100000">
                    <a:srgbClr val="404041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30"/>
              <p:cNvSpPr/>
              <p:nvPr/>
            </p:nvSpPr>
            <p:spPr>
              <a:xfrm>
                <a:off x="8944913" y="2139586"/>
                <a:ext cx="144535" cy="385862"/>
              </a:xfrm>
              <a:custGeom>
                <a:avLst/>
                <a:gdLst/>
                <a:ahLst/>
                <a:cxnLst/>
                <a:rect l="l" t="t" r="r" b="b"/>
                <a:pathLst>
                  <a:path w="144535" h="385862" extrusionOk="0">
                    <a:moveTo>
                      <a:pt x="6186" y="0"/>
                    </a:moveTo>
                    <a:lnTo>
                      <a:pt x="49700" y="0"/>
                    </a:lnTo>
                    <a:lnTo>
                      <a:pt x="144535" y="0"/>
                    </a:lnTo>
                    <a:lnTo>
                      <a:pt x="144389" y="139"/>
                    </a:lnTo>
                    <a:lnTo>
                      <a:pt x="109169" y="298167"/>
                    </a:lnTo>
                    <a:lnTo>
                      <a:pt x="106790" y="318301"/>
                    </a:lnTo>
                    <a:lnTo>
                      <a:pt x="95010" y="385862"/>
                    </a:lnTo>
                    <a:lnTo>
                      <a:pt x="0" y="385862"/>
                    </a:lnTo>
                    <a:close/>
                  </a:path>
                </a:pathLst>
              </a:custGeom>
              <a:solidFill>
                <a:srgbClr val="4040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0" name="Google Shape;100;p30"/>
            <p:cNvPicPr preferRelativeResize="0"/>
            <p:nvPr/>
          </p:nvPicPr>
          <p:blipFill rotWithShape="1">
            <a:blip r:embed="rId6">
              <a:alphaModFix/>
            </a:blip>
            <a:srcRect b="26528"/>
            <a:stretch/>
          </p:blipFill>
          <p:spPr>
            <a:xfrm flipH="1">
              <a:off x="10052195" y="568178"/>
              <a:ext cx="380926" cy="816300"/>
            </a:xfrm>
            <a:custGeom>
              <a:avLst/>
              <a:gdLst/>
              <a:ahLst/>
              <a:cxnLst/>
              <a:rect l="l" t="t" r="r" b="b"/>
              <a:pathLst>
                <a:path w="380926" h="816300" extrusionOk="0">
                  <a:moveTo>
                    <a:pt x="380926" y="0"/>
                  </a:moveTo>
                  <a:lnTo>
                    <a:pt x="0" y="0"/>
                  </a:lnTo>
                  <a:lnTo>
                    <a:pt x="0" y="537459"/>
                  </a:lnTo>
                  <a:lnTo>
                    <a:pt x="279366" y="816300"/>
                  </a:lnTo>
                  <a:lnTo>
                    <a:pt x="380926" y="81630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1"/>
          <p:cNvSpPr txBox="1">
            <a:spLocks noGrp="1"/>
          </p:cNvSpPr>
          <p:nvPr>
            <p:ph type="body" idx="1"/>
          </p:nvPr>
        </p:nvSpPr>
        <p:spPr>
          <a:xfrm>
            <a:off x="609600" y="1267608"/>
            <a:ext cx="1939925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114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​"/>
              <a:defRPr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5" name="Google Shape;105;p31"/>
          <p:cNvSpPr txBox="1">
            <a:spLocks noGrp="1"/>
          </p:cNvSpPr>
          <p:nvPr>
            <p:ph type="body" idx="2"/>
          </p:nvPr>
        </p:nvSpPr>
        <p:spPr>
          <a:xfrm>
            <a:off x="2894013" y="1267608"/>
            <a:ext cx="7335837" cy="433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86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Arial"/>
              <a:buChar char="•"/>
              <a:defRPr sz="2800"/>
            </a:lvl1pPr>
            <a:lvl2pPr marL="914400" lvl="1" indent="-36576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 sz="2400"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 sz="2000"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 sz="1800"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 sz="18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Aqua">
  <p:cSld name="Section Header – Aqua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2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2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09" name="Google Shape;109;p3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2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Leaf">
  <p:cSld name="Section Header – Leaf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3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15" name="Google Shape;115;p3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3"/>
          <p:cNvSpPr/>
          <p:nvPr/>
        </p:nvSpPr>
        <p:spPr>
          <a:xfrm>
            <a:off x="6525510" y="666685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21000">
                <a:schemeClr val="accent4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Plum">
  <p:cSld name="Section Header – Plum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4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4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21" name="Google Shape;121;p3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4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– Photo">
  <p:cSld name="Section Header – Photo"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5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1" cy="563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5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5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5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30" name="Google Shape;130;p35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5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3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3" name="Google Shape;133;p3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34" name="Google Shape;134;p3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3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3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3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3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3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3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3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3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" name="Google Shape;144;p3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45" name="Google Shape;145;p3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3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3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3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3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3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3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2" name="Google Shape;152;p3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35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1" cy="563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5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5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p3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57" name="Google Shape;157;p3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58" name="Google Shape;158;p3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3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3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3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3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3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3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3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3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3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" name="Google Shape;168;p3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69" name="Google Shape;169;p3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3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3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3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3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3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3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6" name="Google Shape;176;p3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5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Aqua">
  <p:cSld name="Quote – Aqua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6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6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82" name="Google Shape;182;p36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83" name="Google Shape;183;p36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36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86" name="Google Shape;186;p3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87" name="Google Shape;187;p3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3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3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3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3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3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3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3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3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3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3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8" name="Google Shape;198;p3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3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3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3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3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3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3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5" name="Google Shape;205;p3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36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07" name="Google Shape;207;p3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08" name="Google Shape;208;p3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3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3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3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3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3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3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3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3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3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8" name="Google Shape;218;p3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19" name="Google Shape;219;p3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3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3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3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3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3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3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6" name="Google Shape;226;p36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- Customer Story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/>
          <p:nvPr/>
        </p:nvSpPr>
        <p:spPr>
          <a:xfrm>
            <a:off x="6472" y="437918"/>
            <a:ext cx="12182354" cy="5615389"/>
          </a:xfrm>
          <a:custGeom>
            <a:avLst/>
            <a:gdLst/>
            <a:ahLst/>
            <a:cxnLst/>
            <a:rect l="l" t="t" r="r" b="b"/>
            <a:pathLst>
              <a:path w="12231282" h="5615389" extrusionOk="0">
                <a:moveTo>
                  <a:pt x="0" y="0"/>
                </a:moveTo>
                <a:lnTo>
                  <a:pt x="12231282" y="27709"/>
                </a:lnTo>
                <a:lnTo>
                  <a:pt x="12203580" y="1466637"/>
                </a:lnTo>
                <a:lnTo>
                  <a:pt x="11206700" y="1466637"/>
                </a:lnTo>
                <a:cubicBezTo>
                  <a:pt x="10785051" y="1466637"/>
                  <a:pt x="10380638" y="1634150"/>
                  <a:pt x="10082432" y="1932294"/>
                </a:cubicBezTo>
                <a:lnTo>
                  <a:pt x="6864995" y="5149732"/>
                </a:lnTo>
                <a:cubicBezTo>
                  <a:pt x="6566852" y="5447874"/>
                  <a:pt x="6162438" y="5615389"/>
                  <a:pt x="5740726" y="5615389"/>
                </a:cubicBezTo>
                <a:lnTo>
                  <a:pt x="0" y="561538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7"/>
          <p:cNvSpPr/>
          <p:nvPr/>
        </p:nvSpPr>
        <p:spPr>
          <a:xfrm>
            <a:off x="-9730" y="1828238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7"/>
          <p:cNvSpPr>
            <a:spLocks noGrp="1"/>
          </p:cNvSpPr>
          <p:nvPr>
            <p:ph type="pic" idx="2"/>
          </p:nvPr>
        </p:nvSpPr>
        <p:spPr>
          <a:xfrm>
            <a:off x="6457030" y="3564301"/>
            <a:ext cx="5731795" cy="329878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2" name="Google Shape;232;p37"/>
          <p:cNvSpPr txBox="1">
            <a:spLocks noGrp="1"/>
          </p:cNvSpPr>
          <p:nvPr>
            <p:ph type="body" idx="1"/>
          </p:nvPr>
        </p:nvSpPr>
        <p:spPr>
          <a:xfrm>
            <a:off x="605484" y="4754564"/>
            <a:ext cx="4814417" cy="387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9"/>
              <a:buChar char="​"/>
              <a:defRPr sz="1799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/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/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/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3" name="Google Shape;233;p37"/>
          <p:cNvSpPr>
            <a:spLocks noGrp="1"/>
          </p:cNvSpPr>
          <p:nvPr>
            <p:ph type="body" idx="3"/>
          </p:nvPr>
        </p:nvSpPr>
        <p:spPr>
          <a:xfrm>
            <a:off x="9025085" y="412751"/>
            <a:ext cx="2583519" cy="1190624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4" name="Google Shape;234;p37"/>
          <p:cNvSpPr txBox="1">
            <a:spLocks noGrp="1"/>
          </p:cNvSpPr>
          <p:nvPr>
            <p:ph type="body" idx="4"/>
          </p:nvPr>
        </p:nvSpPr>
        <p:spPr>
          <a:xfrm>
            <a:off x="605484" y="5158325"/>
            <a:ext cx="4814417" cy="387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​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/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/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/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5" name="Google Shape;235;p37"/>
          <p:cNvSpPr txBox="1">
            <a:spLocks noGrp="1"/>
          </p:cNvSpPr>
          <p:nvPr>
            <p:ph type="body" idx="5"/>
          </p:nvPr>
        </p:nvSpPr>
        <p:spPr>
          <a:xfrm>
            <a:off x="438911" y="1449388"/>
            <a:ext cx="6568063" cy="335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hoto">
  <p:cSld name="Quote – Photo">
    <p:bg>
      <p:bgPr>
        <a:solidFill>
          <a:schemeClr val="lt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8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8"/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3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8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3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43" name="Google Shape;243;p3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44" name="Google Shape;244;p3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3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3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3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3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3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3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3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3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3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3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5" name="Google Shape;255;p3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3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3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3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3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2" name="Google Shape;262;p38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3" name="Google Shape;263;p38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3591052" cy="67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4" name="Google Shape;264;p3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38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3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8"/>
          <p:cNvSpPr/>
          <p:nvPr/>
        </p:nvSpPr>
        <p:spPr>
          <a:xfrm>
            <a:off x="0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3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69" name="Google Shape;269;p3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70" name="Google Shape;270;p3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3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3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0" name="Google Shape;280;p3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81" name="Google Shape;281;p3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8" name="Google Shape;288;p3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Right">
  <p:cSld name="Two Content Dynamic – Righ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3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93" name="Google Shape;293;p3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9"/>
          <p:cNvSpPr/>
          <p:nvPr/>
        </p:nvSpPr>
        <p:spPr>
          <a:xfrm rot="10800000" flipH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9"/>
          <p:cNvSpPr txBox="1">
            <a:spLocks noGrp="1"/>
          </p:cNvSpPr>
          <p:nvPr>
            <p:ph type="body" idx="2"/>
          </p:nvPr>
        </p:nvSpPr>
        <p:spPr>
          <a:xfrm>
            <a:off x="9294812" y="1609531"/>
            <a:ext cx="289401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6" name="Google Shape;296;p39"/>
          <p:cNvSpPr txBox="1">
            <a:spLocks noGrp="1"/>
          </p:cNvSpPr>
          <p:nvPr>
            <p:ph type="body" idx="3"/>
          </p:nvPr>
        </p:nvSpPr>
        <p:spPr>
          <a:xfrm>
            <a:off x="0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7" name="Google Shape;297;p3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9"/>
          <p:cNvSpPr/>
          <p:nvPr/>
        </p:nvSpPr>
        <p:spPr>
          <a:xfrm rot="10800000" flipH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Numbered ">
  <p:cSld name="Five Numbered 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0"/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0"/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0"/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0"/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4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307" name="Google Shape;307;p40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8" name="Google Shape;308;p40"/>
          <p:cNvSpPr txBox="1">
            <a:spLocks noGrp="1"/>
          </p:cNvSpPr>
          <p:nvPr>
            <p:ph type="body" idx="2"/>
          </p:nvPr>
        </p:nvSpPr>
        <p:spPr>
          <a:xfrm>
            <a:off x="61085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09" name="Google Shape;309;p40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0" name="Google Shape;310;p40"/>
          <p:cNvSpPr txBox="1">
            <a:spLocks noGrp="1"/>
          </p:cNvSpPr>
          <p:nvPr>
            <p:ph type="body" idx="3"/>
          </p:nvPr>
        </p:nvSpPr>
        <p:spPr>
          <a:xfrm>
            <a:off x="2894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3429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11" name="Google Shape;311;p40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2" name="Google Shape;312;p40"/>
          <p:cNvSpPr txBox="1">
            <a:spLocks noGrp="1"/>
          </p:cNvSpPr>
          <p:nvPr>
            <p:ph type="body" idx="4"/>
          </p:nvPr>
        </p:nvSpPr>
        <p:spPr>
          <a:xfrm>
            <a:off x="518509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13" name="Google Shape;313;p40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4" name="Google Shape;314;p40"/>
          <p:cNvSpPr txBox="1">
            <a:spLocks noGrp="1"/>
          </p:cNvSpPr>
          <p:nvPr>
            <p:ph type="body" idx="5"/>
          </p:nvPr>
        </p:nvSpPr>
        <p:spPr>
          <a:xfrm>
            <a:off x="747000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15" name="Google Shape;315;p40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6" name="Google Shape;316;p40"/>
          <p:cNvSpPr txBox="1">
            <a:spLocks noGrp="1"/>
          </p:cNvSpPr>
          <p:nvPr>
            <p:ph type="body" idx="6"/>
          </p:nvPr>
        </p:nvSpPr>
        <p:spPr>
          <a:xfrm>
            <a:off x="9752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3B3B3B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17" name="Google Shape;317;p4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0"/>
          <p:cNvSpPr/>
          <p:nvPr/>
        </p:nvSpPr>
        <p:spPr>
          <a:xfrm>
            <a:off x="1131007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3414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570525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0"/>
          <p:cNvSpPr/>
          <p:nvPr/>
        </p:nvSpPr>
        <p:spPr>
          <a:xfrm>
            <a:off x="7990158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0"/>
          <p:cNvSpPr/>
          <p:nvPr/>
        </p:nvSpPr>
        <p:spPr>
          <a:xfrm>
            <a:off x="10272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0"/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0"/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0"/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0"/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p40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9" name="Google Shape;329;p40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0" name="Google Shape;330;p40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1" name="Google Shape;331;p40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2" name="Google Shape;332;p40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3" name="Google Shape;333;p4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0"/>
          <p:cNvSpPr/>
          <p:nvPr/>
        </p:nvSpPr>
        <p:spPr>
          <a:xfrm>
            <a:off x="1131007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0"/>
          <p:cNvSpPr/>
          <p:nvPr/>
        </p:nvSpPr>
        <p:spPr>
          <a:xfrm>
            <a:off x="3414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0"/>
          <p:cNvSpPr/>
          <p:nvPr/>
        </p:nvSpPr>
        <p:spPr>
          <a:xfrm>
            <a:off x="570525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0"/>
          <p:cNvSpPr/>
          <p:nvPr/>
        </p:nvSpPr>
        <p:spPr>
          <a:xfrm>
            <a:off x="7990158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0"/>
          <p:cNvSpPr/>
          <p:nvPr/>
        </p:nvSpPr>
        <p:spPr>
          <a:xfrm>
            <a:off x="10272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Leaf">
  <p:cSld name="Big Statement - Leaf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41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41" name="Google Shape;341;p41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1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3" name="Google Shape;343;p41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403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44" name="Google Shape;344;p4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Aqua">
  <p:cSld name="Big Statement - Aqua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42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48" name="Google Shape;348;p42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2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" name="Google Shape;350;p42"/>
          <p:cNvSpPr txBox="1">
            <a:spLocks noGrp="1"/>
          </p:cNvSpPr>
          <p:nvPr>
            <p:ph type="body" idx="1"/>
          </p:nvPr>
        </p:nvSpPr>
        <p:spPr>
          <a:xfrm>
            <a:off x="580171" y="2233670"/>
            <a:ext cx="6525709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51" name="Google Shape;351;p4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Plum">
  <p:cSld name="Big Statement - Plum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43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55" name="Google Shape;355;p43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3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Google Shape;357;p43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403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58" name="Google Shape;358;p4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2 - Leaf 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4"/>
          <p:cNvSpPr/>
          <p:nvPr/>
        </p:nvSpPr>
        <p:spPr>
          <a:xfrm>
            <a:off x="6457030" y="355921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61A30E"/>
              </a:gs>
              <a:gs pos="21000">
                <a:srgbClr val="61A30E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4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44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65" name="Google Shape;365;p4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Aqua">
  <p:cSld name="Big Statement 2 - Aqua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5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5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4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72" name="Google Shape;372;p45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Plum">
  <p:cSld name="Big Statement 2 - Plum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6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80" name="Google Shape;380;p46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Leaf">
  <p:cSld name="Thank You / Closing - Leaf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7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7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4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87" name="Google Shape;387;p4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88" name="Google Shape;388;p4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4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4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4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4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4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4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4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4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4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8" name="Google Shape;398;p4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99" name="Google Shape;399;p4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4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4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4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4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4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4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6" name="Google Shape;406;p47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7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7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Aqua">
  <p:cSld name="Thank You / Closing - Aqua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8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8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5" name="Google Shape;415;p4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416" name="Google Shape;416;p4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17" name="Google Shape;417;p4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4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4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4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4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4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4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4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4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4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7" name="Google Shape;427;p4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28" name="Google Shape;428;p4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4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4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4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4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4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4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5" name="Google Shape;435;p48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8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8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8" name="Google Shape;438;p4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439" name="Google Shape;439;p4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40" name="Google Shape;440;p4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4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4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4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4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4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4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4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4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4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0" name="Google Shape;450;p4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51" name="Google Shape;451;p4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4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4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4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4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4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4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58" name="Google Shape;458;p48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Plum">
  <p:cSld name="Thank You / Closing - Plum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9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9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p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465" name="Google Shape;465;p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66" name="Google Shape;466;p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6" name="Google Shape;476;p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77" name="Google Shape;477;p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4" name="Google Shape;484;p49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9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9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7" name="Google Shape;487;p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488" name="Google Shape;488;p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89" name="Google Shape;489;p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9" name="Google Shape;499;p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500" name="Google Shape;500;p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07" name="Google Shape;507;p49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9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Slide – Aqua">
  <p:cSld name="3_Title Slide – Aqua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8"/>
          <p:cNvSpPr/>
          <p:nvPr/>
        </p:nvSpPr>
        <p:spPr>
          <a:xfrm>
            <a:off x="-7749" y="-9404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p28"/>
          <p:cNvPicPr preferRelativeResize="0"/>
          <p:nvPr/>
        </p:nvPicPr>
        <p:blipFill rotWithShape="1">
          <a:blip r:embed="rId2">
            <a:alphaModFix/>
          </a:blip>
          <a:srcRect r="8538"/>
          <a:stretch/>
        </p:blipFill>
        <p:spPr>
          <a:xfrm>
            <a:off x="62216" y="556095"/>
            <a:ext cx="2396755" cy="4181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28"/>
          <p:cNvPicPr preferRelativeResize="0"/>
          <p:nvPr/>
        </p:nvPicPr>
        <p:blipFill rotWithShape="1">
          <a:blip r:embed="rId3">
            <a:alphaModFix/>
          </a:blip>
          <a:srcRect l="1042" r="1973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513" name="Google Shape;513;p28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8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15" name="Google Shape;515;p28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16" name="Google Shape;516;p28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517" name="Google Shape;517;p2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518" name="Google Shape;518;p2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519" name="Google Shape;519;p2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2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2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2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2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2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2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2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2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2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9" name="Google Shape;529;p2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530" name="Google Shape;530;p2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2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2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2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2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2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2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37" name="Google Shape;537;p28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28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39" name="Google Shape;539;p28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0" name="Google Shape;540;p2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541" name="Google Shape;541;p2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542" name="Google Shape;542;p2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2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2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2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2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2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2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2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2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2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2" name="Google Shape;552;p2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553" name="Google Shape;553;p2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2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2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2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2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2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2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60" name="Google Shape;560;p28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1" name="Google Shape;561;p28"/>
          <p:cNvGrpSpPr/>
          <p:nvPr/>
        </p:nvGrpSpPr>
        <p:grpSpPr>
          <a:xfrm>
            <a:off x="2696090" y="316406"/>
            <a:ext cx="1881090" cy="797570"/>
            <a:chOff x="1916625" y="293597"/>
            <a:chExt cx="2928166" cy="1241524"/>
          </a:xfrm>
        </p:grpSpPr>
        <p:sp>
          <p:nvSpPr>
            <p:cNvPr id="562" name="Google Shape;562;p28"/>
            <p:cNvSpPr/>
            <p:nvPr/>
          </p:nvSpPr>
          <p:spPr>
            <a:xfrm>
              <a:off x="1916625" y="293597"/>
              <a:ext cx="2877262" cy="1174893"/>
            </a:xfrm>
            <a:custGeom>
              <a:avLst/>
              <a:gdLst/>
              <a:ahLst/>
              <a:cxnLst/>
              <a:rect l="l" t="t" r="r" b="b"/>
              <a:pathLst>
                <a:path w="2584309" h="1055272" extrusionOk="0">
                  <a:moveTo>
                    <a:pt x="2134206" y="605217"/>
                  </a:moveTo>
                  <a:cubicBezTo>
                    <a:pt x="2085179" y="605217"/>
                    <a:pt x="2038077" y="613144"/>
                    <a:pt x="1993964" y="627632"/>
                  </a:cubicBezTo>
                  <a:cubicBezTo>
                    <a:pt x="1956130" y="274760"/>
                    <a:pt x="1657513" y="0"/>
                    <a:pt x="1294675" y="0"/>
                  </a:cubicBezTo>
                  <a:cubicBezTo>
                    <a:pt x="960604" y="0"/>
                    <a:pt x="681031" y="232994"/>
                    <a:pt x="609289" y="545366"/>
                  </a:cubicBezTo>
                  <a:lnTo>
                    <a:pt x="509944" y="545240"/>
                  </a:lnTo>
                  <a:cubicBezTo>
                    <a:pt x="228268" y="545240"/>
                    <a:pt x="0" y="773548"/>
                    <a:pt x="0" y="1055273"/>
                  </a:cubicBezTo>
                  <a:lnTo>
                    <a:pt x="2584310" y="1055273"/>
                  </a:lnTo>
                  <a:cubicBezTo>
                    <a:pt x="2584310" y="806677"/>
                    <a:pt x="2382809" y="605141"/>
                    <a:pt x="2134257" y="605141"/>
                  </a:cubicBezTo>
                  <a:lnTo>
                    <a:pt x="2134206" y="60519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5000">
                  <a:srgbClr val="FFFFFF"/>
                </a:gs>
                <a:gs pos="31000">
                  <a:srgbClr val="F8FBFD"/>
                </a:gs>
                <a:gs pos="41000">
                  <a:srgbClr val="E7F3F9"/>
                </a:gs>
                <a:gs pos="51000">
                  <a:srgbClr val="CBE4F2"/>
                </a:gs>
                <a:gs pos="63000">
                  <a:srgbClr val="A4D0E9"/>
                </a:gs>
                <a:gs pos="72000">
                  <a:srgbClr val="80BEE1"/>
                </a:gs>
                <a:gs pos="100000">
                  <a:srgbClr val="80BEE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28"/>
            <p:cNvSpPr/>
            <p:nvPr/>
          </p:nvSpPr>
          <p:spPr>
            <a:xfrm>
              <a:off x="3278693" y="897563"/>
              <a:ext cx="1566098" cy="637558"/>
            </a:xfrm>
            <a:custGeom>
              <a:avLst/>
              <a:gdLst/>
              <a:ahLst/>
              <a:cxnLst/>
              <a:rect l="l" t="t" r="r" b="b"/>
              <a:pathLst>
                <a:path w="1612032" h="656260" extrusionOk="0">
                  <a:moveTo>
                    <a:pt x="241362" y="203114"/>
                  </a:moveTo>
                  <a:cubicBezTo>
                    <a:pt x="-2708" y="466021"/>
                    <a:pt x="1" y="656260"/>
                    <a:pt x="1" y="656260"/>
                  </a:cubicBezTo>
                  <a:lnTo>
                    <a:pt x="1612033" y="656260"/>
                  </a:lnTo>
                  <a:cubicBezTo>
                    <a:pt x="1601650" y="495275"/>
                    <a:pt x="1535378" y="337303"/>
                    <a:pt x="1413064" y="214968"/>
                  </a:cubicBezTo>
                  <a:lnTo>
                    <a:pt x="1413064" y="214968"/>
                  </a:lnTo>
                  <a:cubicBezTo>
                    <a:pt x="1145773" y="-52371"/>
                    <a:pt x="509768" y="-86032"/>
                    <a:pt x="241387" y="203038"/>
                  </a:cubicBezTo>
                  <a:lnTo>
                    <a:pt x="241387" y="20308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9000">
                  <a:srgbClr val="FFFFFF"/>
                </a:gs>
                <a:gs pos="48000">
                  <a:srgbClr val="F8FBFE"/>
                </a:gs>
                <a:gs pos="73000">
                  <a:srgbClr val="E7F3FB"/>
                </a:gs>
                <a:gs pos="100000">
                  <a:srgbClr val="CEE6F7"/>
                </a:gs>
              </a:gsLst>
              <a:lin ang="2699857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64" name="Google Shape;56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580" y="1065612"/>
            <a:ext cx="2352628" cy="2826905"/>
          </a:xfrm>
          <a:prstGeom prst="rect">
            <a:avLst/>
          </a:prstGeom>
          <a:noFill/>
          <a:ln>
            <a:noFill/>
          </a:ln>
          <a:effectLst>
            <a:outerShdw blurRad="525901" dist="38100" dir="13500000" algn="br" rotWithShape="0">
              <a:srgbClr val="000000">
                <a:alpha val="25098"/>
              </a:srgbClr>
            </a:outerShdw>
          </a:effectLst>
        </p:spPr>
      </p:pic>
      <p:sp>
        <p:nvSpPr>
          <p:cNvPr id="565" name="Google Shape;565;p28" title="Title"/>
          <p:cNvSpPr txBox="1"/>
          <p:nvPr/>
        </p:nvSpPr>
        <p:spPr>
          <a:xfrm>
            <a:off x="1427483" y="2515180"/>
            <a:ext cx="803661" cy="19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VCF</a:t>
            </a:r>
            <a:endParaRPr sz="40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8" title="Title"/>
          <p:cNvSpPr txBox="1"/>
          <p:nvPr/>
        </p:nvSpPr>
        <p:spPr>
          <a:xfrm>
            <a:off x="1427483" y="2762215"/>
            <a:ext cx="803661" cy="41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9.1</a:t>
            </a:r>
            <a:endParaRPr sz="40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1768256" y="218744"/>
            <a:ext cx="690715" cy="278451"/>
          </a:xfrm>
          <a:custGeom>
            <a:avLst/>
            <a:gdLst/>
            <a:ahLst/>
            <a:cxnLst/>
            <a:rect l="l" t="t" r="r" b="b"/>
            <a:pathLst>
              <a:path w="1655761" h="586212" extrusionOk="0">
                <a:moveTo>
                  <a:pt x="1285951" y="273354"/>
                </a:moveTo>
                <a:cubicBezTo>
                  <a:pt x="1221446" y="273354"/>
                  <a:pt x="1160717" y="289669"/>
                  <a:pt x="1107618" y="318372"/>
                </a:cubicBezTo>
                <a:cubicBezTo>
                  <a:pt x="1010331" y="129388"/>
                  <a:pt x="813492" y="0"/>
                  <a:pt x="586212" y="0"/>
                </a:cubicBezTo>
                <a:cubicBezTo>
                  <a:pt x="262478" y="0"/>
                  <a:pt x="0" y="262477"/>
                  <a:pt x="0" y="586212"/>
                </a:cubicBezTo>
                <a:lnTo>
                  <a:pt x="1655761" y="586212"/>
                </a:lnTo>
                <a:cubicBezTo>
                  <a:pt x="1626152" y="408709"/>
                  <a:pt x="1471838" y="273354"/>
                  <a:pt x="1285951" y="273354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5000">
                <a:srgbClr val="FFFFFF"/>
              </a:gs>
              <a:gs pos="31000">
                <a:srgbClr val="F8FBFD"/>
              </a:gs>
              <a:gs pos="41000">
                <a:srgbClr val="E7F3F9"/>
              </a:gs>
              <a:gs pos="51000">
                <a:srgbClr val="CBE4F2"/>
              </a:gs>
              <a:gs pos="63000">
                <a:srgbClr val="A4D0E9"/>
              </a:gs>
              <a:gs pos="72000">
                <a:srgbClr val="80BEE1"/>
              </a:gs>
              <a:gs pos="100000">
                <a:srgbClr val="80BEE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2768111" y="1002169"/>
            <a:ext cx="3794" cy="3962"/>
          </a:xfrm>
          <a:custGeom>
            <a:avLst/>
            <a:gdLst/>
            <a:ahLst/>
            <a:cxnLst/>
            <a:rect l="l" t="t" r="r" b="b"/>
            <a:pathLst>
              <a:path w="3662" h="3824" extrusionOk="0">
                <a:moveTo>
                  <a:pt x="1997" y="733"/>
                </a:moveTo>
                <a:cubicBezTo>
                  <a:pt x="4445" y="-736"/>
                  <a:pt x="4139" y="60"/>
                  <a:pt x="1446" y="2615"/>
                </a:cubicBezTo>
                <a:lnTo>
                  <a:pt x="0" y="3824"/>
                </a:lnTo>
                <a:lnTo>
                  <a:pt x="1997" y="733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9" name="Google Shape;569;p28"/>
          <p:cNvGrpSpPr/>
          <p:nvPr/>
        </p:nvGrpSpPr>
        <p:grpSpPr>
          <a:xfrm>
            <a:off x="2589583" y="1226717"/>
            <a:ext cx="413987" cy="414076"/>
            <a:chOff x="3575113" y="826118"/>
            <a:chExt cx="383447" cy="383531"/>
          </a:xfrm>
        </p:grpSpPr>
        <p:sp>
          <p:nvSpPr>
            <p:cNvPr id="570" name="Google Shape;570;p28"/>
            <p:cNvSpPr/>
            <p:nvPr/>
          </p:nvSpPr>
          <p:spPr>
            <a:xfrm>
              <a:off x="3575113" y="826118"/>
              <a:ext cx="383444" cy="383531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8"/>
            <p:cNvSpPr/>
            <p:nvPr/>
          </p:nvSpPr>
          <p:spPr>
            <a:xfrm>
              <a:off x="3819368" y="826119"/>
              <a:ext cx="139192" cy="139217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28"/>
          <p:cNvGrpSpPr/>
          <p:nvPr/>
        </p:nvGrpSpPr>
        <p:grpSpPr>
          <a:xfrm>
            <a:off x="2283606" y="1403892"/>
            <a:ext cx="260552" cy="260605"/>
            <a:chOff x="3695122" y="826119"/>
            <a:chExt cx="263438" cy="263494"/>
          </a:xfrm>
        </p:grpSpPr>
        <p:sp>
          <p:nvSpPr>
            <p:cNvPr id="573" name="Google Shape;573;p28"/>
            <p:cNvSpPr/>
            <p:nvPr/>
          </p:nvSpPr>
          <p:spPr>
            <a:xfrm>
              <a:off x="3695122" y="826119"/>
              <a:ext cx="263434" cy="263494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8"/>
            <p:cNvSpPr/>
            <p:nvPr/>
          </p:nvSpPr>
          <p:spPr>
            <a:xfrm>
              <a:off x="3819368" y="826119"/>
              <a:ext cx="139192" cy="139217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5" name="Google Shape;575;p28"/>
          <p:cNvGrpSpPr/>
          <p:nvPr/>
        </p:nvGrpSpPr>
        <p:grpSpPr>
          <a:xfrm>
            <a:off x="2455531" y="1826867"/>
            <a:ext cx="273670" cy="291886"/>
            <a:chOff x="5172113" y="-555995"/>
            <a:chExt cx="264134" cy="281716"/>
          </a:xfrm>
        </p:grpSpPr>
        <p:sp>
          <p:nvSpPr>
            <p:cNvPr id="576" name="Google Shape;576;p28"/>
            <p:cNvSpPr/>
            <p:nvPr/>
          </p:nvSpPr>
          <p:spPr>
            <a:xfrm>
              <a:off x="5172113" y="-33819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2"/>
                    <a:pt x="35511" y="71022"/>
                  </a:cubicBezTo>
                  <a:cubicBezTo>
                    <a:pt x="15899" y="71022"/>
                    <a:pt x="0" y="55123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8"/>
            <p:cNvSpPr/>
            <p:nvPr/>
          </p:nvSpPr>
          <p:spPr>
            <a:xfrm>
              <a:off x="5272224" y="-43830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8"/>
            <p:cNvSpPr/>
            <p:nvPr/>
          </p:nvSpPr>
          <p:spPr>
            <a:xfrm>
              <a:off x="5248284" y="-555995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8"/>
            <p:cNvSpPr/>
            <p:nvPr/>
          </p:nvSpPr>
          <p:spPr>
            <a:xfrm>
              <a:off x="5372333" y="-538412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0" name="Google Shape;580;p28"/>
          <p:cNvGrpSpPr/>
          <p:nvPr/>
        </p:nvGrpSpPr>
        <p:grpSpPr>
          <a:xfrm>
            <a:off x="2792145" y="1585043"/>
            <a:ext cx="211423" cy="211466"/>
            <a:chOff x="3744795" y="826119"/>
            <a:chExt cx="213765" cy="213809"/>
          </a:xfrm>
        </p:grpSpPr>
        <p:sp>
          <p:nvSpPr>
            <p:cNvPr id="581" name="Google Shape;581;p28"/>
            <p:cNvSpPr/>
            <p:nvPr/>
          </p:nvSpPr>
          <p:spPr>
            <a:xfrm>
              <a:off x="3744795" y="826119"/>
              <a:ext cx="213761" cy="213809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8"/>
            <p:cNvSpPr/>
            <p:nvPr/>
          </p:nvSpPr>
          <p:spPr>
            <a:xfrm>
              <a:off x="3819368" y="826119"/>
              <a:ext cx="139192" cy="139217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3" name="Google Shape;583;p28"/>
          <p:cNvGrpSpPr/>
          <p:nvPr/>
        </p:nvGrpSpPr>
        <p:grpSpPr>
          <a:xfrm>
            <a:off x="3125098" y="1199768"/>
            <a:ext cx="273670" cy="291886"/>
            <a:chOff x="5172113" y="-555995"/>
            <a:chExt cx="264134" cy="281716"/>
          </a:xfrm>
        </p:grpSpPr>
        <p:sp>
          <p:nvSpPr>
            <p:cNvPr id="584" name="Google Shape;584;p28"/>
            <p:cNvSpPr/>
            <p:nvPr/>
          </p:nvSpPr>
          <p:spPr>
            <a:xfrm>
              <a:off x="5172113" y="-33819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2"/>
                    <a:pt x="35511" y="71022"/>
                  </a:cubicBezTo>
                  <a:cubicBezTo>
                    <a:pt x="15899" y="71022"/>
                    <a:pt x="0" y="55123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5272224" y="-43830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8"/>
            <p:cNvSpPr/>
            <p:nvPr/>
          </p:nvSpPr>
          <p:spPr>
            <a:xfrm>
              <a:off x="5248284" y="-555995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5372333" y="-538412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8" name="Google Shape;588;p28"/>
          <p:cNvSpPr/>
          <p:nvPr/>
        </p:nvSpPr>
        <p:spPr>
          <a:xfrm>
            <a:off x="876792" y="3776579"/>
            <a:ext cx="434073" cy="197081"/>
          </a:xfrm>
          <a:prstGeom prst="rect">
            <a:avLst/>
          </a:prstGeom>
          <a:gradFill>
            <a:gsLst>
              <a:gs pos="0">
                <a:srgbClr val="21E1FE">
                  <a:alpha val="75294"/>
                </a:srgbClr>
              </a:gs>
              <a:gs pos="100000">
                <a:srgbClr val="C0F0FE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8"/>
          <p:cNvSpPr/>
          <p:nvPr/>
        </p:nvSpPr>
        <p:spPr>
          <a:xfrm>
            <a:off x="1527902" y="3801485"/>
            <a:ext cx="601298" cy="172175"/>
          </a:xfrm>
          <a:prstGeom prst="rect">
            <a:avLst/>
          </a:prstGeom>
          <a:gradFill>
            <a:gsLst>
              <a:gs pos="0">
                <a:srgbClr val="21E1FE">
                  <a:alpha val="75294"/>
                </a:srgbClr>
              </a:gs>
              <a:gs pos="100000">
                <a:srgbClr val="C0F0FE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2346707" y="3771366"/>
            <a:ext cx="369090" cy="260605"/>
          </a:xfrm>
          <a:prstGeom prst="rect">
            <a:avLst/>
          </a:prstGeom>
          <a:gradFill>
            <a:gsLst>
              <a:gs pos="0">
                <a:srgbClr val="21E1FE">
                  <a:alpha val="75294"/>
                </a:srgbClr>
              </a:gs>
              <a:gs pos="100000">
                <a:srgbClr val="C0F0FE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1" name="Google Shape;591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7902" y="1818578"/>
            <a:ext cx="594816" cy="637702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8"/>
          <p:cNvSpPr/>
          <p:nvPr/>
        </p:nvSpPr>
        <p:spPr>
          <a:xfrm>
            <a:off x="-3812" y="-260"/>
            <a:ext cx="7220882" cy="6170501"/>
          </a:xfrm>
          <a:custGeom>
            <a:avLst/>
            <a:gdLst/>
            <a:ahLst/>
            <a:cxnLst/>
            <a:rect l="l" t="t" r="r" b="b"/>
            <a:pathLst>
              <a:path w="7220882" h="6170501" extrusionOk="0">
                <a:moveTo>
                  <a:pt x="6334843" y="0"/>
                </a:moveTo>
                <a:lnTo>
                  <a:pt x="7220882" y="0"/>
                </a:lnTo>
                <a:lnTo>
                  <a:pt x="2273318" y="4947565"/>
                </a:lnTo>
                <a:cubicBezTo>
                  <a:pt x="1988312" y="5232571"/>
                  <a:pt x="1601795" y="5392663"/>
                  <a:pt x="1198792" y="5392663"/>
                </a:cubicBezTo>
                <a:lnTo>
                  <a:pt x="3811" y="5392663"/>
                </a:lnTo>
                <a:lnTo>
                  <a:pt x="3811" y="6170501"/>
                </a:lnTo>
                <a:lnTo>
                  <a:pt x="0" y="6170501"/>
                </a:lnTo>
                <a:lnTo>
                  <a:pt x="0" y="4737302"/>
                </a:lnTo>
                <a:lnTo>
                  <a:pt x="1046384" y="4737302"/>
                </a:lnTo>
                <a:cubicBezTo>
                  <a:pt x="1399274" y="4737302"/>
                  <a:pt x="1737727" y="4597117"/>
                  <a:pt x="1987292" y="4347552"/>
                </a:cubicBezTo>
                <a:lnTo>
                  <a:pt x="63348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– Aqua">
  <p:cSld name="1_Title Slide – Aqua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"/>
          <p:cNvSpPr/>
          <p:nvPr/>
        </p:nvSpPr>
        <p:spPr>
          <a:xfrm>
            <a:off x="-7749" y="-9404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5" name="Google Shape;595;p29"/>
          <p:cNvPicPr preferRelativeResize="0"/>
          <p:nvPr/>
        </p:nvPicPr>
        <p:blipFill rotWithShape="1">
          <a:blip r:embed="rId2">
            <a:alphaModFix/>
          </a:blip>
          <a:srcRect r="7392"/>
          <a:stretch/>
        </p:blipFill>
        <p:spPr>
          <a:xfrm>
            <a:off x="62216" y="556095"/>
            <a:ext cx="2426807" cy="4181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29"/>
          <p:cNvPicPr preferRelativeResize="0"/>
          <p:nvPr/>
        </p:nvPicPr>
        <p:blipFill rotWithShape="1">
          <a:blip r:embed="rId3">
            <a:alphaModFix/>
          </a:blip>
          <a:srcRect l="1042" r="1973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597" name="Google Shape;597;p29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8" name="Google Shape;598;p2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599" name="Google Shape;599;p2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600" name="Google Shape;600;p2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2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2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2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2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2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2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2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2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2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0" name="Google Shape;610;p2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611" name="Google Shape;611;p2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2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2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2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2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2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2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18" name="Google Shape;618;p29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9" name="Google Shape;619;p2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620" name="Google Shape;620;p2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621" name="Google Shape;621;p2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2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2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2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2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2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2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2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2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2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1" name="Google Shape;631;p2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632" name="Google Shape;632;p2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2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2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2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2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2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2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39" name="Google Shape;639;p29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0" name="Google Shape;640;p29"/>
          <p:cNvGrpSpPr/>
          <p:nvPr/>
        </p:nvGrpSpPr>
        <p:grpSpPr>
          <a:xfrm>
            <a:off x="2696090" y="316406"/>
            <a:ext cx="1881090" cy="797570"/>
            <a:chOff x="1916625" y="293597"/>
            <a:chExt cx="2928166" cy="1241524"/>
          </a:xfrm>
        </p:grpSpPr>
        <p:sp>
          <p:nvSpPr>
            <p:cNvPr id="641" name="Google Shape;641;p29"/>
            <p:cNvSpPr/>
            <p:nvPr/>
          </p:nvSpPr>
          <p:spPr>
            <a:xfrm>
              <a:off x="1916625" y="293597"/>
              <a:ext cx="2877262" cy="1174893"/>
            </a:xfrm>
            <a:custGeom>
              <a:avLst/>
              <a:gdLst/>
              <a:ahLst/>
              <a:cxnLst/>
              <a:rect l="l" t="t" r="r" b="b"/>
              <a:pathLst>
                <a:path w="2584309" h="1055272" extrusionOk="0">
                  <a:moveTo>
                    <a:pt x="2134206" y="605217"/>
                  </a:moveTo>
                  <a:cubicBezTo>
                    <a:pt x="2085179" y="605217"/>
                    <a:pt x="2038077" y="613144"/>
                    <a:pt x="1993964" y="627632"/>
                  </a:cubicBezTo>
                  <a:cubicBezTo>
                    <a:pt x="1956130" y="274760"/>
                    <a:pt x="1657513" y="0"/>
                    <a:pt x="1294675" y="0"/>
                  </a:cubicBezTo>
                  <a:cubicBezTo>
                    <a:pt x="960604" y="0"/>
                    <a:pt x="681031" y="232994"/>
                    <a:pt x="609289" y="545366"/>
                  </a:cubicBezTo>
                  <a:lnTo>
                    <a:pt x="509944" y="545240"/>
                  </a:lnTo>
                  <a:cubicBezTo>
                    <a:pt x="228268" y="545240"/>
                    <a:pt x="0" y="773548"/>
                    <a:pt x="0" y="1055273"/>
                  </a:cubicBezTo>
                  <a:lnTo>
                    <a:pt x="2584310" y="1055273"/>
                  </a:lnTo>
                  <a:cubicBezTo>
                    <a:pt x="2584310" y="806677"/>
                    <a:pt x="2382809" y="605141"/>
                    <a:pt x="2134257" y="605141"/>
                  </a:cubicBezTo>
                  <a:lnTo>
                    <a:pt x="2134206" y="60519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5000">
                  <a:srgbClr val="FFFFFF"/>
                </a:gs>
                <a:gs pos="31000">
                  <a:srgbClr val="F8FBFD"/>
                </a:gs>
                <a:gs pos="41000">
                  <a:srgbClr val="E7F3F9"/>
                </a:gs>
                <a:gs pos="51000">
                  <a:srgbClr val="CBE4F2"/>
                </a:gs>
                <a:gs pos="63000">
                  <a:srgbClr val="A4D0E9"/>
                </a:gs>
                <a:gs pos="72000">
                  <a:srgbClr val="80BEE1"/>
                </a:gs>
                <a:gs pos="100000">
                  <a:srgbClr val="80BEE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9"/>
            <p:cNvSpPr/>
            <p:nvPr/>
          </p:nvSpPr>
          <p:spPr>
            <a:xfrm>
              <a:off x="3278693" y="897563"/>
              <a:ext cx="1566098" cy="637558"/>
            </a:xfrm>
            <a:custGeom>
              <a:avLst/>
              <a:gdLst/>
              <a:ahLst/>
              <a:cxnLst/>
              <a:rect l="l" t="t" r="r" b="b"/>
              <a:pathLst>
                <a:path w="1612032" h="656260" extrusionOk="0">
                  <a:moveTo>
                    <a:pt x="241362" y="203114"/>
                  </a:moveTo>
                  <a:cubicBezTo>
                    <a:pt x="-2708" y="466021"/>
                    <a:pt x="1" y="656260"/>
                    <a:pt x="1" y="656260"/>
                  </a:cubicBezTo>
                  <a:lnTo>
                    <a:pt x="1612033" y="656260"/>
                  </a:lnTo>
                  <a:cubicBezTo>
                    <a:pt x="1601650" y="495275"/>
                    <a:pt x="1535378" y="337303"/>
                    <a:pt x="1413064" y="214968"/>
                  </a:cubicBezTo>
                  <a:lnTo>
                    <a:pt x="1413064" y="214968"/>
                  </a:lnTo>
                  <a:cubicBezTo>
                    <a:pt x="1145773" y="-52371"/>
                    <a:pt x="509768" y="-86032"/>
                    <a:pt x="241387" y="203038"/>
                  </a:cubicBezTo>
                  <a:lnTo>
                    <a:pt x="241387" y="20308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9000">
                  <a:srgbClr val="FFFFFF"/>
                </a:gs>
                <a:gs pos="48000">
                  <a:srgbClr val="F8FBFE"/>
                </a:gs>
                <a:gs pos="73000">
                  <a:srgbClr val="E7F3FB"/>
                </a:gs>
                <a:gs pos="100000">
                  <a:srgbClr val="CEE6F7"/>
                </a:gs>
              </a:gsLst>
              <a:lin ang="2699857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3" name="Google Shape;643;p29"/>
          <p:cNvSpPr/>
          <p:nvPr/>
        </p:nvSpPr>
        <p:spPr>
          <a:xfrm>
            <a:off x="1768256" y="218744"/>
            <a:ext cx="690715" cy="278451"/>
          </a:xfrm>
          <a:custGeom>
            <a:avLst/>
            <a:gdLst/>
            <a:ahLst/>
            <a:cxnLst/>
            <a:rect l="l" t="t" r="r" b="b"/>
            <a:pathLst>
              <a:path w="1655761" h="586212" extrusionOk="0">
                <a:moveTo>
                  <a:pt x="1285951" y="273354"/>
                </a:moveTo>
                <a:cubicBezTo>
                  <a:pt x="1221446" y="273354"/>
                  <a:pt x="1160717" y="289669"/>
                  <a:pt x="1107618" y="318372"/>
                </a:cubicBezTo>
                <a:cubicBezTo>
                  <a:pt x="1010331" y="129388"/>
                  <a:pt x="813492" y="0"/>
                  <a:pt x="586212" y="0"/>
                </a:cubicBezTo>
                <a:cubicBezTo>
                  <a:pt x="262478" y="0"/>
                  <a:pt x="0" y="262477"/>
                  <a:pt x="0" y="586212"/>
                </a:cubicBezTo>
                <a:lnTo>
                  <a:pt x="1655761" y="586212"/>
                </a:lnTo>
                <a:cubicBezTo>
                  <a:pt x="1626152" y="408709"/>
                  <a:pt x="1471838" y="273354"/>
                  <a:pt x="1285951" y="273354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5000">
                <a:srgbClr val="FFFFFF"/>
              </a:gs>
              <a:gs pos="31000">
                <a:srgbClr val="F8FBFD"/>
              </a:gs>
              <a:gs pos="41000">
                <a:srgbClr val="E7F3F9"/>
              </a:gs>
              <a:gs pos="51000">
                <a:srgbClr val="CBE4F2"/>
              </a:gs>
              <a:gs pos="63000">
                <a:srgbClr val="A4D0E9"/>
              </a:gs>
              <a:gs pos="72000">
                <a:srgbClr val="80BEE1"/>
              </a:gs>
              <a:gs pos="100000">
                <a:srgbClr val="80BEE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9"/>
          <p:cNvSpPr/>
          <p:nvPr/>
        </p:nvSpPr>
        <p:spPr>
          <a:xfrm>
            <a:off x="2768111" y="1002169"/>
            <a:ext cx="3794" cy="3962"/>
          </a:xfrm>
          <a:custGeom>
            <a:avLst/>
            <a:gdLst/>
            <a:ahLst/>
            <a:cxnLst/>
            <a:rect l="l" t="t" r="r" b="b"/>
            <a:pathLst>
              <a:path w="3662" h="3824" extrusionOk="0">
                <a:moveTo>
                  <a:pt x="1997" y="733"/>
                </a:moveTo>
                <a:cubicBezTo>
                  <a:pt x="4445" y="-736"/>
                  <a:pt x="4139" y="60"/>
                  <a:pt x="1446" y="2615"/>
                </a:cubicBezTo>
                <a:lnTo>
                  <a:pt x="0" y="3824"/>
                </a:lnTo>
                <a:lnTo>
                  <a:pt x="1997" y="733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5" name="Google Shape;645;p29"/>
          <p:cNvGrpSpPr/>
          <p:nvPr/>
        </p:nvGrpSpPr>
        <p:grpSpPr>
          <a:xfrm>
            <a:off x="2589583" y="1226717"/>
            <a:ext cx="413987" cy="414076"/>
            <a:chOff x="3575113" y="826118"/>
            <a:chExt cx="383447" cy="383531"/>
          </a:xfrm>
        </p:grpSpPr>
        <p:sp>
          <p:nvSpPr>
            <p:cNvPr id="646" name="Google Shape;646;p29"/>
            <p:cNvSpPr/>
            <p:nvPr/>
          </p:nvSpPr>
          <p:spPr>
            <a:xfrm>
              <a:off x="3575113" y="826118"/>
              <a:ext cx="383444" cy="383531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3819368" y="826119"/>
              <a:ext cx="139192" cy="139217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8" name="Google Shape;648;p29"/>
          <p:cNvGrpSpPr/>
          <p:nvPr/>
        </p:nvGrpSpPr>
        <p:grpSpPr>
          <a:xfrm>
            <a:off x="2283606" y="1403892"/>
            <a:ext cx="260552" cy="260605"/>
            <a:chOff x="3695122" y="826119"/>
            <a:chExt cx="263438" cy="263494"/>
          </a:xfrm>
        </p:grpSpPr>
        <p:sp>
          <p:nvSpPr>
            <p:cNvPr id="649" name="Google Shape;649;p29"/>
            <p:cNvSpPr/>
            <p:nvPr/>
          </p:nvSpPr>
          <p:spPr>
            <a:xfrm>
              <a:off x="3695122" y="826119"/>
              <a:ext cx="263434" cy="263494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3819368" y="826119"/>
              <a:ext cx="139192" cy="139217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1" name="Google Shape;651;p29"/>
          <p:cNvGrpSpPr/>
          <p:nvPr/>
        </p:nvGrpSpPr>
        <p:grpSpPr>
          <a:xfrm>
            <a:off x="2455531" y="1826867"/>
            <a:ext cx="273670" cy="291886"/>
            <a:chOff x="5172113" y="-555995"/>
            <a:chExt cx="264134" cy="281716"/>
          </a:xfrm>
        </p:grpSpPr>
        <p:sp>
          <p:nvSpPr>
            <p:cNvPr id="652" name="Google Shape;652;p29"/>
            <p:cNvSpPr/>
            <p:nvPr/>
          </p:nvSpPr>
          <p:spPr>
            <a:xfrm>
              <a:off x="5172113" y="-33819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2"/>
                    <a:pt x="35511" y="71022"/>
                  </a:cubicBezTo>
                  <a:cubicBezTo>
                    <a:pt x="15899" y="71022"/>
                    <a:pt x="0" y="55123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29"/>
            <p:cNvSpPr/>
            <p:nvPr/>
          </p:nvSpPr>
          <p:spPr>
            <a:xfrm>
              <a:off x="5272224" y="-43830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5248284" y="-555995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5372333" y="-538412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6" name="Google Shape;656;p29"/>
          <p:cNvGrpSpPr/>
          <p:nvPr/>
        </p:nvGrpSpPr>
        <p:grpSpPr>
          <a:xfrm>
            <a:off x="2792145" y="1585043"/>
            <a:ext cx="211423" cy="211466"/>
            <a:chOff x="3744795" y="826119"/>
            <a:chExt cx="213765" cy="213809"/>
          </a:xfrm>
        </p:grpSpPr>
        <p:sp>
          <p:nvSpPr>
            <p:cNvPr id="657" name="Google Shape;657;p29"/>
            <p:cNvSpPr/>
            <p:nvPr/>
          </p:nvSpPr>
          <p:spPr>
            <a:xfrm>
              <a:off x="3744795" y="826119"/>
              <a:ext cx="213761" cy="213809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3819368" y="826119"/>
              <a:ext cx="139192" cy="139217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9" name="Google Shape;659;p29"/>
          <p:cNvGrpSpPr/>
          <p:nvPr/>
        </p:nvGrpSpPr>
        <p:grpSpPr>
          <a:xfrm>
            <a:off x="3125098" y="1199768"/>
            <a:ext cx="273670" cy="291886"/>
            <a:chOff x="5172113" y="-555995"/>
            <a:chExt cx="264134" cy="281716"/>
          </a:xfrm>
        </p:grpSpPr>
        <p:sp>
          <p:nvSpPr>
            <p:cNvPr id="660" name="Google Shape;660;p29"/>
            <p:cNvSpPr/>
            <p:nvPr/>
          </p:nvSpPr>
          <p:spPr>
            <a:xfrm>
              <a:off x="5172113" y="-33819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2"/>
                    <a:pt x="35511" y="71022"/>
                  </a:cubicBezTo>
                  <a:cubicBezTo>
                    <a:pt x="15899" y="71022"/>
                    <a:pt x="0" y="55123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5272224" y="-43830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5248284" y="-555995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5372333" y="-538412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4" name="Google Shape;664;p29"/>
          <p:cNvGrpSpPr/>
          <p:nvPr/>
        </p:nvGrpSpPr>
        <p:grpSpPr>
          <a:xfrm>
            <a:off x="661580" y="1065612"/>
            <a:ext cx="2352628" cy="2966359"/>
            <a:chOff x="661580" y="1065612"/>
            <a:chExt cx="2352628" cy="2966359"/>
          </a:xfrm>
        </p:grpSpPr>
        <p:grpSp>
          <p:nvGrpSpPr>
            <p:cNvPr id="665" name="Google Shape;665;p29"/>
            <p:cNvGrpSpPr/>
            <p:nvPr/>
          </p:nvGrpSpPr>
          <p:grpSpPr>
            <a:xfrm>
              <a:off x="661580" y="1065612"/>
              <a:ext cx="2352628" cy="2826905"/>
              <a:chOff x="433220" y="1177526"/>
              <a:chExt cx="2352628" cy="2826905"/>
            </a:xfrm>
          </p:grpSpPr>
          <p:pic>
            <p:nvPicPr>
              <p:cNvPr id="666" name="Google Shape;666;p2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33220" y="1177526"/>
                <a:ext cx="2352628" cy="282690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25901" dist="38100" dir="13500000" algn="br" rotWithShape="0">
                  <a:srgbClr val="000000">
                    <a:alpha val="25098"/>
                  </a:srgbClr>
                </a:outerShdw>
              </a:effectLst>
            </p:spPr>
          </p:pic>
          <p:sp>
            <p:nvSpPr>
              <p:cNvPr id="667" name="Google Shape;667;p29" title="Title"/>
              <p:cNvSpPr txBox="1"/>
              <p:nvPr/>
            </p:nvSpPr>
            <p:spPr>
              <a:xfrm>
                <a:off x="1199123" y="2535606"/>
                <a:ext cx="803661" cy="198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VCF</a:t>
                </a:r>
                <a:endParaRPr sz="4000" b="0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68" name="Google Shape;668;p29"/>
              <p:cNvPicPr preferRelativeResize="0"/>
              <p:nvPr/>
            </p:nvPicPr>
            <p:blipFill rotWithShape="1">
              <a:blip r:embed="rId5">
                <a:alphaModFix/>
              </a:blip>
              <a:srcRect r="70848"/>
              <a:stretch/>
            </p:blipFill>
            <p:spPr>
              <a:xfrm>
                <a:off x="1165647" y="1773893"/>
                <a:ext cx="785074" cy="8803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9" name="Google Shape;669;p29" title="Title"/>
              <p:cNvSpPr txBox="1"/>
              <p:nvPr/>
            </p:nvSpPr>
            <p:spPr>
              <a:xfrm>
                <a:off x="1199123" y="2782641"/>
                <a:ext cx="803661" cy="4101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3600"/>
                  <a:buFont typeface="Arial"/>
                  <a:buNone/>
                </a:pPr>
                <a:r>
                  <a:rPr lang="en-US" sz="3600" b="1" i="0" u="none" strike="noStrike" cap="non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9.1</a:t>
                </a:r>
                <a:endParaRPr sz="4000" b="1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0" name="Google Shape;670;p29"/>
            <p:cNvSpPr/>
            <p:nvPr/>
          </p:nvSpPr>
          <p:spPr>
            <a:xfrm>
              <a:off x="876792" y="3776579"/>
              <a:ext cx="434073" cy="197081"/>
            </a:xfrm>
            <a:prstGeom prst="rect">
              <a:avLst/>
            </a:prstGeom>
            <a:gradFill>
              <a:gsLst>
                <a:gs pos="0">
                  <a:srgbClr val="21E1FE">
                    <a:alpha val="75294"/>
                  </a:srgbClr>
                </a:gs>
                <a:gs pos="100000">
                  <a:srgbClr val="C0F0F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1527902" y="3801485"/>
              <a:ext cx="601298" cy="172175"/>
            </a:xfrm>
            <a:prstGeom prst="rect">
              <a:avLst/>
            </a:prstGeom>
            <a:gradFill>
              <a:gsLst>
                <a:gs pos="0">
                  <a:srgbClr val="21E1FE">
                    <a:alpha val="75294"/>
                  </a:srgbClr>
                </a:gs>
                <a:gs pos="100000">
                  <a:srgbClr val="C0F0F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2346707" y="3771366"/>
              <a:ext cx="369090" cy="260605"/>
            </a:xfrm>
            <a:prstGeom prst="rect">
              <a:avLst/>
            </a:prstGeom>
            <a:gradFill>
              <a:gsLst>
                <a:gs pos="0">
                  <a:srgbClr val="21E1FE">
                    <a:alpha val="75294"/>
                  </a:srgbClr>
                </a:gs>
                <a:gs pos="100000">
                  <a:srgbClr val="C0F0F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3" name="Google Shape;673;p29"/>
          <p:cNvSpPr/>
          <p:nvPr/>
        </p:nvSpPr>
        <p:spPr>
          <a:xfrm>
            <a:off x="-3812" y="-260"/>
            <a:ext cx="7220882" cy="6170501"/>
          </a:xfrm>
          <a:custGeom>
            <a:avLst/>
            <a:gdLst/>
            <a:ahLst/>
            <a:cxnLst/>
            <a:rect l="l" t="t" r="r" b="b"/>
            <a:pathLst>
              <a:path w="7220882" h="6170501" extrusionOk="0">
                <a:moveTo>
                  <a:pt x="6334843" y="0"/>
                </a:moveTo>
                <a:lnTo>
                  <a:pt x="7220882" y="0"/>
                </a:lnTo>
                <a:lnTo>
                  <a:pt x="2273318" y="4947565"/>
                </a:lnTo>
                <a:cubicBezTo>
                  <a:pt x="1988312" y="5232571"/>
                  <a:pt x="1601795" y="5392663"/>
                  <a:pt x="1198792" y="5392663"/>
                </a:cubicBezTo>
                <a:lnTo>
                  <a:pt x="3811" y="5392663"/>
                </a:lnTo>
                <a:lnTo>
                  <a:pt x="3811" y="6170501"/>
                </a:lnTo>
                <a:lnTo>
                  <a:pt x="0" y="6170501"/>
                </a:lnTo>
                <a:lnTo>
                  <a:pt x="0" y="4737302"/>
                </a:lnTo>
                <a:lnTo>
                  <a:pt x="1046384" y="4737302"/>
                </a:lnTo>
                <a:cubicBezTo>
                  <a:pt x="1399274" y="4737302"/>
                  <a:pt x="1737727" y="4597117"/>
                  <a:pt x="1987292" y="4347552"/>
                </a:cubicBezTo>
                <a:lnTo>
                  <a:pt x="63348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Leaf">
  <p:cSld name="Title Slide – Leaf"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0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50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50"/>
          <p:cNvSpPr txBox="1">
            <a:spLocks noGrp="1"/>
          </p:cNvSpPr>
          <p:nvPr>
            <p:ph type="subTitle" idx="1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678" name="Google Shape;678;p50"/>
          <p:cNvSpPr txBox="1">
            <a:spLocks noGrp="1"/>
          </p:cNvSpPr>
          <p:nvPr>
            <p:ph type="body" idx="2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9" name="Google Shape;679;p50"/>
          <p:cNvSpPr txBox="1">
            <a:spLocks noGrp="1"/>
          </p:cNvSpPr>
          <p:nvPr>
            <p:ph type="body" idx="3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80" name="Google Shape;680;p50"/>
          <p:cNvSpPr txBox="1">
            <a:spLocks noGrp="1"/>
          </p:cNvSpPr>
          <p:nvPr>
            <p:ph type="body" idx="4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681" name="Google Shape;681;p5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682" name="Google Shape;682;p5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683" name="Google Shape;683;p5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5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5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5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5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5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5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5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5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5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3" name="Google Shape;693;p5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694" name="Google Shape;694;p5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5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5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5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5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5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5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01" name="Google Shape;701;p50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0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3" name="Google Shape;703;p5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04" name="Google Shape;704;p5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05" name="Google Shape;705;p5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5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5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5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5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5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5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5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5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5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5" name="Google Shape;715;p5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16" name="Google Shape;716;p5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5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5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5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5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5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5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23" name="Google Shape;723;p50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Aqua">
  <p:cSld name="Title Slide – Aqua"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1"/>
          <p:cNvPicPr preferRelativeResize="0"/>
          <p:nvPr/>
        </p:nvPicPr>
        <p:blipFill rotWithShape="1">
          <a:blip r:embed="rId2">
            <a:alphaModFix/>
          </a:blip>
          <a:srcRect l="1042" r="1973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726" name="Google Shape;726;p51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1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1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29" name="Google Shape;729;p51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30" name="Google Shape;730;p51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731" name="Google Shape;731;p5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32" name="Google Shape;732;p5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33" name="Google Shape;733;p5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5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5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5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5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5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5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5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5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5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3" name="Google Shape;743;p5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44" name="Google Shape;744;p5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5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5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5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5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5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5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51" name="Google Shape;751;p51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2" name="Google Shape;752;p51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53" name="Google Shape;753;p51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4" name="Google Shape;754;p5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55" name="Google Shape;755;p5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56" name="Google Shape;756;p5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5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5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5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5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5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5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5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5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5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6" name="Google Shape;766;p5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67" name="Google Shape;767;p5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5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5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5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5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5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5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74" name="Google Shape;774;p51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Title Slide – Plum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p52"/>
          <p:cNvPicPr preferRelativeResize="0"/>
          <p:nvPr/>
        </p:nvPicPr>
        <p:blipFill rotWithShape="1">
          <a:blip r:embed="rId2">
            <a:alphaModFix/>
          </a:blip>
          <a:srcRect l="1042" r="1973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777" name="Google Shape;777;p52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52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79" name="Google Shape;779;p52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80" name="Google Shape;780;p52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781" name="Google Shape;781;p5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82" name="Google Shape;782;p5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83" name="Google Shape;783;p5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5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5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5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5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5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5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5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5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5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3" name="Google Shape;793;p5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94" name="Google Shape;794;p5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5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5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5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5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5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5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1" name="Google Shape;801;p52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52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803" name="Google Shape;803;p52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4" name="Google Shape;804;p5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05" name="Google Shape;805;p5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06" name="Google Shape;806;p5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5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5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5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5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5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5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5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5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5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6" name="Google Shape;816;p5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17" name="Google Shape;817;p5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5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5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5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5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5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5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4" name="Google Shape;824;p52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52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Leaf">
  <p:cSld name="Quote – Leaf"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3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28" name="Google Shape;828;p53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29" name="Google Shape;829;p53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830" name="Google Shape;830;p5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1" name="Google Shape;831;p53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32" name="Google Shape;832;p53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33" name="Google Shape;833;p53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53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53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53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53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53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53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53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53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53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3" name="Google Shape;843;p53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44" name="Google Shape;844;p53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53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53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53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53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53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53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51" name="Google Shape;851;p53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5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3" name="Google Shape;853;p53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54" name="Google Shape;854;p53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55" name="Google Shape;855;p53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53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53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53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53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53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53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53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53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53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5" name="Google Shape;865;p53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66" name="Google Shape;866;p53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53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53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53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53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53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53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73" name="Google Shape;873;p53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lum">
  <p:cSld name="Quote – Plum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4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54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6215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77" name="Google Shape;877;p54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78" name="Google Shape;878;p54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0" name="Google Shape;880;p54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81" name="Google Shape;881;p54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82" name="Google Shape;882;p54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54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54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54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54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54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54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54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54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54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2" name="Google Shape;892;p54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93" name="Google Shape;893;p54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54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54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54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54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54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54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00" name="Google Shape;900;p54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5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2" name="Google Shape;902;p54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903" name="Google Shape;903;p54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04" name="Google Shape;904;p54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54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54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54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54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54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54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54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54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54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4" name="Google Shape;914;p54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15" name="Google Shape;915;p54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54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54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54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54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54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54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22" name="Google Shape;922;p54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5" name="Google Shape;925;p5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26" name="Google Shape;926;p5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5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Content">
  <p:cSld name="Title, Subtitle and Content"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0" name="Google Shape;930;p5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31" name="Google Shape;931;p56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Char char="•"/>
              <a:defRPr>
                <a:solidFill>
                  <a:srgbClr val="3B3B3B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32" name="Google Shape;932;p5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5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">
  <p:cSld name="Two-Content Balanced"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6" name="Google Shape;936;p5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37" name="Google Shape;937;p57"/>
          <p:cNvSpPr txBox="1">
            <a:spLocks noGrp="1"/>
          </p:cNvSpPr>
          <p:nvPr>
            <p:ph type="body" idx="2"/>
          </p:nvPr>
        </p:nvSpPr>
        <p:spPr>
          <a:xfrm>
            <a:off x="608013" y="1600200"/>
            <a:ext cx="531378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38" name="Google Shape;938;p57"/>
          <p:cNvSpPr txBox="1">
            <a:spLocks noGrp="1"/>
          </p:cNvSpPr>
          <p:nvPr>
            <p:ph type="body" idx="3"/>
          </p:nvPr>
        </p:nvSpPr>
        <p:spPr>
          <a:xfrm>
            <a:off x="6321287" y="1600200"/>
            <a:ext cx="531378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39" name="Google Shape;939;p5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5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Right">
  <p:cSld name="Two-Content Balanced Color on Right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8"/>
          <p:cNvSpPr txBox="1">
            <a:spLocks noGrp="1"/>
          </p:cNvSpPr>
          <p:nvPr>
            <p:ph type="body" idx="1"/>
          </p:nvPr>
        </p:nvSpPr>
        <p:spPr>
          <a:xfrm>
            <a:off x="6323381" y="1600201"/>
            <a:ext cx="5865445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3" name="Google Shape;943;p58"/>
          <p:cNvSpPr txBox="1">
            <a:spLocks noGrp="1"/>
          </p:cNvSpPr>
          <p:nvPr>
            <p:ph type="subTitle" idx="2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44" name="Google Shape;944;p5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5" name="Google Shape;945;p5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8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9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7" name="Google Shape;947;p5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Left">
  <p:cSld name="Two-Content Balanced Color on Left"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5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0" name="Google Shape;950;p5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51" name="Google Shape;951;p5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59"/>
          <p:cNvSpPr txBox="1">
            <a:spLocks noGrp="1"/>
          </p:cNvSpPr>
          <p:nvPr>
            <p:ph type="body" idx="2"/>
          </p:nvPr>
        </p:nvSpPr>
        <p:spPr>
          <a:xfrm>
            <a:off x="6323381" y="1600201"/>
            <a:ext cx="586544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3" name="Google Shape;953;p59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9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4" name="Google Shape;954;p5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7" name="Google Shape;957;p6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58" name="Google Shape;958;p60"/>
          <p:cNvSpPr txBox="1">
            <a:spLocks noGrp="1"/>
          </p:cNvSpPr>
          <p:nvPr>
            <p:ph type="body" idx="2"/>
          </p:nvPr>
        </p:nvSpPr>
        <p:spPr>
          <a:xfrm>
            <a:off x="592866" y="1600202"/>
            <a:ext cx="5287234" cy="87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59" name="Google Shape;959;p60"/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60"/>
          <p:cNvSpPr txBox="1">
            <a:spLocks noGrp="1"/>
          </p:cNvSpPr>
          <p:nvPr>
            <p:ph type="body" idx="3"/>
          </p:nvPr>
        </p:nvSpPr>
        <p:spPr>
          <a:xfrm>
            <a:off x="592865" y="2621020"/>
            <a:ext cx="5315794" cy="354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61" name="Google Shape;961;p60"/>
          <p:cNvSpPr txBox="1">
            <a:spLocks noGrp="1"/>
          </p:cNvSpPr>
          <p:nvPr>
            <p:ph type="body" idx="4"/>
          </p:nvPr>
        </p:nvSpPr>
        <p:spPr>
          <a:xfrm>
            <a:off x="6308726" y="1600202"/>
            <a:ext cx="5287234" cy="87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62" name="Google Shape;962;p60"/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60"/>
          <p:cNvSpPr txBox="1">
            <a:spLocks noGrp="1"/>
          </p:cNvSpPr>
          <p:nvPr>
            <p:ph type="body" idx="5"/>
          </p:nvPr>
        </p:nvSpPr>
        <p:spPr>
          <a:xfrm>
            <a:off x="6308143" y="2621280"/>
            <a:ext cx="5287234" cy="357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64" name="Google Shape;964;p6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60"/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60"/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6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-Content Comparison">
  <p:cSld name="Three-Content Comparison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6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0" name="Google Shape;970;p61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71" name="Google Shape;971;p61"/>
          <p:cNvSpPr txBox="1">
            <a:spLocks noGrp="1"/>
          </p:cNvSpPr>
          <p:nvPr>
            <p:ph type="body" idx="2"/>
          </p:nvPr>
        </p:nvSpPr>
        <p:spPr>
          <a:xfrm>
            <a:off x="592866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72" name="Google Shape;972;p61"/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61"/>
          <p:cNvSpPr txBox="1">
            <a:spLocks noGrp="1"/>
          </p:cNvSpPr>
          <p:nvPr>
            <p:ph type="body" idx="3"/>
          </p:nvPr>
        </p:nvSpPr>
        <p:spPr>
          <a:xfrm>
            <a:off x="4297616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74" name="Google Shape;974;p61"/>
          <p:cNvSpPr txBox="1">
            <a:spLocks noGrp="1"/>
          </p:cNvSpPr>
          <p:nvPr>
            <p:ph type="body" idx="4"/>
          </p:nvPr>
        </p:nvSpPr>
        <p:spPr>
          <a:xfrm>
            <a:off x="8001859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75" name="Google Shape;975;p61"/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6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61"/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61"/>
          <p:cNvSpPr txBox="1">
            <a:spLocks noGrp="1"/>
          </p:cNvSpPr>
          <p:nvPr>
            <p:ph type="body" idx="5"/>
          </p:nvPr>
        </p:nvSpPr>
        <p:spPr>
          <a:xfrm>
            <a:off x="592866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79" name="Google Shape;979;p61"/>
          <p:cNvSpPr txBox="1">
            <a:spLocks noGrp="1"/>
          </p:cNvSpPr>
          <p:nvPr>
            <p:ph type="body" idx="6"/>
          </p:nvPr>
        </p:nvSpPr>
        <p:spPr>
          <a:xfrm>
            <a:off x="4297616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80" name="Google Shape;980;p61"/>
          <p:cNvSpPr txBox="1">
            <a:spLocks noGrp="1"/>
          </p:cNvSpPr>
          <p:nvPr>
            <p:ph type="body" idx="7"/>
          </p:nvPr>
        </p:nvSpPr>
        <p:spPr>
          <a:xfrm>
            <a:off x="8001859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81" name="Google Shape;981;p61"/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61"/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6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61"/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Left">
  <p:cSld name="Two Content Dynamic – Left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6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88" name="Google Shape;988;p62"/>
          <p:cNvSpPr/>
          <p:nvPr/>
        </p:nvSpPr>
        <p:spPr>
          <a:xfrm rot="10800000" flipH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62"/>
          <p:cNvSpPr txBox="1">
            <a:spLocks noGrp="1"/>
          </p:cNvSpPr>
          <p:nvPr>
            <p:ph type="body" idx="2"/>
          </p:nvPr>
        </p:nvSpPr>
        <p:spPr>
          <a:xfrm>
            <a:off x="0" y="1609531"/>
            <a:ext cx="289401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90" name="Google Shape;990;p62"/>
          <p:cNvSpPr txBox="1">
            <a:spLocks noGrp="1"/>
          </p:cNvSpPr>
          <p:nvPr>
            <p:ph type="body" idx="3"/>
          </p:nvPr>
        </p:nvSpPr>
        <p:spPr>
          <a:xfrm>
            <a:off x="3351213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91" name="Google Shape;991;p6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62"/>
          <p:cNvSpPr/>
          <p:nvPr/>
        </p:nvSpPr>
        <p:spPr>
          <a:xfrm rot="10800000" flipH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6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Content on Right">
  <p:cSld name="Diagram with Content on Right"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6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6" name="Google Shape;996;p6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97" name="Google Shape;997;p63"/>
          <p:cNvSpPr/>
          <p:nvPr/>
        </p:nvSpPr>
        <p:spPr>
          <a:xfrm rot="10800000" flipH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63"/>
          <p:cNvSpPr txBox="1">
            <a:spLocks noGrp="1"/>
          </p:cNvSpPr>
          <p:nvPr>
            <p:ph type="body" idx="2"/>
          </p:nvPr>
        </p:nvSpPr>
        <p:spPr>
          <a:xfrm>
            <a:off x="8380413" y="1600200"/>
            <a:ext cx="3808412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594350" bIns="4572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accent2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•"/>
              <a:defRPr sz="1400">
                <a:solidFill>
                  <a:schemeClr val="accent2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–"/>
              <a:defRPr sz="1100">
                <a:solidFill>
                  <a:schemeClr val="accent2"/>
                </a:solidFill>
              </a:defRPr>
            </a:lvl5pPr>
            <a:lvl6pPr marL="2743200" lvl="5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6pPr>
            <a:lvl7pPr marL="3200400" lvl="6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7pPr>
            <a:lvl8pPr marL="3657600" lvl="7" indent="-29146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8pPr>
            <a:lvl9pPr marL="4114800" lvl="8" indent="-291465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999" name="Google Shape;999;p6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63"/>
          <p:cNvSpPr txBox="1">
            <a:spLocks noGrp="1"/>
          </p:cNvSpPr>
          <p:nvPr>
            <p:ph type="body" idx="3"/>
          </p:nvPr>
        </p:nvSpPr>
        <p:spPr>
          <a:xfrm>
            <a:off x="608012" y="1600201"/>
            <a:ext cx="739830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01" name="Google Shape;1001;p63"/>
          <p:cNvSpPr/>
          <p:nvPr/>
        </p:nvSpPr>
        <p:spPr>
          <a:xfrm rot="10800000" flipH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6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Outcome, Benefit">
  <p:cSld name="Diagram with Outcome, Benefit"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6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1006" name="Google Shape;1006;p64"/>
          <p:cNvCxnSpPr/>
          <p:nvPr/>
        </p:nvCxnSpPr>
        <p:spPr>
          <a:xfrm>
            <a:off x="8380413" y="1608668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07" name="Google Shape;1007;p64"/>
          <p:cNvSpPr txBox="1">
            <a:spLocks noGrp="1"/>
          </p:cNvSpPr>
          <p:nvPr>
            <p:ph type="body" idx="2"/>
          </p:nvPr>
        </p:nvSpPr>
        <p:spPr>
          <a:xfrm>
            <a:off x="8380413" y="1699688"/>
            <a:ext cx="320040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08" name="Google Shape;1008;p64"/>
          <p:cNvSpPr txBox="1">
            <a:spLocks noGrp="1"/>
          </p:cNvSpPr>
          <p:nvPr>
            <p:ph type="body" idx="3"/>
          </p:nvPr>
        </p:nvSpPr>
        <p:spPr>
          <a:xfrm>
            <a:off x="8378825" y="2063048"/>
            <a:ext cx="32019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009" name="Google Shape;1009;p64"/>
          <p:cNvCxnSpPr/>
          <p:nvPr/>
        </p:nvCxnSpPr>
        <p:spPr>
          <a:xfrm>
            <a:off x="8380413" y="3872441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0" name="Google Shape;1010;p64"/>
          <p:cNvSpPr txBox="1">
            <a:spLocks noGrp="1"/>
          </p:cNvSpPr>
          <p:nvPr>
            <p:ph type="body" idx="4"/>
          </p:nvPr>
        </p:nvSpPr>
        <p:spPr>
          <a:xfrm>
            <a:off x="8380413" y="3972469"/>
            <a:ext cx="320040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11" name="Google Shape;1011;p64"/>
          <p:cNvSpPr txBox="1">
            <a:spLocks noGrp="1"/>
          </p:cNvSpPr>
          <p:nvPr>
            <p:ph type="body" idx="5"/>
          </p:nvPr>
        </p:nvSpPr>
        <p:spPr>
          <a:xfrm>
            <a:off x="8378825" y="4347904"/>
            <a:ext cx="32019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12" name="Google Shape;1012;p6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64"/>
          <p:cNvSpPr txBox="1">
            <a:spLocks noGrp="1"/>
          </p:cNvSpPr>
          <p:nvPr>
            <p:ph type="body" idx="6"/>
          </p:nvPr>
        </p:nvSpPr>
        <p:spPr>
          <a:xfrm>
            <a:off x="608012" y="1600201"/>
            <a:ext cx="739830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14" name="Google Shape;1014;p64"/>
          <p:cNvCxnSpPr/>
          <p:nvPr/>
        </p:nvCxnSpPr>
        <p:spPr>
          <a:xfrm>
            <a:off x="8380413" y="1608668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5" name="Google Shape;1015;p64"/>
          <p:cNvCxnSpPr/>
          <p:nvPr/>
        </p:nvCxnSpPr>
        <p:spPr>
          <a:xfrm>
            <a:off x="8380413" y="3872441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6" name="Google Shape;1016;p6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ccess">
  <p:cSld name="Customer Success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9" name="Google Shape;1019;p6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1020" name="Google Shape;1020;p65"/>
          <p:cNvCxnSpPr/>
          <p:nvPr/>
        </p:nvCxnSpPr>
        <p:spPr>
          <a:xfrm>
            <a:off x="609600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1" name="Google Shape;1021;p65"/>
          <p:cNvSpPr txBox="1">
            <a:spLocks noGrp="1"/>
          </p:cNvSpPr>
          <p:nvPr>
            <p:ph type="body" idx="2"/>
          </p:nvPr>
        </p:nvSpPr>
        <p:spPr>
          <a:xfrm>
            <a:off x="611645" y="1901093"/>
            <a:ext cx="3201848" cy="121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022" name="Google Shape;1022;p65"/>
          <p:cNvCxnSpPr/>
          <p:nvPr/>
        </p:nvCxnSpPr>
        <p:spPr>
          <a:xfrm>
            <a:off x="4412165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3" name="Google Shape;1023;p65"/>
          <p:cNvSpPr txBox="1">
            <a:spLocks noGrp="1"/>
          </p:cNvSpPr>
          <p:nvPr>
            <p:ph type="body" idx="3"/>
          </p:nvPr>
        </p:nvSpPr>
        <p:spPr>
          <a:xfrm>
            <a:off x="4414210" y="1901094"/>
            <a:ext cx="3201848" cy="122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024" name="Google Shape;1024;p65"/>
          <p:cNvCxnSpPr/>
          <p:nvPr/>
        </p:nvCxnSpPr>
        <p:spPr>
          <a:xfrm>
            <a:off x="609600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5" name="Google Shape;1025;p65"/>
          <p:cNvSpPr txBox="1">
            <a:spLocks noGrp="1"/>
          </p:cNvSpPr>
          <p:nvPr>
            <p:ph type="body" idx="4"/>
          </p:nvPr>
        </p:nvSpPr>
        <p:spPr>
          <a:xfrm>
            <a:off x="611645" y="3693430"/>
            <a:ext cx="3201848" cy="111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026" name="Google Shape;1026;p65"/>
          <p:cNvCxnSpPr/>
          <p:nvPr/>
        </p:nvCxnSpPr>
        <p:spPr>
          <a:xfrm>
            <a:off x="4412165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7" name="Google Shape;1027;p65"/>
          <p:cNvSpPr txBox="1">
            <a:spLocks noGrp="1"/>
          </p:cNvSpPr>
          <p:nvPr>
            <p:ph type="body" idx="5"/>
          </p:nvPr>
        </p:nvSpPr>
        <p:spPr>
          <a:xfrm>
            <a:off x="4414210" y="3693430"/>
            <a:ext cx="3201848" cy="113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028" name="Google Shape;1028;p65"/>
          <p:cNvCxnSpPr/>
          <p:nvPr/>
        </p:nvCxnSpPr>
        <p:spPr>
          <a:xfrm>
            <a:off x="608739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9" name="Google Shape;1029;p65"/>
          <p:cNvSpPr txBox="1">
            <a:spLocks noGrp="1"/>
          </p:cNvSpPr>
          <p:nvPr>
            <p:ph type="body" idx="6"/>
          </p:nvPr>
        </p:nvSpPr>
        <p:spPr>
          <a:xfrm>
            <a:off x="613093" y="5327336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0" name="Google Shape;1030;p65"/>
          <p:cNvSpPr txBox="1">
            <a:spLocks noGrp="1"/>
          </p:cNvSpPr>
          <p:nvPr>
            <p:ph type="body" idx="7"/>
          </p:nvPr>
        </p:nvSpPr>
        <p:spPr>
          <a:xfrm>
            <a:off x="613093" y="5593624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1" name="Google Shape;1031;p65"/>
          <p:cNvSpPr txBox="1">
            <a:spLocks noGrp="1"/>
          </p:cNvSpPr>
          <p:nvPr>
            <p:ph type="body" idx="8"/>
          </p:nvPr>
        </p:nvSpPr>
        <p:spPr>
          <a:xfrm>
            <a:off x="613093" y="5859911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2" name="Google Shape;1032;p65"/>
          <p:cNvSpPr txBox="1">
            <a:spLocks noGrp="1"/>
          </p:cNvSpPr>
          <p:nvPr>
            <p:ph type="body" idx="9"/>
          </p:nvPr>
        </p:nvSpPr>
        <p:spPr>
          <a:xfrm>
            <a:off x="4400790" y="5327336"/>
            <a:ext cx="3227148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3" name="Google Shape;1033;p65"/>
          <p:cNvSpPr txBox="1">
            <a:spLocks noGrp="1"/>
          </p:cNvSpPr>
          <p:nvPr>
            <p:ph type="body" idx="13"/>
          </p:nvPr>
        </p:nvSpPr>
        <p:spPr>
          <a:xfrm>
            <a:off x="4400790" y="5593624"/>
            <a:ext cx="3227148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4" name="Google Shape;1034;p65"/>
          <p:cNvSpPr txBox="1">
            <a:spLocks noGrp="1"/>
          </p:cNvSpPr>
          <p:nvPr>
            <p:ph type="body" idx="14"/>
          </p:nvPr>
        </p:nvSpPr>
        <p:spPr>
          <a:xfrm>
            <a:off x="4400790" y="5859911"/>
            <a:ext cx="3227148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5" name="Google Shape;1035;p65"/>
          <p:cNvSpPr>
            <a:spLocks noGrp="1"/>
          </p:cNvSpPr>
          <p:nvPr>
            <p:ph type="pic" idx="15"/>
          </p:nvPr>
        </p:nvSpPr>
        <p:spPr>
          <a:xfrm>
            <a:off x="9207965" y="1600200"/>
            <a:ext cx="1841500" cy="660399"/>
          </a:xfrm>
          <a:prstGeom prst="rect">
            <a:avLst/>
          </a:prstGeom>
          <a:noFill/>
          <a:ln>
            <a:noFill/>
          </a:ln>
        </p:spPr>
      </p:sp>
      <p:sp>
        <p:nvSpPr>
          <p:cNvPr id="1036" name="Google Shape;1036;p65"/>
          <p:cNvSpPr txBox="1">
            <a:spLocks noGrp="1"/>
          </p:cNvSpPr>
          <p:nvPr>
            <p:ph type="body" idx="16"/>
          </p:nvPr>
        </p:nvSpPr>
        <p:spPr>
          <a:xfrm>
            <a:off x="8509465" y="2347933"/>
            <a:ext cx="320675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7" name="Google Shape;1037;p65"/>
          <p:cNvSpPr txBox="1">
            <a:spLocks noGrp="1"/>
          </p:cNvSpPr>
          <p:nvPr>
            <p:ph type="body" idx="17"/>
          </p:nvPr>
        </p:nvSpPr>
        <p:spPr>
          <a:xfrm>
            <a:off x="8509465" y="2647290"/>
            <a:ext cx="320675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8" name="Google Shape;1038;p65"/>
          <p:cNvSpPr>
            <a:spLocks noGrp="1"/>
          </p:cNvSpPr>
          <p:nvPr>
            <p:ph type="pic" idx="18"/>
          </p:nvPr>
        </p:nvSpPr>
        <p:spPr>
          <a:xfrm>
            <a:off x="8515815" y="2971800"/>
            <a:ext cx="319405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9" name="Google Shape;1039;p65"/>
          <p:cNvSpPr txBox="1">
            <a:spLocks noGrp="1"/>
          </p:cNvSpPr>
          <p:nvPr>
            <p:ph type="body" idx="19"/>
          </p:nvPr>
        </p:nvSpPr>
        <p:spPr>
          <a:xfrm>
            <a:off x="8515815" y="5022214"/>
            <a:ext cx="3200400" cy="115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861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None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40" name="Google Shape;1040;p6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1" name="Google Shape;1041;p65"/>
          <p:cNvCxnSpPr/>
          <p:nvPr/>
        </p:nvCxnSpPr>
        <p:spPr>
          <a:xfrm>
            <a:off x="4412165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42" name="Google Shape;1042;p65"/>
          <p:cNvSpPr txBox="1">
            <a:spLocks noGrp="1"/>
          </p:cNvSpPr>
          <p:nvPr>
            <p:ph type="body" idx="20"/>
          </p:nvPr>
        </p:nvSpPr>
        <p:spPr>
          <a:xfrm>
            <a:off x="608013" y="1552575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43" name="Google Shape;1043;p65"/>
          <p:cNvSpPr txBox="1">
            <a:spLocks noGrp="1"/>
          </p:cNvSpPr>
          <p:nvPr>
            <p:ph type="body" idx="21"/>
          </p:nvPr>
        </p:nvSpPr>
        <p:spPr>
          <a:xfrm>
            <a:off x="4411663" y="1552575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44" name="Google Shape;1044;p65"/>
          <p:cNvSpPr txBox="1">
            <a:spLocks noGrp="1"/>
          </p:cNvSpPr>
          <p:nvPr>
            <p:ph type="body" idx="22"/>
          </p:nvPr>
        </p:nvSpPr>
        <p:spPr>
          <a:xfrm>
            <a:off x="608013" y="3338514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45" name="Google Shape;1045;p65"/>
          <p:cNvSpPr txBox="1">
            <a:spLocks noGrp="1"/>
          </p:cNvSpPr>
          <p:nvPr>
            <p:ph type="body" idx="23"/>
          </p:nvPr>
        </p:nvSpPr>
        <p:spPr>
          <a:xfrm>
            <a:off x="4427538" y="3338514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46" name="Google Shape;1046;p65"/>
          <p:cNvSpPr txBox="1">
            <a:spLocks noGrp="1"/>
          </p:cNvSpPr>
          <p:nvPr>
            <p:ph type="body" idx="24"/>
          </p:nvPr>
        </p:nvSpPr>
        <p:spPr>
          <a:xfrm>
            <a:off x="608013" y="5022850"/>
            <a:ext cx="3200400" cy="22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47" name="Google Shape;1047;p65"/>
          <p:cNvSpPr txBox="1">
            <a:spLocks noGrp="1"/>
          </p:cNvSpPr>
          <p:nvPr>
            <p:ph type="body" idx="25"/>
          </p:nvPr>
        </p:nvSpPr>
        <p:spPr>
          <a:xfrm>
            <a:off x="4427538" y="5022850"/>
            <a:ext cx="3200400" cy="22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048" name="Google Shape;1048;p65"/>
          <p:cNvCxnSpPr/>
          <p:nvPr/>
        </p:nvCxnSpPr>
        <p:spPr>
          <a:xfrm>
            <a:off x="609600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9" name="Google Shape;1049;p65"/>
          <p:cNvCxnSpPr/>
          <p:nvPr/>
        </p:nvCxnSpPr>
        <p:spPr>
          <a:xfrm>
            <a:off x="4412165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0" name="Google Shape;1050;p65"/>
          <p:cNvCxnSpPr/>
          <p:nvPr/>
        </p:nvCxnSpPr>
        <p:spPr>
          <a:xfrm>
            <a:off x="609600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1" name="Google Shape;1051;p65"/>
          <p:cNvCxnSpPr/>
          <p:nvPr/>
        </p:nvCxnSpPr>
        <p:spPr>
          <a:xfrm>
            <a:off x="4412165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2" name="Google Shape;1052;p65"/>
          <p:cNvCxnSpPr/>
          <p:nvPr/>
        </p:nvCxnSpPr>
        <p:spPr>
          <a:xfrm>
            <a:off x="608739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3" name="Google Shape;1053;p6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4" name="Google Shape;1054;p65"/>
          <p:cNvCxnSpPr/>
          <p:nvPr/>
        </p:nvCxnSpPr>
        <p:spPr>
          <a:xfrm>
            <a:off x="4412165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con ">
  <p:cSld name="Three Icon "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6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7" name="Google Shape;1057;p6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1981877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66"/>
          <p:cNvSpPr txBox="1">
            <a:spLocks noGrp="1"/>
          </p:cNvSpPr>
          <p:nvPr>
            <p:ph type="body" idx="2"/>
          </p:nvPr>
        </p:nvSpPr>
        <p:spPr>
          <a:xfrm>
            <a:off x="2188103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0" name="Google Shape;1060;p66"/>
          <p:cNvSpPr txBox="1">
            <a:spLocks noGrp="1"/>
          </p:cNvSpPr>
          <p:nvPr>
            <p:ph type="body" idx="3"/>
          </p:nvPr>
        </p:nvSpPr>
        <p:spPr>
          <a:xfrm>
            <a:off x="1525905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1" name="Google Shape;1061;p66"/>
          <p:cNvSpPr/>
          <p:nvPr/>
        </p:nvSpPr>
        <p:spPr>
          <a:xfrm>
            <a:off x="5184924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66"/>
          <p:cNvSpPr txBox="1">
            <a:spLocks noGrp="1"/>
          </p:cNvSpPr>
          <p:nvPr>
            <p:ph type="body" idx="4"/>
          </p:nvPr>
        </p:nvSpPr>
        <p:spPr>
          <a:xfrm>
            <a:off x="5408612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3" name="Google Shape;1063;p66"/>
          <p:cNvSpPr txBox="1">
            <a:spLocks noGrp="1"/>
          </p:cNvSpPr>
          <p:nvPr>
            <p:ph type="body" idx="5"/>
          </p:nvPr>
        </p:nvSpPr>
        <p:spPr>
          <a:xfrm>
            <a:off x="4721225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4" name="Google Shape;1064;p66"/>
          <p:cNvSpPr/>
          <p:nvPr/>
        </p:nvSpPr>
        <p:spPr>
          <a:xfrm>
            <a:off x="8389301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6"/>
          <p:cNvSpPr txBox="1">
            <a:spLocks noGrp="1"/>
          </p:cNvSpPr>
          <p:nvPr>
            <p:ph type="body" idx="6"/>
          </p:nvPr>
        </p:nvSpPr>
        <p:spPr>
          <a:xfrm>
            <a:off x="7923213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6" name="Google Shape;1066;p66"/>
          <p:cNvSpPr txBox="1">
            <a:spLocks noGrp="1"/>
          </p:cNvSpPr>
          <p:nvPr>
            <p:ph type="body" idx="7"/>
          </p:nvPr>
        </p:nvSpPr>
        <p:spPr>
          <a:xfrm>
            <a:off x="8609012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7" name="Google Shape;1067;p6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66"/>
          <p:cNvSpPr/>
          <p:nvPr/>
        </p:nvSpPr>
        <p:spPr>
          <a:xfrm>
            <a:off x="1981877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66"/>
          <p:cNvSpPr/>
          <p:nvPr/>
        </p:nvSpPr>
        <p:spPr>
          <a:xfrm>
            <a:off x="5184924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6"/>
          <p:cNvSpPr/>
          <p:nvPr/>
        </p:nvSpPr>
        <p:spPr>
          <a:xfrm>
            <a:off x="8389301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6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con ">
  <p:cSld name="Four Icon "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4" name="Google Shape;1074;p6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075" name="Google Shape;1075;p67"/>
          <p:cNvSpPr/>
          <p:nvPr/>
        </p:nvSpPr>
        <p:spPr>
          <a:xfrm>
            <a:off x="1065749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7"/>
          <p:cNvSpPr txBox="1">
            <a:spLocks noGrp="1"/>
          </p:cNvSpPr>
          <p:nvPr>
            <p:ph type="body" idx="2"/>
          </p:nvPr>
        </p:nvSpPr>
        <p:spPr>
          <a:xfrm>
            <a:off x="1273703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77" name="Google Shape;1077;p67"/>
          <p:cNvSpPr txBox="1">
            <a:spLocks noGrp="1"/>
          </p:cNvSpPr>
          <p:nvPr>
            <p:ph type="body" idx="3"/>
          </p:nvPr>
        </p:nvSpPr>
        <p:spPr>
          <a:xfrm>
            <a:off x="84267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78" name="Google Shape;1078;p67"/>
          <p:cNvSpPr/>
          <p:nvPr/>
        </p:nvSpPr>
        <p:spPr>
          <a:xfrm>
            <a:off x="38069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67"/>
          <p:cNvSpPr txBox="1">
            <a:spLocks noGrp="1"/>
          </p:cNvSpPr>
          <p:nvPr>
            <p:ph type="body" idx="4"/>
          </p:nvPr>
        </p:nvSpPr>
        <p:spPr>
          <a:xfrm>
            <a:off x="4000597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80" name="Google Shape;1080;p67"/>
          <p:cNvSpPr txBox="1">
            <a:spLocks noGrp="1"/>
          </p:cNvSpPr>
          <p:nvPr>
            <p:ph type="body" idx="5"/>
          </p:nvPr>
        </p:nvSpPr>
        <p:spPr>
          <a:xfrm>
            <a:off x="35798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81" name="Google Shape;1081;p67"/>
          <p:cNvSpPr/>
          <p:nvPr/>
        </p:nvSpPr>
        <p:spPr>
          <a:xfrm>
            <a:off x="6562100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67"/>
          <p:cNvSpPr txBox="1">
            <a:spLocks noGrp="1"/>
          </p:cNvSpPr>
          <p:nvPr>
            <p:ph type="body" idx="6"/>
          </p:nvPr>
        </p:nvSpPr>
        <p:spPr>
          <a:xfrm>
            <a:off x="6772120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83" name="Google Shape;1083;p67"/>
          <p:cNvSpPr txBox="1">
            <a:spLocks noGrp="1"/>
          </p:cNvSpPr>
          <p:nvPr>
            <p:ph type="body" idx="7"/>
          </p:nvPr>
        </p:nvSpPr>
        <p:spPr>
          <a:xfrm>
            <a:off x="63230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84" name="Google Shape;1084;p67"/>
          <p:cNvSpPr/>
          <p:nvPr/>
        </p:nvSpPr>
        <p:spPr>
          <a:xfrm>
            <a:off x="93021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67"/>
          <p:cNvSpPr txBox="1">
            <a:spLocks noGrp="1"/>
          </p:cNvSpPr>
          <p:nvPr>
            <p:ph type="body" idx="8"/>
          </p:nvPr>
        </p:nvSpPr>
        <p:spPr>
          <a:xfrm>
            <a:off x="9538248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86" name="Google Shape;1086;p67"/>
          <p:cNvSpPr txBox="1">
            <a:spLocks noGrp="1"/>
          </p:cNvSpPr>
          <p:nvPr>
            <p:ph type="body" idx="9"/>
          </p:nvPr>
        </p:nvSpPr>
        <p:spPr>
          <a:xfrm>
            <a:off x="90662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87" name="Google Shape;1087;p6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67"/>
          <p:cNvSpPr/>
          <p:nvPr/>
        </p:nvSpPr>
        <p:spPr>
          <a:xfrm>
            <a:off x="1065749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67"/>
          <p:cNvSpPr/>
          <p:nvPr/>
        </p:nvSpPr>
        <p:spPr>
          <a:xfrm>
            <a:off x="38069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67"/>
          <p:cNvSpPr/>
          <p:nvPr/>
        </p:nvSpPr>
        <p:spPr>
          <a:xfrm>
            <a:off x="6562100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67"/>
          <p:cNvSpPr/>
          <p:nvPr/>
        </p:nvSpPr>
        <p:spPr>
          <a:xfrm>
            <a:off x="93021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6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Icon ">
  <p:cSld name="Five Icon "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5" name="Google Shape;1095;p68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096" name="Google Shape;1096;p68"/>
          <p:cNvSpPr/>
          <p:nvPr/>
        </p:nvSpPr>
        <p:spPr>
          <a:xfrm>
            <a:off x="60980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68"/>
          <p:cNvSpPr txBox="1">
            <a:spLocks noGrp="1"/>
          </p:cNvSpPr>
          <p:nvPr>
            <p:ph type="body" idx="2"/>
          </p:nvPr>
        </p:nvSpPr>
        <p:spPr>
          <a:xfrm>
            <a:off x="820549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98" name="Google Shape;1098;p68"/>
          <p:cNvSpPr txBox="1">
            <a:spLocks noGrp="1"/>
          </p:cNvSpPr>
          <p:nvPr>
            <p:ph type="body" idx="3"/>
          </p:nvPr>
        </p:nvSpPr>
        <p:spPr>
          <a:xfrm>
            <a:off x="610850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99" name="Google Shape;1099;p68"/>
          <p:cNvSpPr/>
          <p:nvPr/>
        </p:nvSpPr>
        <p:spPr>
          <a:xfrm>
            <a:off x="2892452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68"/>
          <p:cNvSpPr txBox="1">
            <a:spLocks noGrp="1"/>
          </p:cNvSpPr>
          <p:nvPr>
            <p:ph type="body" idx="4"/>
          </p:nvPr>
        </p:nvSpPr>
        <p:spPr>
          <a:xfrm>
            <a:off x="3110473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01" name="Google Shape;1101;p68"/>
          <p:cNvSpPr txBox="1">
            <a:spLocks noGrp="1"/>
          </p:cNvSpPr>
          <p:nvPr>
            <p:ph type="body" idx="5"/>
          </p:nvPr>
        </p:nvSpPr>
        <p:spPr>
          <a:xfrm>
            <a:off x="289401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02" name="Google Shape;1102;p68"/>
          <p:cNvSpPr/>
          <p:nvPr/>
        </p:nvSpPr>
        <p:spPr>
          <a:xfrm>
            <a:off x="520138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8"/>
          <p:cNvSpPr txBox="1">
            <a:spLocks noGrp="1"/>
          </p:cNvSpPr>
          <p:nvPr>
            <p:ph type="body" idx="6"/>
          </p:nvPr>
        </p:nvSpPr>
        <p:spPr>
          <a:xfrm>
            <a:off x="5412658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04" name="Google Shape;1104;p68"/>
          <p:cNvSpPr txBox="1">
            <a:spLocks noGrp="1"/>
          </p:cNvSpPr>
          <p:nvPr>
            <p:ph type="body" idx="7"/>
          </p:nvPr>
        </p:nvSpPr>
        <p:spPr>
          <a:xfrm>
            <a:off x="518509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05" name="Google Shape;1105;p68"/>
          <p:cNvSpPr/>
          <p:nvPr/>
        </p:nvSpPr>
        <p:spPr>
          <a:xfrm>
            <a:off x="7464921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68"/>
          <p:cNvSpPr txBox="1">
            <a:spLocks noGrp="1"/>
          </p:cNvSpPr>
          <p:nvPr>
            <p:ph type="body" idx="8"/>
          </p:nvPr>
        </p:nvSpPr>
        <p:spPr>
          <a:xfrm>
            <a:off x="7677080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07" name="Google Shape;1107;p68"/>
          <p:cNvSpPr txBox="1">
            <a:spLocks noGrp="1"/>
          </p:cNvSpPr>
          <p:nvPr>
            <p:ph type="body" idx="9"/>
          </p:nvPr>
        </p:nvSpPr>
        <p:spPr>
          <a:xfrm>
            <a:off x="7470001" y="4282873"/>
            <a:ext cx="1894336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08" name="Google Shape;1108;p68"/>
          <p:cNvSpPr/>
          <p:nvPr/>
        </p:nvSpPr>
        <p:spPr>
          <a:xfrm>
            <a:off x="9744473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68"/>
          <p:cNvSpPr txBox="1">
            <a:spLocks noGrp="1"/>
          </p:cNvSpPr>
          <p:nvPr>
            <p:ph type="body" idx="13"/>
          </p:nvPr>
        </p:nvSpPr>
        <p:spPr>
          <a:xfrm>
            <a:off x="9980612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rgbClr val="3B3B3B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10" name="Google Shape;1110;p68"/>
          <p:cNvSpPr txBox="1">
            <a:spLocks noGrp="1"/>
          </p:cNvSpPr>
          <p:nvPr>
            <p:ph type="body" idx="14"/>
          </p:nvPr>
        </p:nvSpPr>
        <p:spPr>
          <a:xfrm>
            <a:off x="975201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rgbClr val="3B3B3B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11" name="Google Shape;1111;p6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68"/>
          <p:cNvSpPr/>
          <p:nvPr/>
        </p:nvSpPr>
        <p:spPr>
          <a:xfrm>
            <a:off x="60980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68"/>
          <p:cNvSpPr/>
          <p:nvPr/>
        </p:nvSpPr>
        <p:spPr>
          <a:xfrm>
            <a:off x="2892452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68"/>
          <p:cNvSpPr/>
          <p:nvPr/>
        </p:nvSpPr>
        <p:spPr>
          <a:xfrm>
            <a:off x="520138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68"/>
          <p:cNvSpPr/>
          <p:nvPr/>
        </p:nvSpPr>
        <p:spPr>
          <a:xfrm>
            <a:off x="7464921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68"/>
          <p:cNvSpPr/>
          <p:nvPr/>
        </p:nvSpPr>
        <p:spPr>
          <a:xfrm>
            <a:off x="9744473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6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0" name="Google Shape;1120;p6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121" name="Google Shape;1121;p69" descr="Row 1 label"/>
          <p:cNvSpPr txBox="1">
            <a:spLocks noGrp="1"/>
          </p:cNvSpPr>
          <p:nvPr>
            <p:ph type="body" idx="2"/>
          </p:nvPr>
        </p:nvSpPr>
        <p:spPr>
          <a:xfrm>
            <a:off x="271464" y="1546789"/>
            <a:ext cx="574570" cy="4391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22" name="Google Shape;1122;p69" descr="Row 1 text box is a long horizontal box the width of the slide acting as a header. "/>
          <p:cNvSpPr txBox="1">
            <a:spLocks noGrp="1"/>
          </p:cNvSpPr>
          <p:nvPr>
            <p:ph type="body" idx="3"/>
          </p:nvPr>
        </p:nvSpPr>
        <p:spPr>
          <a:xfrm>
            <a:off x="1034040" y="1561701"/>
            <a:ext cx="10630969" cy="429469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23" name="Google Shape;1123;p69" descr="Row 2 label; this row shows 4 content boxes labeled A through D, each is a different color and holds text."/>
          <p:cNvSpPr txBox="1">
            <a:spLocks noGrp="1"/>
          </p:cNvSpPr>
          <p:nvPr>
            <p:ph type="body" idx="4"/>
          </p:nvPr>
        </p:nvSpPr>
        <p:spPr>
          <a:xfrm>
            <a:off x="285750" y="3304775"/>
            <a:ext cx="560283" cy="6580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124" name="Google Shape;1124;p69"/>
          <p:cNvCxnSpPr/>
          <p:nvPr/>
        </p:nvCxnSpPr>
        <p:spPr>
          <a:xfrm>
            <a:off x="1093076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5" name="Google Shape;1125;p69" descr="Row 2, box 1: text in plum"/>
          <p:cNvSpPr txBox="1">
            <a:spLocks noGrp="1"/>
          </p:cNvSpPr>
          <p:nvPr>
            <p:ph type="body" idx="5"/>
          </p:nvPr>
        </p:nvSpPr>
        <p:spPr>
          <a:xfrm>
            <a:off x="1102407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4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126" name="Google Shape;1126;p69"/>
          <p:cNvCxnSpPr/>
          <p:nvPr/>
        </p:nvCxnSpPr>
        <p:spPr>
          <a:xfrm>
            <a:off x="3805092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7" name="Google Shape;1127;p69" descr="Row 2, box 3: text in indigo"/>
          <p:cNvSpPr txBox="1">
            <a:spLocks noGrp="1"/>
          </p:cNvSpPr>
          <p:nvPr>
            <p:ph type="body" idx="6"/>
          </p:nvPr>
        </p:nvSpPr>
        <p:spPr>
          <a:xfrm>
            <a:off x="3816081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128" name="Google Shape;1128;p69"/>
          <p:cNvCxnSpPr/>
          <p:nvPr/>
        </p:nvCxnSpPr>
        <p:spPr>
          <a:xfrm>
            <a:off x="6517108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9" name="Google Shape;1129;p69" descr="Row 2, box 2: text in ocean"/>
          <p:cNvSpPr txBox="1">
            <a:spLocks noGrp="1"/>
          </p:cNvSpPr>
          <p:nvPr>
            <p:ph type="body" idx="7"/>
          </p:nvPr>
        </p:nvSpPr>
        <p:spPr>
          <a:xfrm>
            <a:off x="6529755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2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130" name="Google Shape;1130;p69"/>
          <p:cNvCxnSpPr/>
          <p:nvPr/>
        </p:nvCxnSpPr>
        <p:spPr>
          <a:xfrm>
            <a:off x="9229123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31" name="Google Shape;1131;p69" descr="Row 2, box 4: text in dark green"/>
          <p:cNvSpPr txBox="1">
            <a:spLocks noGrp="1"/>
          </p:cNvSpPr>
          <p:nvPr>
            <p:ph type="body" idx="8"/>
          </p:nvPr>
        </p:nvSpPr>
        <p:spPr>
          <a:xfrm>
            <a:off x="9243428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5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2" name="Google Shape;1132;p69" descr="Row 3 label: this row shows six, small content boxes in a horiztonal row"/>
          <p:cNvSpPr txBox="1">
            <a:spLocks noGrp="1"/>
          </p:cNvSpPr>
          <p:nvPr>
            <p:ph type="body" idx="9"/>
          </p:nvPr>
        </p:nvSpPr>
        <p:spPr>
          <a:xfrm>
            <a:off x="300038" y="5065521"/>
            <a:ext cx="545995" cy="6580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3" name="Google Shape;1133;p69" descr="Row 3, text box 1"/>
          <p:cNvSpPr txBox="1">
            <a:spLocks noGrp="1"/>
          </p:cNvSpPr>
          <p:nvPr>
            <p:ph type="body" idx="13"/>
          </p:nvPr>
        </p:nvSpPr>
        <p:spPr>
          <a:xfrm>
            <a:off x="1115051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4" name="Google Shape;1134;p69" descr="Row 3, text box 2"/>
          <p:cNvSpPr txBox="1">
            <a:spLocks noGrp="1"/>
          </p:cNvSpPr>
          <p:nvPr>
            <p:ph type="body" idx="14"/>
          </p:nvPr>
        </p:nvSpPr>
        <p:spPr>
          <a:xfrm>
            <a:off x="2886312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5" name="Google Shape;1135;p69" descr="Row 3, text box 3"/>
          <p:cNvSpPr txBox="1">
            <a:spLocks noGrp="1"/>
          </p:cNvSpPr>
          <p:nvPr>
            <p:ph type="body" idx="15"/>
          </p:nvPr>
        </p:nvSpPr>
        <p:spPr>
          <a:xfrm>
            <a:off x="4657573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6" name="Google Shape;1136;p69" descr="Row 3, text box 4"/>
          <p:cNvSpPr txBox="1">
            <a:spLocks noGrp="1"/>
          </p:cNvSpPr>
          <p:nvPr>
            <p:ph type="body" idx="16"/>
          </p:nvPr>
        </p:nvSpPr>
        <p:spPr>
          <a:xfrm>
            <a:off x="6428834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7" name="Google Shape;1137;p69" descr="Row 3, text box 5"/>
          <p:cNvSpPr txBox="1">
            <a:spLocks noGrp="1"/>
          </p:cNvSpPr>
          <p:nvPr>
            <p:ph type="body" idx="17"/>
          </p:nvPr>
        </p:nvSpPr>
        <p:spPr>
          <a:xfrm>
            <a:off x="8200095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8" name="Google Shape;1138;p69" descr="Row 3, text box 6"/>
          <p:cNvSpPr txBox="1">
            <a:spLocks noGrp="1"/>
          </p:cNvSpPr>
          <p:nvPr>
            <p:ph type="body" idx="18"/>
          </p:nvPr>
        </p:nvSpPr>
        <p:spPr>
          <a:xfrm>
            <a:off x="9971354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9" name="Google Shape;1139;p6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0" name="Google Shape;1140;p69"/>
          <p:cNvCxnSpPr/>
          <p:nvPr/>
        </p:nvCxnSpPr>
        <p:spPr>
          <a:xfrm>
            <a:off x="1093076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1" name="Google Shape;1141;p69"/>
          <p:cNvCxnSpPr/>
          <p:nvPr/>
        </p:nvCxnSpPr>
        <p:spPr>
          <a:xfrm>
            <a:off x="3805092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2" name="Google Shape;1142;p69"/>
          <p:cNvCxnSpPr/>
          <p:nvPr/>
        </p:nvCxnSpPr>
        <p:spPr>
          <a:xfrm>
            <a:off x="6517108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3" name="Google Shape;1143;p69"/>
          <p:cNvCxnSpPr/>
          <p:nvPr/>
        </p:nvCxnSpPr>
        <p:spPr>
          <a:xfrm>
            <a:off x="9229123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4" name="Google Shape;1144;p6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with Photo">
  <p:cSld name="Big Statement with Photo"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70"/>
          <p:cNvSpPr txBox="1">
            <a:spLocks noGrp="1"/>
          </p:cNvSpPr>
          <p:nvPr>
            <p:ph type="body" idx="1"/>
          </p:nvPr>
        </p:nvSpPr>
        <p:spPr>
          <a:xfrm>
            <a:off x="608014" y="2514600"/>
            <a:ext cx="5485844" cy="182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47" name="Google Shape;1147;p70"/>
          <p:cNvSpPr>
            <a:spLocks noGrp="1"/>
          </p:cNvSpPr>
          <p:nvPr>
            <p:ph type="pic" idx="2"/>
          </p:nvPr>
        </p:nvSpPr>
        <p:spPr>
          <a:xfrm>
            <a:off x="6785687" y="69850"/>
            <a:ext cx="5403138" cy="6788150"/>
          </a:xfrm>
          <a:prstGeom prst="rect">
            <a:avLst/>
          </a:prstGeom>
          <a:noFill/>
          <a:ln>
            <a:noFill/>
          </a:ln>
        </p:spPr>
      </p:sp>
      <p:sp>
        <p:nvSpPr>
          <p:cNvPr id="1148" name="Google Shape;1148;p7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7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istic">
  <p:cSld name="Big Statistic"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71"/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71"/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71" descr="Doughnut chart label 3"/>
          <p:cNvSpPr txBox="1">
            <a:spLocks noGrp="1"/>
          </p:cNvSpPr>
          <p:nvPr>
            <p:ph type="body" idx="1"/>
          </p:nvPr>
        </p:nvSpPr>
        <p:spPr>
          <a:xfrm>
            <a:off x="6096000" y="2514599"/>
            <a:ext cx="5027613" cy="137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54" name="Google Shape;1154;p71" descr="Doughnut chart label 1"/>
          <p:cNvSpPr txBox="1">
            <a:spLocks noGrp="1"/>
          </p:cNvSpPr>
          <p:nvPr>
            <p:ph type="body" idx="2"/>
          </p:nvPr>
        </p:nvSpPr>
        <p:spPr>
          <a:xfrm>
            <a:off x="608330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55" name="Google Shape;1155;p71" descr="Doughnut chart label 2"/>
          <p:cNvSpPr txBox="1">
            <a:spLocks noGrp="1"/>
          </p:cNvSpPr>
          <p:nvPr>
            <p:ph type="body" idx="3"/>
          </p:nvPr>
        </p:nvSpPr>
        <p:spPr>
          <a:xfrm>
            <a:off x="2436416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56" name="Google Shape;1156;p71" descr="Doughnut chart label 4"/>
          <p:cNvSpPr txBox="1">
            <a:spLocks noGrp="1"/>
          </p:cNvSpPr>
          <p:nvPr>
            <p:ph type="body" idx="4"/>
          </p:nvPr>
        </p:nvSpPr>
        <p:spPr>
          <a:xfrm>
            <a:off x="4261103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57" name="Google Shape;1157;p71" descr="Doughnut chart label 5"/>
          <p:cNvSpPr txBox="1">
            <a:spLocks noGrp="1"/>
          </p:cNvSpPr>
          <p:nvPr>
            <p:ph type="body" idx="5"/>
          </p:nvPr>
        </p:nvSpPr>
        <p:spPr>
          <a:xfrm>
            <a:off x="6088109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58" name="Google Shape;1158;p71" descr="Doughnut chart label 6"/>
          <p:cNvSpPr txBox="1">
            <a:spLocks noGrp="1"/>
          </p:cNvSpPr>
          <p:nvPr>
            <p:ph type="body" idx="6"/>
          </p:nvPr>
        </p:nvSpPr>
        <p:spPr>
          <a:xfrm>
            <a:off x="7920672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59" name="Google Shape;1159;p7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0" name="Google Shape;1160;p7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161" name="Google Shape;1161;p7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162" name="Google Shape;1162;p7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7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7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7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7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7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7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7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7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7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2" name="Google Shape;1172;p7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173" name="Google Shape;1173;p7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7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7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7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7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8" name="Google Shape;1178;p7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7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80" name="Google Shape;1180;p71"/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7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2" name="Google Shape;1182;p7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183" name="Google Shape;1183;p7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184" name="Google Shape;1184;p7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7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7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7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7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7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7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p7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7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7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4" name="Google Shape;1194;p7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195" name="Google Shape;1195;p7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7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7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7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7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7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7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02" name="Google Shape;1202;p71"/>
          <p:cNvSpPr>
            <a:spLocks noGrp="1"/>
          </p:cNvSpPr>
          <p:nvPr>
            <p:ph type="chart" idx="7"/>
          </p:nvPr>
        </p:nvSpPr>
        <p:spPr>
          <a:xfrm>
            <a:off x="662672" y="722997"/>
            <a:ext cx="4480256" cy="448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3" name="Google Shape;1203;p71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7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7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Aqua">
  <p:cSld name="Title Slide – Aqua"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3" name="Google Shape;1233;g3cc3f777e53_0_1069"/>
          <p:cNvPicPr preferRelativeResize="0"/>
          <p:nvPr/>
        </p:nvPicPr>
        <p:blipFill rotWithShape="1">
          <a:blip r:embed="rId2">
            <a:alphaModFix/>
          </a:blip>
          <a:srcRect l="1038" r="1978" b="1787"/>
          <a:stretch/>
        </p:blipFill>
        <p:spPr>
          <a:xfrm>
            <a:off x="0" y="658109"/>
            <a:ext cx="12192401" cy="6207660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1234" name="Google Shape;1234;g3cc3f777e53_0_1069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g3cc3f777e53_0_1069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g3cc3f777e53_0_1069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237" name="Google Shape;1237;g3cc3f777e53_0_1069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238" name="Google Shape;1238;g3cc3f777e53_0_1069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grpSp>
        <p:nvGrpSpPr>
          <p:cNvPr id="1239" name="Google Shape;1239;g3cc3f777e53_0_106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240" name="Google Shape;1240;g3cc3f777e53_0_106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241" name="Google Shape;1241;g3cc3f777e53_0_106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2" name="Google Shape;1242;g3cc3f777e53_0_106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g3cc3f777e53_0_106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g3cc3f777e53_0_106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g3cc3f777e53_0_106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g3cc3f777e53_0_106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g3cc3f777e53_0_106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g3cc3f777e53_0_106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g3cc3f777e53_0_106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g3cc3f777e53_0_106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1" name="Google Shape;1251;g3cc3f777e53_0_106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252" name="Google Shape;1252;g3cc3f777e53_0_106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3" name="Google Shape;1253;g3cc3f777e53_0_106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g3cc3f777e53_0_106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g3cc3f777e53_0_106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g3cc3f777e53_0_106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g3cc3f777e53_0_106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g3cc3f777e53_0_106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59" name="Google Shape;1259;g3cc3f777e53_0_1069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60" name="Google Shape;1260;g3cc3f777e53_0_1069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261" name="Google Shape;1261;g3cc3f777e53_0_1069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2" name="Google Shape;1262;g3cc3f777e53_0_106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263" name="Google Shape;1263;g3cc3f777e53_0_106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264" name="Google Shape;1264;g3cc3f777e53_0_106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5" name="Google Shape;1265;g3cc3f777e53_0_106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g3cc3f777e53_0_106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g3cc3f777e53_0_106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g3cc3f777e53_0_106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g3cc3f777e53_0_106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g3cc3f777e53_0_106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g3cc3f777e53_0_106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g3cc3f777e53_0_106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g3cc3f777e53_0_106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4" name="Google Shape;1274;g3cc3f777e53_0_106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275" name="Google Shape;1275;g3cc3f777e53_0_106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g3cc3f777e53_0_106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g3cc3f777e53_0_106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g3cc3f777e53_0_106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g3cc3f777e53_0_106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g3cc3f777e53_0_106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g3cc3f777e53_0_106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82" name="Google Shape;1282;g3cc3f777e53_0_1069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cc3f777e53_0_112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g3cc3f777e53_0_112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g3cc3f777e53_0_1120"/>
          <p:cNvSpPr txBox="1">
            <a:spLocks noGrp="1"/>
          </p:cNvSpPr>
          <p:nvPr>
            <p:ph type="body" idx="1"/>
          </p:nvPr>
        </p:nvSpPr>
        <p:spPr>
          <a:xfrm>
            <a:off x="609600" y="1267608"/>
            <a:ext cx="1939800" cy="19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12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​"/>
              <a:defRPr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287" name="Google Shape;1287;g3cc3f777e53_0_1120"/>
          <p:cNvSpPr txBox="1">
            <a:spLocks noGrp="1"/>
          </p:cNvSpPr>
          <p:nvPr>
            <p:ph type="body" idx="2"/>
          </p:nvPr>
        </p:nvSpPr>
        <p:spPr>
          <a:xfrm>
            <a:off x="2894013" y="1267608"/>
            <a:ext cx="7336200" cy="43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7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rial"/>
              <a:buChar char="•"/>
              <a:defRPr sz="2800"/>
            </a:lvl1pPr>
            <a:lvl2pPr marL="914400" lvl="1" indent="-3619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•"/>
              <a:defRPr sz="2400"/>
            </a:lvl2pPr>
            <a:lvl3pPr marL="1371600" lvl="2" indent="-3492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900"/>
              <a:buChar char="–"/>
              <a:defRPr sz="2000"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sz="1900"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–"/>
              <a:defRPr sz="1900"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cc3f777e53_0_112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90" name="Google Shape;1290;g3cc3f777e53_0_1125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g3cc3f777e53_0_1125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Aqua">
  <p:cSld name="Section Header – Aqua"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3cc3f777e53_0_1129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80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94" name="Google Shape;1294;g3cc3f777e53_0_1129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39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295" name="Google Shape;1295;g3cc3f777e53_0_112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g3cc3f777e53_0_1129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g3cc3f777e53_0_112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Leaf">
  <p:cSld name="Section Header – Leaf"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3cc3f777e53_0_1135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00" name="Google Shape;1300;g3cc3f777e53_0_113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301" name="Google Shape;1301;g3cc3f777e53_0_1135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g3cc3f777e53_0_1135"/>
          <p:cNvSpPr/>
          <p:nvPr/>
        </p:nvSpPr>
        <p:spPr>
          <a:xfrm>
            <a:off x="6525510" y="666685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21000">
                <a:schemeClr val="accent4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g3cc3f777e53_0_1135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Plum">
  <p:cSld name="Section Header – Plum"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3cc3f777e53_0_1141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06" name="Google Shape;1306;g3cc3f777e53_0_114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307" name="Google Shape;1307;g3cc3f777e53_0_114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g3cc3f777e53_0_1141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g3cc3f777e53_0_114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– Photo">
  <p:cSld name="Section Header – Photo">
    <p:bg>
      <p:bgPr>
        <a:solidFill>
          <a:schemeClr val="lt1"/>
        </a:solidFill>
        <a:effectLst/>
      </p:bgPr>
    </p:bg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1" name="Google Shape;1311;g3cc3f777e53_0_1147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6896" cy="5630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g3cc3f777e53_0_11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4773" cy="6856708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g3cc3f777e53_0_1147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g3cc3f777e53_0_1147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15" name="Google Shape;1315;g3cc3f777e53_0_114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316" name="Google Shape;1316;g3cc3f777e53_0_1147"/>
          <p:cNvSpPr txBox="1"/>
          <p:nvPr/>
        </p:nvSpPr>
        <p:spPr>
          <a:xfrm>
            <a:off x="1645084" y="6461498"/>
            <a:ext cx="3051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g3cc3f777e53_0_1147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8" name="Google Shape;1318;g3cc3f777e53_0_114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19" name="Google Shape;1319;g3cc3f777e53_0_114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320" name="Google Shape;1320;g3cc3f777e53_0_114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1" name="Google Shape;1321;g3cc3f777e53_0_114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2" name="Google Shape;1322;g3cc3f777e53_0_114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3" name="Google Shape;1323;g3cc3f777e53_0_114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g3cc3f777e53_0_114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g3cc3f777e53_0_114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6" name="Google Shape;1326;g3cc3f777e53_0_114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7" name="Google Shape;1327;g3cc3f777e53_0_114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g3cc3f777e53_0_114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g3cc3f777e53_0_114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0" name="Google Shape;1330;g3cc3f777e53_0_114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331" name="Google Shape;1331;g3cc3f777e53_0_114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2" name="Google Shape;1332;g3cc3f777e53_0_114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g3cc3f777e53_0_114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4" name="Google Shape;1334;g3cc3f777e53_0_114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g3cc3f777e53_0_114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g3cc3f777e53_0_114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g3cc3f777e53_0_114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38" name="Google Shape;1338;g3cc3f777e53_0_114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9" name="Google Shape;1339;g3cc3f777e53_0_1147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6896" cy="5630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0" name="Google Shape;1340;g3cc3f777e53_0_11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4773" cy="6856708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g3cc3f777e53_0_1147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2" name="Google Shape;1342;g3cc3f777e53_0_114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43" name="Google Shape;1343;g3cc3f777e53_0_114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344" name="Google Shape;1344;g3cc3f777e53_0_114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g3cc3f777e53_0_114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g3cc3f777e53_0_114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g3cc3f777e53_0_114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g3cc3f777e53_0_114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g3cc3f777e53_0_114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g3cc3f777e53_0_114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g3cc3f777e53_0_114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g3cc3f777e53_0_114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g3cc3f777e53_0_114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4" name="Google Shape;1354;g3cc3f777e53_0_114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355" name="Google Shape;1355;g3cc3f777e53_0_114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g3cc3f777e53_0_114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g3cc3f777e53_0_114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8" name="Google Shape;1358;g3cc3f777e53_0_114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g3cc3f777e53_0_114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g3cc3f777e53_0_114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g3cc3f777e53_0_114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62" name="Google Shape;1362;g3cc3f777e53_0_114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g3cc3f777e53_0_1147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Leaf">
  <p:cSld name="Quote – Leaf"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3cc3f777e53_0_1201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5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366" name="Google Shape;1366;g3cc3f777e53_0_1201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07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367" name="Google Shape;1367;g3cc3f777e53_0_1201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2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368" name="Google Shape;1368;g3cc3f777e53_0_120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9" name="Google Shape;1369;g3cc3f777e53_0_120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70" name="Google Shape;1370;g3cc3f777e53_0_120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371" name="Google Shape;1371;g3cc3f777e53_0_120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g3cc3f777e53_0_120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g3cc3f777e53_0_120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g3cc3f777e53_0_120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g3cc3f777e53_0_120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g3cc3f777e53_0_120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g3cc3f777e53_0_120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g3cc3f777e53_0_120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g3cc3f777e53_0_120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g3cc3f777e53_0_120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1" name="Google Shape;1381;g3cc3f777e53_0_120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382" name="Google Shape;1382;g3cc3f777e53_0_120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g3cc3f777e53_0_120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g3cc3f777e53_0_120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g3cc3f777e53_0_120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g3cc3f777e53_0_120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g3cc3f777e53_0_120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g3cc3f777e53_0_120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89" name="Google Shape;1389;g3cc3f777e53_0_1201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g3cc3f777e53_0_120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1" name="Google Shape;1391;g3cc3f777e53_0_120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92" name="Google Shape;1392;g3cc3f777e53_0_120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393" name="Google Shape;1393;g3cc3f777e53_0_120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4" name="Google Shape;1394;g3cc3f777e53_0_120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g3cc3f777e53_0_120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g3cc3f777e53_0_120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g3cc3f777e53_0_120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g3cc3f777e53_0_120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g3cc3f777e53_0_120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g3cc3f777e53_0_120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g3cc3f777e53_0_120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2" name="Google Shape;1402;g3cc3f777e53_0_120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3" name="Google Shape;1403;g3cc3f777e53_0_120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404" name="Google Shape;1404;g3cc3f777e53_0_120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g3cc3f777e53_0_120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6" name="Google Shape;1406;g3cc3f777e53_0_120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g3cc3f777e53_0_120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g3cc3f777e53_0_120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g3cc3f777e53_0_120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g3cc3f777e53_0_120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11" name="Google Shape;1411;g3cc3f777e53_0_1201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Aqua">
  <p:cSld name="Quote – Aqua"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cc3f777e53_0_1249"/>
          <p:cNvSpPr/>
          <p:nvPr/>
        </p:nvSpPr>
        <p:spPr>
          <a:xfrm>
            <a:off x="0" y="0"/>
            <a:ext cx="12197292" cy="6026415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g3cc3f777e53_0_1249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g3cc3f777e53_0_1249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5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416" name="Google Shape;1416;g3cc3f777e53_0_1249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07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417" name="Google Shape;1417;g3cc3f777e53_0_1249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2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418" name="Google Shape;1418;g3cc3f777e53_0_124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9" name="Google Shape;1419;g3cc3f777e53_0_12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420" name="Google Shape;1420;g3cc3f777e53_0_12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421" name="Google Shape;1421;g3cc3f777e53_0_12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g3cc3f777e53_0_12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g3cc3f777e53_0_12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g3cc3f777e53_0_12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g3cc3f777e53_0_12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g3cc3f777e53_0_12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g3cc3f777e53_0_12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g3cc3f777e53_0_12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g3cc3f777e53_0_12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g3cc3f777e53_0_12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1" name="Google Shape;1431;g3cc3f777e53_0_12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432" name="Google Shape;1432;g3cc3f777e53_0_12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g3cc3f777e53_0_12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g3cc3f777e53_0_12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g3cc3f777e53_0_12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g3cc3f777e53_0_12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g3cc3f777e53_0_12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8" name="Google Shape;1438;g3cc3f777e53_0_12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39" name="Google Shape;1439;g3cc3f777e53_0_124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0" name="Google Shape;1440;g3cc3f777e53_0_12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441" name="Google Shape;1441;g3cc3f777e53_0_12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442" name="Google Shape;1442;g3cc3f777e53_0_12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g3cc3f777e53_0_12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g3cc3f777e53_0_12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g3cc3f777e53_0_12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g3cc3f777e53_0_12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g3cc3f777e53_0_12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g3cc3f777e53_0_12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g3cc3f777e53_0_12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g3cc3f777e53_0_12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g3cc3f777e53_0_12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2" name="Google Shape;1452;g3cc3f777e53_0_12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453" name="Google Shape;1453;g3cc3f777e53_0_12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g3cc3f777e53_0_12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g3cc3f777e53_0_12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g3cc3f777e53_0_12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g3cc3f777e53_0_12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g3cc3f777e53_0_12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g3cc3f777e53_0_12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60" name="Google Shape;1460;g3cc3f777e53_0_1249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lum">
  <p:cSld name="Quote – Plum"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cc3f777e53_0_1298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g3cc3f777e53_0_1298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62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464" name="Google Shape;1464;g3cc3f777e53_0_1298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07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465" name="Google Shape;1465;g3cc3f777e53_0_1298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2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466" name="Google Shape;1466;g3cc3f777e53_0_1298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7" name="Google Shape;1467;g3cc3f777e53_0_129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468" name="Google Shape;1468;g3cc3f777e53_0_129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469" name="Google Shape;1469;g3cc3f777e53_0_129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g3cc3f777e53_0_129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g3cc3f777e53_0_129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g3cc3f777e53_0_129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g3cc3f777e53_0_129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g3cc3f777e53_0_129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g3cc3f777e53_0_129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g3cc3f777e53_0_129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g3cc3f777e53_0_129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g3cc3f777e53_0_129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9" name="Google Shape;1479;g3cc3f777e53_0_129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480" name="Google Shape;1480;g3cc3f777e53_0_129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g3cc3f777e53_0_129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g3cc3f777e53_0_129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g3cc3f777e53_0_129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g3cc3f777e53_0_129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g3cc3f777e53_0_129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g3cc3f777e53_0_129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87" name="Google Shape;1487;g3cc3f777e53_0_1298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g3cc3f777e53_0_1298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9" name="Google Shape;1489;g3cc3f777e53_0_129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490" name="Google Shape;1490;g3cc3f777e53_0_129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491" name="Google Shape;1491;g3cc3f777e53_0_129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g3cc3f777e53_0_129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g3cc3f777e53_0_129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g3cc3f777e53_0_129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g3cc3f777e53_0_129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g3cc3f777e53_0_129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g3cc3f777e53_0_129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g3cc3f777e53_0_129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g3cc3f777e53_0_129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g3cc3f777e53_0_129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1" name="Google Shape;1501;g3cc3f777e53_0_129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502" name="Google Shape;1502;g3cc3f777e53_0_129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g3cc3f777e53_0_129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g3cc3f777e53_0_129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g3cc3f777e53_0_129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g3cc3f777e53_0_129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g3cc3f777e53_0_129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g3cc3f777e53_0_129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09" name="Google Shape;1509;g3cc3f777e53_0_1298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- Customer Story"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3cc3f777e53_0_1347"/>
          <p:cNvSpPr/>
          <p:nvPr/>
        </p:nvSpPr>
        <p:spPr>
          <a:xfrm>
            <a:off x="6472" y="437918"/>
            <a:ext cx="12200704" cy="5615389"/>
          </a:xfrm>
          <a:custGeom>
            <a:avLst/>
            <a:gdLst/>
            <a:ahLst/>
            <a:cxnLst/>
            <a:rect l="l" t="t" r="r" b="b"/>
            <a:pathLst>
              <a:path w="12231282" h="5615389" extrusionOk="0">
                <a:moveTo>
                  <a:pt x="0" y="0"/>
                </a:moveTo>
                <a:lnTo>
                  <a:pt x="12231282" y="27709"/>
                </a:lnTo>
                <a:lnTo>
                  <a:pt x="12203580" y="1466637"/>
                </a:lnTo>
                <a:lnTo>
                  <a:pt x="11206700" y="1466637"/>
                </a:lnTo>
                <a:cubicBezTo>
                  <a:pt x="10785051" y="1466637"/>
                  <a:pt x="10380638" y="1634150"/>
                  <a:pt x="10082432" y="1932294"/>
                </a:cubicBezTo>
                <a:lnTo>
                  <a:pt x="6864995" y="5149732"/>
                </a:lnTo>
                <a:cubicBezTo>
                  <a:pt x="6566852" y="5447874"/>
                  <a:pt x="6162438" y="5615389"/>
                  <a:pt x="5740726" y="5615389"/>
                </a:cubicBezTo>
                <a:lnTo>
                  <a:pt x="0" y="561538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375" tIns="45650" rIns="91375" bIns="45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g3cc3f777e53_0_1347"/>
          <p:cNvSpPr/>
          <p:nvPr/>
        </p:nvSpPr>
        <p:spPr>
          <a:xfrm>
            <a:off x="-9730" y="1828238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375" tIns="45650" rIns="91375" bIns="45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g3cc3f777e53_0_134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g3cc3f777e53_0_1347"/>
          <p:cNvSpPr>
            <a:spLocks noGrp="1"/>
          </p:cNvSpPr>
          <p:nvPr>
            <p:ph type="pic" idx="2"/>
          </p:nvPr>
        </p:nvSpPr>
        <p:spPr>
          <a:xfrm>
            <a:off x="6457030" y="3564301"/>
            <a:ext cx="5731800" cy="329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15" name="Google Shape;1515;g3cc3f777e53_0_1347"/>
          <p:cNvSpPr txBox="1">
            <a:spLocks noGrp="1"/>
          </p:cNvSpPr>
          <p:nvPr>
            <p:ph type="body" idx="1"/>
          </p:nvPr>
        </p:nvSpPr>
        <p:spPr>
          <a:xfrm>
            <a:off x="605484" y="4754564"/>
            <a:ext cx="48144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/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/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/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516" name="Google Shape;1516;g3cc3f777e53_0_1347"/>
          <p:cNvSpPr>
            <a:spLocks noGrp="1"/>
          </p:cNvSpPr>
          <p:nvPr>
            <p:ph type="body" idx="3"/>
          </p:nvPr>
        </p:nvSpPr>
        <p:spPr>
          <a:xfrm>
            <a:off x="9025085" y="412751"/>
            <a:ext cx="2583600" cy="1190700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92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​"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517" name="Google Shape;1517;g3cc3f777e53_0_1347"/>
          <p:cNvSpPr txBox="1">
            <a:spLocks noGrp="1"/>
          </p:cNvSpPr>
          <p:nvPr>
            <p:ph type="body" idx="4"/>
          </p:nvPr>
        </p:nvSpPr>
        <p:spPr>
          <a:xfrm>
            <a:off x="605484" y="5158325"/>
            <a:ext cx="48144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/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/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/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518" name="Google Shape;1518;g3cc3f777e53_0_1347"/>
          <p:cNvSpPr txBox="1">
            <a:spLocks noGrp="1"/>
          </p:cNvSpPr>
          <p:nvPr>
            <p:ph type="body" idx="5"/>
          </p:nvPr>
        </p:nvSpPr>
        <p:spPr>
          <a:xfrm>
            <a:off x="438911" y="1449388"/>
            <a:ext cx="6568200" cy="33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hoto">
  <p:cSld name="Quote – Photo">
    <p:bg>
      <p:bgPr>
        <a:solidFill>
          <a:schemeClr val="lt1"/>
        </a:solidFill>
        <a:effectLst/>
      </p:bgPr>
    </p:bg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0" name="Google Shape;1520;g3cc3f777e53_0_1356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6132" cy="6856213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g3cc3f777e53_0_1356"/>
          <p:cNvSpPr/>
          <p:nvPr/>
        </p:nvSpPr>
        <p:spPr>
          <a:xfrm>
            <a:off x="0" y="0"/>
            <a:ext cx="121824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0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g3cc3f777e53_0_1356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g3cc3f777e53_0_1356"/>
          <p:cNvSpPr txBox="1"/>
          <p:nvPr/>
        </p:nvSpPr>
        <p:spPr>
          <a:xfrm>
            <a:off x="1645084" y="6461498"/>
            <a:ext cx="3051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g3cc3f777e53_0_1356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5" name="Google Shape;1525;g3cc3f777e53_0_1356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526" name="Google Shape;1526;g3cc3f777e53_0_135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527" name="Google Shape;1527;g3cc3f777e53_0_135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g3cc3f777e53_0_135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g3cc3f777e53_0_135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g3cc3f777e53_0_135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g3cc3f777e53_0_135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g3cc3f777e53_0_135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g3cc3f777e53_0_135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g3cc3f777e53_0_135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5" name="Google Shape;1535;g3cc3f777e53_0_135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6" name="Google Shape;1536;g3cc3f777e53_0_135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7" name="Google Shape;1537;g3cc3f777e53_0_135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538" name="Google Shape;1538;g3cc3f777e53_0_135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g3cc3f777e53_0_135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g3cc3f777e53_0_135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g3cc3f777e53_0_135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g3cc3f777e53_0_135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3" name="Google Shape;1543;g3cc3f777e53_0_135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g3cc3f777e53_0_135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45" name="Google Shape;1545;g3cc3f777e53_0_1356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47553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546" name="Google Shape;1546;g3cc3f777e53_0_1356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35910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547" name="Google Shape;1547;g3cc3f777e53_0_135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8" name="Google Shape;1548;g3cc3f777e53_0_1356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6132" cy="6856213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g3cc3f777e53_0_1356"/>
          <p:cNvSpPr/>
          <p:nvPr/>
        </p:nvSpPr>
        <p:spPr>
          <a:xfrm>
            <a:off x="0" y="0"/>
            <a:ext cx="121824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0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g3cc3f777e53_0_1356"/>
          <p:cNvSpPr/>
          <p:nvPr/>
        </p:nvSpPr>
        <p:spPr>
          <a:xfrm>
            <a:off x="0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1" name="Google Shape;1551;g3cc3f777e53_0_1356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552" name="Google Shape;1552;g3cc3f777e53_0_135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553" name="Google Shape;1553;g3cc3f777e53_0_135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g3cc3f777e53_0_135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5" name="Google Shape;1555;g3cc3f777e53_0_135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6" name="Google Shape;1556;g3cc3f777e53_0_135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g3cc3f777e53_0_135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g3cc3f777e53_0_135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g3cc3f777e53_0_135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g3cc3f777e53_0_135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g3cc3f777e53_0_135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g3cc3f777e53_0_135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3" name="Google Shape;1563;g3cc3f777e53_0_135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564" name="Google Shape;1564;g3cc3f777e53_0_135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g3cc3f777e53_0_135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g3cc3f777e53_0_135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g3cc3f777e53_0_135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g3cc3f777e53_0_135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g3cc3f777e53_0_135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g3cc3f777e53_0_135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71" name="Google Shape;1571;g3cc3f777e53_0_135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g3cc3f777e53_0_1356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Content">
  <p:cSld name="Title, Subtitle and Content"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3cc3f777e53_0_141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75" name="Google Shape;1575;g3cc3f777e53_0_141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8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576" name="Google Shape;1576;g3cc3f777e53_0_1410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​"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500"/>
              <a:buChar char="–"/>
              <a:defRPr>
                <a:solidFill>
                  <a:schemeClr val="dk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Char char="•"/>
              <a:defRPr>
                <a:solidFill>
                  <a:schemeClr val="dk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Char char="–"/>
              <a:defRPr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Char char="•"/>
              <a:defRPr>
                <a:solidFill>
                  <a:srgbClr val="3B3B3B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577" name="Google Shape;1577;g3cc3f777e53_0_141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g3cc3f777e53_0_141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">
  <p:cSld name="Two-Content Balanced"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3cc3f777e53_0_141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81" name="Google Shape;1581;g3cc3f777e53_0_141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582" name="Google Shape;1582;g3cc3f777e53_0_1416"/>
          <p:cNvSpPr txBox="1">
            <a:spLocks noGrp="1"/>
          </p:cNvSpPr>
          <p:nvPr>
            <p:ph type="body" idx="2"/>
          </p:nvPr>
        </p:nvSpPr>
        <p:spPr>
          <a:xfrm>
            <a:off x="608013" y="1600200"/>
            <a:ext cx="53139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10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83" name="Google Shape;1583;g3cc3f777e53_0_1416"/>
          <p:cNvSpPr txBox="1">
            <a:spLocks noGrp="1"/>
          </p:cNvSpPr>
          <p:nvPr>
            <p:ph type="body" idx="3"/>
          </p:nvPr>
        </p:nvSpPr>
        <p:spPr>
          <a:xfrm>
            <a:off x="6321287" y="1600200"/>
            <a:ext cx="53139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10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84" name="Google Shape;1584;g3cc3f777e53_0_141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g3cc3f777e53_0_141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Right">
  <p:cSld name="Two-Content Balanced Color on Right"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3cc3f777e53_0_1423"/>
          <p:cNvSpPr txBox="1">
            <a:spLocks noGrp="1"/>
          </p:cNvSpPr>
          <p:nvPr>
            <p:ph type="body" idx="1"/>
          </p:nvPr>
        </p:nvSpPr>
        <p:spPr>
          <a:xfrm>
            <a:off x="6323381" y="1600201"/>
            <a:ext cx="58653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457175" tIns="457175" rIns="457175" bIns="4571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>
                <a:solidFill>
                  <a:schemeClr val="dk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88" name="Google Shape;1588;g3cc3f777e53_0_1423"/>
          <p:cNvSpPr txBox="1">
            <a:spLocks noGrp="1"/>
          </p:cNvSpPr>
          <p:nvPr>
            <p:ph type="subTitle" idx="2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589" name="Google Shape;1589;g3cc3f777e53_0_142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90" name="Google Shape;1590;g3cc3f777e53_0_142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g3cc3f777e53_0_1423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75" tIns="457175" rIns="457175" bIns="4571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>
                <a:solidFill>
                  <a:schemeClr val="dk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2" name="Google Shape;1592;g3cc3f777e53_0_142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Left">
  <p:cSld name="Two-Content Balanced Color on Left"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3cc3f777e53_0_143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95" name="Google Shape;1595;g3cc3f777e53_0_143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596" name="Google Shape;1596;g3cc3f777e53_0_143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g3cc3f777e53_0_1430"/>
          <p:cNvSpPr txBox="1">
            <a:spLocks noGrp="1"/>
          </p:cNvSpPr>
          <p:nvPr>
            <p:ph type="body" idx="2"/>
          </p:nvPr>
        </p:nvSpPr>
        <p:spPr>
          <a:xfrm>
            <a:off x="6323381" y="1600201"/>
            <a:ext cx="58653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75" tIns="457175" rIns="457175" bIns="4571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>
                <a:solidFill>
                  <a:schemeClr val="dk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8" name="Google Shape;1598;g3cc3f777e53_0_1430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8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594375" tIns="457175" rIns="457175" bIns="4571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>
                <a:solidFill>
                  <a:schemeClr val="dk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9" name="Google Shape;1599;g3cc3f777e53_0_143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3cc3f777e53_0_143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02" name="Google Shape;1602;g3cc3f777e53_0_143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603" name="Google Shape;1603;g3cc3f777e53_0_1437"/>
          <p:cNvSpPr txBox="1">
            <a:spLocks noGrp="1"/>
          </p:cNvSpPr>
          <p:nvPr>
            <p:ph type="body" idx="2"/>
          </p:nvPr>
        </p:nvSpPr>
        <p:spPr>
          <a:xfrm>
            <a:off x="592866" y="1600202"/>
            <a:ext cx="5286900" cy="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175" bIns="91425" anchor="b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​"/>
              <a:defRPr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04" name="Google Shape;1604;g3cc3f777e53_0_1437"/>
          <p:cNvSpPr/>
          <p:nvPr/>
        </p:nvSpPr>
        <p:spPr>
          <a:xfrm>
            <a:off x="592865" y="2484176"/>
            <a:ext cx="52869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g3cc3f777e53_0_1437"/>
          <p:cNvSpPr txBox="1">
            <a:spLocks noGrp="1"/>
          </p:cNvSpPr>
          <p:nvPr>
            <p:ph type="body" idx="3"/>
          </p:nvPr>
        </p:nvSpPr>
        <p:spPr>
          <a:xfrm>
            <a:off x="592865" y="2621020"/>
            <a:ext cx="5315700" cy="3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06" name="Google Shape;1606;g3cc3f777e53_0_1437"/>
          <p:cNvSpPr txBox="1">
            <a:spLocks noGrp="1"/>
          </p:cNvSpPr>
          <p:nvPr>
            <p:ph type="body" idx="4"/>
          </p:nvPr>
        </p:nvSpPr>
        <p:spPr>
          <a:xfrm>
            <a:off x="6308726" y="1600202"/>
            <a:ext cx="5286900" cy="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175" bIns="91425" anchor="b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07" name="Google Shape;1607;g3cc3f777e53_0_1437"/>
          <p:cNvSpPr/>
          <p:nvPr/>
        </p:nvSpPr>
        <p:spPr>
          <a:xfrm>
            <a:off x="6303874" y="2484176"/>
            <a:ext cx="52869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g3cc3f777e53_0_1437"/>
          <p:cNvSpPr txBox="1">
            <a:spLocks noGrp="1"/>
          </p:cNvSpPr>
          <p:nvPr>
            <p:ph type="body" idx="5"/>
          </p:nvPr>
        </p:nvSpPr>
        <p:spPr>
          <a:xfrm>
            <a:off x="6308143" y="2621280"/>
            <a:ext cx="5286900" cy="3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09" name="Google Shape;1609;g3cc3f777e53_0_143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g3cc3f777e53_0_1437"/>
          <p:cNvSpPr/>
          <p:nvPr/>
        </p:nvSpPr>
        <p:spPr>
          <a:xfrm>
            <a:off x="592865" y="2484176"/>
            <a:ext cx="52869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g3cc3f777e53_0_1437"/>
          <p:cNvSpPr/>
          <p:nvPr/>
        </p:nvSpPr>
        <p:spPr>
          <a:xfrm>
            <a:off x="6303874" y="2484176"/>
            <a:ext cx="52869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2" name="Google Shape;1612;g3cc3f777e53_0_143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-Content Comparison">
  <p:cSld name="Three-Content Comparison">
    <p:spTree>
      <p:nvGrpSpPr>
        <p:cNvPr id="1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3cc3f777e53_0_145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15" name="Google Shape;1615;g3cc3f777e53_0_145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616" name="Google Shape;1616;g3cc3f777e53_0_1450"/>
          <p:cNvSpPr txBox="1">
            <a:spLocks noGrp="1"/>
          </p:cNvSpPr>
          <p:nvPr>
            <p:ph type="body" idx="2"/>
          </p:nvPr>
        </p:nvSpPr>
        <p:spPr>
          <a:xfrm>
            <a:off x="592866" y="1600200"/>
            <a:ext cx="35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–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17" name="Google Shape;1617;g3cc3f777e53_0_1450"/>
          <p:cNvSpPr/>
          <p:nvPr/>
        </p:nvSpPr>
        <p:spPr>
          <a:xfrm>
            <a:off x="592866" y="2509480"/>
            <a:ext cx="35940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g3cc3f777e53_0_1450"/>
          <p:cNvSpPr txBox="1">
            <a:spLocks noGrp="1"/>
          </p:cNvSpPr>
          <p:nvPr>
            <p:ph type="body" idx="3"/>
          </p:nvPr>
        </p:nvSpPr>
        <p:spPr>
          <a:xfrm>
            <a:off x="4297616" y="1600200"/>
            <a:ext cx="35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3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–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19" name="Google Shape;1619;g3cc3f777e53_0_1450"/>
          <p:cNvSpPr txBox="1">
            <a:spLocks noGrp="1"/>
          </p:cNvSpPr>
          <p:nvPr>
            <p:ph type="body" idx="4"/>
          </p:nvPr>
        </p:nvSpPr>
        <p:spPr>
          <a:xfrm>
            <a:off x="8001859" y="1600200"/>
            <a:ext cx="35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4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–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20" name="Google Shape;1620;g3cc3f777e53_0_1450"/>
          <p:cNvSpPr/>
          <p:nvPr/>
        </p:nvSpPr>
        <p:spPr>
          <a:xfrm>
            <a:off x="8001859" y="2509480"/>
            <a:ext cx="35940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g3cc3f777e53_0_145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g3cc3f777e53_0_1450"/>
          <p:cNvSpPr/>
          <p:nvPr/>
        </p:nvSpPr>
        <p:spPr>
          <a:xfrm>
            <a:off x="4297616" y="2509480"/>
            <a:ext cx="3594000" cy="4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g3cc3f777e53_0_1450"/>
          <p:cNvSpPr txBox="1">
            <a:spLocks noGrp="1"/>
          </p:cNvSpPr>
          <p:nvPr>
            <p:ph type="body" idx="5"/>
          </p:nvPr>
        </p:nvSpPr>
        <p:spPr>
          <a:xfrm>
            <a:off x="592866" y="2649538"/>
            <a:ext cx="3594000" cy="3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 sz="15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24" name="Google Shape;1624;g3cc3f777e53_0_1450"/>
          <p:cNvSpPr txBox="1">
            <a:spLocks noGrp="1"/>
          </p:cNvSpPr>
          <p:nvPr>
            <p:ph type="body" idx="6"/>
          </p:nvPr>
        </p:nvSpPr>
        <p:spPr>
          <a:xfrm>
            <a:off x="4297616" y="2649538"/>
            <a:ext cx="3594000" cy="3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 sz="15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25" name="Google Shape;1625;g3cc3f777e53_0_1450"/>
          <p:cNvSpPr txBox="1">
            <a:spLocks noGrp="1"/>
          </p:cNvSpPr>
          <p:nvPr>
            <p:ph type="body" idx="7"/>
          </p:nvPr>
        </p:nvSpPr>
        <p:spPr>
          <a:xfrm>
            <a:off x="8001859" y="2649538"/>
            <a:ext cx="3594000" cy="3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 sz="15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26" name="Google Shape;1626;g3cc3f777e53_0_1450"/>
          <p:cNvSpPr/>
          <p:nvPr/>
        </p:nvSpPr>
        <p:spPr>
          <a:xfrm>
            <a:off x="592866" y="2509480"/>
            <a:ext cx="35940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7" name="Google Shape;1627;g3cc3f777e53_0_1450"/>
          <p:cNvSpPr/>
          <p:nvPr/>
        </p:nvSpPr>
        <p:spPr>
          <a:xfrm>
            <a:off x="8001859" y="2509480"/>
            <a:ext cx="35940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g3cc3f777e53_0_145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g3cc3f777e53_0_1450"/>
          <p:cNvSpPr/>
          <p:nvPr/>
        </p:nvSpPr>
        <p:spPr>
          <a:xfrm>
            <a:off x="4297616" y="2509480"/>
            <a:ext cx="3594000" cy="4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Left">
  <p:cSld name="Two Content Dynamic – Left"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3cc3f777e53_0_146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32" name="Google Shape;1632;g3cc3f777e53_0_146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633" name="Google Shape;1633;g3cc3f777e53_0_1467"/>
          <p:cNvSpPr/>
          <p:nvPr/>
        </p:nvSpPr>
        <p:spPr>
          <a:xfrm rot="10800000" flipH="1">
            <a:off x="0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g3cc3f777e53_0_1467"/>
          <p:cNvSpPr txBox="1">
            <a:spLocks noGrp="1"/>
          </p:cNvSpPr>
          <p:nvPr>
            <p:ph type="body" idx="2"/>
          </p:nvPr>
        </p:nvSpPr>
        <p:spPr>
          <a:xfrm>
            <a:off x="0" y="1609531"/>
            <a:ext cx="28941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275" tIns="457175" rIns="457175" bIns="4571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–"/>
              <a:defRPr sz="1500">
                <a:solidFill>
                  <a:schemeClr val="accent2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35" name="Google Shape;1635;g3cc3f777e53_0_1467"/>
          <p:cNvSpPr txBox="1">
            <a:spLocks noGrp="1"/>
          </p:cNvSpPr>
          <p:nvPr>
            <p:ph type="body" idx="3"/>
          </p:nvPr>
        </p:nvSpPr>
        <p:spPr>
          <a:xfrm>
            <a:off x="3351213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175" rIns="0" bIns="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​"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–"/>
              <a:defRPr>
                <a:solidFill>
                  <a:schemeClr val="dk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>
                <a:solidFill>
                  <a:schemeClr val="dk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36" name="Google Shape;1636;g3cc3f777e53_0_146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g3cc3f777e53_0_1467"/>
          <p:cNvSpPr/>
          <p:nvPr/>
        </p:nvSpPr>
        <p:spPr>
          <a:xfrm rot="10800000" flipH="1">
            <a:off x="0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g3cc3f777e53_0_146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Right">
  <p:cSld name="Two Content Dynamic – Right"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3cc3f777e53_0_147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41" name="Google Shape;1641;g3cc3f777e53_0_147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642" name="Google Shape;1642;g3cc3f777e53_0_147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g3cc3f777e53_0_1476"/>
          <p:cNvSpPr/>
          <p:nvPr/>
        </p:nvSpPr>
        <p:spPr>
          <a:xfrm rot="10800000" flipH="1">
            <a:off x="9294812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g3cc3f777e53_0_1476"/>
          <p:cNvSpPr txBox="1">
            <a:spLocks noGrp="1"/>
          </p:cNvSpPr>
          <p:nvPr>
            <p:ph type="body" idx="2"/>
          </p:nvPr>
        </p:nvSpPr>
        <p:spPr>
          <a:xfrm>
            <a:off x="9294812" y="1609531"/>
            <a:ext cx="28941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275" tIns="457175" rIns="457175" bIns="4571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–"/>
              <a:defRPr sz="1500">
                <a:solidFill>
                  <a:schemeClr val="accent2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45" name="Google Shape;1645;g3cc3f777e53_0_1476"/>
          <p:cNvSpPr txBox="1">
            <a:spLocks noGrp="1"/>
          </p:cNvSpPr>
          <p:nvPr>
            <p:ph type="body" idx="3"/>
          </p:nvPr>
        </p:nvSpPr>
        <p:spPr>
          <a:xfrm>
            <a:off x="0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75" tIns="457175" rIns="0" bIns="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​"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–"/>
              <a:defRPr>
                <a:solidFill>
                  <a:schemeClr val="dk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>
                <a:solidFill>
                  <a:schemeClr val="dk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46" name="Google Shape;1646;g3cc3f777e53_0_147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g3cc3f777e53_0_1476"/>
          <p:cNvSpPr/>
          <p:nvPr/>
        </p:nvSpPr>
        <p:spPr>
          <a:xfrm rot="10800000" flipH="1">
            <a:off x="9294812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Content on Right">
  <p:cSld name="Diagram with Content on Right"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3cc3f777e53_0_148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50" name="Google Shape;1650;g3cc3f777e53_0_148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651" name="Google Shape;1651;g3cc3f777e53_0_1485"/>
          <p:cNvSpPr/>
          <p:nvPr/>
        </p:nvSpPr>
        <p:spPr>
          <a:xfrm rot="10800000" flipH="1">
            <a:off x="8380072" y="1590041"/>
            <a:ext cx="3808500" cy="8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g3cc3f777e53_0_1485"/>
          <p:cNvSpPr txBox="1">
            <a:spLocks noGrp="1"/>
          </p:cNvSpPr>
          <p:nvPr>
            <p:ph type="body" idx="2"/>
          </p:nvPr>
        </p:nvSpPr>
        <p:spPr>
          <a:xfrm>
            <a:off x="8380413" y="1600200"/>
            <a:ext cx="38085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175" rIns="594375" bIns="45717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​"/>
              <a:defRPr sz="1600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 sz="1500">
                <a:solidFill>
                  <a:schemeClr val="accent2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–"/>
              <a:defRPr sz="1200">
                <a:solidFill>
                  <a:schemeClr val="accent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•"/>
              <a:defRPr sz="1100">
                <a:solidFill>
                  <a:schemeClr val="accent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–"/>
              <a:defRPr sz="1100">
                <a:solidFill>
                  <a:schemeClr val="accent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•"/>
              <a:defRPr sz="1100">
                <a:solidFill>
                  <a:schemeClr val="accent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-"/>
              <a:defRPr sz="1100">
                <a:solidFill>
                  <a:schemeClr val="accent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•"/>
              <a:defRPr sz="1100">
                <a:solidFill>
                  <a:schemeClr val="accent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900"/>
              <a:buChar char="-"/>
              <a:defRPr sz="1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53" name="Google Shape;1653;g3cc3f777e53_0_1485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g3cc3f777e53_0_1485"/>
          <p:cNvSpPr txBox="1">
            <a:spLocks noGrp="1"/>
          </p:cNvSpPr>
          <p:nvPr>
            <p:ph type="body" idx="3"/>
          </p:nvPr>
        </p:nvSpPr>
        <p:spPr>
          <a:xfrm>
            <a:off x="608012" y="1600201"/>
            <a:ext cx="7398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75" tIns="1371600" rIns="457175" bIns="457175" anchor="t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500"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9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-"/>
              <a:defRPr sz="1500"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00"/>
              <a:buChar char="-"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55" name="Google Shape;1655;g3cc3f777e53_0_1485"/>
          <p:cNvSpPr/>
          <p:nvPr/>
        </p:nvSpPr>
        <p:spPr>
          <a:xfrm rot="10800000" flipH="1">
            <a:off x="8380072" y="1590041"/>
            <a:ext cx="3808500" cy="8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g3cc3f777e53_0_1485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Outcome, Benefit">
  <p:cSld name="Diagram with Outcome, Benefit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3cc3f777e53_0_149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59" name="Google Shape;1659;g3cc3f777e53_0_149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cxnSp>
        <p:nvCxnSpPr>
          <p:cNvPr id="1660" name="Google Shape;1660;g3cc3f777e53_0_1494"/>
          <p:cNvCxnSpPr/>
          <p:nvPr/>
        </p:nvCxnSpPr>
        <p:spPr>
          <a:xfrm>
            <a:off x="8380413" y="1608668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61" name="Google Shape;1661;g3cc3f777e53_0_1494"/>
          <p:cNvSpPr txBox="1">
            <a:spLocks noGrp="1"/>
          </p:cNvSpPr>
          <p:nvPr>
            <p:ph type="body" idx="2"/>
          </p:nvPr>
        </p:nvSpPr>
        <p:spPr>
          <a:xfrm>
            <a:off x="8380413" y="1699688"/>
            <a:ext cx="32004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62" name="Google Shape;1662;g3cc3f777e53_0_1494"/>
          <p:cNvSpPr txBox="1">
            <a:spLocks noGrp="1"/>
          </p:cNvSpPr>
          <p:nvPr>
            <p:ph type="body" idx="3"/>
          </p:nvPr>
        </p:nvSpPr>
        <p:spPr>
          <a:xfrm>
            <a:off x="8378825" y="2063048"/>
            <a:ext cx="3201900" cy="16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 sz="15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663" name="Google Shape;1663;g3cc3f777e53_0_1494"/>
          <p:cNvCxnSpPr/>
          <p:nvPr/>
        </p:nvCxnSpPr>
        <p:spPr>
          <a:xfrm>
            <a:off x="8380413" y="3872441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64" name="Google Shape;1664;g3cc3f777e53_0_1494"/>
          <p:cNvSpPr txBox="1">
            <a:spLocks noGrp="1"/>
          </p:cNvSpPr>
          <p:nvPr>
            <p:ph type="body" idx="4"/>
          </p:nvPr>
        </p:nvSpPr>
        <p:spPr>
          <a:xfrm>
            <a:off x="8380413" y="3972469"/>
            <a:ext cx="32004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4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65" name="Google Shape;1665;g3cc3f777e53_0_1494"/>
          <p:cNvSpPr txBox="1">
            <a:spLocks noGrp="1"/>
          </p:cNvSpPr>
          <p:nvPr>
            <p:ph type="body" idx="5"/>
          </p:nvPr>
        </p:nvSpPr>
        <p:spPr>
          <a:xfrm>
            <a:off x="8378825" y="4347904"/>
            <a:ext cx="3201900" cy="16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 sz="15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66" name="Google Shape;1666;g3cc3f777e53_0_1494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g3cc3f777e53_0_1494"/>
          <p:cNvSpPr txBox="1">
            <a:spLocks noGrp="1"/>
          </p:cNvSpPr>
          <p:nvPr>
            <p:ph type="body" idx="6"/>
          </p:nvPr>
        </p:nvSpPr>
        <p:spPr>
          <a:xfrm>
            <a:off x="608012" y="1600201"/>
            <a:ext cx="7398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75" tIns="1371600" rIns="457175" bIns="457175" anchor="t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500"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9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-"/>
              <a:defRPr sz="1500"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00"/>
              <a:buChar char="-"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668" name="Google Shape;1668;g3cc3f777e53_0_1494"/>
          <p:cNvCxnSpPr/>
          <p:nvPr/>
        </p:nvCxnSpPr>
        <p:spPr>
          <a:xfrm>
            <a:off x="8380413" y="1608668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69" name="Google Shape;1669;g3cc3f777e53_0_1494"/>
          <p:cNvCxnSpPr/>
          <p:nvPr/>
        </p:nvCxnSpPr>
        <p:spPr>
          <a:xfrm>
            <a:off x="8380413" y="3872441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0" name="Google Shape;1670;g3cc3f777e53_0_1494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ccess">
  <p:cSld name="Customer Success"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cc3f777e53_0_150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73" name="Google Shape;1673;g3cc3f777e53_0_1508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cxnSp>
        <p:nvCxnSpPr>
          <p:cNvPr id="1674" name="Google Shape;1674;g3cc3f777e53_0_1508"/>
          <p:cNvCxnSpPr/>
          <p:nvPr/>
        </p:nvCxnSpPr>
        <p:spPr>
          <a:xfrm>
            <a:off x="609600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5" name="Google Shape;1675;g3cc3f777e53_0_1508"/>
          <p:cNvSpPr txBox="1">
            <a:spLocks noGrp="1"/>
          </p:cNvSpPr>
          <p:nvPr>
            <p:ph type="body" idx="2"/>
          </p:nvPr>
        </p:nvSpPr>
        <p:spPr>
          <a:xfrm>
            <a:off x="611645" y="1901093"/>
            <a:ext cx="3201900" cy="12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1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2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676" name="Google Shape;1676;g3cc3f777e53_0_1508"/>
          <p:cNvCxnSpPr/>
          <p:nvPr/>
        </p:nvCxnSpPr>
        <p:spPr>
          <a:xfrm>
            <a:off x="4412165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7" name="Google Shape;1677;g3cc3f777e53_0_1508"/>
          <p:cNvSpPr txBox="1">
            <a:spLocks noGrp="1"/>
          </p:cNvSpPr>
          <p:nvPr>
            <p:ph type="body" idx="3"/>
          </p:nvPr>
        </p:nvSpPr>
        <p:spPr>
          <a:xfrm>
            <a:off x="4414210" y="1901094"/>
            <a:ext cx="3201900" cy="12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1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2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678" name="Google Shape;1678;g3cc3f777e53_0_1508"/>
          <p:cNvCxnSpPr/>
          <p:nvPr/>
        </p:nvCxnSpPr>
        <p:spPr>
          <a:xfrm>
            <a:off x="609600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9" name="Google Shape;1679;g3cc3f777e53_0_1508"/>
          <p:cNvSpPr txBox="1">
            <a:spLocks noGrp="1"/>
          </p:cNvSpPr>
          <p:nvPr>
            <p:ph type="body" idx="4"/>
          </p:nvPr>
        </p:nvSpPr>
        <p:spPr>
          <a:xfrm>
            <a:off x="611645" y="3693430"/>
            <a:ext cx="3201900" cy="11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1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2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680" name="Google Shape;1680;g3cc3f777e53_0_1508"/>
          <p:cNvCxnSpPr/>
          <p:nvPr/>
        </p:nvCxnSpPr>
        <p:spPr>
          <a:xfrm>
            <a:off x="4412165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81" name="Google Shape;1681;g3cc3f777e53_0_1508"/>
          <p:cNvSpPr txBox="1">
            <a:spLocks noGrp="1"/>
          </p:cNvSpPr>
          <p:nvPr>
            <p:ph type="body" idx="5"/>
          </p:nvPr>
        </p:nvSpPr>
        <p:spPr>
          <a:xfrm>
            <a:off x="4414210" y="3693430"/>
            <a:ext cx="3201900" cy="11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1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2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682" name="Google Shape;1682;g3cc3f777e53_0_1508"/>
          <p:cNvCxnSpPr/>
          <p:nvPr/>
        </p:nvCxnSpPr>
        <p:spPr>
          <a:xfrm>
            <a:off x="608739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83" name="Google Shape;1683;g3cc3f777e53_0_1508"/>
          <p:cNvSpPr txBox="1">
            <a:spLocks noGrp="1"/>
          </p:cNvSpPr>
          <p:nvPr>
            <p:ph type="body" idx="6"/>
          </p:nvPr>
        </p:nvSpPr>
        <p:spPr>
          <a:xfrm>
            <a:off x="613093" y="5327336"/>
            <a:ext cx="32004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84" name="Google Shape;1684;g3cc3f777e53_0_1508"/>
          <p:cNvSpPr txBox="1">
            <a:spLocks noGrp="1"/>
          </p:cNvSpPr>
          <p:nvPr>
            <p:ph type="body" idx="7"/>
          </p:nvPr>
        </p:nvSpPr>
        <p:spPr>
          <a:xfrm>
            <a:off x="613093" y="5593624"/>
            <a:ext cx="32004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85" name="Google Shape;1685;g3cc3f777e53_0_1508"/>
          <p:cNvSpPr txBox="1">
            <a:spLocks noGrp="1"/>
          </p:cNvSpPr>
          <p:nvPr>
            <p:ph type="body" idx="8"/>
          </p:nvPr>
        </p:nvSpPr>
        <p:spPr>
          <a:xfrm>
            <a:off x="613093" y="5859911"/>
            <a:ext cx="32004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86" name="Google Shape;1686;g3cc3f777e53_0_1508"/>
          <p:cNvSpPr txBox="1">
            <a:spLocks noGrp="1"/>
          </p:cNvSpPr>
          <p:nvPr>
            <p:ph type="body" idx="9"/>
          </p:nvPr>
        </p:nvSpPr>
        <p:spPr>
          <a:xfrm>
            <a:off x="4400790" y="5327336"/>
            <a:ext cx="3227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87" name="Google Shape;1687;g3cc3f777e53_0_1508"/>
          <p:cNvSpPr txBox="1">
            <a:spLocks noGrp="1"/>
          </p:cNvSpPr>
          <p:nvPr>
            <p:ph type="body" idx="13"/>
          </p:nvPr>
        </p:nvSpPr>
        <p:spPr>
          <a:xfrm>
            <a:off x="4400790" y="5593624"/>
            <a:ext cx="3227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88" name="Google Shape;1688;g3cc3f777e53_0_1508"/>
          <p:cNvSpPr txBox="1">
            <a:spLocks noGrp="1"/>
          </p:cNvSpPr>
          <p:nvPr>
            <p:ph type="body" idx="14"/>
          </p:nvPr>
        </p:nvSpPr>
        <p:spPr>
          <a:xfrm>
            <a:off x="4400790" y="5859911"/>
            <a:ext cx="3227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89" name="Google Shape;1689;g3cc3f777e53_0_1508"/>
          <p:cNvSpPr>
            <a:spLocks noGrp="1"/>
          </p:cNvSpPr>
          <p:nvPr>
            <p:ph type="pic" idx="15"/>
          </p:nvPr>
        </p:nvSpPr>
        <p:spPr>
          <a:xfrm>
            <a:off x="9207965" y="1600200"/>
            <a:ext cx="1841400" cy="660300"/>
          </a:xfrm>
          <a:prstGeom prst="rect">
            <a:avLst/>
          </a:prstGeom>
          <a:noFill/>
          <a:ln>
            <a:noFill/>
          </a:ln>
        </p:spPr>
      </p:sp>
      <p:sp>
        <p:nvSpPr>
          <p:cNvPr id="1690" name="Google Shape;1690;g3cc3f777e53_0_1508"/>
          <p:cNvSpPr txBox="1">
            <a:spLocks noGrp="1"/>
          </p:cNvSpPr>
          <p:nvPr>
            <p:ph type="body" idx="16"/>
          </p:nvPr>
        </p:nvSpPr>
        <p:spPr>
          <a:xfrm>
            <a:off x="8509465" y="2347933"/>
            <a:ext cx="32067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91" name="Google Shape;1691;g3cc3f777e53_0_1508"/>
          <p:cNvSpPr txBox="1">
            <a:spLocks noGrp="1"/>
          </p:cNvSpPr>
          <p:nvPr>
            <p:ph type="body" idx="17"/>
          </p:nvPr>
        </p:nvSpPr>
        <p:spPr>
          <a:xfrm>
            <a:off x="8509465" y="2647290"/>
            <a:ext cx="32067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92" name="Google Shape;1692;g3cc3f777e53_0_1508"/>
          <p:cNvSpPr>
            <a:spLocks noGrp="1"/>
          </p:cNvSpPr>
          <p:nvPr>
            <p:ph type="pic" idx="18"/>
          </p:nvPr>
        </p:nvSpPr>
        <p:spPr>
          <a:xfrm>
            <a:off x="8515815" y="2971800"/>
            <a:ext cx="319410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1693" name="Google Shape;1693;g3cc3f777e53_0_1508"/>
          <p:cNvSpPr txBox="1">
            <a:spLocks noGrp="1"/>
          </p:cNvSpPr>
          <p:nvPr>
            <p:ph type="body" idx="19"/>
          </p:nvPr>
        </p:nvSpPr>
        <p:spPr>
          <a:xfrm>
            <a:off x="8515815" y="5022214"/>
            <a:ext cx="3200400" cy="11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500">
                <a:solidFill>
                  <a:schemeClr val="dk1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None/>
              <a:defRPr sz="1200">
                <a:solidFill>
                  <a:schemeClr val="accent1"/>
                </a:solidFill>
              </a:defRPr>
            </a:lvl3pPr>
            <a:lvl4pPr marL="1828800" lvl="3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94" name="Google Shape;1694;g3cc3f777e53_0_1508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5" name="Google Shape;1695;g3cc3f777e53_0_1508"/>
          <p:cNvCxnSpPr/>
          <p:nvPr/>
        </p:nvCxnSpPr>
        <p:spPr>
          <a:xfrm>
            <a:off x="4412165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6" name="Google Shape;1696;g3cc3f777e53_0_1508"/>
          <p:cNvSpPr txBox="1">
            <a:spLocks noGrp="1"/>
          </p:cNvSpPr>
          <p:nvPr>
            <p:ph type="body" idx="20"/>
          </p:nvPr>
        </p:nvSpPr>
        <p:spPr>
          <a:xfrm>
            <a:off x="608013" y="1552575"/>
            <a:ext cx="32019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97" name="Google Shape;1697;g3cc3f777e53_0_1508"/>
          <p:cNvSpPr txBox="1">
            <a:spLocks noGrp="1"/>
          </p:cNvSpPr>
          <p:nvPr>
            <p:ph type="body" idx="21"/>
          </p:nvPr>
        </p:nvSpPr>
        <p:spPr>
          <a:xfrm>
            <a:off x="4411663" y="1552575"/>
            <a:ext cx="32019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98" name="Google Shape;1698;g3cc3f777e53_0_1508"/>
          <p:cNvSpPr txBox="1">
            <a:spLocks noGrp="1"/>
          </p:cNvSpPr>
          <p:nvPr>
            <p:ph type="body" idx="22"/>
          </p:nvPr>
        </p:nvSpPr>
        <p:spPr>
          <a:xfrm>
            <a:off x="608013" y="3338514"/>
            <a:ext cx="32019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99" name="Google Shape;1699;g3cc3f777e53_0_1508"/>
          <p:cNvSpPr txBox="1">
            <a:spLocks noGrp="1"/>
          </p:cNvSpPr>
          <p:nvPr>
            <p:ph type="body" idx="23"/>
          </p:nvPr>
        </p:nvSpPr>
        <p:spPr>
          <a:xfrm>
            <a:off x="4427538" y="3338514"/>
            <a:ext cx="32019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00" name="Google Shape;1700;g3cc3f777e53_0_1508"/>
          <p:cNvSpPr txBox="1">
            <a:spLocks noGrp="1"/>
          </p:cNvSpPr>
          <p:nvPr>
            <p:ph type="body" idx="24"/>
          </p:nvPr>
        </p:nvSpPr>
        <p:spPr>
          <a:xfrm>
            <a:off x="608013" y="5022850"/>
            <a:ext cx="32004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01" name="Google Shape;1701;g3cc3f777e53_0_1508"/>
          <p:cNvSpPr txBox="1">
            <a:spLocks noGrp="1"/>
          </p:cNvSpPr>
          <p:nvPr>
            <p:ph type="body" idx="25"/>
          </p:nvPr>
        </p:nvSpPr>
        <p:spPr>
          <a:xfrm>
            <a:off x="4427538" y="5022850"/>
            <a:ext cx="32004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702" name="Google Shape;1702;g3cc3f777e53_0_1508"/>
          <p:cNvCxnSpPr/>
          <p:nvPr/>
        </p:nvCxnSpPr>
        <p:spPr>
          <a:xfrm>
            <a:off x="609600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03" name="Google Shape;1703;g3cc3f777e53_0_1508"/>
          <p:cNvCxnSpPr/>
          <p:nvPr/>
        </p:nvCxnSpPr>
        <p:spPr>
          <a:xfrm>
            <a:off x="4412165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04" name="Google Shape;1704;g3cc3f777e53_0_1508"/>
          <p:cNvCxnSpPr/>
          <p:nvPr/>
        </p:nvCxnSpPr>
        <p:spPr>
          <a:xfrm>
            <a:off x="609600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05" name="Google Shape;1705;g3cc3f777e53_0_1508"/>
          <p:cNvCxnSpPr/>
          <p:nvPr/>
        </p:nvCxnSpPr>
        <p:spPr>
          <a:xfrm>
            <a:off x="4412165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06" name="Google Shape;1706;g3cc3f777e53_0_1508"/>
          <p:cNvCxnSpPr/>
          <p:nvPr/>
        </p:nvCxnSpPr>
        <p:spPr>
          <a:xfrm>
            <a:off x="608739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7" name="Google Shape;1707;g3cc3f777e53_0_1508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8" name="Google Shape;1708;g3cc3f777e53_0_1508"/>
          <p:cNvCxnSpPr/>
          <p:nvPr/>
        </p:nvCxnSpPr>
        <p:spPr>
          <a:xfrm>
            <a:off x="4412165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con ">
  <p:cSld name="Three Icon "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3cc3f777e53_0_154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11" name="Google Shape;1711;g3cc3f777e53_0_154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712" name="Google Shape;1712;g3cc3f777e53_0_1546"/>
          <p:cNvSpPr/>
          <p:nvPr/>
        </p:nvSpPr>
        <p:spPr>
          <a:xfrm>
            <a:off x="1981877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g3cc3f777e53_0_1546"/>
          <p:cNvSpPr txBox="1">
            <a:spLocks noGrp="1"/>
          </p:cNvSpPr>
          <p:nvPr>
            <p:ph type="body" idx="2"/>
          </p:nvPr>
        </p:nvSpPr>
        <p:spPr>
          <a:xfrm>
            <a:off x="2188103" y="2419650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4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14" name="Google Shape;1714;g3cc3f777e53_0_1546"/>
          <p:cNvSpPr txBox="1">
            <a:spLocks noGrp="1"/>
          </p:cNvSpPr>
          <p:nvPr>
            <p:ph type="body" idx="3"/>
          </p:nvPr>
        </p:nvSpPr>
        <p:spPr>
          <a:xfrm>
            <a:off x="1525905" y="4267940"/>
            <a:ext cx="2745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15" name="Google Shape;1715;g3cc3f777e53_0_1546"/>
          <p:cNvSpPr/>
          <p:nvPr/>
        </p:nvSpPr>
        <p:spPr>
          <a:xfrm>
            <a:off x="5184924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g3cc3f777e53_0_1546"/>
          <p:cNvSpPr txBox="1">
            <a:spLocks noGrp="1"/>
          </p:cNvSpPr>
          <p:nvPr>
            <p:ph type="body" idx="4"/>
          </p:nvPr>
        </p:nvSpPr>
        <p:spPr>
          <a:xfrm>
            <a:off x="5408612" y="2419650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3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17" name="Google Shape;1717;g3cc3f777e53_0_1546"/>
          <p:cNvSpPr txBox="1">
            <a:spLocks noGrp="1"/>
          </p:cNvSpPr>
          <p:nvPr>
            <p:ph type="body" idx="5"/>
          </p:nvPr>
        </p:nvSpPr>
        <p:spPr>
          <a:xfrm>
            <a:off x="4721225" y="4267940"/>
            <a:ext cx="2745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18" name="Google Shape;1718;g3cc3f777e53_0_1546"/>
          <p:cNvSpPr/>
          <p:nvPr/>
        </p:nvSpPr>
        <p:spPr>
          <a:xfrm>
            <a:off x="8389301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g3cc3f777e53_0_1546"/>
          <p:cNvSpPr txBox="1">
            <a:spLocks noGrp="1"/>
          </p:cNvSpPr>
          <p:nvPr>
            <p:ph type="body" idx="6"/>
          </p:nvPr>
        </p:nvSpPr>
        <p:spPr>
          <a:xfrm>
            <a:off x="7923213" y="4267940"/>
            <a:ext cx="2745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20" name="Google Shape;1720;g3cc3f777e53_0_1546"/>
          <p:cNvSpPr txBox="1">
            <a:spLocks noGrp="1"/>
          </p:cNvSpPr>
          <p:nvPr>
            <p:ph type="body" idx="7"/>
          </p:nvPr>
        </p:nvSpPr>
        <p:spPr>
          <a:xfrm>
            <a:off x="8609012" y="2419650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21" name="Google Shape;1721;g3cc3f777e53_0_154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g3cc3f777e53_0_1546"/>
          <p:cNvSpPr/>
          <p:nvPr/>
        </p:nvSpPr>
        <p:spPr>
          <a:xfrm>
            <a:off x="1981877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g3cc3f777e53_0_1546"/>
          <p:cNvSpPr/>
          <p:nvPr/>
        </p:nvSpPr>
        <p:spPr>
          <a:xfrm>
            <a:off x="5184924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g3cc3f777e53_0_1546"/>
          <p:cNvSpPr/>
          <p:nvPr/>
        </p:nvSpPr>
        <p:spPr>
          <a:xfrm>
            <a:off x="8389301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g3cc3f777e53_0_154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con ">
  <p:cSld name="Four Icon "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cc3f777e53_0_156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28" name="Google Shape;1728;g3cc3f777e53_0_156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729" name="Google Shape;1729;g3cc3f777e53_0_1563"/>
          <p:cNvSpPr/>
          <p:nvPr/>
        </p:nvSpPr>
        <p:spPr>
          <a:xfrm>
            <a:off x="1065749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g3cc3f777e53_0_1563"/>
          <p:cNvSpPr txBox="1">
            <a:spLocks noGrp="1"/>
          </p:cNvSpPr>
          <p:nvPr>
            <p:ph type="body" idx="2"/>
          </p:nvPr>
        </p:nvSpPr>
        <p:spPr>
          <a:xfrm>
            <a:off x="1273703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4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31" name="Google Shape;1731;g3cc3f777e53_0_1563"/>
          <p:cNvSpPr txBox="1">
            <a:spLocks noGrp="1"/>
          </p:cNvSpPr>
          <p:nvPr>
            <p:ph type="body" idx="3"/>
          </p:nvPr>
        </p:nvSpPr>
        <p:spPr>
          <a:xfrm>
            <a:off x="842673" y="4269508"/>
            <a:ext cx="2285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32" name="Google Shape;1732;g3cc3f777e53_0_1563"/>
          <p:cNvSpPr/>
          <p:nvPr/>
        </p:nvSpPr>
        <p:spPr>
          <a:xfrm>
            <a:off x="38069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g3cc3f777e53_0_1563"/>
          <p:cNvSpPr txBox="1">
            <a:spLocks noGrp="1"/>
          </p:cNvSpPr>
          <p:nvPr>
            <p:ph type="body" idx="4"/>
          </p:nvPr>
        </p:nvSpPr>
        <p:spPr>
          <a:xfrm>
            <a:off x="4000597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3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34" name="Google Shape;1734;g3cc3f777e53_0_1563"/>
          <p:cNvSpPr txBox="1">
            <a:spLocks noGrp="1"/>
          </p:cNvSpPr>
          <p:nvPr>
            <p:ph type="body" idx="5"/>
          </p:nvPr>
        </p:nvSpPr>
        <p:spPr>
          <a:xfrm>
            <a:off x="3579813" y="4269508"/>
            <a:ext cx="2285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35" name="Google Shape;1735;g3cc3f777e53_0_1563"/>
          <p:cNvSpPr/>
          <p:nvPr/>
        </p:nvSpPr>
        <p:spPr>
          <a:xfrm>
            <a:off x="6562100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g3cc3f777e53_0_1563"/>
          <p:cNvSpPr txBox="1">
            <a:spLocks noGrp="1"/>
          </p:cNvSpPr>
          <p:nvPr>
            <p:ph type="body" idx="6"/>
          </p:nvPr>
        </p:nvSpPr>
        <p:spPr>
          <a:xfrm>
            <a:off x="6772120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37" name="Google Shape;1737;g3cc3f777e53_0_1563"/>
          <p:cNvSpPr txBox="1">
            <a:spLocks noGrp="1"/>
          </p:cNvSpPr>
          <p:nvPr>
            <p:ph type="body" idx="7"/>
          </p:nvPr>
        </p:nvSpPr>
        <p:spPr>
          <a:xfrm>
            <a:off x="6323013" y="4269508"/>
            <a:ext cx="2285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38" name="Google Shape;1738;g3cc3f777e53_0_1563"/>
          <p:cNvSpPr/>
          <p:nvPr/>
        </p:nvSpPr>
        <p:spPr>
          <a:xfrm>
            <a:off x="93021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g3cc3f777e53_0_1563"/>
          <p:cNvSpPr txBox="1">
            <a:spLocks noGrp="1"/>
          </p:cNvSpPr>
          <p:nvPr>
            <p:ph type="body" idx="8"/>
          </p:nvPr>
        </p:nvSpPr>
        <p:spPr>
          <a:xfrm>
            <a:off x="9538248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5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40" name="Google Shape;1740;g3cc3f777e53_0_1563"/>
          <p:cNvSpPr txBox="1">
            <a:spLocks noGrp="1"/>
          </p:cNvSpPr>
          <p:nvPr>
            <p:ph type="body" idx="9"/>
          </p:nvPr>
        </p:nvSpPr>
        <p:spPr>
          <a:xfrm>
            <a:off x="9066213" y="4269508"/>
            <a:ext cx="2285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5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41" name="Google Shape;1741;g3cc3f777e53_0_156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g3cc3f777e53_0_1563"/>
          <p:cNvSpPr/>
          <p:nvPr/>
        </p:nvSpPr>
        <p:spPr>
          <a:xfrm>
            <a:off x="1065749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g3cc3f777e53_0_1563"/>
          <p:cNvSpPr/>
          <p:nvPr/>
        </p:nvSpPr>
        <p:spPr>
          <a:xfrm>
            <a:off x="38069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g3cc3f777e53_0_1563"/>
          <p:cNvSpPr/>
          <p:nvPr/>
        </p:nvSpPr>
        <p:spPr>
          <a:xfrm>
            <a:off x="6562100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g3cc3f777e53_0_1563"/>
          <p:cNvSpPr/>
          <p:nvPr/>
        </p:nvSpPr>
        <p:spPr>
          <a:xfrm>
            <a:off x="93021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g3cc3f777e53_0_156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Icon ">
  <p:cSld name="Five Icon "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3cc3f777e53_0_158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49" name="Google Shape;1749;g3cc3f777e53_0_158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750" name="Google Shape;1750;g3cc3f777e53_0_1584"/>
          <p:cNvSpPr/>
          <p:nvPr/>
        </p:nvSpPr>
        <p:spPr>
          <a:xfrm>
            <a:off x="60980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g3cc3f777e53_0_1584"/>
          <p:cNvSpPr txBox="1">
            <a:spLocks noGrp="1"/>
          </p:cNvSpPr>
          <p:nvPr>
            <p:ph type="body" idx="2"/>
          </p:nvPr>
        </p:nvSpPr>
        <p:spPr>
          <a:xfrm>
            <a:off x="820549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4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52" name="Google Shape;1752;g3cc3f777e53_0_1584"/>
          <p:cNvSpPr txBox="1">
            <a:spLocks noGrp="1"/>
          </p:cNvSpPr>
          <p:nvPr>
            <p:ph type="body" idx="3"/>
          </p:nvPr>
        </p:nvSpPr>
        <p:spPr>
          <a:xfrm>
            <a:off x="610850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53" name="Google Shape;1753;g3cc3f777e53_0_1584"/>
          <p:cNvSpPr/>
          <p:nvPr/>
        </p:nvSpPr>
        <p:spPr>
          <a:xfrm>
            <a:off x="2892452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g3cc3f777e53_0_1584"/>
          <p:cNvSpPr txBox="1">
            <a:spLocks noGrp="1"/>
          </p:cNvSpPr>
          <p:nvPr>
            <p:ph type="body" idx="4"/>
          </p:nvPr>
        </p:nvSpPr>
        <p:spPr>
          <a:xfrm>
            <a:off x="3110473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3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55" name="Google Shape;1755;g3cc3f777e53_0_1584"/>
          <p:cNvSpPr txBox="1">
            <a:spLocks noGrp="1"/>
          </p:cNvSpPr>
          <p:nvPr>
            <p:ph type="body" idx="5"/>
          </p:nvPr>
        </p:nvSpPr>
        <p:spPr>
          <a:xfrm>
            <a:off x="2894013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56" name="Google Shape;1756;g3cc3f777e53_0_1584"/>
          <p:cNvSpPr/>
          <p:nvPr/>
        </p:nvSpPr>
        <p:spPr>
          <a:xfrm>
            <a:off x="520138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g3cc3f777e53_0_1584"/>
          <p:cNvSpPr txBox="1">
            <a:spLocks noGrp="1"/>
          </p:cNvSpPr>
          <p:nvPr>
            <p:ph type="body" idx="6"/>
          </p:nvPr>
        </p:nvSpPr>
        <p:spPr>
          <a:xfrm>
            <a:off x="5412658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58" name="Google Shape;1758;g3cc3f777e53_0_1584"/>
          <p:cNvSpPr txBox="1">
            <a:spLocks noGrp="1"/>
          </p:cNvSpPr>
          <p:nvPr>
            <p:ph type="body" idx="7"/>
          </p:nvPr>
        </p:nvSpPr>
        <p:spPr>
          <a:xfrm>
            <a:off x="5185093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chemeClr val="accent2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59" name="Google Shape;1759;g3cc3f777e53_0_1584"/>
          <p:cNvSpPr/>
          <p:nvPr/>
        </p:nvSpPr>
        <p:spPr>
          <a:xfrm>
            <a:off x="7464921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g3cc3f777e53_0_1584"/>
          <p:cNvSpPr txBox="1">
            <a:spLocks noGrp="1"/>
          </p:cNvSpPr>
          <p:nvPr>
            <p:ph type="body" idx="8"/>
          </p:nvPr>
        </p:nvSpPr>
        <p:spPr>
          <a:xfrm>
            <a:off x="7677080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5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61" name="Google Shape;1761;g3cc3f777e53_0_1584"/>
          <p:cNvSpPr txBox="1">
            <a:spLocks noGrp="1"/>
          </p:cNvSpPr>
          <p:nvPr>
            <p:ph type="body" idx="9"/>
          </p:nvPr>
        </p:nvSpPr>
        <p:spPr>
          <a:xfrm>
            <a:off x="7470001" y="4282873"/>
            <a:ext cx="18942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chemeClr val="accent5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62" name="Google Shape;1762;g3cc3f777e53_0_1584"/>
          <p:cNvSpPr/>
          <p:nvPr/>
        </p:nvSpPr>
        <p:spPr>
          <a:xfrm>
            <a:off x="9744473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g3cc3f777e53_0_1584"/>
          <p:cNvSpPr txBox="1">
            <a:spLocks noGrp="1"/>
          </p:cNvSpPr>
          <p:nvPr>
            <p:ph type="body" idx="13"/>
          </p:nvPr>
        </p:nvSpPr>
        <p:spPr>
          <a:xfrm>
            <a:off x="9980612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rgbClr val="3B3B3B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64" name="Google Shape;1764;g3cc3f777e53_0_1584"/>
          <p:cNvSpPr txBox="1">
            <a:spLocks noGrp="1"/>
          </p:cNvSpPr>
          <p:nvPr>
            <p:ph type="body" idx="14"/>
          </p:nvPr>
        </p:nvSpPr>
        <p:spPr>
          <a:xfrm>
            <a:off x="9752013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rgbClr val="3B3B3B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65" name="Google Shape;1765;g3cc3f777e53_0_1584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g3cc3f777e53_0_1584"/>
          <p:cNvSpPr/>
          <p:nvPr/>
        </p:nvSpPr>
        <p:spPr>
          <a:xfrm>
            <a:off x="60980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g3cc3f777e53_0_1584"/>
          <p:cNvSpPr/>
          <p:nvPr/>
        </p:nvSpPr>
        <p:spPr>
          <a:xfrm>
            <a:off x="2892452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g3cc3f777e53_0_1584"/>
          <p:cNvSpPr/>
          <p:nvPr/>
        </p:nvSpPr>
        <p:spPr>
          <a:xfrm>
            <a:off x="520138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9" name="Google Shape;1769;g3cc3f777e53_0_1584"/>
          <p:cNvSpPr/>
          <p:nvPr/>
        </p:nvSpPr>
        <p:spPr>
          <a:xfrm>
            <a:off x="7464921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g3cc3f777e53_0_1584"/>
          <p:cNvSpPr/>
          <p:nvPr/>
        </p:nvSpPr>
        <p:spPr>
          <a:xfrm>
            <a:off x="9744473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g3cc3f777e53_0_1584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Numbered ">
  <p:cSld name="Five Numbered "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3cc3f777e53_0_1609"/>
          <p:cNvSpPr/>
          <p:nvPr/>
        </p:nvSpPr>
        <p:spPr>
          <a:xfrm>
            <a:off x="2894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g3cc3f777e53_0_1609"/>
          <p:cNvSpPr/>
          <p:nvPr/>
        </p:nvSpPr>
        <p:spPr>
          <a:xfrm>
            <a:off x="518509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g3cc3f777e53_0_1609"/>
          <p:cNvSpPr/>
          <p:nvPr/>
        </p:nvSpPr>
        <p:spPr>
          <a:xfrm>
            <a:off x="747000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g3cc3f777e53_0_1609"/>
          <p:cNvSpPr/>
          <p:nvPr/>
        </p:nvSpPr>
        <p:spPr>
          <a:xfrm>
            <a:off x="9752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g3cc3f777e53_0_1609"/>
          <p:cNvSpPr/>
          <p:nvPr/>
        </p:nvSpPr>
        <p:spPr>
          <a:xfrm>
            <a:off x="61085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g3cc3f777e53_0_160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79" name="Google Shape;1779;g3cc3f777e53_0_160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cxnSp>
        <p:nvCxnSpPr>
          <p:cNvPr id="1780" name="Google Shape;1780;g3cc3f777e53_0_1609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81" name="Google Shape;1781;g3cc3f777e53_0_1609"/>
          <p:cNvSpPr txBox="1">
            <a:spLocks noGrp="1"/>
          </p:cNvSpPr>
          <p:nvPr>
            <p:ph type="body" idx="2"/>
          </p:nvPr>
        </p:nvSpPr>
        <p:spPr>
          <a:xfrm>
            <a:off x="610851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50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accent4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782" name="Google Shape;1782;g3cc3f777e53_0_1609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83" name="Google Shape;1783;g3cc3f777e53_0_1609"/>
          <p:cNvSpPr txBox="1">
            <a:spLocks noGrp="1"/>
          </p:cNvSpPr>
          <p:nvPr>
            <p:ph type="body" idx="3"/>
          </p:nvPr>
        </p:nvSpPr>
        <p:spPr>
          <a:xfrm>
            <a:off x="2894013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50" rIns="182875" bIns="182875" anchor="t" anchorCtr="0">
            <a:noAutofit/>
          </a:bodyPr>
          <a:lstStyle>
            <a:lvl1pPr marL="457200" lvl="0" indent="-34925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784" name="Google Shape;1784;g3cc3f777e53_0_1609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85" name="Google Shape;1785;g3cc3f777e53_0_1609"/>
          <p:cNvSpPr txBox="1">
            <a:spLocks noGrp="1"/>
          </p:cNvSpPr>
          <p:nvPr>
            <p:ph type="body" idx="4"/>
          </p:nvPr>
        </p:nvSpPr>
        <p:spPr>
          <a:xfrm>
            <a:off x="5185093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50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accent2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786" name="Google Shape;1786;g3cc3f777e53_0_1609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87" name="Google Shape;1787;g3cc3f777e53_0_1609"/>
          <p:cNvSpPr txBox="1">
            <a:spLocks noGrp="1"/>
          </p:cNvSpPr>
          <p:nvPr>
            <p:ph type="body" idx="5"/>
          </p:nvPr>
        </p:nvSpPr>
        <p:spPr>
          <a:xfrm>
            <a:off x="7470001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50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accent5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788" name="Google Shape;1788;g3cc3f777e53_0_1609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89" name="Google Shape;1789;g3cc3f777e53_0_1609"/>
          <p:cNvSpPr txBox="1">
            <a:spLocks noGrp="1"/>
          </p:cNvSpPr>
          <p:nvPr>
            <p:ph type="body" idx="6"/>
          </p:nvPr>
        </p:nvSpPr>
        <p:spPr>
          <a:xfrm>
            <a:off x="9752013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50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rgbClr val="3B3B3B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90" name="Google Shape;1790;g3cc3f777e53_0_160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g3cc3f777e53_0_1609"/>
          <p:cNvSpPr/>
          <p:nvPr/>
        </p:nvSpPr>
        <p:spPr>
          <a:xfrm>
            <a:off x="1131007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g3cc3f777e53_0_1609"/>
          <p:cNvSpPr/>
          <p:nvPr/>
        </p:nvSpPr>
        <p:spPr>
          <a:xfrm>
            <a:off x="3414170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g3cc3f777e53_0_1609"/>
          <p:cNvSpPr/>
          <p:nvPr/>
        </p:nvSpPr>
        <p:spPr>
          <a:xfrm>
            <a:off x="5705250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g3cc3f777e53_0_1609"/>
          <p:cNvSpPr/>
          <p:nvPr/>
        </p:nvSpPr>
        <p:spPr>
          <a:xfrm>
            <a:off x="7990158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5" name="Google Shape;1795;g3cc3f777e53_0_1609"/>
          <p:cNvSpPr/>
          <p:nvPr/>
        </p:nvSpPr>
        <p:spPr>
          <a:xfrm>
            <a:off x="10272170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g3cc3f777e53_0_1609"/>
          <p:cNvSpPr/>
          <p:nvPr/>
        </p:nvSpPr>
        <p:spPr>
          <a:xfrm>
            <a:off x="2894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g3cc3f777e53_0_1609"/>
          <p:cNvSpPr/>
          <p:nvPr/>
        </p:nvSpPr>
        <p:spPr>
          <a:xfrm>
            <a:off x="518509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g3cc3f777e53_0_1609"/>
          <p:cNvSpPr/>
          <p:nvPr/>
        </p:nvSpPr>
        <p:spPr>
          <a:xfrm>
            <a:off x="747000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g3cc3f777e53_0_1609"/>
          <p:cNvSpPr/>
          <p:nvPr/>
        </p:nvSpPr>
        <p:spPr>
          <a:xfrm>
            <a:off x="9752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g3cc3f777e53_0_1609"/>
          <p:cNvSpPr/>
          <p:nvPr/>
        </p:nvSpPr>
        <p:spPr>
          <a:xfrm>
            <a:off x="61085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1" name="Google Shape;1801;g3cc3f777e53_0_1609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02" name="Google Shape;1802;g3cc3f777e53_0_1609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03" name="Google Shape;1803;g3cc3f777e53_0_1609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04" name="Google Shape;1804;g3cc3f777e53_0_1609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05" name="Google Shape;1805;g3cc3f777e53_0_1609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06" name="Google Shape;1806;g3cc3f777e53_0_160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g3cc3f777e53_0_1609"/>
          <p:cNvSpPr/>
          <p:nvPr/>
        </p:nvSpPr>
        <p:spPr>
          <a:xfrm>
            <a:off x="1131007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g3cc3f777e53_0_1609"/>
          <p:cNvSpPr/>
          <p:nvPr/>
        </p:nvSpPr>
        <p:spPr>
          <a:xfrm>
            <a:off x="3414170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g3cc3f777e53_0_1609"/>
          <p:cNvSpPr/>
          <p:nvPr/>
        </p:nvSpPr>
        <p:spPr>
          <a:xfrm>
            <a:off x="5705250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g3cc3f777e53_0_1609"/>
          <p:cNvSpPr/>
          <p:nvPr/>
        </p:nvSpPr>
        <p:spPr>
          <a:xfrm>
            <a:off x="7990158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g3cc3f777e53_0_1609"/>
          <p:cNvSpPr/>
          <p:nvPr/>
        </p:nvSpPr>
        <p:spPr>
          <a:xfrm>
            <a:off x="10272170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3cc3f777e53_0_164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14" name="Google Shape;1814;g3cc3f777e53_0_164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815" name="Google Shape;1815;g3cc3f777e53_0_1649" descr="Row 1 label"/>
          <p:cNvSpPr txBox="1">
            <a:spLocks noGrp="1"/>
          </p:cNvSpPr>
          <p:nvPr>
            <p:ph type="body" idx="2"/>
          </p:nvPr>
        </p:nvSpPr>
        <p:spPr>
          <a:xfrm>
            <a:off x="271464" y="1546789"/>
            <a:ext cx="574800" cy="43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900"/>
              <a:buNone/>
              <a:defRPr sz="1100">
                <a:solidFill>
                  <a:schemeClr val="dk1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16" name="Google Shape;1816;g3cc3f777e53_0_1649" descr="Row 1 text box is a long horizontal box the width of the slide acting as a header. "/>
          <p:cNvSpPr txBox="1">
            <a:spLocks noGrp="1"/>
          </p:cNvSpPr>
          <p:nvPr>
            <p:ph type="body" idx="3"/>
          </p:nvPr>
        </p:nvSpPr>
        <p:spPr>
          <a:xfrm>
            <a:off x="1034040" y="1561701"/>
            <a:ext cx="10631100" cy="4296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17" name="Google Shape;1817;g3cc3f777e53_0_1649" descr="Row 2 label; this row shows 4 content boxes labeled A through D, each is a different color and holds text."/>
          <p:cNvSpPr txBox="1">
            <a:spLocks noGrp="1"/>
          </p:cNvSpPr>
          <p:nvPr>
            <p:ph type="body" idx="4"/>
          </p:nvPr>
        </p:nvSpPr>
        <p:spPr>
          <a:xfrm>
            <a:off x="285750" y="3304775"/>
            <a:ext cx="560400" cy="6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900"/>
              <a:buNone/>
              <a:defRPr sz="1100">
                <a:solidFill>
                  <a:schemeClr val="dk1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818" name="Google Shape;1818;g3cc3f777e53_0_1649"/>
          <p:cNvCxnSpPr/>
          <p:nvPr/>
        </p:nvCxnSpPr>
        <p:spPr>
          <a:xfrm>
            <a:off x="1093076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19" name="Google Shape;1819;g3cc3f777e53_0_1649" descr="Row 2, box 1: text in plum"/>
          <p:cNvSpPr txBox="1">
            <a:spLocks noGrp="1"/>
          </p:cNvSpPr>
          <p:nvPr>
            <p:ph type="body" idx="5"/>
          </p:nvPr>
        </p:nvSpPr>
        <p:spPr>
          <a:xfrm>
            <a:off x="1102407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>
                <a:solidFill>
                  <a:schemeClr val="accent4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820" name="Google Shape;1820;g3cc3f777e53_0_1649"/>
          <p:cNvCxnSpPr/>
          <p:nvPr/>
        </p:nvCxnSpPr>
        <p:spPr>
          <a:xfrm>
            <a:off x="3805092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21" name="Google Shape;1821;g3cc3f777e53_0_1649" descr="Row 2, box 3: text in indigo"/>
          <p:cNvSpPr txBox="1">
            <a:spLocks noGrp="1"/>
          </p:cNvSpPr>
          <p:nvPr>
            <p:ph type="body" idx="6"/>
          </p:nvPr>
        </p:nvSpPr>
        <p:spPr>
          <a:xfrm>
            <a:off x="3816081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25" rIns="0" bIns="0" anchor="t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3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822" name="Google Shape;1822;g3cc3f777e53_0_1649"/>
          <p:cNvCxnSpPr/>
          <p:nvPr/>
        </p:nvCxnSpPr>
        <p:spPr>
          <a:xfrm>
            <a:off x="6517108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23" name="Google Shape;1823;g3cc3f777e53_0_1649" descr="Row 2, box 2: text in ocean"/>
          <p:cNvSpPr txBox="1">
            <a:spLocks noGrp="1"/>
          </p:cNvSpPr>
          <p:nvPr>
            <p:ph type="body" idx="7"/>
          </p:nvPr>
        </p:nvSpPr>
        <p:spPr>
          <a:xfrm>
            <a:off x="6529755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>
                <a:solidFill>
                  <a:schemeClr val="accent2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824" name="Google Shape;1824;g3cc3f777e53_0_1649"/>
          <p:cNvCxnSpPr/>
          <p:nvPr/>
        </p:nvCxnSpPr>
        <p:spPr>
          <a:xfrm>
            <a:off x="9229123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25" name="Google Shape;1825;g3cc3f777e53_0_1649" descr="Row 2, box 4: text in dark green"/>
          <p:cNvSpPr txBox="1">
            <a:spLocks noGrp="1"/>
          </p:cNvSpPr>
          <p:nvPr>
            <p:ph type="body" idx="8"/>
          </p:nvPr>
        </p:nvSpPr>
        <p:spPr>
          <a:xfrm>
            <a:off x="9243428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>
                <a:solidFill>
                  <a:schemeClr val="accent5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26" name="Google Shape;1826;g3cc3f777e53_0_1649" descr="Row 3 label: this row shows six, small content boxes in a horiztonal row"/>
          <p:cNvSpPr txBox="1">
            <a:spLocks noGrp="1"/>
          </p:cNvSpPr>
          <p:nvPr>
            <p:ph type="body" idx="9"/>
          </p:nvPr>
        </p:nvSpPr>
        <p:spPr>
          <a:xfrm>
            <a:off x="300038" y="5065521"/>
            <a:ext cx="546000" cy="6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900"/>
              <a:buNone/>
              <a:defRPr sz="1100">
                <a:solidFill>
                  <a:schemeClr val="dk1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27" name="Google Shape;1827;g3cc3f777e53_0_1649" descr="Row 3, text box 1"/>
          <p:cNvSpPr txBox="1">
            <a:spLocks noGrp="1"/>
          </p:cNvSpPr>
          <p:nvPr>
            <p:ph type="body" idx="13"/>
          </p:nvPr>
        </p:nvSpPr>
        <p:spPr>
          <a:xfrm>
            <a:off x="1115051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28" name="Google Shape;1828;g3cc3f777e53_0_1649" descr="Row 3, text box 2"/>
          <p:cNvSpPr txBox="1">
            <a:spLocks noGrp="1"/>
          </p:cNvSpPr>
          <p:nvPr>
            <p:ph type="body" idx="14"/>
          </p:nvPr>
        </p:nvSpPr>
        <p:spPr>
          <a:xfrm>
            <a:off x="2886312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29" name="Google Shape;1829;g3cc3f777e53_0_1649" descr="Row 3, text box 3"/>
          <p:cNvSpPr txBox="1">
            <a:spLocks noGrp="1"/>
          </p:cNvSpPr>
          <p:nvPr>
            <p:ph type="body" idx="15"/>
          </p:nvPr>
        </p:nvSpPr>
        <p:spPr>
          <a:xfrm>
            <a:off x="4657573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30" name="Google Shape;1830;g3cc3f777e53_0_1649" descr="Row 3, text box 4"/>
          <p:cNvSpPr txBox="1">
            <a:spLocks noGrp="1"/>
          </p:cNvSpPr>
          <p:nvPr>
            <p:ph type="body" idx="16"/>
          </p:nvPr>
        </p:nvSpPr>
        <p:spPr>
          <a:xfrm>
            <a:off x="6428834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31" name="Google Shape;1831;g3cc3f777e53_0_1649" descr="Row 3, text box 5"/>
          <p:cNvSpPr txBox="1">
            <a:spLocks noGrp="1"/>
          </p:cNvSpPr>
          <p:nvPr>
            <p:ph type="body" idx="17"/>
          </p:nvPr>
        </p:nvSpPr>
        <p:spPr>
          <a:xfrm>
            <a:off x="8200095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32" name="Google Shape;1832;g3cc3f777e53_0_1649" descr="Row 3, text box 6"/>
          <p:cNvSpPr txBox="1">
            <a:spLocks noGrp="1"/>
          </p:cNvSpPr>
          <p:nvPr>
            <p:ph type="body" idx="18"/>
          </p:nvPr>
        </p:nvSpPr>
        <p:spPr>
          <a:xfrm>
            <a:off x="9971354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33" name="Google Shape;1833;g3cc3f777e53_0_164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4" name="Google Shape;1834;g3cc3f777e53_0_1649"/>
          <p:cNvCxnSpPr/>
          <p:nvPr/>
        </p:nvCxnSpPr>
        <p:spPr>
          <a:xfrm>
            <a:off x="1093076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35" name="Google Shape;1835;g3cc3f777e53_0_1649"/>
          <p:cNvCxnSpPr/>
          <p:nvPr/>
        </p:nvCxnSpPr>
        <p:spPr>
          <a:xfrm>
            <a:off x="3805092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36" name="Google Shape;1836;g3cc3f777e53_0_1649"/>
          <p:cNvCxnSpPr/>
          <p:nvPr/>
        </p:nvCxnSpPr>
        <p:spPr>
          <a:xfrm>
            <a:off x="6517108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37" name="Google Shape;1837;g3cc3f777e53_0_1649"/>
          <p:cNvCxnSpPr/>
          <p:nvPr/>
        </p:nvCxnSpPr>
        <p:spPr>
          <a:xfrm>
            <a:off x="9229123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38" name="Google Shape;1838;g3cc3f777e53_0_164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Leaf">
  <p:cSld name="Big Statement - Leaf"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0" name="Google Shape;1840;g3cc3f777e53_0_1676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1841" name="Google Shape;1841;g3cc3f777e53_0_1676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g3cc3f777e53_0_1676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3" name="Google Shape;1843;g3cc3f777e53_0_1676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​"/>
              <a:defRPr sz="36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44" name="Google Shape;1844;g3cc3f777e53_0_167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g3cc3f777e53_0_167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Aqua">
  <p:cSld name="Big Statement - Aqua"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7" name="Google Shape;1847;g3cc3f777e53_0_1683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1848" name="Google Shape;1848;g3cc3f777e53_0_1683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g3cc3f777e53_0_1683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0" name="Google Shape;1850;g3cc3f777e53_0_1683"/>
          <p:cNvSpPr txBox="1">
            <a:spLocks noGrp="1"/>
          </p:cNvSpPr>
          <p:nvPr>
            <p:ph type="body" idx="1"/>
          </p:nvPr>
        </p:nvSpPr>
        <p:spPr>
          <a:xfrm>
            <a:off x="580171" y="2233670"/>
            <a:ext cx="65256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51" name="Google Shape;1851;g3cc3f777e53_0_168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g3cc3f777e53_0_168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Plum">
  <p:cSld name="Big Statement - Plum"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4" name="Google Shape;1854;g3cc3f777e53_0_1690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1855" name="Google Shape;1855;g3cc3f777e53_0_1690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g3cc3f777e53_0_1690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7" name="Google Shape;1857;g3cc3f777e53_0_1690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​"/>
              <a:defRPr sz="36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58" name="Google Shape;1858;g3cc3f777e53_0_169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g3cc3f777e53_0_169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2 - Leaf "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3cc3f777e53_0_1697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g3cc3f777e53_0_1697"/>
          <p:cNvSpPr/>
          <p:nvPr/>
        </p:nvSpPr>
        <p:spPr>
          <a:xfrm>
            <a:off x="6457030" y="355921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61A30E"/>
              </a:gs>
              <a:gs pos="21000">
                <a:srgbClr val="61A30E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g3cc3f777e53_0_1697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64" name="Google Shape;1864;g3cc3f777e53_0_169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865" name="Google Shape;1865;g3cc3f777e53_0_169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Aqua">
  <p:cSld name="Big Statement 2 - Aqua"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3cc3f777e53_0_1703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g3cc3f777e53_0_1703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g3cc3f777e53_0_170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g3cc3f777e53_0_1703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71" name="Google Shape;1871;g3cc3f777e53_0_170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872" name="Google Shape;1872;g3cc3f777e53_0_1703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g3cc3f777e53_0_170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Plum">
  <p:cSld name="Big Statement 2 - Plum"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3cc3f777e53_0_1711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g3cc3f777e53_0_1711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g3cc3f777e53_0_171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g3cc3f777e53_0_1711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79" name="Google Shape;1879;g3cc3f777e53_0_171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880" name="Google Shape;1880;g3cc3f777e53_0_1711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g3cc3f777e53_0_171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with Photo">
  <p:cSld name="Big Statement with Photo"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3cc3f777e53_0_1719"/>
          <p:cNvSpPr txBox="1">
            <a:spLocks noGrp="1"/>
          </p:cNvSpPr>
          <p:nvPr>
            <p:ph type="body" idx="1"/>
          </p:nvPr>
        </p:nvSpPr>
        <p:spPr>
          <a:xfrm>
            <a:off x="608014" y="2514600"/>
            <a:ext cx="5485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84" name="Google Shape;1884;g3cc3f777e53_0_1719"/>
          <p:cNvSpPr>
            <a:spLocks noGrp="1"/>
          </p:cNvSpPr>
          <p:nvPr>
            <p:ph type="pic" idx="2"/>
          </p:nvPr>
        </p:nvSpPr>
        <p:spPr>
          <a:xfrm>
            <a:off x="6785687" y="69850"/>
            <a:ext cx="5403000" cy="6788100"/>
          </a:xfrm>
          <a:prstGeom prst="rect">
            <a:avLst/>
          </a:prstGeom>
          <a:noFill/>
          <a:ln>
            <a:noFill/>
          </a:ln>
        </p:spPr>
      </p:sp>
      <p:sp>
        <p:nvSpPr>
          <p:cNvPr id="1885" name="Google Shape;1885;g3cc3f777e53_0_171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g3cc3f777e53_0_171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istic">
  <p:cSld name="Big Statistic"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3cc3f777e53_0_1724"/>
          <p:cNvSpPr/>
          <p:nvPr/>
        </p:nvSpPr>
        <p:spPr>
          <a:xfrm>
            <a:off x="0" y="4332288"/>
            <a:ext cx="12188700" cy="25257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g3cc3f777e53_0_1724"/>
          <p:cNvSpPr/>
          <p:nvPr/>
        </p:nvSpPr>
        <p:spPr>
          <a:xfrm>
            <a:off x="667600" y="722997"/>
            <a:ext cx="4470300" cy="447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g3cc3f777e53_0_1724" descr="Doughnut chart label 3"/>
          <p:cNvSpPr txBox="1">
            <a:spLocks noGrp="1"/>
          </p:cNvSpPr>
          <p:nvPr>
            <p:ph type="body" idx="1"/>
          </p:nvPr>
        </p:nvSpPr>
        <p:spPr>
          <a:xfrm>
            <a:off x="6096000" y="2514599"/>
            <a:ext cx="502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91" name="Google Shape;1891;g3cc3f777e53_0_1724" descr="Doughnut chart label 1"/>
          <p:cNvSpPr txBox="1">
            <a:spLocks noGrp="1"/>
          </p:cNvSpPr>
          <p:nvPr>
            <p:ph type="body" idx="2"/>
          </p:nvPr>
        </p:nvSpPr>
        <p:spPr>
          <a:xfrm>
            <a:off x="608330" y="5507147"/>
            <a:ext cx="13707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92" name="Google Shape;1892;g3cc3f777e53_0_1724" descr="Doughnut chart label 2"/>
          <p:cNvSpPr txBox="1">
            <a:spLocks noGrp="1"/>
          </p:cNvSpPr>
          <p:nvPr>
            <p:ph type="body" idx="3"/>
          </p:nvPr>
        </p:nvSpPr>
        <p:spPr>
          <a:xfrm>
            <a:off x="2436416" y="5507147"/>
            <a:ext cx="13707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93" name="Google Shape;1893;g3cc3f777e53_0_1724" descr="Doughnut chart label 4"/>
          <p:cNvSpPr txBox="1">
            <a:spLocks noGrp="1"/>
          </p:cNvSpPr>
          <p:nvPr>
            <p:ph type="body" idx="4"/>
          </p:nvPr>
        </p:nvSpPr>
        <p:spPr>
          <a:xfrm>
            <a:off x="4261103" y="5507147"/>
            <a:ext cx="13707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94" name="Google Shape;1894;g3cc3f777e53_0_1724" descr="Doughnut chart label 5"/>
          <p:cNvSpPr txBox="1">
            <a:spLocks noGrp="1"/>
          </p:cNvSpPr>
          <p:nvPr>
            <p:ph type="body" idx="5"/>
          </p:nvPr>
        </p:nvSpPr>
        <p:spPr>
          <a:xfrm>
            <a:off x="6088109" y="5507147"/>
            <a:ext cx="13707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95" name="Google Shape;1895;g3cc3f777e53_0_1724" descr="Doughnut chart label 6"/>
          <p:cNvSpPr txBox="1">
            <a:spLocks noGrp="1"/>
          </p:cNvSpPr>
          <p:nvPr>
            <p:ph type="body" idx="6"/>
          </p:nvPr>
        </p:nvSpPr>
        <p:spPr>
          <a:xfrm>
            <a:off x="7920672" y="5507147"/>
            <a:ext cx="13707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96" name="Google Shape;1896;g3cc3f777e53_0_1724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7" name="Google Shape;1897;g3cc3f777e53_0_1724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898" name="Google Shape;1898;g3cc3f777e53_0_1724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899" name="Google Shape;1899;g3cc3f777e53_0_1724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g3cc3f777e53_0_1724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1" name="Google Shape;1901;g3cc3f777e53_0_1724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2" name="Google Shape;1902;g3cc3f777e53_0_1724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3" name="Google Shape;1903;g3cc3f777e53_0_1724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g3cc3f777e53_0_1724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5" name="Google Shape;1905;g3cc3f777e53_0_1724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6" name="Google Shape;1906;g3cc3f777e53_0_1724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g3cc3f777e53_0_1724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8" name="Google Shape;1908;g3cc3f777e53_0_1724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9" name="Google Shape;1909;g3cc3f777e53_0_1724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10" name="Google Shape;1910;g3cc3f777e53_0_1724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g3cc3f777e53_0_1724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g3cc3f777e53_0_1724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g3cc3f777e53_0_1724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4" name="Google Shape;1914;g3cc3f777e53_0_1724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5" name="Google Shape;1915;g3cc3f777e53_0_1724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6" name="Google Shape;1916;g3cc3f777e53_0_1724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17" name="Google Shape;1917;g3cc3f777e53_0_1724"/>
          <p:cNvSpPr/>
          <p:nvPr/>
        </p:nvSpPr>
        <p:spPr>
          <a:xfrm>
            <a:off x="667600" y="722997"/>
            <a:ext cx="4470300" cy="447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g3cc3f777e53_0_1724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9" name="Google Shape;1919;g3cc3f777e53_0_1724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920" name="Google Shape;1920;g3cc3f777e53_0_1724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921" name="Google Shape;1921;g3cc3f777e53_0_1724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2" name="Google Shape;1922;g3cc3f777e53_0_1724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g3cc3f777e53_0_1724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g3cc3f777e53_0_1724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5" name="Google Shape;1925;g3cc3f777e53_0_1724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6" name="Google Shape;1926;g3cc3f777e53_0_1724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7" name="Google Shape;1927;g3cc3f777e53_0_1724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8" name="Google Shape;1928;g3cc3f777e53_0_1724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9" name="Google Shape;1929;g3cc3f777e53_0_1724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0" name="Google Shape;1930;g3cc3f777e53_0_1724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31" name="Google Shape;1931;g3cc3f777e53_0_1724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32" name="Google Shape;1932;g3cc3f777e53_0_1724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3" name="Google Shape;1933;g3cc3f777e53_0_1724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4" name="Google Shape;1934;g3cc3f777e53_0_1724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5" name="Google Shape;1935;g3cc3f777e53_0_1724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6" name="Google Shape;1936;g3cc3f777e53_0_1724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7" name="Google Shape;1937;g3cc3f777e53_0_1724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8" name="Google Shape;1938;g3cc3f777e53_0_1724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39" name="Google Shape;1939;g3cc3f777e53_0_1724"/>
          <p:cNvSpPr>
            <a:spLocks noGrp="1"/>
          </p:cNvSpPr>
          <p:nvPr>
            <p:ph type="chart" idx="7"/>
          </p:nvPr>
        </p:nvSpPr>
        <p:spPr>
          <a:xfrm>
            <a:off x="662672" y="722997"/>
            <a:ext cx="4479900" cy="44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5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NTR"/>
              <a:buChar char="-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B3B3B"/>
              </a:buClr>
              <a:buSzPts val="1200"/>
              <a:buFont typeface="NTR"/>
              <a:buChar char="-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g3cc3f777e53_0_1724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Leaf">
  <p:cSld name="Thank You / Closing - Leaf">
    <p:spTree>
      <p:nvGrpSpPr>
        <p:cNvPr id="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g3cc3f777e53_0_177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g3cc3f777e53_0_1778"/>
          <p:cNvSpPr/>
          <p:nvPr/>
        </p:nvSpPr>
        <p:spPr>
          <a:xfrm>
            <a:off x="0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g3cc3f777e53_0_1778"/>
          <p:cNvSpPr txBox="1"/>
          <p:nvPr/>
        </p:nvSpPr>
        <p:spPr>
          <a:xfrm>
            <a:off x="7122912" y="4133697"/>
            <a:ext cx="3585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100"/>
              <a:buFont typeface="Arial"/>
              <a:buNone/>
            </a:pPr>
            <a:r>
              <a:rPr lang="en-US" sz="5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5" name="Google Shape;1945;g3cc3f777e53_0_177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946" name="Google Shape;1946;g3cc3f777e53_0_177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947" name="Google Shape;1947;g3cc3f777e53_0_177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8" name="Google Shape;1948;g3cc3f777e53_0_177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9" name="Google Shape;1949;g3cc3f777e53_0_177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0" name="Google Shape;1950;g3cc3f777e53_0_177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1" name="Google Shape;1951;g3cc3f777e53_0_177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2" name="Google Shape;1952;g3cc3f777e53_0_177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3" name="Google Shape;1953;g3cc3f777e53_0_177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4" name="Google Shape;1954;g3cc3f777e53_0_177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5" name="Google Shape;1955;g3cc3f777e53_0_177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6" name="Google Shape;1956;g3cc3f777e53_0_177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7" name="Google Shape;1957;g3cc3f777e53_0_177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58" name="Google Shape;1958;g3cc3f777e53_0_177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9" name="Google Shape;1959;g3cc3f777e53_0_177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0" name="Google Shape;1960;g3cc3f777e53_0_177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1" name="Google Shape;1961;g3cc3f777e53_0_177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2" name="Google Shape;1962;g3cc3f777e53_0_177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3" name="Google Shape;1963;g3cc3f777e53_0_177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4" name="Google Shape;1964;g3cc3f777e53_0_177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65" name="Google Shape;1965;g3cc3f777e53_0_1778"/>
          <p:cNvSpPr/>
          <p:nvPr/>
        </p:nvSpPr>
        <p:spPr>
          <a:xfrm>
            <a:off x="0" y="0"/>
            <a:ext cx="8385217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g3cc3f777e53_0_1778"/>
          <p:cNvSpPr/>
          <p:nvPr/>
        </p:nvSpPr>
        <p:spPr>
          <a:xfrm>
            <a:off x="0" y="0"/>
            <a:ext cx="8385217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g3cc3f777e53_0_1778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Aqua">
  <p:cSld name="Thank You / Closing - Aqua"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3cc3f777e53_0_1805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g3cc3f777e53_0_1805"/>
          <p:cNvSpPr/>
          <p:nvPr/>
        </p:nvSpPr>
        <p:spPr>
          <a:xfrm>
            <a:off x="0" y="0"/>
            <a:ext cx="8385217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g3cc3f777e53_0_1805"/>
          <p:cNvSpPr txBox="1"/>
          <p:nvPr/>
        </p:nvSpPr>
        <p:spPr>
          <a:xfrm>
            <a:off x="7122912" y="4133697"/>
            <a:ext cx="3585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100"/>
              <a:buFont typeface="Arial"/>
              <a:buNone/>
            </a:pPr>
            <a:r>
              <a:rPr lang="en-US" sz="5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g3cc3f777e53_0_1805"/>
          <p:cNvSpPr txBox="1"/>
          <p:nvPr/>
        </p:nvSpPr>
        <p:spPr>
          <a:xfrm>
            <a:off x="1645084" y="6461498"/>
            <a:ext cx="3051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g3cc3f777e53_0_1805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4" name="Google Shape;1974;g3cc3f777e53_0_180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975" name="Google Shape;1975;g3cc3f777e53_0_180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976" name="Google Shape;1976;g3cc3f777e53_0_180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7" name="Google Shape;1977;g3cc3f777e53_0_180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8" name="Google Shape;1978;g3cc3f777e53_0_180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9" name="Google Shape;1979;g3cc3f777e53_0_180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0" name="Google Shape;1980;g3cc3f777e53_0_180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1" name="Google Shape;1981;g3cc3f777e53_0_180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2" name="Google Shape;1982;g3cc3f777e53_0_180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3" name="Google Shape;1983;g3cc3f777e53_0_180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4" name="Google Shape;1984;g3cc3f777e53_0_180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5" name="Google Shape;1985;g3cc3f777e53_0_180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6" name="Google Shape;1986;g3cc3f777e53_0_180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87" name="Google Shape;1987;g3cc3f777e53_0_180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8" name="Google Shape;1988;g3cc3f777e53_0_180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9" name="Google Shape;1989;g3cc3f777e53_0_180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0" name="Google Shape;1990;g3cc3f777e53_0_180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1" name="Google Shape;1991;g3cc3f777e53_0_180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2" name="Google Shape;1992;g3cc3f777e53_0_180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3" name="Google Shape;1993;g3cc3f777e53_0_180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94" name="Google Shape;1994;g3cc3f777e53_0_1805"/>
          <p:cNvSpPr/>
          <p:nvPr/>
        </p:nvSpPr>
        <p:spPr>
          <a:xfrm>
            <a:off x="0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5" name="Google Shape;1995;g3cc3f777e53_0_1805"/>
          <p:cNvSpPr/>
          <p:nvPr/>
        </p:nvSpPr>
        <p:spPr>
          <a:xfrm>
            <a:off x="0" y="0"/>
            <a:ext cx="8385217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6" name="Google Shape;1996;g3cc3f777e53_0_1805"/>
          <p:cNvSpPr txBox="1"/>
          <p:nvPr/>
        </p:nvSpPr>
        <p:spPr>
          <a:xfrm>
            <a:off x="7122912" y="4133697"/>
            <a:ext cx="3585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100"/>
              <a:buFont typeface="Arial"/>
              <a:buNone/>
            </a:pPr>
            <a:r>
              <a:rPr lang="en-US" sz="5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7" name="Google Shape;1997;g3cc3f777e53_0_180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998" name="Google Shape;1998;g3cc3f777e53_0_180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999" name="Google Shape;1999;g3cc3f777e53_0_180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0" name="Google Shape;2000;g3cc3f777e53_0_180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1" name="Google Shape;2001;g3cc3f777e53_0_180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2" name="Google Shape;2002;g3cc3f777e53_0_180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3" name="Google Shape;2003;g3cc3f777e53_0_180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4" name="Google Shape;2004;g3cc3f777e53_0_180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5" name="Google Shape;2005;g3cc3f777e53_0_180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6" name="Google Shape;2006;g3cc3f777e53_0_180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7" name="Google Shape;2007;g3cc3f777e53_0_180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8" name="Google Shape;2008;g3cc3f777e53_0_180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9" name="Google Shape;2009;g3cc3f777e53_0_180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010" name="Google Shape;2010;g3cc3f777e53_0_180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1" name="Google Shape;2011;g3cc3f777e53_0_180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2" name="Google Shape;2012;g3cc3f777e53_0_180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3" name="Google Shape;2013;g3cc3f777e53_0_180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4" name="Google Shape;2014;g3cc3f777e53_0_180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5" name="Google Shape;2015;g3cc3f777e53_0_180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6" name="Google Shape;2016;g3cc3f777e53_0_180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17" name="Google Shape;2017;g3cc3f777e53_0_1805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Plum">
  <p:cSld name="Thank You / Closing - Plum"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g3cc3f777e53_0_1855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g3cc3f777e53_0_1855"/>
          <p:cNvSpPr txBox="1"/>
          <p:nvPr/>
        </p:nvSpPr>
        <p:spPr>
          <a:xfrm>
            <a:off x="7122912" y="4133697"/>
            <a:ext cx="3585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100"/>
              <a:buFont typeface="Arial"/>
              <a:buNone/>
            </a:pPr>
            <a:r>
              <a:rPr lang="en-US" sz="5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g3cc3f777e53_0_1855"/>
          <p:cNvSpPr txBox="1"/>
          <p:nvPr/>
        </p:nvSpPr>
        <p:spPr>
          <a:xfrm>
            <a:off x="1645084" y="6461498"/>
            <a:ext cx="3051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g3cc3f777e53_0_1855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3" name="Google Shape;2023;g3cc3f777e53_0_185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024" name="Google Shape;2024;g3cc3f777e53_0_185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025" name="Google Shape;2025;g3cc3f777e53_0_185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6" name="Google Shape;2026;g3cc3f777e53_0_185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7" name="Google Shape;2027;g3cc3f777e53_0_185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8" name="Google Shape;2028;g3cc3f777e53_0_185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9" name="Google Shape;2029;g3cc3f777e53_0_185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0" name="Google Shape;2030;g3cc3f777e53_0_185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1" name="Google Shape;2031;g3cc3f777e53_0_185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2" name="Google Shape;2032;g3cc3f777e53_0_185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3" name="Google Shape;2033;g3cc3f777e53_0_185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4" name="Google Shape;2034;g3cc3f777e53_0_185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5" name="Google Shape;2035;g3cc3f777e53_0_185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036" name="Google Shape;2036;g3cc3f777e53_0_185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7" name="Google Shape;2037;g3cc3f777e53_0_185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8" name="Google Shape;2038;g3cc3f777e53_0_185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9" name="Google Shape;2039;g3cc3f777e53_0_185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0" name="Google Shape;2040;g3cc3f777e53_0_185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1" name="Google Shape;2041;g3cc3f777e53_0_185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2" name="Google Shape;2042;g3cc3f777e53_0_185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43" name="Google Shape;2043;g3cc3f777e53_0_1855"/>
          <p:cNvSpPr/>
          <p:nvPr/>
        </p:nvSpPr>
        <p:spPr>
          <a:xfrm>
            <a:off x="0" y="0"/>
            <a:ext cx="8385217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g3cc3f777e53_0_1855"/>
          <p:cNvSpPr/>
          <p:nvPr/>
        </p:nvSpPr>
        <p:spPr>
          <a:xfrm>
            <a:off x="0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g3cc3f777e53_0_1855"/>
          <p:cNvSpPr txBox="1"/>
          <p:nvPr/>
        </p:nvSpPr>
        <p:spPr>
          <a:xfrm>
            <a:off x="7122912" y="4133697"/>
            <a:ext cx="3585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100"/>
              <a:buFont typeface="Arial"/>
              <a:buNone/>
            </a:pPr>
            <a:r>
              <a:rPr lang="en-US" sz="5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6" name="Google Shape;2046;g3cc3f777e53_0_185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047" name="Google Shape;2047;g3cc3f777e53_0_185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048" name="Google Shape;2048;g3cc3f777e53_0_185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9" name="Google Shape;2049;g3cc3f777e53_0_185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0" name="Google Shape;2050;g3cc3f777e53_0_185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1" name="Google Shape;2051;g3cc3f777e53_0_185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2" name="Google Shape;2052;g3cc3f777e53_0_185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3" name="Google Shape;2053;g3cc3f777e53_0_185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4" name="Google Shape;2054;g3cc3f777e53_0_185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5" name="Google Shape;2055;g3cc3f777e53_0_185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6" name="Google Shape;2056;g3cc3f777e53_0_185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7" name="Google Shape;2057;g3cc3f777e53_0_185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8" name="Google Shape;2058;g3cc3f777e53_0_185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059" name="Google Shape;2059;g3cc3f777e53_0_185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0" name="Google Shape;2060;g3cc3f777e53_0_185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1" name="Google Shape;2061;g3cc3f777e53_0_185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2" name="Google Shape;2062;g3cc3f777e53_0_185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3" name="Google Shape;2063;g3cc3f777e53_0_185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4" name="Google Shape;2064;g3cc3f777e53_0_185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5" name="Google Shape;2065;g3cc3f777e53_0_185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66" name="Google Shape;2066;g3cc3f777e53_0_1855"/>
          <p:cNvSpPr/>
          <p:nvPr/>
        </p:nvSpPr>
        <p:spPr>
          <a:xfrm>
            <a:off x="0" y="0"/>
            <a:ext cx="8385217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g3cc3f777e53_0_1855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Leaf">
  <p:cSld name="Title Slide – Leaf"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g3cc3f777e53_0_1905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g3cc3f777e53_0_1905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071" name="Google Shape;2071;g3cc3f777e53_0_1905"/>
          <p:cNvSpPr txBox="1">
            <a:spLocks noGrp="1"/>
          </p:cNvSpPr>
          <p:nvPr>
            <p:ph type="subTitle" idx="1"/>
          </p:nvPr>
        </p:nvSpPr>
        <p:spPr>
          <a:xfrm>
            <a:off x="6592948" y="2986547"/>
            <a:ext cx="5116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2072" name="Google Shape;2072;g3cc3f777e53_0_1905"/>
          <p:cNvSpPr txBox="1">
            <a:spLocks noGrp="1"/>
          </p:cNvSpPr>
          <p:nvPr>
            <p:ph type="body" idx="2"/>
          </p:nvPr>
        </p:nvSpPr>
        <p:spPr>
          <a:xfrm>
            <a:off x="6592948" y="4737425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2073" name="Google Shape;2073;g3cc3f777e53_0_1905"/>
          <p:cNvSpPr txBox="1">
            <a:spLocks noGrp="1"/>
          </p:cNvSpPr>
          <p:nvPr>
            <p:ph type="body" idx="3"/>
          </p:nvPr>
        </p:nvSpPr>
        <p:spPr>
          <a:xfrm>
            <a:off x="6592948" y="5117480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2074" name="Google Shape;2074;g3cc3f777e53_0_1905"/>
          <p:cNvSpPr txBox="1">
            <a:spLocks noGrp="1"/>
          </p:cNvSpPr>
          <p:nvPr>
            <p:ph type="body" idx="4"/>
          </p:nvPr>
        </p:nvSpPr>
        <p:spPr>
          <a:xfrm>
            <a:off x="6592948" y="5485986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grpSp>
        <p:nvGrpSpPr>
          <p:cNvPr id="2075" name="Google Shape;2075;g3cc3f777e53_0_190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076" name="Google Shape;2076;g3cc3f777e53_0_190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077" name="Google Shape;2077;g3cc3f777e53_0_190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8" name="Google Shape;2078;g3cc3f777e53_0_190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9" name="Google Shape;2079;g3cc3f777e53_0_190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0" name="Google Shape;2080;g3cc3f777e53_0_190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1" name="Google Shape;2081;g3cc3f777e53_0_190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2" name="Google Shape;2082;g3cc3f777e53_0_190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3" name="Google Shape;2083;g3cc3f777e53_0_190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4" name="Google Shape;2084;g3cc3f777e53_0_190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5" name="Google Shape;2085;g3cc3f777e53_0_190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6" name="Google Shape;2086;g3cc3f777e53_0_190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7" name="Google Shape;2087;g3cc3f777e53_0_190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088" name="Google Shape;2088;g3cc3f777e53_0_190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9" name="Google Shape;2089;g3cc3f777e53_0_190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0" name="Google Shape;2090;g3cc3f777e53_0_190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1" name="Google Shape;2091;g3cc3f777e53_0_190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2" name="Google Shape;2092;g3cc3f777e53_0_190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3" name="Google Shape;2093;g3cc3f777e53_0_190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4" name="Google Shape;2094;g3cc3f777e53_0_190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95" name="Google Shape;2095;g3cc3f777e53_0_1905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6" name="Google Shape;2096;g3cc3f777e53_0_1905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7" name="Google Shape;2097;g3cc3f777e53_0_190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098" name="Google Shape;2098;g3cc3f777e53_0_190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099" name="Google Shape;2099;g3cc3f777e53_0_190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0" name="Google Shape;2100;g3cc3f777e53_0_190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1" name="Google Shape;2101;g3cc3f777e53_0_190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2" name="Google Shape;2102;g3cc3f777e53_0_190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g3cc3f777e53_0_190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4" name="Google Shape;2104;g3cc3f777e53_0_190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5" name="Google Shape;2105;g3cc3f777e53_0_190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6" name="Google Shape;2106;g3cc3f777e53_0_190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7" name="Google Shape;2107;g3cc3f777e53_0_190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8" name="Google Shape;2108;g3cc3f777e53_0_190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9" name="Google Shape;2109;g3cc3f777e53_0_190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110" name="Google Shape;2110;g3cc3f777e53_0_190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1" name="Google Shape;2111;g3cc3f777e53_0_190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2" name="Google Shape;2112;g3cc3f777e53_0_190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3" name="Google Shape;2113;g3cc3f777e53_0_190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4" name="Google Shape;2114;g3cc3f777e53_0_190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5" name="Google Shape;2115;g3cc3f777e53_0_190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6" name="Google Shape;2116;g3cc3f777e53_0_190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17" name="Google Shape;2117;g3cc3f777e53_0_1905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Title Slide – Plum">
    <p:spTree>
      <p:nvGrpSpPr>
        <p:cNvPr id="1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" name="Google Shape;2119;g3cc3f777e53_0_1955"/>
          <p:cNvPicPr preferRelativeResize="0"/>
          <p:nvPr/>
        </p:nvPicPr>
        <p:blipFill rotWithShape="1">
          <a:blip r:embed="rId2">
            <a:alphaModFix/>
          </a:blip>
          <a:srcRect l="1038" r="1978" b="1787"/>
          <a:stretch/>
        </p:blipFill>
        <p:spPr>
          <a:xfrm>
            <a:off x="0" y="658109"/>
            <a:ext cx="12192401" cy="6207660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2120" name="Google Shape;2120;g3cc3f777e53_0_1955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1" name="Google Shape;2121;g3cc3f777e53_0_1955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2122" name="Google Shape;2122;g3cc3f777e53_0_1955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2123" name="Google Shape;2123;g3cc3f777e53_0_1955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grpSp>
        <p:nvGrpSpPr>
          <p:cNvPr id="2124" name="Google Shape;2124;g3cc3f777e53_0_195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125" name="Google Shape;2125;g3cc3f777e53_0_195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126" name="Google Shape;2126;g3cc3f777e53_0_195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7" name="Google Shape;2127;g3cc3f777e53_0_195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8" name="Google Shape;2128;g3cc3f777e53_0_195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9" name="Google Shape;2129;g3cc3f777e53_0_195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0" name="Google Shape;2130;g3cc3f777e53_0_195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1" name="Google Shape;2131;g3cc3f777e53_0_195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2" name="Google Shape;2132;g3cc3f777e53_0_195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3" name="Google Shape;2133;g3cc3f777e53_0_195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4" name="Google Shape;2134;g3cc3f777e53_0_195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5" name="Google Shape;2135;g3cc3f777e53_0_195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36" name="Google Shape;2136;g3cc3f777e53_0_195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137" name="Google Shape;2137;g3cc3f777e53_0_195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8" name="Google Shape;2138;g3cc3f777e53_0_195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9" name="Google Shape;2139;g3cc3f777e53_0_195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0" name="Google Shape;2140;g3cc3f777e53_0_195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1" name="Google Shape;2141;g3cc3f777e53_0_195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2" name="Google Shape;2142;g3cc3f777e53_0_195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3" name="Google Shape;2143;g3cc3f777e53_0_195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44" name="Google Shape;2144;g3cc3f777e53_0_1955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45" name="Google Shape;2145;g3cc3f777e53_0_1955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2146" name="Google Shape;2146;g3cc3f777e53_0_1955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7" name="Google Shape;2147;g3cc3f777e53_0_195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148" name="Google Shape;2148;g3cc3f777e53_0_195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149" name="Google Shape;2149;g3cc3f777e53_0_195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0" name="Google Shape;2150;g3cc3f777e53_0_195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1" name="Google Shape;2151;g3cc3f777e53_0_195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2" name="Google Shape;2152;g3cc3f777e53_0_195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3" name="Google Shape;2153;g3cc3f777e53_0_195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4" name="Google Shape;2154;g3cc3f777e53_0_195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5" name="Google Shape;2155;g3cc3f777e53_0_195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6" name="Google Shape;2156;g3cc3f777e53_0_195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7" name="Google Shape;2157;g3cc3f777e53_0_195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8" name="Google Shape;2158;g3cc3f777e53_0_195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9" name="Google Shape;2159;g3cc3f777e53_0_195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160" name="Google Shape;2160;g3cc3f777e53_0_195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1" name="Google Shape;2161;g3cc3f777e53_0_195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2" name="Google Shape;2162;g3cc3f777e53_0_195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3" name="Google Shape;2163;g3cc3f777e53_0_195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4" name="Google Shape;2164;g3cc3f777e53_0_195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5" name="Google Shape;2165;g3cc3f777e53_0_195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6" name="Google Shape;2166;g3cc3f777e53_0_195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67" name="Google Shape;2167;g3cc3f777e53_0_1955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g3cc3f777e53_0_1955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g3cc3f777e53_0_200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71" name="Google Shape;2171;g3cc3f777e53_0_200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2172" name="Google Shape;2172;g3cc3f777e53_0_200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g3cc3f777e53_0_200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g3cc3f777e53_0_201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g3cc3f777e53_0_201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genda">
  <p:cSld name="1_Agenda">
    <p:spTree>
      <p:nvGrpSpPr>
        <p:cNvPr id="1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3cf02dd855a_0_2778"/>
          <p:cNvSpPr/>
          <p:nvPr/>
        </p:nvSpPr>
        <p:spPr>
          <a:xfrm>
            <a:off x="-4064" y="0"/>
            <a:ext cx="12192900" cy="13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g3cf02dd855a_0_2778"/>
          <p:cNvSpPr/>
          <p:nvPr/>
        </p:nvSpPr>
        <p:spPr>
          <a:xfrm flipH="1">
            <a:off x="-16300" y="-15647"/>
            <a:ext cx="11494708" cy="1505079"/>
          </a:xfrm>
          <a:custGeom>
            <a:avLst/>
            <a:gdLst/>
            <a:ahLst/>
            <a:cxnLst/>
            <a:rect l="l" t="t" r="r" b="b"/>
            <a:pathLst>
              <a:path w="11352798" h="1433409" extrusionOk="0">
                <a:moveTo>
                  <a:pt x="11352798" y="0"/>
                </a:moveTo>
                <a:lnTo>
                  <a:pt x="0" y="0"/>
                </a:lnTo>
                <a:lnTo>
                  <a:pt x="322924" y="323799"/>
                </a:lnTo>
                <a:lnTo>
                  <a:pt x="323160" y="323799"/>
                </a:lnTo>
                <a:lnTo>
                  <a:pt x="1174588" y="1175227"/>
                </a:lnTo>
                <a:cubicBezTo>
                  <a:pt x="1256846" y="1257484"/>
                  <a:pt x="1353066" y="1321781"/>
                  <a:pt x="1460546" y="1366298"/>
                </a:cubicBezTo>
                <a:cubicBezTo>
                  <a:pt x="1568026" y="1410815"/>
                  <a:pt x="1681542" y="1433409"/>
                  <a:pt x="1797874" y="1433409"/>
                </a:cubicBezTo>
                <a:lnTo>
                  <a:pt x="3880434" y="1433409"/>
                </a:lnTo>
                <a:lnTo>
                  <a:pt x="4585313" y="1433409"/>
                </a:lnTo>
                <a:lnTo>
                  <a:pt x="7782835" y="1433409"/>
                </a:lnTo>
                <a:lnTo>
                  <a:pt x="8323170" y="1433409"/>
                </a:lnTo>
                <a:lnTo>
                  <a:pt x="8804572" y="1433409"/>
                </a:lnTo>
                <a:lnTo>
                  <a:pt x="10984276" y="1433409"/>
                </a:lnTo>
                <a:lnTo>
                  <a:pt x="11352798" y="1433409"/>
                </a:lnTo>
                <a:lnTo>
                  <a:pt x="11352798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65030">
                <a:srgbClr val="E0F0FA"/>
              </a:gs>
              <a:gs pos="84000">
                <a:srgbClr val="D7ECF9"/>
              </a:gs>
              <a:gs pos="100000">
                <a:srgbClr val="D7ECF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5" name="Google Shape;2205;g3cf02dd855a_0_27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082423" y="6144"/>
            <a:ext cx="12560831" cy="1506070"/>
          </a:xfrm>
          <a:custGeom>
            <a:avLst/>
            <a:gdLst/>
            <a:ahLst/>
            <a:cxnLst/>
            <a:rect l="l" t="t" r="r" b="b"/>
            <a:pathLst>
              <a:path w="12560831" h="1506070" extrusionOk="0">
                <a:moveTo>
                  <a:pt x="0" y="0"/>
                </a:moveTo>
                <a:lnTo>
                  <a:pt x="12560831" y="0"/>
                </a:lnTo>
                <a:lnTo>
                  <a:pt x="12560831" y="1506070"/>
                </a:lnTo>
                <a:lnTo>
                  <a:pt x="1082423" y="1506070"/>
                </a:lnTo>
                <a:lnTo>
                  <a:pt x="1082423" y="591107"/>
                </a:lnTo>
                <a:lnTo>
                  <a:pt x="0" y="5911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206" name="Google Shape;2206;g3cf02dd855a_0_2778"/>
          <p:cNvSpPr txBox="1">
            <a:spLocks noGrp="1"/>
          </p:cNvSpPr>
          <p:nvPr>
            <p:ph type="body" idx="1"/>
          </p:nvPr>
        </p:nvSpPr>
        <p:spPr>
          <a:xfrm>
            <a:off x="609600" y="2127758"/>
            <a:ext cx="1939800" cy="19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114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​"/>
              <a:defRPr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207" name="Google Shape;2207;g3cf02dd855a_0_2778"/>
          <p:cNvSpPr txBox="1">
            <a:spLocks noGrp="1"/>
          </p:cNvSpPr>
          <p:nvPr>
            <p:ph type="body" idx="2"/>
          </p:nvPr>
        </p:nvSpPr>
        <p:spPr>
          <a:xfrm>
            <a:off x="3241515" y="2127758"/>
            <a:ext cx="7335900" cy="3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86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Arial"/>
              <a:buChar char="•"/>
              <a:defRPr sz="2800"/>
            </a:lvl1pPr>
            <a:lvl2pPr marL="914400" lvl="1" indent="-36576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 sz="2400"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 sz="2000"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 sz="1800"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 sz="18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pic>
        <p:nvPicPr>
          <p:cNvPr id="2208" name="Google Shape;2208;g3cf02dd855a_0_2778"/>
          <p:cNvPicPr preferRelativeResize="0"/>
          <p:nvPr/>
        </p:nvPicPr>
        <p:blipFill rotWithShape="1">
          <a:blip r:embed="rId3">
            <a:alphaModFix amt="25000"/>
          </a:blip>
          <a:srcRect t="47732" r="1623" b="-46968"/>
          <a:stretch/>
        </p:blipFill>
        <p:spPr>
          <a:xfrm rot="5400000" flipH="1">
            <a:off x="615956" y="4075333"/>
            <a:ext cx="4320400" cy="2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2209" name="Google Shape;2209;g3cf02dd855a_0_2778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g3cf02dd855a_0_2778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1" name="Google Shape;2211;g3cf02dd855a_0_2778"/>
          <p:cNvGrpSpPr/>
          <p:nvPr/>
        </p:nvGrpSpPr>
        <p:grpSpPr>
          <a:xfrm>
            <a:off x="582996" y="171601"/>
            <a:ext cx="1093243" cy="348693"/>
            <a:chOff x="89549" y="74608"/>
            <a:chExt cx="956301" cy="305015"/>
          </a:xfrm>
        </p:grpSpPr>
        <p:sp>
          <p:nvSpPr>
            <p:cNvPr id="2212" name="Google Shape;2212;g3cf02dd855a_0_2778"/>
            <p:cNvSpPr/>
            <p:nvPr/>
          </p:nvSpPr>
          <p:spPr>
            <a:xfrm>
              <a:off x="89549" y="136345"/>
              <a:ext cx="683001" cy="243278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g3cf02dd855a_0_2778"/>
            <p:cNvSpPr/>
            <p:nvPr/>
          </p:nvSpPr>
          <p:spPr>
            <a:xfrm flipH="1">
              <a:off x="698140" y="74608"/>
              <a:ext cx="347710" cy="123105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14" name="Google Shape;2214;g3cf02dd855a_0_27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347" y="758837"/>
            <a:ext cx="3903150" cy="5069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5" name="Google Shape;2215;g3cf02dd855a_0_2778"/>
          <p:cNvGrpSpPr/>
          <p:nvPr/>
        </p:nvGrpSpPr>
        <p:grpSpPr>
          <a:xfrm>
            <a:off x="343949" y="256221"/>
            <a:ext cx="8546381" cy="823299"/>
            <a:chOff x="223687" y="170169"/>
            <a:chExt cx="9077409" cy="930492"/>
          </a:xfrm>
        </p:grpSpPr>
        <p:sp>
          <p:nvSpPr>
            <p:cNvPr id="2216" name="Google Shape;2216;g3cf02dd855a_0_2778"/>
            <p:cNvSpPr/>
            <p:nvPr/>
          </p:nvSpPr>
          <p:spPr>
            <a:xfrm>
              <a:off x="223687" y="170169"/>
              <a:ext cx="6805252" cy="897931"/>
            </a:xfrm>
            <a:custGeom>
              <a:avLst/>
              <a:gdLst/>
              <a:ahLst/>
              <a:cxnLst/>
              <a:rect l="l" t="t" r="r" b="b"/>
              <a:pathLst>
                <a:path w="8006179" h="1575318" extrusionOk="0">
                  <a:moveTo>
                    <a:pt x="6042155" y="0"/>
                  </a:moveTo>
                  <a:lnTo>
                    <a:pt x="6101671" y="2478"/>
                  </a:lnTo>
                  <a:lnTo>
                    <a:pt x="6156012" y="5783"/>
                  </a:lnTo>
                  <a:lnTo>
                    <a:pt x="6201296" y="11565"/>
                  </a:lnTo>
                  <a:lnTo>
                    <a:pt x="6233641" y="19826"/>
                  </a:lnTo>
                  <a:lnTo>
                    <a:pt x="6251755" y="28913"/>
                  </a:lnTo>
                  <a:lnTo>
                    <a:pt x="6255636" y="37173"/>
                  </a:lnTo>
                  <a:lnTo>
                    <a:pt x="6255636" y="181736"/>
                  </a:lnTo>
                  <a:lnTo>
                    <a:pt x="6256930" y="1306019"/>
                  </a:lnTo>
                  <a:lnTo>
                    <a:pt x="6268574" y="1306019"/>
                  </a:lnTo>
                  <a:lnTo>
                    <a:pt x="6282806" y="1308497"/>
                  </a:lnTo>
                  <a:lnTo>
                    <a:pt x="6284100" y="1106110"/>
                  </a:lnTo>
                  <a:lnTo>
                    <a:pt x="6289276" y="1068110"/>
                  </a:lnTo>
                  <a:lnTo>
                    <a:pt x="6297038" y="1035067"/>
                  </a:lnTo>
                  <a:lnTo>
                    <a:pt x="6303508" y="1009459"/>
                  </a:lnTo>
                  <a:lnTo>
                    <a:pt x="6311271" y="992938"/>
                  </a:lnTo>
                  <a:lnTo>
                    <a:pt x="6320327" y="982199"/>
                  </a:lnTo>
                  <a:lnTo>
                    <a:pt x="6372080" y="978069"/>
                  </a:lnTo>
                  <a:lnTo>
                    <a:pt x="6394075" y="978069"/>
                  </a:lnTo>
                  <a:lnTo>
                    <a:pt x="6403132" y="989634"/>
                  </a:lnTo>
                  <a:lnTo>
                    <a:pt x="6412189" y="1006981"/>
                  </a:lnTo>
                  <a:lnTo>
                    <a:pt x="6417364" y="1032589"/>
                  </a:lnTo>
                  <a:lnTo>
                    <a:pt x="6422539" y="1062328"/>
                  </a:lnTo>
                  <a:lnTo>
                    <a:pt x="6425127" y="722812"/>
                  </a:lnTo>
                  <a:lnTo>
                    <a:pt x="6426421" y="698856"/>
                  </a:lnTo>
                  <a:lnTo>
                    <a:pt x="6426421" y="695552"/>
                  </a:lnTo>
                  <a:lnTo>
                    <a:pt x="6426421" y="691422"/>
                  </a:lnTo>
                  <a:lnTo>
                    <a:pt x="6429008" y="669118"/>
                  </a:lnTo>
                  <a:lnTo>
                    <a:pt x="6430302" y="641031"/>
                  </a:lnTo>
                  <a:lnTo>
                    <a:pt x="6435478" y="614597"/>
                  </a:lnTo>
                  <a:lnTo>
                    <a:pt x="6439359" y="588163"/>
                  </a:lnTo>
                  <a:lnTo>
                    <a:pt x="6444534" y="561729"/>
                  </a:lnTo>
                  <a:lnTo>
                    <a:pt x="6452297" y="535294"/>
                  </a:lnTo>
                  <a:lnTo>
                    <a:pt x="6458766" y="508860"/>
                  </a:lnTo>
                  <a:lnTo>
                    <a:pt x="6467823" y="482426"/>
                  </a:lnTo>
                  <a:lnTo>
                    <a:pt x="6476880" y="455991"/>
                  </a:lnTo>
                  <a:lnTo>
                    <a:pt x="6487231" y="430383"/>
                  </a:lnTo>
                  <a:lnTo>
                    <a:pt x="6496287" y="411384"/>
                  </a:lnTo>
                  <a:lnTo>
                    <a:pt x="6496287" y="408905"/>
                  </a:lnTo>
                  <a:lnTo>
                    <a:pt x="6493700" y="403123"/>
                  </a:lnTo>
                  <a:lnTo>
                    <a:pt x="6493700" y="399819"/>
                  </a:lnTo>
                  <a:lnTo>
                    <a:pt x="6491112" y="398166"/>
                  </a:lnTo>
                  <a:lnTo>
                    <a:pt x="6500169" y="398166"/>
                  </a:lnTo>
                  <a:lnTo>
                    <a:pt x="6500169" y="391558"/>
                  </a:lnTo>
                  <a:lnTo>
                    <a:pt x="6500169" y="384123"/>
                  </a:lnTo>
                  <a:lnTo>
                    <a:pt x="6502756" y="377515"/>
                  </a:lnTo>
                  <a:lnTo>
                    <a:pt x="6502756" y="370906"/>
                  </a:lnTo>
                  <a:lnTo>
                    <a:pt x="6504050" y="363471"/>
                  </a:lnTo>
                  <a:lnTo>
                    <a:pt x="6505344" y="356037"/>
                  </a:lnTo>
                  <a:lnTo>
                    <a:pt x="6507932" y="348602"/>
                  </a:lnTo>
                  <a:lnTo>
                    <a:pt x="6509226" y="341994"/>
                  </a:lnTo>
                  <a:lnTo>
                    <a:pt x="6511813" y="335385"/>
                  </a:lnTo>
                  <a:lnTo>
                    <a:pt x="6513107" y="327950"/>
                  </a:lnTo>
                  <a:lnTo>
                    <a:pt x="6514401" y="321342"/>
                  </a:lnTo>
                  <a:lnTo>
                    <a:pt x="6516988" y="313907"/>
                  </a:lnTo>
                  <a:lnTo>
                    <a:pt x="6757640" y="313081"/>
                  </a:lnTo>
                  <a:lnTo>
                    <a:pt x="6760227" y="319690"/>
                  </a:lnTo>
                  <a:lnTo>
                    <a:pt x="6761521" y="327124"/>
                  </a:lnTo>
                  <a:lnTo>
                    <a:pt x="6764109" y="333733"/>
                  </a:lnTo>
                  <a:lnTo>
                    <a:pt x="6765403" y="341168"/>
                  </a:lnTo>
                  <a:lnTo>
                    <a:pt x="6766696" y="348602"/>
                  </a:lnTo>
                  <a:lnTo>
                    <a:pt x="6769284" y="356037"/>
                  </a:lnTo>
                  <a:lnTo>
                    <a:pt x="6770578" y="362645"/>
                  </a:lnTo>
                  <a:lnTo>
                    <a:pt x="6770578" y="369254"/>
                  </a:lnTo>
                  <a:lnTo>
                    <a:pt x="6773165" y="376689"/>
                  </a:lnTo>
                  <a:lnTo>
                    <a:pt x="6773165" y="383297"/>
                  </a:lnTo>
                  <a:lnTo>
                    <a:pt x="6774459" y="389906"/>
                  </a:lnTo>
                  <a:lnTo>
                    <a:pt x="6774459" y="397340"/>
                  </a:lnTo>
                  <a:lnTo>
                    <a:pt x="6782222" y="397340"/>
                  </a:lnTo>
                  <a:lnTo>
                    <a:pt x="6782222" y="416340"/>
                  </a:lnTo>
                  <a:lnTo>
                    <a:pt x="6787398" y="429557"/>
                  </a:lnTo>
                  <a:lnTo>
                    <a:pt x="6792573" y="443600"/>
                  </a:lnTo>
                  <a:lnTo>
                    <a:pt x="6796454" y="455991"/>
                  </a:lnTo>
                  <a:lnTo>
                    <a:pt x="6801630" y="468382"/>
                  </a:lnTo>
                  <a:lnTo>
                    <a:pt x="6806805" y="481600"/>
                  </a:lnTo>
                  <a:lnTo>
                    <a:pt x="6810686" y="494817"/>
                  </a:lnTo>
                  <a:lnTo>
                    <a:pt x="6814568" y="508034"/>
                  </a:lnTo>
                  <a:lnTo>
                    <a:pt x="6819743" y="521251"/>
                  </a:lnTo>
                  <a:lnTo>
                    <a:pt x="6823625" y="534468"/>
                  </a:lnTo>
                  <a:lnTo>
                    <a:pt x="6826212" y="547685"/>
                  </a:lnTo>
                  <a:lnTo>
                    <a:pt x="6828800" y="560902"/>
                  </a:lnTo>
                  <a:lnTo>
                    <a:pt x="6835269" y="587337"/>
                  </a:lnTo>
                  <a:lnTo>
                    <a:pt x="6839150" y="613771"/>
                  </a:lnTo>
                  <a:lnTo>
                    <a:pt x="6844326" y="641031"/>
                  </a:lnTo>
                  <a:lnTo>
                    <a:pt x="6846913" y="667466"/>
                  </a:lnTo>
                  <a:lnTo>
                    <a:pt x="6848207" y="695552"/>
                  </a:lnTo>
                  <a:lnTo>
                    <a:pt x="6848207" y="702161"/>
                  </a:lnTo>
                  <a:lnTo>
                    <a:pt x="6850795" y="721986"/>
                  </a:lnTo>
                  <a:lnTo>
                    <a:pt x="6852089" y="1036720"/>
                  </a:lnTo>
                  <a:lnTo>
                    <a:pt x="6921955" y="1035894"/>
                  </a:lnTo>
                  <a:lnTo>
                    <a:pt x="6916780" y="190823"/>
                  </a:lnTo>
                  <a:lnTo>
                    <a:pt x="6916780" y="82607"/>
                  </a:lnTo>
                  <a:lnTo>
                    <a:pt x="7417490" y="79303"/>
                  </a:lnTo>
                  <a:lnTo>
                    <a:pt x="7417490" y="93346"/>
                  </a:lnTo>
                  <a:lnTo>
                    <a:pt x="7416196" y="199083"/>
                  </a:lnTo>
                  <a:lnTo>
                    <a:pt x="7407139" y="1030937"/>
                  </a:lnTo>
                  <a:lnTo>
                    <a:pt x="7425253" y="1030937"/>
                  </a:lnTo>
                  <a:lnTo>
                    <a:pt x="7425253" y="986329"/>
                  </a:lnTo>
                  <a:lnTo>
                    <a:pt x="7426546" y="986329"/>
                  </a:lnTo>
                  <a:lnTo>
                    <a:pt x="7429134" y="986329"/>
                  </a:lnTo>
                  <a:lnTo>
                    <a:pt x="7453717" y="985503"/>
                  </a:lnTo>
                  <a:lnTo>
                    <a:pt x="7453717" y="944200"/>
                  </a:lnTo>
                  <a:lnTo>
                    <a:pt x="7453717" y="942547"/>
                  </a:lnTo>
                  <a:lnTo>
                    <a:pt x="7456304" y="942547"/>
                  </a:lnTo>
                  <a:lnTo>
                    <a:pt x="7457598" y="942547"/>
                  </a:lnTo>
                  <a:lnTo>
                    <a:pt x="7461480" y="941721"/>
                  </a:lnTo>
                  <a:lnTo>
                    <a:pt x="7488650" y="940069"/>
                  </a:lnTo>
                  <a:lnTo>
                    <a:pt x="7488650" y="907852"/>
                  </a:lnTo>
                  <a:lnTo>
                    <a:pt x="7488650" y="907026"/>
                  </a:lnTo>
                  <a:lnTo>
                    <a:pt x="7489944" y="906200"/>
                  </a:lnTo>
                  <a:lnTo>
                    <a:pt x="7492531" y="904548"/>
                  </a:lnTo>
                  <a:lnTo>
                    <a:pt x="7493825" y="903722"/>
                  </a:lnTo>
                  <a:lnTo>
                    <a:pt x="7594743" y="898766"/>
                  </a:lnTo>
                  <a:lnTo>
                    <a:pt x="7594743" y="895461"/>
                  </a:lnTo>
                  <a:lnTo>
                    <a:pt x="7594743" y="894635"/>
                  </a:lnTo>
                  <a:lnTo>
                    <a:pt x="7594743" y="892157"/>
                  </a:lnTo>
                  <a:lnTo>
                    <a:pt x="7594743" y="889679"/>
                  </a:lnTo>
                  <a:lnTo>
                    <a:pt x="7594743" y="886375"/>
                  </a:lnTo>
                  <a:lnTo>
                    <a:pt x="7594743" y="883070"/>
                  </a:lnTo>
                  <a:lnTo>
                    <a:pt x="7594743" y="879766"/>
                  </a:lnTo>
                  <a:lnTo>
                    <a:pt x="7594743" y="875636"/>
                  </a:lnTo>
                  <a:lnTo>
                    <a:pt x="7594743" y="873984"/>
                  </a:lnTo>
                  <a:lnTo>
                    <a:pt x="7594743" y="871505"/>
                  </a:lnTo>
                  <a:lnTo>
                    <a:pt x="7594743" y="869027"/>
                  </a:lnTo>
                  <a:lnTo>
                    <a:pt x="7594743" y="868201"/>
                  </a:lnTo>
                  <a:lnTo>
                    <a:pt x="7598625" y="868201"/>
                  </a:lnTo>
                  <a:lnTo>
                    <a:pt x="7599919" y="856636"/>
                  </a:lnTo>
                  <a:lnTo>
                    <a:pt x="7673667" y="856636"/>
                  </a:lnTo>
                  <a:lnTo>
                    <a:pt x="7673667" y="898766"/>
                  </a:lnTo>
                  <a:lnTo>
                    <a:pt x="7773291" y="903722"/>
                  </a:lnTo>
                  <a:lnTo>
                    <a:pt x="7773291" y="904548"/>
                  </a:lnTo>
                  <a:lnTo>
                    <a:pt x="7773291" y="940069"/>
                  </a:lnTo>
                  <a:lnTo>
                    <a:pt x="7804343" y="941721"/>
                  </a:lnTo>
                  <a:lnTo>
                    <a:pt x="7805637" y="941721"/>
                  </a:lnTo>
                  <a:lnTo>
                    <a:pt x="7805637" y="942547"/>
                  </a:lnTo>
                  <a:lnTo>
                    <a:pt x="7805637" y="985503"/>
                  </a:lnTo>
                  <a:lnTo>
                    <a:pt x="7834101" y="986329"/>
                  </a:lnTo>
                  <a:lnTo>
                    <a:pt x="7836688" y="986329"/>
                  </a:lnTo>
                  <a:lnTo>
                    <a:pt x="7837982" y="986329"/>
                  </a:lnTo>
                  <a:lnTo>
                    <a:pt x="7836688" y="1030937"/>
                  </a:lnTo>
                  <a:lnTo>
                    <a:pt x="7857390" y="1030937"/>
                  </a:lnTo>
                  <a:lnTo>
                    <a:pt x="7861271" y="1030937"/>
                  </a:lnTo>
                  <a:lnTo>
                    <a:pt x="7863859" y="1030937"/>
                  </a:lnTo>
                  <a:lnTo>
                    <a:pt x="7865152" y="1030937"/>
                  </a:lnTo>
                  <a:lnTo>
                    <a:pt x="7866446" y="1030937"/>
                  </a:lnTo>
                  <a:lnTo>
                    <a:pt x="7869034" y="1030937"/>
                  </a:lnTo>
                  <a:lnTo>
                    <a:pt x="7866446" y="1082980"/>
                  </a:lnTo>
                  <a:lnTo>
                    <a:pt x="7893617" y="1082980"/>
                  </a:lnTo>
                  <a:lnTo>
                    <a:pt x="7887147" y="1343192"/>
                  </a:lnTo>
                  <a:lnTo>
                    <a:pt x="7923375" y="1348149"/>
                  </a:lnTo>
                  <a:lnTo>
                    <a:pt x="7920787" y="1410930"/>
                  </a:lnTo>
                  <a:lnTo>
                    <a:pt x="8006179" y="1410930"/>
                  </a:lnTo>
                  <a:lnTo>
                    <a:pt x="8006179" y="1575318"/>
                  </a:lnTo>
                  <a:lnTo>
                    <a:pt x="0" y="1575318"/>
                  </a:lnTo>
                  <a:lnTo>
                    <a:pt x="0" y="1557145"/>
                  </a:lnTo>
                  <a:lnTo>
                    <a:pt x="0" y="761638"/>
                  </a:lnTo>
                  <a:lnTo>
                    <a:pt x="41402" y="755855"/>
                  </a:lnTo>
                  <a:lnTo>
                    <a:pt x="216069" y="755855"/>
                  </a:lnTo>
                  <a:lnTo>
                    <a:pt x="243239" y="759986"/>
                  </a:lnTo>
                  <a:lnTo>
                    <a:pt x="245827" y="761638"/>
                  </a:lnTo>
                  <a:lnTo>
                    <a:pt x="245827" y="773203"/>
                  </a:lnTo>
                  <a:lnTo>
                    <a:pt x="248414" y="773203"/>
                  </a:lnTo>
                  <a:lnTo>
                    <a:pt x="248414" y="775681"/>
                  </a:lnTo>
                  <a:lnTo>
                    <a:pt x="247120" y="1230020"/>
                  </a:lnTo>
                  <a:lnTo>
                    <a:pt x="329925" y="1230020"/>
                  </a:lnTo>
                  <a:lnTo>
                    <a:pt x="371327" y="1230020"/>
                  </a:lnTo>
                  <a:lnTo>
                    <a:pt x="370034" y="1410930"/>
                  </a:lnTo>
                  <a:lnTo>
                    <a:pt x="424374" y="1410930"/>
                  </a:lnTo>
                  <a:lnTo>
                    <a:pt x="421690" y="771752"/>
                  </a:lnTo>
                  <a:lnTo>
                    <a:pt x="885731" y="771752"/>
                  </a:lnTo>
                  <a:lnTo>
                    <a:pt x="892738" y="1207716"/>
                  </a:lnTo>
                  <a:lnTo>
                    <a:pt x="1004007" y="1199456"/>
                  </a:lnTo>
                  <a:lnTo>
                    <a:pt x="1004007" y="1192847"/>
                  </a:lnTo>
                  <a:lnTo>
                    <a:pt x="1044116" y="1192847"/>
                  </a:lnTo>
                  <a:lnTo>
                    <a:pt x="1050585" y="1192847"/>
                  </a:lnTo>
                  <a:lnTo>
                    <a:pt x="1059641" y="1192847"/>
                  </a:lnTo>
                  <a:lnTo>
                    <a:pt x="1072580" y="1192847"/>
                  </a:lnTo>
                  <a:lnTo>
                    <a:pt x="1089399" y="1192847"/>
                  </a:lnTo>
                  <a:lnTo>
                    <a:pt x="1091987" y="1192847"/>
                  </a:lnTo>
                  <a:lnTo>
                    <a:pt x="1107513" y="1191195"/>
                  </a:lnTo>
                  <a:lnTo>
                    <a:pt x="1110101" y="866549"/>
                  </a:lnTo>
                  <a:lnTo>
                    <a:pt x="1113982" y="866549"/>
                  </a:lnTo>
                  <a:lnTo>
                    <a:pt x="1115317" y="846518"/>
                  </a:lnTo>
                  <a:lnTo>
                    <a:pt x="1625800" y="846518"/>
                  </a:lnTo>
                  <a:lnTo>
                    <a:pt x="1625800" y="631134"/>
                  </a:lnTo>
                  <a:lnTo>
                    <a:pt x="2006720" y="631945"/>
                  </a:lnTo>
                  <a:lnTo>
                    <a:pt x="2004335" y="204637"/>
                  </a:lnTo>
                  <a:lnTo>
                    <a:pt x="2081098" y="127874"/>
                  </a:lnTo>
                  <a:lnTo>
                    <a:pt x="2278705" y="127874"/>
                  </a:lnTo>
                  <a:lnTo>
                    <a:pt x="2369979" y="219148"/>
                  </a:lnTo>
                  <a:lnTo>
                    <a:pt x="2381929" y="1041676"/>
                  </a:lnTo>
                  <a:lnTo>
                    <a:pt x="2433682" y="968156"/>
                  </a:lnTo>
                  <a:lnTo>
                    <a:pt x="2434976" y="804594"/>
                  </a:lnTo>
                  <a:lnTo>
                    <a:pt x="2444032" y="710421"/>
                  </a:lnTo>
                  <a:lnTo>
                    <a:pt x="2446620" y="493991"/>
                  </a:lnTo>
                  <a:lnTo>
                    <a:pt x="2460852" y="491512"/>
                  </a:lnTo>
                  <a:lnTo>
                    <a:pt x="2460852" y="481600"/>
                  </a:lnTo>
                  <a:lnTo>
                    <a:pt x="2476378" y="479121"/>
                  </a:lnTo>
                  <a:lnTo>
                    <a:pt x="2478966" y="479121"/>
                  </a:lnTo>
                  <a:lnTo>
                    <a:pt x="2478966" y="467556"/>
                  </a:lnTo>
                  <a:lnTo>
                    <a:pt x="2494492" y="465078"/>
                  </a:lnTo>
                  <a:lnTo>
                    <a:pt x="2497079" y="465078"/>
                  </a:lnTo>
                  <a:lnTo>
                    <a:pt x="2497079" y="455991"/>
                  </a:lnTo>
                  <a:lnTo>
                    <a:pt x="2512605" y="453513"/>
                  </a:lnTo>
                  <a:lnTo>
                    <a:pt x="2512605" y="441948"/>
                  </a:lnTo>
                  <a:lnTo>
                    <a:pt x="2529425" y="438644"/>
                  </a:lnTo>
                  <a:lnTo>
                    <a:pt x="2594116" y="438644"/>
                  </a:lnTo>
                  <a:lnTo>
                    <a:pt x="2610936" y="441122"/>
                  </a:lnTo>
                  <a:lnTo>
                    <a:pt x="2610936" y="453513"/>
                  </a:lnTo>
                  <a:lnTo>
                    <a:pt x="2626462" y="455991"/>
                  </a:lnTo>
                  <a:lnTo>
                    <a:pt x="2626462" y="465078"/>
                  </a:lnTo>
                  <a:lnTo>
                    <a:pt x="2629049" y="465078"/>
                  </a:lnTo>
                  <a:lnTo>
                    <a:pt x="2644575" y="467556"/>
                  </a:lnTo>
                  <a:lnTo>
                    <a:pt x="2644575" y="479121"/>
                  </a:lnTo>
                  <a:lnTo>
                    <a:pt x="2661395" y="481600"/>
                  </a:lnTo>
                  <a:lnTo>
                    <a:pt x="2661395" y="491512"/>
                  </a:lnTo>
                  <a:lnTo>
                    <a:pt x="2663982" y="491512"/>
                  </a:lnTo>
                  <a:lnTo>
                    <a:pt x="2679508" y="493991"/>
                  </a:lnTo>
                  <a:lnTo>
                    <a:pt x="2679508" y="710421"/>
                  </a:lnTo>
                  <a:lnTo>
                    <a:pt x="2685977" y="805420"/>
                  </a:lnTo>
                  <a:lnTo>
                    <a:pt x="2685977" y="1030111"/>
                  </a:lnTo>
                  <a:lnTo>
                    <a:pt x="2704091" y="1073893"/>
                  </a:lnTo>
                  <a:lnTo>
                    <a:pt x="2714442" y="1073893"/>
                  </a:lnTo>
                  <a:lnTo>
                    <a:pt x="2714442" y="1074719"/>
                  </a:lnTo>
                  <a:lnTo>
                    <a:pt x="2736437" y="1074719"/>
                  </a:lnTo>
                  <a:lnTo>
                    <a:pt x="2736437" y="1077197"/>
                  </a:lnTo>
                  <a:lnTo>
                    <a:pt x="2759725" y="1077197"/>
                  </a:lnTo>
                  <a:lnTo>
                    <a:pt x="2759725" y="1078849"/>
                  </a:lnTo>
                  <a:lnTo>
                    <a:pt x="2773957" y="1079675"/>
                  </a:lnTo>
                  <a:lnTo>
                    <a:pt x="2776545" y="503077"/>
                  </a:lnTo>
                  <a:lnTo>
                    <a:pt x="2777839" y="303168"/>
                  </a:lnTo>
                  <a:lnTo>
                    <a:pt x="2933098" y="280038"/>
                  </a:lnTo>
                  <a:lnTo>
                    <a:pt x="2936979" y="318864"/>
                  </a:lnTo>
                  <a:lnTo>
                    <a:pt x="2934392" y="826071"/>
                  </a:lnTo>
                  <a:lnTo>
                    <a:pt x="3015902" y="827724"/>
                  </a:lnTo>
                  <a:lnTo>
                    <a:pt x="3017196" y="811202"/>
                  </a:lnTo>
                  <a:lnTo>
                    <a:pt x="3015902" y="811202"/>
                  </a:lnTo>
                  <a:lnTo>
                    <a:pt x="3017196" y="775681"/>
                  </a:lnTo>
                  <a:lnTo>
                    <a:pt x="3014609" y="775681"/>
                  </a:lnTo>
                  <a:lnTo>
                    <a:pt x="3010727" y="775681"/>
                  </a:lnTo>
                  <a:lnTo>
                    <a:pt x="3006846" y="774855"/>
                  </a:lnTo>
                  <a:lnTo>
                    <a:pt x="3002964" y="774855"/>
                  </a:lnTo>
                  <a:lnTo>
                    <a:pt x="3001670" y="774855"/>
                  </a:lnTo>
                  <a:lnTo>
                    <a:pt x="3000377" y="773203"/>
                  </a:lnTo>
                  <a:lnTo>
                    <a:pt x="3002964" y="550164"/>
                  </a:lnTo>
                  <a:lnTo>
                    <a:pt x="3005552" y="549337"/>
                  </a:lnTo>
                  <a:lnTo>
                    <a:pt x="3005552" y="547685"/>
                  </a:lnTo>
                  <a:lnTo>
                    <a:pt x="3009433" y="547685"/>
                  </a:lnTo>
                  <a:lnTo>
                    <a:pt x="3010727" y="547685"/>
                  </a:lnTo>
                  <a:lnTo>
                    <a:pt x="3015902" y="546859"/>
                  </a:lnTo>
                  <a:lnTo>
                    <a:pt x="3019784" y="546859"/>
                  </a:lnTo>
                  <a:lnTo>
                    <a:pt x="3021078" y="546859"/>
                  </a:lnTo>
                  <a:lnTo>
                    <a:pt x="3023665" y="546859"/>
                  </a:lnTo>
                  <a:lnTo>
                    <a:pt x="3147872" y="371732"/>
                  </a:lnTo>
                  <a:lnTo>
                    <a:pt x="3275961" y="373384"/>
                  </a:lnTo>
                  <a:lnTo>
                    <a:pt x="3396286" y="549337"/>
                  </a:lnTo>
                  <a:lnTo>
                    <a:pt x="3397580" y="549337"/>
                  </a:lnTo>
                  <a:lnTo>
                    <a:pt x="3404049" y="549337"/>
                  </a:lnTo>
                  <a:lnTo>
                    <a:pt x="3406637" y="549337"/>
                  </a:lnTo>
                  <a:lnTo>
                    <a:pt x="3410519" y="549337"/>
                  </a:lnTo>
                  <a:lnTo>
                    <a:pt x="3413106" y="550164"/>
                  </a:lnTo>
                  <a:lnTo>
                    <a:pt x="3414400" y="550164"/>
                  </a:lnTo>
                  <a:lnTo>
                    <a:pt x="3414400" y="550990"/>
                  </a:lnTo>
                  <a:lnTo>
                    <a:pt x="3415694" y="774855"/>
                  </a:lnTo>
                  <a:lnTo>
                    <a:pt x="3414400" y="775681"/>
                  </a:lnTo>
                  <a:lnTo>
                    <a:pt x="3413106" y="775681"/>
                  </a:lnTo>
                  <a:lnTo>
                    <a:pt x="3410519" y="775681"/>
                  </a:lnTo>
                  <a:lnTo>
                    <a:pt x="3406637" y="777333"/>
                  </a:lnTo>
                  <a:lnTo>
                    <a:pt x="3404049" y="777333"/>
                  </a:lnTo>
                  <a:lnTo>
                    <a:pt x="3400168" y="777333"/>
                  </a:lnTo>
                  <a:lnTo>
                    <a:pt x="3400168" y="812854"/>
                  </a:lnTo>
                  <a:lnTo>
                    <a:pt x="3397580" y="813680"/>
                  </a:lnTo>
                  <a:lnTo>
                    <a:pt x="3400168" y="1222586"/>
                  </a:lnTo>
                  <a:lnTo>
                    <a:pt x="3428632" y="1223412"/>
                  </a:lnTo>
                  <a:lnTo>
                    <a:pt x="3428632" y="1410930"/>
                  </a:lnTo>
                  <a:lnTo>
                    <a:pt x="3451921" y="1410930"/>
                  </a:lnTo>
                  <a:lnTo>
                    <a:pt x="3451921" y="1354757"/>
                  </a:lnTo>
                  <a:lnTo>
                    <a:pt x="3463565" y="1354757"/>
                  </a:lnTo>
                  <a:lnTo>
                    <a:pt x="3463565" y="1044980"/>
                  </a:lnTo>
                  <a:lnTo>
                    <a:pt x="3451921" y="1044980"/>
                  </a:lnTo>
                  <a:lnTo>
                    <a:pt x="3451921" y="666640"/>
                  </a:lnTo>
                  <a:lnTo>
                    <a:pt x="3473916" y="664161"/>
                  </a:lnTo>
                  <a:lnTo>
                    <a:pt x="3473916" y="536120"/>
                  </a:lnTo>
                  <a:lnTo>
                    <a:pt x="3497205" y="532816"/>
                  </a:lnTo>
                  <a:lnTo>
                    <a:pt x="3498499" y="531990"/>
                  </a:lnTo>
                  <a:lnTo>
                    <a:pt x="3501086" y="530338"/>
                  </a:lnTo>
                  <a:lnTo>
                    <a:pt x="3502380" y="530338"/>
                  </a:lnTo>
                  <a:lnTo>
                    <a:pt x="3506261" y="529512"/>
                  </a:lnTo>
                  <a:lnTo>
                    <a:pt x="3510143" y="528686"/>
                  </a:lnTo>
                  <a:lnTo>
                    <a:pt x="3514024" y="528686"/>
                  </a:lnTo>
                  <a:lnTo>
                    <a:pt x="3519200" y="527034"/>
                  </a:lnTo>
                  <a:lnTo>
                    <a:pt x="3524375" y="526207"/>
                  </a:lnTo>
                  <a:lnTo>
                    <a:pt x="3529550" y="526207"/>
                  </a:lnTo>
                  <a:lnTo>
                    <a:pt x="3534726" y="526207"/>
                  </a:lnTo>
                  <a:lnTo>
                    <a:pt x="3541195" y="524555"/>
                  </a:lnTo>
                  <a:lnTo>
                    <a:pt x="3546370" y="524555"/>
                  </a:lnTo>
                  <a:lnTo>
                    <a:pt x="3570953" y="521251"/>
                  </a:lnTo>
                  <a:lnTo>
                    <a:pt x="3596829" y="524555"/>
                  </a:lnTo>
                  <a:lnTo>
                    <a:pt x="3602004" y="524555"/>
                  </a:lnTo>
                  <a:lnTo>
                    <a:pt x="3607180" y="526207"/>
                  </a:lnTo>
                  <a:lnTo>
                    <a:pt x="3612355" y="526207"/>
                  </a:lnTo>
                  <a:lnTo>
                    <a:pt x="3617530" y="526207"/>
                  </a:lnTo>
                  <a:lnTo>
                    <a:pt x="3623999" y="527034"/>
                  </a:lnTo>
                  <a:lnTo>
                    <a:pt x="3626587" y="527034"/>
                  </a:lnTo>
                  <a:lnTo>
                    <a:pt x="3630469" y="528686"/>
                  </a:lnTo>
                  <a:lnTo>
                    <a:pt x="3634350" y="529512"/>
                  </a:lnTo>
                  <a:lnTo>
                    <a:pt x="3638231" y="529512"/>
                  </a:lnTo>
                  <a:lnTo>
                    <a:pt x="3639525" y="530338"/>
                  </a:lnTo>
                  <a:lnTo>
                    <a:pt x="3642113" y="531990"/>
                  </a:lnTo>
                  <a:lnTo>
                    <a:pt x="3643407" y="532816"/>
                  </a:lnTo>
                  <a:lnTo>
                    <a:pt x="3666696" y="536120"/>
                  </a:lnTo>
                  <a:lnTo>
                    <a:pt x="3666696" y="664161"/>
                  </a:lnTo>
                  <a:lnTo>
                    <a:pt x="3688691" y="666640"/>
                  </a:lnTo>
                  <a:lnTo>
                    <a:pt x="3688691" y="1044980"/>
                  </a:lnTo>
                  <a:lnTo>
                    <a:pt x="3679634" y="1044980"/>
                  </a:lnTo>
                  <a:lnTo>
                    <a:pt x="3679634" y="1354757"/>
                  </a:lnTo>
                  <a:lnTo>
                    <a:pt x="3726211" y="1354757"/>
                  </a:lnTo>
                  <a:lnTo>
                    <a:pt x="3726211" y="1100327"/>
                  </a:lnTo>
                  <a:lnTo>
                    <a:pt x="3840068" y="1097849"/>
                  </a:lnTo>
                  <a:lnTo>
                    <a:pt x="3855594" y="1099501"/>
                  </a:lnTo>
                  <a:lnTo>
                    <a:pt x="3855594" y="1114370"/>
                  </a:lnTo>
                  <a:lnTo>
                    <a:pt x="3886645" y="1112718"/>
                  </a:lnTo>
                  <a:lnTo>
                    <a:pt x="3908640" y="1114370"/>
                  </a:lnTo>
                  <a:lnTo>
                    <a:pt x="3908640" y="1054067"/>
                  </a:lnTo>
                  <a:lnTo>
                    <a:pt x="3922872" y="1054067"/>
                  </a:lnTo>
                  <a:lnTo>
                    <a:pt x="3922872" y="982199"/>
                  </a:lnTo>
                  <a:lnTo>
                    <a:pt x="3942280" y="982199"/>
                  </a:lnTo>
                  <a:lnTo>
                    <a:pt x="3944867" y="980547"/>
                  </a:lnTo>
                  <a:lnTo>
                    <a:pt x="3946161" y="980547"/>
                  </a:lnTo>
                  <a:lnTo>
                    <a:pt x="3947455" y="980547"/>
                  </a:lnTo>
                  <a:lnTo>
                    <a:pt x="3951337" y="980547"/>
                  </a:lnTo>
                  <a:lnTo>
                    <a:pt x="3953924" y="980547"/>
                  </a:lnTo>
                  <a:lnTo>
                    <a:pt x="3956512" y="980547"/>
                  </a:lnTo>
                  <a:lnTo>
                    <a:pt x="3960393" y="980547"/>
                  </a:lnTo>
                  <a:lnTo>
                    <a:pt x="3964275" y="980547"/>
                  </a:lnTo>
                  <a:lnTo>
                    <a:pt x="3968156" y="980547"/>
                  </a:lnTo>
                  <a:lnTo>
                    <a:pt x="3973332" y="980547"/>
                  </a:lnTo>
                  <a:lnTo>
                    <a:pt x="3977213" y="980547"/>
                  </a:lnTo>
                  <a:lnTo>
                    <a:pt x="3982388" y="980547"/>
                  </a:lnTo>
                  <a:lnTo>
                    <a:pt x="4001796" y="980547"/>
                  </a:lnTo>
                  <a:lnTo>
                    <a:pt x="4016028" y="980547"/>
                  </a:lnTo>
                  <a:lnTo>
                    <a:pt x="4016028" y="942547"/>
                  </a:lnTo>
                  <a:lnTo>
                    <a:pt x="4045786" y="940069"/>
                  </a:lnTo>
                  <a:lnTo>
                    <a:pt x="4080719" y="941721"/>
                  </a:lnTo>
                  <a:lnTo>
                    <a:pt x="4080719" y="1006981"/>
                  </a:lnTo>
                  <a:lnTo>
                    <a:pt x="4096245" y="1006981"/>
                  </a:lnTo>
                  <a:lnTo>
                    <a:pt x="4096245" y="1073893"/>
                  </a:lnTo>
                  <a:lnTo>
                    <a:pt x="4110477" y="1073893"/>
                  </a:lnTo>
                  <a:lnTo>
                    <a:pt x="4110477" y="1103631"/>
                  </a:lnTo>
                  <a:lnTo>
                    <a:pt x="4114358" y="1103631"/>
                  </a:lnTo>
                  <a:lnTo>
                    <a:pt x="4119534" y="1103631"/>
                  </a:lnTo>
                  <a:lnTo>
                    <a:pt x="4124709" y="1103631"/>
                  </a:lnTo>
                  <a:lnTo>
                    <a:pt x="4126003" y="1103631"/>
                  </a:lnTo>
                  <a:lnTo>
                    <a:pt x="4126003" y="1077197"/>
                  </a:lnTo>
                  <a:lnTo>
                    <a:pt x="4147998" y="1076371"/>
                  </a:lnTo>
                  <a:lnTo>
                    <a:pt x="4147998" y="1052415"/>
                  </a:lnTo>
                  <a:lnTo>
                    <a:pt x="4153173" y="1052415"/>
                  </a:lnTo>
                  <a:lnTo>
                    <a:pt x="4179050" y="1053241"/>
                  </a:lnTo>
                  <a:lnTo>
                    <a:pt x="4179050" y="932635"/>
                  </a:lnTo>
                  <a:lnTo>
                    <a:pt x="4294200" y="936765"/>
                  </a:lnTo>
                  <a:lnTo>
                    <a:pt x="4294200" y="1077197"/>
                  </a:lnTo>
                  <a:lnTo>
                    <a:pt x="4307138" y="1077197"/>
                  </a:lnTo>
                  <a:lnTo>
                    <a:pt x="4307138" y="1263063"/>
                  </a:lnTo>
                  <a:lnTo>
                    <a:pt x="4360185" y="1263063"/>
                  </a:lnTo>
                  <a:lnTo>
                    <a:pt x="4362772" y="1082980"/>
                  </a:lnTo>
                  <a:lnTo>
                    <a:pt x="4387355" y="983851"/>
                  </a:lnTo>
                  <a:lnTo>
                    <a:pt x="4389943" y="660857"/>
                  </a:lnTo>
                  <a:lnTo>
                    <a:pt x="4404175" y="632771"/>
                  </a:lnTo>
                  <a:lnTo>
                    <a:pt x="4404175" y="333733"/>
                  </a:lnTo>
                  <a:lnTo>
                    <a:pt x="4417113" y="315559"/>
                  </a:lnTo>
                  <a:lnTo>
                    <a:pt x="4427464" y="313081"/>
                  </a:lnTo>
                  <a:lnTo>
                    <a:pt x="4427464" y="301516"/>
                  </a:lnTo>
                  <a:lnTo>
                    <a:pt x="4427464" y="299038"/>
                  </a:lnTo>
                  <a:lnTo>
                    <a:pt x="4436520" y="298212"/>
                  </a:lnTo>
                  <a:lnTo>
                    <a:pt x="4436520" y="286647"/>
                  </a:lnTo>
                  <a:lnTo>
                    <a:pt x="4436520" y="283343"/>
                  </a:lnTo>
                  <a:lnTo>
                    <a:pt x="4449459" y="281690"/>
                  </a:lnTo>
                  <a:lnTo>
                    <a:pt x="4449459" y="261039"/>
                  </a:lnTo>
                  <a:lnTo>
                    <a:pt x="4449459" y="259386"/>
                  </a:lnTo>
                  <a:lnTo>
                    <a:pt x="4459809" y="257734"/>
                  </a:lnTo>
                  <a:lnTo>
                    <a:pt x="4574959" y="257734"/>
                  </a:lnTo>
                  <a:lnTo>
                    <a:pt x="4586604" y="259386"/>
                  </a:lnTo>
                  <a:lnTo>
                    <a:pt x="4586604" y="262691"/>
                  </a:lnTo>
                  <a:lnTo>
                    <a:pt x="4586604" y="281690"/>
                  </a:lnTo>
                  <a:lnTo>
                    <a:pt x="4598248" y="283343"/>
                  </a:lnTo>
                  <a:lnTo>
                    <a:pt x="4598248" y="286647"/>
                  </a:lnTo>
                  <a:lnTo>
                    <a:pt x="4598248" y="298212"/>
                  </a:lnTo>
                  <a:lnTo>
                    <a:pt x="4606011" y="299038"/>
                  </a:lnTo>
                  <a:lnTo>
                    <a:pt x="4606011" y="301516"/>
                  </a:lnTo>
                  <a:lnTo>
                    <a:pt x="4606011" y="313081"/>
                  </a:lnTo>
                  <a:lnTo>
                    <a:pt x="4618949" y="315559"/>
                  </a:lnTo>
                  <a:lnTo>
                    <a:pt x="4630594" y="333733"/>
                  </a:lnTo>
                  <a:lnTo>
                    <a:pt x="4630594" y="632771"/>
                  </a:lnTo>
                  <a:lnTo>
                    <a:pt x="4646120" y="660857"/>
                  </a:lnTo>
                  <a:lnTo>
                    <a:pt x="4646120" y="939243"/>
                  </a:lnTo>
                  <a:lnTo>
                    <a:pt x="4648707" y="939243"/>
                  </a:lnTo>
                  <a:lnTo>
                    <a:pt x="4648707" y="933461"/>
                  </a:lnTo>
                  <a:lnTo>
                    <a:pt x="4651295" y="933461"/>
                  </a:lnTo>
                  <a:lnTo>
                    <a:pt x="4684934" y="933461"/>
                  </a:lnTo>
                  <a:lnTo>
                    <a:pt x="4688816" y="933461"/>
                  </a:lnTo>
                  <a:lnTo>
                    <a:pt x="4688816" y="934287"/>
                  </a:lnTo>
                  <a:lnTo>
                    <a:pt x="4688816" y="939243"/>
                  </a:lnTo>
                  <a:lnTo>
                    <a:pt x="4693991" y="939243"/>
                  </a:lnTo>
                  <a:lnTo>
                    <a:pt x="4696579" y="941721"/>
                  </a:lnTo>
                  <a:lnTo>
                    <a:pt x="4696579" y="944200"/>
                  </a:lnTo>
                  <a:lnTo>
                    <a:pt x="4699167" y="944200"/>
                  </a:lnTo>
                  <a:lnTo>
                    <a:pt x="4701754" y="945852"/>
                  </a:lnTo>
                  <a:lnTo>
                    <a:pt x="4701754" y="949982"/>
                  </a:lnTo>
                  <a:lnTo>
                    <a:pt x="4705636" y="949982"/>
                  </a:lnTo>
                  <a:lnTo>
                    <a:pt x="4706929" y="951634"/>
                  </a:lnTo>
                  <a:lnTo>
                    <a:pt x="4706929" y="957417"/>
                  </a:lnTo>
                  <a:lnTo>
                    <a:pt x="4712105" y="957417"/>
                  </a:lnTo>
                  <a:lnTo>
                    <a:pt x="4712105" y="959895"/>
                  </a:lnTo>
                  <a:lnTo>
                    <a:pt x="4712105" y="1112718"/>
                  </a:lnTo>
                  <a:lnTo>
                    <a:pt x="4715986" y="1130066"/>
                  </a:lnTo>
                  <a:lnTo>
                    <a:pt x="4717280" y="693900"/>
                  </a:lnTo>
                  <a:lnTo>
                    <a:pt x="4717280" y="667466"/>
                  </a:lnTo>
                  <a:lnTo>
                    <a:pt x="4717280" y="604684"/>
                  </a:lnTo>
                  <a:lnTo>
                    <a:pt x="4719868" y="604684"/>
                  </a:lnTo>
                  <a:lnTo>
                    <a:pt x="4719868" y="579902"/>
                  </a:lnTo>
                  <a:lnTo>
                    <a:pt x="4719868" y="532816"/>
                  </a:lnTo>
                  <a:lnTo>
                    <a:pt x="4825961" y="531990"/>
                  </a:lnTo>
                  <a:lnTo>
                    <a:pt x="4827255" y="527034"/>
                  </a:lnTo>
                  <a:lnTo>
                    <a:pt x="4841487" y="527034"/>
                  </a:lnTo>
                  <a:lnTo>
                    <a:pt x="4841487" y="531990"/>
                  </a:lnTo>
                  <a:lnTo>
                    <a:pt x="4934642" y="531990"/>
                  </a:lnTo>
                  <a:lnTo>
                    <a:pt x="4939818" y="527034"/>
                  </a:lnTo>
                  <a:lnTo>
                    <a:pt x="4951462" y="527034"/>
                  </a:lnTo>
                  <a:lnTo>
                    <a:pt x="4951462" y="531990"/>
                  </a:lnTo>
                  <a:lnTo>
                    <a:pt x="5052380" y="531990"/>
                  </a:lnTo>
                  <a:lnTo>
                    <a:pt x="5052380" y="579076"/>
                  </a:lnTo>
                  <a:lnTo>
                    <a:pt x="5052380" y="603032"/>
                  </a:lnTo>
                  <a:lnTo>
                    <a:pt x="5060143" y="603032"/>
                  </a:lnTo>
                  <a:lnTo>
                    <a:pt x="5060143" y="667466"/>
                  </a:lnTo>
                  <a:lnTo>
                    <a:pt x="5060143" y="693900"/>
                  </a:lnTo>
                  <a:lnTo>
                    <a:pt x="5054968" y="1006981"/>
                  </a:lnTo>
                  <a:lnTo>
                    <a:pt x="5179175" y="1004503"/>
                  </a:lnTo>
                  <a:lnTo>
                    <a:pt x="5186938" y="1006155"/>
                  </a:lnTo>
                  <a:lnTo>
                    <a:pt x="5186938" y="1029285"/>
                  </a:lnTo>
                  <a:lnTo>
                    <a:pt x="5189526" y="1029285"/>
                  </a:lnTo>
                  <a:lnTo>
                    <a:pt x="5261980" y="1036720"/>
                  </a:lnTo>
                  <a:lnTo>
                    <a:pt x="5261980" y="1100327"/>
                  </a:lnTo>
                  <a:lnTo>
                    <a:pt x="5312439" y="1094545"/>
                  </a:lnTo>
                  <a:lnTo>
                    <a:pt x="5352547" y="1095371"/>
                  </a:lnTo>
                  <a:lnTo>
                    <a:pt x="5352547" y="953286"/>
                  </a:lnTo>
                  <a:lnTo>
                    <a:pt x="5353841" y="953286"/>
                  </a:lnTo>
                  <a:lnTo>
                    <a:pt x="5353841" y="646814"/>
                  </a:lnTo>
                  <a:lnTo>
                    <a:pt x="5382305" y="616249"/>
                  </a:lnTo>
                  <a:lnTo>
                    <a:pt x="5382305" y="590641"/>
                  </a:lnTo>
                  <a:lnTo>
                    <a:pt x="5388774" y="587337"/>
                  </a:lnTo>
                  <a:lnTo>
                    <a:pt x="5729050" y="593945"/>
                  </a:lnTo>
                  <a:lnTo>
                    <a:pt x="5729050" y="1171369"/>
                  </a:lnTo>
                  <a:lnTo>
                    <a:pt x="5766571" y="1171369"/>
                  </a:lnTo>
                  <a:lnTo>
                    <a:pt x="5765277" y="1181282"/>
                  </a:lnTo>
                  <a:lnTo>
                    <a:pt x="5817030" y="1160630"/>
                  </a:lnTo>
                  <a:lnTo>
                    <a:pt x="5820911" y="177605"/>
                  </a:lnTo>
                  <a:lnTo>
                    <a:pt x="5831262" y="170171"/>
                  </a:lnTo>
                  <a:lnTo>
                    <a:pt x="5857138" y="163562"/>
                  </a:lnTo>
                  <a:lnTo>
                    <a:pt x="5897247" y="157780"/>
                  </a:lnTo>
                  <a:lnTo>
                    <a:pt x="5947706" y="154475"/>
                  </a:lnTo>
                  <a:lnTo>
                    <a:pt x="6003341" y="151997"/>
                  </a:lnTo>
                  <a:lnTo>
                    <a:pt x="6031805" y="151997"/>
                  </a:lnTo>
                  <a:lnTo>
                    <a:pt x="6031805" y="69390"/>
                  </a:lnTo>
                  <a:lnTo>
                    <a:pt x="6042155" y="0"/>
                  </a:lnTo>
                  <a:close/>
                </a:path>
              </a:pathLst>
            </a:custGeom>
            <a:gradFill>
              <a:gsLst>
                <a:gs pos="0">
                  <a:srgbClr val="0193C2">
                    <a:alpha val="14901"/>
                  </a:srgbClr>
                </a:gs>
                <a:gs pos="100000">
                  <a:srgbClr val="0193C2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7"/>
                <a:buFont typeface="Arial"/>
                <a:buNone/>
              </a:pPr>
              <a:endParaRPr sz="217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g3cf02dd855a_0_2778"/>
            <p:cNvSpPr/>
            <p:nvPr/>
          </p:nvSpPr>
          <p:spPr>
            <a:xfrm>
              <a:off x="6925760" y="202402"/>
              <a:ext cx="2375336" cy="898259"/>
            </a:xfrm>
            <a:custGeom>
              <a:avLst/>
              <a:gdLst/>
              <a:ahLst/>
              <a:cxnLst/>
              <a:rect l="l" t="t" r="r" b="b"/>
              <a:pathLst>
                <a:path w="2375336" h="898259" extrusionOk="0">
                  <a:moveTo>
                    <a:pt x="706552" y="0"/>
                  </a:moveTo>
                  <a:lnTo>
                    <a:pt x="757122" y="1413"/>
                  </a:lnTo>
                  <a:lnTo>
                    <a:pt x="803294" y="3298"/>
                  </a:lnTo>
                  <a:lnTo>
                    <a:pt x="841770" y="6594"/>
                  </a:lnTo>
                  <a:lnTo>
                    <a:pt x="869254" y="11305"/>
                  </a:lnTo>
                  <a:lnTo>
                    <a:pt x="884644" y="16486"/>
                  </a:lnTo>
                  <a:lnTo>
                    <a:pt x="887942" y="21196"/>
                  </a:lnTo>
                  <a:lnTo>
                    <a:pt x="887942" y="103627"/>
                  </a:lnTo>
                  <a:lnTo>
                    <a:pt x="889042" y="744703"/>
                  </a:lnTo>
                  <a:lnTo>
                    <a:pt x="898935" y="744703"/>
                  </a:lnTo>
                  <a:lnTo>
                    <a:pt x="911028" y="746116"/>
                  </a:lnTo>
                  <a:lnTo>
                    <a:pt x="912127" y="630713"/>
                  </a:lnTo>
                  <a:lnTo>
                    <a:pt x="916525" y="609045"/>
                  </a:lnTo>
                  <a:lnTo>
                    <a:pt x="923120" y="590204"/>
                  </a:lnTo>
                  <a:lnTo>
                    <a:pt x="928618" y="575602"/>
                  </a:lnTo>
                  <a:lnTo>
                    <a:pt x="935214" y="566181"/>
                  </a:lnTo>
                  <a:lnTo>
                    <a:pt x="942908" y="560058"/>
                  </a:lnTo>
                  <a:lnTo>
                    <a:pt x="986882" y="557703"/>
                  </a:lnTo>
                  <a:lnTo>
                    <a:pt x="1005570" y="557703"/>
                  </a:lnTo>
                  <a:lnTo>
                    <a:pt x="1013266" y="564297"/>
                  </a:lnTo>
                  <a:lnTo>
                    <a:pt x="1020961" y="574189"/>
                  </a:lnTo>
                  <a:lnTo>
                    <a:pt x="1025358" y="588791"/>
                  </a:lnTo>
                  <a:lnTo>
                    <a:pt x="1029756" y="605748"/>
                  </a:lnTo>
                  <a:lnTo>
                    <a:pt x="1031954" y="412153"/>
                  </a:lnTo>
                  <a:lnTo>
                    <a:pt x="1033054" y="398493"/>
                  </a:lnTo>
                  <a:lnTo>
                    <a:pt x="1033054" y="396609"/>
                  </a:lnTo>
                  <a:lnTo>
                    <a:pt x="1033054" y="394254"/>
                  </a:lnTo>
                  <a:lnTo>
                    <a:pt x="1035252" y="381537"/>
                  </a:lnTo>
                  <a:lnTo>
                    <a:pt x="1036352" y="365521"/>
                  </a:lnTo>
                  <a:lnTo>
                    <a:pt x="1040750" y="350448"/>
                  </a:lnTo>
                  <a:lnTo>
                    <a:pt x="1044047" y="335375"/>
                  </a:lnTo>
                  <a:lnTo>
                    <a:pt x="1048444" y="320302"/>
                  </a:lnTo>
                  <a:lnTo>
                    <a:pt x="1055040" y="305229"/>
                  </a:lnTo>
                  <a:lnTo>
                    <a:pt x="1060536" y="290156"/>
                  </a:lnTo>
                  <a:lnTo>
                    <a:pt x="1068232" y="275083"/>
                  </a:lnTo>
                  <a:lnTo>
                    <a:pt x="1075928" y="260010"/>
                  </a:lnTo>
                  <a:lnTo>
                    <a:pt x="1084722" y="245408"/>
                  </a:lnTo>
                  <a:lnTo>
                    <a:pt x="1092417" y="234574"/>
                  </a:lnTo>
                  <a:lnTo>
                    <a:pt x="1092417" y="233161"/>
                  </a:lnTo>
                  <a:lnTo>
                    <a:pt x="1090219" y="229864"/>
                  </a:lnTo>
                  <a:lnTo>
                    <a:pt x="1090219" y="227980"/>
                  </a:lnTo>
                  <a:lnTo>
                    <a:pt x="1088020" y="227037"/>
                  </a:lnTo>
                  <a:lnTo>
                    <a:pt x="1095716" y="227037"/>
                  </a:lnTo>
                  <a:lnTo>
                    <a:pt x="1095716" y="223270"/>
                  </a:lnTo>
                  <a:lnTo>
                    <a:pt x="1095716" y="219030"/>
                  </a:lnTo>
                  <a:lnTo>
                    <a:pt x="1097914" y="215262"/>
                  </a:lnTo>
                  <a:lnTo>
                    <a:pt x="1097914" y="211494"/>
                  </a:lnTo>
                  <a:lnTo>
                    <a:pt x="1099014" y="207254"/>
                  </a:lnTo>
                  <a:lnTo>
                    <a:pt x="1100112" y="203015"/>
                  </a:lnTo>
                  <a:lnTo>
                    <a:pt x="1102312" y="198776"/>
                  </a:lnTo>
                  <a:lnTo>
                    <a:pt x="1103411" y="195008"/>
                  </a:lnTo>
                  <a:lnTo>
                    <a:pt x="1105610" y="191239"/>
                  </a:lnTo>
                  <a:lnTo>
                    <a:pt x="1106709" y="187000"/>
                  </a:lnTo>
                  <a:lnTo>
                    <a:pt x="1107808" y="183232"/>
                  </a:lnTo>
                  <a:lnTo>
                    <a:pt x="1110006" y="178992"/>
                  </a:lnTo>
                  <a:lnTo>
                    <a:pt x="1314482" y="178521"/>
                  </a:lnTo>
                  <a:lnTo>
                    <a:pt x="1316680" y="182290"/>
                  </a:lnTo>
                  <a:lnTo>
                    <a:pt x="1317780" y="186529"/>
                  </a:lnTo>
                  <a:lnTo>
                    <a:pt x="1319979" y="190297"/>
                  </a:lnTo>
                  <a:lnTo>
                    <a:pt x="1321078" y="194537"/>
                  </a:lnTo>
                  <a:lnTo>
                    <a:pt x="1322177" y="198776"/>
                  </a:lnTo>
                  <a:lnTo>
                    <a:pt x="1324376" y="203015"/>
                  </a:lnTo>
                  <a:lnTo>
                    <a:pt x="1325476" y="206783"/>
                  </a:lnTo>
                  <a:lnTo>
                    <a:pt x="1325476" y="210552"/>
                  </a:lnTo>
                  <a:lnTo>
                    <a:pt x="1327674" y="214791"/>
                  </a:lnTo>
                  <a:lnTo>
                    <a:pt x="1327674" y="218559"/>
                  </a:lnTo>
                  <a:lnTo>
                    <a:pt x="1328774" y="222328"/>
                  </a:lnTo>
                  <a:lnTo>
                    <a:pt x="1328774" y="226566"/>
                  </a:lnTo>
                  <a:lnTo>
                    <a:pt x="1335370" y="226566"/>
                  </a:lnTo>
                  <a:lnTo>
                    <a:pt x="1335370" y="237400"/>
                  </a:lnTo>
                  <a:lnTo>
                    <a:pt x="1339767" y="244937"/>
                  </a:lnTo>
                  <a:lnTo>
                    <a:pt x="1344164" y="252944"/>
                  </a:lnTo>
                  <a:lnTo>
                    <a:pt x="1347462" y="260010"/>
                  </a:lnTo>
                  <a:lnTo>
                    <a:pt x="1351860" y="267075"/>
                  </a:lnTo>
                  <a:lnTo>
                    <a:pt x="1356257" y="274612"/>
                  </a:lnTo>
                  <a:lnTo>
                    <a:pt x="1359554" y="282149"/>
                  </a:lnTo>
                  <a:lnTo>
                    <a:pt x="1362853" y="289685"/>
                  </a:lnTo>
                  <a:lnTo>
                    <a:pt x="1367250" y="297222"/>
                  </a:lnTo>
                  <a:lnTo>
                    <a:pt x="1370548" y="304758"/>
                  </a:lnTo>
                  <a:lnTo>
                    <a:pt x="1372746" y="312294"/>
                  </a:lnTo>
                  <a:lnTo>
                    <a:pt x="1374946" y="319831"/>
                  </a:lnTo>
                  <a:lnTo>
                    <a:pt x="1380442" y="334904"/>
                  </a:lnTo>
                  <a:lnTo>
                    <a:pt x="1383740" y="349977"/>
                  </a:lnTo>
                  <a:lnTo>
                    <a:pt x="1388138" y="365521"/>
                  </a:lnTo>
                  <a:lnTo>
                    <a:pt x="1390336" y="380595"/>
                  </a:lnTo>
                  <a:lnTo>
                    <a:pt x="1391435" y="396609"/>
                  </a:lnTo>
                  <a:lnTo>
                    <a:pt x="1391435" y="400378"/>
                  </a:lnTo>
                  <a:lnTo>
                    <a:pt x="1393634" y="411682"/>
                  </a:lnTo>
                  <a:lnTo>
                    <a:pt x="1394734" y="591146"/>
                  </a:lnTo>
                  <a:lnTo>
                    <a:pt x="1454097" y="590675"/>
                  </a:lnTo>
                  <a:lnTo>
                    <a:pt x="1449700" y="108809"/>
                  </a:lnTo>
                  <a:lnTo>
                    <a:pt x="1449700" y="47103"/>
                  </a:lnTo>
                  <a:lnTo>
                    <a:pt x="1875141" y="45219"/>
                  </a:lnTo>
                  <a:lnTo>
                    <a:pt x="1875141" y="53227"/>
                  </a:lnTo>
                  <a:lnTo>
                    <a:pt x="1874042" y="113519"/>
                  </a:lnTo>
                  <a:lnTo>
                    <a:pt x="1866346" y="587849"/>
                  </a:lnTo>
                  <a:lnTo>
                    <a:pt x="1881737" y="587849"/>
                  </a:lnTo>
                  <a:lnTo>
                    <a:pt x="1881737" y="562413"/>
                  </a:lnTo>
                  <a:lnTo>
                    <a:pt x="1882836" y="562413"/>
                  </a:lnTo>
                  <a:lnTo>
                    <a:pt x="1885035" y="562413"/>
                  </a:lnTo>
                  <a:lnTo>
                    <a:pt x="1905922" y="561942"/>
                  </a:lnTo>
                  <a:lnTo>
                    <a:pt x="1905922" y="538390"/>
                  </a:lnTo>
                  <a:lnTo>
                    <a:pt x="1905922" y="537448"/>
                  </a:lnTo>
                  <a:lnTo>
                    <a:pt x="1908120" y="537448"/>
                  </a:lnTo>
                  <a:lnTo>
                    <a:pt x="1909220" y="537448"/>
                  </a:lnTo>
                  <a:lnTo>
                    <a:pt x="1912518" y="536977"/>
                  </a:lnTo>
                  <a:lnTo>
                    <a:pt x="1935604" y="536035"/>
                  </a:lnTo>
                  <a:lnTo>
                    <a:pt x="1935604" y="517665"/>
                  </a:lnTo>
                  <a:lnTo>
                    <a:pt x="1935604" y="517194"/>
                  </a:lnTo>
                  <a:lnTo>
                    <a:pt x="1936704" y="516723"/>
                  </a:lnTo>
                  <a:lnTo>
                    <a:pt x="1938902" y="515781"/>
                  </a:lnTo>
                  <a:lnTo>
                    <a:pt x="1940001" y="515310"/>
                  </a:lnTo>
                  <a:lnTo>
                    <a:pt x="2025749" y="512484"/>
                  </a:lnTo>
                  <a:lnTo>
                    <a:pt x="2025749" y="510599"/>
                  </a:lnTo>
                  <a:lnTo>
                    <a:pt x="2025749" y="510128"/>
                  </a:lnTo>
                  <a:lnTo>
                    <a:pt x="2025749" y="508715"/>
                  </a:lnTo>
                  <a:lnTo>
                    <a:pt x="2025749" y="507302"/>
                  </a:lnTo>
                  <a:lnTo>
                    <a:pt x="2025749" y="505418"/>
                  </a:lnTo>
                  <a:lnTo>
                    <a:pt x="2025749" y="503534"/>
                  </a:lnTo>
                  <a:lnTo>
                    <a:pt x="2025749" y="501650"/>
                  </a:lnTo>
                  <a:lnTo>
                    <a:pt x="2025749" y="499295"/>
                  </a:lnTo>
                  <a:lnTo>
                    <a:pt x="2025749" y="498353"/>
                  </a:lnTo>
                  <a:lnTo>
                    <a:pt x="2025749" y="496939"/>
                  </a:lnTo>
                  <a:lnTo>
                    <a:pt x="2025749" y="495526"/>
                  </a:lnTo>
                  <a:lnTo>
                    <a:pt x="2025749" y="495055"/>
                  </a:lnTo>
                  <a:lnTo>
                    <a:pt x="2029047" y="495055"/>
                  </a:lnTo>
                  <a:lnTo>
                    <a:pt x="2030146" y="488461"/>
                  </a:lnTo>
                  <a:lnTo>
                    <a:pt x="2092808" y="488461"/>
                  </a:lnTo>
                  <a:lnTo>
                    <a:pt x="2092808" y="512484"/>
                  </a:lnTo>
                  <a:lnTo>
                    <a:pt x="2177456" y="515310"/>
                  </a:lnTo>
                  <a:lnTo>
                    <a:pt x="2177456" y="515781"/>
                  </a:lnTo>
                  <a:lnTo>
                    <a:pt x="2177456" y="536035"/>
                  </a:lnTo>
                  <a:lnTo>
                    <a:pt x="2203841" y="536977"/>
                  </a:lnTo>
                  <a:lnTo>
                    <a:pt x="2204940" y="536977"/>
                  </a:lnTo>
                  <a:lnTo>
                    <a:pt x="2204940" y="537448"/>
                  </a:lnTo>
                  <a:lnTo>
                    <a:pt x="2204940" y="561942"/>
                  </a:lnTo>
                  <a:lnTo>
                    <a:pt x="2229126" y="562413"/>
                  </a:lnTo>
                  <a:lnTo>
                    <a:pt x="2231324" y="562413"/>
                  </a:lnTo>
                  <a:lnTo>
                    <a:pt x="2232423" y="562413"/>
                  </a:lnTo>
                  <a:lnTo>
                    <a:pt x="2231324" y="587849"/>
                  </a:lnTo>
                  <a:lnTo>
                    <a:pt x="2248914" y="587849"/>
                  </a:lnTo>
                  <a:lnTo>
                    <a:pt x="2252211" y="587849"/>
                  </a:lnTo>
                  <a:lnTo>
                    <a:pt x="2254410" y="587849"/>
                  </a:lnTo>
                  <a:lnTo>
                    <a:pt x="2255509" y="587849"/>
                  </a:lnTo>
                  <a:lnTo>
                    <a:pt x="2256608" y="587849"/>
                  </a:lnTo>
                  <a:lnTo>
                    <a:pt x="2258807" y="587849"/>
                  </a:lnTo>
                  <a:lnTo>
                    <a:pt x="2256608" y="617524"/>
                  </a:lnTo>
                  <a:lnTo>
                    <a:pt x="2279695" y="617524"/>
                  </a:lnTo>
                  <a:lnTo>
                    <a:pt x="2274198" y="765899"/>
                  </a:lnTo>
                  <a:lnTo>
                    <a:pt x="2304980" y="768725"/>
                  </a:lnTo>
                  <a:lnTo>
                    <a:pt x="2302780" y="804524"/>
                  </a:lnTo>
                  <a:lnTo>
                    <a:pt x="2375336" y="804524"/>
                  </a:lnTo>
                  <a:lnTo>
                    <a:pt x="2375336" y="898259"/>
                  </a:lnTo>
                  <a:lnTo>
                    <a:pt x="0" y="898259"/>
                  </a:lnTo>
                  <a:lnTo>
                    <a:pt x="0" y="588140"/>
                  </a:lnTo>
                  <a:lnTo>
                    <a:pt x="43657" y="591146"/>
                  </a:lnTo>
                  <a:lnTo>
                    <a:pt x="43657" y="627415"/>
                  </a:lnTo>
                  <a:lnTo>
                    <a:pt x="86530" y="624118"/>
                  </a:lnTo>
                  <a:lnTo>
                    <a:pt x="120609" y="624589"/>
                  </a:lnTo>
                  <a:lnTo>
                    <a:pt x="120609" y="543571"/>
                  </a:lnTo>
                  <a:lnTo>
                    <a:pt x="121709" y="543571"/>
                  </a:lnTo>
                  <a:lnTo>
                    <a:pt x="121709" y="368819"/>
                  </a:lnTo>
                  <a:lnTo>
                    <a:pt x="145894" y="351390"/>
                  </a:lnTo>
                  <a:lnTo>
                    <a:pt x="145894" y="336788"/>
                  </a:lnTo>
                  <a:lnTo>
                    <a:pt x="151390" y="334904"/>
                  </a:lnTo>
                  <a:lnTo>
                    <a:pt x="440515" y="338672"/>
                  </a:lnTo>
                  <a:lnTo>
                    <a:pt x="440515" y="667924"/>
                  </a:lnTo>
                  <a:lnTo>
                    <a:pt x="472395" y="667924"/>
                  </a:lnTo>
                  <a:lnTo>
                    <a:pt x="471296" y="673577"/>
                  </a:lnTo>
                  <a:lnTo>
                    <a:pt x="515269" y="661801"/>
                  </a:lnTo>
                  <a:lnTo>
                    <a:pt x="518567" y="101272"/>
                  </a:lnTo>
                  <a:lnTo>
                    <a:pt x="527362" y="97033"/>
                  </a:lnTo>
                  <a:lnTo>
                    <a:pt x="549348" y="93264"/>
                  </a:lnTo>
                  <a:lnTo>
                    <a:pt x="583428" y="89967"/>
                  </a:lnTo>
                  <a:lnTo>
                    <a:pt x="626301" y="88083"/>
                  </a:lnTo>
                  <a:lnTo>
                    <a:pt x="673573" y="86670"/>
                  </a:lnTo>
                  <a:lnTo>
                    <a:pt x="697758" y="86670"/>
                  </a:lnTo>
                  <a:lnTo>
                    <a:pt x="697758" y="39567"/>
                  </a:lnTo>
                  <a:lnTo>
                    <a:pt x="706552" y="0"/>
                  </a:lnTo>
                  <a:close/>
                </a:path>
              </a:pathLst>
            </a:custGeom>
            <a:gradFill>
              <a:gsLst>
                <a:gs pos="0">
                  <a:srgbClr val="0193C2">
                    <a:alpha val="14901"/>
                  </a:srgbClr>
                </a:gs>
                <a:gs pos="100000">
                  <a:srgbClr val="0193C2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7"/>
                <a:buFont typeface="Arial"/>
                <a:buNone/>
              </a:pPr>
              <a:endParaRPr sz="217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8" name="Google Shape;2218;g3cf02dd855a_0_2778"/>
          <p:cNvGrpSpPr/>
          <p:nvPr/>
        </p:nvGrpSpPr>
        <p:grpSpPr>
          <a:xfrm>
            <a:off x="6376545" y="61789"/>
            <a:ext cx="2019169" cy="557389"/>
            <a:chOff x="58135" y="-25375"/>
            <a:chExt cx="883547" cy="243902"/>
          </a:xfrm>
        </p:grpSpPr>
        <p:sp>
          <p:nvSpPr>
            <p:cNvPr id="2219" name="Google Shape;2219;g3cf02dd855a_0_2778"/>
            <p:cNvSpPr/>
            <p:nvPr/>
          </p:nvSpPr>
          <p:spPr>
            <a:xfrm>
              <a:off x="291311" y="49991"/>
              <a:ext cx="476031" cy="168536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g3cf02dd855a_0_2778"/>
            <p:cNvSpPr/>
            <p:nvPr/>
          </p:nvSpPr>
          <p:spPr>
            <a:xfrm flipH="1">
              <a:off x="668481" y="-25375"/>
              <a:ext cx="273201" cy="96725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55294"/>
              </a:schemeClr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g3cf02dd855a_0_2778"/>
            <p:cNvSpPr/>
            <p:nvPr/>
          </p:nvSpPr>
          <p:spPr>
            <a:xfrm flipH="1">
              <a:off x="58135" y="-21340"/>
              <a:ext cx="273201" cy="96725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41176"/>
              </a:schemeClr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2" name="Google Shape;2222;g3cf02dd855a_0_2778"/>
          <p:cNvGrpSpPr/>
          <p:nvPr/>
        </p:nvGrpSpPr>
        <p:grpSpPr>
          <a:xfrm>
            <a:off x="8438117" y="-30203"/>
            <a:ext cx="3070115" cy="1542855"/>
            <a:chOff x="8438117" y="-30203"/>
            <a:chExt cx="3070115" cy="1542855"/>
          </a:xfrm>
        </p:grpSpPr>
        <p:sp>
          <p:nvSpPr>
            <p:cNvPr id="2223" name="Google Shape;2223;g3cf02dd855a_0_2778"/>
            <p:cNvSpPr/>
            <p:nvPr/>
          </p:nvSpPr>
          <p:spPr>
            <a:xfrm>
              <a:off x="8438117" y="-30203"/>
              <a:ext cx="3070115" cy="1542826"/>
            </a:xfrm>
            <a:custGeom>
              <a:avLst/>
              <a:gdLst/>
              <a:ahLst/>
              <a:cxnLst/>
              <a:rect l="l" t="t" r="r" b="b"/>
              <a:pathLst>
                <a:path w="3070115" h="1542826" extrusionOk="0">
                  <a:moveTo>
                    <a:pt x="1409397" y="1542827"/>
                  </a:moveTo>
                  <a:lnTo>
                    <a:pt x="42219" y="1542827"/>
                  </a:lnTo>
                  <a:cubicBezTo>
                    <a:pt x="4729" y="1542827"/>
                    <a:pt x="-14125" y="1497503"/>
                    <a:pt x="12403" y="1471052"/>
                  </a:cubicBezTo>
                  <a:lnTo>
                    <a:pt x="1362918" y="123146"/>
                  </a:lnTo>
                  <a:cubicBezTo>
                    <a:pt x="1441918" y="44304"/>
                    <a:pt x="1549053" y="0"/>
                    <a:pt x="1660719" y="0"/>
                  </a:cubicBezTo>
                  <a:lnTo>
                    <a:pt x="3027896" y="0"/>
                  </a:lnTo>
                  <a:cubicBezTo>
                    <a:pt x="3065386" y="0"/>
                    <a:pt x="3084241" y="45324"/>
                    <a:pt x="3057713" y="71775"/>
                  </a:cubicBezTo>
                  <a:lnTo>
                    <a:pt x="1707270" y="1419681"/>
                  </a:lnTo>
                  <a:cubicBezTo>
                    <a:pt x="1628271" y="1498523"/>
                    <a:pt x="1521136" y="1542827"/>
                    <a:pt x="1409470" y="1542827"/>
                  </a:cubicBezTo>
                  <a:close/>
                </a:path>
              </a:pathLst>
            </a:custGeom>
            <a:gradFill>
              <a:gsLst>
                <a:gs pos="0">
                  <a:srgbClr val="0098C7"/>
                </a:gs>
                <a:gs pos="42000">
                  <a:srgbClr val="3472AE"/>
                </a:gs>
                <a:gs pos="80000">
                  <a:srgbClr val="5C569B"/>
                </a:gs>
                <a:gs pos="100000">
                  <a:srgbClr val="6C4B9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g3cf02dd855a_0_2778"/>
            <p:cNvSpPr/>
            <p:nvPr/>
          </p:nvSpPr>
          <p:spPr>
            <a:xfrm>
              <a:off x="10292487" y="-6946"/>
              <a:ext cx="956236" cy="495415"/>
            </a:xfrm>
            <a:custGeom>
              <a:avLst/>
              <a:gdLst/>
              <a:ahLst/>
              <a:cxnLst/>
              <a:rect l="l" t="t" r="r" b="b"/>
              <a:pathLst>
                <a:path w="956236" h="495415" extrusionOk="0">
                  <a:moveTo>
                    <a:pt x="607905" y="0"/>
                  </a:moveTo>
                  <a:cubicBezTo>
                    <a:pt x="778255" y="0"/>
                    <a:pt x="918434" y="128988"/>
                    <a:pt x="936230" y="294636"/>
                  </a:cubicBezTo>
                  <a:lnTo>
                    <a:pt x="956236" y="291437"/>
                  </a:lnTo>
                  <a:lnTo>
                    <a:pt x="751875" y="495415"/>
                  </a:lnTo>
                  <a:lnTo>
                    <a:pt x="0" y="495415"/>
                  </a:lnTo>
                  <a:cubicBezTo>
                    <a:pt x="0" y="363168"/>
                    <a:pt x="107182" y="255986"/>
                    <a:pt x="239458" y="255957"/>
                  </a:cubicBezTo>
                  <a:lnTo>
                    <a:pt x="286098" y="256015"/>
                  </a:lnTo>
                  <a:cubicBezTo>
                    <a:pt x="319788" y="109374"/>
                    <a:pt x="451054" y="0"/>
                    <a:pt x="607905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5000">
                  <a:srgbClr val="FFFFFF"/>
                </a:gs>
                <a:gs pos="31000">
                  <a:srgbClr val="F8FCFE"/>
                </a:gs>
                <a:gs pos="41000">
                  <a:srgbClr val="E7F3FB"/>
                </a:gs>
                <a:gs pos="51000">
                  <a:srgbClr val="CBE6F7"/>
                </a:gs>
                <a:gs pos="63000">
                  <a:srgbClr val="A4D3F1"/>
                </a:gs>
                <a:gs pos="64000">
                  <a:srgbClr val="A0D1F1"/>
                </a:gs>
                <a:gs pos="100000">
                  <a:srgbClr val="A0D1F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g3cf02dd855a_0_2778"/>
            <p:cNvSpPr/>
            <p:nvPr/>
          </p:nvSpPr>
          <p:spPr>
            <a:xfrm>
              <a:off x="10807284" y="184514"/>
              <a:ext cx="521062" cy="308068"/>
            </a:xfrm>
            <a:custGeom>
              <a:avLst/>
              <a:gdLst/>
              <a:ahLst/>
              <a:cxnLst/>
              <a:rect l="l" t="t" r="r" b="b"/>
              <a:pathLst>
                <a:path w="521062" h="308068" extrusionOk="0">
                  <a:moveTo>
                    <a:pt x="388587" y="164"/>
                  </a:moveTo>
                  <a:cubicBezTo>
                    <a:pt x="415110" y="833"/>
                    <a:pt x="441630" y="3542"/>
                    <a:pt x="467470" y="8211"/>
                  </a:cubicBezTo>
                  <a:lnTo>
                    <a:pt x="521062" y="22396"/>
                  </a:lnTo>
                  <a:lnTo>
                    <a:pt x="234853" y="308068"/>
                  </a:lnTo>
                  <a:lnTo>
                    <a:pt x="1" y="308068"/>
                  </a:lnTo>
                  <a:cubicBezTo>
                    <a:pt x="1" y="308068"/>
                    <a:pt x="-1269" y="218769"/>
                    <a:pt x="113327" y="95347"/>
                  </a:cubicBezTo>
                  <a:lnTo>
                    <a:pt x="113327" y="95319"/>
                  </a:lnTo>
                  <a:cubicBezTo>
                    <a:pt x="176336" y="27465"/>
                    <a:pt x="282494" y="-2511"/>
                    <a:pt x="388587" y="164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9000">
                  <a:srgbClr val="FFFFFF"/>
                </a:gs>
                <a:gs pos="47000">
                  <a:srgbClr val="F8FBFD"/>
                </a:gs>
                <a:gs pos="72000">
                  <a:srgbClr val="E7F2FA"/>
                </a:gs>
                <a:gs pos="100000">
                  <a:srgbClr val="CCE4F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26" name="Google Shape;2226;g3cf02dd855a_0_2778"/>
            <p:cNvGrpSpPr/>
            <p:nvPr/>
          </p:nvGrpSpPr>
          <p:grpSpPr>
            <a:xfrm>
              <a:off x="9177981" y="163235"/>
              <a:ext cx="1232415" cy="1349388"/>
              <a:chOff x="9177981" y="2420208"/>
              <a:chExt cx="1232415" cy="1349388"/>
            </a:xfrm>
          </p:grpSpPr>
          <p:sp>
            <p:nvSpPr>
              <p:cNvPr id="2227" name="Google Shape;2227;g3cf02dd855a_0_2778"/>
              <p:cNvSpPr/>
              <p:nvPr/>
            </p:nvSpPr>
            <p:spPr>
              <a:xfrm>
                <a:off x="9177981" y="2420208"/>
                <a:ext cx="1232415" cy="1349388"/>
              </a:xfrm>
              <a:custGeom>
                <a:avLst/>
                <a:gdLst/>
                <a:ahLst/>
                <a:cxnLst/>
                <a:rect l="l" t="t" r="r" b="b"/>
                <a:pathLst>
                  <a:path w="1232415" h="1349388" extrusionOk="0">
                    <a:moveTo>
                      <a:pt x="800239" y="0"/>
                    </a:moveTo>
                    <a:lnTo>
                      <a:pt x="1061281" y="233707"/>
                    </a:lnTo>
                    <a:lnTo>
                      <a:pt x="1061325" y="233707"/>
                    </a:lnTo>
                    <a:cubicBezTo>
                      <a:pt x="1061325" y="233707"/>
                      <a:pt x="875538" y="233862"/>
                      <a:pt x="875538" y="234079"/>
                    </a:cubicBezTo>
                    <a:cubicBezTo>
                      <a:pt x="875377" y="372545"/>
                      <a:pt x="972607" y="577845"/>
                      <a:pt x="1105281" y="781907"/>
                    </a:cubicBezTo>
                    <a:lnTo>
                      <a:pt x="1232415" y="961732"/>
                    </a:lnTo>
                    <a:lnTo>
                      <a:pt x="1072546" y="1121301"/>
                    </a:lnTo>
                    <a:lnTo>
                      <a:pt x="984531" y="939070"/>
                    </a:lnTo>
                    <a:cubicBezTo>
                      <a:pt x="909440" y="764389"/>
                      <a:pt x="875237" y="629285"/>
                      <a:pt x="875237" y="632880"/>
                    </a:cubicBezTo>
                    <a:lnTo>
                      <a:pt x="923655" y="1262047"/>
                    </a:lnTo>
                    <a:lnTo>
                      <a:pt x="903251" y="1278745"/>
                    </a:lnTo>
                    <a:cubicBezTo>
                      <a:pt x="834557" y="1324467"/>
                      <a:pt x="753356" y="1349388"/>
                      <a:pt x="669607" y="1349388"/>
                    </a:cubicBezTo>
                    <a:lnTo>
                      <a:pt x="669534" y="1349388"/>
                    </a:lnTo>
                    <a:lnTo>
                      <a:pt x="664601" y="1349388"/>
                    </a:lnTo>
                    <a:lnTo>
                      <a:pt x="717066" y="634835"/>
                    </a:lnTo>
                    <a:cubicBezTo>
                      <a:pt x="717066" y="630275"/>
                      <a:pt x="642931" y="947389"/>
                      <a:pt x="447111" y="1245995"/>
                    </a:cubicBezTo>
                    <a:lnTo>
                      <a:pt x="371928" y="1349388"/>
                    </a:lnTo>
                    <a:lnTo>
                      <a:pt x="0" y="1349388"/>
                    </a:lnTo>
                    <a:lnTo>
                      <a:pt x="94440" y="1263998"/>
                    </a:lnTo>
                    <a:cubicBezTo>
                      <a:pt x="382156" y="980196"/>
                      <a:pt x="717480" y="491959"/>
                      <a:pt x="717367" y="233707"/>
                    </a:cubicBezTo>
                    <a:lnTo>
                      <a:pt x="531321" y="233707"/>
                    </a:lnTo>
                    <a:lnTo>
                      <a:pt x="800239" y="0"/>
                    </a:lnTo>
                    <a:close/>
                  </a:path>
                </a:pathLst>
              </a:custGeom>
              <a:gradFill>
                <a:gsLst>
                  <a:gs pos="0">
                    <a:srgbClr val="21E1FE"/>
                  </a:gs>
                  <a:gs pos="3000">
                    <a:srgbClr val="21E1FE"/>
                  </a:gs>
                  <a:gs pos="89000">
                    <a:srgbClr val="A3F046">
                      <a:alpha val="45098"/>
                    </a:srgbClr>
                  </a:gs>
                  <a:gs pos="100000">
                    <a:srgbClr val="A3F046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398"/>
                  <a:buFont typeface="Arial"/>
                  <a:buNone/>
                </a:pPr>
                <a:endParaRPr sz="2398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8" name="Google Shape;2228;g3cf02dd855a_0_2778"/>
              <p:cNvSpPr/>
              <p:nvPr/>
            </p:nvSpPr>
            <p:spPr>
              <a:xfrm>
                <a:off x="9709301" y="2420208"/>
                <a:ext cx="417545" cy="356955"/>
              </a:xfrm>
              <a:custGeom>
                <a:avLst/>
                <a:gdLst/>
                <a:ahLst/>
                <a:cxnLst/>
                <a:rect l="l" t="t" r="r" b="b"/>
                <a:pathLst>
                  <a:path w="1336143" h="1274840" extrusionOk="0">
                    <a:moveTo>
                      <a:pt x="862074" y="0"/>
                    </a:moveTo>
                    <a:lnTo>
                      <a:pt x="1336143" y="473758"/>
                    </a:lnTo>
                    <a:lnTo>
                      <a:pt x="535061" y="1274840"/>
                    </a:lnTo>
                    <a:lnTo>
                      <a:pt x="561003" y="1159744"/>
                    </a:lnTo>
                    <a:cubicBezTo>
                      <a:pt x="584143" y="1043750"/>
                      <a:pt x="596448" y="935291"/>
                      <a:pt x="596409" y="836279"/>
                    </a:cubicBezTo>
                    <a:lnTo>
                      <a:pt x="0" y="836279"/>
                    </a:lnTo>
                    <a:close/>
                  </a:path>
                </a:pathLst>
              </a:custGeom>
              <a:gradFill>
                <a:gsLst>
                  <a:gs pos="0">
                    <a:srgbClr val="21E1FE"/>
                  </a:gs>
                  <a:gs pos="3000">
                    <a:srgbClr val="21E1FE"/>
                  </a:gs>
                  <a:gs pos="89000">
                    <a:srgbClr val="A3F046">
                      <a:alpha val="45098"/>
                    </a:srgbClr>
                  </a:gs>
                  <a:gs pos="100000">
                    <a:srgbClr val="A3F046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121850" tIns="60925" rIns="121850" bIns="609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398"/>
                  <a:buFont typeface="Arial"/>
                  <a:buNone/>
                </a:pPr>
                <a:endParaRPr sz="2398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9" name="Google Shape;2229;g3cf02dd855a_0_2778"/>
            <p:cNvGrpSpPr/>
            <p:nvPr/>
          </p:nvGrpSpPr>
          <p:grpSpPr>
            <a:xfrm>
              <a:off x="9053814" y="555369"/>
              <a:ext cx="761797" cy="591364"/>
              <a:chOff x="6959941" y="6044769"/>
              <a:chExt cx="1338600" cy="1039121"/>
            </a:xfrm>
          </p:grpSpPr>
          <p:sp>
            <p:nvSpPr>
              <p:cNvPr id="2230" name="Google Shape;2230;g3cf02dd855a_0_2778"/>
              <p:cNvSpPr/>
              <p:nvPr/>
            </p:nvSpPr>
            <p:spPr>
              <a:xfrm>
                <a:off x="6959941" y="6044769"/>
                <a:ext cx="1338600" cy="926400"/>
              </a:xfrm>
              <a:prstGeom prst="rect">
                <a:avLst/>
              </a:prstGeom>
              <a:solidFill>
                <a:srgbClr val="1E448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1" name="Google Shape;2231;g3cf02dd855a_0_2778"/>
              <p:cNvSpPr/>
              <p:nvPr/>
            </p:nvSpPr>
            <p:spPr>
              <a:xfrm>
                <a:off x="6988254" y="6071826"/>
                <a:ext cx="1281900" cy="872400"/>
              </a:xfrm>
              <a:prstGeom prst="rect">
                <a:avLst/>
              </a:prstGeom>
              <a:solidFill>
                <a:srgbClr val="218FC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2" name="Google Shape;2232;g3cf02dd855a_0_2778"/>
              <p:cNvSpPr/>
              <p:nvPr/>
            </p:nvSpPr>
            <p:spPr>
              <a:xfrm>
                <a:off x="6988254" y="6071826"/>
                <a:ext cx="1281900" cy="872400"/>
              </a:xfrm>
              <a:prstGeom prst="rect">
                <a:avLst/>
              </a:prstGeom>
              <a:solidFill>
                <a:srgbClr val="80BFE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3" name="Google Shape;2233;g3cf02dd855a_0_2778"/>
              <p:cNvSpPr/>
              <p:nvPr/>
            </p:nvSpPr>
            <p:spPr>
              <a:xfrm>
                <a:off x="7134413" y="6204300"/>
                <a:ext cx="418800" cy="595200"/>
              </a:xfrm>
              <a:prstGeom prst="rect">
                <a:avLst/>
              </a:prstGeom>
              <a:solidFill>
                <a:srgbClr val="1E4489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4" name="Google Shape;2234;g3cf02dd855a_0_2778"/>
              <p:cNvSpPr/>
              <p:nvPr/>
            </p:nvSpPr>
            <p:spPr>
              <a:xfrm>
                <a:off x="7173695" y="6245906"/>
                <a:ext cx="340500" cy="255900"/>
              </a:xfrm>
              <a:prstGeom prst="rect">
                <a:avLst/>
              </a:prstGeom>
              <a:solidFill>
                <a:srgbClr val="CEE6F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5" name="Google Shape;2235;g3cf02dd855a_0_2778"/>
              <p:cNvSpPr/>
              <p:nvPr/>
            </p:nvSpPr>
            <p:spPr>
              <a:xfrm>
                <a:off x="7618292" y="6204300"/>
                <a:ext cx="511500" cy="297600"/>
              </a:xfrm>
              <a:prstGeom prst="rect">
                <a:avLst/>
              </a:prstGeom>
              <a:solidFill>
                <a:srgbClr val="1E4489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6" name="Google Shape;2236;g3cf02dd855a_0_2778"/>
              <p:cNvSpPr/>
              <p:nvPr/>
            </p:nvSpPr>
            <p:spPr>
              <a:xfrm>
                <a:off x="6987234" y="6071826"/>
                <a:ext cx="1018263" cy="1012064"/>
              </a:xfrm>
              <a:custGeom>
                <a:avLst/>
                <a:gdLst/>
                <a:ahLst/>
                <a:cxnLst/>
                <a:rect l="l" t="t" r="r" b="b"/>
                <a:pathLst>
                  <a:path w="1018263" h="1012064" extrusionOk="0">
                    <a:moveTo>
                      <a:pt x="9693" y="444900"/>
                    </a:moveTo>
                    <a:lnTo>
                      <a:pt x="0" y="1012065"/>
                    </a:lnTo>
                    <a:lnTo>
                      <a:pt x="1018264" y="0"/>
                    </a:lnTo>
                    <a:lnTo>
                      <a:pt x="649934" y="0"/>
                    </a:lnTo>
                    <a:lnTo>
                      <a:pt x="454291" y="0"/>
                    </a:lnTo>
                    <a:lnTo>
                      <a:pt x="9693" y="4449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34509"/>
                    </a:srgbClr>
                  </a:gs>
                  <a:gs pos="30000">
                    <a:srgbClr val="FFFFFF">
                      <a:alpha val="24705"/>
                    </a:srgbClr>
                  </a:gs>
                  <a:gs pos="70000">
                    <a:srgbClr val="FFFFFF">
                      <a:alpha val="14901"/>
                    </a:srgbClr>
                  </a:gs>
                  <a:gs pos="9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7" name="Google Shape;2237;g3cf02dd855a_0_2778"/>
              <p:cNvSpPr/>
              <p:nvPr/>
            </p:nvSpPr>
            <p:spPr>
              <a:xfrm>
                <a:off x="7655788" y="6594067"/>
                <a:ext cx="52500" cy="52500"/>
              </a:xfrm>
              <a:prstGeom prst="ellipse">
                <a:avLst/>
              </a:prstGeom>
              <a:solidFill>
                <a:srgbClr val="22B9A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8" name="Google Shape;2238;g3cf02dd855a_0_2778"/>
              <p:cNvSpPr/>
              <p:nvPr/>
            </p:nvSpPr>
            <p:spPr>
              <a:xfrm>
                <a:off x="7655788" y="6452148"/>
                <a:ext cx="279053" cy="2552"/>
              </a:xfrm>
              <a:custGeom>
                <a:avLst/>
                <a:gdLst/>
                <a:ahLst/>
                <a:cxnLst/>
                <a:rect l="l" t="t" r="r" b="b"/>
                <a:pathLst>
                  <a:path w="279053" h="2552" extrusionOk="0">
                    <a:moveTo>
                      <a:pt x="0" y="0"/>
                    </a:moveTo>
                    <a:lnTo>
                      <a:pt x="279053" y="0"/>
                    </a:lnTo>
                  </a:path>
                </a:pathLst>
              </a:custGeom>
              <a:noFill/>
              <a:ln w="9525" cap="flat" cmpd="sng">
                <a:solidFill>
                  <a:srgbClr val="22B9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9" name="Google Shape;2239;g3cf02dd855a_0_2778"/>
              <p:cNvSpPr/>
              <p:nvPr/>
            </p:nvSpPr>
            <p:spPr>
              <a:xfrm>
                <a:off x="7655788" y="6403395"/>
                <a:ext cx="317569" cy="2552"/>
              </a:xfrm>
              <a:custGeom>
                <a:avLst/>
                <a:gdLst/>
                <a:ahLst/>
                <a:cxnLst/>
                <a:rect l="l" t="t" r="r" b="b"/>
                <a:pathLst>
                  <a:path w="317569" h="2552" extrusionOk="0">
                    <a:moveTo>
                      <a:pt x="0" y="0"/>
                    </a:moveTo>
                    <a:lnTo>
                      <a:pt x="317570" y="0"/>
                    </a:lnTo>
                  </a:path>
                </a:pathLst>
              </a:custGeom>
              <a:noFill/>
              <a:ln w="9525" cap="flat" cmpd="sng">
                <a:solidFill>
                  <a:srgbClr val="22B9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0" name="Google Shape;2240;g3cf02dd855a_0_2778"/>
              <p:cNvSpPr/>
              <p:nvPr/>
            </p:nvSpPr>
            <p:spPr>
              <a:xfrm>
                <a:off x="7655788" y="6354898"/>
                <a:ext cx="234670" cy="2552"/>
              </a:xfrm>
              <a:custGeom>
                <a:avLst/>
                <a:gdLst/>
                <a:ahLst/>
                <a:cxnLst/>
                <a:rect l="l" t="t" r="r" b="b"/>
                <a:pathLst>
                  <a:path w="234670" h="2552" extrusionOk="0">
                    <a:moveTo>
                      <a:pt x="0" y="0"/>
                    </a:moveTo>
                    <a:lnTo>
                      <a:pt x="234670" y="0"/>
                    </a:lnTo>
                  </a:path>
                </a:pathLst>
              </a:custGeom>
              <a:noFill/>
              <a:ln w="9525" cap="flat" cmpd="sng">
                <a:solidFill>
                  <a:srgbClr val="22B9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1" name="Google Shape;2241;g3cf02dd855a_0_2778"/>
              <p:cNvSpPr/>
              <p:nvPr/>
            </p:nvSpPr>
            <p:spPr>
              <a:xfrm>
                <a:off x="7878470" y="6552206"/>
                <a:ext cx="253545" cy="252441"/>
              </a:xfrm>
              <a:custGeom>
                <a:avLst/>
                <a:gdLst/>
                <a:ahLst/>
                <a:cxnLst/>
                <a:rect l="l" t="t" r="r" b="b"/>
                <a:pathLst>
                  <a:path w="253545" h="252441" extrusionOk="0">
                    <a:moveTo>
                      <a:pt x="250995" y="104397"/>
                    </a:moveTo>
                    <a:cubicBezTo>
                      <a:pt x="248954" y="103887"/>
                      <a:pt x="244873" y="102866"/>
                      <a:pt x="239006" y="101079"/>
                    </a:cubicBezTo>
                    <a:cubicBezTo>
                      <a:pt x="234670" y="99803"/>
                      <a:pt x="230844" y="98782"/>
                      <a:pt x="227528" y="98526"/>
                    </a:cubicBezTo>
                    <a:cubicBezTo>
                      <a:pt x="226508" y="95974"/>
                      <a:pt x="224467" y="90103"/>
                      <a:pt x="219621" y="76064"/>
                    </a:cubicBezTo>
                    <a:cubicBezTo>
                      <a:pt x="222681" y="71215"/>
                      <a:pt x="226763" y="64323"/>
                      <a:pt x="232119" y="54623"/>
                    </a:cubicBezTo>
                    <a:lnTo>
                      <a:pt x="233395" y="52071"/>
                    </a:lnTo>
                    <a:lnTo>
                      <a:pt x="231099" y="50284"/>
                    </a:lnTo>
                    <a:cubicBezTo>
                      <a:pt x="228293" y="47987"/>
                      <a:pt x="223702" y="43648"/>
                      <a:pt x="217325" y="37266"/>
                    </a:cubicBezTo>
                    <a:cubicBezTo>
                      <a:pt x="211458" y="30885"/>
                      <a:pt x="206612" y="26546"/>
                      <a:pt x="202020" y="23993"/>
                    </a:cubicBezTo>
                    <a:lnTo>
                      <a:pt x="200490" y="23228"/>
                    </a:lnTo>
                    <a:lnTo>
                      <a:pt x="198959" y="23993"/>
                    </a:lnTo>
                    <a:cubicBezTo>
                      <a:pt x="196664" y="25014"/>
                      <a:pt x="192838" y="27056"/>
                      <a:pt x="187226" y="30375"/>
                    </a:cubicBezTo>
                    <a:cubicBezTo>
                      <a:pt x="183910" y="32672"/>
                      <a:pt x="180849" y="34203"/>
                      <a:pt x="178043" y="35224"/>
                    </a:cubicBezTo>
                    <a:cubicBezTo>
                      <a:pt x="175237" y="33438"/>
                      <a:pt x="171666" y="31651"/>
                      <a:pt x="167075" y="29864"/>
                    </a:cubicBezTo>
                    <a:cubicBezTo>
                      <a:pt x="161208" y="27567"/>
                      <a:pt x="158147" y="26546"/>
                      <a:pt x="156362" y="25780"/>
                    </a:cubicBezTo>
                    <a:cubicBezTo>
                      <a:pt x="153046" y="13273"/>
                      <a:pt x="150750" y="5360"/>
                      <a:pt x="149475" y="2042"/>
                    </a:cubicBezTo>
                    <a:lnTo>
                      <a:pt x="148709" y="0"/>
                    </a:lnTo>
                    <a:lnTo>
                      <a:pt x="105857" y="0"/>
                    </a:lnTo>
                    <a:lnTo>
                      <a:pt x="105091" y="2297"/>
                    </a:lnTo>
                    <a:cubicBezTo>
                      <a:pt x="104071" y="5615"/>
                      <a:pt x="102796" y="9955"/>
                      <a:pt x="101520" y="15315"/>
                    </a:cubicBezTo>
                    <a:cubicBezTo>
                      <a:pt x="99990" y="21441"/>
                      <a:pt x="98970" y="24759"/>
                      <a:pt x="98459" y="26546"/>
                    </a:cubicBezTo>
                    <a:cubicBezTo>
                      <a:pt x="95398" y="27312"/>
                      <a:pt x="89532" y="29609"/>
                      <a:pt x="76523" y="34969"/>
                    </a:cubicBezTo>
                    <a:cubicBezTo>
                      <a:pt x="71166" y="31140"/>
                      <a:pt x="64024" y="27056"/>
                      <a:pt x="54841" y="22717"/>
                    </a:cubicBezTo>
                    <a:lnTo>
                      <a:pt x="52801" y="21696"/>
                    </a:lnTo>
                    <a:lnTo>
                      <a:pt x="51015" y="23228"/>
                    </a:lnTo>
                    <a:cubicBezTo>
                      <a:pt x="34690" y="39053"/>
                      <a:pt x="25508" y="48497"/>
                      <a:pt x="23212" y="52071"/>
                    </a:cubicBezTo>
                    <a:lnTo>
                      <a:pt x="21681" y="54113"/>
                    </a:lnTo>
                    <a:lnTo>
                      <a:pt x="23467" y="56155"/>
                    </a:lnTo>
                    <a:cubicBezTo>
                      <a:pt x="25252" y="57942"/>
                      <a:pt x="28569" y="63047"/>
                      <a:pt x="35200" y="75299"/>
                    </a:cubicBezTo>
                    <a:cubicBezTo>
                      <a:pt x="33415" y="78106"/>
                      <a:pt x="31629" y="81680"/>
                      <a:pt x="29844" y="86274"/>
                    </a:cubicBezTo>
                    <a:cubicBezTo>
                      <a:pt x="27803" y="91124"/>
                      <a:pt x="26018" y="94953"/>
                      <a:pt x="24997" y="96995"/>
                    </a:cubicBezTo>
                    <a:cubicBezTo>
                      <a:pt x="21936" y="97505"/>
                      <a:pt x="18366" y="98271"/>
                      <a:pt x="14029" y="99547"/>
                    </a:cubicBezTo>
                    <a:cubicBezTo>
                      <a:pt x="8162" y="101334"/>
                      <a:pt x="4336" y="102355"/>
                      <a:pt x="2551" y="102866"/>
                    </a:cubicBezTo>
                    <a:lnTo>
                      <a:pt x="0" y="103376"/>
                    </a:lnTo>
                    <a:lnTo>
                      <a:pt x="0" y="147790"/>
                    </a:lnTo>
                    <a:lnTo>
                      <a:pt x="2806" y="148300"/>
                    </a:lnTo>
                    <a:cubicBezTo>
                      <a:pt x="5102" y="148811"/>
                      <a:pt x="8928" y="149832"/>
                      <a:pt x="14794" y="151618"/>
                    </a:cubicBezTo>
                    <a:cubicBezTo>
                      <a:pt x="18876" y="152639"/>
                      <a:pt x="22447" y="153660"/>
                      <a:pt x="25508" y="154171"/>
                    </a:cubicBezTo>
                    <a:cubicBezTo>
                      <a:pt x="26273" y="157744"/>
                      <a:pt x="27548" y="161828"/>
                      <a:pt x="29589" y="166168"/>
                    </a:cubicBezTo>
                    <a:cubicBezTo>
                      <a:pt x="32395" y="172038"/>
                      <a:pt x="33670" y="175357"/>
                      <a:pt x="34435" y="176888"/>
                    </a:cubicBezTo>
                    <a:cubicBezTo>
                      <a:pt x="25252" y="192969"/>
                      <a:pt x="23467" y="197053"/>
                      <a:pt x="22957" y="198839"/>
                    </a:cubicBezTo>
                    <a:lnTo>
                      <a:pt x="22447" y="200626"/>
                    </a:lnTo>
                    <a:lnTo>
                      <a:pt x="23722" y="201903"/>
                    </a:lnTo>
                    <a:cubicBezTo>
                      <a:pt x="39027" y="217473"/>
                      <a:pt x="48209" y="226151"/>
                      <a:pt x="51780" y="228448"/>
                    </a:cubicBezTo>
                    <a:lnTo>
                      <a:pt x="53311" y="229469"/>
                    </a:lnTo>
                    <a:lnTo>
                      <a:pt x="54841" y="228704"/>
                    </a:lnTo>
                    <a:cubicBezTo>
                      <a:pt x="57137" y="227683"/>
                      <a:pt x="60708" y="225641"/>
                      <a:pt x="66065" y="222322"/>
                    </a:cubicBezTo>
                    <a:cubicBezTo>
                      <a:pt x="69636" y="220025"/>
                      <a:pt x="72952" y="218494"/>
                      <a:pt x="75758" y="217473"/>
                    </a:cubicBezTo>
                    <a:cubicBezTo>
                      <a:pt x="77798" y="218494"/>
                      <a:pt x="83155" y="220791"/>
                      <a:pt x="96929" y="226917"/>
                    </a:cubicBezTo>
                    <a:cubicBezTo>
                      <a:pt x="97694" y="229214"/>
                      <a:pt x="98715" y="233043"/>
                      <a:pt x="99735" y="237637"/>
                    </a:cubicBezTo>
                    <a:cubicBezTo>
                      <a:pt x="101010" y="243508"/>
                      <a:pt x="102285" y="247847"/>
                      <a:pt x="103816" y="250655"/>
                    </a:cubicBezTo>
                    <a:lnTo>
                      <a:pt x="104836" y="252442"/>
                    </a:lnTo>
                    <a:lnTo>
                      <a:pt x="147179" y="252442"/>
                    </a:lnTo>
                    <a:lnTo>
                      <a:pt x="148199" y="250655"/>
                    </a:lnTo>
                    <a:cubicBezTo>
                      <a:pt x="149475" y="248103"/>
                      <a:pt x="150750" y="243508"/>
                      <a:pt x="152536" y="236616"/>
                    </a:cubicBezTo>
                    <a:cubicBezTo>
                      <a:pt x="153811" y="231001"/>
                      <a:pt x="155086" y="227938"/>
                      <a:pt x="155851" y="225896"/>
                    </a:cubicBezTo>
                    <a:cubicBezTo>
                      <a:pt x="162739" y="224364"/>
                      <a:pt x="169881" y="221557"/>
                      <a:pt x="177278" y="217473"/>
                    </a:cubicBezTo>
                    <a:cubicBezTo>
                      <a:pt x="184165" y="222067"/>
                      <a:pt x="191307" y="226151"/>
                      <a:pt x="198704" y="229725"/>
                    </a:cubicBezTo>
                    <a:lnTo>
                      <a:pt x="200745" y="230746"/>
                    </a:lnTo>
                    <a:lnTo>
                      <a:pt x="202530" y="229214"/>
                    </a:lnTo>
                    <a:cubicBezTo>
                      <a:pt x="218855" y="213389"/>
                      <a:pt x="227783" y="203944"/>
                      <a:pt x="230334" y="200371"/>
                    </a:cubicBezTo>
                    <a:lnTo>
                      <a:pt x="231609" y="198329"/>
                    </a:lnTo>
                    <a:lnTo>
                      <a:pt x="230079" y="196287"/>
                    </a:lnTo>
                    <a:cubicBezTo>
                      <a:pt x="228293" y="193990"/>
                      <a:pt x="225997" y="190416"/>
                      <a:pt x="223702" y="186077"/>
                    </a:cubicBezTo>
                    <a:cubicBezTo>
                      <a:pt x="221406" y="181993"/>
                      <a:pt x="219621" y="178930"/>
                      <a:pt x="218600" y="176888"/>
                    </a:cubicBezTo>
                    <a:cubicBezTo>
                      <a:pt x="220386" y="174336"/>
                      <a:pt x="222426" y="170507"/>
                      <a:pt x="223957" y="165657"/>
                    </a:cubicBezTo>
                    <a:cubicBezTo>
                      <a:pt x="226253" y="159786"/>
                      <a:pt x="227528" y="156468"/>
                      <a:pt x="228548" y="154681"/>
                    </a:cubicBezTo>
                    <a:cubicBezTo>
                      <a:pt x="231609" y="154171"/>
                      <a:pt x="235435" y="153405"/>
                      <a:pt x="239516" y="152129"/>
                    </a:cubicBezTo>
                    <a:cubicBezTo>
                      <a:pt x="246659" y="150087"/>
                      <a:pt x="249719" y="149321"/>
                      <a:pt x="250995" y="148811"/>
                    </a:cubicBezTo>
                    <a:lnTo>
                      <a:pt x="253546" y="148300"/>
                    </a:lnTo>
                    <a:lnTo>
                      <a:pt x="253546" y="103887"/>
                    </a:lnTo>
                    <a:lnTo>
                      <a:pt x="250740" y="103376"/>
                    </a:lnTo>
                    <a:close/>
                    <a:moveTo>
                      <a:pt x="127028" y="192969"/>
                    </a:moveTo>
                    <a:cubicBezTo>
                      <a:pt x="90552" y="192969"/>
                      <a:pt x="60708" y="163360"/>
                      <a:pt x="60708" y="126604"/>
                    </a:cubicBezTo>
                    <a:cubicBezTo>
                      <a:pt x="60708" y="89848"/>
                      <a:pt x="90297" y="60239"/>
                      <a:pt x="127028" y="60239"/>
                    </a:cubicBezTo>
                    <a:cubicBezTo>
                      <a:pt x="163759" y="60239"/>
                      <a:pt x="193348" y="89848"/>
                      <a:pt x="193348" y="126604"/>
                    </a:cubicBezTo>
                    <a:cubicBezTo>
                      <a:pt x="193348" y="163360"/>
                      <a:pt x="163759" y="192969"/>
                      <a:pt x="127028" y="1929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42" name="Google Shape;2242;g3cf02dd855a_0_2778"/>
            <p:cNvSpPr/>
            <p:nvPr/>
          </p:nvSpPr>
          <p:spPr>
            <a:xfrm>
              <a:off x="9089301" y="710561"/>
              <a:ext cx="299074" cy="164260"/>
            </a:xfrm>
            <a:custGeom>
              <a:avLst/>
              <a:gdLst/>
              <a:ahLst/>
              <a:cxnLst/>
              <a:rect l="l" t="t" r="r" b="b"/>
              <a:pathLst>
                <a:path w="524691" h="288176" extrusionOk="0">
                  <a:moveTo>
                    <a:pt x="0" y="110523"/>
                  </a:moveTo>
                  <a:lnTo>
                    <a:pt x="16835" y="288177"/>
                  </a:lnTo>
                  <a:lnTo>
                    <a:pt x="298184" y="224875"/>
                  </a:lnTo>
                  <a:lnTo>
                    <a:pt x="524692" y="57942"/>
                  </a:lnTo>
                  <a:lnTo>
                    <a:pt x="483369" y="0"/>
                  </a:lnTo>
                  <a:lnTo>
                    <a:pt x="255841" y="110523"/>
                  </a:lnTo>
                  <a:lnTo>
                    <a:pt x="0" y="110523"/>
                  </a:lnTo>
                  <a:close/>
                </a:path>
              </a:pathLst>
            </a:custGeom>
            <a:gradFill>
              <a:gsLst>
                <a:gs pos="0">
                  <a:srgbClr val="BBBDBF"/>
                </a:gs>
                <a:gs pos="40000">
                  <a:srgbClr val="BBBDBF"/>
                </a:gs>
                <a:gs pos="50000">
                  <a:srgbClr val="C8CACB"/>
                </a:gs>
                <a:gs pos="70000">
                  <a:srgbClr val="D0D2D3"/>
                </a:gs>
                <a:gs pos="100000">
                  <a:srgbClr val="D0D2D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g3cf02dd855a_0_2778"/>
            <p:cNvSpPr/>
            <p:nvPr/>
          </p:nvSpPr>
          <p:spPr>
            <a:xfrm>
              <a:off x="8925257" y="773608"/>
              <a:ext cx="222742" cy="333032"/>
            </a:xfrm>
            <a:custGeom>
              <a:avLst/>
              <a:gdLst/>
              <a:ahLst/>
              <a:cxnLst/>
              <a:rect l="l" t="t" r="r" b="b"/>
              <a:pathLst>
                <a:path w="390776" h="584266" extrusionOk="0">
                  <a:moveTo>
                    <a:pt x="255" y="26035"/>
                  </a:moveTo>
                  <a:lnTo>
                    <a:pt x="45148" y="584267"/>
                  </a:lnTo>
                  <a:lnTo>
                    <a:pt x="390777" y="584267"/>
                  </a:lnTo>
                  <a:lnTo>
                    <a:pt x="390777" y="125583"/>
                  </a:lnTo>
                  <a:cubicBezTo>
                    <a:pt x="390777" y="56155"/>
                    <a:pt x="334660" y="0"/>
                    <a:pt x="265279" y="0"/>
                  </a:cubicBezTo>
                  <a:lnTo>
                    <a:pt x="127028" y="0"/>
                  </a:lnTo>
                  <a:cubicBezTo>
                    <a:pt x="127028" y="0"/>
                    <a:pt x="0" y="26291"/>
                    <a:pt x="0" y="26291"/>
                  </a:cubicBezTo>
                  <a:close/>
                </a:path>
              </a:pathLst>
            </a:custGeom>
            <a:gradFill>
              <a:gsLst>
                <a:gs pos="0">
                  <a:srgbClr val="BBBDBF"/>
                </a:gs>
                <a:gs pos="20000">
                  <a:srgbClr val="BBBDBF"/>
                </a:gs>
                <a:gs pos="40000">
                  <a:srgbClr val="C8CACB"/>
                </a:gs>
                <a:gs pos="60000">
                  <a:srgbClr val="D0D2D3"/>
                </a:gs>
                <a:gs pos="100000">
                  <a:srgbClr val="D0D2D3"/>
                </a:gs>
              </a:gsLst>
              <a:lin ang="19800389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g3cf02dd855a_0_2778"/>
            <p:cNvSpPr/>
            <p:nvPr/>
          </p:nvSpPr>
          <p:spPr>
            <a:xfrm>
              <a:off x="8802442" y="788280"/>
              <a:ext cx="190756" cy="193213"/>
            </a:xfrm>
            <a:custGeom>
              <a:avLst/>
              <a:gdLst/>
              <a:ahLst/>
              <a:cxnLst/>
              <a:rect l="l" t="t" r="r" b="b"/>
              <a:pathLst>
                <a:path w="334659" h="338971" extrusionOk="0">
                  <a:moveTo>
                    <a:pt x="255" y="306810"/>
                  </a:moveTo>
                  <a:lnTo>
                    <a:pt x="216050" y="0"/>
                  </a:lnTo>
                  <a:cubicBezTo>
                    <a:pt x="216050" y="0"/>
                    <a:pt x="320886" y="24504"/>
                    <a:pt x="334660" y="163870"/>
                  </a:cubicBezTo>
                  <a:cubicBezTo>
                    <a:pt x="334660" y="163870"/>
                    <a:pt x="283645" y="198329"/>
                    <a:pt x="128813" y="338972"/>
                  </a:cubicBezTo>
                  <a:lnTo>
                    <a:pt x="0" y="306555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g3cf02dd855a_0_2778"/>
            <p:cNvSpPr/>
            <p:nvPr/>
          </p:nvSpPr>
          <p:spPr>
            <a:xfrm>
              <a:off x="8802587" y="923470"/>
              <a:ext cx="177379" cy="183523"/>
            </a:xfrm>
            <a:custGeom>
              <a:avLst/>
              <a:gdLst/>
              <a:ahLst/>
              <a:cxnLst/>
              <a:rect l="l" t="t" r="r" b="b"/>
              <a:pathLst>
                <a:path w="311192" h="321970" extrusionOk="0">
                  <a:moveTo>
                    <a:pt x="250485" y="321970"/>
                  </a:moveTo>
                  <a:lnTo>
                    <a:pt x="0" y="69273"/>
                  </a:lnTo>
                  <a:lnTo>
                    <a:pt x="97439" y="3163"/>
                  </a:lnTo>
                  <a:cubicBezTo>
                    <a:pt x="97439" y="3163"/>
                    <a:pt x="87236" y="-19554"/>
                    <a:pt x="148454" y="56766"/>
                  </a:cubicBezTo>
                  <a:lnTo>
                    <a:pt x="311193" y="257137"/>
                  </a:lnTo>
                  <a:lnTo>
                    <a:pt x="250230" y="321715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g3cf02dd855a_0_2778"/>
            <p:cNvSpPr/>
            <p:nvPr/>
          </p:nvSpPr>
          <p:spPr>
            <a:xfrm>
              <a:off x="8938463" y="1069960"/>
              <a:ext cx="76918" cy="79439"/>
            </a:xfrm>
            <a:custGeom>
              <a:avLst/>
              <a:gdLst/>
              <a:ahLst/>
              <a:cxnLst/>
              <a:rect l="l" t="t" r="r" b="b"/>
              <a:pathLst>
                <a:path w="134944" h="139366" extrusionOk="0">
                  <a:moveTo>
                    <a:pt x="72706" y="0"/>
                  </a:moveTo>
                  <a:lnTo>
                    <a:pt x="134945" y="64578"/>
                  </a:lnTo>
                  <a:lnTo>
                    <a:pt x="72706" y="139366"/>
                  </a:lnTo>
                  <a:lnTo>
                    <a:pt x="19395" y="117925"/>
                  </a:lnTo>
                  <a:cubicBezTo>
                    <a:pt x="-1266" y="109502"/>
                    <a:pt x="-6622" y="82701"/>
                    <a:pt x="9192" y="67131"/>
                  </a:cubicBezTo>
                  <a:lnTo>
                    <a:pt x="11743" y="64578"/>
                  </a:lnTo>
                  <a:lnTo>
                    <a:pt x="72706" y="0"/>
                  </a:lnTo>
                  <a:close/>
                </a:path>
              </a:pathLst>
            </a:custGeom>
            <a:solidFill>
              <a:srgbClr val="81583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47" name="Google Shape;2247;g3cf02dd855a_0_2778"/>
            <p:cNvGrpSpPr/>
            <p:nvPr/>
          </p:nvGrpSpPr>
          <p:grpSpPr>
            <a:xfrm>
              <a:off x="8979638" y="575126"/>
              <a:ext cx="133449" cy="202559"/>
              <a:chOff x="6829597" y="6079483"/>
              <a:chExt cx="234491" cy="355929"/>
            </a:xfrm>
          </p:grpSpPr>
          <p:sp>
            <p:nvSpPr>
              <p:cNvPr id="2248" name="Google Shape;2248;g3cf02dd855a_0_2778"/>
              <p:cNvSpPr/>
              <p:nvPr/>
            </p:nvSpPr>
            <p:spPr>
              <a:xfrm>
                <a:off x="6882143" y="6333712"/>
                <a:ext cx="129300" cy="101700"/>
              </a:xfrm>
              <a:prstGeom prst="rect">
                <a:avLst/>
              </a:prstGeom>
              <a:solidFill>
                <a:srgbClr val="815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9" name="Google Shape;2249;g3cf02dd855a_0_2778"/>
              <p:cNvSpPr/>
              <p:nvPr/>
            </p:nvSpPr>
            <p:spPr>
              <a:xfrm>
                <a:off x="6882143" y="6343922"/>
                <a:ext cx="60197" cy="60238"/>
              </a:xfrm>
              <a:custGeom>
                <a:avLst/>
                <a:gdLst/>
                <a:ahLst/>
                <a:cxnLst/>
                <a:rect l="l" t="t" r="r" b="b"/>
                <a:pathLst>
                  <a:path w="60197" h="60238" extrusionOk="0">
                    <a:moveTo>
                      <a:pt x="0" y="60239"/>
                    </a:moveTo>
                    <a:lnTo>
                      <a:pt x="60198" y="14039"/>
                    </a:lnTo>
                    <a:lnTo>
                      <a:pt x="0" y="0"/>
                    </a:lnTo>
                    <a:lnTo>
                      <a:pt x="0" y="60239"/>
                    </a:lnTo>
                    <a:close/>
                  </a:path>
                </a:pathLst>
              </a:custGeom>
              <a:solidFill>
                <a:srgbClr val="704D2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0" name="Google Shape;2250;g3cf02dd855a_0_2778"/>
              <p:cNvSpPr/>
              <p:nvPr/>
            </p:nvSpPr>
            <p:spPr>
              <a:xfrm>
                <a:off x="6837504" y="6079483"/>
                <a:ext cx="218400" cy="218400"/>
              </a:xfrm>
              <a:prstGeom prst="ellipse">
                <a:avLst/>
              </a:prstGeom>
              <a:solidFill>
                <a:srgbClr val="00155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1" name="Google Shape;2251;g3cf02dd855a_0_2778"/>
              <p:cNvSpPr/>
              <p:nvPr/>
            </p:nvSpPr>
            <p:spPr>
              <a:xfrm>
                <a:off x="6857400" y="6119302"/>
                <a:ext cx="178553" cy="256781"/>
              </a:xfrm>
              <a:custGeom>
                <a:avLst/>
                <a:gdLst/>
                <a:ahLst/>
                <a:cxnLst/>
                <a:rect l="l" t="t" r="r" b="b"/>
                <a:pathLst>
                  <a:path w="178553" h="256781" extrusionOk="0">
                    <a:moveTo>
                      <a:pt x="89277" y="256781"/>
                    </a:moveTo>
                    <a:lnTo>
                      <a:pt x="89277" y="256781"/>
                    </a:lnTo>
                    <a:cubicBezTo>
                      <a:pt x="51270" y="256781"/>
                      <a:pt x="0" y="216707"/>
                      <a:pt x="0" y="167444"/>
                    </a:cubicBezTo>
                    <a:lnTo>
                      <a:pt x="0" y="89337"/>
                    </a:lnTo>
                    <a:cubicBezTo>
                      <a:pt x="0" y="40329"/>
                      <a:pt x="40047" y="0"/>
                      <a:pt x="89277" y="0"/>
                    </a:cubicBezTo>
                    <a:lnTo>
                      <a:pt x="89277" y="0"/>
                    </a:lnTo>
                    <a:cubicBezTo>
                      <a:pt x="138251" y="0"/>
                      <a:pt x="178553" y="40074"/>
                      <a:pt x="178553" y="89337"/>
                    </a:cubicBezTo>
                    <a:lnTo>
                      <a:pt x="178553" y="167444"/>
                    </a:lnTo>
                    <a:cubicBezTo>
                      <a:pt x="178553" y="216452"/>
                      <a:pt x="125242" y="256781"/>
                      <a:pt x="89277" y="256781"/>
                    </a:cubicBezTo>
                    <a:close/>
                  </a:path>
                </a:pathLst>
              </a:custGeom>
              <a:solidFill>
                <a:srgbClr val="815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252" name="Google Shape;2252;g3cf02dd855a_0_2778"/>
              <p:cNvGrpSpPr/>
              <p:nvPr/>
            </p:nvGrpSpPr>
            <p:grpSpPr>
              <a:xfrm>
                <a:off x="6829597" y="6229570"/>
                <a:ext cx="234491" cy="62700"/>
                <a:chOff x="6829597" y="6229570"/>
                <a:chExt cx="234491" cy="62700"/>
              </a:xfrm>
            </p:grpSpPr>
            <p:sp>
              <p:nvSpPr>
                <p:cNvPr id="2253" name="Google Shape;2253;g3cf02dd855a_0_2778"/>
                <p:cNvSpPr/>
                <p:nvPr/>
              </p:nvSpPr>
              <p:spPr>
                <a:xfrm>
                  <a:off x="6829597" y="6229570"/>
                  <a:ext cx="46500" cy="62700"/>
                </a:xfrm>
                <a:prstGeom prst="ellipse">
                  <a:avLst/>
                </a:prstGeom>
                <a:solidFill>
                  <a:srgbClr val="81583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4" name="Google Shape;2254;g3cf02dd855a_0_2778"/>
                <p:cNvSpPr/>
                <p:nvPr/>
              </p:nvSpPr>
              <p:spPr>
                <a:xfrm>
                  <a:off x="7017588" y="6229570"/>
                  <a:ext cx="46500" cy="62700"/>
                </a:xfrm>
                <a:prstGeom prst="ellipse">
                  <a:avLst/>
                </a:prstGeom>
                <a:solidFill>
                  <a:srgbClr val="81583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255" name="Google Shape;2255;g3cf02dd855a_0_2778"/>
              <p:cNvSpPr/>
              <p:nvPr/>
            </p:nvSpPr>
            <p:spPr>
              <a:xfrm>
                <a:off x="6845412" y="6096840"/>
                <a:ext cx="202785" cy="144216"/>
              </a:xfrm>
              <a:custGeom>
                <a:avLst/>
                <a:gdLst/>
                <a:ahLst/>
                <a:cxnLst/>
                <a:rect l="l" t="t" r="r" b="b"/>
                <a:pathLst>
                  <a:path w="202785" h="144216" extrusionOk="0">
                    <a:moveTo>
                      <a:pt x="0" y="132730"/>
                    </a:moveTo>
                    <a:lnTo>
                      <a:pt x="20151" y="143961"/>
                    </a:lnTo>
                    <a:lnTo>
                      <a:pt x="25253" y="71980"/>
                    </a:lnTo>
                    <a:lnTo>
                      <a:pt x="169115" y="71980"/>
                    </a:lnTo>
                    <a:cubicBezTo>
                      <a:pt x="173707" y="71980"/>
                      <a:pt x="177533" y="75554"/>
                      <a:pt x="177788" y="80148"/>
                    </a:cubicBezTo>
                    <a:lnTo>
                      <a:pt x="182379" y="144216"/>
                    </a:lnTo>
                    <a:lnTo>
                      <a:pt x="202786" y="132985"/>
                    </a:lnTo>
                    <a:lnTo>
                      <a:pt x="197939" y="61770"/>
                    </a:lnTo>
                    <a:cubicBezTo>
                      <a:pt x="197939" y="61770"/>
                      <a:pt x="192072" y="0"/>
                      <a:pt x="101265" y="0"/>
                    </a:cubicBezTo>
                    <a:cubicBezTo>
                      <a:pt x="10458" y="0"/>
                      <a:pt x="4591" y="65854"/>
                      <a:pt x="4591" y="65854"/>
                    </a:cubicBezTo>
                    <a:lnTo>
                      <a:pt x="0" y="132730"/>
                    </a:lnTo>
                    <a:close/>
                  </a:path>
                </a:pathLst>
              </a:custGeom>
              <a:solidFill>
                <a:srgbClr val="00155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56" name="Google Shape;2256;g3cf02dd855a_0_2778"/>
            <p:cNvSpPr/>
            <p:nvPr/>
          </p:nvSpPr>
          <p:spPr>
            <a:xfrm>
              <a:off x="8992326" y="756321"/>
              <a:ext cx="105846" cy="31572"/>
            </a:xfrm>
            <a:custGeom>
              <a:avLst/>
              <a:gdLst/>
              <a:ahLst/>
              <a:cxnLst/>
              <a:rect l="l" t="t" r="r" b="b"/>
              <a:pathLst>
                <a:path w="185695" h="55389" extrusionOk="0">
                  <a:moveTo>
                    <a:pt x="167585" y="0"/>
                  </a:moveTo>
                  <a:lnTo>
                    <a:pt x="185695" y="53858"/>
                  </a:lnTo>
                  <a:cubicBezTo>
                    <a:pt x="128558" y="55134"/>
                    <a:pt x="0" y="55389"/>
                    <a:pt x="0" y="55389"/>
                  </a:cubicBezTo>
                  <a:lnTo>
                    <a:pt x="20661" y="0"/>
                  </a:lnTo>
                  <a:lnTo>
                    <a:pt x="167585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g3cf02dd855a_0_2778"/>
            <p:cNvSpPr/>
            <p:nvPr/>
          </p:nvSpPr>
          <p:spPr>
            <a:xfrm>
              <a:off x="9359883" y="667706"/>
              <a:ext cx="93505" cy="86422"/>
            </a:xfrm>
            <a:custGeom>
              <a:avLst/>
              <a:gdLst/>
              <a:ahLst/>
              <a:cxnLst/>
              <a:rect l="l" t="t" r="r" b="b"/>
              <a:pathLst>
                <a:path w="164044" h="151618" extrusionOk="0">
                  <a:moveTo>
                    <a:pt x="2327" y="77341"/>
                  </a:moveTo>
                  <a:lnTo>
                    <a:pt x="159709" y="0"/>
                  </a:lnTo>
                  <a:lnTo>
                    <a:pt x="164045" y="20930"/>
                  </a:lnTo>
                  <a:lnTo>
                    <a:pt x="117366" y="57686"/>
                  </a:lnTo>
                  <a:lnTo>
                    <a:pt x="127314" y="104142"/>
                  </a:lnTo>
                  <a:lnTo>
                    <a:pt x="72217" y="151618"/>
                  </a:lnTo>
                  <a:lnTo>
                    <a:pt x="28089" y="138601"/>
                  </a:lnTo>
                  <a:cubicBezTo>
                    <a:pt x="9724" y="133240"/>
                    <a:pt x="-2010" y="115628"/>
                    <a:pt x="286" y="96484"/>
                  </a:cubicBezTo>
                  <a:lnTo>
                    <a:pt x="2582" y="77085"/>
                  </a:lnTo>
                  <a:close/>
                </a:path>
              </a:pathLst>
            </a:custGeom>
            <a:solidFill>
              <a:srgbClr val="81583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g3cf02dd855a_0_2778"/>
            <p:cNvSpPr/>
            <p:nvPr/>
          </p:nvSpPr>
          <p:spPr>
            <a:xfrm>
              <a:off x="9570109" y="660007"/>
              <a:ext cx="131144" cy="52086"/>
            </a:xfrm>
            <a:custGeom>
              <a:avLst/>
              <a:gdLst/>
              <a:ahLst/>
              <a:cxnLst/>
              <a:rect l="l" t="t" r="r" b="b"/>
              <a:pathLst>
                <a:path w="230078" h="91379" extrusionOk="0">
                  <a:moveTo>
                    <a:pt x="191052" y="52326"/>
                  </a:moveTo>
                  <a:cubicBezTo>
                    <a:pt x="186716" y="52326"/>
                    <a:pt x="182635" y="53092"/>
                    <a:pt x="178808" y="54368"/>
                  </a:cubicBezTo>
                  <a:cubicBezTo>
                    <a:pt x="175493" y="23738"/>
                    <a:pt x="149730" y="0"/>
                    <a:pt x="118100" y="0"/>
                  </a:cubicBezTo>
                  <a:cubicBezTo>
                    <a:pt x="89022" y="0"/>
                    <a:pt x="64789" y="20165"/>
                    <a:pt x="58668" y="47221"/>
                  </a:cubicBezTo>
                  <a:lnTo>
                    <a:pt x="44128" y="47221"/>
                  </a:lnTo>
                  <a:cubicBezTo>
                    <a:pt x="19641" y="47221"/>
                    <a:pt x="0" y="67131"/>
                    <a:pt x="0" y="91379"/>
                  </a:cubicBezTo>
                  <a:lnTo>
                    <a:pt x="230079" y="91379"/>
                  </a:lnTo>
                  <a:cubicBezTo>
                    <a:pt x="230079" y="69683"/>
                    <a:pt x="212479" y="52326"/>
                    <a:pt x="191052" y="52326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30000">
                  <a:srgbClr val="FFFFFF"/>
                </a:gs>
                <a:gs pos="40000">
                  <a:srgbClr val="F8FCFE"/>
                </a:gs>
                <a:gs pos="50000">
                  <a:srgbClr val="CBE6F7"/>
                </a:gs>
                <a:gs pos="60000">
                  <a:srgbClr val="A4D3F1"/>
                </a:gs>
                <a:gs pos="100000">
                  <a:srgbClr val="A0D1F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g3cf02dd855a_0_2778"/>
            <p:cNvSpPr/>
            <p:nvPr/>
          </p:nvSpPr>
          <p:spPr>
            <a:xfrm>
              <a:off x="9625565" y="685829"/>
              <a:ext cx="79675" cy="31754"/>
            </a:xfrm>
            <a:custGeom>
              <a:avLst/>
              <a:gdLst/>
              <a:ahLst/>
              <a:cxnLst/>
              <a:rect l="l" t="t" r="r" b="b"/>
              <a:pathLst>
                <a:path w="139781" h="55708" extrusionOk="0">
                  <a:moveTo>
                    <a:pt x="38261" y="17421"/>
                  </a:moveTo>
                  <a:lnTo>
                    <a:pt x="0" y="55708"/>
                  </a:lnTo>
                  <a:lnTo>
                    <a:pt x="139782" y="55708"/>
                  </a:lnTo>
                  <a:cubicBezTo>
                    <a:pt x="138761" y="41669"/>
                    <a:pt x="133150" y="28141"/>
                    <a:pt x="122437" y="17421"/>
                  </a:cubicBezTo>
                  <a:lnTo>
                    <a:pt x="122437" y="17421"/>
                  </a:lnTo>
                  <a:cubicBezTo>
                    <a:pt x="99225" y="-5807"/>
                    <a:pt x="61218" y="-5807"/>
                    <a:pt x="38261" y="1742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30000">
                  <a:srgbClr val="FFFFFF"/>
                </a:gs>
                <a:gs pos="50000">
                  <a:srgbClr val="F8FBFE"/>
                </a:gs>
                <a:gs pos="70000">
                  <a:srgbClr val="E7F2FB"/>
                </a:gs>
                <a:gs pos="100000">
                  <a:srgbClr val="CDE5F7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60" name="Google Shape;2260;g3cf02dd855a_0_2778"/>
            <p:cNvPicPr preferRelativeResize="0"/>
            <p:nvPr/>
          </p:nvPicPr>
          <p:blipFill rotWithShape="1">
            <a:blip r:embed="rId5">
              <a:alphaModFix/>
            </a:blip>
            <a:srcRect b="6253"/>
            <a:stretch/>
          </p:blipFill>
          <p:spPr>
            <a:xfrm flipH="1">
              <a:off x="9464356" y="207531"/>
              <a:ext cx="487589" cy="1793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61" name="Google Shape;2261;g3cf02dd855a_0_2778"/>
            <p:cNvGrpSpPr/>
            <p:nvPr/>
          </p:nvGrpSpPr>
          <p:grpSpPr>
            <a:xfrm>
              <a:off x="8941738" y="1106597"/>
              <a:ext cx="202747" cy="406055"/>
              <a:chOff x="8944913" y="2119393"/>
              <a:chExt cx="202747" cy="406055"/>
            </a:xfrm>
          </p:grpSpPr>
          <p:sp>
            <p:nvSpPr>
              <p:cNvPr id="2262" name="Google Shape;2262;g3cf02dd855a_0_2778"/>
              <p:cNvSpPr/>
              <p:nvPr/>
            </p:nvSpPr>
            <p:spPr>
              <a:xfrm>
                <a:off x="8990584" y="2119393"/>
                <a:ext cx="157076" cy="406055"/>
              </a:xfrm>
              <a:custGeom>
                <a:avLst/>
                <a:gdLst/>
                <a:ahLst/>
                <a:cxnLst/>
                <a:rect l="l" t="t" r="r" b="b"/>
                <a:pathLst>
                  <a:path w="157076" h="406055" extrusionOk="0">
                    <a:moveTo>
                      <a:pt x="0" y="0"/>
                    </a:moveTo>
                    <a:lnTo>
                      <a:pt x="157076" y="0"/>
                    </a:lnTo>
                    <a:lnTo>
                      <a:pt x="157076" y="145"/>
                    </a:lnTo>
                    <a:lnTo>
                      <a:pt x="157076" y="339206"/>
                    </a:lnTo>
                    <a:cubicBezTo>
                      <a:pt x="157076" y="339206"/>
                      <a:pt x="156568" y="353742"/>
                      <a:pt x="155806" y="375546"/>
                    </a:cubicBezTo>
                    <a:lnTo>
                      <a:pt x="154740" y="406055"/>
                    </a:lnTo>
                    <a:lnTo>
                      <a:pt x="72021" y="406055"/>
                    </a:lnTo>
                    <a:lnTo>
                      <a:pt x="70263" y="352281"/>
                    </a:lnTo>
                    <a:lnTo>
                      <a:pt x="63497" y="318360"/>
                    </a:lnTo>
                    <a:lnTo>
                      <a:pt x="98717" y="20332"/>
                    </a:lnTo>
                    <a:lnTo>
                      <a:pt x="98863" y="20193"/>
                    </a:lnTo>
                    <a:lnTo>
                      <a:pt x="4028" y="20193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231F20"/>
                  </a:gs>
                  <a:gs pos="10000">
                    <a:srgbClr val="231F20"/>
                  </a:gs>
                  <a:gs pos="90000">
                    <a:srgbClr val="404041"/>
                  </a:gs>
                  <a:gs pos="100000">
                    <a:srgbClr val="404041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3" name="Google Shape;2263;g3cf02dd855a_0_2778"/>
              <p:cNvSpPr/>
              <p:nvPr/>
            </p:nvSpPr>
            <p:spPr>
              <a:xfrm>
                <a:off x="8944913" y="2139586"/>
                <a:ext cx="144535" cy="385862"/>
              </a:xfrm>
              <a:custGeom>
                <a:avLst/>
                <a:gdLst/>
                <a:ahLst/>
                <a:cxnLst/>
                <a:rect l="l" t="t" r="r" b="b"/>
                <a:pathLst>
                  <a:path w="144535" h="385862" extrusionOk="0">
                    <a:moveTo>
                      <a:pt x="6186" y="0"/>
                    </a:moveTo>
                    <a:lnTo>
                      <a:pt x="49700" y="0"/>
                    </a:lnTo>
                    <a:lnTo>
                      <a:pt x="144535" y="0"/>
                    </a:lnTo>
                    <a:lnTo>
                      <a:pt x="144389" y="139"/>
                    </a:lnTo>
                    <a:lnTo>
                      <a:pt x="109169" y="298167"/>
                    </a:lnTo>
                    <a:lnTo>
                      <a:pt x="106790" y="318301"/>
                    </a:lnTo>
                    <a:lnTo>
                      <a:pt x="95010" y="385862"/>
                    </a:lnTo>
                    <a:lnTo>
                      <a:pt x="0" y="385862"/>
                    </a:lnTo>
                    <a:close/>
                  </a:path>
                </a:pathLst>
              </a:custGeom>
              <a:solidFill>
                <a:srgbClr val="4040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264" name="Google Shape;2264;g3cf02dd855a_0_2778"/>
            <p:cNvPicPr preferRelativeResize="0"/>
            <p:nvPr/>
          </p:nvPicPr>
          <p:blipFill rotWithShape="1">
            <a:blip r:embed="rId6">
              <a:alphaModFix/>
            </a:blip>
            <a:srcRect b="26530"/>
            <a:stretch/>
          </p:blipFill>
          <p:spPr>
            <a:xfrm flipH="1">
              <a:off x="10052195" y="568178"/>
              <a:ext cx="380926" cy="816300"/>
            </a:xfrm>
            <a:custGeom>
              <a:avLst/>
              <a:gdLst/>
              <a:ahLst/>
              <a:cxnLst/>
              <a:rect l="l" t="t" r="r" b="b"/>
              <a:pathLst>
                <a:path w="380926" h="816300" extrusionOk="0">
                  <a:moveTo>
                    <a:pt x="380926" y="0"/>
                  </a:moveTo>
                  <a:lnTo>
                    <a:pt x="0" y="0"/>
                  </a:lnTo>
                  <a:lnTo>
                    <a:pt x="0" y="537459"/>
                  </a:lnTo>
                  <a:lnTo>
                    <a:pt x="279366" y="816300"/>
                  </a:lnTo>
                  <a:lnTo>
                    <a:pt x="380926" y="81630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Aqua">
  <p:cSld name="Section Header – Aqua"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g3cf02dd855a_0_2841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80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7" name="Google Shape;2267;g3cf02dd855a_0_284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39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268" name="Google Shape;2268;g3cf02dd855a_0_284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g3cf02dd855a_0_2841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g3cf02dd855a_0_284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g3cf02dd855a_0_284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3" name="Google Shape;2273;g3cf02dd855a_0_284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g3cf02dd855a_0_284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Aqua">
  <p:cSld name="Thank You / Closing - Aqua"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Google Shape;2276;g3cf02dd855a_0_2851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g3cf02dd855a_0_2851"/>
          <p:cNvSpPr/>
          <p:nvPr/>
        </p:nvSpPr>
        <p:spPr>
          <a:xfrm>
            <a:off x="0" y="0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g3cf02dd855a_0_2851"/>
          <p:cNvSpPr txBox="1"/>
          <p:nvPr/>
        </p:nvSpPr>
        <p:spPr>
          <a:xfrm>
            <a:off x="7122912" y="4133697"/>
            <a:ext cx="3585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g3cf02dd855a_0_2851"/>
          <p:cNvSpPr txBox="1"/>
          <p:nvPr/>
        </p:nvSpPr>
        <p:spPr>
          <a:xfrm>
            <a:off x="1645084" y="6461498"/>
            <a:ext cx="30522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g3cf02dd855a_0_2851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1" name="Google Shape;2281;g3cf02dd855a_0_285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282" name="Google Shape;2282;g3cf02dd855a_0_285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283" name="Google Shape;2283;g3cf02dd855a_0_285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4" name="Google Shape;2284;g3cf02dd855a_0_285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5" name="Google Shape;2285;g3cf02dd855a_0_285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6" name="Google Shape;2286;g3cf02dd855a_0_285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7" name="Google Shape;2287;g3cf02dd855a_0_285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8" name="Google Shape;2288;g3cf02dd855a_0_285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9" name="Google Shape;2289;g3cf02dd855a_0_285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0" name="Google Shape;2290;g3cf02dd855a_0_285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1" name="Google Shape;2291;g3cf02dd855a_0_285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2" name="Google Shape;2292;g3cf02dd855a_0_285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3" name="Google Shape;2293;g3cf02dd855a_0_285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294" name="Google Shape;2294;g3cf02dd855a_0_285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5" name="Google Shape;2295;g3cf02dd855a_0_285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6" name="Google Shape;2296;g3cf02dd855a_0_285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7" name="Google Shape;2297;g3cf02dd855a_0_285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8" name="Google Shape;2298;g3cf02dd855a_0_285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9" name="Google Shape;2299;g3cf02dd855a_0_285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0" name="Google Shape;2300;g3cf02dd855a_0_285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01" name="Google Shape;2301;g3cf02dd855a_0_2851"/>
          <p:cNvSpPr/>
          <p:nvPr/>
        </p:nvSpPr>
        <p:spPr>
          <a:xfrm>
            <a:off x="0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g3cf02dd855a_0_2851"/>
          <p:cNvSpPr/>
          <p:nvPr/>
        </p:nvSpPr>
        <p:spPr>
          <a:xfrm>
            <a:off x="0" y="0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g3cf02dd855a_0_2851"/>
          <p:cNvSpPr txBox="1"/>
          <p:nvPr/>
        </p:nvSpPr>
        <p:spPr>
          <a:xfrm>
            <a:off x="7122912" y="4133697"/>
            <a:ext cx="3585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4" name="Google Shape;2304;g3cf02dd855a_0_285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305" name="Google Shape;2305;g3cf02dd855a_0_285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306" name="Google Shape;2306;g3cf02dd855a_0_285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7" name="Google Shape;2307;g3cf02dd855a_0_285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8" name="Google Shape;2308;g3cf02dd855a_0_285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9" name="Google Shape;2309;g3cf02dd855a_0_285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0" name="Google Shape;2310;g3cf02dd855a_0_285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1" name="Google Shape;2311;g3cf02dd855a_0_285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2" name="Google Shape;2312;g3cf02dd855a_0_285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3" name="Google Shape;2313;g3cf02dd855a_0_285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4" name="Google Shape;2314;g3cf02dd855a_0_285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5" name="Google Shape;2315;g3cf02dd855a_0_285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6" name="Google Shape;2316;g3cf02dd855a_0_285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317" name="Google Shape;2317;g3cf02dd855a_0_285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8" name="Google Shape;2318;g3cf02dd855a_0_285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9" name="Google Shape;2319;g3cf02dd855a_0_285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0" name="Google Shape;2320;g3cf02dd855a_0_285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1" name="Google Shape;2321;g3cf02dd855a_0_285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2" name="Google Shape;2322;g3cf02dd855a_0_285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3" name="Google Shape;2323;g3cf02dd855a_0_285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24" name="Google Shape;2324;g3cf02dd855a_0_2851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Aqua">
  <p:cSld name="Title Slide – Aqua"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6" name="Google Shape;2326;g3cf02dd855a_0_2727"/>
          <p:cNvPicPr preferRelativeResize="0"/>
          <p:nvPr/>
        </p:nvPicPr>
        <p:blipFill rotWithShape="1">
          <a:blip r:embed="rId2">
            <a:alphaModFix/>
          </a:blip>
          <a:srcRect l="1038" r="1978" b="1787"/>
          <a:stretch/>
        </p:blipFill>
        <p:spPr>
          <a:xfrm>
            <a:off x="0" y="658109"/>
            <a:ext cx="12192401" cy="6207660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2327" name="Google Shape;2327;g3cf02dd855a_0_2727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8" name="Google Shape;2328;g3cf02dd855a_0_2727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g3cf02dd855a_0_2727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30" name="Google Shape;2330;g3cf02dd855a_0_2727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31" name="Google Shape;2331;g3cf02dd855a_0_2727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2332" name="Google Shape;2332;g3cf02dd855a_0_272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333" name="Google Shape;2333;g3cf02dd855a_0_272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334" name="Google Shape;2334;g3cf02dd855a_0_272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5" name="Google Shape;2335;g3cf02dd855a_0_272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6" name="Google Shape;2336;g3cf02dd855a_0_272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7" name="Google Shape;2337;g3cf02dd855a_0_272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8" name="Google Shape;2338;g3cf02dd855a_0_272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9" name="Google Shape;2339;g3cf02dd855a_0_272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0" name="Google Shape;2340;g3cf02dd855a_0_272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1" name="Google Shape;2341;g3cf02dd855a_0_272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2" name="Google Shape;2342;g3cf02dd855a_0_272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3" name="Google Shape;2343;g3cf02dd855a_0_272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4" name="Google Shape;2344;g3cf02dd855a_0_272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345" name="Google Shape;2345;g3cf02dd855a_0_272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6" name="Google Shape;2346;g3cf02dd855a_0_272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7" name="Google Shape;2347;g3cf02dd855a_0_272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8" name="Google Shape;2348;g3cf02dd855a_0_272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9" name="Google Shape;2349;g3cf02dd855a_0_272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0" name="Google Shape;2350;g3cf02dd855a_0_272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1" name="Google Shape;2351;g3cf02dd855a_0_272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52" name="Google Shape;2352;g3cf02dd855a_0_2727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3" name="Google Shape;2353;g3cf02dd855a_0_2727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5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354" name="Google Shape;2354;g3cf02dd855a_0_2727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5" name="Google Shape;2355;g3cf02dd855a_0_272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356" name="Google Shape;2356;g3cf02dd855a_0_272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357" name="Google Shape;2357;g3cf02dd855a_0_272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8" name="Google Shape;2358;g3cf02dd855a_0_272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9" name="Google Shape;2359;g3cf02dd855a_0_272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0" name="Google Shape;2360;g3cf02dd855a_0_272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1" name="Google Shape;2361;g3cf02dd855a_0_272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2" name="Google Shape;2362;g3cf02dd855a_0_272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3" name="Google Shape;2363;g3cf02dd855a_0_272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4" name="Google Shape;2364;g3cf02dd855a_0_272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5" name="Google Shape;2365;g3cf02dd855a_0_272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6" name="Google Shape;2366;g3cf02dd855a_0_272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7" name="Google Shape;2367;g3cf02dd855a_0_272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368" name="Google Shape;2368;g3cf02dd855a_0_272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9" name="Google Shape;2369;g3cf02dd855a_0_272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0" name="Google Shape;2370;g3cf02dd855a_0_272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1" name="Google Shape;2371;g3cf02dd855a_0_272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2" name="Google Shape;2372;g3cf02dd855a_0_272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3" name="Google Shape;2373;g3cf02dd855a_0_272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4" name="Google Shape;2374;g3cf02dd855a_0_272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75" name="Google Shape;2375;g3cf02dd855a_0_2727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Leaf">
  <p:cSld name="Title Slide – Leaf">
    <p:spTree>
      <p:nvGrpSpPr>
        <p:cNvPr id="1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g3cf02dd855a_0_2901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8" name="Google Shape;2378;g3cf02dd855a_0_2901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9" name="Google Shape;2379;g3cf02dd855a_0_2901"/>
          <p:cNvSpPr txBox="1">
            <a:spLocks noGrp="1"/>
          </p:cNvSpPr>
          <p:nvPr>
            <p:ph type="subTitle" idx="1"/>
          </p:nvPr>
        </p:nvSpPr>
        <p:spPr>
          <a:xfrm>
            <a:off x="6592948" y="2986547"/>
            <a:ext cx="51165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380" name="Google Shape;2380;g3cf02dd855a_0_2901"/>
          <p:cNvSpPr txBox="1">
            <a:spLocks noGrp="1"/>
          </p:cNvSpPr>
          <p:nvPr>
            <p:ph type="body" idx="2"/>
          </p:nvPr>
        </p:nvSpPr>
        <p:spPr>
          <a:xfrm>
            <a:off x="6592948" y="4737425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81" name="Google Shape;2381;g3cf02dd855a_0_2901"/>
          <p:cNvSpPr txBox="1">
            <a:spLocks noGrp="1"/>
          </p:cNvSpPr>
          <p:nvPr>
            <p:ph type="body" idx="3"/>
          </p:nvPr>
        </p:nvSpPr>
        <p:spPr>
          <a:xfrm>
            <a:off x="6592948" y="5117480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82" name="Google Shape;2382;g3cf02dd855a_0_2901"/>
          <p:cNvSpPr txBox="1">
            <a:spLocks noGrp="1"/>
          </p:cNvSpPr>
          <p:nvPr>
            <p:ph type="body" idx="4"/>
          </p:nvPr>
        </p:nvSpPr>
        <p:spPr>
          <a:xfrm>
            <a:off x="6592948" y="5485986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2383" name="Google Shape;2383;g3cf02dd855a_0_290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384" name="Google Shape;2384;g3cf02dd855a_0_290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385" name="Google Shape;2385;g3cf02dd855a_0_290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6" name="Google Shape;2386;g3cf02dd855a_0_290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7" name="Google Shape;2387;g3cf02dd855a_0_290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8" name="Google Shape;2388;g3cf02dd855a_0_290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9" name="Google Shape;2389;g3cf02dd855a_0_290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0" name="Google Shape;2390;g3cf02dd855a_0_290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1" name="Google Shape;2391;g3cf02dd855a_0_290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2" name="Google Shape;2392;g3cf02dd855a_0_290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3" name="Google Shape;2393;g3cf02dd855a_0_290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4" name="Google Shape;2394;g3cf02dd855a_0_290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5" name="Google Shape;2395;g3cf02dd855a_0_290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396" name="Google Shape;2396;g3cf02dd855a_0_290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7" name="Google Shape;2397;g3cf02dd855a_0_290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8" name="Google Shape;2398;g3cf02dd855a_0_290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9" name="Google Shape;2399;g3cf02dd855a_0_290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0" name="Google Shape;2400;g3cf02dd855a_0_290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1" name="Google Shape;2401;g3cf02dd855a_0_290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2" name="Google Shape;2402;g3cf02dd855a_0_290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03" name="Google Shape;2403;g3cf02dd855a_0_2901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g3cf02dd855a_0_2901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5" name="Google Shape;2405;g3cf02dd855a_0_290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406" name="Google Shape;2406;g3cf02dd855a_0_290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407" name="Google Shape;2407;g3cf02dd855a_0_290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8" name="Google Shape;2408;g3cf02dd855a_0_290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9" name="Google Shape;2409;g3cf02dd855a_0_290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0" name="Google Shape;2410;g3cf02dd855a_0_290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1" name="Google Shape;2411;g3cf02dd855a_0_290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2" name="Google Shape;2412;g3cf02dd855a_0_290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3" name="Google Shape;2413;g3cf02dd855a_0_290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4" name="Google Shape;2414;g3cf02dd855a_0_290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5" name="Google Shape;2415;g3cf02dd855a_0_290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6" name="Google Shape;2416;g3cf02dd855a_0_290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7" name="Google Shape;2417;g3cf02dd855a_0_290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418" name="Google Shape;2418;g3cf02dd855a_0_290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9" name="Google Shape;2419;g3cf02dd855a_0_290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0" name="Google Shape;2420;g3cf02dd855a_0_290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1" name="Google Shape;2421;g3cf02dd855a_0_290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2" name="Google Shape;2422;g3cf02dd855a_0_290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3" name="Google Shape;2423;g3cf02dd855a_0_290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4" name="Google Shape;2424;g3cf02dd855a_0_290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25" name="Google Shape;2425;g3cf02dd855a_0_2901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Title Slide – Plum">
    <p:spTree>
      <p:nvGrpSpPr>
        <p:cNvPr id="1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7" name="Google Shape;2427;g3cf02dd855a_0_2951"/>
          <p:cNvPicPr preferRelativeResize="0"/>
          <p:nvPr/>
        </p:nvPicPr>
        <p:blipFill rotWithShape="1">
          <a:blip r:embed="rId2">
            <a:alphaModFix/>
          </a:blip>
          <a:srcRect l="1038" r="1978" b="1787"/>
          <a:stretch/>
        </p:blipFill>
        <p:spPr>
          <a:xfrm>
            <a:off x="0" y="658109"/>
            <a:ext cx="12192401" cy="6207660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2428" name="Google Shape;2428;g3cf02dd855a_0_2951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9" name="Google Shape;2429;g3cf02dd855a_0_2951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430" name="Google Shape;2430;g3cf02dd855a_0_2951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431" name="Google Shape;2431;g3cf02dd855a_0_2951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2432" name="Google Shape;2432;g3cf02dd855a_0_295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433" name="Google Shape;2433;g3cf02dd855a_0_295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434" name="Google Shape;2434;g3cf02dd855a_0_295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5" name="Google Shape;2435;g3cf02dd855a_0_295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6" name="Google Shape;2436;g3cf02dd855a_0_295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7" name="Google Shape;2437;g3cf02dd855a_0_295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8" name="Google Shape;2438;g3cf02dd855a_0_295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9" name="Google Shape;2439;g3cf02dd855a_0_295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0" name="Google Shape;2440;g3cf02dd855a_0_295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1" name="Google Shape;2441;g3cf02dd855a_0_295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2" name="Google Shape;2442;g3cf02dd855a_0_295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3" name="Google Shape;2443;g3cf02dd855a_0_295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4" name="Google Shape;2444;g3cf02dd855a_0_295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445" name="Google Shape;2445;g3cf02dd855a_0_295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6" name="Google Shape;2446;g3cf02dd855a_0_295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7" name="Google Shape;2447;g3cf02dd855a_0_295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8" name="Google Shape;2448;g3cf02dd855a_0_295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9" name="Google Shape;2449;g3cf02dd855a_0_295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0" name="Google Shape;2450;g3cf02dd855a_0_295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1" name="Google Shape;2451;g3cf02dd855a_0_295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52" name="Google Shape;2452;g3cf02dd855a_0_2951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3" name="Google Shape;2453;g3cf02dd855a_0_2951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5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454" name="Google Shape;2454;g3cf02dd855a_0_2951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5" name="Google Shape;2455;g3cf02dd855a_0_295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456" name="Google Shape;2456;g3cf02dd855a_0_295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457" name="Google Shape;2457;g3cf02dd855a_0_295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8" name="Google Shape;2458;g3cf02dd855a_0_295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9" name="Google Shape;2459;g3cf02dd855a_0_295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0" name="Google Shape;2460;g3cf02dd855a_0_295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1" name="Google Shape;2461;g3cf02dd855a_0_295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2" name="Google Shape;2462;g3cf02dd855a_0_295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3" name="Google Shape;2463;g3cf02dd855a_0_295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4" name="Google Shape;2464;g3cf02dd855a_0_295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5" name="Google Shape;2465;g3cf02dd855a_0_295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6" name="Google Shape;2466;g3cf02dd855a_0_295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67" name="Google Shape;2467;g3cf02dd855a_0_295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468" name="Google Shape;2468;g3cf02dd855a_0_295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9" name="Google Shape;2469;g3cf02dd855a_0_295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0" name="Google Shape;2470;g3cf02dd855a_0_295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1" name="Google Shape;2471;g3cf02dd855a_0_295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2" name="Google Shape;2472;g3cf02dd855a_0_295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3" name="Google Shape;2473;g3cf02dd855a_0_295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4" name="Google Shape;2474;g3cf02dd855a_0_295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75" name="Google Shape;2475;g3cf02dd855a_0_2951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6" name="Google Shape;2476;g3cf02dd855a_0_2951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" name="Google Shape;2478;g3cf02dd855a_0_3002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9" name="Google Shape;2479;g3cf02dd855a_0_3002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0" name="Google Shape;2480;g3cf02dd855a_0_3002"/>
          <p:cNvSpPr txBox="1">
            <a:spLocks noGrp="1"/>
          </p:cNvSpPr>
          <p:nvPr>
            <p:ph type="body" idx="1"/>
          </p:nvPr>
        </p:nvSpPr>
        <p:spPr>
          <a:xfrm>
            <a:off x="609600" y="1267608"/>
            <a:ext cx="1939800" cy="19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114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​"/>
              <a:defRPr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481" name="Google Shape;2481;g3cf02dd855a_0_3002"/>
          <p:cNvSpPr txBox="1">
            <a:spLocks noGrp="1"/>
          </p:cNvSpPr>
          <p:nvPr>
            <p:ph type="body" idx="2"/>
          </p:nvPr>
        </p:nvSpPr>
        <p:spPr>
          <a:xfrm>
            <a:off x="2894013" y="1267608"/>
            <a:ext cx="7335900" cy="43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86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Arial"/>
              <a:buChar char="•"/>
              <a:defRPr sz="2800"/>
            </a:lvl1pPr>
            <a:lvl2pPr marL="914400" lvl="1" indent="-36576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 sz="2400"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 sz="2000"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 sz="1800"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 sz="18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Leaf">
  <p:cSld name="Section Header – Leaf">
    <p:spTree>
      <p:nvGrpSpPr>
        <p:cNvPr id="1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g3cf02dd855a_0_3007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4" name="Google Shape;2484;g3cf02dd855a_0_300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485" name="Google Shape;2485;g3cf02dd855a_0_300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6" name="Google Shape;2486;g3cf02dd855a_0_3007"/>
          <p:cNvSpPr/>
          <p:nvPr/>
        </p:nvSpPr>
        <p:spPr>
          <a:xfrm>
            <a:off x="6525510" y="666685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21000">
                <a:schemeClr val="accent4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g3cf02dd855a_0_300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Plum">
  <p:cSld name="Section Header – Plum"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g3cf02dd855a_0_3013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0" name="Google Shape;2490;g3cf02dd855a_0_301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491" name="Google Shape;2491;g3cf02dd855a_0_301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2" name="Google Shape;2492;g3cf02dd855a_0_3013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3" name="Google Shape;2493;g3cf02dd855a_0_301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– Photo">
  <p:cSld name="Section Header – Photo">
    <p:bg>
      <p:bgPr>
        <a:solidFill>
          <a:schemeClr val="lt1"/>
        </a:solidFill>
        <a:effectLst/>
      </p:bgPr>
    </p:bg>
    <p:spTree>
      <p:nvGrpSpPr>
        <p:cNvPr id="1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5" name="Google Shape;2495;g3cf02dd855a_0_3019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2" cy="5631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6" name="Google Shape;2496;g3cf02dd855a_0_30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6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2497" name="Google Shape;2497;g3cf02dd855a_0_3019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g3cf02dd855a_0_3019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9" name="Google Shape;2499;g3cf02dd855a_0_3019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500" name="Google Shape;2500;g3cf02dd855a_0_3019"/>
          <p:cNvSpPr txBox="1"/>
          <p:nvPr/>
        </p:nvSpPr>
        <p:spPr>
          <a:xfrm>
            <a:off x="1645084" y="6461498"/>
            <a:ext cx="30522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1" name="Google Shape;2501;g3cf02dd855a_0_3019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2" name="Google Shape;2502;g3cf02dd855a_0_301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503" name="Google Shape;2503;g3cf02dd855a_0_30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504" name="Google Shape;2504;g3cf02dd855a_0_30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5" name="Google Shape;2505;g3cf02dd855a_0_30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6" name="Google Shape;2506;g3cf02dd855a_0_30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7" name="Google Shape;2507;g3cf02dd855a_0_30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8" name="Google Shape;2508;g3cf02dd855a_0_30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9" name="Google Shape;2509;g3cf02dd855a_0_30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0" name="Google Shape;2510;g3cf02dd855a_0_30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1" name="Google Shape;2511;g3cf02dd855a_0_30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2" name="Google Shape;2512;g3cf02dd855a_0_30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3" name="Google Shape;2513;g3cf02dd855a_0_30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4" name="Google Shape;2514;g3cf02dd855a_0_30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15" name="Google Shape;2515;g3cf02dd855a_0_30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6" name="Google Shape;2516;g3cf02dd855a_0_30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7" name="Google Shape;2517;g3cf02dd855a_0_30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8" name="Google Shape;2518;g3cf02dd855a_0_30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9" name="Google Shape;2519;g3cf02dd855a_0_30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0" name="Google Shape;2520;g3cf02dd855a_0_30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1" name="Google Shape;2521;g3cf02dd855a_0_30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22" name="Google Shape;2522;g3cf02dd855a_0_3019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3" name="Google Shape;2523;g3cf02dd855a_0_3019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2" cy="5631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4" name="Google Shape;2524;g3cf02dd855a_0_30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6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2525" name="Google Shape;2525;g3cf02dd855a_0_3019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6" name="Google Shape;2526;g3cf02dd855a_0_301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527" name="Google Shape;2527;g3cf02dd855a_0_30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528" name="Google Shape;2528;g3cf02dd855a_0_30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9" name="Google Shape;2529;g3cf02dd855a_0_30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0" name="Google Shape;2530;g3cf02dd855a_0_30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1" name="Google Shape;2531;g3cf02dd855a_0_30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2" name="Google Shape;2532;g3cf02dd855a_0_30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3" name="Google Shape;2533;g3cf02dd855a_0_30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4" name="Google Shape;2534;g3cf02dd855a_0_30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5" name="Google Shape;2535;g3cf02dd855a_0_30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6" name="Google Shape;2536;g3cf02dd855a_0_30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7" name="Google Shape;2537;g3cf02dd855a_0_30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38" name="Google Shape;2538;g3cf02dd855a_0_30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39" name="Google Shape;2539;g3cf02dd855a_0_30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0" name="Google Shape;2540;g3cf02dd855a_0_30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1" name="Google Shape;2541;g3cf02dd855a_0_30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2" name="Google Shape;2542;g3cf02dd855a_0_30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3" name="Google Shape;2543;g3cf02dd855a_0_30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4" name="Google Shape;2544;g3cf02dd855a_0_30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5" name="Google Shape;2545;g3cf02dd855a_0_30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46" name="Google Shape;2546;g3cf02dd855a_0_3019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7" name="Google Shape;2547;g3cf02dd855a_0_3019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Leaf">
  <p:cSld name="Quote – Leaf">
    <p:spTree>
      <p:nvGrpSpPr>
        <p:cNvPr id="1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g3cf02dd855a_0_3073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550" name="Google Shape;2550;g3cf02dd855a_0_3073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551" name="Google Shape;2551;g3cf02dd855a_0_3073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399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552" name="Google Shape;2552;g3cf02dd855a_0_307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3" name="Google Shape;2553;g3cf02dd855a_0_3073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554" name="Google Shape;2554;g3cf02dd855a_0_3073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555" name="Google Shape;2555;g3cf02dd855a_0_3073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6" name="Google Shape;2556;g3cf02dd855a_0_3073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7" name="Google Shape;2557;g3cf02dd855a_0_3073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8" name="Google Shape;2558;g3cf02dd855a_0_3073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9" name="Google Shape;2559;g3cf02dd855a_0_3073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0" name="Google Shape;2560;g3cf02dd855a_0_3073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1" name="Google Shape;2561;g3cf02dd855a_0_3073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2" name="Google Shape;2562;g3cf02dd855a_0_3073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3" name="Google Shape;2563;g3cf02dd855a_0_3073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4" name="Google Shape;2564;g3cf02dd855a_0_3073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5" name="Google Shape;2565;g3cf02dd855a_0_3073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66" name="Google Shape;2566;g3cf02dd855a_0_3073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7" name="Google Shape;2567;g3cf02dd855a_0_3073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8" name="Google Shape;2568;g3cf02dd855a_0_3073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9" name="Google Shape;2569;g3cf02dd855a_0_3073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0" name="Google Shape;2570;g3cf02dd855a_0_3073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1" name="Google Shape;2571;g3cf02dd855a_0_3073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2" name="Google Shape;2572;g3cf02dd855a_0_3073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73" name="Google Shape;2573;g3cf02dd855a_0_3073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4" name="Google Shape;2574;g3cf02dd855a_0_307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5" name="Google Shape;2575;g3cf02dd855a_0_3073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576" name="Google Shape;2576;g3cf02dd855a_0_3073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577" name="Google Shape;2577;g3cf02dd855a_0_3073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8" name="Google Shape;2578;g3cf02dd855a_0_3073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9" name="Google Shape;2579;g3cf02dd855a_0_3073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0" name="Google Shape;2580;g3cf02dd855a_0_3073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1" name="Google Shape;2581;g3cf02dd855a_0_3073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2" name="Google Shape;2582;g3cf02dd855a_0_3073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3" name="Google Shape;2583;g3cf02dd855a_0_3073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4" name="Google Shape;2584;g3cf02dd855a_0_3073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5" name="Google Shape;2585;g3cf02dd855a_0_3073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6" name="Google Shape;2586;g3cf02dd855a_0_3073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7" name="Google Shape;2587;g3cf02dd855a_0_3073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88" name="Google Shape;2588;g3cf02dd855a_0_3073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9" name="Google Shape;2589;g3cf02dd855a_0_3073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0" name="Google Shape;2590;g3cf02dd855a_0_3073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1" name="Google Shape;2591;g3cf02dd855a_0_3073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2" name="Google Shape;2592;g3cf02dd855a_0_3073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3" name="Google Shape;2593;g3cf02dd855a_0_3073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4" name="Google Shape;2594;g3cf02dd855a_0_3073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95" name="Google Shape;2595;g3cf02dd855a_0_3073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Aqua">
  <p:cSld name="Quote – Aqua">
    <p:spTree>
      <p:nvGrpSpPr>
        <p:cNvPr id="1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Google Shape;2597;g3cf02dd855a_0_3121"/>
          <p:cNvSpPr/>
          <p:nvPr/>
        </p:nvSpPr>
        <p:spPr>
          <a:xfrm>
            <a:off x="0" y="0"/>
            <a:ext cx="12197292" cy="6026415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8" name="Google Shape;2598;g3cf02dd855a_0_3121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9" name="Google Shape;2599;g3cf02dd855a_0_3121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00" name="Google Shape;2600;g3cf02dd855a_0_3121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01" name="Google Shape;2601;g3cf02dd855a_0_3121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399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602" name="Google Shape;2602;g3cf02dd855a_0_312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3" name="Google Shape;2603;g3cf02dd855a_0_312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604" name="Google Shape;2604;g3cf02dd855a_0_31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605" name="Google Shape;2605;g3cf02dd855a_0_31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6" name="Google Shape;2606;g3cf02dd855a_0_31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7" name="Google Shape;2607;g3cf02dd855a_0_31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8" name="Google Shape;2608;g3cf02dd855a_0_31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9" name="Google Shape;2609;g3cf02dd855a_0_31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0" name="Google Shape;2610;g3cf02dd855a_0_31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1" name="Google Shape;2611;g3cf02dd855a_0_31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2" name="Google Shape;2612;g3cf02dd855a_0_31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3" name="Google Shape;2613;g3cf02dd855a_0_31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4" name="Google Shape;2614;g3cf02dd855a_0_31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5" name="Google Shape;2615;g3cf02dd855a_0_31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616" name="Google Shape;2616;g3cf02dd855a_0_31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7" name="Google Shape;2617;g3cf02dd855a_0_31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8" name="Google Shape;2618;g3cf02dd855a_0_31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9" name="Google Shape;2619;g3cf02dd855a_0_31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0" name="Google Shape;2620;g3cf02dd855a_0_31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1" name="Google Shape;2621;g3cf02dd855a_0_31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2" name="Google Shape;2622;g3cf02dd855a_0_31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23" name="Google Shape;2623;g3cf02dd855a_0_312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4" name="Google Shape;2624;g3cf02dd855a_0_312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625" name="Google Shape;2625;g3cf02dd855a_0_31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626" name="Google Shape;2626;g3cf02dd855a_0_31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7" name="Google Shape;2627;g3cf02dd855a_0_31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8" name="Google Shape;2628;g3cf02dd855a_0_31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9" name="Google Shape;2629;g3cf02dd855a_0_31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0" name="Google Shape;2630;g3cf02dd855a_0_31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1" name="Google Shape;2631;g3cf02dd855a_0_31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2" name="Google Shape;2632;g3cf02dd855a_0_31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3" name="Google Shape;2633;g3cf02dd855a_0_31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4" name="Google Shape;2634;g3cf02dd855a_0_31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5" name="Google Shape;2635;g3cf02dd855a_0_31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6" name="Google Shape;2636;g3cf02dd855a_0_31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637" name="Google Shape;2637;g3cf02dd855a_0_31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8" name="Google Shape;2638;g3cf02dd855a_0_31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9" name="Google Shape;2639;g3cf02dd855a_0_31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0" name="Google Shape;2640;g3cf02dd855a_0_31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1" name="Google Shape;2641;g3cf02dd855a_0_31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2" name="Google Shape;2642;g3cf02dd855a_0_31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3" name="Google Shape;2643;g3cf02dd855a_0_31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44" name="Google Shape;2644;g3cf02dd855a_0_3121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lum">
  <p:cSld name="Quote – Plum">
    <p:spTree>
      <p:nvGrpSpPr>
        <p:cNvPr id="1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6" name="Google Shape;2646;g3cf02dd855a_0_3170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g3cf02dd855a_0_3170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62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48" name="Google Shape;2648;g3cf02dd855a_0_3170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49" name="Google Shape;2649;g3cf02dd855a_0_3170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399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650" name="Google Shape;2650;g3cf02dd855a_0_317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1" name="Google Shape;2651;g3cf02dd855a_0_317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652" name="Google Shape;2652;g3cf02dd855a_0_317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653" name="Google Shape;2653;g3cf02dd855a_0_317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4" name="Google Shape;2654;g3cf02dd855a_0_317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5" name="Google Shape;2655;g3cf02dd855a_0_317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6" name="Google Shape;2656;g3cf02dd855a_0_317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7" name="Google Shape;2657;g3cf02dd855a_0_317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8" name="Google Shape;2658;g3cf02dd855a_0_317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9" name="Google Shape;2659;g3cf02dd855a_0_317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0" name="Google Shape;2660;g3cf02dd855a_0_317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1" name="Google Shape;2661;g3cf02dd855a_0_317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2" name="Google Shape;2662;g3cf02dd855a_0_317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63" name="Google Shape;2663;g3cf02dd855a_0_317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664" name="Google Shape;2664;g3cf02dd855a_0_317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5" name="Google Shape;2665;g3cf02dd855a_0_317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6" name="Google Shape;2666;g3cf02dd855a_0_317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7" name="Google Shape;2667;g3cf02dd855a_0_317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8" name="Google Shape;2668;g3cf02dd855a_0_317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9" name="Google Shape;2669;g3cf02dd855a_0_317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0" name="Google Shape;2670;g3cf02dd855a_0_317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71" name="Google Shape;2671;g3cf02dd855a_0_3170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2" name="Google Shape;2672;g3cf02dd855a_0_317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3" name="Google Shape;2673;g3cf02dd855a_0_317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674" name="Google Shape;2674;g3cf02dd855a_0_317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675" name="Google Shape;2675;g3cf02dd855a_0_317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6" name="Google Shape;2676;g3cf02dd855a_0_317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7" name="Google Shape;2677;g3cf02dd855a_0_317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8" name="Google Shape;2678;g3cf02dd855a_0_317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9" name="Google Shape;2679;g3cf02dd855a_0_317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0" name="Google Shape;2680;g3cf02dd855a_0_317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1" name="Google Shape;2681;g3cf02dd855a_0_317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2" name="Google Shape;2682;g3cf02dd855a_0_317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3" name="Google Shape;2683;g3cf02dd855a_0_317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4" name="Google Shape;2684;g3cf02dd855a_0_317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85" name="Google Shape;2685;g3cf02dd855a_0_317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686" name="Google Shape;2686;g3cf02dd855a_0_317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7" name="Google Shape;2687;g3cf02dd855a_0_317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8" name="Google Shape;2688;g3cf02dd855a_0_317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9" name="Google Shape;2689;g3cf02dd855a_0_317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0" name="Google Shape;2690;g3cf02dd855a_0_317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1" name="Google Shape;2691;g3cf02dd855a_0_317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2" name="Google Shape;2692;g3cf02dd855a_0_317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93" name="Google Shape;2693;g3cf02dd855a_0_3170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- Customer Story"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3cf02dd855a_0_3219"/>
          <p:cNvSpPr/>
          <p:nvPr/>
        </p:nvSpPr>
        <p:spPr>
          <a:xfrm>
            <a:off x="6472" y="437918"/>
            <a:ext cx="12170126" cy="5615389"/>
          </a:xfrm>
          <a:custGeom>
            <a:avLst/>
            <a:gdLst/>
            <a:ahLst/>
            <a:cxnLst/>
            <a:rect l="l" t="t" r="r" b="b"/>
            <a:pathLst>
              <a:path w="12231282" h="5615389" extrusionOk="0">
                <a:moveTo>
                  <a:pt x="0" y="0"/>
                </a:moveTo>
                <a:lnTo>
                  <a:pt x="12231282" y="27709"/>
                </a:lnTo>
                <a:lnTo>
                  <a:pt x="12203580" y="1466637"/>
                </a:lnTo>
                <a:lnTo>
                  <a:pt x="11206700" y="1466637"/>
                </a:lnTo>
                <a:cubicBezTo>
                  <a:pt x="10785051" y="1466637"/>
                  <a:pt x="10380638" y="1634150"/>
                  <a:pt x="10082432" y="1932294"/>
                </a:cubicBezTo>
                <a:lnTo>
                  <a:pt x="6864995" y="5149732"/>
                </a:lnTo>
                <a:cubicBezTo>
                  <a:pt x="6566852" y="5447874"/>
                  <a:pt x="6162438" y="5615389"/>
                  <a:pt x="5740726" y="5615389"/>
                </a:cubicBezTo>
                <a:lnTo>
                  <a:pt x="0" y="561538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6" name="Google Shape;2696;g3cf02dd855a_0_3219"/>
          <p:cNvSpPr/>
          <p:nvPr/>
        </p:nvSpPr>
        <p:spPr>
          <a:xfrm>
            <a:off x="-9730" y="1828238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7" name="Google Shape;2697;g3cf02dd855a_0_3219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8" name="Google Shape;2698;g3cf02dd855a_0_3219"/>
          <p:cNvSpPr>
            <a:spLocks noGrp="1"/>
          </p:cNvSpPr>
          <p:nvPr>
            <p:ph type="pic" idx="2"/>
          </p:nvPr>
        </p:nvSpPr>
        <p:spPr>
          <a:xfrm>
            <a:off x="6457030" y="3564301"/>
            <a:ext cx="5731800" cy="329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699" name="Google Shape;2699;g3cf02dd855a_0_3219"/>
          <p:cNvSpPr txBox="1">
            <a:spLocks noGrp="1"/>
          </p:cNvSpPr>
          <p:nvPr>
            <p:ph type="body" idx="1"/>
          </p:nvPr>
        </p:nvSpPr>
        <p:spPr>
          <a:xfrm>
            <a:off x="605484" y="4754564"/>
            <a:ext cx="48144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9"/>
              <a:buChar char="​"/>
              <a:defRPr sz="1799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/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/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/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00" name="Google Shape;2700;g3cf02dd855a_0_3219"/>
          <p:cNvSpPr>
            <a:spLocks noGrp="1"/>
          </p:cNvSpPr>
          <p:nvPr>
            <p:ph type="body" idx="3"/>
          </p:nvPr>
        </p:nvSpPr>
        <p:spPr>
          <a:xfrm>
            <a:off x="9025085" y="412751"/>
            <a:ext cx="2583600" cy="1190700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01" name="Google Shape;2701;g3cf02dd855a_0_3219"/>
          <p:cNvSpPr txBox="1">
            <a:spLocks noGrp="1"/>
          </p:cNvSpPr>
          <p:nvPr>
            <p:ph type="body" idx="4"/>
          </p:nvPr>
        </p:nvSpPr>
        <p:spPr>
          <a:xfrm>
            <a:off x="605484" y="5158325"/>
            <a:ext cx="48144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​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/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/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/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02" name="Google Shape;2702;g3cf02dd855a_0_3219"/>
          <p:cNvSpPr txBox="1">
            <a:spLocks noGrp="1"/>
          </p:cNvSpPr>
          <p:nvPr>
            <p:ph type="body" idx="5"/>
          </p:nvPr>
        </p:nvSpPr>
        <p:spPr>
          <a:xfrm>
            <a:off x="438911" y="1449388"/>
            <a:ext cx="6568200" cy="33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hoto">
  <p:cSld name="Quote – Photo">
    <p:bg>
      <p:bgPr>
        <a:solidFill>
          <a:schemeClr val="lt1"/>
        </a:solidFill>
        <a:effectLst/>
      </p:bgPr>
    </p:bg>
    <p:spTree>
      <p:nvGrpSpPr>
        <p:cNvPr id="1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4" name="Google Shape;2704;g3cf02dd855a_0_3228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5" name="Google Shape;2705;g3cf02dd855a_0_3228"/>
          <p:cNvSpPr/>
          <p:nvPr/>
        </p:nvSpPr>
        <p:spPr>
          <a:xfrm>
            <a:off x="0" y="0"/>
            <a:ext cx="121824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0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6" name="Google Shape;2706;g3cf02dd855a_0_3228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7" name="Google Shape;2707;g3cf02dd855a_0_3228"/>
          <p:cNvSpPr txBox="1"/>
          <p:nvPr/>
        </p:nvSpPr>
        <p:spPr>
          <a:xfrm>
            <a:off x="1645084" y="6461498"/>
            <a:ext cx="30522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8" name="Google Shape;2708;g3cf02dd855a_0_3228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09" name="Google Shape;2709;g3cf02dd855a_0_322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710" name="Google Shape;2710;g3cf02dd855a_0_322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711" name="Google Shape;2711;g3cf02dd855a_0_322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2" name="Google Shape;2712;g3cf02dd855a_0_322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3" name="Google Shape;2713;g3cf02dd855a_0_322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4" name="Google Shape;2714;g3cf02dd855a_0_322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5" name="Google Shape;2715;g3cf02dd855a_0_322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6" name="Google Shape;2716;g3cf02dd855a_0_322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7" name="Google Shape;2717;g3cf02dd855a_0_322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8" name="Google Shape;2718;g3cf02dd855a_0_322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9" name="Google Shape;2719;g3cf02dd855a_0_322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0" name="Google Shape;2720;g3cf02dd855a_0_322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21" name="Google Shape;2721;g3cf02dd855a_0_322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722" name="Google Shape;2722;g3cf02dd855a_0_322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3" name="Google Shape;2723;g3cf02dd855a_0_322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4" name="Google Shape;2724;g3cf02dd855a_0_322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5" name="Google Shape;2725;g3cf02dd855a_0_322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6" name="Google Shape;2726;g3cf02dd855a_0_322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7" name="Google Shape;2727;g3cf02dd855a_0_322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8" name="Google Shape;2728;g3cf02dd855a_0_322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29" name="Google Shape;2729;g3cf02dd855a_0_3228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4755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30" name="Google Shape;2730;g3cf02dd855a_0_3228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35910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31" name="Google Shape;2731;g3cf02dd855a_0_3228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2" name="Google Shape;2732;g3cf02dd855a_0_3228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3" name="Google Shape;2733;g3cf02dd855a_0_3228"/>
          <p:cNvSpPr/>
          <p:nvPr/>
        </p:nvSpPr>
        <p:spPr>
          <a:xfrm>
            <a:off x="0" y="0"/>
            <a:ext cx="121824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0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4" name="Google Shape;2734;g3cf02dd855a_0_3228"/>
          <p:cNvSpPr/>
          <p:nvPr/>
        </p:nvSpPr>
        <p:spPr>
          <a:xfrm>
            <a:off x="0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5" name="Google Shape;2735;g3cf02dd855a_0_322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736" name="Google Shape;2736;g3cf02dd855a_0_322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737" name="Google Shape;2737;g3cf02dd855a_0_322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8" name="Google Shape;2738;g3cf02dd855a_0_322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9" name="Google Shape;2739;g3cf02dd855a_0_322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0" name="Google Shape;2740;g3cf02dd855a_0_322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1" name="Google Shape;2741;g3cf02dd855a_0_322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2" name="Google Shape;2742;g3cf02dd855a_0_322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3" name="Google Shape;2743;g3cf02dd855a_0_322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4" name="Google Shape;2744;g3cf02dd855a_0_322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5" name="Google Shape;2745;g3cf02dd855a_0_322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6" name="Google Shape;2746;g3cf02dd855a_0_322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7" name="Google Shape;2747;g3cf02dd855a_0_322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748" name="Google Shape;2748;g3cf02dd855a_0_322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9" name="Google Shape;2749;g3cf02dd855a_0_322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0" name="Google Shape;2750;g3cf02dd855a_0_322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1" name="Google Shape;2751;g3cf02dd855a_0_322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2" name="Google Shape;2752;g3cf02dd855a_0_322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3" name="Google Shape;2753;g3cf02dd855a_0_322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4" name="Google Shape;2754;g3cf02dd855a_0_322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55" name="Google Shape;2755;g3cf02dd855a_0_3228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6" name="Google Shape;2756;g3cf02dd855a_0_3228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2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8" name="Google Shape;2758;g3cf02dd855a_0_328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9" name="Google Shape;2759;g3cf02dd855a_0_328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760" name="Google Shape;2760;g3cf02dd855a_0_3282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g3cf02dd855a_0_3282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Content">
  <p:cSld name="Title, Subtitle and Content">
    <p:spTree>
      <p:nvGrpSpPr>
        <p:cNvPr id="1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Google Shape;2763;g3cf02dd855a_0_328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4" name="Google Shape;2764;g3cf02dd855a_0_328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8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765" name="Google Shape;2765;g3cf02dd855a_0_3287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Char char="•"/>
              <a:defRPr>
                <a:solidFill>
                  <a:srgbClr val="3B3B3B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66" name="Google Shape;2766;g3cf02dd855a_0_328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g3cf02dd855a_0_328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">
  <p:cSld name="Two-Content Balanced">
    <p:spTree>
      <p:nvGrpSpPr>
        <p:cNvPr id="1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g3cf02dd855a_0_329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0" name="Google Shape;2770;g3cf02dd855a_0_329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771" name="Google Shape;2771;g3cf02dd855a_0_3293"/>
          <p:cNvSpPr txBox="1">
            <a:spLocks noGrp="1"/>
          </p:cNvSpPr>
          <p:nvPr>
            <p:ph type="body" idx="2"/>
          </p:nvPr>
        </p:nvSpPr>
        <p:spPr>
          <a:xfrm>
            <a:off x="608013" y="1600200"/>
            <a:ext cx="53139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72" name="Google Shape;2772;g3cf02dd855a_0_3293"/>
          <p:cNvSpPr txBox="1">
            <a:spLocks noGrp="1"/>
          </p:cNvSpPr>
          <p:nvPr>
            <p:ph type="body" idx="3"/>
          </p:nvPr>
        </p:nvSpPr>
        <p:spPr>
          <a:xfrm>
            <a:off x="6321287" y="1600200"/>
            <a:ext cx="53139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73" name="Google Shape;2773;g3cf02dd855a_0_329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g3cf02dd855a_0_329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Right">
  <p:cSld name="Two-Content Balanced Color on Right">
    <p:spTree>
      <p:nvGrpSpPr>
        <p:cNvPr id="1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g3cf02dd855a_0_3300"/>
          <p:cNvSpPr txBox="1">
            <a:spLocks noGrp="1"/>
          </p:cNvSpPr>
          <p:nvPr>
            <p:ph type="body" idx="1"/>
          </p:nvPr>
        </p:nvSpPr>
        <p:spPr>
          <a:xfrm>
            <a:off x="6323381" y="1600201"/>
            <a:ext cx="58653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77" name="Google Shape;2777;g3cf02dd855a_0_3300"/>
          <p:cNvSpPr txBox="1">
            <a:spLocks noGrp="1"/>
          </p:cNvSpPr>
          <p:nvPr>
            <p:ph type="subTitle" idx="2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778" name="Google Shape;2778;g3cf02dd855a_0_330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9" name="Google Shape;2779;g3cf02dd855a_0_330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0" name="Google Shape;2780;g3cf02dd855a_0_3300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81" name="Google Shape;2781;g3cf02dd855a_0_330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Left">
  <p:cSld name="Two-Content Balanced Color on Left">
    <p:spTree>
      <p:nvGrpSpPr>
        <p:cNvPr id="1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g3cf02dd855a_0_330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4" name="Google Shape;2784;g3cf02dd855a_0_330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785" name="Google Shape;2785;g3cf02dd855a_0_330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g3cf02dd855a_0_3307"/>
          <p:cNvSpPr txBox="1">
            <a:spLocks noGrp="1"/>
          </p:cNvSpPr>
          <p:nvPr>
            <p:ph type="body" idx="2"/>
          </p:nvPr>
        </p:nvSpPr>
        <p:spPr>
          <a:xfrm>
            <a:off x="6323381" y="1600201"/>
            <a:ext cx="58653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87" name="Google Shape;2787;g3cf02dd855a_0_3307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88" name="Google Shape;2788;g3cf02dd855a_0_330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Google Shape;2790;g3cf02dd855a_0_331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1" name="Google Shape;2791;g3cf02dd855a_0_331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792" name="Google Shape;2792;g3cf02dd855a_0_3314"/>
          <p:cNvSpPr txBox="1">
            <a:spLocks noGrp="1"/>
          </p:cNvSpPr>
          <p:nvPr>
            <p:ph type="body" idx="2"/>
          </p:nvPr>
        </p:nvSpPr>
        <p:spPr>
          <a:xfrm>
            <a:off x="592866" y="1600202"/>
            <a:ext cx="5287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93" name="Google Shape;2793;g3cf02dd855a_0_3314"/>
          <p:cNvSpPr/>
          <p:nvPr/>
        </p:nvSpPr>
        <p:spPr>
          <a:xfrm>
            <a:off x="592865" y="2484176"/>
            <a:ext cx="52872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4" name="Google Shape;2794;g3cf02dd855a_0_3314"/>
          <p:cNvSpPr txBox="1">
            <a:spLocks noGrp="1"/>
          </p:cNvSpPr>
          <p:nvPr>
            <p:ph type="body" idx="3"/>
          </p:nvPr>
        </p:nvSpPr>
        <p:spPr>
          <a:xfrm>
            <a:off x="592865" y="2621020"/>
            <a:ext cx="5315700" cy="3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95" name="Google Shape;2795;g3cf02dd855a_0_3314"/>
          <p:cNvSpPr txBox="1">
            <a:spLocks noGrp="1"/>
          </p:cNvSpPr>
          <p:nvPr>
            <p:ph type="body" idx="4"/>
          </p:nvPr>
        </p:nvSpPr>
        <p:spPr>
          <a:xfrm>
            <a:off x="6308726" y="1600202"/>
            <a:ext cx="5287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96" name="Google Shape;2796;g3cf02dd855a_0_3314"/>
          <p:cNvSpPr/>
          <p:nvPr/>
        </p:nvSpPr>
        <p:spPr>
          <a:xfrm>
            <a:off x="6303874" y="2484176"/>
            <a:ext cx="52872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7" name="Google Shape;2797;g3cf02dd855a_0_3314"/>
          <p:cNvSpPr txBox="1">
            <a:spLocks noGrp="1"/>
          </p:cNvSpPr>
          <p:nvPr>
            <p:ph type="body" idx="5"/>
          </p:nvPr>
        </p:nvSpPr>
        <p:spPr>
          <a:xfrm>
            <a:off x="6308143" y="2621280"/>
            <a:ext cx="5287200" cy="3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98" name="Google Shape;2798;g3cf02dd855a_0_3314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9" name="Google Shape;2799;g3cf02dd855a_0_3314"/>
          <p:cNvSpPr/>
          <p:nvPr/>
        </p:nvSpPr>
        <p:spPr>
          <a:xfrm>
            <a:off x="592865" y="2484176"/>
            <a:ext cx="52872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0" name="Google Shape;2800;g3cf02dd855a_0_3314"/>
          <p:cNvSpPr/>
          <p:nvPr/>
        </p:nvSpPr>
        <p:spPr>
          <a:xfrm>
            <a:off x="6303874" y="2484176"/>
            <a:ext cx="52872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1" name="Google Shape;2801;g3cf02dd855a_0_3314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-Content Comparison">
  <p:cSld name="Three-Content Comparison">
    <p:spTree>
      <p:nvGrpSpPr>
        <p:cNvPr id="1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g3cf02dd855a_0_332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4" name="Google Shape;2804;g3cf02dd855a_0_332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805" name="Google Shape;2805;g3cf02dd855a_0_3327"/>
          <p:cNvSpPr txBox="1">
            <a:spLocks noGrp="1"/>
          </p:cNvSpPr>
          <p:nvPr>
            <p:ph type="body" idx="2"/>
          </p:nvPr>
        </p:nvSpPr>
        <p:spPr>
          <a:xfrm>
            <a:off x="592866" y="1600200"/>
            <a:ext cx="359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06" name="Google Shape;2806;g3cf02dd855a_0_3327"/>
          <p:cNvSpPr/>
          <p:nvPr/>
        </p:nvSpPr>
        <p:spPr>
          <a:xfrm>
            <a:off x="592866" y="2509480"/>
            <a:ext cx="35937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7" name="Google Shape;2807;g3cf02dd855a_0_3327"/>
          <p:cNvSpPr txBox="1">
            <a:spLocks noGrp="1"/>
          </p:cNvSpPr>
          <p:nvPr>
            <p:ph type="body" idx="3"/>
          </p:nvPr>
        </p:nvSpPr>
        <p:spPr>
          <a:xfrm>
            <a:off x="4297616" y="1600200"/>
            <a:ext cx="359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08" name="Google Shape;2808;g3cf02dd855a_0_3327"/>
          <p:cNvSpPr txBox="1">
            <a:spLocks noGrp="1"/>
          </p:cNvSpPr>
          <p:nvPr>
            <p:ph type="body" idx="4"/>
          </p:nvPr>
        </p:nvSpPr>
        <p:spPr>
          <a:xfrm>
            <a:off x="8001859" y="1600200"/>
            <a:ext cx="359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09" name="Google Shape;2809;g3cf02dd855a_0_3327"/>
          <p:cNvSpPr/>
          <p:nvPr/>
        </p:nvSpPr>
        <p:spPr>
          <a:xfrm>
            <a:off x="8001859" y="2509480"/>
            <a:ext cx="35937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0" name="Google Shape;2810;g3cf02dd855a_0_332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1" name="Google Shape;2811;g3cf02dd855a_0_3327"/>
          <p:cNvSpPr/>
          <p:nvPr/>
        </p:nvSpPr>
        <p:spPr>
          <a:xfrm>
            <a:off x="4297616" y="2509480"/>
            <a:ext cx="3593700" cy="4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2" name="Google Shape;2812;g3cf02dd855a_0_3327"/>
          <p:cNvSpPr txBox="1">
            <a:spLocks noGrp="1"/>
          </p:cNvSpPr>
          <p:nvPr>
            <p:ph type="body" idx="5"/>
          </p:nvPr>
        </p:nvSpPr>
        <p:spPr>
          <a:xfrm>
            <a:off x="592866" y="2649538"/>
            <a:ext cx="3594000" cy="3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13" name="Google Shape;2813;g3cf02dd855a_0_3327"/>
          <p:cNvSpPr txBox="1">
            <a:spLocks noGrp="1"/>
          </p:cNvSpPr>
          <p:nvPr>
            <p:ph type="body" idx="6"/>
          </p:nvPr>
        </p:nvSpPr>
        <p:spPr>
          <a:xfrm>
            <a:off x="4297616" y="2649538"/>
            <a:ext cx="3594000" cy="3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14" name="Google Shape;2814;g3cf02dd855a_0_3327"/>
          <p:cNvSpPr txBox="1">
            <a:spLocks noGrp="1"/>
          </p:cNvSpPr>
          <p:nvPr>
            <p:ph type="body" idx="7"/>
          </p:nvPr>
        </p:nvSpPr>
        <p:spPr>
          <a:xfrm>
            <a:off x="8001859" y="2649538"/>
            <a:ext cx="3594000" cy="3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15" name="Google Shape;2815;g3cf02dd855a_0_3327"/>
          <p:cNvSpPr/>
          <p:nvPr/>
        </p:nvSpPr>
        <p:spPr>
          <a:xfrm>
            <a:off x="592866" y="2509480"/>
            <a:ext cx="35937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6" name="Google Shape;2816;g3cf02dd855a_0_3327"/>
          <p:cNvSpPr/>
          <p:nvPr/>
        </p:nvSpPr>
        <p:spPr>
          <a:xfrm>
            <a:off x="8001859" y="2509480"/>
            <a:ext cx="35937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7" name="Google Shape;2817;g3cf02dd855a_0_332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8" name="Google Shape;2818;g3cf02dd855a_0_3327"/>
          <p:cNvSpPr/>
          <p:nvPr/>
        </p:nvSpPr>
        <p:spPr>
          <a:xfrm>
            <a:off x="4297616" y="2509480"/>
            <a:ext cx="3593700" cy="4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Left">
  <p:cSld name="Two Content Dynamic – Left">
    <p:spTree>
      <p:nvGrpSpPr>
        <p:cNvPr id="1" name="Shape 2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0" name="Google Shape;2820;g3cf02dd855a_0_334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1" name="Google Shape;2821;g3cf02dd855a_0_334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822" name="Google Shape;2822;g3cf02dd855a_0_3344"/>
          <p:cNvSpPr/>
          <p:nvPr/>
        </p:nvSpPr>
        <p:spPr>
          <a:xfrm rot="10800000" flipH="1">
            <a:off x="0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3" name="Google Shape;2823;g3cf02dd855a_0_3344"/>
          <p:cNvSpPr txBox="1">
            <a:spLocks noGrp="1"/>
          </p:cNvSpPr>
          <p:nvPr>
            <p:ph type="body" idx="2"/>
          </p:nvPr>
        </p:nvSpPr>
        <p:spPr>
          <a:xfrm>
            <a:off x="0" y="1609531"/>
            <a:ext cx="28941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24" name="Google Shape;2824;g3cf02dd855a_0_3344"/>
          <p:cNvSpPr txBox="1">
            <a:spLocks noGrp="1"/>
          </p:cNvSpPr>
          <p:nvPr>
            <p:ph type="body" idx="3"/>
          </p:nvPr>
        </p:nvSpPr>
        <p:spPr>
          <a:xfrm>
            <a:off x="3351213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25" name="Google Shape;2825;g3cf02dd855a_0_3344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6" name="Google Shape;2826;g3cf02dd855a_0_3344"/>
          <p:cNvSpPr/>
          <p:nvPr/>
        </p:nvSpPr>
        <p:spPr>
          <a:xfrm rot="10800000" flipH="1">
            <a:off x="0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7" name="Google Shape;2827;g3cf02dd855a_0_3344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Right">
  <p:cSld name="Two Content Dynamic – Right">
    <p:spTree>
      <p:nvGrpSpPr>
        <p:cNvPr id="1" name="Shape 2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9" name="Google Shape;2829;g3cf02dd855a_0_335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0" name="Google Shape;2830;g3cf02dd855a_0_335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831" name="Google Shape;2831;g3cf02dd855a_0_335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2" name="Google Shape;2832;g3cf02dd855a_0_3353"/>
          <p:cNvSpPr/>
          <p:nvPr/>
        </p:nvSpPr>
        <p:spPr>
          <a:xfrm rot="10800000" flipH="1">
            <a:off x="9294812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3" name="Google Shape;2833;g3cf02dd855a_0_3353"/>
          <p:cNvSpPr txBox="1">
            <a:spLocks noGrp="1"/>
          </p:cNvSpPr>
          <p:nvPr>
            <p:ph type="body" idx="2"/>
          </p:nvPr>
        </p:nvSpPr>
        <p:spPr>
          <a:xfrm>
            <a:off x="9294812" y="1609531"/>
            <a:ext cx="28941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34" name="Google Shape;2834;g3cf02dd855a_0_3353"/>
          <p:cNvSpPr txBox="1">
            <a:spLocks noGrp="1"/>
          </p:cNvSpPr>
          <p:nvPr>
            <p:ph type="body" idx="3"/>
          </p:nvPr>
        </p:nvSpPr>
        <p:spPr>
          <a:xfrm>
            <a:off x="0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35" name="Google Shape;2835;g3cf02dd855a_0_335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6" name="Google Shape;2836;g3cf02dd855a_0_3353"/>
          <p:cNvSpPr/>
          <p:nvPr/>
        </p:nvSpPr>
        <p:spPr>
          <a:xfrm rot="10800000" flipH="1">
            <a:off x="9294812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Content on Right">
  <p:cSld name="Diagram with Content on Right">
    <p:spTree>
      <p:nvGrpSpPr>
        <p:cNvPr id="1" name="Shape 2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8" name="Google Shape;2838;g3cf02dd855a_0_336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9" name="Google Shape;2839;g3cf02dd855a_0_336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840" name="Google Shape;2840;g3cf02dd855a_0_3362"/>
          <p:cNvSpPr/>
          <p:nvPr/>
        </p:nvSpPr>
        <p:spPr>
          <a:xfrm rot="10800000" flipH="1">
            <a:off x="8380072" y="1590041"/>
            <a:ext cx="3808800" cy="8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1" name="Google Shape;2841;g3cf02dd855a_0_3362"/>
          <p:cNvSpPr txBox="1">
            <a:spLocks noGrp="1"/>
          </p:cNvSpPr>
          <p:nvPr>
            <p:ph type="body" idx="2"/>
          </p:nvPr>
        </p:nvSpPr>
        <p:spPr>
          <a:xfrm>
            <a:off x="8380413" y="1600200"/>
            <a:ext cx="38085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594350" bIns="4572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accent2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•"/>
              <a:defRPr sz="1400">
                <a:solidFill>
                  <a:schemeClr val="accent2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–"/>
              <a:defRPr sz="1100">
                <a:solidFill>
                  <a:schemeClr val="accent2"/>
                </a:solidFill>
              </a:defRPr>
            </a:lvl5pPr>
            <a:lvl6pPr marL="2743200" lvl="5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6pPr>
            <a:lvl7pPr marL="3200400" lvl="6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7pPr>
            <a:lvl8pPr marL="3657600" lvl="7" indent="-29146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8pPr>
            <a:lvl9pPr marL="4114800" lvl="8" indent="-291465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842" name="Google Shape;2842;g3cf02dd855a_0_3362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3" name="Google Shape;2843;g3cf02dd855a_0_3362"/>
          <p:cNvSpPr txBox="1">
            <a:spLocks noGrp="1"/>
          </p:cNvSpPr>
          <p:nvPr>
            <p:ph type="body" idx="3"/>
          </p:nvPr>
        </p:nvSpPr>
        <p:spPr>
          <a:xfrm>
            <a:off x="608012" y="1600201"/>
            <a:ext cx="73983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44" name="Google Shape;2844;g3cf02dd855a_0_3362"/>
          <p:cNvSpPr/>
          <p:nvPr/>
        </p:nvSpPr>
        <p:spPr>
          <a:xfrm rot="10800000" flipH="1">
            <a:off x="8380072" y="1590041"/>
            <a:ext cx="3808800" cy="8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5" name="Google Shape;2845;g3cf02dd855a_0_3362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Outcome, Benefit">
  <p:cSld name="Diagram with Outcome, Benefit">
    <p:spTree>
      <p:nvGrpSpPr>
        <p:cNvPr id="1" name="Shape 2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Google Shape;2847;g3cf02dd855a_0_337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8" name="Google Shape;2848;g3cf02dd855a_0_3371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2849" name="Google Shape;2849;g3cf02dd855a_0_3371"/>
          <p:cNvCxnSpPr/>
          <p:nvPr/>
        </p:nvCxnSpPr>
        <p:spPr>
          <a:xfrm>
            <a:off x="8380413" y="1608668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50" name="Google Shape;2850;g3cf02dd855a_0_3371"/>
          <p:cNvSpPr txBox="1">
            <a:spLocks noGrp="1"/>
          </p:cNvSpPr>
          <p:nvPr>
            <p:ph type="body" idx="2"/>
          </p:nvPr>
        </p:nvSpPr>
        <p:spPr>
          <a:xfrm>
            <a:off x="8380413" y="1699688"/>
            <a:ext cx="32004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51" name="Google Shape;2851;g3cf02dd855a_0_3371"/>
          <p:cNvSpPr txBox="1">
            <a:spLocks noGrp="1"/>
          </p:cNvSpPr>
          <p:nvPr>
            <p:ph type="body" idx="3"/>
          </p:nvPr>
        </p:nvSpPr>
        <p:spPr>
          <a:xfrm>
            <a:off x="8378825" y="2063048"/>
            <a:ext cx="32019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852" name="Google Shape;2852;g3cf02dd855a_0_3371"/>
          <p:cNvCxnSpPr/>
          <p:nvPr/>
        </p:nvCxnSpPr>
        <p:spPr>
          <a:xfrm>
            <a:off x="8380413" y="3872441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53" name="Google Shape;2853;g3cf02dd855a_0_3371"/>
          <p:cNvSpPr txBox="1">
            <a:spLocks noGrp="1"/>
          </p:cNvSpPr>
          <p:nvPr>
            <p:ph type="body" idx="4"/>
          </p:nvPr>
        </p:nvSpPr>
        <p:spPr>
          <a:xfrm>
            <a:off x="8380413" y="3972469"/>
            <a:ext cx="32004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54" name="Google Shape;2854;g3cf02dd855a_0_3371"/>
          <p:cNvSpPr txBox="1">
            <a:spLocks noGrp="1"/>
          </p:cNvSpPr>
          <p:nvPr>
            <p:ph type="body" idx="5"/>
          </p:nvPr>
        </p:nvSpPr>
        <p:spPr>
          <a:xfrm>
            <a:off x="8378825" y="4347904"/>
            <a:ext cx="32019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55" name="Google Shape;2855;g3cf02dd855a_0_337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6" name="Google Shape;2856;g3cf02dd855a_0_3371"/>
          <p:cNvSpPr txBox="1">
            <a:spLocks noGrp="1"/>
          </p:cNvSpPr>
          <p:nvPr>
            <p:ph type="body" idx="6"/>
          </p:nvPr>
        </p:nvSpPr>
        <p:spPr>
          <a:xfrm>
            <a:off x="608012" y="1600201"/>
            <a:ext cx="73983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2857" name="Google Shape;2857;g3cf02dd855a_0_3371"/>
          <p:cNvCxnSpPr/>
          <p:nvPr/>
        </p:nvCxnSpPr>
        <p:spPr>
          <a:xfrm>
            <a:off x="8380413" y="1608668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58" name="Google Shape;2858;g3cf02dd855a_0_3371"/>
          <p:cNvCxnSpPr/>
          <p:nvPr/>
        </p:nvCxnSpPr>
        <p:spPr>
          <a:xfrm>
            <a:off x="8380413" y="3872441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59" name="Google Shape;2859;g3cf02dd855a_0_337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ccess">
  <p:cSld name="Customer Success"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g3cf02dd855a_0_338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2" name="Google Shape;2862;g3cf02dd855a_0_338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2863" name="Google Shape;2863;g3cf02dd855a_0_3385"/>
          <p:cNvCxnSpPr/>
          <p:nvPr/>
        </p:nvCxnSpPr>
        <p:spPr>
          <a:xfrm>
            <a:off x="609600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64" name="Google Shape;2864;g3cf02dd855a_0_3385"/>
          <p:cNvSpPr txBox="1">
            <a:spLocks noGrp="1"/>
          </p:cNvSpPr>
          <p:nvPr>
            <p:ph type="body" idx="2"/>
          </p:nvPr>
        </p:nvSpPr>
        <p:spPr>
          <a:xfrm>
            <a:off x="611645" y="1901093"/>
            <a:ext cx="3201900" cy="12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865" name="Google Shape;2865;g3cf02dd855a_0_3385"/>
          <p:cNvCxnSpPr/>
          <p:nvPr/>
        </p:nvCxnSpPr>
        <p:spPr>
          <a:xfrm>
            <a:off x="4412165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66" name="Google Shape;2866;g3cf02dd855a_0_3385"/>
          <p:cNvSpPr txBox="1">
            <a:spLocks noGrp="1"/>
          </p:cNvSpPr>
          <p:nvPr>
            <p:ph type="body" idx="3"/>
          </p:nvPr>
        </p:nvSpPr>
        <p:spPr>
          <a:xfrm>
            <a:off x="4414210" y="1901094"/>
            <a:ext cx="3201900" cy="12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867" name="Google Shape;2867;g3cf02dd855a_0_3385"/>
          <p:cNvCxnSpPr/>
          <p:nvPr/>
        </p:nvCxnSpPr>
        <p:spPr>
          <a:xfrm>
            <a:off x="609600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68" name="Google Shape;2868;g3cf02dd855a_0_3385"/>
          <p:cNvSpPr txBox="1">
            <a:spLocks noGrp="1"/>
          </p:cNvSpPr>
          <p:nvPr>
            <p:ph type="body" idx="4"/>
          </p:nvPr>
        </p:nvSpPr>
        <p:spPr>
          <a:xfrm>
            <a:off x="611645" y="3693430"/>
            <a:ext cx="3201900" cy="11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869" name="Google Shape;2869;g3cf02dd855a_0_3385"/>
          <p:cNvCxnSpPr/>
          <p:nvPr/>
        </p:nvCxnSpPr>
        <p:spPr>
          <a:xfrm>
            <a:off x="4412165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70" name="Google Shape;2870;g3cf02dd855a_0_3385"/>
          <p:cNvSpPr txBox="1">
            <a:spLocks noGrp="1"/>
          </p:cNvSpPr>
          <p:nvPr>
            <p:ph type="body" idx="5"/>
          </p:nvPr>
        </p:nvSpPr>
        <p:spPr>
          <a:xfrm>
            <a:off x="4414210" y="3693430"/>
            <a:ext cx="3201900" cy="11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871" name="Google Shape;2871;g3cf02dd855a_0_3385"/>
          <p:cNvCxnSpPr/>
          <p:nvPr/>
        </p:nvCxnSpPr>
        <p:spPr>
          <a:xfrm>
            <a:off x="608739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72" name="Google Shape;2872;g3cf02dd855a_0_3385"/>
          <p:cNvSpPr txBox="1">
            <a:spLocks noGrp="1"/>
          </p:cNvSpPr>
          <p:nvPr>
            <p:ph type="body" idx="6"/>
          </p:nvPr>
        </p:nvSpPr>
        <p:spPr>
          <a:xfrm>
            <a:off x="613093" y="5327336"/>
            <a:ext cx="32004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73" name="Google Shape;2873;g3cf02dd855a_0_3385"/>
          <p:cNvSpPr txBox="1">
            <a:spLocks noGrp="1"/>
          </p:cNvSpPr>
          <p:nvPr>
            <p:ph type="body" idx="7"/>
          </p:nvPr>
        </p:nvSpPr>
        <p:spPr>
          <a:xfrm>
            <a:off x="613093" y="5593624"/>
            <a:ext cx="32004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74" name="Google Shape;2874;g3cf02dd855a_0_3385"/>
          <p:cNvSpPr txBox="1">
            <a:spLocks noGrp="1"/>
          </p:cNvSpPr>
          <p:nvPr>
            <p:ph type="body" idx="8"/>
          </p:nvPr>
        </p:nvSpPr>
        <p:spPr>
          <a:xfrm>
            <a:off x="613093" y="5859911"/>
            <a:ext cx="32004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75" name="Google Shape;2875;g3cf02dd855a_0_3385"/>
          <p:cNvSpPr txBox="1">
            <a:spLocks noGrp="1"/>
          </p:cNvSpPr>
          <p:nvPr>
            <p:ph type="body" idx="9"/>
          </p:nvPr>
        </p:nvSpPr>
        <p:spPr>
          <a:xfrm>
            <a:off x="4400790" y="5327336"/>
            <a:ext cx="32271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76" name="Google Shape;2876;g3cf02dd855a_0_3385"/>
          <p:cNvSpPr txBox="1">
            <a:spLocks noGrp="1"/>
          </p:cNvSpPr>
          <p:nvPr>
            <p:ph type="body" idx="13"/>
          </p:nvPr>
        </p:nvSpPr>
        <p:spPr>
          <a:xfrm>
            <a:off x="4400790" y="5593624"/>
            <a:ext cx="32271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77" name="Google Shape;2877;g3cf02dd855a_0_3385"/>
          <p:cNvSpPr txBox="1">
            <a:spLocks noGrp="1"/>
          </p:cNvSpPr>
          <p:nvPr>
            <p:ph type="body" idx="14"/>
          </p:nvPr>
        </p:nvSpPr>
        <p:spPr>
          <a:xfrm>
            <a:off x="4400790" y="5859911"/>
            <a:ext cx="32271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78" name="Google Shape;2878;g3cf02dd855a_0_3385"/>
          <p:cNvSpPr>
            <a:spLocks noGrp="1"/>
          </p:cNvSpPr>
          <p:nvPr>
            <p:ph type="pic" idx="15"/>
          </p:nvPr>
        </p:nvSpPr>
        <p:spPr>
          <a:xfrm>
            <a:off x="9207965" y="1600200"/>
            <a:ext cx="1841400" cy="6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879" name="Google Shape;2879;g3cf02dd855a_0_3385"/>
          <p:cNvSpPr txBox="1">
            <a:spLocks noGrp="1"/>
          </p:cNvSpPr>
          <p:nvPr>
            <p:ph type="body" idx="16"/>
          </p:nvPr>
        </p:nvSpPr>
        <p:spPr>
          <a:xfrm>
            <a:off x="8509465" y="2347933"/>
            <a:ext cx="32067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0" name="Google Shape;2880;g3cf02dd855a_0_3385"/>
          <p:cNvSpPr txBox="1">
            <a:spLocks noGrp="1"/>
          </p:cNvSpPr>
          <p:nvPr>
            <p:ph type="body" idx="17"/>
          </p:nvPr>
        </p:nvSpPr>
        <p:spPr>
          <a:xfrm>
            <a:off x="8509465" y="2647290"/>
            <a:ext cx="32067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1" name="Google Shape;2881;g3cf02dd855a_0_3385"/>
          <p:cNvSpPr>
            <a:spLocks noGrp="1"/>
          </p:cNvSpPr>
          <p:nvPr>
            <p:ph type="pic" idx="18"/>
          </p:nvPr>
        </p:nvSpPr>
        <p:spPr>
          <a:xfrm>
            <a:off x="8515815" y="2971800"/>
            <a:ext cx="319410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2882" name="Google Shape;2882;g3cf02dd855a_0_3385"/>
          <p:cNvSpPr txBox="1">
            <a:spLocks noGrp="1"/>
          </p:cNvSpPr>
          <p:nvPr>
            <p:ph type="body" idx="19"/>
          </p:nvPr>
        </p:nvSpPr>
        <p:spPr>
          <a:xfrm>
            <a:off x="8515815" y="5022214"/>
            <a:ext cx="3200400" cy="11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861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None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3" name="Google Shape;2883;g3cf02dd855a_0_3385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4" name="Google Shape;2884;g3cf02dd855a_0_3385"/>
          <p:cNvCxnSpPr/>
          <p:nvPr/>
        </p:nvCxnSpPr>
        <p:spPr>
          <a:xfrm>
            <a:off x="4412165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85" name="Google Shape;2885;g3cf02dd855a_0_3385"/>
          <p:cNvSpPr txBox="1">
            <a:spLocks noGrp="1"/>
          </p:cNvSpPr>
          <p:nvPr>
            <p:ph type="body" idx="20"/>
          </p:nvPr>
        </p:nvSpPr>
        <p:spPr>
          <a:xfrm>
            <a:off x="608013" y="1552575"/>
            <a:ext cx="32019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6" name="Google Shape;2886;g3cf02dd855a_0_3385"/>
          <p:cNvSpPr txBox="1">
            <a:spLocks noGrp="1"/>
          </p:cNvSpPr>
          <p:nvPr>
            <p:ph type="body" idx="21"/>
          </p:nvPr>
        </p:nvSpPr>
        <p:spPr>
          <a:xfrm>
            <a:off x="4411663" y="1552575"/>
            <a:ext cx="32019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7" name="Google Shape;2887;g3cf02dd855a_0_3385"/>
          <p:cNvSpPr txBox="1">
            <a:spLocks noGrp="1"/>
          </p:cNvSpPr>
          <p:nvPr>
            <p:ph type="body" idx="22"/>
          </p:nvPr>
        </p:nvSpPr>
        <p:spPr>
          <a:xfrm>
            <a:off x="608013" y="3338514"/>
            <a:ext cx="32019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8" name="Google Shape;2888;g3cf02dd855a_0_3385"/>
          <p:cNvSpPr txBox="1">
            <a:spLocks noGrp="1"/>
          </p:cNvSpPr>
          <p:nvPr>
            <p:ph type="body" idx="23"/>
          </p:nvPr>
        </p:nvSpPr>
        <p:spPr>
          <a:xfrm>
            <a:off x="4427538" y="3338514"/>
            <a:ext cx="32019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9" name="Google Shape;2889;g3cf02dd855a_0_3385"/>
          <p:cNvSpPr txBox="1">
            <a:spLocks noGrp="1"/>
          </p:cNvSpPr>
          <p:nvPr>
            <p:ph type="body" idx="24"/>
          </p:nvPr>
        </p:nvSpPr>
        <p:spPr>
          <a:xfrm>
            <a:off x="608013" y="5022850"/>
            <a:ext cx="32004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90" name="Google Shape;2890;g3cf02dd855a_0_3385"/>
          <p:cNvSpPr txBox="1">
            <a:spLocks noGrp="1"/>
          </p:cNvSpPr>
          <p:nvPr>
            <p:ph type="body" idx="25"/>
          </p:nvPr>
        </p:nvSpPr>
        <p:spPr>
          <a:xfrm>
            <a:off x="4427538" y="5022850"/>
            <a:ext cx="32004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891" name="Google Shape;2891;g3cf02dd855a_0_3385"/>
          <p:cNvCxnSpPr/>
          <p:nvPr/>
        </p:nvCxnSpPr>
        <p:spPr>
          <a:xfrm>
            <a:off x="609600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92" name="Google Shape;2892;g3cf02dd855a_0_3385"/>
          <p:cNvCxnSpPr/>
          <p:nvPr/>
        </p:nvCxnSpPr>
        <p:spPr>
          <a:xfrm>
            <a:off x="4412165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93" name="Google Shape;2893;g3cf02dd855a_0_3385"/>
          <p:cNvCxnSpPr/>
          <p:nvPr/>
        </p:nvCxnSpPr>
        <p:spPr>
          <a:xfrm>
            <a:off x="609600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94" name="Google Shape;2894;g3cf02dd855a_0_3385"/>
          <p:cNvCxnSpPr/>
          <p:nvPr/>
        </p:nvCxnSpPr>
        <p:spPr>
          <a:xfrm>
            <a:off x="4412165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95" name="Google Shape;2895;g3cf02dd855a_0_3385"/>
          <p:cNvCxnSpPr/>
          <p:nvPr/>
        </p:nvCxnSpPr>
        <p:spPr>
          <a:xfrm>
            <a:off x="608739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96" name="Google Shape;2896;g3cf02dd855a_0_3385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7" name="Google Shape;2897;g3cf02dd855a_0_3385"/>
          <p:cNvCxnSpPr/>
          <p:nvPr/>
        </p:nvCxnSpPr>
        <p:spPr>
          <a:xfrm>
            <a:off x="4412165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con ">
  <p:cSld name="Three Icon ">
    <p:spTree>
      <p:nvGrpSpPr>
        <p:cNvPr id="1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g3cf02dd855a_0_342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0" name="Google Shape;2900;g3cf02dd855a_0_342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901" name="Google Shape;2901;g3cf02dd855a_0_3423"/>
          <p:cNvSpPr/>
          <p:nvPr/>
        </p:nvSpPr>
        <p:spPr>
          <a:xfrm>
            <a:off x="1981877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2" name="Google Shape;2902;g3cf02dd855a_0_3423"/>
          <p:cNvSpPr txBox="1">
            <a:spLocks noGrp="1"/>
          </p:cNvSpPr>
          <p:nvPr>
            <p:ph type="body" idx="2"/>
          </p:nvPr>
        </p:nvSpPr>
        <p:spPr>
          <a:xfrm>
            <a:off x="2188103" y="2419650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03" name="Google Shape;2903;g3cf02dd855a_0_3423"/>
          <p:cNvSpPr txBox="1">
            <a:spLocks noGrp="1"/>
          </p:cNvSpPr>
          <p:nvPr>
            <p:ph type="body" idx="3"/>
          </p:nvPr>
        </p:nvSpPr>
        <p:spPr>
          <a:xfrm>
            <a:off x="1525905" y="4267940"/>
            <a:ext cx="2744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04" name="Google Shape;2904;g3cf02dd855a_0_3423"/>
          <p:cNvSpPr/>
          <p:nvPr/>
        </p:nvSpPr>
        <p:spPr>
          <a:xfrm>
            <a:off x="5184924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5" name="Google Shape;2905;g3cf02dd855a_0_3423"/>
          <p:cNvSpPr txBox="1">
            <a:spLocks noGrp="1"/>
          </p:cNvSpPr>
          <p:nvPr>
            <p:ph type="body" idx="4"/>
          </p:nvPr>
        </p:nvSpPr>
        <p:spPr>
          <a:xfrm>
            <a:off x="5408612" y="2419650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06" name="Google Shape;2906;g3cf02dd855a_0_3423"/>
          <p:cNvSpPr txBox="1">
            <a:spLocks noGrp="1"/>
          </p:cNvSpPr>
          <p:nvPr>
            <p:ph type="body" idx="5"/>
          </p:nvPr>
        </p:nvSpPr>
        <p:spPr>
          <a:xfrm>
            <a:off x="4721225" y="4267940"/>
            <a:ext cx="2744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07" name="Google Shape;2907;g3cf02dd855a_0_3423"/>
          <p:cNvSpPr/>
          <p:nvPr/>
        </p:nvSpPr>
        <p:spPr>
          <a:xfrm>
            <a:off x="8389301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8" name="Google Shape;2908;g3cf02dd855a_0_3423"/>
          <p:cNvSpPr txBox="1">
            <a:spLocks noGrp="1"/>
          </p:cNvSpPr>
          <p:nvPr>
            <p:ph type="body" idx="6"/>
          </p:nvPr>
        </p:nvSpPr>
        <p:spPr>
          <a:xfrm>
            <a:off x="7923213" y="4267940"/>
            <a:ext cx="2744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09" name="Google Shape;2909;g3cf02dd855a_0_3423"/>
          <p:cNvSpPr txBox="1">
            <a:spLocks noGrp="1"/>
          </p:cNvSpPr>
          <p:nvPr>
            <p:ph type="body" idx="7"/>
          </p:nvPr>
        </p:nvSpPr>
        <p:spPr>
          <a:xfrm>
            <a:off x="8609012" y="2419650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10" name="Google Shape;2910;g3cf02dd855a_0_342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1" name="Google Shape;2911;g3cf02dd855a_0_3423"/>
          <p:cNvSpPr/>
          <p:nvPr/>
        </p:nvSpPr>
        <p:spPr>
          <a:xfrm>
            <a:off x="1981877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2" name="Google Shape;2912;g3cf02dd855a_0_3423"/>
          <p:cNvSpPr/>
          <p:nvPr/>
        </p:nvSpPr>
        <p:spPr>
          <a:xfrm>
            <a:off x="5184924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3" name="Google Shape;2913;g3cf02dd855a_0_3423"/>
          <p:cNvSpPr/>
          <p:nvPr/>
        </p:nvSpPr>
        <p:spPr>
          <a:xfrm>
            <a:off x="8389301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4" name="Google Shape;2914;g3cf02dd855a_0_342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con ">
  <p:cSld name="Four Icon "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3cf02dd855a_0_344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7" name="Google Shape;2917;g3cf02dd855a_0_344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918" name="Google Shape;2918;g3cf02dd855a_0_3440"/>
          <p:cNvSpPr/>
          <p:nvPr/>
        </p:nvSpPr>
        <p:spPr>
          <a:xfrm>
            <a:off x="1065749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9" name="Google Shape;2919;g3cf02dd855a_0_3440"/>
          <p:cNvSpPr txBox="1">
            <a:spLocks noGrp="1"/>
          </p:cNvSpPr>
          <p:nvPr>
            <p:ph type="body" idx="2"/>
          </p:nvPr>
        </p:nvSpPr>
        <p:spPr>
          <a:xfrm>
            <a:off x="1273703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0" name="Google Shape;2920;g3cf02dd855a_0_3440"/>
          <p:cNvSpPr txBox="1">
            <a:spLocks noGrp="1"/>
          </p:cNvSpPr>
          <p:nvPr>
            <p:ph type="body" idx="3"/>
          </p:nvPr>
        </p:nvSpPr>
        <p:spPr>
          <a:xfrm>
            <a:off x="842673" y="4269508"/>
            <a:ext cx="2286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1" name="Google Shape;2921;g3cf02dd855a_0_3440"/>
          <p:cNvSpPr/>
          <p:nvPr/>
        </p:nvSpPr>
        <p:spPr>
          <a:xfrm>
            <a:off x="38069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2" name="Google Shape;2922;g3cf02dd855a_0_3440"/>
          <p:cNvSpPr txBox="1">
            <a:spLocks noGrp="1"/>
          </p:cNvSpPr>
          <p:nvPr>
            <p:ph type="body" idx="4"/>
          </p:nvPr>
        </p:nvSpPr>
        <p:spPr>
          <a:xfrm>
            <a:off x="4000597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3" name="Google Shape;2923;g3cf02dd855a_0_3440"/>
          <p:cNvSpPr txBox="1">
            <a:spLocks noGrp="1"/>
          </p:cNvSpPr>
          <p:nvPr>
            <p:ph type="body" idx="5"/>
          </p:nvPr>
        </p:nvSpPr>
        <p:spPr>
          <a:xfrm>
            <a:off x="3579813" y="4269508"/>
            <a:ext cx="2286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4" name="Google Shape;2924;g3cf02dd855a_0_3440"/>
          <p:cNvSpPr/>
          <p:nvPr/>
        </p:nvSpPr>
        <p:spPr>
          <a:xfrm>
            <a:off x="6562100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5" name="Google Shape;2925;g3cf02dd855a_0_3440"/>
          <p:cNvSpPr txBox="1">
            <a:spLocks noGrp="1"/>
          </p:cNvSpPr>
          <p:nvPr>
            <p:ph type="body" idx="6"/>
          </p:nvPr>
        </p:nvSpPr>
        <p:spPr>
          <a:xfrm>
            <a:off x="6772120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6" name="Google Shape;2926;g3cf02dd855a_0_3440"/>
          <p:cNvSpPr txBox="1">
            <a:spLocks noGrp="1"/>
          </p:cNvSpPr>
          <p:nvPr>
            <p:ph type="body" idx="7"/>
          </p:nvPr>
        </p:nvSpPr>
        <p:spPr>
          <a:xfrm>
            <a:off x="6323013" y="4269508"/>
            <a:ext cx="2286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7" name="Google Shape;2927;g3cf02dd855a_0_3440"/>
          <p:cNvSpPr/>
          <p:nvPr/>
        </p:nvSpPr>
        <p:spPr>
          <a:xfrm>
            <a:off x="93021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8" name="Google Shape;2928;g3cf02dd855a_0_3440"/>
          <p:cNvSpPr txBox="1">
            <a:spLocks noGrp="1"/>
          </p:cNvSpPr>
          <p:nvPr>
            <p:ph type="body" idx="8"/>
          </p:nvPr>
        </p:nvSpPr>
        <p:spPr>
          <a:xfrm>
            <a:off x="9538248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9" name="Google Shape;2929;g3cf02dd855a_0_3440"/>
          <p:cNvSpPr txBox="1">
            <a:spLocks noGrp="1"/>
          </p:cNvSpPr>
          <p:nvPr>
            <p:ph type="body" idx="9"/>
          </p:nvPr>
        </p:nvSpPr>
        <p:spPr>
          <a:xfrm>
            <a:off x="9066213" y="4269508"/>
            <a:ext cx="2286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30" name="Google Shape;2930;g3cf02dd855a_0_344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1" name="Google Shape;2931;g3cf02dd855a_0_3440"/>
          <p:cNvSpPr/>
          <p:nvPr/>
        </p:nvSpPr>
        <p:spPr>
          <a:xfrm>
            <a:off x="1065749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2" name="Google Shape;2932;g3cf02dd855a_0_3440"/>
          <p:cNvSpPr/>
          <p:nvPr/>
        </p:nvSpPr>
        <p:spPr>
          <a:xfrm>
            <a:off x="38069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3" name="Google Shape;2933;g3cf02dd855a_0_3440"/>
          <p:cNvSpPr/>
          <p:nvPr/>
        </p:nvSpPr>
        <p:spPr>
          <a:xfrm>
            <a:off x="6562100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4" name="Google Shape;2934;g3cf02dd855a_0_3440"/>
          <p:cNvSpPr/>
          <p:nvPr/>
        </p:nvSpPr>
        <p:spPr>
          <a:xfrm>
            <a:off x="93021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5" name="Google Shape;2935;g3cf02dd855a_0_344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Icon ">
  <p:cSld name="Five Icon ">
    <p:spTree>
      <p:nvGrpSpPr>
        <p:cNvPr id="1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Google Shape;2937;g3cf02dd855a_0_346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8" name="Google Shape;2938;g3cf02dd855a_0_3461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939" name="Google Shape;2939;g3cf02dd855a_0_3461"/>
          <p:cNvSpPr/>
          <p:nvPr/>
        </p:nvSpPr>
        <p:spPr>
          <a:xfrm>
            <a:off x="60980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0" name="Google Shape;2940;g3cf02dd855a_0_3461"/>
          <p:cNvSpPr txBox="1">
            <a:spLocks noGrp="1"/>
          </p:cNvSpPr>
          <p:nvPr>
            <p:ph type="body" idx="2"/>
          </p:nvPr>
        </p:nvSpPr>
        <p:spPr>
          <a:xfrm>
            <a:off x="820549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41" name="Google Shape;2941;g3cf02dd855a_0_3461"/>
          <p:cNvSpPr txBox="1">
            <a:spLocks noGrp="1"/>
          </p:cNvSpPr>
          <p:nvPr>
            <p:ph type="body" idx="3"/>
          </p:nvPr>
        </p:nvSpPr>
        <p:spPr>
          <a:xfrm>
            <a:off x="610850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42" name="Google Shape;2942;g3cf02dd855a_0_3461"/>
          <p:cNvSpPr/>
          <p:nvPr/>
        </p:nvSpPr>
        <p:spPr>
          <a:xfrm>
            <a:off x="2892452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3" name="Google Shape;2943;g3cf02dd855a_0_3461"/>
          <p:cNvSpPr txBox="1">
            <a:spLocks noGrp="1"/>
          </p:cNvSpPr>
          <p:nvPr>
            <p:ph type="body" idx="4"/>
          </p:nvPr>
        </p:nvSpPr>
        <p:spPr>
          <a:xfrm>
            <a:off x="3110473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44" name="Google Shape;2944;g3cf02dd855a_0_3461"/>
          <p:cNvSpPr txBox="1">
            <a:spLocks noGrp="1"/>
          </p:cNvSpPr>
          <p:nvPr>
            <p:ph type="body" idx="5"/>
          </p:nvPr>
        </p:nvSpPr>
        <p:spPr>
          <a:xfrm>
            <a:off x="2894013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45" name="Google Shape;2945;g3cf02dd855a_0_3461"/>
          <p:cNvSpPr/>
          <p:nvPr/>
        </p:nvSpPr>
        <p:spPr>
          <a:xfrm>
            <a:off x="520138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6" name="Google Shape;2946;g3cf02dd855a_0_3461"/>
          <p:cNvSpPr txBox="1">
            <a:spLocks noGrp="1"/>
          </p:cNvSpPr>
          <p:nvPr>
            <p:ph type="body" idx="6"/>
          </p:nvPr>
        </p:nvSpPr>
        <p:spPr>
          <a:xfrm>
            <a:off x="5412658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47" name="Google Shape;2947;g3cf02dd855a_0_3461"/>
          <p:cNvSpPr txBox="1">
            <a:spLocks noGrp="1"/>
          </p:cNvSpPr>
          <p:nvPr>
            <p:ph type="body" idx="7"/>
          </p:nvPr>
        </p:nvSpPr>
        <p:spPr>
          <a:xfrm>
            <a:off x="5185093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48" name="Google Shape;2948;g3cf02dd855a_0_3461"/>
          <p:cNvSpPr/>
          <p:nvPr/>
        </p:nvSpPr>
        <p:spPr>
          <a:xfrm>
            <a:off x="7464921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9" name="Google Shape;2949;g3cf02dd855a_0_3461"/>
          <p:cNvSpPr txBox="1">
            <a:spLocks noGrp="1"/>
          </p:cNvSpPr>
          <p:nvPr>
            <p:ph type="body" idx="8"/>
          </p:nvPr>
        </p:nvSpPr>
        <p:spPr>
          <a:xfrm>
            <a:off x="7677080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50" name="Google Shape;2950;g3cf02dd855a_0_3461"/>
          <p:cNvSpPr txBox="1">
            <a:spLocks noGrp="1"/>
          </p:cNvSpPr>
          <p:nvPr>
            <p:ph type="body" idx="9"/>
          </p:nvPr>
        </p:nvSpPr>
        <p:spPr>
          <a:xfrm>
            <a:off x="7470001" y="4282873"/>
            <a:ext cx="18942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51" name="Google Shape;2951;g3cf02dd855a_0_3461"/>
          <p:cNvSpPr/>
          <p:nvPr/>
        </p:nvSpPr>
        <p:spPr>
          <a:xfrm>
            <a:off x="9744473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2" name="Google Shape;2952;g3cf02dd855a_0_3461"/>
          <p:cNvSpPr txBox="1">
            <a:spLocks noGrp="1"/>
          </p:cNvSpPr>
          <p:nvPr>
            <p:ph type="body" idx="13"/>
          </p:nvPr>
        </p:nvSpPr>
        <p:spPr>
          <a:xfrm>
            <a:off x="9980612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rgbClr val="3B3B3B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53" name="Google Shape;2953;g3cf02dd855a_0_3461"/>
          <p:cNvSpPr txBox="1">
            <a:spLocks noGrp="1"/>
          </p:cNvSpPr>
          <p:nvPr>
            <p:ph type="body" idx="14"/>
          </p:nvPr>
        </p:nvSpPr>
        <p:spPr>
          <a:xfrm>
            <a:off x="9752013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rgbClr val="3B3B3B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54" name="Google Shape;2954;g3cf02dd855a_0_346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5" name="Google Shape;2955;g3cf02dd855a_0_3461"/>
          <p:cNvSpPr/>
          <p:nvPr/>
        </p:nvSpPr>
        <p:spPr>
          <a:xfrm>
            <a:off x="60980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6" name="Google Shape;2956;g3cf02dd855a_0_3461"/>
          <p:cNvSpPr/>
          <p:nvPr/>
        </p:nvSpPr>
        <p:spPr>
          <a:xfrm>
            <a:off x="2892452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7" name="Google Shape;2957;g3cf02dd855a_0_3461"/>
          <p:cNvSpPr/>
          <p:nvPr/>
        </p:nvSpPr>
        <p:spPr>
          <a:xfrm>
            <a:off x="520138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8" name="Google Shape;2958;g3cf02dd855a_0_3461"/>
          <p:cNvSpPr/>
          <p:nvPr/>
        </p:nvSpPr>
        <p:spPr>
          <a:xfrm>
            <a:off x="7464921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9" name="Google Shape;2959;g3cf02dd855a_0_3461"/>
          <p:cNvSpPr/>
          <p:nvPr/>
        </p:nvSpPr>
        <p:spPr>
          <a:xfrm>
            <a:off x="9744473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0" name="Google Shape;2960;g3cf02dd855a_0_346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Numbered ">
  <p:cSld name="Five Numbered ">
    <p:spTree>
      <p:nvGrpSpPr>
        <p:cNvPr id="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g3cf02dd855a_0_3486"/>
          <p:cNvSpPr/>
          <p:nvPr/>
        </p:nvSpPr>
        <p:spPr>
          <a:xfrm>
            <a:off x="2894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3" name="Google Shape;2963;g3cf02dd855a_0_3486"/>
          <p:cNvSpPr/>
          <p:nvPr/>
        </p:nvSpPr>
        <p:spPr>
          <a:xfrm>
            <a:off x="518509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4" name="Google Shape;2964;g3cf02dd855a_0_3486"/>
          <p:cNvSpPr/>
          <p:nvPr/>
        </p:nvSpPr>
        <p:spPr>
          <a:xfrm>
            <a:off x="747000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5" name="Google Shape;2965;g3cf02dd855a_0_3486"/>
          <p:cNvSpPr/>
          <p:nvPr/>
        </p:nvSpPr>
        <p:spPr>
          <a:xfrm>
            <a:off x="9752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6" name="Google Shape;2966;g3cf02dd855a_0_3486"/>
          <p:cNvSpPr/>
          <p:nvPr/>
        </p:nvSpPr>
        <p:spPr>
          <a:xfrm>
            <a:off x="61085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7" name="Google Shape;2967;g3cf02dd855a_0_348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8" name="Google Shape;2968;g3cf02dd855a_0_348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2969" name="Google Shape;2969;g3cf02dd855a_0_3486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70" name="Google Shape;2970;g3cf02dd855a_0_3486"/>
          <p:cNvSpPr txBox="1">
            <a:spLocks noGrp="1"/>
          </p:cNvSpPr>
          <p:nvPr>
            <p:ph type="body" idx="2"/>
          </p:nvPr>
        </p:nvSpPr>
        <p:spPr>
          <a:xfrm>
            <a:off x="610851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971" name="Google Shape;2971;g3cf02dd855a_0_3486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72" name="Google Shape;2972;g3cf02dd855a_0_3486"/>
          <p:cNvSpPr txBox="1">
            <a:spLocks noGrp="1"/>
          </p:cNvSpPr>
          <p:nvPr>
            <p:ph type="body" idx="3"/>
          </p:nvPr>
        </p:nvSpPr>
        <p:spPr>
          <a:xfrm>
            <a:off x="2894013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3429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973" name="Google Shape;2973;g3cf02dd855a_0_3486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74" name="Google Shape;2974;g3cf02dd855a_0_3486"/>
          <p:cNvSpPr txBox="1">
            <a:spLocks noGrp="1"/>
          </p:cNvSpPr>
          <p:nvPr>
            <p:ph type="body" idx="4"/>
          </p:nvPr>
        </p:nvSpPr>
        <p:spPr>
          <a:xfrm>
            <a:off x="5185093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975" name="Google Shape;2975;g3cf02dd855a_0_3486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76" name="Google Shape;2976;g3cf02dd855a_0_3486"/>
          <p:cNvSpPr txBox="1">
            <a:spLocks noGrp="1"/>
          </p:cNvSpPr>
          <p:nvPr>
            <p:ph type="body" idx="5"/>
          </p:nvPr>
        </p:nvSpPr>
        <p:spPr>
          <a:xfrm>
            <a:off x="7470001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977" name="Google Shape;2977;g3cf02dd855a_0_3486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78" name="Google Shape;2978;g3cf02dd855a_0_3486"/>
          <p:cNvSpPr txBox="1">
            <a:spLocks noGrp="1"/>
          </p:cNvSpPr>
          <p:nvPr>
            <p:ph type="body" idx="6"/>
          </p:nvPr>
        </p:nvSpPr>
        <p:spPr>
          <a:xfrm>
            <a:off x="9752013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3B3B3B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79" name="Google Shape;2979;g3cf02dd855a_0_3486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0" name="Google Shape;2980;g3cf02dd855a_0_3486"/>
          <p:cNvSpPr/>
          <p:nvPr/>
        </p:nvSpPr>
        <p:spPr>
          <a:xfrm>
            <a:off x="1131007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1" name="Google Shape;2981;g3cf02dd855a_0_3486"/>
          <p:cNvSpPr/>
          <p:nvPr/>
        </p:nvSpPr>
        <p:spPr>
          <a:xfrm>
            <a:off x="3414170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2" name="Google Shape;2982;g3cf02dd855a_0_3486"/>
          <p:cNvSpPr/>
          <p:nvPr/>
        </p:nvSpPr>
        <p:spPr>
          <a:xfrm>
            <a:off x="5705250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3" name="Google Shape;2983;g3cf02dd855a_0_3486"/>
          <p:cNvSpPr/>
          <p:nvPr/>
        </p:nvSpPr>
        <p:spPr>
          <a:xfrm>
            <a:off x="7990158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4" name="Google Shape;2984;g3cf02dd855a_0_3486"/>
          <p:cNvSpPr/>
          <p:nvPr/>
        </p:nvSpPr>
        <p:spPr>
          <a:xfrm>
            <a:off x="10272170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5" name="Google Shape;2985;g3cf02dd855a_0_3486"/>
          <p:cNvSpPr/>
          <p:nvPr/>
        </p:nvSpPr>
        <p:spPr>
          <a:xfrm>
            <a:off x="2894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6" name="Google Shape;2986;g3cf02dd855a_0_3486"/>
          <p:cNvSpPr/>
          <p:nvPr/>
        </p:nvSpPr>
        <p:spPr>
          <a:xfrm>
            <a:off x="518509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7" name="Google Shape;2987;g3cf02dd855a_0_3486"/>
          <p:cNvSpPr/>
          <p:nvPr/>
        </p:nvSpPr>
        <p:spPr>
          <a:xfrm>
            <a:off x="747000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8" name="Google Shape;2988;g3cf02dd855a_0_3486"/>
          <p:cNvSpPr/>
          <p:nvPr/>
        </p:nvSpPr>
        <p:spPr>
          <a:xfrm>
            <a:off x="9752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9" name="Google Shape;2989;g3cf02dd855a_0_3486"/>
          <p:cNvSpPr/>
          <p:nvPr/>
        </p:nvSpPr>
        <p:spPr>
          <a:xfrm>
            <a:off x="61085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0" name="Google Shape;2990;g3cf02dd855a_0_3486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91" name="Google Shape;2991;g3cf02dd855a_0_3486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92" name="Google Shape;2992;g3cf02dd855a_0_3486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93" name="Google Shape;2993;g3cf02dd855a_0_3486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94" name="Google Shape;2994;g3cf02dd855a_0_3486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95" name="Google Shape;2995;g3cf02dd855a_0_3486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6" name="Google Shape;2996;g3cf02dd855a_0_3486"/>
          <p:cNvSpPr/>
          <p:nvPr/>
        </p:nvSpPr>
        <p:spPr>
          <a:xfrm>
            <a:off x="1131007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7" name="Google Shape;2997;g3cf02dd855a_0_3486"/>
          <p:cNvSpPr/>
          <p:nvPr/>
        </p:nvSpPr>
        <p:spPr>
          <a:xfrm>
            <a:off x="3414170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8" name="Google Shape;2998;g3cf02dd855a_0_3486"/>
          <p:cNvSpPr/>
          <p:nvPr/>
        </p:nvSpPr>
        <p:spPr>
          <a:xfrm>
            <a:off x="5705250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9" name="Google Shape;2999;g3cf02dd855a_0_3486"/>
          <p:cNvSpPr/>
          <p:nvPr/>
        </p:nvSpPr>
        <p:spPr>
          <a:xfrm>
            <a:off x="7990158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0" name="Google Shape;3000;g3cf02dd855a_0_3486"/>
          <p:cNvSpPr/>
          <p:nvPr/>
        </p:nvSpPr>
        <p:spPr>
          <a:xfrm>
            <a:off x="10272170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3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2" name="Google Shape;3002;g3cf02dd855a_0_352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3" name="Google Shape;3003;g3cf02dd855a_0_352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004" name="Google Shape;3004;g3cf02dd855a_0_3526" descr="Row 1 label"/>
          <p:cNvSpPr txBox="1">
            <a:spLocks noGrp="1"/>
          </p:cNvSpPr>
          <p:nvPr>
            <p:ph type="body" idx="2"/>
          </p:nvPr>
        </p:nvSpPr>
        <p:spPr>
          <a:xfrm>
            <a:off x="271464" y="1546789"/>
            <a:ext cx="574500" cy="43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05" name="Google Shape;3005;g3cf02dd855a_0_3526" descr="Row 1 text box is a long horizontal box the width of the slide acting as a header. "/>
          <p:cNvSpPr txBox="1">
            <a:spLocks noGrp="1"/>
          </p:cNvSpPr>
          <p:nvPr>
            <p:ph type="body" idx="3"/>
          </p:nvPr>
        </p:nvSpPr>
        <p:spPr>
          <a:xfrm>
            <a:off x="1034040" y="1561701"/>
            <a:ext cx="10631100" cy="4296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06" name="Google Shape;3006;g3cf02dd855a_0_3526" descr="Row 2 label; this row shows 4 content boxes labeled A through D, each is a different color and holds text."/>
          <p:cNvSpPr txBox="1">
            <a:spLocks noGrp="1"/>
          </p:cNvSpPr>
          <p:nvPr>
            <p:ph type="body" idx="4"/>
          </p:nvPr>
        </p:nvSpPr>
        <p:spPr>
          <a:xfrm>
            <a:off x="285750" y="3304775"/>
            <a:ext cx="560400" cy="6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007" name="Google Shape;3007;g3cf02dd855a_0_3526"/>
          <p:cNvCxnSpPr/>
          <p:nvPr/>
        </p:nvCxnSpPr>
        <p:spPr>
          <a:xfrm>
            <a:off x="1093076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08" name="Google Shape;3008;g3cf02dd855a_0_3526" descr="Row 2, box 1: text in plum"/>
          <p:cNvSpPr txBox="1">
            <a:spLocks noGrp="1"/>
          </p:cNvSpPr>
          <p:nvPr>
            <p:ph type="body" idx="5"/>
          </p:nvPr>
        </p:nvSpPr>
        <p:spPr>
          <a:xfrm>
            <a:off x="1102407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4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009" name="Google Shape;3009;g3cf02dd855a_0_3526"/>
          <p:cNvCxnSpPr/>
          <p:nvPr/>
        </p:nvCxnSpPr>
        <p:spPr>
          <a:xfrm>
            <a:off x="3805092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10" name="Google Shape;3010;g3cf02dd855a_0_3526" descr="Row 2, box 3: text in indigo"/>
          <p:cNvSpPr txBox="1">
            <a:spLocks noGrp="1"/>
          </p:cNvSpPr>
          <p:nvPr>
            <p:ph type="body" idx="6"/>
          </p:nvPr>
        </p:nvSpPr>
        <p:spPr>
          <a:xfrm>
            <a:off x="3816081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011" name="Google Shape;3011;g3cf02dd855a_0_3526"/>
          <p:cNvCxnSpPr/>
          <p:nvPr/>
        </p:nvCxnSpPr>
        <p:spPr>
          <a:xfrm>
            <a:off x="6517108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12" name="Google Shape;3012;g3cf02dd855a_0_3526" descr="Row 2, box 2: text in ocean"/>
          <p:cNvSpPr txBox="1">
            <a:spLocks noGrp="1"/>
          </p:cNvSpPr>
          <p:nvPr>
            <p:ph type="body" idx="7"/>
          </p:nvPr>
        </p:nvSpPr>
        <p:spPr>
          <a:xfrm>
            <a:off x="6529755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2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013" name="Google Shape;3013;g3cf02dd855a_0_3526"/>
          <p:cNvCxnSpPr/>
          <p:nvPr/>
        </p:nvCxnSpPr>
        <p:spPr>
          <a:xfrm>
            <a:off x="9229123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14" name="Google Shape;3014;g3cf02dd855a_0_3526" descr="Row 2, box 4: text in dark green"/>
          <p:cNvSpPr txBox="1">
            <a:spLocks noGrp="1"/>
          </p:cNvSpPr>
          <p:nvPr>
            <p:ph type="body" idx="8"/>
          </p:nvPr>
        </p:nvSpPr>
        <p:spPr>
          <a:xfrm>
            <a:off x="9243428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5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15" name="Google Shape;3015;g3cf02dd855a_0_3526" descr="Row 3 label: this row shows six, small content boxes in a horiztonal row"/>
          <p:cNvSpPr txBox="1">
            <a:spLocks noGrp="1"/>
          </p:cNvSpPr>
          <p:nvPr>
            <p:ph type="body" idx="9"/>
          </p:nvPr>
        </p:nvSpPr>
        <p:spPr>
          <a:xfrm>
            <a:off x="300038" y="5065521"/>
            <a:ext cx="546000" cy="6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16" name="Google Shape;3016;g3cf02dd855a_0_3526" descr="Row 3, text box 1"/>
          <p:cNvSpPr txBox="1">
            <a:spLocks noGrp="1"/>
          </p:cNvSpPr>
          <p:nvPr>
            <p:ph type="body" idx="13"/>
          </p:nvPr>
        </p:nvSpPr>
        <p:spPr>
          <a:xfrm>
            <a:off x="1115051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17" name="Google Shape;3017;g3cf02dd855a_0_3526" descr="Row 3, text box 2"/>
          <p:cNvSpPr txBox="1">
            <a:spLocks noGrp="1"/>
          </p:cNvSpPr>
          <p:nvPr>
            <p:ph type="body" idx="14"/>
          </p:nvPr>
        </p:nvSpPr>
        <p:spPr>
          <a:xfrm>
            <a:off x="2886312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18" name="Google Shape;3018;g3cf02dd855a_0_3526" descr="Row 3, text box 3"/>
          <p:cNvSpPr txBox="1">
            <a:spLocks noGrp="1"/>
          </p:cNvSpPr>
          <p:nvPr>
            <p:ph type="body" idx="15"/>
          </p:nvPr>
        </p:nvSpPr>
        <p:spPr>
          <a:xfrm>
            <a:off x="4657573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19" name="Google Shape;3019;g3cf02dd855a_0_3526" descr="Row 3, text box 4"/>
          <p:cNvSpPr txBox="1">
            <a:spLocks noGrp="1"/>
          </p:cNvSpPr>
          <p:nvPr>
            <p:ph type="body" idx="16"/>
          </p:nvPr>
        </p:nvSpPr>
        <p:spPr>
          <a:xfrm>
            <a:off x="6428834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20" name="Google Shape;3020;g3cf02dd855a_0_3526" descr="Row 3, text box 5"/>
          <p:cNvSpPr txBox="1">
            <a:spLocks noGrp="1"/>
          </p:cNvSpPr>
          <p:nvPr>
            <p:ph type="body" idx="17"/>
          </p:nvPr>
        </p:nvSpPr>
        <p:spPr>
          <a:xfrm>
            <a:off x="8200095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21" name="Google Shape;3021;g3cf02dd855a_0_3526" descr="Row 3, text box 6"/>
          <p:cNvSpPr txBox="1">
            <a:spLocks noGrp="1"/>
          </p:cNvSpPr>
          <p:nvPr>
            <p:ph type="body" idx="18"/>
          </p:nvPr>
        </p:nvSpPr>
        <p:spPr>
          <a:xfrm>
            <a:off x="9971354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22" name="Google Shape;3022;g3cf02dd855a_0_3526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3" name="Google Shape;3023;g3cf02dd855a_0_3526"/>
          <p:cNvCxnSpPr/>
          <p:nvPr/>
        </p:nvCxnSpPr>
        <p:spPr>
          <a:xfrm>
            <a:off x="1093076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24" name="Google Shape;3024;g3cf02dd855a_0_3526"/>
          <p:cNvCxnSpPr/>
          <p:nvPr/>
        </p:nvCxnSpPr>
        <p:spPr>
          <a:xfrm>
            <a:off x="3805092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25" name="Google Shape;3025;g3cf02dd855a_0_3526"/>
          <p:cNvCxnSpPr/>
          <p:nvPr/>
        </p:nvCxnSpPr>
        <p:spPr>
          <a:xfrm>
            <a:off x="6517108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26" name="Google Shape;3026;g3cf02dd855a_0_3526"/>
          <p:cNvCxnSpPr/>
          <p:nvPr/>
        </p:nvCxnSpPr>
        <p:spPr>
          <a:xfrm>
            <a:off x="9229123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27" name="Google Shape;3027;g3cf02dd855a_0_3526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Leaf">
  <p:cSld name="Big Statement - Leaf">
    <p:spTree>
      <p:nvGrpSpPr>
        <p:cNvPr id="1" name="Shape 3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9" name="Google Shape;3029;g3cf02dd855a_0_3553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030" name="Google Shape;3030;g3cf02dd855a_0_3553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g3cf02dd855a_0_3553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2" name="Google Shape;3032;g3cf02dd855a_0_3553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33" name="Google Shape;3033;g3cf02dd855a_0_355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4" name="Google Shape;3034;g3cf02dd855a_0_355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Aqua">
  <p:cSld name="Big Statement - Aqua">
    <p:spTree>
      <p:nvGrpSpPr>
        <p:cNvPr id="1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6" name="Google Shape;3036;g3cf02dd855a_0_3560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037" name="Google Shape;3037;g3cf02dd855a_0_3560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g3cf02dd855a_0_3560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9" name="Google Shape;3039;g3cf02dd855a_0_3560"/>
          <p:cNvSpPr txBox="1">
            <a:spLocks noGrp="1"/>
          </p:cNvSpPr>
          <p:nvPr>
            <p:ph type="body" idx="1"/>
          </p:nvPr>
        </p:nvSpPr>
        <p:spPr>
          <a:xfrm>
            <a:off x="580171" y="2233670"/>
            <a:ext cx="65256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40" name="Google Shape;3040;g3cf02dd855a_0_356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1" name="Google Shape;3041;g3cf02dd855a_0_356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Plum">
  <p:cSld name="Big Statement - Plum">
    <p:spTree>
      <p:nvGrpSpPr>
        <p:cNvPr id="1" name="Shape 3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3" name="Google Shape;3043;g3cf02dd855a_0_3567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044" name="Google Shape;3044;g3cf02dd855a_0_3567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5" name="Google Shape;3045;g3cf02dd855a_0_3567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6" name="Google Shape;3046;g3cf02dd855a_0_3567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47" name="Google Shape;3047;g3cf02dd855a_0_356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8" name="Google Shape;3048;g3cf02dd855a_0_356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2 - Leaf ">
    <p:spTree>
      <p:nvGrpSpPr>
        <p:cNvPr id="1" name="Shape 3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0" name="Google Shape;3050;g3cf02dd855a_0_3574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1" name="Google Shape;3051;g3cf02dd855a_0_3574"/>
          <p:cNvSpPr/>
          <p:nvPr/>
        </p:nvSpPr>
        <p:spPr>
          <a:xfrm>
            <a:off x="6457030" y="355921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61A30E"/>
              </a:gs>
              <a:gs pos="21000">
                <a:srgbClr val="61A30E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2" name="Google Shape;3052;g3cf02dd855a_0_3574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3" name="Google Shape;3053;g3cf02dd855a_0_3574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054" name="Google Shape;3054;g3cf02dd855a_0_3574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Aqua">
  <p:cSld name="Big Statement 2 - Aqua">
    <p:spTree>
      <p:nvGrpSpPr>
        <p:cNvPr id="1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g3cf02dd855a_0_3580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7" name="Google Shape;3057;g3cf02dd855a_0_3580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8" name="Google Shape;3058;g3cf02dd855a_0_358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9" name="Google Shape;3059;g3cf02dd855a_0_3580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0" name="Google Shape;3060;g3cf02dd855a_0_3580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061" name="Google Shape;3061;g3cf02dd855a_0_3580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2" name="Google Shape;3062;g3cf02dd855a_0_358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Plum">
  <p:cSld name="Big Statement 2 - Plum">
    <p:spTree>
      <p:nvGrpSpPr>
        <p:cNvPr id="1" name="Shape 3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4" name="Google Shape;3064;g3cf02dd855a_0_3588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5" name="Google Shape;3065;g3cf02dd855a_0_3588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6" name="Google Shape;3066;g3cf02dd855a_0_3588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7" name="Google Shape;3067;g3cf02dd855a_0_3588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8" name="Google Shape;3068;g3cf02dd855a_0_3588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069" name="Google Shape;3069;g3cf02dd855a_0_3588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0" name="Google Shape;3070;g3cf02dd855a_0_3588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with Photo">
  <p:cSld name="Big Statement with Photo">
    <p:spTree>
      <p:nvGrpSpPr>
        <p:cNvPr id="1" name="Shape 3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" name="Google Shape;3072;g3cf02dd855a_0_3596"/>
          <p:cNvSpPr txBox="1">
            <a:spLocks noGrp="1"/>
          </p:cNvSpPr>
          <p:nvPr>
            <p:ph type="body" idx="1"/>
          </p:nvPr>
        </p:nvSpPr>
        <p:spPr>
          <a:xfrm>
            <a:off x="608014" y="2514600"/>
            <a:ext cx="5485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73" name="Google Shape;3073;g3cf02dd855a_0_3596"/>
          <p:cNvSpPr>
            <a:spLocks noGrp="1"/>
          </p:cNvSpPr>
          <p:nvPr>
            <p:ph type="pic" idx="2"/>
          </p:nvPr>
        </p:nvSpPr>
        <p:spPr>
          <a:xfrm>
            <a:off x="6785687" y="69850"/>
            <a:ext cx="5403000" cy="6788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4" name="Google Shape;3074;g3cf02dd855a_0_3596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5" name="Google Shape;3075;g3cf02dd855a_0_3596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istic">
  <p:cSld name="Big Statistic">
    <p:spTree>
      <p:nvGrpSpPr>
        <p:cNvPr id="1" name="Shape 3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Google Shape;3077;g3cf02dd855a_0_3601"/>
          <p:cNvSpPr/>
          <p:nvPr/>
        </p:nvSpPr>
        <p:spPr>
          <a:xfrm>
            <a:off x="0" y="4332288"/>
            <a:ext cx="12188700" cy="25257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8" name="Google Shape;3078;g3cf02dd855a_0_3601"/>
          <p:cNvSpPr/>
          <p:nvPr/>
        </p:nvSpPr>
        <p:spPr>
          <a:xfrm>
            <a:off x="667600" y="722997"/>
            <a:ext cx="4470300" cy="447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9" name="Google Shape;3079;g3cf02dd855a_0_3601" descr="Doughnut chart label 3"/>
          <p:cNvSpPr txBox="1">
            <a:spLocks noGrp="1"/>
          </p:cNvSpPr>
          <p:nvPr>
            <p:ph type="body" idx="1"/>
          </p:nvPr>
        </p:nvSpPr>
        <p:spPr>
          <a:xfrm>
            <a:off x="6096000" y="2514599"/>
            <a:ext cx="50277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80" name="Google Shape;3080;g3cf02dd855a_0_3601" descr="Doughnut chart label 1"/>
          <p:cNvSpPr txBox="1">
            <a:spLocks noGrp="1"/>
          </p:cNvSpPr>
          <p:nvPr>
            <p:ph type="body" idx="2"/>
          </p:nvPr>
        </p:nvSpPr>
        <p:spPr>
          <a:xfrm>
            <a:off x="608330" y="5507147"/>
            <a:ext cx="13710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81" name="Google Shape;3081;g3cf02dd855a_0_3601" descr="Doughnut chart label 2"/>
          <p:cNvSpPr txBox="1">
            <a:spLocks noGrp="1"/>
          </p:cNvSpPr>
          <p:nvPr>
            <p:ph type="body" idx="3"/>
          </p:nvPr>
        </p:nvSpPr>
        <p:spPr>
          <a:xfrm>
            <a:off x="2436416" y="5507147"/>
            <a:ext cx="13710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82" name="Google Shape;3082;g3cf02dd855a_0_3601" descr="Doughnut chart label 4"/>
          <p:cNvSpPr txBox="1">
            <a:spLocks noGrp="1"/>
          </p:cNvSpPr>
          <p:nvPr>
            <p:ph type="body" idx="4"/>
          </p:nvPr>
        </p:nvSpPr>
        <p:spPr>
          <a:xfrm>
            <a:off x="4261103" y="5507147"/>
            <a:ext cx="13710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83" name="Google Shape;3083;g3cf02dd855a_0_3601" descr="Doughnut chart label 5"/>
          <p:cNvSpPr txBox="1">
            <a:spLocks noGrp="1"/>
          </p:cNvSpPr>
          <p:nvPr>
            <p:ph type="body" idx="5"/>
          </p:nvPr>
        </p:nvSpPr>
        <p:spPr>
          <a:xfrm>
            <a:off x="6088109" y="5507147"/>
            <a:ext cx="13710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84" name="Google Shape;3084;g3cf02dd855a_0_3601" descr="Doughnut chart label 6"/>
          <p:cNvSpPr txBox="1">
            <a:spLocks noGrp="1"/>
          </p:cNvSpPr>
          <p:nvPr>
            <p:ph type="body" idx="6"/>
          </p:nvPr>
        </p:nvSpPr>
        <p:spPr>
          <a:xfrm>
            <a:off x="7920672" y="5507147"/>
            <a:ext cx="13710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85" name="Google Shape;3085;g3cf02dd855a_0_360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6" name="Google Shape;3086;g3cf02dd855a_0_360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087" name="Google Shape;3087;g3cf02dd855a_0_360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088" name="Google Shape;3088;g3cf02dd855a_0_360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9" name="Google Shape;3089;g3cf02dd855a_0_360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0" name="Google Shape;3090;g3cf02dd855a_0_360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1" name="Google Shape;3091;g3cf02dd855a_0_360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2" name="Google Shape;3092;g3cf02dd855a_0_360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3" name="Google Shape;3093;g3cf02dd855a_0_360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4" name="Google Shape;3094;g3cf02dd855a_0_360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5" name="Google Shape;3095;g3cf02dd855a_0_360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6" name="Google Shape;3096;g3cf02dd855a_0_360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7" name="Google Shape;3097;g3cf02dd855a_0_360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98" name="Google Shape;3098;g3cf02dd855a_0_360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099" name="Google Shape;3099;g3cf02dd855a_0_360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0" name="Google Shape;3100;g3cf02dd855a_0_360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1" name="Google Shape;3101;g3cf02dd855a_0_360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2" name="Google Shape;3102;g3cf02dd855a_0_360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3" name="Google Shape;3103;g3cf02dd855a_0_360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4" name="Google Shape;3104;g3cf02dd855a_0_360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5" name="Google Shape;3105;g3cf02dd855a_0_360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06" name="Google Shape;3106;g3cf02dd855a_0_3601"/>
          <p:cNvSpPr/>
          <p:nvPr/>
        </p:nvSpPr>
        <p:spPr>
          <a:xfrm>
            <a:off x="667600" y="722997"/>
            <a:ext cx="4470300" cy="447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7" name="Google Shape;3107;g3cf02dd855a_0_360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8" name="Google Shape;3108;g3cf02dd855a_0_360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109" name="Google Shape;3109;g3cf02dd855a_0_360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110" name="Google Shape;3110;g3cf02dd855a_0_360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1" name="Google Shape;3111;g3cf02dd855a_0_360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2" name="Google Shape;3112;g3cf02dd855a_0_360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3" name="Google Shape;3113;g3cf02dd855a_0_360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4" name="Google Shape;3114;g3cf02dd855a_0_360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5" name="Google Shape;3115;g3cf02dd855a_0_360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6" name="Google Shape;3116;g3cf02dd855a_0_360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7" name="Google Shape;3117;g3cf02dd855a_0_360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8" name="Google Shape;3118;g3cf02dd855a_0_360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9" name="Google Shape;3119;g3cf02dd855a_0_360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20" name="Google Shape;3120;g3cf02dd855a_0_360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121" name="Google Shape;3121;g3cf02dd855a_0_360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2" name="Google Shape;3122;g3cf02dd855a_0_360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3" name="Google Shape;3123;g3cf02dd855a_0_360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4" name="Google Shape;3124;g3cf02dd855a_0_360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5" name="Google Shape;3125;g3cf02dd855a_0_360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6" name="Google Shape;3126;g3cf02dd855a_0_360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7" name="Google Shape;3127;g3cf02dd855a_0_360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28" name="Google Shape;3128;g3cf02dd855a_0_3601"/>
          <p:cNvSpPr>
            <a:spLocks noGrp="1"/>
          </p:cNvSpPr>
          <p:nvPr>
            <p:ph type="chart" idx="7"/>
          </p:nvPr>
        </p:nvSpPr>
        <p:spPr>
          <a:xfrm>
            <a:off x="662672" y="722997"/>
            <a:ext cx="4480200" cy="44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29" name="Google Shape;3129;g3cf02dd855a_0_3601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g3cf02dd855a_0_3655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2" name="Google Shape;3132;g3cf02dd855a_0_3655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Leaf">
  <p:cSld name="Thank You / Closing - Leaf">
    <p:spTree>
      <p:nvGrpSpPr>
        <p:cNvPr id="1" name="Shape 3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4" name="Google Shape;3134;g3cf02dd855a_0_365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5" name="Google Shape;3135;g3cf02dd855a_0_3658"/>
          <p:cNvSpPr/>
          <p:nvPr/>
        </p:nvSpPr>
        <p:spPr>
          <a:xfrm>
            <a:off x="0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6" name="Google Shape;3136;g3cf02dd855a_0_3658"/>
          <p:cNvSpPr txBox="1"/>
          <p:nvPr/>
        </p:nvSpPr>
        <p:spPr>
          <a:xfrm>
            <a:off x="7122912" y="4133697"/>
            <a:ext cx="3585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7" name="Google Shape;3137;g3cf02dd855a_0_365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138" name="Google Shape;3138;g3cf02dd855a_0_365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139" name="Google Shape;3139;g3cf02dd855a_0_365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0" name="Google Shape;3140;g3cf02dd855a_0_365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1" name="Google Shape;3141;g3cf02dd855a_0_365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2" name="Google Shape;3142;g3cf02dd855a_0_365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3" name="Google Shape;3143;g3cf02dd855a_0_365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4" name="Google Shape;3144;g3cf02dd855a_0_365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5" name="Google Shape;3145;g3cf02dd855a_0_365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6" name="Google Shape;3146;g3cf02dd855a_0_365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7" name="Google Shape;3147;g3cf02dd855a_0_365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8" name="Google Shape;3148;g3cf02dd855a_0_365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49" name="Google Shape;3149;g3cf02dd855a_0_365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150" name="Google Shape;3150;g3cf02dd855a_0_365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1" name="Google Shape;3151;g3cf02dd855a_0_365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2" name="Google Shape;3152;g3cf02dd855a_0_365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3" name="Google Shape;3153;g3cf02dd855a_0_365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4" name="Google Shape;3154;g3cf02dd855a_0_365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5" name="Google Shape;3155;g3cf02dd855a_0_365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6" name="Google Shape;3156;g3cf02dd855a_0_365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57" name="Google Shape;3157;g3cf02dd855a_0_3658"/>
          <p:cNvSpPr/>
          <p:nvPr/>
        </p:nvSpPr>
        <p:spPr>
          <a:xfrm>
            <a:off x="0" y="0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8" name="Google Shape;3158;g3cf02dd855a_0_3658"/>
          <p:cNvSpPr/>
          <p:nvPr/>
        </p:nvSpPr>
        <p:spPr>
          <a:xfrm>
            <a:off x="0" y="0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9" name="Google Shape;3159;g3cf02dd855a_0_3658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Plum">
  <p:cSld name="Thank You / Closing - Plum">
    <p:spTree>
      <p:nvGrpSpPr>
        <p:cNvPr id="1" name="Shape 3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1" name="Google Shape;3161;g3cf02dd855a_0_3685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2" name="Google Shape;3162;g3cf02dd855a_0_3685"/>
          <p:cNvSpPr txBox="1"/>
          <p:nvPr/>
        </p:nvSpPr>
        <p:spPr>
          <a:xfrm>
            <a:off x="7122912" y="4133697"/>
            <a:ext cx="3585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3" name="Google Shape;3163;g3cf02dd855a_0_3685"/>
          <p:cNvSpPr txBox="1"/>
          <p:nvPr/>
        </p:nvSpPr>
        <p:spPr>
          <a:xfrm>
            <a:off x="1645084" y="6461498"/>
            <a:ext cx="30522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4" name="Google Shape;3164;g3cf02dd855a_0_3685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5" name="Google Shape;3165;g3cf02dd855a_0_368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166" name="Google Shape;3166;g3cf02dd855a_0_368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167" name="Google Shape;3167;g3cf02dd855a_0_368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8" name="Google Shape;3168;g3cf02dd855a_0_368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9" name="Google Shape;3169;g3cf02dd855a_0_368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0" name="Google Shape;3170;g3cf02dd855a_0_368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1" name="Google Shape;3171;g3cf02dd855a_0_368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2" name="Google Shape;3172;g3cf02dd855a_0_368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3" name="Google Shape;3173;g3cf02dd855a_0_368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4" name="Google Shape;3174;g3cf02dd855a_0_368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5" name="Google Shape;3175;g3cf02dd855a_0_368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6" name="Google Shape;3176;g3cf02dd855a_0_368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77" name="Google Shape;3177;g3cf02dd855a_0_368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178" name="Google Shape;3178;g3cf02dd855a_0_368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9" name="Google Shape;3179;g3cf02dd855a_0_368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0" name="Google Shape;3180;g3cf02dd855a_0_368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1" name="Google Shape;3181;g3cf02dd855a_0_368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2" name="Google Shape;3182;g3cf02dd855a_0_368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3" name="Google Shape;3183;g3cf02dd855a_0_368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4" name="Google Shape;3184;g3cf02dd855a_0_368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85" name="Google Shape;3185;g3cf02dd855a_0_3685"/>
          <p:cNvSpPr/>
          <p:nvPr/>
        </p:nvSpPr>
        <p:spPr>
          <a:xfrm>
            <a:off x="0" y="0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6" name="Google Shape;3186;g3cf02dd855a_0_3685"/>
          <p:cNvSpPr/>
          <p:nvPr/>
        </p:nvSpPr>
        <p:spPr>
          <a:xfrm>
            <a:off x="0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7" name="Google Shape;3187;g3cf02dd855a_0_3685"/>
          <p:cNvSpPr txBox="1"/>
          <p:nvPr/>
        </p:nvSpPr>
        <p:spPr>
          <a:xfrm>
            <a:off x="7122912" y="4133697"/>
            <a:ext cx="3585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8" name="Google Shape;3188;g3cf02dd855a_0_368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189" name="Google Shape;3189;g3cf02dd855a_0_368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190" name="Google Shape;3190;g3cf02dd855a_0_368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1" name="Google Shape;3191;g3cf02dd855a_0_368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2" name="Google Shape;3192;g3cf02dd855a_0_368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3" name="Google Shape;3193;g3cf02dd855a_0_368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4" name="Google Shape;3194;g3cf02dd855a_0_368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5" name="Google Shape;3195;g3cf02dd855a_0_368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6" name="Google Shape;3196;g3cf02dd855a_0_368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7" name="Google Shape;3197;g3cf02dd855a_0_368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8" name="Google Shape;3198;g3cf02dd855a_0_368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9" name="Google Shape;3199;g3cf02dd855a_0_368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00" name="Google Shape;3200;g3cf02dd855a_0_368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201" name="Google Shape;3201;g3cf02dd855a_0_368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2" name="Google Shape;3202;g3cf02dd855a_0_368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3" name="Google Shape;3203;g3cf02dd855a_0_368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4" name="Google Shape;3204;g3cf02dd855a_0_368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5" name="Google Shape;3205;g3cf02dd855a_0_368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6" name="Google Shape;3206;g3cf02dd855a_0_368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7" name="Google Shape;3207;g3cf02dd855a_0_368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08" name="Google Shape;3208;g3cf02dd855a_0_3685"/>
          <p:cNvSpPr/>
          <p:nvPr/>
        </p:nvSpPr>
        <p:spPr>
          <a:xfrm>
            <a:off x="0" y="0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9" name="Google Shape;3209;g3cf02dd855a_0_3685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9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80.xml"/><Relationship Id="rId42" Type="http://schemas.openxmlformats.org/officeDocument/2006/relationships/slideLayout" Target="../slideLayouts/slideLayout88.xml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87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6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81.xml"/><Relationship Id="rId43" Type="http://schemas.openxmlformats.org/officeDocument/2006/relationships/slideLayout" Target="../slideLayouts/slideLayout89.xml"/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33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4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2.xml"/><Relationship Id="rId18" Type="http://schemas.openxmlformats.org/officeDocument/2006/relationships/slideLayout" Target="../slideLayouts/slideLayout107.xml"/><Relationship Id="rId26" Type="http://schemas.openxmlformats.org/officeDocument/2006/relationships/slideLayout" Target="../slideLayouts/slideLayout115.xml"/><Relationship Id="rId39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110.xml"/><Relationship Id="rId34" Type="http://schemas.openxmlformats.org/officeDocument/2006/relationships/slideLayout" Target="../slideLayouts/slideLayout123.xml"/><Relationship Id="rId42" Type="http://schemas.openxmlformats.org/officeDocument/2006/relationships/slideLayout" Target="../slideLayouts/slideLayout131.xml"/><Relationship Id="rId7" Type="http://schemas.openxmlformats.org/officeDocument/2006/relationships/slideLayout" Target="../slideLayouts/slideLayout96.xml"/><Relationship Id="rId2" Type="http://schemas.openxmlformats.org/officeDocument/2006/relationships/slideLayout" Target="../slideLayouts/slideLayout91.xml"/><Relationship Id="rId16" Type="http://schemas.openxmlformats.org/officeDocument/2006/relationships/slideLayout" Target="../slideLayouts/slideLayout105.xml"/><Relationship Id="rId29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24" Type="http://schemas.openxmlformats.org/officeDocument/2006/relationships/slideLayout" Target="../slideLayouts/slideLayout113.xml"/><Relationship Id="rId32" Type="http://schemas.openxmlformats.org/officeDocument/2006/relationships/slideLayout" Target="../slideLayouts/slideLayout121.xml"/><Relationship Id="rId37" Type="http://schemas.openxmlformats.org/officeDocument/2006/relationships/slideLayout" Target="../slideLayouts/slideLayout126.xml"/><Relationship Id="rId40" Type="http://schemas.openxmlformats.org/officeDocument/2006/relationships/slideLayout" Target="../slideLayouts/slideLayout129.xml"/><Relationship Id="rId45" Type="http://schemas.openxmlformats.org/officeDocument/2006/relationships/theme" Target="../theme/theme3.xml"/><Relationship Id="rId5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4.xml"/><Relationship Id="rId23" Type="http://schemas.openxmlformats.org/officeDocument/2006/relationships/slideLayout" Target="../slideLayouts/slideLayout112.xml"/><Relationship Id="rId28" Type="http://schemas.openxmlformats.org/officeDocument/2006/relationships/slideLayout" Target="../slideLayouts/slideLayout117.xml"/><Relationship Id="rId36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99.xml"/><Relationship Id="rId19" Type="http://schemas.openxmlformats.org/officeDocument/2006/relationships/slideLayout" Target="../slideLayouts/slideLayout108.xml"/><Relationship Id="rId31" Type="http://schemas.openxmlformats.org/officeDocument/2006/relationships/slideLayout" Target="../slideLayouts/slideLayout120.xml"/><Relationship Id="rId44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103.xml"/><Relationship Id="rId22" Type="http://schemas.openxmlformats.org/officeDocument/2006/relationships/slideLayout" Target="../slideLayouts/slideLayout111.xml"/><Relationship Id="rId27" Type="http://schemas.openxmlformats.org/officeDocument/2006/relationships/slideLayout" Target="../slideLayouts/slideLayout116.xml"/><Relationship Id="rId30" Type="http://schemas.openxmlformats.org/officeDocument/2006/relationships/slideLayout" Target="../slideLayouts/slideLayout119.xml"/><Relationship Id="rId35" Type="http://schemas.openxmlformats.org/officeDocument/2006/relationships/slideLayout" Target="../slideLayouts/slideLayout124.xml"/><Relationship Id="rId43" Type="http://schemas.openxmlformats.org/officeDocument/2006/relationships/slideLayout" Target="../slideLayouts/slideLayout132.xml"/><Relationship Id="rId8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6.xml"/><Relationship Id="rId25" Type="http://schemas.openxmlformats.org/officeDocument/2006/relationships/slideLayout" Target="../slideLayouts/slideLayout114.xml"/><Relationship Id="rId33" Type="http://schemas.openxmlformats.org/officeDocument/2006/relationships/slideLayout" Target="../slideLayouts/slideLayout122.xml"/><Relationship Id="rId38" Type="http://schemas.openxmlformats.org/officeDocument/2006/relationships/slideLayout" Target="../slideLayouts/slideLayout127.xml"/><Relationship Id="rId20" Type="http://schemas.openxmlformats.org/officeDocument/2006/relationships/slideLayout" Target="../slideLayouts/slideLayout109.xml"/><Relationship Id="rId41" Type="http://schemas.openxmlformats.org/officeDocument/2006/relationships/slideLayout" Target="../slideLayouts/slideLayout1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146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860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8609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2" name="Google Shape;12;p26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" name="Google Shape;13;p2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4" name="Google Shape;14;p2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" name="Google Shape;24;p2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" name="Google Shape;25;p2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2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2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" name="Google Shape;32;p26"/>
          <p:cNvSpPr/>
          <p:nvPr/>
        </p:nvSpPr>
        <p:spPr>
          <a:xfrm>
            <a:off x="0" y="0"/>
            <a:ext cx="12188825" cy="74871"/>
          </a:xfrm>
          <a:custGeom>
            <a:avLst/>
            <a:gdLst/>
            <a:ahLst/>
            <a:cxnLst/>
            <a:rect l="l" t="t" r="r" b="b"/>
            <a:pathLst>
              <a:path w="12185715" h="74871" extrusionOk="0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6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cc3f777e53_0_104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9" name="Google Shape;1209;g3cc3f777e53_0_1044"/>
          <p:cNvSpPr txBox="1">
            <a:spLocks noGrp="1"/>
          </p:cNvSpPr>
          <p:nvPr>
            <p:ph type="body" idx="1"/>
          </p:nvPr>
        </p:nvSpPr>
        <p:spPr>
          <a:xfrm>
            <a:off x="609441" y="1600203"/>
            <a:ext cx="10969800" cy="4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5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NTR"/>
              <a:buChar char="-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B3B3B"/>
              </a:buClr>
              <a:buSzPts val="1200"/>
              <a:buFont typeface="NTR"/>
              <a:buChar char="-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210" name="Google Shape;1210;g3cc3f777e53_0_1044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211" name="Google Shape;1211;g3cc3f777e53_0_1044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212" name="Google Shape;1212;g3cc3f777e53_0_1044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g3cc3f777e53_0_1044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g3cc3f777e53_0_1044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g3cc3f777e53_0_1044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g3cc3f777e53_0_1044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g3cc3f777e53_0_1044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g3cc3f777e53_0_1044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g3cc3f777e53_0_1044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g3cc3f777e53_0_1044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g3cc3f777e53_0_1044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2" name="Google Shape;1222;g3cc3f777e53_0_1044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223" name="Google Shape;1223;g3cc3f777e53_0_1044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4" name="Google Shape;1224;g3cc3f777e53_0_1044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5" name="Google Shape;1225;g3cc3f777e53_0_1044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g3cc3f777e53_0_1044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g3cc3f777e53_0_1044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g3cc3f777e53_0_1044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9" name="Google Shape;1229;g3cc3f777e53_0_1044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30" name="Google Shape;1230;g3cc3f777e53_0_1044"/>
          <p:cNvSpPr/>
          <p:nvPr/>
        </p:nvSpPr>
        <p:spPr>
          <a:xfrm>
            <a:off x="0" y="0"/>
            <a:ext cx="12185715" cy="74871"/>
          </a:xfrm>
          <a:custGeom>
            <a:avLst/>
            <a:gdLst/>
            <a:ahLst/>
            <a:cxnLst/>
            <a:rect l="l" t="t" r="r" b="b"/>
            <a:pathLst>
              <a:path w="12185715" h="74871" extrusionOk="0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g3cc3f777e53_0_1044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g3cf02dd855a_0_270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9" name="Google Shape;2179;g3cf02dd855a_0_2702"/>
          <p:cNvSpPr txBox="1">
            <a:spLocks noGrp="1"/>
          </p:cNvSpPr>
          <p:nvPr>
            <p:ph type="body" idx="1"/>
          </p:nvPr>
        </p:nvSpPr>
        <p:spPr>
          <a:xfrm>
            <a:off x="609441" y="1600203"/>
            <a:ext cx="10969800" cy="4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146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860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8609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2180" name="Google Shape;2180;g3cf02dd855a_0_270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181" name="Google Shape;2181;g3cf02dd855a_0_270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182" name="Google Shape;2182;g3cf02dd855a_0_270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3" name="Google Shape;2183;g3cf02dd855a_0_270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4" name="Google Shape;2184;g3cf02dd855a_0_270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5" name="Google Shape;2185;g3cf02dd855a_0_270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6" name="Google Shape;2186;g3cf02dd855a_0_270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7" name="Google Shape;2187;g3cf02dd855a_0_270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8" name="Google Shape;2188;g3cf02dd855a_0_270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9" name="Google Shape;2189;g3cf02dd855a_0_270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0" name="Google Shape;2190;g3cf02dd855a_0_270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1" name="Google Shape;2191;g3cf02dd855a_0_270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2" name="Google Shape;2192;g3cf02dd855a_0_270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193" name="Google Shape;2193;g3cf02dd855a_0_270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4" name="Google Shape;2194;g3cf02dd855a_0_270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5" name="Google Shape;2195;g3cf02dd855a_0_270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6" name="Google Shape;2196;g3cf02dd855a_0_270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7" name="Google Shape;2197;g3cf02dd855a_0_270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8" name="Google Shape;2198;g3cf02dd855a_0_270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9" name="Google Shape;2199;g3cf02dd855a_0_270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00" name="Google Shape;2200;g3cf02dd855a_0_2702"/>
          <p:cNvSpPr/>
          <p:nvPr/>
        </p:nvSpPr>
        <p:spPr>
          <a:xfrm>
            <a:off x="0" y="0"/>
            <a:ext cx="12185715" cy="74871"/>
          </a:xfrm>
          <a:custGeom>
            <a:avLst/>
            <a:gdLst/>
            <a:ahLst/>
            <a:cxnLst/>
            <a:rect l="l" t="t" r="r" b="b"/>
            <a:pathLst>
              <a:path w="12185715" h="74871" extrusionOk="0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1" name="Google Shape;2201;g3cf02dd855a_0_2702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766" r:id="rId27"/>
    <p:sldLayoutId id="2147483767" r:id="rId28"/>
    <p:sldLayoutId id="2147483768" r:id="rId29"/>
    <p:sldLayoutId id="2147483769" r:id="rId30"/>
    <p:sldLayoutId id="2147483770" r:id="rId31"/>
    <p:sldLayoutId id="2147483771" r:id="rId32"/>
    <p:sldLayoutId id="2147483772" r:id="rId33"/>
    <p:sldLayoutId id="2147483773" r:id="rId34"/>
    <p:sldLayoutId id="2147483774" r:id="rId35"/>
    <p:sldLayoutId id="2147483775" r:id="rId36"/>
    <p:sldLayoutId id="2147483776" r:id="rId37"/>
    <p:sldLayoutId id="2147483777" r:id="rId38"/>
    <p:sldLayoutId id="2147483778" r:id="rId39"/>
    <p:sldLayoutId id="2147483779" r:id="rId40"/>
    <p:sldLayoutId id="2147483780" r:id="rId41"/>
    <p:sldLayoutId id="2147483781" r:id="rId42"/>
    <p:sldLayoutId id="2147483782" r:id="rId43"/>
    <p:sldLayoutId id="2147483783" r:id="rId4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rocade.csod.com/catalog/CustomPage.aspx?id=221000575&amp;tab_page_id=221000575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brocade.csod.com/catalog/CustomPage.aspx?id=221000575&amp;tab_page_id=221000575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2.xml"/><Relationship Id="rId6" Type="http://schemas.openxmlformats.org/officeDocument/2006/relationships/hyperlink" Target="https://request.hol.vmware.com/landing-pages/511" TargetMode="External"/><Relationship Id="rId5" Type="http://schemas.openxmlformats.org/officeDocument/2006/relationships/hyperlink" Target="https://odyssey.vmware.com/leaderboard/multi.html?games=ODY441,ODY439,ODY440&amp;tournaments=He948f_WE&amp;displayRows=10&amp;spotlight=1&amp;gameTheme=aqua&amp;tournamentTheme=plum" TargetMode="External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ales-resources.broadcom.com/group/vcf/vcf" TargetMode="External"/><Relationship Id="rId5" Type="http://schemas.openxmlformats.org/officeDocument/2006/relationships/hyperlink" Target="https://airtable.com/appdCcSO2XtCJm6Fe/shrMkcr6X7Az6kGLN?myA3Z=b%3AWzAsWyJHcUtBZSIsNixbInNlbGF5OU04N2t1bkZ1Rm5hIl0sIk9SVFJEIl1d" TargetMode="External"/><Relationship Id="rId4" Type="http://schemas.openxmlformats.org/officeDocument/2006/relationships/hyperlink" Target="https://sales-resources.broadcom.com/documents/d/vcf/vcf-field-guide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4" name="Google Shape;3214;p1"/>
          <p:cNvSpPr/>
          <p:nvPr/>
        </p:nvSpPr>
        <p:spPr>
          <a:xfrm>
            <a:off x="-5540" y="71718"/>
            <a:ext cx="12188825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8F0F4">
                  <a:alpha val="67058"/>
                </a:srgbClr>
              </a:gs>
              <a:gs pos="100000">
                <a:srgbClr val="E8F0F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325" tIns="45650" rIns="91325" bIns="45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5" name="Google Shape;3215;p1"/>
          <p:cNvSpPr/>
          <p:nvPr/>
        </p:nvSpPr>
        <p:spPr>
          <a:xfrm rot="10800000">
            <a:off x="391716" y="1112219"/>
            <a:ext cx="11405393" cy="4680098"/>
          </a:xfrm>
          <a:prstGeom prst="roundRect">
            <a:avLst>
              <a:gd name="adj" fmla="val 2013"/>
            </a:avLst>
          </a:prstGeom>
          <a:solidFill>
            <a:schemeClr val="lt1"/>
          </a:solidFill>
          <a:ln>
            <a:noFill/>
          </a:ln>
          <a:effectLst>
            <a:outerShdw blurRad="63500" sx="102000" sy="102000" algn="ctr" rotWithShape="0">
              <a:srgbClr val="C0F0FE">
                <a:alpha val="20392"/>
              </a:srgbClr>
            </a:outerShdw>
          </a:effectLst>
        </p:spPr>
        <p:txBody>
          <a:bodyPr spcFirstLastPara="1" wrap="square" lIns="90250" tIns="90250" rIns="90250" bIns="90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85"/>
              <a:buFont typeface="Arial"/>
              <a:buNone/>
            </a:pPr>
            <a:endParaRPr sz="1185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6" name="Google Shape;3216;p1"/>
          <p:cNvSpPr txBox="1"/>
          <p:nvPr/>
        </p:nvSpPr>
        <p:spPr>
          <a:xfrm>
            <a:off x="491250" y="3453030"/>
            <a:ext cx="2759649" cy="97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2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Chat</a:t>
            </a:r>
            <a:endParaRPr sz="2400" b="1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666666"/>
              </a:buClr>
              <a:buSzPts val="1440"/>
              <a:buFont typeface="Arial"/>
              <a:buNone/>
            </a:pPr>
            <a:r>
              <a:rPr lang="en-US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Keep comments </a:t>
            </a:r>
            <a:br>
              <a:rPr lang="en-US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for Chat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7" name="Google Shape;3217;p1"/>
          <p:cNvSpPr txBox="1"/>
          <p:nvPr/>
        </p:nvSpPr>
        <p:spPr>
          <a:xfrm>
            <a:off x="3229023" y="3453030"/>
            <a:ext cx="2759649" cy="118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2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sz="16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666666"/>
              </a:buClr>
              <a:buSzPts val="1440"/>
              <a:buFont typeface="Arial"/>
              <a:buNone/>
            </a:pPr>
            <a:r>
              <a:rPr lang="en-US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Add questions </a:t>
            </a:r>
            <a:br>
              <a:rPr lang="en-US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to the Q&amp;A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8" name="Google Shape;3218;p1"/>
          <p:cNvSpPr txBox="1"/>
          <p:nvPr/>
        </p:nvSpPr>
        <p:spPr>
          <a:xfrm>
            <a:off x="5966796" y="3453030"/>
            <a:ext cx="2825280" cy="118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4646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Recording</a:t>
            </a:r>
            <a:endParaRPr sz="1600" b="1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666666"/>
              </a:buClr>
              <a:buSzPts val="1440"/>
              <a:buFont typeface="Arial"/>
              <a:buNone/>
            </a:pPr>
            <a:r>
              <a:rPr lang="en-US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Session is </a:t>
            </a:r>
            <a:br>
              <a:rPr lang="en-US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being recorded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9" name="Google Shape;3219;p1"/>
          <p:cNvSpPr txBox="1"/>
          <p:nvPr/>
        </p:nvSpPr>
        <p:spPr>
          <a:xfrm>
            <a:off x="8770200" y="3453030"/>
            <a:ext cx="2797849" cy="118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2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Materials</a:t>
            </a:r>
            <a:endParaRPr sz="16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666666"/>
              </a:buClr>
              <a:buSzPts val="1440"/>
              <a:buFont typeface="Arial"/>
              <a:buNone/>
            </a:pPr>
            <a:r>
              <a:rPr lang="en-US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See Week of Enablement</a:t>
            </a:r>
            <a:br>
              <a:rPr lang="en-US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SRC page for all uploads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0" name="Google Shape;322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776" y="1439474"/>
            <a:ext cx="2440645" cy="244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1" name="Google Shape;3221;p1"/>
          <p:cNvPicPr preferRelativeResize="0"/>
          <p:nvPr/>
        </p:nvPicPr>
        <p:blipFill rotWithShape="1">
          <a:blip r:embed="rId4">
            <a:alphaModFix/>
          </a:blip>
          <a:srcRect l="9" r="9"/>
          <a:stretch/>
        </p:blipFill>
        <p:spPr>
          <a:xfrm>
            <a:off x="9008953" y="1407867"/>
            <a:ext cx="2440184" cy="244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2" name="Google Shape;3222;p1"/>
          <p:cNvPicPr preferRelativeResize="0"/>
          <p:nvPr/>
        </p:nvPicPr>
        <p:blipFill rotWithShape="1">
          <a:blip r:embed="rId5">
            <a:alphaModFix/>
          </a:blip>
          <a:srcRect l="6" r="6"/>
          <a:stretch/>
        </p:blipFill>
        <p:spPr>
          <a:xfrm>
            <a:off x="3487174" y="1535727"/>
            <a:ext cx="2440344" cy="244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3" name="Google Shape;3223;p1"/>
          <p:cNvPicPr preferRelativeResize="0"/>
          <p:nvPr/>
        </p:nvPicPr>
        <p:blipFill rotWithShape="1">
          <a:blip r:embed="rId6">
            <a:alphaModFix/>
          </a:blip>
          <a:srcRect l="9" r="9"/>
          <a:stretch/>
        </p:blipFill>
        <p:spPr>
          <a:xfrm>
            <a:off x="6209192" y="1379314"/>
            <a:ext cx="2440205" cy="2440645"/>
          </a:xfrm>
          <a:prstGeom prst="rect">
            <a:avLst/>
          </a:prstGeom>
          <a:noFill/>
          <a:ln>
            <a:noFill/>
          </a:ln>
        </p:spPr>
      </p:pic>
      <p:sp>
        <p:nvSpPr>
          <p:cNvPr id="3224" name="Google Shape;3224;p1"/>
          <p:cNvSpPr/>
          <p:nvPr/>
        </p:nvSpPr>
        <p:spPr>
          <a:xfrm>
            <a:off x="882572" y="4896873"/>
            <a:ext cx="10423680" cy="503089"/>
          </a:xfrm>
          <a:prstGeom prst="roundRect">
            <a:avLst>
              <a:gd name="adj" fmla="val 19281"/>
            </a:avLst>
          </a:prstGeom>
          <a:gradFill>
            <a:gsLst>
              <a:gs pos="0">
                <a:schemeClr val="lt1"/>
              </a:gs>
              <a:gs pos="99000">
                <a:srgbClr val="C0F0FE">
                  <a:alpha val="25098"/>
                </a:srgbClr>
              </a:gs>
              <a:gs pos="100000">
                <a:srgbClr val="C0F0FE">
                  <a:alpha val="25098"/>
                </a:srgbClr>
              </a:gs>
            </a:gsLst>
            <a:lin ang="2700000" scaled="0"/>
          </a:gradFill>
          <a:ln w="19050" cap="flat" cmpd="sng">
            <a:solidFill>
              <a:schemeClr val="accent1">
                <a:alpha val="36862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Please, give us your feedback at the end of the session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5" name="Google Shape;3225;p1"/>
          <p:cNvCxnSpPr/>
          <p:nvPr/>
        </p:nvCxnSpPr>
        <p:spPr>
          <a:xfrm>
            <a:off x="8770201" y="1963712"/>
            <a:ext cx="0" cy="2390504"/>
          </a:xfrm>
          <a:prstGeom prst="straightConnector1">
            <a:avLst/>
          </a:prstGeom>
          <a:noFill/>
          <a:ln w="25400" cap="flat" cmpd="sng">
            <a:solidFill>
              <a:schemeClr val="accent2">
                <a:alpha val="901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26" name="Google Shape;3226;p1"/>
          <p:cNvCxnSpPr/>
          <p:nvPr/>
        </p:nvCxnSpPr>
        <p:spPr>
          <a:xfrm>
            <a:off x="6010552" y="1963712"/>
            <a:ext cx="0" cy="2390504"/>
          </a:xfrm>
          <a:prstGeom prst="straightConnector1">
            <a:avLst/>
          </a:prstGeom>
          <a:noFill/>
          <a:ln w="25400" cap="flat" cmpd="sng">
            <a:solidFill>
              <a:schemeClr val="accent2">
                <a:alpha val="901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27" name="Google Shape;3227;p1"/>
          <p:cNvCxnSpPr/>
          <p:nvPr/>
        </p:nvCxnSpPr>
        <p:spPr>
          <a:xfrm>
            <a:off x="3250903" y="1963712"/>
            <a:ext cx="0" cy="2390504"/>
          </a:xfrm>
          <a:prstGeom prst="straightConnector1">
            <a:avLst/>
          </a:prstGeom>
          <a:noFill/>
          <a:ln w="25400" cap="flat" cmpd="sng">
            <a:solidFill>
              <a:schemeClr val="accent2">
                <a:alpha val="901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28" name="Google Shape;3228;p1"/>
          <p:cNvSpPr/>
          <p:nvPr/>
        </p:nvSpPr>
        <p:spPr>
          <a:xfrm flipH="1">
            <a:off x="10229276" y="5492453"/>
            <a:ext cx="1660855" cy="692954"/>
          </a:xfrm>
          <a:custGeom>
            <a:avLst/>
            <a:gdLst/>
            <a:ahLst/>
            <a:cxnLst/>
            <a:rect l="l" t="t" r="r" b="b"/>
            <a:pathLst>
              <a:path w="1655761" h="586212" extrusionOk="0">
                <a:moveTo>
                  <a:pt x="1285951" y="273354"/>
                </a:moveTo>
                <a:cubicBezTo>
                  <a:pt x="1221446" y="273354"/>
                  <a:pt x="1160717" y="289669"/>
                  <a:pt x="1107618" y="318372"/>
                </a:cubicBezTo>
                <a:cubicBezTo>
                  <a:pt x="1010331" y="129388"/>
                  <a:pt x="813492" y="0"/>
                  <a:pt x="586212" y="0"/>
                </a:cubicBezTo>
                <a:cubicBezTo>
                  <a:pt x="262478" y="0"/>
                  <a:pt x="0" y="262477"/>
                  <a:pt x="0" y="586212"/>
                </a:cubicBezTo>
                <a:lnTo>
                  <a:pt x="1655761" y="586212"/>
                </a:lnTo>
                <a:cubicBezTo>
                  <a:pt x="1626152" y="408709"/>
                  <a:pt x="1471838" y="273354"/>
                  <a:pt x="1285951" y="273354"/>
                </a:cubicBezTo>
                <a:close/>
              </a:path>
            </a:pathLst>
          </a:custGeom>
          <a:solidFill>
            <a:schemeClr val="lt1">
              <a:alpha val="48235"/>
            </a:schemeClr>
          </a:solidFill>
          <a:ln>
            <a:noFill/>
          </a:ln>
        </p:spPr>
        <p:txBody>
          <a:bodyPr spcFirstLastPara="1" wrap="square" lIns="91350" tIns="45675" rIns="9135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9" name="Google Shape;3229;p1"/>
          <p:cNvSpPr/>
          <p:nvPr/>
        </p:nvSpPr>
        <p:spPr>
          <a:xfrm flipH="1">
            <a:off x="260174" y="315915"/>
            <a:ext cx="1159852" cy="483922"/>
          </a:xfrm>
          <a:custGeom>
            <a:avLst/>
            <a:gdLst/>
            <a:ahLst/>
            <a:cxnLst/>
            <a:rect l="l" t="t" r="r" b="b"/>
            <a:pathLst>
              <a:path w="1655761" h="586212" extrusionOk="0">
                <a:moveTo>
                  <a:pt x="1285951" y="273354"/>
                </a:moveTo>
                <a:cubicBezTo>
                  <a:pt x="1221446" y="273354"/>
                  <a:pt x="1160717" y="289669"/>
                  <a:pt x="1107618" y="318372"/>
                </a:cubicBezTo>
                <a:cubicBezTo>
                  <a:pt x="1010331" y="129388"/>
                  <a:pt x="813492" y="0"/>
                  <a:pt x="586212" y="0"/>
                </a:cubicBezTo>
                <a:cubicBezTo>
                  <a:pt x="262478" y="0"/>
                  <a:pt x="0" y="262477"/>
                  <a:pt x="0" y="586212"/>
                </a:cubicBezTo>
                <a:lnTo>
                  <a:pt x="1655761" y="586212"/>
                </a:lnTo>
                <a:cubicBezTo>
                  <a:pt x="1626152" y="408709"/>
                  <a:pt x="1471838" y="273354"/>
                  <a:pt x="1285951" y="273354"/>
                </a:cubicBezTo>
                <a:close/>
              </a:path>
            </a:pathLst>
          </a:custGeom>
          <a:solidFill>
            <a:schemeClr val="lt1">
              <a:alpha val="48235"/>
            </a:schemeClr>
          </a:solidFill>
          <a:ln>
            <a:noFill/>
          </a:ln>
        </p:spPr>
        <p:txBody>
          <a:bodyPr spcFirstLastPara="1" wrap="square" lIns="91350" tIns="45675" rIns="9135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0" name="Google Shape;3230;p1"/>
          <p:cNvPicPr preferRelativeResize="0"/>
          <p:nvPr/>
        </p:nvPicPr>
        <p:blipFill rotWithShape="1">
          <a:blip r:embed="rId7">
            <a:alphaModFix amt="32000"/>
          </a:blip>
          <a:srcRect l="1" t="73486" r="256" b="-55139"/>
          <a:stretch/>
        </p:blipFill>
        <p:spPr>
          <a:xfrm>
            <a:off x="391716" y="1136282"/>
            <a:ext cx="11405393" cy="65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231" name="Google Shape;3231;p1"/>
          <p:cNvSpPr/>
          <p:nvPr/>
        </p:nvSpPr>
        <p:spPr>
          <a:xfrm rot="5400000" flipH="1">
            <a:off x="5860339" y="-4278634"/>
            <a:ext cx="18290" cy="10800000"/>
          </a:xfrm>
          <a:prstGeom prst="rect">
            <a:avLst/>
          </a:prstGeom>
          <a:gradFill>
            <a:gsLst>
              <a:gs pos="0">
                <a:srgbClr val="0177A3">
                  <a:alpha val="0"/>
                </a:srgbClr>
              </a:gs>
              <a:gs pos="34000">
                <a:schemeClr val="accent2"/>
              </a:gs>
              <a:gs pos="76000">
                <a:schemeClr val="accent1"/>
              </a:gs>
              <a:gs pos="100000">
                <a:srgbClr val="21875D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2" name="Google Shape;3232;p1"/>
          <p:cNvSpPr/>
          <p:nvPr/>
        </p:nvSpPr>
        <p:spPr>
          <a:xfrm>
            <a:off x="4220431" y="874595"/>
            <a:ext cx="3747963" cy="48788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99000">
                <a:schemeClr val="accent2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Housekeeping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3" name="Google Shape;3233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2966" y="452983"/>
            <a:ext cx="2816004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9" name="Google Shape;3239;g3cc3f777e53_0_1007"/>
          <p:cNvSpPr/>
          <p:nvPr/>
        </p:nvSpPr>
        <p:spPr>
          <a:xfrm>
            <a:off x="2455875" y="2730079"/>
            <a:ext cx="100800" cy="100800"/>
          </a:xfrm>
          <a:prstGeom prst="ellipse">
            <a:avLst/>
          </a:pr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0" name="Google Shape;3240;g3cc3f777e53_0_1007"/>
          <p:cNvSpPr/>
          <p:nvPr/>
        </p:nvSpPr>
        <p:spPr>
          <a:xfrm>
            <a:off x="1100247" y="1147677"/>
            <a:ext cx="100800" cy="100800"/>
          </a:xfrm>
          <a:prstGeom prst="ellipse">
            <a:avLst/>
          </a:pr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1" name="Google Shape;3241;g3cc3f777e53_0_1007"/>
          <p:cNvSpPr/>
          <p:nvPr/>
        </p:nvSpPr>
        <p:spPr>
          <a:xfrm>
            <a:off x="240380" y="3339197"/>
            <a:ext cx="81300" cy="81300"/>
          </a:xfrm>
          <a:prstGeom prst="ellipse">
            <a:avLst/>
          </a:prstGeom>
          <a:noFill/>
          <a:ln w="9525" cap="rnd" cmpd="sng">
            <a:solidFill>
              <a:srgbClr val="005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2" name="Google Shape;3242;g3cc3f777e53_0_1007"/>
          <p:cNvSpPr/>
          <p:nvPr/>
        </p:nvSpPr>
        <p:spPr>
          <a:xfrm>
            <a:off x="407365" y="1455136"/>
            <a:ext cx="881400" cy="88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098C7"/>
              </a:gs>
              <a:gs pos="16000">
                <a:srgbClr val="0892C3"/>
              </a:gs>
              <a:gs pos="40000">
                <a:srgbClr val="1E82B8"/>
              </a:gs>
              <a:gs pos="100000">
                <a:srgbClr val="9377B5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3" name="Google Shape;3243;g3cc3f777e53_0_1007"/>
          <p:cNvSpPr/>
          <p:nvPr/>
        </p:nvSpPr>
        <p:spPr>
          <a:xfrm>
            <a:off x="1376455" y="109451"/>
            <a:ext cx="3714944" cy="1516954"/>
          </a:xfrm>
          <a:custGeom>
            <a:avLst/>
            <a:gdLst/>
            <a:ahLst/>
            <a:cxnLst/>
            <a:rect l="l" t="t" r="r" b="b"/>
            <a:pathLst>
              <a:path w="2584309" h="1055272" extrusionOk="0">
                <a:moveTo>
                  <a:pt x="2134206" y="605217"/>
                </a:moveTo>
                <a:cubicBezTo>
                  <a:pt x="2085179" y="605217"/>
                  <a:pt x="2038077" y="613144"/>
                  <a:pt x="1993964" y="627632"/>
                </a:cubicBezTo>
                <a:cubicBezTo>
                  <a:pt x="1956130" y="274760"/>
                  <a:pt x="1657513" y="0"/>
                  <a:pt x="1294675" y="0"/>
                </a:cubicBezTo>
                <a:cubicBezTo>
                  <a:pt x="960604" y="0"/>
                  <a:pt x="681031" y="232994"/>
                  <a:pt x="609289" y="545366"/>
                </a:cubicBezTo>
                <a:lnTo>
                  <a:pt x="509944" y="545240"/>
                </a:lnTo>
                <a:cubicBezTo>
                  <a:pt x="228268" y="545240"/>
                  <a:pt x="0" y="773548"/>
                  <a:pt x="0" y="1055273"/>
                </a:cubicBezTo>
                <a:lnTo>
                  <a:pt x="2584310" y="1055273"/>
                </a:lnTo>
                <a:cubicBezTo>
                  <a:pt x="2584310" y="806677"/>
                  <a:pt x="2382809" y="605141"/>
                  <a:pt x="2134257" y="605141"/>
                </a:cubicBezTo>
                <a:lnTo>
                  <a:pt x="2134206" y="605191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25000">
                <a:srgbClr val="FFFFFF"/>
              </a:gs>
              <a:gs pos="31000">
                <a:srgbClr val="F8FBFD"/>
              </a:gs>
              <a:gs pos="41000">
                <a:srgbClr val="E7F3F9"/>
              </a:gs>
              <a:gs pos="51000">
                <a:srgbClr val="CBE4F2"/>
              </a:gs>
              <a:gs pos="63000">
                <a:srgbClr val="A4D0E9"/>
              </a:gs>
              <a:gs pos="72000">
                <a:srgbClr val="80BEE1"/>
              </a:gs>
              <a:gs pos="100000">
                <a:srgbClr val="80BEE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4" name="Google Shape;3244;g3cc3f777e53_0_1007"/>
          <p:cNvSpPr/>
          <p:nvPr/>
        </p:nvSpPr>
        <p:spPr>
          <a:xfrm>
            <a:off x="606080" y="1778754"/>
            <a:ext cx="2057095" cy="728463"/>
          </a:xfrm>
          <a:custGeom>
            <a:avLst/>
            <a:gdLst/>
            <a:ahLst/>
            <a:cxnLst/>
            <a:rect l="l" t="t" r="r" b="b"/>
            <a:pathLst>
              <a:path w="2057095" h="728463" extrusionOk="0">
                <a:moveTo>
                  <a:pt x="1597673" y="339651"/>
                </a:moveTo>
                <a:cubicBezTo>
                  <a:pt x="1517498" y="339651"/>
                  <a:pt x="1442059" y="359939"/>
                  <a:pt x="1376141" y="395575"/>
                </a:cubicBezTo>
                <a:cubicBezTo>
                  <a:pt x="1255246" y="160733"/>
                  <a:pt x="1010695" y="0"/>
                  <a:pt x="728335" y="0"/>
                </a:cubicBezTo>
                <a:cubicBezTo>
                  <a:pt x="326068" y="0"/>
                  <a:pt x="0" y="326126"/>
                  <a:pt x="0" y="728463"/>
                </a:cubicBezTo>
                <a:lnTo>
                  <a:pt x="2057095" y="728463"/>
                </a:lnTo>
                <a:cubicBezTo>
                  <a:pt x="2020300" y="507880"/>
                  <a:pt x="1828625" y="339651"/>
                  <a:pt x="1597597" y="339651"/>
                </a:cubicBezTo>
                <a:lnTo>
                  <a:pt x="1597647" y="339651"/>
                </a:lnTo>
                <a:close/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5" name="Google Shape;3245;g3cc3f777e53_0_1007"/>
          <p:cNvGrpSpPr/>
          <p:nvPr/>
        </p:nvGrpSpPr>
        <p:grpSpPr>
          <a:xfrm>
            <a:off x="975477" y="1459872"/>
            <a:ext cx="813098" cy="795351"/>
            <a:chOff x="975477" y="1459872"/>
            <a:chExt cx="813098" cy="795351"/>
          </a:xfrm>
        </p:grpSpPr>
        <p:sp>
          <p:nvSpPr>
            <p:cNvPr id="3246" name="Google Shape;3246;g3cc3f777e53_0_1007"/>
            <p:cNvSpPr/>
            <p:nvPr/>
          </p:nvSpPr>
          <p:spPr>
            <a:xfrm>
              <a:off x="975477" y="2071623"/>
              <a:ext cx="183300" cy="183600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7" name="Google Shape;3247;g3cc3f777e53_0_1007"/>
            <p:cNvSpPr/>
            <p:nvPr/>
          </p:nvSpPr>
          <p:spPr>
            <a:xfrm>
              <a:off x="1565975" y="1459872"/>
              <a:ext cx="222600" cy="222600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8" name="Google Shape;3248;g3cc3f777e53_0_1007"/>
            <p:cNvSpPr/>
            <p:nvPr/>
          </p:nvSpPr>
          <p:spPr>
            <a:xfrm>
              <a:off x="1133370" y="1641906"/>
              <a:ext cx="457979" cy="458059"/>
            </a:xfrm>
            <a:custGeom>
              <a:avLst/>
              <a:gdLst/>
              <a:ahLst/>
              <a:cxnLst/>
              <a:rect l="l" t="t" r="r" b="b"/>
              <a:pathLst>
                <a:path w="457979" h="458059" extrusionOk="0">
                  <a:moveTo>
                    <a:pt x="457979" y="0"/>
                  </a:moveTo>
                  <a:lnTo>
                    <a:pt x="0" y="45806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9" name="Google Shape;3249;g3cc3f777e53_0_1007"/>
          <p:cNvSpPr/>
          <p:nvPr/>
        </p:nvSpPr>
        <p:spPr>
          <a:xfrm>
            <a:off x="5154015" y="1418562"/>
            <a:ext cx="3241500" cy="16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0" name="Google Shape;3250;g3cc3f777e53_0_1007" title="Title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</a:pPr>
            <a:r>
              <a:rPr lang="en-US"/>
              <a:t>Upgrade Pathways to VCF 9.1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251" name="Google Shape;3251;g3cc3f777e53_0_1007"/>
          <p:cNvSpPr/>
          <p:nvPr/>
        </p:nvSpPr>
        <p:spPr>
          <a:xfrm>
            <a:off x="2111142" y="986700"/>
            <a:ext cx="1057231" cy="641640"/>
          </a:xfrm>
          <a:custGeom>
            <a:avLst/>
            <a:gdLst/>
            <a:ahLst/>
            <a:cxnLst/>
            <a:rect l="l" t="t" r="r" b="b"/>
            <a:pathLst>
              <a:path w="740617" h="449485" extrusionOk="0">
                <a:moveTo>
                  <a:pt x="101405" y="0"/>
                </a:moveTo>
                <a:lnTo>
                  <a:pt x="639212" y="0"/>
                </a:lnTo>
                <a:cubicBezTo>
                  <a:pt x="695216" y="0"/>
                  <a:pt x="740617" y="45401"/>
                  <a:pt x="740617" y="101405"/>
                </a:cubicBezTo>
                <a:lnTo>
                  <a:pt x="740617" y="449485"/>
                </a:lnTo>
                <a:lnTo>
                  <a:pt x="0" y="449485"/>
                </a:lnTo>
                <a:lnTo>
                  <a:pt x="0" y="101405"/>
                </a:lnTo>
                <a:cubicBezTo>
                  <a:pt x="0" y="45401"/>
                  <a:pt x="45401" y="0"/>
                  <a:pt x="101405" y="0"/>
                </a:cubicBezTo>
                <a:close/>
              </a:path>
            </a:pathLst>
          </a:custGeom>
          <a:gradFill>
            <a:gsLst>
              <a:gs pos="0">
                <a:srgbClr val="0098C7">
                  <a:alpha val="64705"/>
                </a:srgbClr>
              </a:gs>
              <a:gs pos="16000">
                <a:srgbClr val="0892C3">
                  <a:alpha val="64705"/>
                </a:srgbClr>
              </a:gs>
              <a:gs pos="54000">
                <a:srgbClr val="4169A7">
                  <a:alpha val="44705"/>
                </a:srgbClr>
              </a:gs>
              <a:gs pos="100000">
                <a:srgbClr val="C3B1D8"/>
              </a:gs>
            </a:gsLst>
            <a:lin ang="18899701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98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2" name="Google Shape;3252;g3cc3f777e53_0_1007"/>
          <p:cNvSpPr/>
          <p:nvPr/>
        </p:nvSpPr>
        <p:spPr>
          <a:xfrm>
            <a:off x="2111141" y="1621386"/>
            <a:ext cx="1057231" cy="415777"/>
          </a:xfrm>
          <a:custGeom>
            <a:avLst/>
            <a:gdLst/>
            <a:ahLst/>
            <a:cxnLst/>
            <a:rect l="l" t="t" r="r" b="b"/>
            <a:pathLst>
              <a:path w="740617" h="291262" extrusionOk="0">
                <a:moveTo>
                  <a:pt x="0" y="0"/>
                </a:moveTo>
                <a:lnTo>
                  <a:pt x="740617" y="0"/>
                </a:lnTo>
                <a:lnTo>
                  <a:pt x="740617" y="189857"/>
                </a:lnTo>
                <a:cubicBezTo>
                  <a:pt x="740617" y="245861"/>
                  <a:pt x="695216" y="291262"/>
                  <a:pt x="639212" y="291262"/>
                </a:cubicBezTo>
                <a:lnTo>
                  <a:pt x="101405" y="291262"/>
                </a:lnTo>
                <a:cubicBezTo>
                  <a:pt x="45401" y="291262"/>
                  <a:pt x="0" y="245861"/>
                  <a:pt x="0" y="18985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98C7"/>
              </a:gs>
              <a:gs pos="35000">
                <a:srgbClr val="0892C3"/>
              </a:gs>
              <a:gs pos="100000">
                <a:srgbClr val="0892C3"/>
              </a:gs>
            </a:gsLst>
            <a:lin ang="18899701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3" name="Google Shape;3253;g3cc3f777e53_0_1007"/>
          <p:cNvGrpSpPr/>
          <p:nvPr/>
        </p:nvGrpSpPr>
        <p:grpSpPr>
          <a:xfrm>
            <a:off x="1995462" y="1747285"/>
            <a:ext cx="674370" cy="672049"/>
            <a:chOff x="1995364" y="1692841"/>
            <a:chExt cx="728891" cy="726382"/>
          </a:xfrm>
        </p:grpSpPr>
        <p:sp>
          <p:nvSpPr>
            <p:cNvPr id="3254" name="Google Shape;3254;g3cc3f777e53_0_1007"/>
            <p:cNvSpPr/>
            <p:nvPr/>
          </p:nvSpPr>
          <p:spPr>
            <a:xfrm>
              <a:off x="1995364" y="2235623"/>
              <a:ext cx="183300" cy="183600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g3cc3f777e53_0_1007"/>
            <p:cNvSpPr/>
            <p:nvPr/>
          </p:nvSpPr>
          <p:spPr>
            <a:xfrm>
              <a:off x="2153257" y="1692841"/>
              <a:ext cx="570998" cy="571124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g3cc3f777e53_0_1007"/>
            <p:cNvSpPr/>
            <p:nvPr/>
          </p:nvSpPr>
          <p:spPr>
            <a:xfrm>
              <a:off x="2516981" y="1692841"/>
              <a:ext cx="207274" cy="207311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57" name="Google Shape;3257;g3cc3f777e53_0_1007"/>
          <p:cNvSpPr/>
          <p:nvPr/>
        </p:nvSpPr>
        <p:spPr>
          <a:xfrm>
            <a:off x="2950153" y="689080"/>
            <a:ext cx="2317296" cy="943374"/>
          </a:xfrm>
          <a:custGeom>
            <a:avLst/>
            <a:gdLst/>
            <a:ahLst/>
            <a:cxnLst/>
            <a:rect l="l" t="t" r="r" b="b"/>
            <a:pathLst>
              <a:path w="1612032" h="656260" extrusionOk="0">
                <a:moveTo>
                  <a:pt x="241362" y="203114"/>
                </a:moveTo>
                <a:cubicBezTo>
                  <a:pt x="-2708" y="466021"/>
                  <a:pt x="1" y="656260"/>
                  <a:pt x="1" y="656260"/>
                </a:cubicBezTo>
                <a:lnTo>
                  <a:pt x="1612033" y="656260"/>
                </a:lnTo>
                <a:cubicBezTo>
                  <a:pt x="1601650" y="495275"/>
                  <a:pt x="1535378" y="337303"/>
                  <a:pt x="1413064" y="214968"/>
                </a:cubicBezTo>
                <a:lnTo>
                  <a:pt x="1413064" y="214968"/>
                </a:lnTo>
                <a:cubicBezTo>
                  <a:pt x="1145773" y="-52371"/>
                  <a:pt x="509768" y="-86032"/>
                  <a:pt x="241387" y="203038"/>
                </a:cubicBezTo>
                <a:lnTo>
                  <a:pt x="241387" y="203089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FFFFFF"/>
              </a:gs>
              <a:gs pos="48000">
                <a:srgbClr val="F8FBFE"/>
              </a:gs>
              <a:gs pos="73000">
                <a:srgbClr val="E7F3FB"/>
              </a:gs>
              <a:gs pos="100000">
                <a:srgbClr val="CEE6F7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8" name="Google Shape;3258;g3cc3f777e53_0_1007"/>
          <p:cNvSpPr txBox="1"/>
          <p:nvPr/>
        </p:nvSpPr>
        <p:spPr>
          <a:xfrm>
            <a:off x="2142050" y="986691"/>
            <a:ext cx="9945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CCEBF4"/>
                </a:solidFill>
                <a:latin typeface="Arial"/>
                <a:ea typeface="Arial"/>
                <a:cs typeface="Arial"/>
                <a:sym typeface="Arial"/>
              </a:rPr>
              <a:t>VCF</a:t>
            </a:r>
            <a:endParaRPr sz="1300" b="1" i="0" u="none" strike="noStrike" cap="none">
              <a:solidFill>
                <a:srgbClr val="CCEBF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CEBF4"/>
                </a:solidFill>
                <a:latin typeface="Arial"/>
                <a:ea typeface="Arial"/>
                <a:cs typeface="Arial"/>
                <a:sym typeface="Arial"/>
              </a:rPr>
              <a:t>9.1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9" name="Google Shape;3259;g3cc3f777e53_0_1007"/>
          <p:cNvSpPr/>
          <p:nvPr/>
        </p:nvSpPr>
        <p:spPr>
          <a:xfrm>
            <a:off x="622941" y="3189363"/>
            <a:ext cx="100800" cy="100800"/>
          </a:xfrm>
          <a:prstGeom prst="ellipse">
            <a:avLst/>
          </a:pr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0" name="Google Shape;3260;g3cc3f777e53_0_1007"/>
          <p:cNvGrpSpPr/>
          <p:nvPr/>
        </p:nvGrpSpPr>
        <p:grpSpPr>
          <a:xfrm>
            <a:off x="80890" y="2663068"/>
            <a:ext cx="2162750" cy="1858163"/>
            <a:chOff x="-22639" y="2634741"/>
            <a:chExt cx="2353886" cy="2022380"/>
          </a:xfrm>
        </p:grpSpPr>
        <p:sp>
          <p:nvSpPr>
            <p:cNvPr id="3261" name="Google Shape;3261;g3cc3f777e53_0_1007"/>
            <p:cNvSpPr/>
            <p:nvPr/>
          </p:nvSpPr>
          <p:spPr>
            <a:xfrm>
              <a:off x="1348747" y="2634741"/>
              <a:ext cx="982500" cy="982800"/>
            </a:xfrm>
            <a:prstGeom prst="roundRect">
              <a:avLst>
                <a:gd name="adj" fmla="val 11774"/>
              </a:avLst>
            </a:prstGeom>
            <a:gradFill>
              <a:gsLst>
                <a:gs pos="0">
                  <a:srgbClr val="0098C7"/>
                </a:gs>
                <a:gs pos="16000">
                  <a:srgbClr val="0892C3"/>
                </a:gs>
                <a:gs pos="40000">
                  <a:srgbClr val="1E82B8">
                    <a:alpha val="74901"/>
                  </a:srgbClr>
                </a:gs>
                <a:gs pos="100000">
                  <a:srgbClr val="C3B1D8">
                    <a:alpha val="60000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g3cc3f777e53_0_1007"/>
            <p:cNvSpPr/>
            <p:nvPr/>
          </p:nvSpPr>
          <p:spPr>
            <a:xfrm>
              <a:off x="703873" y="2843571"/>
              <a:ext cx="1234500" cy="1234800"/>
            </a:xfrm>
            <a:prstGeom prst="roundRect">
              <a:avLst>
                <a:gd name="adj" fmla="val 10648"/>
              </a:avLst>
            </a:prstGeom>
            <a:gradFill>
              <a:gsLst>
                <a:gs pos="0">
                  <a:srgbClr val="0098C7"/>
                </a:gs>
                <a:gs pos="27000">
                  <a:srgbClr val="0892C3"/>
                </a:gs>
                <a:gs pos="46000">
                  <a:srgbClr val="1E82B8">
                    <a:alpha val="74901"/>
                  </a:srgbClr>
                </a:gs>
                <a:gs pos="99000">
                  <a:srgbClr val="C3B1D8">
                    <a:alpha val="64705"/>
                  </a:srgbClr>
                </a:gs>
                <a:gs pos="100000">
                  <a:srgbClr val="C3B1D8">
                    <a:alpha val="64705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g3cc3f777e53_0_1007"/>
            <p:cNvSpPr/>
            <p:nvPr/>
          </p:nvSpPr>
          <p:spPr>
            <a:xfrm>
              <a:off x="-22639" y="3093221"/>
              <a:ext cx="1563600" cy="1563900"/>
            </a:xfrm>
            <a:prstGeom prst="roundRect">
              <a:avLst>
                <a:gd name="adj" fmla="val 13198"/>
              </a:avLst>
            </a:prstGeom>
            <a:gradFill>
              <a:gsLst>
                <a:gs pos="0">
                  <a:srgbClr val="0098C7"/>
                </a:gs>
                <a:gs pos="16000">
                  <a:srgbClr val="0892C3"/>
                </a:gs>
                <a:gs pos="40000">
                  <a:srgbClr val="1E82B8"/>
                </a:gs>
                <a:gs pos="99000">
                  <a:srgbClr val="9377B5"/>
                </a:gs>
                <a:gs pos="100000">
                  <a:srgbClr val="9377B5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4" name="Google Shape;3264;g3cc3f777e53_0_1007"/>
          <p:cNvGrpSpPr/>
          <p:nvPr/>
        </p:nvGrpSpPr>
        <p:grpSpPr>
          <a:xfrm>
            <a:off x="916072" y="2306567"/>
            <a:ext cx="728816" cy="726382"/>
            <a:chOff x="995634" y="2254797"/>
            <a:chExt cx="728816" cy="726382"/>
          </a:xfrm>
        </p:grpSpPr>
        <p:sp>
          <p:nvSpPr>
            <p:cNvPr id="3265" name="Google Shape;3265;g3cc3f777e53_0_1007"/>
            <p:cNvSpPr/>
            <p:nvPr/>
          </p:nvSpPr>
          <p:spPr>
            <a:xfrm>
              <a:off x="995634" y="2797579"/>
              <a:ext cx="183300" cy="183600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g3cc3f777e53_0_1007"/>
            <p:cNvSpPr/>
            <p:nvPr/>
          </p:nvSpPr>
          <p:spPr>
            <a:xfrm>
              <a:off x="1153528" y="2254797"/>
              <a:ext cx="570922" cy="571048"/>
            </a:xfrm>
            <a:custGeom>
              <a:avLst/>
              <a:gdLst/>
              <a:ahLst/>
              <a:cxnLst/>
              <a:rect l="l" t="t" r="r" b="b"/>
              <a:pathLst>
                <a:path w="570922" h="571048" extrusionOk="0">
                  <a:moveTo>
                    <a:pt x="570923" y="0"/>
                  </a:moveTo>
                  <a:lnTo>
                    <a:pt x="0" y="571049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g3cc3f777e53_0_1007"/>
            <p:cNvSpPr/>
            <p:nvPr/>
          </p:nvSpPr>
          <p:spPr>
            <a:xfrm>
              <a:off x="1517252" y="2254797"/>
              <a:ext cx="207198" cy="207310"/>
            </a:xfrm>
            <a:custGeom>
              <a:avLst/>
              <a:gdLst/>
              <a:ahLst/>
              <a:cxnLst/>
              <a:rect l="l" t="t" r="r" b="b"/>
              <a:pathLst>
                <a:path w="207198" h="207310" extrusionOk="0">
                  <a:moveTo>
                    <a:pt x="207198" y="207311"/>
                  </a:moveTo>
                  <a:lnTo>
                    <a:pt x="207198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8" name="Google Shape;3268;g3cc3f777e53_0_1007"/>
          <p:cNvSpPr txBox="1"/>
          <p:nvPr/>
        </p:nvSpPr>
        <p:spPr>
          <a:xfrm>
            <a:off x="6658100" y="3805375"/>
            <a:ext cx="2768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WOE FY26Q2 - March 2026 </a:t>
            </a:r>
            <a:endParaRPr sz="15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9" name="Google Shape;3269;g3cc3f777e53_0_1007"/>
          <p:cNvSpPr txBox="1"/>
          <p:nvPr/>
        </p:nvSpPr>
        <p:spPr>
          <a:xfrm>
            <a:off x="6658100" y="3128763"/>
            <a:ext cx="54021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Division Solution Architecture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g3cf02dd855a_0_1899"/>
          <p:cNvSpPr/>
          <p:nvPr/>
        </p:nvSpPr>
        <p:spPr>
          <a:xfrm>
            <a:off x="-4064" y="0"/>
            <a:ext cx="12192900" cy="152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6" name="Google Shape;3276;g3cf02dd855a_0_1899"/>
          <p:cNvSpPr/>
          <p:nvPr/>
        </p:nvSpPr>
        <p:spPr>
          <a:xfrm flipH="1">
            <a:off x="-16300" y="-15647"/>
            <a:ext cx="11494708" cy="1505079"/>
          </a:xfrm>
          <a:custGeom>
            <a:avLst/>
            <a:gdLst/>
            <a:ahLst/>
            <a:cxnLst/>
            <a:rect l="l" t="t" r="r" b="b"/>
            <a:pathLst>
              <a:path w="11352798" h="1433409" extrusionOk="0">
                <a:moveTo>
                  <a:pt x="11352798" y="0"/>
                </a:moveTo>
                <a:lnTo>
                  <a:pt x="0" y="0"/>
                </a:lnTo>
                <a:lnTo>
                  <a:pt x="322924" y="323799"/>
                </a:lnTo>
                <a:lnTo>
                  <a:pt x="323160" y="323799"/>
                </a:lnTo>
                <a:lnTo>
                  <a:pt x="1174588" y="1175227"/>
                </a:lnTo>
                <a:cubicBezTo>
                  <a:pt x="1256846" y="1257484"/>
                  <a:pt x="1353066" y="1321781"/>
                  <a:pt x="1460546" y="1366298"/>
                </a:cubicBezTo>
                <a:cubicBezTo>
                  <a:pt x="1568026" y="1410815"/>
                  <a:pt x="1681542" y="1433409"/>
                  <a:pt x="1797874" y="1433409"/>
                </a:cubicBezTo>
                <a:lnTo>
                  <a:pt x="3880434" y="1433409"/>
                </a:lnTo>
                <a:lnTo>
                  <a:pt x="4585313" y="1433409"/>
                </a:lnTo>
                <a:lnTo>
                  <a:pt x="7782835" y="1433409"/>
                </a:lnTo>
                <a:lnTo>
                  <a:pt x="8323170" y="1433409"/>
                </a:lnTo>
                <a:lnTo>
                  <a:pt x="8804572" y="1433409"/>
                </a:lnTo>
                <a:lnTo>
                  <a:pt x="10984276" y="1433409"/>
                </a:lnTo>
                <a:lnTo>
                  <a:pt x="11352798" y="1433409"/>
                </a:lnTo>
                <a:lnTo>
                  <a:pt x="11352798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65030">
                <a:srgbClr val="E0F0FA"/>
              </a:gs>
              <a:gs pos="84000">
                <a:srgbClr val="D7ECF9"/>
              </a:gs>
              <a:gs pos="100000">
                <a:srgbClr val="D7ECF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7" name="Google Shape;3277;g3cf02dd855a_0_1899"/>
          <p:cNvSpPr txBox="1">
            <a:spLocks noGrp="1"/>
          </p:cNvSpPr>
          <p:nvPr>
            <p:ph type="body" idx="1"/>
          </p:nvPr>
        </p:nvSpPr>
        <p:spPr>
          <a:xfrm>
            <a:off x="609600" y="1926267"/>
            <a:ext cx="1939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​"/>
            </a:pPr>
            <a:r>
              <a:rPr lang="en-US"/>
              <a:t>Agenda</a:t>
            </a:r>
            <a:endParaRPr/>
          </a:p>
        </p:txBody>
      </p:sp>
      <p:sp>
        <p:nvSpPr>
          <p:cNvPr id="3278" name="Google Shape;3278;g3cf02dd855a_0_1899"/>
          <p:cNvSpPr txBox="1">
            <a:spLocks noGrp="1"/>
          </p:cNvSpPr>
          <p:nvPr>
            <p:ph type="body" idx="2"/>
          </p:nvPr>
        </p:nvSpPr>
        <p:spPr>
          <a:xfrm>
            <a:off x="3134866" y="2266956"/>
            <a:ext cx="6923400" cy="29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 b="1"/>
              <a:t>VCF Upgrade Design Considerations</a:t>
            </a:r>
            <a:endParaRPr sz="1400"/>
          </a:p>
          <a:p>
            <a:pPr marL="609600" lvl="1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What’s New in Upgrade for 9.1 </a:t>
            </a:r>
            <a:endParaRPr/>
          </a:p>
          <a:p>
            <a:pPr marL="609600" lvl="1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Upgrade 9.1 Considerations</a:t>
            </a:r>
            <a:endParaRPr/>
          </a:p>
          <a:p>
            <a:pPr marL="254000" lvl="0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-US" sz="1400" b="1"/>
              <a:t>VCF Upgrade Most Common Scenarios</a:t>
            </a:r>
            <a:endParaRPr/>
          </a:p>
          <a:p>
            <a:pPr marL="609600" lvl="1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vSphere 8.x with or without Ops to vSphere 8.x + VCF 9.1</a:t>
            </a:r>
            <a:endParaRPr/>
          </a:p>
          <a:p>
            <a:pPr marL="609600" lvl="1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vSphere 8.x with or without Ops to vSphere 9.x + Ops 9.1</a:t>
            </a:r>
            <a:endParaRPr/>
          </a:p>
          <a:p>
            <a:pPr marL="609600" lvl="1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vSphere 8.x to VCF 9.1</a:t>
            </a:r>
            <a:endParaRPr/>
          </a:p>
          <a:p>
            <a:pPr marL="609600" lvl="1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VCF 5.2/9.0.x to VCF 9.1</a:t>
            </a:r>
            <a:endParaRPr/>
          </a:p>
          <a:p>
            <a:pPr marL="254000" lvl="0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-US" sz="1400" b="1"/>
              <a:t>Takeaway</a:t>
            </a:r>
            <a:endParaRPr b="1"/>
          </a:p>
        </p:txBody>
      </p:sp>
      <p:grpSp>
        <p:nvGrpSpPr>
          <p:cNvPr id="3279" name="Google Shape;3279;g3cf02dd855a_0_1899"/>
          <p:cNvGrpSpPr/>
          <p:nvPr/>
        </p:nvGrpSpPr>
        <p:grpSpPr>
          <a:xfrm>
            <a:off x="582996" y="171601"/>
            <a:ext cx="1093243" cy="348693"/>
            <a:chOff x="89549" y="74608"/>
            <a:chExt cx="956301" cy="305015"/>
          </a:xfrm>
        </p:grpSpPr>
        <p:sp>
          <p:nvSpPr>
            <p:cNvPr id="3280" name="Google Shape;3280;g3cf02dd855a_0_1899"/>
            <p:cNvSpPr/>
            <p:nvPr/>
          </p:nvSpPr>
          <p:spPr>
            <a:xfrm>
              <a:off x="89549" y="136345"/>
              <a:ext cx="683001" cy="243278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g3cf02dd855a_0_1899"/>
            <p:cNvSpPr/>
            <p:nvPr/>
          </p:nvSpPr>
          <p:spPr>
            <a:xfrm flipH="1">
              <a:off x="698140" y="74608"/>
              <a:ext cx="347710" cy="123105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2" name="Google Shape;3282;g3cf02dd855a_0_1899"/>
          <p:cNvSpPr/>
          <p:nvPr/>
        </p:nvSpPr>
        <p:spPr>
          <a:xfrm>
            <a:off x="343941" y="256214"/>
            <a:ext cx="6404943" cy="795536"/>
          </a:xfrm>
          <a:custGeom>
            <a:avLst/>
            <a:gdLst/>
            <a:ahLst/>
            <a:cxnLst/>
            <a:rect l="l" t="t" r="r" b="b"/>
            <a:pathLst>
              <a:path w="8006179" h="1575318" extrusionOk="0">
                <a:moveTo>
                  <a:pt x="6042155" y="0"/>
                </a:moveTo>
                <a:lnTo>
                  <a:pt x="6101671" y="2478"/>
                </a:lnTo>
                <a:lnTo>
                  <a:pt x="6156012" y="5783"/>
                </a:lnTo>
                <a:lnTo>
                  <a:pt x="6201296" y="11565"/>
                </a:lnTo>
                <a:lnTo>
                  <a:pt x="6233641" y="19826"/>
                </a:lnTo>
                <a:lnTo>
                  <a:pt x="6251755" y="28913"/>
                </a:lnTo>
                <a:lnTo>
                  <a:pt x="6255636" y="37173"/>
                </a:lnTo>
                <a:lnTo>
                  <a:pt x="6255636" y="181736"/>
                </a:lnTo>
                <a:lnTo>
                  <a:pt x="6256930" y="1306019"/>
                </a:lnTo>
                <a:lnTo>
                  <a:pt x="6268574" y="1306019"/>
                </a:lnTo>
                <a:lnTo>
                  <a:pt x="6282806" y="1308497"/>
                </a:lnTo>
                <a:lnTo>
                  <a:pt x="6284100" y="1106110"/>
                </a:lnTo>
                <a:lnTo>
                  <a:pt x="6289276" y="1068110"/>
                </a:lnTo>
                <a:lnTo>
                  <a:pt x="6297038" y="1035067"/>
                </a:lnTo>
                <a:lnTo>
                  <a:pt x="6303508" y="1009459"/>
                </a:lnTo>
                <a:lnTo>
                  <a:pt x="6311271" y="992938"/>
                </a:lnTo>
                <a:lnTo>
                  <a:pt x="6320327" y="982199"/>
                </a:lnTo>
                <a:lnTo>
                  <a:pt x="6372080" y="978069"/>
                </a:lnTo>
                <a:lnTo>
                  <a:pt x="6394075" y="978069"/>
                </a:lnTo>
                <a:lnTo>
                  <a:pt x="6403132" y="989634"/>
                </a:lnTo>
                <a:lnTo>
                  <a:pt x="6412189" y="1006981"/>
                </a:lnTo>
                <a:lnTo>
                  <a:pt x="6417364" y="1032589"/>
                </a:lnTo>
                <a:lnTo>
                  <a:pt x="6422539" y="1062328"/>
                </a:lnTo>
                <a:lnTo>
                  <a:pt x="6425127" y="722812"/>
                </a:lnTo>
                <a:lnTo>
                  <a:pt x="6426421" y="698856"/>
                </a:lnTo>
                <a:lnTo>
                  <a:pt x="6426421" y="695552"/>
                </a:lnTo>
                <a:lnTo>
                  <a:pt x="6426421" y="691422"/>
                </a:lnTo>
                <a:lnTo>
                  <a:pt x="6429008" y="669118"/>
                </a:lnTo>
                <a:lnTo>
                  <a:pt x="6430302" y="641031"/>
                </a:lnTo>
                <a:lnTo>
                  <a:pt x="6435478" y="614597"/>
                </a:lnTo>
                <a:lnTo>
                  <a:pt x="6439359" y="588163"/>
                </a:lnTo>
                <a:lnTo>
                  <a:pt x="6444534" y="561729"/>
                </a:lnTo>
                <a:lnTo>
                  <a:pt x="6452297" y="535294"/>
                </a:lnTo>
                <a:lnTo>
                  <a:pt x="6458766" y="508860"/>
                </a:lnTo>
                <a:lnTo>
                  <a:pt x="6467823" y="482426"/>
                </a:lnTo>
                <a:lnTo>
                  <a:pt x="6476880" y="455991"/>
                </a:lnTo>
                <a:lnTo>
                  <a:pt x="6487231" y="430383"/>
                </a:lnTo>
                <a:lnTo>
                  <a:pt x="6496287" y="411384"/>
                </a:lnTo>
                <a:lnTo>
                  <a:pt x="6496287" y="408905"/>
                </a:lnTo>
                <a:lnTo>
                  <a:pt x="6493700" y="403123"/>
                </a:lnTo>
                <a:lnTo>
                  <a:pt x="6493700" y="399819"/>
                </a:lnTo>
                <a:lnTo>
                  <a:pt x="6491112" y="398166"/>
                </a:lnTo>
                <a:lnTo>
                  <a:pt x="6500169" y="398166"/>
                </a:lnTo>
                <a:lnTo>
                  <a:pt x="6500169" y="391558"/>
                </a:lnTo>
                <a:lnTo>
                  <a:pt x="6500169" y="384123"/>
                </a:lnTo>
                <a:lnTo>
                  <a:pt x="6502756" y="377515"/>
                </a:lnTo>
                <a:lnTo>
                  <a:pt x="6502756" y="370906"/>
                </a:lnTo>
                <a:lnTo>
                  <a:pt x="6504050" y="363471"/>
                </a:lnTo>
                <a:lnTo>
                  <a:pt x="6505344" y="356037"/>
                </a:lnTo>
                <a:lnTo>
                  <a:pt x="6507932" y="348602"/>
                </a:lnTo>
                <a:lnTo>
                  <a:pt x="6509226" y="341994"/>
                </a:lnTo>
                <a:lnTo>
                  <a:pt x="6511813" y="335385"/>
                </a:lnTo>
                <a:lnTo>
                  <a:pt x="6513107" y="327950"/>
                </a:lnTo>
                <a:lnTo>
                  <a:pt x="6514401" y="321342"/>
                </a:lnTo>
                <a:lnTo>
                  <a:pt x="6516988" y="313907"/>
                </a:lnTo>
                <a:lnTo>
                  <a:pt x="6757640" y="313081"/>
                </a:lnTo>
                <a:lnTo>
                  <a:pt x="6760227" y="319690"/>
                </a:lnTo>
                <a:lnTo>
                  <a:pt x="6761521" y="327124"/>
                </a:lnTo>
                <a:lnTo>
                  <a:pt x="6764109" y="333733"/>
                </a:lnTo>
                <a:lnTo>
                  <a:pt x="6765403" y="341168"/>
                </a:lnTo>
                <a:lnTo>
                  <a:pt x="6766696" y="348602"/>
                </a:lnTo>
                <a:lnTo>
                  <a:pt x="6769284" y="356037"/>
                </a:lnTo>
                <a:lnTo>
                  <a:pt x="6770578" y="362645"/>
                </a:lnTo>
                <a:lnTo>
                  <a:pt x="6770578" y="369254"/>
                </a:lnTo>
                <a:lnTo>
                  <a:pt x="6773165" y="376689"/>
                </a:lnTo>
                <a:lnTo>
                  <a:pt x="6773165" y="383297"/>
                </a:lnTo>
                <a:lnTo>
                  <a:pt x="6774459" y="389906"/>
                </a:lnTo>
                <a:lnTo>
                  <a:pt x="6774459" y="397340"/>
                </a:lnTo>
                <a:lnTo>
                  <a:pt x="6782222" y="397340"/>
                </a:lnTo>
                <a:lnTo>
                  <a:pt x="6782222" y="416340"/>
                </a:lnTo>
                <a:lnTo>
                  <a:pt x="6787398" y="429557"/>
                </a:lnTo>
                <a:lnTo>
                  <a:pt x="6792573" y="443600"/>
                </a:lnTo>
                <a:lnTo>
                  <a:pt x="6796454" y="455991"/>
                </a:lnTo>
                <a:lnTo>
                  <a:pt x="6801630" y="468382"/>
                </a:lnTo>
                <a:lnTo>
                  <a:pt x="6806805" y="481600"/>
                </a:lnTo>
                <a:lnTo>
                  <a:pt x="6810686" y="494817"/>
                </a:lnTo>
                <a:lnTo>
                  <a:pt x="6814568" y="508034"/>
                </a:lnTo>
                <a:lnTo>
                  <a:pt x="6819743" y="521251"/>
                </a:lnTo>
                <a:lnTo>
                  <a:pt x="6823625" y="534468"/>
                </a:lnTo>
                <a:lnTo>
                  <a:pt x="6826212" y="547685"/>
                </a:lnTo>
                <a:lnTo>
                  <a:pt x="6828800" y="560902"/>
                </a:lnTo>
                <a:lnTo>
                  <a:pt x="6835269" y="587337"/>
                </a:lnTo>
                <a:lnTo>
                  <a:pt x="6839150" y="613771"/>
                </a:lnTo>
                <a:lnTo>
                  <a:pt x="6844326" y="641031"/>
                </a:lnTo>
                <a:lnTo>
                  <a:pt x="6846913" y="667466"/>
                </a:lnTo>
                <a:lnTo>
                  <a:pt x="6848207" y="695552"/>
                </a:lnTo>
                <a:lnTo>
                  <a:pt x="6848207" y="702161"/>
                </a:lnTo>
                <a:lnTo>
                  <a:pt x="6850795" y="721986"/>
                </a:lnTo>
                <a:lnTo>
                  <a:pt x="6852089" y="1036720"/>
                </a:lnTo>
                <a:lnTo>
                  <a:pt x="6921955" y="1035894"/>
                </a:lnTo>
                <a:lnTo>
                  <a:pt x="6916780" y="190823"/>
                </a:lnTo>
                <a:lnTo>
                  <a:pt x="6916780" y="82607"/>
                </a:lnTo>
                <a:lnTo>
                  <a:pt x="7417490" y="79303"/>
                </a:lnTo>
                <a:lnTo>
                  <a:pt x="7417490" y="93346"/>
                </a:lnTo>
                <a:lnTo>
                  <a:pt x="7416196" y="199083"/>
                </a:lnTo>
                <a:lnTo>
                  <a:pt x="7407139" y="1030937"/>
                </a:lnTo>
                <a:lnTo>
                  <a:pt x="7425253" y="1030937"/>
                </a:lnTo>
                <a:lnTo>
                  <a:pt x="7425253" y="986329"/>
                </a:lnTo>
                <a:lnTo>
                  <a:pt x="7426546" y="986329"/>
                </a:lnTo>
                <a:lnTo>
                  <a:pt x="7429134" y="986329"/>
                </a:lnTo>
                <a:lnTo>
                  <a:pt x="7453717" y="985503"/>
                </a:lnTo>
                <a:lnTo>
                  <a:pt x="7453717" y="944200"/>
                </a:lnTo>
                <a:lnTo>
                  <a:pt x="7453717" y="942547"/>
                </a:lnTo>
                <a:lnTo>
                  <a:pt x="7456304" y="942547"/>
                </a:lnTo>
                <a:lnTo>
                  <a:pt x="7457598" y="942547"/>
                </a:lnTo>
                <a:lnTo>
                  <a:pt x="7461480" y="941721"/>
                </a:lnTo>
                <a:lnTo>
                  <a:pt x="7488650" y="940069"/>
                </a:lnTo>
                <a:lnTo>
                  <a:pt x="7488650" y="907852"/>
                </a:lnTo>
                <a:lnTo>
                  <a:pt x="7488650" y="907026"/>
                </a:lnTo>
                <a:lnTo>
                  <a:pt x="7489944" y="906200"/>
                </a:lnTo>
                <a:lnTo>
                  <a:pt x="7492531" y="904548"/>
                </a:lnTo>
                <a:lnTo>
                  <a:pt x="7493825" y="903722"/>
                </a:lnTo>
                <a:lnTo>
                  <a:pt x="7594743" y="898766"/>
                </a:lnTo>
                <a:lnTo>
                  <a:pt x="7594743" y="895461"/>
                </a:lnTo>
                <a:lnTo>
                  <a:pt x="7594743" y="894635"/>
                </a:lnTo>
                <a:lnTo>
                  <a:pt x="7594743" y="892157"/>
                </a:lnTo>
                <a:lnTo>
                  <a:pt x="7594743" y="889679"/>
                </a:lnTo>
                <a:lnTo>
                  <a:pt x="7594743" y="886375"/>
                </a:lnTo>
                <a:lnTo>
                  <a:pt x="7594743" y="883070"/>
                </a:lnTo>
                <a:lnTo>
                  <a:pt x="7594743" y="879766"/>
                </a:lnTo>
                <a:lnTo>
                  <a:pt x="7594743" y="875636"/>
                </a:lnTo>
                <a:lnTo>
                  <a:pt x="7594743" y="873984"/>
                </a:lnTo>
                <a:lnTo>
                  <a:pt x="7594743" y="871505"/>
                </a:lnTo>
                <a:lnTo>
                  <a:pt x="7594743" y="869027"/>
                </a:lnTo>
                <a:lnTo>
                  <a:pt x="7594743" y="868201"/>
                </a:lnTo>
                <a:lnTo>
                  <a:pt x="7598625" y="868201"/>
                </a:lnTo>
                <a:lnTo>
                  <a:pt x="7599919" y="856636"/>
                </a:lnTo>
                <a:lnTo>
                  <a:pt x="7673667" y="856636"/>
                </a:lnTo>
                <a:lnTo>
                  <a:pt x="7673667" y="898766"/>
                </a:lnTo>
                <a:lnTo>
                  <a:pt x="7773291" y="903722"/>
                </a:lnTo>
                <a:lnTo>
                  <a:pt x="7773291" y="904548"/>
                </a:lnTo>
                <a:lnTo>
                  <a:pt x="7773291" y="940069"/>
                </a:lnTo>
                <a:lnTo>
                  <a:pt x="7804343" y="941721"/>
                </a:lnTo>
                <a:lnTo>
                  <a:pt x="7805637" y="941721"/>
                </a:lnTo>
                <a:lnTo>
                  <a:pt x="7805637" y="942547"/>
                </a:lnTo>
                <a:lnTo>
                  <a:pt x="7805637" y="985503"/>
                </a:lnTo>
                <a:lnTo>
                  <a:pt x="7834101" y="986329"/>
                </a:lnTo>
                <a:lnTo>
                  <a:pt x="7836688" y="986329"/>
                </a:lnTo>
                <a:lnTo>
                  <a:pt x="7837982" y="986329"/>
                </a:lnTo>
                <a:lnTo>
                  <a:pt x="7836688" y="1030937"/>
                </a:lnTo>
                <a:lnTo>
                  <a:pt x="7857390" y="1030937"/>
                </a:lnTo>
                <a:lnTo>
                  <a:pt x="7861271" y="1030937"/>
                </a:lnTo>
                <a:lnTo>
                  <a:pt x="7863859" y="1030937"/>
                </a:lnTo>
                <a:lnTo>
                  <a:pt x="7865152" y="1030937"/>
                </a:lnTo>
                <a:lnTo>
                  <a:pt x="7866446" y="1030937"/>
                </a:lnTo>
                <a:lnTo>
                  <a:pt x="7869034" y="1030937"/>
                </a:lnTo>
                <a:lnTo>
                  <a:pt x="7866446" y="1082980"/>
                </a:lnTo>
                <a:lnTo>
                  <a:pt x="7893617" y="1082980"/>
                </a:lnTo>
                <a:lnTo>
                  <a:pt x="7887147" y="1343192"/>
                </a:lnTo>
                <a:lnTo>
                  <a:pt x="7923375" y="1348149"/>
                </a:lnTo>
                <a:lnTo>
                  <a:pt x="7920787" y="1410930"/>
                </a:lnTo>
                <a:lnTo>
                  <a:pt x="8006179" y="1410930"/>
                </a:lnTo>
                <a:lnTo>
                  <a:pt x="8006179" y="1575318"/>
                </a:lnTo>
                <a:lnTo>
                  <a:pt x="0" y="1575318"/>
                </a:lnTo>
                <a:lnTo>
                  <a:pt x="0" y="1557145"/>
                </a:lnTo>
                <a:lnTo>
                  <a:pt x="0" y="761638"/>
                </a:lnTo>
                <a:lnTo>
                  <a:pt x="41402" y="755855"/>
                </a:lnTo>
                <a:lnTo>
                  <a:pt x="216069" y="755855"/>
                </a:lnTo>
                <a:lnTo>
                  <a:pt x="243239" y="759986"/>
                </a:lnTo>
                <a:lnTo>
                  <a:pt x="245827" y="761638"/>
                </a:lnTo>
                <a:lnTo>
                  <a:pt x="245827" y="773203"/>
                </a:lnTo>
                <a:lnTo>
                  <a:pt x="248414" y="773203"/>
                </a:lnTo>
                <a:lnTo>
                  <a:pt x="248414" y="775681"/>
                </a:lnTo>
                <a:lnTo>
                  <a:pt x="247120" y="1230020"/>
                </a:lnTo>
                <a:lnTo>
                  <a:pt x="329925" y="1230020"/>
                </a:lnTo>
                <a:lnTo>
                  <a:pt x="371327" y="1230020"/>
                </a:lnTo>
                <a:lnTo>
                  <a:pt x="370034" y="1410930"/>
                </a:lnTo>
                <a:lnTo>
                  <a:pt x="424374" y="1410930"/>
                </a:lnTo>
                <a:lnTo>
                  <a:pt x="421690" y="771752"/>
                </a:lnTo>
                <a:lnTo>
                  <a:pt x="885731" y="771752"/>
                </a:lnTo>
                <a:lnTo>
                  <a:pt x="892738" y="1207716"/>
                </a:lnTo>
                <a:lnTo>
                  <a:pt x="1004007" y="1199456"/>
                </a:lnTo>
                <a:lnTo>
                  <a:pt x="1004007" y="1192847"/>
                </a:lnTo>
                <a:lnTo>
                  <a:pt x="1044116" y="1192847"/>
                </a:lnTo>
                <a:lnTo>
                  <a:pt x="1050585" y="1192847"/>
                </a:lnTo>
                <a:lnTo>
                  <a:pt x="1059641" y="1192847"/>
                </a:lnTo>
                <a:lnTo>
                  <a:pt x="1072580" y="1192847"/>
                </a:lnTo>
                <a:lnTo>
                  <a:pt x="1089399" y="1192847"/>
                </a:lnTo>
                <a:lnTo>
                  <a:pt x="1091987" y="1192847"/>
                </a:lnTo>
                <a:lnTo>
                  <a:pt x="1107513" y="1191195"/>
                </a:lnTo>
                <a:lnTo>
                  <a:pt x="1110101" y="866549"/>
                </a:lnTo>
                <a:lnTo>
                  <a:pt x="1113982" y="866549"/>
                </a:lnTo>
                <a:lnTo>
                  <a:pt x="1115317" y="846518"/>
                </a:lnTo>
                <a:lnTo>
                  <a:pt x="1625800" y="846518"/>
                </a:lnTo>
                <a:lnTo>
                  <a:pt x="1625800" y="631134"/>
                </a:lnTo>
                <a:lnTo>
                  <a:pt x="2006720" y="631945"/>
                </a:lnTo>
                <a:lnTo>
                  <a:pt x="2004335" y="204637"/>
                </a:lnTo>
                <a:lnTo>
                  <a:pt x="2081098" y="127874"/>
                </a:lnTo>
                <a:lnTo>
                  <a:pt x="2278705" y="127874"/>
                </a:lnTo>
                <a:lnTo>
                  <a:pt x="2369979" y="219148"/>
                </a:lnTo>
                <a:lnTo>
                  <a:pt x="2381929" y="1041676"/>
                </a:lnTo>
                <a:lnTo>
                  <a:pt x="2433682" y="968156"/>
                </a:lnTo>
                <a:lnTo>
                  <a:pt x="2434976" y="804594"/>
                </a:lnTo>
                <a:lnTo>
                  <a:pt x="2444032" y="710421"/>
                </a:lnTo>
                <a:lnTo>
                  <a:pt x="2446620" y="493991"/>
                </a:lnTo>
                <a:lnTo>
                  <a:pt x="2460852" y="491512"/>
                </a:lnTo>
                <a:lnTo>
                  <a:pt x="2460852" y="481600"/>
                </a:lnTo>
                <a:lnTo>
                  <a:pt x="2476378" y="479121"/>
                </a:lnTo>
                <a:lnTo>
                  <a:pt x="2478966" y="479121"/>
                </a:lnTo>
                <a:lnTo>
                  <a:pt x="2478966" y="467556"/>
                </a:lnTo>
                <a:lnTo>
                  <a:pt x="2494492" y="465078"/>
                </a:lnTo>
                <a:lnTo>
                  <a:pt x="2497079" y="465078"/>
                </a:lnTo>
                <a:lnTo>
                  <a:pt x="2497079" y="455991"/>
                </a:lnTo>
                <a:lnTo>
                  <a:pt x="2512605" y="453513"/>
                </a:lnTo>
                <a:lnTo>
                  <a:pt x="2512605" y="441948"/>
                </a:lnTo>
                <a:lnTo>
                  <a:pt x="2529425" y="438644"/>
                </a:lnTo>
                <a:lnTo>
                  <a:pt x="2594116" y="438644"/>
                </a:lnTo>
                <a:lnTo>
                  <a:pt x="2610936" y="441122"/>
                </a:lnTo>
                <a:lnTo>
                  <a:pt x="2610936" y="453513"/>
                </a:lnTo>
                <a:lnTo>
                  <a:pt x="2626462" y="455991"/>
                </a:lnTo>
                <a:lnTo>
                  <a:pt x="2626462" y="465078"/>
                </a:lnTo>
                <a:lnTo>
                  <a:pt x="2629049" y="465078"/>
                </a:lnTo>
                <a:lnTo>
                  <a:pt x="2644575" y="467556"/>
                </a:lnTo>
                <a:lnTo>
                  <a:pt x="2644575" y="479121"/>
                </a:lnTo>
                <a:lnTo>
                  <a:pt x="2661395" y="481600"/>
                </a:lnTo>
                <a:lnTo>
                  <a:pt x="2661395" y="491512"/>
                </a:lnTo>
                <a:lnTo>
                  <a:pt x="2663982" y="491512"/>
                </a:lnTo>
                <a:lnTo>
                  <a:pt x="2679508" y="493991"/>
                </a:lnTo>
                <a:lnTo>
                  <a:pt x="2679508" y="710421"/>
                </a:lnTo>
                <a:lnTo>
                  <a:pt x="2685977" y="805420"/>
                </a:lnTo>
                <a:lnTo>
                  <a:pt x="2685977" y="1030111"/>
                </a:lnTo>
                <a:lnTo>
                  <a:pt x="2704091" y="1073893"/>
                </a:lnTo>
                <a:lnTo>
                  <a:pt x="2714442" y="1073893"/>
                </a:lnTo>
                <a:lnTo>
                  <a:pt x="2714442" y="1074719"/>
                </a:lnTo>
                <a:lnTo>
                  <a:pt x="2736437" y="1074719"/>
                </a:lnTo>
                <a:lnTo>
                  <a:pt x="2736437" y="1077197"/>
                </a:lnTo>
                <a:lnTo>
                  <a:pt x="2759725" y="1077197"/>
                </a:lnTo>
                <a:lnTo>
                  <a:pt x="2759725" y="1078849"/>
                </a:lnTo>
                <a:lnTo>
                  <a:pt x="2773957" y="1079675"/>
                </a:lnTo>
                <a:lnTo>
                  <a:pt x="2776545" y="503077"/>
                </a:lnTo>
                <a:lnTo>
                  <a:pt x="2777839" y="303168"/>
                </a:lnTo>
                <a:lnTo>
                  <a:pt x="2933098" y="280038"/>
                </a:lnTo>
                <a:lnTo>
                  <a:pt x="2936979" y="318864"/>
                </a:lnTo>
                <a:lnTo>
                  <a:pt x="2934392" y="826071"/>
                </a:lnTo>
                <a:lnTo>
                  <a:pt x="3015902" y="827724"/>
                </a:lnTo>
                <a:lnTo>
                  <a:pt x="3017196" y="811202"/>
                </a:lnTo>
                <a:lnTo>
                  <a:pt x="3015902" y="811202"/>
                </a:lnTo>
                <a:lnTo>
                  <a:pt x="3017196" y="775681"/>
                </a:lnTo>
                <a:lnTo>
                  <a:pt x="3014609" y="775681"/>
                </a:lnTo>
                <a:lnTo>
                  <a:pt x="3010727" y="775681"/>
                </a:lnTo>
                <a:lnTo>
                  <a:pt x="3006846" y="774855"/>
                </a:lnTo>
                <a:lnTo>
                  <a:pt x="3002964" y="774855"/>
                </a:lnTo>
                <a:lnTo>
                  <a:pt x="3001670" y="774855"/>
                </a:lnTo>
                <a:lnTo>
                  <a:pt x="3000377" y="773203"/>
                </a:lnTo>
                <a:lnTo>
                  <a:pt x="3002964" y="550164"/>
                </a:lnTo>
                <a:lnTo>
                  <a:pt x="3005552" y="549337"/>
                </a:lnTo>
                <a:lnTo>
                  <a:pt x="3005552" y="547685"/>
                </a:lnTo>
                <a:lnTo>
                  <a:pt x="3009433" y="547685"/>
                </a:lnTo>
                <a:lnTo>
                  <a:pt x="3010727" y="547685"/>
                </a:lnTo>
                <a:lnTo>
                  <a:pt x="3015902" y="546859"/>
                </a:lnTo>
                <a:lnTo>
                  <a:pt x="3019784" y="546859"/>
                </a:lnTo>
                <a:lnTo>
                  <a:pt x="3021078" y="546859"/>
                </a:lnTo>
                <a:lnTo>
                  <a:pt x="3023665" y="546859"/>
                </a:lnTo>
                <a:lnTo>
                  <a:pt x="3147872" y="371732"/>
                </a:lnTo>
                <a:lnTo>
                  <a:pt x="3275961" y="373384"/>
                </a:lnTo>
                <a:lnTo>
                  <a:pt x="3396286" y="549337"/>
                </a:lnTo>
                <a:lnTo>
                  <a:pt x="3397580" y="549337"/>
                </a:lnTo>
                <a:lnTo>
                  <a:pt x="3404049" y="549337"/>
                </a:lnTo>
                <a:lnTo>
                  <a:pt x="3406637" y="549337"/>
                </a:lnTo>
                <a:lnTo>
                  <a:pt x="3410519" y="549337"/>
                </a:lnTo>
                <a:lnTo>
                  <a:pt x="3413106" y="550164"/>
                </a:lnTo>
                <a:lnTo>
                  <a:pt x="3414400" y="550164"/>
                </a:lnTo>
                <a:lnTo>
                  <a:pt x="3414400" y="550990"/>
                </a:lnTo>
                <a:lnTo>
                  <a:pt x="3415694" y="774855"/>
                </a:lnTo>
                <a:lnTo>
                  <a:pt x="3414400" y="775681"/>
                </a:lnTo>
                <a:lnTo>
                  <a:pt x="3413106" y="775681"/>
                </a:lnTo>
                <a:lnTo>
                  <a:pt x="3410519" y="775681"/>
                </a:lnTo>
                <a:lnTo>
                  <a:pt x="3406637" y="777333"/>
                </a:lnTo>
                <a:lnTo>
                  <a:pt x="3404049" y="777333"/>
                </a:lnTo>
                <a:lnTo>
                  <a:pt x="3400168" y="777333"/>
                </a:lnTo>
                <a:lnTo>
                  <a:pt x="3400168" y="812854"/>
                </a:lnTo>
                <a:lnTo>
                  <a:pt x="3397580" y="813680"/>
                </a:lnTo>
                <a:lnTo>
                  <a:pt x="3400168" y="1222586"/>
                </a:lnTo>
                <a:lnTo>
                  <a:pt x="3428632" y="1223412"/>
                </a:lnTo>
                <a:lnTo>
                  <a:pt x="3428632" y="1410930"/>
                </a:lnTo>
                <a:lnTo>
                  <a:pt x="3451921" y="1410930"/>
                </a:lnTo>
                <a:lnTo>
                  <a:pt x="3451921" y="1354757"/>
                </a:lnTo>
                <a:lnTo>
                  <a:pt x="3463565" y="1354757"/>
                </a:lnTo>
                <a:lnTo>
                  <a:pt x="3463565" y="1044980"/>
                </a:lnTo>
                <a:lnTo>
                  <a:pt x="3451921" y="1044980"/>
                </a:lnTo>
                <a:lnTo>
                  <a:pt x="3451921" y="666640"/>
                </a:lnTo>
                <a:lnTo>
                  <a:pt x="3473916" y="664161"/>
                </a:lnTo>
                <a:lnTo>
                  <a:pt x="3473916" y="536120"/>
                </a:lnTo>
                <a:lnTo>
                  <a:pt x="3497205" y="532816"/>
                </a:lnTo>
                <a:lnTo>
                  <a:pt x="3498499" y="531990"/>
                </a:lnTo>
                <a:lnTo>
                  <a:pt x="3501086" y="530338"/>
                </a:lnTo>
                <a:lnTo>
                  <a:pt x="3502380" y="530338"/>
                </a:lnTo>
                <a:lnTo>
                  <a:pt x="3506261" y="529512"/>
                </a:lnTo>
                <a:lnTo>
                  <a:pt x="3510143" y="528686"/>
                </a:lnTo>
                <a:lnTo>
                  <a:pt x="3514024" y="528686"/>
                </a:lnTo>
                <a:lnTo>
                  <a:pt x="3519200" y="527034"/>
                </a:lnTo>
                <a:lnTo>
                  <a:pt x="3524375" y="526207"/>
                </a:lnTo>
                <a:lnTo>
                  <a:pt x="3529550" y="526207"/>
                </a:lnTo>
                <a:lnTo>
                  <a:pt x="3534726" y="526207"/>
                </a:lnTo>
                <a:lnTo>
                  <a:pt x="3541195" y="524555"/>
                </a:lnTo>
                <a:lnTo>
                  <a:pt x="3546370" y="524555"/>
                </a:lnTo>
                <a:lnTo>
                  <a:pt x="3570953" y="521251"/>
                </a:lnTo>
                <a:lnTo>
                  <a:pt x="3596829" y="524555"/>
                </a:lnTo>
                <a:lnTo>
                  <a:pt x="3602004" y="524555"/>
                </a:lnTo>
                <a:lnTo>
                  <a:pt x="3607180" y="526207"/>
                </a:lnTo>
                <a:lnTo>
                  <a:pt x="3612355" y="526207"/>
                </a:lnTo>
                <a:lnTo>
                  <a:pt x="3617530" y="526207"/>
                </a:lnTo>
                <a:lnTo>
                  <a:pt x="3623999" y="527034"/>
                </a:lnTo>
                <a:lnTo>
                  <a:pt x="3626587" y="527034"/>
                </a:lnTo>
                <a:lnTo>
                  <a:pt x="3630469" y="528686"/>
                </a:lnTo>
                <a:lnTo>
                  <a:pt x="3634350" y="529512"/>
                </a:lnTo>
                <a:lnTo>
                  <a:pt x="3638231" y="529512"/>
                </a:lnTo>
                <a:lnTo>
                  <a:pt x="3639525" y="530338"/>
                </a:lnTo>
                <a:lnTo>
                  <a:pt x="3642113" y="531990"/>
                </a:lnTo>
                <a:lnTo>
                  <a:pt x="3643407" y="532816"/>
                </a:lnTo>
                <a:lnTo>
                  <a:pt x="3666696" y="536120"/>
                </a:lnTo>
                <a:lnTo>
                  <a:pt x="3666696" y="664161"/>
                </a:lnTo>
                <a:lnTo>
                  <a:pt x="3688691" y="666640"/>
                </a:lnTo>
                <a:lnTo>
                  <a:pt x="3688691" y="1044980"/>
                </a:lnTo>
                <a:lnTo>
                  <a:pt x="3679634" y="1044980"/>
                </a:lnTo>
                <a:lnTo>
                  <a:pt x="3679634" y="1354757"/>
                </a:lnTo>
                <a:lnTo>
                  <a:pt x="3726211" y="1354757"/>
                </a:lnTo>
                <a:lnTo>
                  <a:pt x="3726211" y="1100327"/>
                </a:lnTo>
                <a:lnTo>
                  <a:pt x="3840068" y="1097849"/>
                </a:lnTo>
                <a:lnTo>
                  <a:pt x="3855594" y="1099501"/>
                </a:lnTo>
                <a:lnTo>
                  <a:pt x="3855594" y="1114370"/>
                </a:lnTo>
                <a:lnTo>
                  <a:pt x="3886645" y="1112718"/>
                </a:lnTo>
                <a:lnTo>
                  <a:pt x="3908640" y="1114370"/>
                </a:lnTo>
                <a:lnTo>
                  <a:pt x="3908640" y="1054067"/>
                </a:lnTo>
                <a:lnTo>
                  <a:pt x="3922872" y="1054067"/>
                </a:lnTo>
                <a:lnTo>
                  <a:pt x="3922872" y="982199"/>
                </a:lnTo>
                <a:lnTo>
                  <a:pt x="3942280" y="982199"/>
                </a:lnTo>
                <a:lnTo>
                  <a:pt x="3944867" y="980547"/>
                </a:lnTo>
                <a:lnTo>
                  <a:pt x="3946161" y="980547"/>
                </a:lnTo>
                <a:lnTo>
                  <a:pt x="3947455" y="980547"/>
                </a:lnTo>
                <a:lnTo>
                  <a:pt x="3951337" y="980547"/>
                </a:lnTo>
                <a:lnTo>
                  <a:pt x="3953924" y="980547"/>
                </a:lnTo>
                <a:lnTo>
                  <a:pt x="3956512" y="980547"/>
                </a:lnTo>
                <a:lnTo>
                  <a:pt x="3960393" y="980547"/>
                </a:lnTo>
                <a:lnTo>
                  <a:pt x="3964275" y="980547"/>
                </a:lnTo>
                <a:lnTo>
                  <a:pt x="3968156" y="980547"/>
                </a:lnTo>
                <a:lnTo>
                  <a:pt x="3973332" y="980547"/>
                </a:lnTo>
                <a:lnTo>
                  <a:pt x="3977213" y="980547"/>
                </a:lnTo>
                <a:lnTo>
                  <a:pt x="3982388" y="980547"/>
                </a:lnTo>
                <a:lnTo>
                  <a:pt x="4001796" y="980547"/>
                </a:lnTo>
                <a:lnTo>
                  <a:pt x="4016028" y="980547"/>
                </a:lnTo>
                <a:lnTo>
                  <a:pt x="4016028" y="942547"/>
                </a:lnTo>
                <a:lnTo>
                  <a:pt x="4045786" y="940069"/>
                </a:lnTo>
                <a:lnTo>
                  <a:pt x="4080719" y="941721"/>
                </a:lnTo>
                <a:lnTo>
                  <a:pt x="4080719" y="1006981"/>
                </a:lnTo>
                <a:lnTo>
                  <a:pt x="4096245" y="1006981"/>
                </a:lnTo>
                <a:lnTo>
                  <a:pt x="4096245" y="1073893"/>
                </a:lnTo>
                <a:lnTo>
                  <a:pt x="4110477" y="1073893"/>
                </a:lnTo>
                <a:lnTo>
                  <a:pt x="4110477" y="1103631"/>
                </a:lnTo>
                <a:lnTo>
                  <a:pt x="4114358" y="1103631"/>
                </a:lnTo>
                <a:lnTo>
                  <a:pt x="4119534" y="1103631"/>
                </a:lnTo>
                <a:lnTo>
                  <a:pt x="4124709" y="1103631"/>
                </a:lnTo>
                <a:lnTo>
                  <a:pt x="4126003" y="1103631"/>
                </a:lnTo>
                <a:lnTo>
                  <a:pt x="4126003" y="1077197"/>
                </a:lnTo>
                <a:lnTo>
                  <a:pt x="4147998" y="1076371"/>
                </a:lnTo>
                <a:lnTo>
                  <a:pt x="4147998" y="1052415"/>
                </a:lnTo>
                <a:lnTo>
                  <a:pt x="4153173" y="1052415"/>
                </a:lnTo>
                <a:lnTo>
                  <a:pt x="4179050" y="1053241"/>
                </a:lnTo>
                <a:lnTo>
                  <a:pt x="4179050" y="932635"/>
                </a:lnTo>
                <a:lnTo>
                  <a:pt x="4294200" y="936765"/>
                </a:lnTo>
                <a:lnTo>
                  <a:pt x="4294200" y="1077197"/>
                </a:lnTo>
                <a:lnTo>
                  <a:pt x="4307138" y="1077197"/>
                </a:lnTo>
                <a:lnTo>
                  <a:pt x="4307138" y="1263063"/>
                </a:lnTo>
                <a:lnTo>
                  <a:pt x="4360185" y="1263063"/>
                </a:lnTo>
                <a:lnTo>
                  <a:pt x="4362772" y="1082980"/>
                </a:lnTo>
                <a:lnTo>
                  <a:pt x="4387355" y="983851"/>
                </a:lnTo>
                <a:lnTo>
                  <a:pt x="4389943" y="660857"/>
                </a:lnTo>
                <a:lnTo>
                  <a:pt x="4404175" y="632771"/>
                </a:lnTo>
                <a:lnTo>
                  <a:pt x="4404175" y="333733"/>
                </a:lnTo>
                <a:lnTo>
                  <a:pt x="4417113" y="315559"/>
                </a:lnTo>
                <a:lnTo>
                  <a:pt x="4427464" y="313081"/>
                </a:lnTo>
                <a:lnTo>
                  <a:pt x="4427464" y="301516"/>
                </a:lnTo>
                <a:lnTo>
                  <a:pt x="4427464" y="299038"/>
                </a:lnTo>
                <a:lnTo>
                  <a:pt x="4436520" y="298212"/>
                </a:lnTo>
                <a:lnTo>
                  <a:pt x="4436520" y="286647"/>
                </a:lnTo>
                <a:lnTo>
                  <a:pt x="4436520" y="283343"/>
                </a:lnTo>
                <a:lnTo>
                  <a:pt x="4449459" y="281690"/>
                </a:lnTo>
                <a:lnTo>
                  <a:pt x="4449459" y="261039"/>
                </a:lnTo>
                <a:lnTo>
                  <a:pt x="4449459" y="259386"/>
                </a:lnTo>
                <a:lnTo>
                  <a:pt x="4459809" y="257734"/>
                </a:lnTo>
                <a:lnTo>
                  <a:pt x="4574959" y="257734"/>
                </a:lnTo>
                <a:lnTo>
                  <a:pt x="4586604" y="259386"/>
                </a:lnTo>
                <a:lnTo>
                  <a:pt x="4586604" y="262691"/>
                </a:lnTo>
                <a:lnTo>
                  <a:pt x="4586604" y="281690"/>
                </a:lnTo>
                <a:lnTo>
                  <a:pt x="4598248" y="283343"/>
                </a:lnTo>
                <a:lnTo>
                  <a:pt x="4598248" y="286647"/>
                </a:lnTo>
                <a:lnTo>
                  <a:pt x="4598248" y="298212"/>
                </a:lnTo>
                <a:lnTo>
                  <a:pt x="4606011" y="299038"/>
                </a:lnTo>
                <a:lnTo>
                  <a:pt x="4606011" y="301516"/>
                </a:lnTo>
                <a:lnTo>
                  <a:pt x="4606011" y="313081"/>
                </a:lnTo>
                <a:lnTo>
                  <a:pt x="4618949" y="315559"/>
                </a:lnTo>
                <a:lnTo>
                  <a:pt x="4630594" y="333733"/>
                </a:lnTo>
                <a:lnTo>
                  <a:pt x="4630594" y="632771"/>
                </a:lnTo>
                <a:lnTo>
                  <a:pt x="4646120" y="660857"/>
                </a:lnTo>
                <a:lnTo>
                  <a:pt x="4646120" y="939243"/>
                </a:lnTo>
                <a:lnTo>
                  <a:pt x="4648707" y="939243"/>
                </a:lnTo>
                <a:lnTo>
                  <a:pt x="4648707" y="933461"/>
                </a:lnTo>
                <a:lnTo>
                  <a:pt x="4651295" y="933461"/>
                </a:lnTo>
                <a:lnTo>
                  <a:pt x="4684934" y="933461"/>
                </a:lnTo>
                <a:lnTo>
                  <a:pt x="4688816" y="933461"/>
                </a:lnTo>
                <a:lnTo>
                  <a:pt x="4688816" y="934287"/>
                </a:lnTo>
                <a:lnTo>
                  <a:pt x="4688816" y="939243"/>
                </a:lnTo>
                <a:lnTo>
                  <a:pt x="4693991" y="939243"/>
                </a:lnTo>
                <a:lnTo>
                  <a:pt x="4696579" y="941721"/>
                </a:lnTo>
                <a:lnTo>
                  <a:pt x="4696579" y="944200"/>
                </a:lnTo>
                <a:lnTo>
                  <a:pt x="4699167" y="944200"/>
                </a:lnTo>
                <a:lnTo>
                  <a:pt x="4701754" y="945852"/>
                </a:lnTo>
                <a:lnTo>
                  <a:pt x="4701754" y="949982"/>
                </a:lnTo>
                <a:lnTo>
                  <a:pt x="4705636" y="949982"/>
                </a:lnTo>
                <a:lnTo>
                  <a:pt x="4706929" y="951634"/>
                </a:lnTo>
                <a:lnTo>
                  <a:pt x="4706929" y="957417"/>
                </a:lnTo>
                <a:lnTo>
                  <a:pt x="4712105" y="957417"/>
                </a:lnTo>
                <a:lnTo>
                  <a:pt x="4712105" y="959895"/>
                </a:lnTo>
                <a:lnTo>
                  <a:pt x="4712105" y="1112718"/>
                </a:lnTo>
                <a:lnTo>
                  <a:pt x="4715986" y="1130066"/>
                </a:lnTo>
                <a:lnTo>
                  <a:pt x="4717280" y="693900"/>
                </a:lnTo>
                <a:lnTo>
                  <a:pt x="4717280" y="667466"/>
                </a:lnTo>
                <a:lnTo>
                  <a:pt x="4717280" y="604684"/>
                </a:lnTo>
                <a:lnTo>
                  <a:pt x="4719868" y="604684"/>
                </a:lnTo>
                <a:lnTo>
                  <a:pt x="4719868" y="579902"/>
                </a:lnTo>
                <a:lnTo>
                  <a:pt x="4719868" y="532816"/>
                </a:lnTo>
                <a:lnTo>
                  <a:pt x="4825961" y="531990"/>
                </a:lnTo>
                <a:lnTo>
                  <a:pt x="4827255" y="527034"/>
                </a:lnTo>
                <a:lnTo>
                  <a:pt x="4841487" y="527034"/>
                </a:lnTo>
                <a:lnTo>
                  <a:pt x="4841487" y="531990"/>
                </a:lnTo>
                <a:lnTo>
                  <a:pt x="4934642" y="531990"/>
                </a:lnTo>
                <a:lnTo>
                  <a:pt x="4939818" y="527034"/>
                </a:lnTo>
                <a:lnTo>
                  <a:pt x="4951462" y="527034"/>
                </a:lnTo>
                <a:lnTo>
                  <a:pt x="4951462" y="531990"/>
                </a:lnTo>
                <a:lnTo>
                  <a:pt x="5052380" y="531990"/>
                </a:lnTo>
                <a:lnTo>
                  <a:pt x="5052380" y="579076"/>
                </a:lnTo>
                <a:lnTo>
                  <a:pt x="5052380" y="603032"/>
                </a:lnTo>
                <a:lnTo>
                  <a:pt x="5060143" y="603032"/>
                </a:lnTo>
                <a:lnTo>
                  <a:pt x="5060143" y="667466"/>
                </a:lnTo>
                <a:lnTo>
                  <a:pt x="5060143" y="693900"/>
                </a:lnTo>
                <a:lnTo>
                  <a:pt x="5054968" y="1006981"/>
                </a:lnTo>
                <a:lnTo>
                  <a:pt x="5179175" y="1004503"/>
                </a:lnTo>
                <a:lnTo>
                  <a:pt x="5186938" y="1006155"/>
                </a:lnTo>
                <a:lnTo>
                  <a:pt x="5186938" y="1029285"/>
                </a:lnTo>
                <a:lnTo>
                  <a:pt x="5189526" y="1029285"/>
                </a:lnTo>
                <a:lnTo>
                  <a:pt x="5261980" y="1036720"/>
                </a:lnTo>
                <a:lnTo>
                  <a:pt x="5261980" y="1100327"/>
                </a:lnTo>
                <a:lnTo>
                  <a:pt x="5312439" y="1094545"/>
                </a:lnTo>
                <a:lnTo>
                  <a:pt x="5352547" y="1095371"/>
                </a:lnTo>
                <a:lnTo>
                  <a:pt x="5352547" y="953286"/>
                </a:lnTo>
                <a:lnTo>
                  <a:pt x="5353841" y="953286"/>
                </a:lnTo>
                <a:lnTo>
                  <a:pt x="5353841" y="646814"/>
                </a:lnTo>
                <a:lnTo>
                  <a:pt x="5382305" y="616249"/>
                </a:lnTo>
                <a:lnTo>
                  <a:pt x="5382305" y="590641"/>
                </a:lnTo>
                <a:lnTo>
                  <a:pt x="5388774" y="587337"/>
                </a:lnTo>
                <a:lnTo>
                  <a:pt x="5729050" y="593945"/>
                </a:lnTo>
                <a:lnTo>
                  <a:pt x="5729050" y="1171369"/>
                </a:lnTo>
                <a:lnTo>
                  <a:pt x="5766571" y="1171369"/>
                </a:lnTo>
                <a:lnTo>
                  <a:pt x="5765277" y="1181282"/>
                </a:lnTo>
                <a:lnTo>
                  <a:pt x="5817030" y="1160630"/>
                </a:lnTo>
                <a:lnTo>
                  <a:pt x="5820911" y="177605"/>
                </a:lnTo>
                <a:lnTo>
                  <a:pt x="5831262" y="170171"/>
                </a:lnTo>
                <a:lnTo>
                  <a:pt x="5857138" y="163562"/>
                </a:lnTo>
                <a:lnTo>
                  <a:pt x="5897247" y="157780"/>
                </a:lnTo>
                <a:lnTo>
                  <a:pt x="5947706" y="154475"/>
                </a:lnTo>
                <a:lnTo>
                  <a:pt x="6003341" y="151997"/>
                </a:lnTo>
                <a:lnTo>
                  <a:pt x="6031805" y="151997"/>
                </a:lnTo>
                <a:lnTo>
                  <a:pt x="6031805" y="69390"/>
                </a:lnTo>
                <a:lnTo>
                  <a:pt x="6042155" y="0"/>
                </a:lnTo>
                <a:close/>
              </a:path>
            </a:pathLst>
          </a:custGeom>
          <a:gradFill>
            <a:gsLst>
              <a:gs pos="0">
                <a:srgbClr val="0193C2">
                  <a:alpha val="14901"/>
                </a:srgbClr>
              </a:gs>
              <a:gs pos="100000">
                <a:srgbClr val="0193C2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7"/>
              <a:buFont typeface="Arial"/>
              <a:buNone/>
            </a:pPr>
            <a:endParaRPr sz="217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3" name="Google Shape;3283;g3cf02dd855a_0_1899"/>
          <p:cNvSpPr/>
          <p:nvPr/>
        </p:nvSpPr>
        <p:spPr>
          <a:xfrm>
            <a:off x="6653705" y="284732"/>
            <a:ext cx="2238754" cy="794959"/>
          </a:xfrm>
          <a:custGeom>
            <a:avLst/>
            <a:gdLst/>
            <a:ahLst/>
            <a:cxnLst/>
            <a:rect l="l" t="t" r="r" b="b"/>
            <a:pathLst>
              <a:path w="2375336" h="898259" extrusionOk="0">
                <a:moveTo>
                  <a:pt x="706552" y="0"/>
                </a:moveTo>
                <a:lnTo>
                  <a:pt x="757122" y="1413"/>
                </a:lnTo>
                <a:lnTo>
                  <a:pt x="803294" y="3298"/>
                </a:lnTo>
                <a:lnTo>
                  <a:pt x="841770" y="6594"/>
                </a:lnTo>
                <a:lnTo>
                  <a:pt x="869254" y="11305"/>
                </a:lnTo>
                <a:lnTo>
                  <a:pt x="884644" y="16486"/>
                </a:lnTo>
                <a:lnTo>
                  <a:pt x="887942" y="21196"/>
                </a:lnTo>
                <a:lnTo>
                  <a:pt x="887942" y="103627"/>
                </a:lnTo>
                <a:lnTo>
                  <a:pt x="889042" y="744703"/>
                </a:lnTo>
                <a:lnTo>
                  <a:pt x="898935" y="744703"/>
                </a:lnTo>
                <a:lnTo>
                  <a:pt x="911028" y="746116"/>
                </a:lnTo>
                <a:lnTo>
                  <a:pt x="912127" y="630713"/>
                </a:lnTo>
                <a:lnTo>
                  <a:pt x="916525" y="609045"/>
                </a:lnTo>
                <a:lnTo>
                  <a:pt x="923120" y="590204"/>
                </a:lnTo>
                <a:lnTo>
                  <a:pt x="928618" y="575602"/>
                </a:lnTo>
                <a:lnTo>
                  <a:pt x="935214" y="566181"/>
                </a:lnTo>
                <a:lnTo>
                  <a:pt x="942908" y="560058"/>
                </a:lnTo>
                <a:lnTo>
                  <a:pt x="986882" y="557703"/>
                </a:lnTo>
                <a:lnTo>
                  <a:pt x="1005570" y="557703"/>
                </a:lnTo>
                <a:lnTo>
                  <a:pt x="1013266" y="564297"/>
                </a:lnTo>
                <a:lnTo>
                  <a:pt x="1020961" y="574189"/>
                </a:lnTo>
                <a:lnTo>
                  <a:pt x="1025358" y="588791"/>
                </a:lnTo>
                <a:lnTo>
                  <a:pt x="1029756" y="605748"/>
                </a:lnTo>
                <a:lnTo>
                  <a:pt x="1031954" y="412153"/>
                </a:lnTo>
                <a:lnTo>
                  <a:pt x="1033054" y="398493"/>
                </a:lnTo>
                <a:lnTo>
                  <a:pt x="1033054" y="396609"/>
                </a:lnTo>
                <a:lnTo>
                  <a:pt x="1033054" y="394254"/>
                </a:lnTo>
                <a:lnTo>
                  <a:pt x="1035252" y="381537"/>
                </a:lnTo>
                <a:lnTo>
                  <a:pt x="1036352" y="365521"/>
                </a:lnTo>
                <a:lnTo>
                  <a:pt x="1040750" y="350448"/>
                </a:lnTo>
                <a:lnTo>
                  <a:pt x="1044047" y="335375"/>
                </a:lnTo>
                <a:lnTo>
                  <a:pt x="1048444" y="320302"/>
                </a:lnTo>
                <a:lnTo>
                  <a:pt x="1055040" y="305229"/>
                </a:lnTo>
                <a:lnTo>
                  <a:pt x="1060536" y="290156"/>
                </a:lnTo>
                <a:lnTo>
                  <a:pt x="1068232" y="275083"/>
                </a:lnTo>
                <a:lnTo>
                  <a:pt x="1075928" y="260010"/>
                </a:lnTo>
                <a:lnTo>
                  <a:pt x="1084722" y="245408"/>
                </a:lnTo>
                <a:lnTo>
                  <a:pt x="1092417" y="234574"/>
                </a:lnTo>
                <a:lnTo>
                  <a:pt x="1092417" y="233161"/>
                </a:lnTo>
                <a:lnTo>
                  <a:pt x="1090219" y="229864"/>
                </a:lnTo>
                <a:lnTo>
                  <a:pt x="1090219" y="227980"/>
                </a:lnTo>
                <a:lnTo>
                  <a:pt x="1088020" y="227037"/>
                </a:lnTo>
                <a:lnTo>
                  <a:pt x="1095716" y="227037"/>
                </a:lnTo>
                <a:lnTo>
                  <a:pt x="1095716" y="223270"/>
                </a:lnTo>
                <a:lnTo>
                  <a:pt x="1095716" y="219030"/>
                </a:lnTo>
                <a:lnTo>
                  <a:pt x="1097914" y="215262"/>
                </a:lnTo>
                <a:lnTo>
                  <a:pt x="1097914" y="211494"/>
                </a:lnTo>
                <a:lnTo>
                  <a:pt x="1099014" y="207254"/>
                </a:lnTo>
                <a:lnTo>
                  <a:pt x="1100112" y="203015"/>
                </a:lnTo>
                <a:lnTo>
                  <a:pt x="1102312" y="198776"/>
                </a:lnTo>
                <a:lnTo>
                  <a:pt x="1103411" y="195008"/>
                </a:lnTo>
                <a:lnTo>
                  <a:pt x="1105610" y="191239"/>
                </a:lnTo>
                <a:lnTo>
                  <a:pt x="1106709" y="187000"/>
                </a:lnTo>
                <a:lnTo>
                  <a:pt x="1107808" y="183232"/>
                </a:lnTo>
                <a:lnTo>
                  <a:pt x="1110006" y="178992"/>
                </a:lnTo>
                <a:lnTo>
                  <a:pt x="1314482" y="178521"/>
                </a:lnTo>
                <a:lnTo>
                  <a:pt x="1316680" y="182290"/>
                </a:lnTo>
                <a:lnTo>
                  <a:pt x="1317780" y="186529"/>
                </a:lnTo>
                <a:lnTo>
                  <a:pt x="1319979" y="190297"/>
                </a:lnTo>
                <a:lnTo>
                  <a:pt x="1321078" y="194537"/>
                </a:lnTo>
                <a:lnTo>
                  <a:pt x="1322177" y="198776"/>
                </a:lnTo>
                <a:lnTo>
                  <a:pt x="1324376" y="203015"/>
                </a:lnTo>
                <a:lnTo>
                  <a:pt x="1325476" y="206783"/>
                </a:lnTo>
                <a:lnTo>
                  <a:pt x="1325476" y="210552"/>
                </a:lnTo>
                <a:lnTo>
                  <a:pt x="1327674" y="214791"/>
                </a:lnTo>
                <a:lnTo>
                  <a:pt x="1327674" y="218559"/>
                </a:lnTo>
                <a:lnTo>
                  <a:pt x="1328774" y="222328"/>
                </a:lnTo>
                <a:lnTo>
                  <a:pt x="1328774" y="226566"/>
                </a:lnTo>
                <a:lnTo>
                  <a:pt x="1335370" y="226566"/>
                </a:lnTo>
                <a:lnTo>
                  <a:pt x="1335370" y="237400"/>
                </a:lnTo>
                <a:lnTo>
                  <a:pt x="1339767" y="244937"/>
                </a:lnTo>
                <a:lnTo>
                  <a:pt x="1344164" y="252944"/>
                </a:lnTo>
                <a:lnTo>
                  <a:pt x="1347462" y="260010"/>
                </a:lnTo>
                <a:lnTo>
                  <a:pt x="1351860" y="267075"/>
                </a:lnTo>
                <a:lnTo>
                  <a:pt x="1356257" y="274612"/>
                </a:lnTo>
                <a:lnTo>
                  <a:pt x="1359554" y="282149"/>
                </a:lnTo>
                <a:lnTo>
                  <a:pt x="1362853" y="289685"/>
                </a:lnTo>
                <a:lnTo>
                  <a:pt x="1367250" y="297222"/>
                </a:lnTo>
                <a:lnTo>
                  <a:pt x="1370548" y="304758"/>
                </a:lnTo>
                <a:lnTo>
                  <a:pt x="1372746" y="312294"/>
                </a:lnTo>
                <a:lnTo>
                  <a:pt x="1374946" y="319831"/>
                </a:lnTo>
                <a:lnTo>
                  <a:pt x="1380442" y="334904"/>
                </a:lnTo>
                <a:lnTo>
                  <a:pt x="1383740" y="349977"/>
                </a:lnTo>
                <a:lnTo>
                  <a:pt x="1388138" y="365521"/>
                </a:lnTo>
                <a:lnTo>
                  <a:pt x="1390336" y="380595"/>
                </a:lnTo>
                <a:lnTo>
                  <a:pt x="1391435" y="396609"/>
                </a:lnTo>
                <a:lnTo>
                  <a:pt x="1391435" y="400378"/>
                </a:lnTo>
                <a:lnTo>
                  <a:pt x="1393634" y="411682"/>
                </a:lnTo>
                <a:lnTo>
                  <a:pt x="1394734" y="591146"/>
                </a:lnTo>
                <a:lnTo>
                  <a:pt x="1454097" y="590675"/>
                </a:lnTo>
                <a:lnTo>
                  <a:pt x="1449700" y="108809"/>
                </a:lnTo>
                <a:lnTo>
                  <a:pt x="1449700" y="47103"/>
                </a:lnTo>
                <a:lnTo>
                  <a:pt x="1875141" y="45219"/>
                </a:lnTo>
                <a:lnTo>
                  <a:pt x="1875141" y="53227"/>
                </a:lnTo>
                <a:lnTo>
                  <a:pt x="1874042" y="113519"/>
                </a:lnTo>
                <a:lnTo>
                  <a:pt x="1866346" y="587849"/>
                </a:lnTo>
                <a:lnTo>
                  <a:pt x="1881737" y="587849"/>
                </a:lnTo>
                <a:lnTo>
                  <a:pt x="1881737" y="562413"/>
                </a:lnTo>
                <a:lnTo>
                  <a:pt x="1882836" y="562413"/>
                </a:lnTo>
                <a:lnTo>
                  <a:pt x="1885035" y="562413"/>
                </a:lnTo>
                <a:lnTo>
                  <a:pt x="1905922" y="561942"/>
                </a:lnTo>
                <a:lnTo>
                  <a:pt x="1905922" y="538390"/>
                </a:lnTo>
                <a:lnTo>
                  <a:pt x="1905922" y="537448"/>
                </a:lnTo>
                <a:lnTo>
                  <a:pt x="1908120" y="537448"/>
                </a:lnTo>
                <a:lnTo>
                  <a:pt x="1909220" y="537448"/>
                </a:lnTo>
                <a:lnTo>
                  <a:pt x="1912518" y="536977"/>
                </a:lnTo>
                <a:lnTo>
                  <a:pt x="1935604" y="536035"/>
                </a:lnTo>
                <a:lnTo>
                  <a:pt x="1935604" y="517665"/>
                </a:lnTo>
                <a:lnTo>
                  <a:pt x="1935604" y="517194"/>
                </a:lnTo>
                <a:lnTo>
                  <a:pt x="1936704" y="516723"/>
                </a:lnTo>
                <a:lnTo>
                  <a:pt x="1938902" y="515781"/>
                </a:lnTo>
                <a:lnTo>
                  <a:pt x="1940001" y="515310"/>
                </a:lnTo>
                <a:lnTo>
                  <a:pt x="2025749" y="512484"/>
                </a:lnTo>
                <a:lnTo>
                  <a:pt x="2025749" y="510599"/>
                </a:lnTo>
                <a:lnTo>
                  <a:pt x="2025749" y="510128"/>
                </a:lnTo>
                <a:lnTo>
                  <a:pt x="2025749" y="508715"/>
                </a:lnTo>
                <a:lnTo>
                  <a:pt x="2025749" y="507302"/>
                </a:lnTo>
                <a:lnTo>
                  <a:pt x="2025749" y="505418"/>
                </a:lnTo>
                <a:lnTo>
                  <a:pt x="2025749" y="503534"/>
                </a:lnTo>
                <a:lnTo>
                  <a:pt x="2025749" y="501650"/>
                </a:lnTo>
                <a:lnTo>
                  <a:pt x="2025749" y="499295"/>
                </a:lnTo>
                <a:lnTo>
                  <a:pt x="2025749" y="498353"/>
                </a:lnTo>
                <a:lnTo>
                  <a:pt x="2025749" y="496939"/>
                </a:lnTo>
                <a:lnTo>
                  <a:pt x="2025749" y="495526"/>
                </a:lnTo>
                <a:lnTo>
                  <a:pt x="2025749" y="495055"/>
                </a:lnTo>
                <a:lnTo>
                  <a:pt x="2029047" y="495055"/>
                </a:lnTo>
                <a:lnTo>
                  <a:pt x="2030146" y="488461"/>
                </a:lnTo>
                <a:lnTo>
                  <a:pt x="2092808" y="488461"/>
                </a:lnTo>
                <a:lnTo>
                  <a:pt x="2092808" y="512484"/>
                </a:lnTo>
                <a:lnTo>
                  <a:pt x="2177456" y="515310"/>
                </a:lnTo>
                <a:lnTo>
                  <a:pt x="2177456" y="515781"/>
                </a:lnTo>
                <a:lnTo>
                  <a:pt x="2177456" y="536035"/>
                </a:lnTo>
                <a:lnTo>
                  <a:pt x="2203841" y="536977"/>
                </a:lnTo>
                <a:lnTo>
                  <a:pt x="2204940" y="536977"/>
                </a:lnTo>
                <a:lnTo>
                  <a:pt x="2204940" y="537448"/>
                </a:lnTo>
                <a:lnTo>
                  <a:pt x="2204940" y="561942"/>
                </a:lnTo>
                <a:lnTo>
                  <a:pt x="2229126" y="562413"/>
                </a:lnTo>
                <a:lnTo>
                  <a:pt x="2231324" y="562413"/>
                </a:lnTo>
                <a:lnTo>
                  <a:pt x="2232423" y="562413"/>
                </a:lnTo>
                <a:lnTo>
                  <a:pt x="2231324" y="587849"/>
                </a:lnTo>
                <a:lnTo>
                  <a:pt x="2248914" y="587849"/>
                </a:lnTo>
                <a:lnTo>
                  <a:pt x="2252211" y="587849"/>
                </a:lnTo>
                <a:lnTo>
                  <a:pt x="2254410" y="587849"/>
                </a:lnTo>
                <a:lnTo>
                  <a:pt x="2255509" y="587849"/>
                </a:lnTo>
                <a:lnTo>
                  <a:pt x="2256608" y="587849"/>
                </a:lnTo>
                <a:lnTo>
                  <a:pt x="2258807" y="587849"/>
                </a:lnTo>
                <a:lnTo>
                  <a:pt x="2256608" y="617524"/>
                </a:lnTo>
                <a:lnTo>
                  <a:pt x="2279695" y="617524"/>
                </a:lnTo>
                <a:lnTo>
                  <a:pt x="2274198" y="765899"/>
                </a:lnTo>
                <a:lnTo>
                  <a:pt x="2304980" y="768725"/>
                </a:lnTo>
                <a:lnTo>
                  <a:pt x="2302780" y="804524"/>
                </a:lnTo>
                <a:lnTo>
                  <a:pt x="2375336" y="804524"/>
                </a:lnTo>
                <a:lnTo>
                  <a:pt x="2375336" y="898259"/>
                </a:lnTo>
                <a:lnTo>
                  <a:pt x="0" y="898259"/>
                </a:lnTo>
                <a:lnTo>
                  <a:pt x="0" y="588140"/>
                </a:lnTo>
                <a:lnTo>
                  <a:pt x="43657" y="591146"/>
                </a:lnTo>
                <a:lnTo>
                  <a:pt x="43657" y="627415"/>
                </a:lnTo>
                <a:lnTo>
                  <a:pt x="86530" y="624118"/>
                </a:lnTo>
                <a:lnTo>
                  <a:pt x="120609" y="624589"/>
                </a:lnTo>
                <a:lnTo>
                  <a:pt x="120609" y="543571"/>
                </a:lnTo>
                <a:lnTo>
                  <a:pt x="121709" y="543571"/>
                </a:lnTo>
                <a:lnTo>
                  <a:pt x="121709" y="368819"/>
                </a:lnTo>
                <a:lnTo>
                  <a:pt x="145894" y="351390"/>
                </a:lnTo>
                <a:lnTo>
                  <a:pt x="145894" y="336788"/>
                </a:lnTo>
                <a:lnTo>
                  <a:pt x="151390" y="334904"/>
                </a:lnTo>
                <a:lnTo>
                  <a:pt x="440515" y="338672"/>
                </a:lnTo>
                <a:lnTo>
                  <a:pt x="440515" y="667924"/>
                </a:lnTo>
                <a:lnTo>
                  <a:pt x="472395" y="667924"/>
                </a:lnTo>
                <a:lnTo>
                  <a:pt x="471296" y="673577"/>
                </a:lnTo>
                <a:lnTo>
                  <a:pt x="515269" y="661801"/>
                </a:lnTo>
                <a:lnTo>
                  <a:pt x="518567" y="101272"/>
                </a:lnTo>
                <a:lnTo>
                  <a:pt x="527362" y="97033"/>
                </a:lnTo>
                <a:lnTo>
                  <a:pt x="549348" y="93264"/>
                </a:lnTo>
                <a:lnTo>
                  <a:pt x="583428" y="89967"/>
                </a:lnTo>
                <a:lnTo>
                  <a:pt x="626301" y="88083"/>
                </a:lnTo>
                <a:lnTo>
                  <a:pt x="673573" y="86670"/>
                </a:lnTo>
                <a:lnTo>
                  <a:pt x="697758" y="86670"/>
                </a:lnTo>
                <a:lnTo>
                  <a:pt x="697758" y="39567"/>
                </a:lnTo>
                <a:lnTo>
                  <a:pt x="706552" y="0"/>
                </a:lnTo>
                <a:close/>
              </a:path>
            </a:pathLst>
          </a:custGeom>
          <a:gradFill>
            <a:gsLst>
              <a:gs pos="0">
                <a:srgbClr val="0193C2">
                  <a:alpha val="14901"/>
                </a:srgbClr>
              </a:gs>
              <a:gs pos="100000">
                <a:srgbClr val="0193C2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7"/>
              <a:buFont typeface="Arial"/>
              <a:buNone/>
            </a:pPr>
            <a:endParaRPr sz="217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4" name="Google Shape;3284;g3cf02dd855a_0_1899"/>
          <p:cNvSpPr/>
          <p:nvPr/>
        </p:nvSpPr>
        <p:spPr>
          <a:xfrm flipH="1">
            <a:off x="6371716" y="71009"/>
            <a:ext cx="629189" cy="222761"/>
          </a:xfrm>
          <a:custGeom>
            <a:avLst/>
            <a:gdLst/>
            <a:ahLst/>
            <a:cxnLst/>
            <a:rect l="l" t="t" r="r" b="b"/>
            <a:pathLst>
              <a:path w="1655761" h="586212" extrusionOk="0">
                <a:moveTo>
                  <a:pt x="1285951" y="273354"/>
                </a:moveTo>
                <a:cubicBezTo>
                  <a:pt x="1221446" y="273354"/>
                  <a:pt x="1160717" y="289669"/>
                  <a:pt x="1107618" y="318372"/>
                </a:cubicBezTo>
                <a:cubicBezTo>
                  <a:pt x="1010331" y="129388"/>
                  <a:pt x="813492" y="0"/>
                  <a:pt x="586212" y="0"/>
                </a:cubicBezTo>
                <a:cubicBezTo>
                  <a:pt x="262478" y="0"/>
                  <a:pt x="0" y="262477"/>
                  <a:pt x="0" y="586212"/>
                </a:cubicBezTo>
                <a:lnTo>
                  <a:pt x="1655761" y="586212"/>
                </a:lnTo>
                <a:cubicBezTo>
                  <a:pt x="1626152" y="408709"/>
                  <a:pt x="1471838" y="273354"/>
                  <a:pt x="1285951" y="273354"/>
                </a:cubicBezTo>
                <a:close/>
              </a:path>
            </a:pathLst>
          </a:custGeom>
          <a:solidFill>
            <a:schemeClr val="lt1">
              <a:alpha val="41176"/>
            </a:schemeClr>
          </a:solidFill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5" name="Google Shape;3285;g3cf02dd855a_0_18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82423" y="6144"/>
            <a:ext cx="12560831" cy="1506070"/>
          </a:xfrm>
          <a:custGeom>
            <a:avLst/>
            <a:gdLst/>
            <a:ahLst/>
            <a:cxnLst/>
            <a:rect l="l" t="t" r="r" b="b"/>
            <a:pathLst>
              <a:path w="12560831" h="1506070" extrusionOk="0">
                <a:moveTo>
                  <a:pt x="0" y="0"/>
                </a:moveTo>
                <a:lnTo>
                  <a:pt x="12560831" y="0"/>
                </a:lnTo>
                <a:lnTo>
                  <a:pt x="12560831" y="1506070"/>
                </a:lnTo>
                <a:lnTo>
                  <a:pt x="1082423" y="1506070"/>
                </a:lnTo>
                <a:lnTo>
                  <a:pt x="1082423" y="591107"/>
                </a:lnTo>
                <a:lnTo>
                  <a:pt x="0" y="5911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286" name="Google Shape;3286;g3cf02dd855a_0_18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2966" y="941989"/>
            <a:ext cx="2816005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87" name="Google Shape;3287;g3cf02dd855a_0_1899"/>
          <p:cNvSpPr/>
          <p:nvPr/>
        </p:nvSpPr>
        <p:spPr>
          <a:xfrm>
            <a:off x="8438117" y="-30203"/>
            <a:ext cx="3070115" cy="1542826"/>
          </a:xfrm>
          <a:custGeom>
            <a:avLst/>
            <a:gdLst/>
            <a:ahLst/>
            <a:cxnLst/>
            <a:rect l="l" t="t" r="r" b="b"/>
            <a:pathLst>
              <a:path w="3070115" h="1542826" extrusionOk="0">
                <a:moveTo>
                  <a:pt x="1409397" y="1542827"/>
                </a:moveTo>
                <a:lnTo>
                  <a:pt x="42219" y="1542827"/>
                </a:lnTo>
                <a:cubicBezTo>
                  <a:pt x="4729" y="1542827"/>
                  <a:pt x="-14125" y="1497503"/>
                  <a:pt x="12403" y="1471052"/>
                </a:cubicBezTo>
                <a:lnTo>
                  <a:pt x="1362918" y="123146"/>
                </a:lnTo>
                <a:cubicBezTo>
                  <a:pt x="1441918" y="44304"/>
                  <a:pt x="1549053" y="0"/>
                  <a:pt x="1660719" y="0"/>
                </a:cubicBezTo>
                <a:lnTo>
                  <a:pt x="3027896" y="0"/>
                </a:lnTo>
                <a:cubicBezTo>
                  <a:pt x="3065386" y="0"/>
                  <a:pt x="3084241" y="45324"/>
                  <a:pt x="3057713" y="71775"/>
                </a:cubicBezTo>
                <a:lnTo>
                  <a:pt x="1707270" y="1419681"/>
                </a:lnTo>
                <a:cubicBezTo>
                  <a:pt x="1628271" y="1498523"/>
                  <a:pt x="1521136" y="1542827"/>
                  <a:pt x="1409470" y="1542827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8" name="Google Shape;3288;g3cf02dd855a_0_1899"/>
          <p:cNvSpPr/>
          <p:nvPr/>
        </p:nvSpPr>
        <p:spPr>
          <a:xfrm>
            <a:off x="10455140" y="739347"/>
            <a:ext cx="58500" cy="58500"/>
          </a:xfrm>
          <a:prstGeom prst="ellipse">
            <a:avLst/>
          </a:pr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9" name="Google Shape;3289;g3cf02dd855a_0_1899"/>
          <p:cNvSpPr/>
          <p:nvPr/>
        </p:nvSpPr>
        <p:spPr>
          <a:xfrm>
            <a:off x="9595184" y="358049"/>
            <a:ext cx="182700" cy="182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0A1D4"/>
              </a:gs>
              <a:gs pos="99000">
                <a:srgbClr val="C3B1D8">
                  <a:alpha val="64705"/>
                </a:srgbClr>
              </a:gs>
              <a:gs pos="100000">
                <a:srgbClr val="C3B1D8">
                  <a:alpha val="64705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0" name="Google Shape;3290;g3cf02dd855a_0_1899"/>
          <p:cNvSpPr/>
          <p:nvPr/>
        </p:nvSpPr>
        <p:spPr>
          <a:xfrm>
            <a:off x="9693158" y="71009"/>
            <a:ext cx="1440752" cy="588314"/>
          </a:xfrm>
          <a:custGeom>
            <a:avLst/>
            <a:gdLst/>
            <a:ahLst/>
            <a:cxnLst/>
            <a:rect l="l" t="t" r="r" b="b"/>
            <a:pathLst>
              <a:path w="2584309" h="1055272" extrusionOk="0">
                <a:moveTo>
                  <a:pt x="2134206" y="605217"/>
                </a:moveTo>
                <a:cubicBezTo>
                  <a:pt x="2085179" y="605217"/>
                  <a:pt x="2038077" y="613144"/>
                  <a:pt x="1993964" y="627632"/>
                </a:cubicBezTo>
                <a:cubicBezTo>
                  <a:pt x="1956130" y="274760"/>
                  <a:pt x="1657513" y="0"/>
                  <a:pt x="1294675" y="0"/>
                </a:cubicBezTo>
                <a:cubicBezTo>
                  <a:pt x="960604" y="0"/>
                  <a:pt x="681031" y="232994"/>
                  <a:pt x="609289" y="545366"/>
                </a:cubicBezTo>
                <a:lnTo>
                  <a:pt x="509944" y="545240"/>
                </a:lnTo>
                <a:cubicBezTo>
                  <a:pt x="228268" y="545240"/>
                  <a:pt x="0" y="773548"/>
                  <a:pt x="0" y="1055273"/>
                </a:cubicBezTo>
                <a:lnTo>
                  <a:pt x="2584310" y="1055273"/>
                </a:lnTo>
                <a:cubicBezTo>
                  <a:pt x="2584310" y="806677"/>
                  <a:pt x="2382809" y="605141"/>
                  <a:pt x="2134257" y="605141"/>
                </a:cubicBezTo>
                <a:lnTo>
                  <a:pt x="2134206" y="605191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25000">
                <a:srgbClr val="FFFFFF"/>
              </a:gs>
              <a:gs pos="31000">
                <a:srgbClr val="F8FBFD"/>
              </a:gs>
              <a:gs pos="41000">
                <a:srgbClr val="E7F3F9"/>
              </a:gs>
              <a:gs pos="51000">
                <a:srgbClr val="CBE4F2"/>
              </a:gs>
              <a:gs pos="63000">
                <a:srgbClr val="A4D0E9"/>
              </a:gs>
              <a:gs pos="72000">
                <a:srgbClr val="80BEE1"/>
              </a:gs>
              <a:gs pos="100000">
                <a:srgbClr val="80BEE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1" name="Google Shape;3291;g3cf02dd855a_0_1899"/>
          <p:cNvSpPr/>
          <p:nvPr/>
        </p:nvSpPr>
        <p:spPr>
          <a:xfrm>
            <a:off x="9936649" y="386609"/>
            <a:ext cx="453628" cy="275310"/>
          </a:xfrm>
          <a:custGeom>
            <a:avLst/>
            <a:gdLst/>
            <a:ahLst/>
            <a:cxnLst/>
            <a:rect l="l" t="t" r="r" b="b"/>
            <a:pathLst>
              <a:path w="740617" h="449485" extrusionOk="0">
                <a:moveTo>
                  <a:pt x="101405" y="0"/>
                </a:moveTo>
                <a:lnTo>
                  <a:pt x="639212" y="0"/>
                </a:lnTo>
                <a:cubicBezTo>
                  <a:pt x="695216" y="0"/>
                  <a:pt x="740617" y="45401"/>
                  <a:pt x="740617" y="101405"/>
                </a:cubicBezTo>
                <a:lnTo>
                  <a:pt x="740617" y="449485"/>
                </a:lnTo>
                <a:lnTo>
                  <a:pt x="0" y="449485"/>
                </a:lnTo>
                <a:lnTo>
                  <a:pt x="0" y="101405"/>
                </a:lnTo>
                <a:cubicBezTo>
                  <a:pt x="0" y="45401"/>
                  <a:pt x="45401" y="0"/>
                  <a:pt x="101405" y="0"/>
                </a:cubicBezTo>
                <a:close/>
              </a:path>
            </a:pathLst>
          </a:custGeom>
          <a:gradFill>
            <a:gsLst>
              <a:gs pos="0">
                <a:srgbClr val="0098C7">
                  <a:alpha val="84705"/>
                </a:srgbClr>
              </a:gs>
              <a:gs pos="1000">
                <a:srgbClr val="0098C7">
                  <a:alpha val="84705"/>
                </a:srgbClr>
              </a:gs>
              <a:gs pos="98000">
                <a:srgbClr val="9377B5">
                  <a:alpha val="85098"/>
                </a:srgbClr>
              </a:gs>
              <a:gs pos="100000">
                <a:srgbClr val="9377B5">
                  <a:alpha val="85098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2" name="Google Shape;3292;g3cf02dd855a_0_1899"/>
          <p:cNvSpPr/>
          <p:nvPr/>
        </p:nvSpPr>
        <p:spPr>
          <a:xfrm>
            <a:off x="9936648" y="659237"/>
            <a:ext cx="453628" cy="178398"/>
          </a:xfrm>
          <a:custGeom>
            <a:avLst/>
            <a:gdLst/>
            <a:ahLst/>
            <a:cxnLst/>
            <a:rect l="l" t="t" r="r" b="b"/>
            <a:pathLst>
              <a:path w="740617" h="291262" extrusionOk="0">
                <a:moveTo>
                  <a:pt x="0" y="0"/>
                </a:moveTo>
                <a:lnTo>
                  <a:pt x="740617" y="0"/>
                </a:lnTo>
                <a:lnTo>
                  <a:pt x="740617" y="189857"/>
                </a:lnTo>
                <a:cubicBezTo>
                  <a:pt x="740617" y="245861"/>
                  <a:pt x="695216" y="291262"/>
                  <a:pt x="639212" y="291262"/>
                </a:cubicBezTo>
                <a:lnTo>
                  <a:pt x="101405" y="291262"/>
                </a:lnTo>
                <a:cubicBezTo>
                  <a:pt x="45401" y="291262"/>
                  <a:pt x="0" y="245861"/>
                  <a:pt x="0" y="18985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98C7">
                  <a:alpha val="85098"/>
                </a:srgbClr>
              </a:gs>
              <a:gs pos="100000">
                <a:srgbClr val="5C83BC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3" name="Google Shape;3293;g3cf02dd855a_0_1899"/>
          <p:cNvGrpSpPr/>
          <p:nvPr/>
        </p:nvGrpSpPr>
        <p:grpSpPr>
          <a:xfrm>
            <a:off x="9933879" y="708126"/>
            <a:ext cx="262330" cy="261425"/>
            <a:chOff x="1995359" y="1692839"/>
            <a:chExt cx="728896" cy="726382"/>
          </a:xfrm>
        </p:grpSpPr>
        <p:sp>
          <p:nvSpPr>
            <p:cNvPr id="3294" name="Google Shape;3294;g3cf02dd855a_0_1899"/>
            <p:cNvSpPr/>
            <p:nvPr/>
          </p:nvSpPr>
          <p:spPr>
            <a:xfrm>
              <a:off x="1995359" y="2235621"/>
              <a:ext cx="183300" cy="183600"/>
            </a:xfrm>
            <a:prstGeom prst="ellipse">
              <a:avLst/>
            </a:prstGeom>
            <a:noFill/>
            <a:ln w="9525" cap="rnd" cmpd="sng">
              <a:solidFill>
                <a:srgbClr val="43D3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g3cf02dd855a_0_1899"/>
            <p:cNvSpPr/>
            <p:nvPr/>
          </p:nvSpPr>
          <p:spPr>
            <a:xfrm>
              <a:off x="2153253" y="1692839"/>
              <a:ext cx="570998" cy="571124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43D3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g3cf02dd855a_0_1899"/>
            <p:cNvSpPr/>
            <p:nvPr/>
          </p:nvSpPr>
          <p:spPr>
            <a:xfrm>
              <a:off x="2516981" y="1692841"/>
              <a:ext cx="207274" cy="207311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43D3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97" name="Google Shape;3297;g3cf02dd855a_0_1899"/>
          <p:cNvSpPr/>
          <p:nvPr/>
        </p:nvSpPr>
        <p:spPr>
          <a:xfrm>
            <a:off x="10305415" y="296517"/>
            <a:ext cx="898708" cy="365865"/>
          </a:xfrm>
          <a:custGeom>
            <a:avLst/>
            <a:gdLst/>
            <a:ahLst/>
            <a:cxnLst/>
            <a:rect l="l" t="t" r="r" b="b"/>
            <a:pathLst>
              <a:path w="1612032" h="656260" extrusionOk="0">
                <a:moveTo>
                  <a:pt x="241362" y="203114"/>
                </a:moveTo>
                <a:cubicBezTo>
                  <a:pt x="-2708" y="466021"/>
                  <a:pt x="1" y="656260"/>
                  <a:pt x="1" y="656260"/>
                </a:cubicBezTo>
                <a:lnTo>
                  <a:pt x="1612033" y="656260"/>
                </a:lnTo>
                <a:cubicBezTo>
                  <a:pt x="1601650" y="495275"/>
                  <a:pt x="1535378" y="337303"/>
                  <a:pt x="1413064" y="214968"/>
                </a:cubicBezTo>
                <a:lnTo>
                  <a:pt x="1413064" y="214968"/>
                </a:lnTo>
                <a:cubicBezTo>
                  <a:pt x="1145773" y="-52371"/>
                  <a:pt x="509768" y="-86032"/>
                  <a:pt x="241387" y="203038"/>
                </a:cubicBezTo>
                <a:lnTo>
                  <a:pt x="241387" y="203089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FFFFFF"/>
              </a:gs>
              <a:gs pos="48000">
                <a:srgbClr val="F8FBFE"/>
              </a:gs>
              <a:gs pos="73000">
                <a:srgbClr val="E7F3FB"/>
              </a:gs>
              <a:gs pos="100000">
                <a:srgbClr val="CEE6F7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8" name="Google Shape;3298;g3cf02dd855a_0_1899"/>
          <p:cNvSpPr txBox="1"/>
          <p:nvPr/>
        </p:nvSpPr>
        <p:spPr>
          <a:xfrm>
            <a:off x="9925974" y="426784"/>
            <a:ext cx="456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CCEBF4"/>
                </a:solidFill>
                <a:latin typeface="Arial"/>
                <a:ea typeface="Arial"/>
                <a:cs typeface="Arial"/>
                <a:sym typeface="Arial"/>
              </a:rPr>
              <a:t>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9" name="Google Shape;3299;g3cf02dd855a_0_1899"/>
          <p:cNvGrpSpPr/>
          <p:nvPr/>
        </p:nvGrpSpPr>
        <p:grpSpPr>
          <a:xfrm>
            <a:off x="9088987" y="737619"/>
            <a:ext cx="812115" cy="709423"/>
            <a:chOff x="9031226" y="722382"/>
            <a:chExt cx="879103" cy="767940"/>
          </a:xfrm>
        </p:grpSpPr>
        <p:sp>
          <p:nvSpPr>
            <p:cNvPr id="3300" name="Google Shape;3300;g3cf02dd855a_0_1899"/>
            <p:cNvSpPr/>
            <p:nvPr/>
          </p:nvSpPr>
          <p:spPr>
            <a:xfrm>
              <a:off x="9575829" y="722382"/>
              <a:ext cx="334500" cy="334500"/>
            </a:xfrm>
            <a:prstGeom prst="roundRect">
              <a:avLst>
                <a:gd name="adj" fmla="val 11774"/>
              </a:avLst>
            </a:prstGeom>
            <a:gradFill>
              <a:gsLst>
                <a:gs pos="0">
                  <a:srgbClr val="00A1D5">
                    <a:alpha val="54901"/>
                  </a:srgbClr>
                </a:gs>
                <a:gs pos="100000">
                  <a:srgbClr val="C3B1D8">
                    <a:alpha val="39607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g3cf02dd855a_0_1899"/>
            <p:cNvSpPr/>
            <p:nvPr/>
          </p:nvSpPr>
          <p:spPr>
            <a:xfrm>
              <a:off x="9287549" y="837116"/>
              <a:ext cx="455100" cy="420000"/>
            </a:xfrm>
            <a:prstGeom prst="roundRect">
              <a:avLst>
                <a:gd name="adj" fmla="val 10648"/>
              </a:avLst>
            </a:prstGeom>
            <a:gradFill>
              <a:gsLst>
                <a:gs pos="0">
                  <a:srgbClr val="00A1D4"/>
                </a:gs>
                <a:gs pos="99000">
                  <a:srgbClr val="C3B1D8">
                    <a:alpha val="64705"/>
                  </a:srgbClr>
                </a:gs>
                <a:gs pos="100000">
                  <a:srgbClr val="C3B1D8">
                    <a:alpha val="64705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g3cf02dd855a_0_1899"/>
            <p:cNvSpPr/>
            <p:nvPr/>
          </p:nvSpPr>
          <p:spPr>
            <a:xfrm>
              <a:off x="9031226" y="968922"/>
              <a:ext cx="521400" cy="521400"/>
            </a:xfrm>
            <a:prstGeom prst="roundRect">
              <a:avLst>
                <a:gd name="adj" fmla="val 13198"/>
              </a:avLst>
            </a:prstGeom>
            <a:gradFill>
              <a:gsLst>
                <a:gs pos="0">
                  <a:srgbClr val="00A9DF"/>
                </a:gs>
                <a:gs pos="99000">
                  <a:srgbClr val="9377B5"/>
                </a:gs>
                <a:gs pos="100000">
                  <a:srgbClr val="9377B5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03" name="Google Shape;3303;g3cf02dd855a_0_1899"/>
          <p:cNvGrpSpPr/>
          <p:nvPr/>
        </p:nvGrpSpPr>
        <p:grpSpPr>
          <a:xfrm>
            <a:off x="9454980" y="884026"/>
            <a:ext cx="239780" cy="238980"/>
            <a:chOff x="995634" y="2254797"/>
            <a:chExt cx="728816" cy="726382"/>
          </a:xfrm>
        </p:grpSpPr>
        <p:sp>
          <p:nvSpPr>
            <p:cNvPr id="3304" name="Google Shape;3304;g3cf02dd855a_0_1899"/>
            <p:cNvSpPr/>
            <p:nvPr/>
          </p:nvSpPr>
          <p:spPr>
            <a:xfrm>
              <a:off x="995634" y="2797579"/>
              <a:ext cx="183300" cy="183600"/>
            </a:xfrm>
            <a:prstGeom prst="ellipse">
              <a:avLst/>
            </a:prstGeom>
            <a:noFill/>
            <a:ln w="9525" cap="rnd" cmpd="sng">
              <a:solidFill>
                <a:srgbClr val="43D3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g3cf02dd855a_0_1899"/>
            <p:cNvSpPr/>
            <p:nvPr/>
          </p:nvSpPr>
          <p:spPr>
            <a:xfrm>
              <a:off x="1153528" y="2254797"/>
              <a:ext cx="570922" cy="571048"/>
            </a:xfrm>
            <a:custGeom>
              <a:avLst/>
              <a:gdLst/>
              <a:ahLst/>
              <a:cxnLst/>
              <a:rect l="l" t="t" r="r" b="b"/>
              <a:pathLst>
                <a:path w="570922" h="571048" extrusionOk="0">
                  <a:moveTo>
                    <a:pt x="570923" y="0"/>
                  </a:moveTo>
                  <a:lnTo>
                    <a:pt x="0" y="571049"/>
                  </a:lnTo>
                </a:path>
              </a:pathLst>
            </a:custGeom>
            <a:noFill/>
            <a:ln w="9525" cap="rnd" cmpd="sng">
              <a:solidFill>
                <a:srgbClr val="43D3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g3cf02dd855a_0_1899"/>
            <p:cNvSpPr/>
            <p:nvPr/>
          </p:nvSpPr>
          <p:spPr>
            <a:xfrm>
              <a:off x="1517252" y="2254797"/>
              <a:ext cx="207198" cy="207310"/>
            </a:xfrm>
            <a:custGeom>
              <a:avLst/>
              <a:gdLst/>
              <a:ahLst/>
              <a:cxnLst/>
              <a:rect l="l" t="t" r="r" b="b"/>
              <a:pathLst>
                <a:path w="207198" h="207310" extrusionOk="0">
                  <a:moveTo>
                    <a:pt x="207198" y="207311"/>
                  </a:moveTo>
                  <a:lnTo>
                    <a:pt x="207198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43D3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7" name="Google Shape;3307;g3cf02dd855a_0_1899"/>
          <p:cNvSpPr txBox="1"/>
          <p:nvPr/>
        </p:nvSpPr>
        <p:spPr>
          <a:xfrm>
            <a:off x="9957235" y="355018"/>
            <a:ext cx="394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CCEBF4"/>
                </a:solidFill>
                <a:latin typeface="Arial"/>
                <a:ea typeface="Arial"/>
                <a:cs typeface="Arial"/>
                <a:sym typeface="Arial"/>
              </a:rPr>
              <a:t>VCF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8" name="Google Shape;3308;g3cf02dd855a_0_1899"/>
          <p:cNvGrpSpPr/>
          <p:nvPr/>
        </p:nvGrpSpPr>
        <p:grpSpPr>
          <a:xfrm>
            <a:off x="9621075" y="571651"/>
            <a:ext cx="239780" cy="238980"/>
            <a:chOff x="995634" y="2254797"/>
            <a:chExt cx="728816" cy="726382"/>
          </a:xfrm>
        </p:grpSpPr>
        <p:sp>
          <p:nvSpPr>
            <p:cNvPr id="3309" name="Google Shape;3309;g3cf02dd855a_0_1899"/>
            <p:cNvSpPr/>
            <p:nvPr/>
          </p:nvSpPr>
          <p:spPr>
            <a:xfrm>
              <a:off x="995634" y="2797579"/>
              <a:ext cx="183300" cy="183600"/>
            </a:xfrm>
            <a:prstGeom prst="ellipse">
              <a:avLst/>
            </a:prstGeom>
            <a:noFill/>
            <a:ln w="9525" cap="rnd" cmpd="sng">
              <a:solidFill>
                <a:srgbClr val="00A1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0" name="Google Shape;3310;g3cf02dd855a_0_1899"/>
            <p:cNvSpPr/>
            <p:nvPr/>
          </p:nvSpPr>
          <p:spPr>
            <a:xfrm>
              <a:off x="1153528" y="2254797"/>
              <a:ext cx="570922" cy="571048"/>
            </a:xfrm>
            <a:custGeom>
              <a:avLst/>
              <a:gdLst/>
              <a:ahLst/>
              <a:cxnLst/>
              <a:rect l="l" t="t" r="r" b="b"/>
              <a:pathLst>
                <a:path w="570922" h="571048" extrusionOk="0">
                  <a:moveTo>
                    <a:pt x="570923" y="0"/>
                  </a:moveTo>
                  <a:lnTo>
                    <a:pt x="0" y="571049"/>
                  </a:lnTo>
                </a:path>
              </a:pathLst>
            </a:custGeom>
            <a:noFill/>
            <a:ln w="9525" cap="rnd" cmpd="sng">
              <a:solidFill>
                <a:srgbClr val="00A1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1" name="Google Shape;3311;g3cf02dd855a_0_1899"/>
            <p:cNvSpPr/>
            <p:nvPr/>
          </p:nvSpPr>
          <p:spPr>
            <a:xfrm>
              <a:off x="1517252" y="2254797"/>
              <a:ext cx="207198" cy="207310"/>
            </a:xfrm>
            <a:custGeom>
              <a:avLst/>
              <a:gdLst/>
              <a:ahLst/>
              <a:cxnLst/>
              <a:rect l="l" t="t" r="r" b="b"/>
              <a:pathLst>
                <a:path w="207198" h="207310" extrusionOk="0">
                  <a:moveTo>
                    <a:pt x="207198" y="207311"/>
                  </a:moveTo>
                  <a:lnTo>
                    <a:pt x="207198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00A1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g3cf02dd855a_0_1940"/>
          <p:cNvSpPr txBox="1">
            <a:spLocks noGrp="1"/>
          </p:cNvSpPr>
          <p:nvPr>
            <p:ph type="title"/>
          </p:nvPr>
        </p:nvSpPr>
        <p:spPr>
          <a:xfrm>
            <a:off x="589107" y="3103200"/>
            <a:ext cx="65880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What’s New in Upgrade for 9.1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cf02dd855a_0_194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What’s New in Upgrades for VCF 9.1</a:t>
            </a:r>
            <a:endParaRPr/>
          </a:p>
        </p:txBody>
      </p:sp>
      <p:graphicFrame>
        <p:nvGraphicFramePr>
          <p:cNvPr id="3322" name="Google Shape;3322;g3cf02dd855a_0_1944"/>
          <p:cNvGraphicFramePr/>
          <p:nvPr/>
        </p:nvGraphicFramePr>
        <p:xfrm>
          <a:off x="579808" y="114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{F31611E4-AF4E-4D40-9099-77E1F3276360}</a:tableStyleId>
              </a:tblPr>
              <a:tblGrid>
                <a:gridCol w="57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Topic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9.0.x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9.1.x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NSX Convert and Import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✔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✔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NSX Federation Support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✔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✔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Can Upgrade Operations, Automation, Operations for Networks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✔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✔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NSX Bare Metal Edges nodes are supported Import and Convert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✘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✔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New VCF Management Services will be deployed during upgrade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✘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✔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VCF Operations Fleet Management is a Service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✘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✔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VCF Operations for Logs is a Service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✘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✔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VIDB deployed Day 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✘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✔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g3cf02dd855a_0_194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br>
              <a:rPr lang="en-US"/>
            </a:br>
            <a:r>
              <a:rPr lang="en-US"/>
              <a:t>VCF 9.1Upgrade Considerations</a:t>
            </a:r>
            <a:endParaRPr/>
          </a:p>
        </p:txBody>
      </p:sp>
      <p:sp>
        <p:nvSpPr>
          <p:cNvPr id="3328" name="Google Shape;3328;g3cf02dd855a_0_1949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9" name="Google Shape;3329;g3cf02dd855a_0_1949"/>
          <p:cNvSpPr/>
          <p:nvPr/>
        </p:nvSpPr>
        <p:spPr>
          <a:xfrm>
            <a:off x="4073750" y="1094889"/>
            <a:ext cx="75447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 Supported in 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0" name="Google Shape;3330;g3cf02dd855a_0_1949"/>
          <p:cNvSpPr/>
          <p:nvPr/>
        </p:nvSpPr>
        <p:spPr>
          <a:xfrm rot="10800000">
            <a:off x="4081415" y="1565705"/>
            <a:ext cx="7527600" cy="2045400"/>
          </a:xfrm>
          <a:prstGeom prst="roundRect">
            <a:avLst>
              <a:gd name="adj" fmla="val 2438"/>
            </a:avLst>
          </a:prstGeom>
          <a:gradFill>
            <a:gsLst>
              <a:gs pos="0">
                <a:srgbClr val="0098C7">
                  <a:alpha val="13725"/>
                </a:srgbClr>
              </a:gs>
              <a:gs pos="100000">
                <a:srgbClr val="0098C7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1" name="Google Shape;3331;g3cf02dd855a_0_1949"/>
          <p:cNvSpPr/>
          <p:nvPr/>
        </p:nvSpPr>
        <p:spPr>
          <a:xfrm>
            <a:off x="579809" y="1094889"/>
            <a:ext cx="3416700" cy="471000"/>
          </a:xfrm>
          <a:prstGeom prst="roundRect">
            <a:avLst>
              <a:gd name="adj" fmla="val 9849"/>
            </a:avLst>
          </a:prstGeom>
          <a:gradFill>
            <a:gsLst>
              <a:gs pos="0">
                <a:schemeClr val="accent2"/>
              </a:gs>
              <a:gs pos="85000">
                <a:schemeClr val="accent5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50" tIns="45625" rIns="9125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2" name="Google Shape;3332;g3cf02dd855a_0_1949"/>
          <p:cNvSpPr/>
          <p:nvPr/>
        </p:nvSpPr>
        <p:spPr>
          <a:xfrm rot="10800000">
            <a:off x="579957" y="1565705"/>
            <a:ext cx="3408900" cy="2045400"/>
          </a:xfrm>
          <a:prstGeom prst="roundRect">
            <a:avLst>
              <a:gd name="adj" fmla="val 2397"/>
            </a:avLst>
          </a:prstGeom>
          <a:gradFill>
            <a:gsLst>
              <a:gs pos="0">
                <a:srgbClr val="6C4B94">
                  <a:alpha val="14117"/>
                </a:srgbClr>
              </a:gs>
              <a:gs pos="100000">
                <a:srgbClr val="6C4B9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3" name="Google Shape;3333;g3cf02dd855a_0_1949"/>
          <p:cNvSpPr txBox="1"/>
          <p:nvPr/>
        </p:nvSpPr>
        <p:spPr>
          <a:xfrm>
            <a:off x="657000" y="1762934"/>
            <a:ext cx="314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Enhanced Linked Mode (ELM)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4" name="Google Shape;3334;g3cf02dd855a_0_1949"/>
          <p:cNvSpPr txBox="1"/>
          <p:nvPr/>
        </p:nvSpPr>
        <p:spPr>
          <a:xfrm>
            <a:off x="4291340" y="1713048"/>
            <a:ext cx="622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73050" marR="0" lvl="0" indent="-2206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Customers with vSphere only will need to upgrade all vCenters in ELM Ring to 9.0 then break ELM.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3050" marR="0" lvl="0" indent="-2206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Customers with vSphere and NSX will need to break Converge or Import vCenter away from ELM Ring.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5" name="Google Shape;3335;g3cf02dd855a_0_1949"/>
          <p:cNvSpPr txBox="1"/>
          <p:nvPr/>
        </p:nvSpPr>
        <p:spPr>
          <a:xfrm>
            <a:off x="696661" y="2913465"/>
            <a:ext cx="314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VXRail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6" name="Google Shape;3336;g3cf02dd855a_0_1949"/>
          <p:cNvSpPr txBox="1"/>
          <p:nvPr/>
        </p:nvSpPr>
        <p:spPr>
          <a:xfrm>
            <a:off x="4170981" y="2863579"/>
            <a:ext cx="69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7187" marR="0" lvl="0" indent="-19843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VXRail is supported to be upgraded in 9.1 release for existing VCF Customers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7" marR="0" lvl="0" indent="-19843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VXRail is not supported to be upgraded for vSphere Customers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7" name="Google Shape;3337;g3cf02dd855a_0_1949"/>
          <p:cNvCxnSpPr/>
          <p:nvPr/>
        </p:nvCxnSpPr>
        <p:spPr>
          <a:xfrm>
            <a:off x="579808" y="2776724"/>
            <a:ext cx="34092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38" name="Google Shape;3338;g3cf02dd855a_0_1949"/>
          <p:cNvCxnSpPr/>
          <p:nvPr/>
        </p:nvCxnSpPr>
        <p:spPr>
          <a:xfrm>
            <a:off x="4081447" y="2776724"/>
            <a:ext cx="752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3" name="Google Shape;3343;g3cf02dd855a_0_1964"/>
          <p:cNvSpPr txBox="1">
            <a:spLocks noGrp="1"/>
          </p:cNvSpPr>
          <p:nvPr>
            <p:ph type="title"/>
          </p:nvPr>
        </p:nvSpPr>
        <p:spPr>
          <a:xfrm>
            <a:off x="589107" y="2891733"/>
            <a:ext cx="6588000" cy="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VCF Upgrade </a:t>
            </a:r>
            <a:br>
              <a:rPr lang="en-US"/>
            </a:br>
            <a:r>
              <a:rPr lang="en-US"/>
              <a:t>Most Common Scenarios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g3cf02dd855a_0_1968"/>
          <p:cNvSpPr txBox="1">
            <a:spLocks noGrp="1"/>
          </p:cNvSpPr>
          <p:nvPr>
            <p:ph type="title"/>
          </p:nvPr>
        </p:nvSpPr>
        <p:spPr>
          <a:xfrm>
            <a:off x="259713" y="2891733"/>
            <a:ext cx="7246800" cy="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vSphere 8.x with or without Ops to vSphere 8.x + VCF Operations 9.1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3" name="Google Shape;3353;g3cf02dd855a_0_197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092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Minimum Supported Version for vSphere with or without Operations</a:t>
            </a:r>
            <a:endParaRPr/>
          </a:p>
        </p:txBody>
      </p:sp>
      <p:sp>
        <p:nvSpPr>
          <p:cNvPr id="3354" name="Google Shape;3354;g3cf02dd855a_0_1972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5" name="Google Shape;3355;g3cf02dd855a_0_1972"/>
          <p:cNvSpPr/>
          <p:nvPr/>
        </p:nvSpPr>
        <p:spPr>
          <a:xfrm>
            <a:off x="7330266" y="2397595"/>
            <a:ext cx="3453000" cy="1706100"/>
          </a:xfrm>
          <a:prstGeom prst="roundRect">
            <a:avLst>
              <a:gd name="adj" fmla="val 6911"/>
            </a:avLst>
          </a:prstGeom>
          <a:gradFill>
            <a:gsLst>
              <a:gs pos="0">
                <a:schemeClr val="accent4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vCenter 8.0u3a</a:t>
            </a:r>
            <a:b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Aria Operations 9.1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6" name="Google Shape;3356;g3cf02dd855a_0_1972"/>
          <p:cNvSpPr/>
          <p:nvPr/>
        </p:nvSpPr>
        <p:spPr>
          <a:xfrm>
            <a:off x="1111684" y="1976428"/>
            <a:ext cx="3647400" cy="1165500"/>
          </a:xfrm>
          <a:prstGeom prst="roundRect">
            <a:avLst>
              <a:gd name="adj" fmla="val 6911"/>
            </a:avLst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vCenter 8.0u3a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7" name="Google Shape;3357;g3cf02dd855a_0_1972"/>
          <p:cNvSpPr/>
          <p:nvPr/>
        </p:nvSpPr>
        <p:spPr>
          <a:xfrm>
            <a:off x="1153500" y="3461153"/>
            <a:ext cx="3605700" cy="1165500"/>
          </a:xfrm>
          <a:prstGeom prst="roundRect">
            <a:avLst>
              <a:gd name="adj" fmla="val 6911"/>
            </a:avLst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vCenter 8.0u3a</a:t>
            </a:r>
            <a:b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Aria Operations 8.18x</a:t>
            </a:r>
            <a:endParaRPr sz="17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8" name="Google Shape;3358;g3cf02dd855a_0_1972"/>
          <p:cNvCxnSpPr/>
          <p:nvPr/>
        </p:nvCxnSpPr>
        <p:spPr>
          <a:xfrm>
            <a:off x="5190812" y="2563475"/>
            <a:ext cx="155520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59" name="Google Shape;3359;g3cf02dd855a_0_1972"/>
          <p:cNvCxnSpPr/>
          <p:nvPr/>
        </p:nvCxnSpPr>
        <p:spPr>
          <a:xfrm>
            <a:off x="5190812" y="4033800"/>
            <a:ext cx="155520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60" name="Google Shape;3360;g3cf02dd855a_0_1972"/>
          <p:cNvSpPr txBox="1"/>
          <p:nvPr/>
        </p:nvSpPr>
        <p:spPr>
          <a:xfrm>
            <a:off x="2144647" y="1565799"/>
            <a:ext cx="162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 sz="2000" b="1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1" name="Google Shape;3361;g3cf02dd855a_0_1972"/>
          <p:cNvSpPr txBox="1"/>
          <p:nvPr/>
        </p:nvSpPr>
        <p:spPr>
          <a:xfrm>
            <a:off x="8245093" y="1565799"/>
            <a:ext cx="162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Future State</a:t>
            </a:r>
            <a:endParaRPr sz="2000" b="1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2" name="Google Shape;3362;g3cf02dd855a_0_1972"/>
          <p:cNvSpPr/>
          <p:nvPr/>
        </p:nvSpPr>
        <p:spPr>
          <a:xfrm>
            <a:off x="1153500" y="5335963"/>
            <a:ext cx="9629700" cy="743400"/>
          </a:xfrm>
          <a:prstGeom prst="roundRect">
            <a:avLst>
              <a:gd name="adj" fmla="val 9790"/>
            </a:avLst>
          </a:prstGeom>
          <a:solidFill>
            <a:srgbClr val="F3FBFD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375" tIns="91375" rIns="91375" bIns="91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Upgrade Path: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200"/>
              <a:buFont typeface="Calibri"/>
              <a:buChar char="●"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Maintain vCenter 8.0u3a while upgrading Aria Operations from 8.18.x to 9.1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7" name="Google Shape;3367;g3cf02dd855a_0_198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092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9.1 New Feature</a:t>
            </a:r>
            <a:endParaRPr/>
          </a:p>
        </p:txBody>
      </p:sp>
      <p:sp>
        <p:nvSpPr>
          <p:cNvPr id="3368" name="Google Shape;3368;g3cf02dd855a_0_1985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9" name="Google Shape;3369;g3cf02dd855a_0_1985"/>
          <p:cNvSpPr/>
          <p:nvPr/>
        </p:nvSpPr>
        <p:spPr>
          <a:xfrm>
            <a:off x="4073750" y="1094889"/>
            <a:ext cx="75447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New Support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0" name="Google Shape;3370;g3cf02dd855a_0_1985"/>
          <p:cNvSpPr/>
          <p:nvPr/>
        </p:nvSpPr>
        <p:spPr>
          <a:xfrm rot="10800000">
            <a:off x="4081415" y="1565700"/>
            <a:ext cx="7527600" cy="1148700"/>
          </a:xfrm>
          <a:prstGeom prst="roundRect">
            <a:avLst>
              <a:gd name="adj" fmla="val 6826"/>
            </a:avLst>
          </a:prstGeom>
          <a:gradFill>
            <a:gsLst>
              <a:gs pos="0">
                <a:srgbClr val="0098C7">
                  <a:alpha val="13725"/>
                </a:srgbClr>
              </a:gs>
              <a:gs pos="100000">
                <a:srgbClr val="0098C7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1" name="Google Shape;3371;g3cf02dd855a_0_1985"/>
          <p:cNvSpPr/>
          <p:nvPr/>
        </p:nvSpPr>
        <p:spPr>
          <a:xfrm>
            <a:off x="579809" y="1094889"/>
            <a:ext cx="3416700" cy="471000"/>
          </a:xfrm>
          <a:prstGeom prst="roundRect">
            <a:avLst>
              <a:gd name="adj" fmla="val 9849"/>
            </a:avLst>
          </a:prstGeom>
          <a:gradFill>
            <a:gsLst>
              <a:gs pos="0">
                <a:schemeClr val="accent2"/>
              </a:gs>
              <a:gs pos="85000">
                <a:schemeClr val="accent5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50" tIns="45625" rIns="9125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2" name="Google Shape;3372;g3cf02dd855a_0_1985"/>
          <p:cNvSpPr/>
          <p:nvPr/>
        </p:nvSpPr>
        <p:spPr>
          <a:xfrm rot="10800000">
            <a:off x="579957" y="1565700"/>
            <a:ext cx="3408900" cy="1148700"/>
          </a:xfrm>
          <a:prstGeom prst="roundRect">
            <a:avLst>
              <a:gd name="adj" fmla="val 6158"/>
            </a:avLst>
          </a:prstGeom>
          <a:gradFill>
            <a:gsLst>
              <a:gs pos="0">
                <a:srgbClr val="6C4B94">
                  <a:alpha val="14117"/>
                </a:srgbClr>
              </a:gs>
              <a:gs pos="100000">
                <a:srgbClr val="6C4B9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3" name="Google Shape;3373;g3cf02dd855a_0_1985"/>
          <p:cNvSpPr txBox="1"/>
          <p:nvPr/>
        </p:nvSpPr>
        <p:spPr>
          <a:xfrm>
            <a:off x="657000" y="1762934"/>
            <a:ext cx="314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4" name="Google Shape;3374;g3cf02dd855a_0_1985"/>
          <p:cNvSpPr txBox="1"/>
          <p:nvPr/>
        </p:nvSpPr>
        <p:spPr>
          <a:xfrm>
            <a:off x="4125736" y="1713048"/>
            <a:ext cx="7218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VCF Operations is licensed with BSC, customers will have the ability to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replace passwords and certificates for none VCF instances vCenters and hosts. </a:t>
            </a:r>
            <a:b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done as a standalone vCenter in 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" name="Google Shape;3379;g3cf02dd855a_0_199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092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vSphere 8.x with or without Ops to VCF Operations 9.1</a:t>
            </a:r>
            <a:endParaRPr/>
          </a:p>
        </p:txBody>
      </p:sp>
      <p:sp>
        <p:nvSpPr>
          <p:cNvPr id="3380" name="Google Shape;3380;g3cf02dd855a_0_1996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1" name="Google Shape;3381;g3cf02dd855a_0_1996"/>
          <p:cNvSpPr/>
          <p:nvPr/>
        </p:nvSpPr>
        <p:spPr>
          <a:xfrm>
            <a:off x="3054662" y="1094889"/>
            <a:ext cx="48531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IP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2" name="Google Shape;3382;g3cf02dd855a_0_1996"/>
          <p:cNvSpPr/>
          <p:nvPr/>
        </p:nvSpPr>
        <p:spPr>
          <a:xfrm rot="10800000">
            <a:off x="3062347" y="1565834"/>
            <a:ext cx="4842300" cy="837300"/>
          </a:xfrm>
          <a:prstGeom prst="roundRect">
            <a:avLst>
              <a:gd name="adj" fmla="val 6826"/>
            </a:avLst>
          </a:prstGeom>
          <a:gradFill>
            <a:gsLst>
              <a:gs pos="0">
                <a:srgbClr val="0098C7">
                  <a:alpha val="13725"/>
                </a:srgbClr>
              </a:gs>
              <a:gs pos="100000">
                <a:srgbClr val="0098C7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3" name="Google Shape;3383;g3cf02dd855a_0_1996"/>
          <p:cNvSpPr/>
          <p:nvPr/>
        </p:nvSpPr>
        <p:spPr>
          <a:xfrm>
            <a:off x="579810" y="1094889"/>
            <a:ext cx="2403000" cy="471000"/>
          </a:xfrm>
          <a:prstGeom prst="roundRect">
            <a:avLst>
              <a:gd name="adj" fmla="val 9849"/>
            </a:avLst>
          </a:prstGeom>
          <a:gradFill>
            <a:gsLst>
              <a:gs pos="0">
                <a:schemeClr val="accent2"/>
              </a:gs>
              <a:gs pos="85000">
                <a:schemeClr val="accent5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50" tIns="45625" rIns="9125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Components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4" name="Google Shape;3384;g3cf02dd855a_0_1996"/>
          <p:cNvSpPr/>
          <p:nvPr/>
        </p:nvSpPr>
        <p:spPr>
          <a:xfrm rot="10800000">
            <a:off x="579866" y="1565834"/>
            <a:ext cx="2397600" cy="837300"/>
          </a:xfrm>
          <a:prstGeom prst="roundRect">
            <a:avLst>
              <a:gd name="adj" fmla="val 6158"/>
            </a:avLst>
          </a:prstGeom>
          <a:gradFill>
            <a:gsLst>
              <a:gs pos="0">
                <a:srgbClr val="6C4B94">
                  <a:alpha val="14117"/>
                </a:srgbClr>
              </a:gs>
              <a:gs pos="100000">
                <a:srgbClr val="6C4B9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5" name="Google Shape;3385;g3cf02dd855a_0_1996"/>
          <p:cNvSpPr txBox="1"/>
          <p:nvPr/>
        </p:nvSpPr>
        <p:spPr>
          <a:xfrm>
            <a:off x="657000" y="1762934"/>
            <a:ext cx="232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License Server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6" name="Google Shape;3386;g3cf02dd855a_0_1996"/>
          <p:cNvSpPr txBox="1"/>
          <p:nvPr/>
        </p:nvSpPr>
        <p:spPr>
          <a:xfrm>
            <a:off x="3143782" y="1713048"/>
            <a:ext cx="50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7" name="Google Shape;3387;g3cf02dd855a_0_1996"/>
          <p:cNvSpPr/>
          <p:nvPr/>
        </p:nvSpPr>
        <p:spPr>
          <a:xfrm>
            <a:off x="7992780" y="1094889"/>
            <a:ext cx="33513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1"/>
              </a:gs>
              <a:gs pos="51000">
                <a:schemeClr val="accent1"/>
              </a:gs>
              <a:gs pos="100000">
                <a:schemeClr val="accent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DNS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8" name="Google Shape;3388;g3cf02dd855a_0_1996"/>
          <p:cNvSpPr/>
          <p:nvPr/>
        </p:nvSpPr>
        <p:spPr>
          <a:xfrm rot="10800000">
            <a:off x="8000418" y="1565834"/>
            <a:ext cx="3343800" cy="837300"/>
          </a:xfrm>
          <a:prstGeom prst="roundRect">
            <a:avLst>
              <a:gd name="adj" fmla="val 4298"/>
            </a:avLst>
          </a:prstGeom>
          <a:gradFill>
            <a:gsLst>
              <a:gs pos="0">
                <a:srgbClr val="61A60E">
                  <a:alpha val="14117"/>
                </a:srgbClr>
              </a:gs>
              <a:gs pos="100000">
                <a:srgbClr val="61A60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9" name="Google Shape;3389;g3cf02dd855a_0_1996"/>
          <p:cNvSpPr txBox="1"/>
          <p:nvPr/>
        </p:nvSpPr>
        <p:spPr>
          <a:xfrm>
            <a:off x="8108747" y="1713048"/>
            <a:ext cx="88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4" name="Google Shape;3394;g3cf02dd855a_0_2010"/>
          <p:cNvSpPr txBox="1">
            <a:spLocks noGrp="1"/>
          </p:cNvSpPr>
          <p:nvPr>
            <p:ph type="title"/>
          </p:nvPr>
        </p:nvSpPr>
        <p:spPr>
          <a:xfrm>
            <a:off x="579800" y="412750"/>
            <a:ext cx="11478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vSphere 8.x with or without Ops to vSphere 8.x + VCF Operations 9.1</a:t>
            </a:r>
            <a:endParaRPr/>
          </a:p>
        </p:txBody>
      </p:sp>
      <p:sp>
        <p:nvSpPr>
          <p:cNvPr id="3395" name="Google Shape;3395;g3cf02dd855a_0_2010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6" name="Google Shape;3396;g3cf02dd855a_0_2010"/>
          <p:cNvSpPr/>
          <p:nvPr/>
        </p:nvSpPr>
        <p:spPr>
          <a:xfrm>
            <a:off x="360051" y="2128063"/>
            <a:ext cx="860100" cy="348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7" name="Google Shape;3397;g3cf02dd855a_0_2010"/>
          <p:cNvSpPr/>
          <p:nvPr/>
        </p:nvSpPr>
        <p:spPr>
          <a:xfrm>
            <a:off x="1705714" y="1572849"/>
            <a:ext cx="2613900" cy="1459200"/>
          </a:xfrm>
          <a:prstGeom prst="roundRect">
            <a:avLst>
              <a:gd name="adj" fmla="val 4281"/>
            </a:avLst>
          </a:prstGeom>
          <a:gradFill>
            <a:gsLst>
              <a:gs pos="0">
                <a:srgbClr val="E7F4F7"/>
              </a:gs>
              <a:gs pos="68000">
                <a:schemeClr val="lt1"/>
              </a:gs>
              <a:gs pos="100000">
                <a:srgbClr val="E7F4F7"/>
              </a:gs>
            </a:gsLst>
            <a:lin ang="14999920" scaled="0"/>
          </a:gradFill>
          <a:ln w="9525" cap="flat" cmpd="sng">
            <a:solidFill>
              <a:schemeClr val="accent2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8" name="Google Shape;3398;g3cf02dd855a_0_2010">
            <a:hlinkClick r:id="rId3"/>
          </p:cNvPr>
          <p:cNvSpPr/>
          <p:nvPr/>
        </p:nvSpPr>
        <p:spPr>
          <a:xfrm>
            <a:off x="1851173" y="2017525"/>
            <a:ext cx="2262600" cy="758400"/>
          </a:xfrm>
          <a:prstGeom prst="roundRect">
            <a:avLst>
              <a:gd name="adj" fmla="val 8626"/>
            </a:avLst>
          </a:prstGeom>
          <a:gradFill>
            <a:gsLst>
              <a:gs pos="0">
                <a:schemeClr val="accent2"/>
              </a:gs>
              <a:gs pos="43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Install VCF Operations 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9" name="Google Shape;3399;g3cf02dd855a_0_2010"/>
          <p:cNvSpPr txBox="1"/>
          <p:nvPr/>
        </p:nvSpPr>
        <p:spPr>
          <a:xfrm>
            <a:off x="2077733" y="1650159"/>
            <a:ext cx="18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Install Aria Operations</a:t>
            </a:r>
            <a:endParaRPr sz="12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0" name="Google Shape;3400;g3cf02dd855a_0_2010"/>
          <p:cNvSpPr/>
          <p:nvPr/>
        </p:nvSpPr>
        <p:spPr>
          <a:xfrm>
            <a:off x="4700960" y="1572849"/>
            <a:ext cx="2613900" cy="1459200"/>
          </a:xfrm>
          <a:prstGeom prst="roundRect">
            <a:avLst>
              <a:gd name="adj" fmla="val 4281"/>
            </a:avLst>
          </a:prstGeom>
          <a:gradFill>
            <a:gsLst>
              <a:gs pos="0">
                <a:srgbClr val="E7F4F7"/>
              </a:gs>
              <a:gs pos="68000">
                <a:schemeClr val="lt1"/>
              </a:gs>
              <a:gs pos="100000">
                <a:srgbClr val="E7F4F7"/>
              </a:gs>
            </a:gsLst>
            <a:lin ang="14999920" scaled="0"/>
          </a:gradFill>
          <a:ln w="9525" cap="flat" cmpd="sng">
            <a:solidFill>
              <a:schemeClr val="accent2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1" name="Google Shape;3401;g3cf02dd855a_0_2010">
            <a:hlinkClick r:id="rId3"/>
          </p:cNvPr>
          <p:cNvSpPr/>
          <p:nvPr/>
        </p:nvSpPr>
        <p:spPr>
          <a:xfrm>
            <a:off x="4876647" y="2017525"/>
            <a:ext cx="2262600" cy="758400"/>
          </a:xfrm>
          <a:prstGeom prst="roundRect">
            <a:avLst>
              <a:gd name="adj" fmla="val 8626"/>
            </a:avLst>
          </a:prstGeom>
          <a:gradFill>
            <a:gsLst>
              <a:gs pos="0">
                <a:schemeClr val="accent2"/>
              </a:gs>
              <a:gs pos="43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License VCF Operations 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2" name="Google Shape;3402;g3cf02dd855a_0_2010"/>
          <p:cNvSpPr txBox="1"/>
          <p:nvPr/>
        </p:nvSpPr>
        <p:spPr>
          <a:xfrm>
            <a:off x="4835505" y="1668291"/>
            <a:ext cx="2319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License VCF Operations 9.1</a:t>
            </a:r>
            <a:endParaRPr sz="12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3" name="Google Shape;3403;g3cf02dd855a_0_2010"/>
          <p:cNvSpPr/>
          <p:nvPr/>
        </p:nvSpPr>
        <p:spPr>
          <a:xfrm>
            <a:off x="7771840" y="1572849"/>
            <a:ext cx="2613900" cy="1459200"/>
          </a:xfrm>
          <a:prstGeom prst="roundRect">
            <a:avLst>
              <a:gd name="adj" fmla="val 4281"/>
            </a:avLst>
          </a:prstGeom>
          <a:gradFill>
            <a:gsLst>
              <a:gs pos="0">
                <a:srgbClr val="E7F4F7"/>
              </a:gs>
              <a:gs pos="68000">
                <a:schemeClr val="lt1"/>
              </a:gs>
              <a:gs pos="100000">
                <a:srgbClr val="E7F4F7"/>
              </a:gs>
            </a:gsLst>
            <a:lin ang="14999920" scaled="0"/>
          </a:gradFill>
          <a:ln w="9525" cap="flat" cmpd="sng">
            <a:solidFill>
              <a:schemeClr val="accent2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4" name="Google Shape;3404;g3cf02dd855a_0_2010">
            <a:hlinkClick r:id="rId3"/>
          </p:cNvPr>
          <p:cNvSpPr/>
          <p:nvPr/>
        </p:nvSpPr>
        <p:spPr>
          <a:xfrm>
            <a:off x="7947527" y="2017525"/>
            <a:ext cx="2262600" cy="758400"/>
          </a:xfrm>
          <a:prstGeom prst="roundRect">
            <a:avLst>
              <a:gd name="adj" fmla="val 8626"/>
            </a:avLst>
          </a:prstGeom>
          <a:gradFill>
            <a:gsLst>
              <a:gs pos="0">
                <a:schemeClr val="accent2"/>
              </a:gs>
              <a:gs pos="43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8.0u3a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5" name="Google Shape;3405;g3cf02dd855a_0_2010"/>
          <p:cNvSpPr txBox="1"/>
          <p:nvPr/>
        </p:nvSpPr>
        <p:spPr>
          <a:xfrm>
            <a:off x="7834402" y="1650159"/>
            <a:ext cx="2488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vSphere 8.0u3a – no change</a:t>
            </a:r>
            <a:endParaRPr sz="12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6" name="Google Shape;3406;g3cf02dd855a_0_2010"/>
          <p:cNvSpPr/>
          <p:nvPr/>
        </p:nvSpPr>
        <p:spPr>
          <a:xfrm>
            <a:off x="10971190" y="2128063"/>
            <a:ext cx="860100" cy="348600"/>
          </a:xfrm>
          <a:prstGeom prst="roundRect">
            <a:avLst>
              <a:gd name="adj" fmla="val 50000"/>
            </a:avLst>
          </a:prstGeom>
          <a:solidFill>
            <a:srgbClr val="E68C28"/>
          </a:soli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7" name="Google Shape;3407;g3cf02dd855a_0_2010"/>
          <p:cNvCxnSpPr>
            <a:stCxn id="3396" idx="3"/>
            <a:endCxn id="3397" idx="1"/>
          </p:cNvCxnSpPr>
          <p:nvPr/>
        </p:nvCxnSpPr>
        <p:spPr>
          <a:xfrm>
            <a:off x="1220151" y="2302363"/>
            <a:ext cx="4857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08" name="Google Shape;3408;g3cf02dd855a_0_2010"/>
          <p:cNvCxnSpPr>
            <a:stCxn id="3397" idx="3"/>
            <a:endCxn id="3400" idx="1"/>
          </p:cNvCxnSpPr>
          <p:nvPr/>
        </p:nvCxnSpPr>
        <p:spPr>
          <a:xfrm>
            <a:off x="4319614" y="2302449"/>
            <a:ext cx="3813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09" name="Google Shape;3409;g3cf02dd855a_0_2010"/>
          <p:cNvCxnSpPr>
            <a:stCxn id="3400" idx="3"/>
            <a:endCxn id="3403" idx="1"/>
          </p:cNvCxnSpPr>
          <p:nvPr/>
        </p:nvCxnSpPr>
        <p:spPr>
          <a:xfrm>
            <a:off x="7314860" y="2302449"/>
            <a:ext cx="4569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10" name="Google Shape;3410;g3cf02dd855a_0_2010"/>
          <p:cNvCxnSpPr>
            <a:stCxn id="3403" idx="3"/>
            <a:endCxn id="3406" idx="1"/>
          </p:cNvCxnSpPr>
          <p:nvPr/>
        </p:nvCxnSpPr>
        <p:spPr>
          <a:xfrm>
            <a:off x="10385740" y="2302449"/>
            <a:ext cx="585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11" name="Google Shape;3411;g3cf02dd855a_0_2010"/>
          <p:cNvSpPr/>
          <p:nvPr/>
        </p:nvSpPr>
        <p:spPr>
          <a:xfrm>
            <a:off x="329823" y="4301978"/>
            <a:ext cx="860100" cy="348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2" name="Google Shape;3412;g3cf02dd855a_0_2010"/>
          <p:cNvSpPr/>
          <p:nvPr/>
        </p:nvSpPr>
        <p:spPr>
          <a:xfrm>
            <a:off x="1675486" y="3667520"/>
            <a:ext cx="2613900" cy="1617600"/>
          </a:xfrm>
          <a:prstGeom prst="roundRect">
            <a:avLst>
              <a:gd name="adj" fmla="val 4281"/>
            </a:avLst>
          </a:prstGeom>
          <a:gradFill>
            <a:gsLst>
              <a:gs pos="0">
                <a:srgbClr val="E7F4F7"/>
              </a:gs>
              <a:gs pos="68000">
                <a:schemeClr val="lt1"/>
              </a:gs>
              <a:gs pos="100000">
                <a:srgbClr val="E7F4F7"/>
              </a:gs>
            </a:gsLst>
            <a:lin ang="14999920" scaled="0"/>
          </a:gradFill>
          <a:ln w="9525" cap="flat" cmpd="sng">
            <a:solidFill>
              <a:schemeClr val="accent2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3" name="Google Shape;3413;g3cf02dd855a_0_2010">
            <a:hlinkClick r:id="rId3"/>
          </p:cNvPr>
          <p:cNvSpPr/>
          <p:nvPr/>
        </p:nvSpPr>
        <p:spPr>
          <a:xfrm>
            <a:off x="1851173" y="4050869"/>
            <a:ext cx="2262600" cy="1009500"/>
          </a:xfrm>
          <a:prstGeom prst="roundRect">
            <a:avLst>
              <a:gd name="adj" fmla="val 8626"/>
            </a:avLst>
          </a:prstGeom>
          <a:gradFill>
            <a:gsLst>
              <a:gs pos="0">
                <a:schemeClr val="accent2"/>
              </a:gs>
              <a:gs pos="43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Upgrade Aria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8.18.x to VCF Operations 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4" name="Google Shape;3414;g3cf02dd855a_0_2010"/>
          <p:cNvSpPr txBox="1"/>
          <p:nvPr/>
        </p:nvSpPr>
        <p:spPr>
          <a:xfrm>
            <a:off x="1851173" y="3734224"/>
            <a:ext cx="2262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Upgrade Aria Operations</a:t>
            </a:r>
            <a:endParaRPr sz="12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5" name="Google Shape;3415;g3cf02dd855a_0_2010"/>
          <p:cNvSpPr/>
          <p:nvPr/>
        </p:nvSpPr>
        <p:spPr>
          <a:xfrm>
            <a:off x="4670732" y="3667520"/>
            <a:ext cx="2613900" cy="1617600"/>
          </a:xfrm>
          <a:prstGeom prst="roundRect">
            <a:avLst>
              <a:gd name="adj" fmla="val 4281"/>
            </a:avLst>
          </a:prstGeom>
          <a:gradFill>
            <a:gsLst>
              <a:gs pos="0">
                <a:srgbClr val="E7F4F7"/>
              </a:gs>
              <a:gs pos="68000">
                <a:schemeClr val="lt1"/>
              </a:gs>
              <a:gs pos="100000">
                <a:srgbClr val="E7F4F7"/>
              </a:gs>
            </a:gsLst>
            <a:lin ang="14999920" scaled="0"/>
          </a:gradFill>
          <a:ln w="9525" cap="flat" cmpd="sng">
            <a:solidFill>
              <a:schemeClr val="accent2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6" name="Google Shape;3416;g3cf02dd855a_0_2010">
            <a:hlinkClick r:id="rId3"/>
          </p:cNvPr>
          <p:cNvSpPr/>
          <p:nvPr/>
        </p:nvSpPr>
        <p:spPr>
          <a:xfrm>
            <a:off x="4898445" y="4058069"/>
            <a:ext cx="2264400" cy="1009500"/>
          </a:xfrm>
          <a:prstGeom prst="roundRect">
            <a:avLst>
              <a:gd name="adj" fmla="val 8626"/>
            </a:avLst>
          </a:prstGeom>
          <a:gradFill>
            <a:gsLst>
              <a:gs pos="0">
                <a:schemeClr val="accent2"/>
              </a:gs>
              <a:gs pos="43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License VCF Operations 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7" name="Google Shape;3417;g3cf02dd855a_0_2010"/>
          <p:cNvSpPr txBox="1"/>
          <p:nvPr/>
        </p:nvSpPr>
        <p:spPr>
          <a:xfrm>
            <a:off x="4805277" y="3743882"/>
            <a:ext cx="2319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License VCF Operations 9.1</a:t>
            </a:r>
            <a:endParaRPr sz="12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8" name="Google Shape;3418;g3cf02dd855a_0_2010"/>
          <p:cNvSpPr/>
          <p:nvPr/>
        </p:nvSpPr>
        <p:spPr>
          <a:xfrm>
            <a:off x="7741612" y="3667520"/>
            <a:ext cx="2613900" cy="1617600"/>
          </a:xfrm>
          <a:prstGeom prst="roundRect">
            <a:avLst>
              <a:gd name="adj" fmla="val 4281"/>
            </a:avLst>
          </a:prstGeom>
          <a:gradFill>
            <a:gsLst>
              <a:gs pos="0">
                <a:srgbClr val="E7F4F7"/>
              </a:gs>
              <a:gs pos="68000">
                <a:schemeClr val="lt1"/>
              </a:gs>
              <a:gs pos="100000">
                <a:srgbClr val="E7F4F7"/>
              </a:gs>
            </a:gsLst>
            <a:lin ang="14999920" scaled="0"/>
          </a:gradFill>
          <a:ln w="9525" cap="flat" cmpd="sng">
            <a:solidFill>
              <a:schemeClr val="accent2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9" name="Google Shape;3419;g3cf02dd855a_0_2010">
            <a:hlinkClick r:id="rId3"/>
          </p:cNvPr>
          <p:cNvSpPr/>
          <p:nvPr/>
        </p:nvSpPr>
        <p:spPr>
          <a:xfrm>
            <a:off x="7947527" y="4050869"/>
            <a:ext cx="2262600" cy="1009500"/>
          </a:xfrm>
          <a:prstGeom prst="roundRect">
            <a:avLst>
              <a:gd name="adj" fmla="val 8626"/>
            </a:avLst>
          </a:prstGeom>
          <a:gradFill>
            <a:gsLst>
              <a:gs pos="0">
                <a:schemeClr val="accent2"/>
              </a:gs>
              <a:gs pos="43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8.0u3a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0" name="Google Shape;3420;g3cf02dd855a_0_2010"/>
          <p:cNvSpPr txBox="1"/>
          <p:nvPr/>
        </p:nvSpPr>
        <p:spPr>
          <a:xfrm>
            <a:off x="7804174" y="3743882"/>
            <a:ext cx="2488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vSphere 8.0u3a – no change</a:t>
            </a:r>
            <a:endParaRPr sz="12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1" name="Google Shape;3421;g3cf02dd855a_0_2010"/>
          <p:cNvSpPr/>
          <p:nvPr/>
        </p:nvSpPr>
        <p:spPr>
          <a:xfrm>
            <a:off x="10940962" y="4301978"/>
            <a:ext cx="860100" cy="348600"/>
          </a:xfrm>
          <a:prstGeom prst="roundRect">
            <a:avLst>
              <a:gd name="adj" fmla="val 50000"/>
            </a:avLst>
          </a:prstGeom>
          <a:solidFill>
            <a:srgbClr val="E68C28"/>
          </a:soli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2" name="Google Shape;3422;g3cf02dd855a_0_2010"/>
          <p:cNvCxnSpPr>
            <a:stCxn id="3411" idx="3"/>
            <a:endCxn id="3412" idx="1"/>
          </p:cNvCxnSpPr>
          <p:nvPr/>
        </p:nvCxnSpPr>
        <p:spPr>
          <a:xfrm>
            <a:off x="1189923" y="4476278"/>
            <a:ext cx="4857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23" name="Google Shape;3423;g3cf02dd855a_0_2010"/>
          <p:cNvCxnSpPr>
            <a:stCxn id="3412" idx="3"/>
            <a:endCxn id="3415" idx="1"/>
          </p:cNvCxnSpPr>
          <p:nvPr/>
        </p:nvCxnSpPr>
        <p:spPr>
          <a:xfrm>
            <a:off x="4289386" y="4476320"/>
            <a:ext cx="3813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24" name="Google Shape;3424;g3cf02dd855a_0_2010"/>
          <p:cNvCxnSpPr>
            <a:stCxn id="3415" idx="3"/>
            <a:endCxn id="3418" idx="1"/>
          </p:cNvCxnSpPr>
          <p:nvPr/>
        </p:nvCxnSpPr>
        <p:spPr>
          <a:xfrm>
            <a:off x="7284632" y="4476320"/>
            <a:ext cx="4569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25" name="Google Shape;3425;g3cf02dd855a_0_2010"/>
          <p:cNvCxnSpPr>
            <a:stCxn id="3418" idx="3"/>
            <a:endCxn id="3421" idx="1"/>
          </p:cNvCxnSpPr>
          <p:nvPr/>
        </p:nvCxnSpPr>
        <p:spPr>
          <a:xfrm>
            <a:off x="10355512" y="4476320"/>
            <a:ext cx="585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3426" name="Google Shape;3426;g3cf02dd855a_0_2010"/>
          <p:cNvGrpSpPr/>
          <p:nvPr/>
        </p:nvGrpSpPr>
        <p:grpSpPr>
          <a:xfrm>
            <a:off x="2836700" y="2062318"/>
            <a:ext cx="300444" cy="307800"/>
            <a:chOff x="2836700" y="2072771"/>
            <a:chExt cx="300444" cy="307800"/>
          </a:xfrm>
        </p:grpSpPr>
        <p:sp>
          <p:nvSpPr>
            <p:cNvPr id="3427" name="Google Shape;3427;g3cf02dd855a_0_2010"/>
            <p:cNvSpPr/>
            <p:nvPr/>
          </p:nvSpPr>
          <p:spPr>
            <a:xfrm>
              <a:off x="2836700" y="2078522"/>
              <a:ext cx="291300" cy="291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1FB5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g3cf02dd855a_0_2010"/>
            <p:cNvSpPr txBox="1"/>
            <p:nvPr/>
          </p:nvSpPr>
          <p:spPr>
            <a:xfrm>
              <a:off x="2845844" y="2072771"/>
              <a:ext cx="291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9" name="Google Shape;3429;g3cf02dd855a_0_2010"/>
          <p:cNvGrpSpPr/>
          <p:nvPr/>
        </p:nvGrpSpPr>
        <p:grpSpPr>
          <a:xfrm>
            <a:off x="5884877" y="2062318"/>
            <a:ext cx="300444" cy="307800"/>
            <a:chOff x="5862174" y="2034981"/>
            <a:chExt cx="300444" cy="307800"/>
          </a:xfrm>
        </p:grpSpPr>
        <p:sp>
          <p:nvSpPr>
            <p:cNvPr id="3430" name="Google Shape;3430;g3cf02dd855a_0_2010"/>
            <p:cNvSpPr/>
            <p:nvPr/>
          </p:nvSpPr>
          <p:spPr>
            <a:xfrm>
              <a:off x="5862174" y="2040732"/>
              <a:ext cx="291300" cy="291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1FB5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1" name="Google Shape;3431;g3cf02dd855a_0_2010"/>
            <p:cNvSpPr txBox="1"/>
            <p:nvPr/>
          </p:nvSpPr>
          <p:spPr>
            <a:xfrm>
              <a:off x="5871318" y="2034981"/>
              <a:ext cx="291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2" name="Google Shape;3432;g3cf02dd855a_0_2010"/>
          <p:cNvGrpSpPr/>
          <p:nvPr/>
        </p:nvGrpSpPr>
        <p:grpSpPr>
          <a:xfrm>
            <a:off x="8933054" y="2062318"/>
            <a:ext cx="300444" cy="307800"/>
            <a:chOff x="5862174" y="2034981"/>
            <a:chExt cx="300444" cy="307800"/>
          </a:xfrm>
        </p:grpSpPr>
        <p:sp>
          <p:nvSpPr>
            <p:cNvPr id="3433" name="Google Shape;3433;g3cf02dd855a_0_2010"/>
            <p:cNvSpPr/>
            <p:nvPr/>
          </p:nvSpPr>
          <p:spPr>
            <a:xfrm>
              <a:off x="5862174" y="2040732"/>
              <a:ext cx="291300" cy="291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1FB5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4" name="Google Shape;3434;g3cf02dd855a_0_2010"/>
            <p:cNvSpPr txBox="1"/>
            <p:nvPr/>
          </p:nvSpPr>
          <p:spPr>
            <a:xfrm>
              <a:off x="5871318" y="2034981"/>
              <a:ext cx="291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5" name="Google Shape;3435;g3cf02dd855a_0_2010"/>
          <p:cNvGrpSpPr/>
          <p:nvPr/>
        </p:nvGrpSpPr>
        <p:grpSpPr>
          <a:xfrm>
            <a:off x="2836700" y="4120447"/>
            <a:ext cx="300444" cy="307800"/>
            <a:chOff x="2836700" y="2072771"/>
            <a:chExt cx="300444" cy="307800"/>
          </a:xfrm>
        </p:grpSpPr>
        <p:sp>
          <p:nvSpPr>
            <p:cNvPr id="3436" name="Google Shape;3436;g3cf02dd855a_0_2010"/>
            <p:cNvSpPr/>
            <p:nvPr/>
          </p:nvSpPr>
          <p:spPr>
            <a:xfrm>
              <a:off x="2836700" y="2078522"/>
              <a:ext cx="291300" cy="291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1FB5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7" name="Google Shape;3437;g3cf02dd855a_0_2010"/>
            <p:cNvSpPr txBox="1"/>
            <p:nvPr/>
          </p:nvSpPr>
          <p:spPr>
            <a:xfrm>
              <a:off x="2845844" y="2072771"/>
              <a:ext cx="291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8" name="Google Shape;3438;g3cf02dd855a_0_2010"/>
          <p:cNvGrpSpPr/>
          <p:nvPr/>
        </p:nvGrpSpPr>
        <p:grpSpPr>
          <a:xfrm>
            <a:off x="5884877" y="4126198"/>
            <a:ext cx="306195" cy="307800"/>
            <a:chOff x="5862174" y="2040732"/>
            <a:chExt cx="306195" cy="307800"/>
          </a:xfrm>
        </p:grpSpPr>
        <p:sp>
          <p:nvSpPr>
            <p:cNvPr id="3439" name="Google Shape;3439;g3cf02dd855a_0_2010"/>
            <p:cNvSpPr/>
            <p:nvPr/>
          </p:nvSpPr>
          <p:spPr>
            <a:xfrm>
              <a:off x="5862174" y="2040732"/>
              <a:ext cx="291300" cy="291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1FB5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0" name="Google Shape;3440;g3cf02dd855a_0_2010"/>
            <p:cNvSpPr txBox="1"/>
            <p:nvPr/>
          </p:nvSpPr>
          <p:spPr>
            <a:xfrm>
              <a:off x="5877069" y="2040732"/>
              <a:ext cx="291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41" name="Google Shape;3441;g3cf02dd855a_0_2010"/>
          <p:cNvGrpSpPr/>
          <p:nvPr/>
        </p:nvGrpSpPr>
        <p:grpSpPr>
          <a:xfrm>
            <a:off x="8933054" y="4120447"/>
            <a:ext cx="300444" cy="307800"/>
            <a:chOff x="5862174" y="2034981"/>
            <a:chExt cx="300444" cy="307800"/>
          </a:xfrm>
        </p:grpSpPr>
        <p:sp>
          <p:nvSpPr>
            <p:cNvPr id="3442" name="Google Shape;3442;g3cf02dd855a_0_2010"/>
            <p:cNvSpPr/>
            <p:nvPr/>
          </p:nvSpPr>
          <p:spPr>
            <a:xfrm>
              <a:off x="5862174" y="2040732"/>
              <a:ext cx="291300" cy="291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1FB5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3" name="Google Shape;3443;g3cf02dd855a_0_2010"/>
            <p:cNvSpPr txBox="1"/>
            <p:nvPr/>
          </p:nvSpPr>
          <p:spPr>
            <a:xfrm>
              <a:off x="5871318" y="2034981"/>
              <a:ext cx="291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8" name="Google Shape;3448;g3cf02dd855a_0_2063"/>
          <p:cNvSpPr txBox="1">
            <a:spLocks noGrp="1"/>
          </p:cNvSpPr>
          <p:nvPr>
            <p:ph type="title"/>
          </p:nvPr>
        </p:nvSpPr>
        <p:spPr>
          <a:xfrm>
            <a:off x="259713" y="2891733"/>
            <a:ext cx="7246800" cy="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vSphere 8.x with or without Ops to vSphere 9.1+ VCF Operations 9.1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3" name="Google Shape;3453;g3cf02dd855a_0_206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092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Minimum Supported Version for vSphere with or without Operations</a:t>
            </a:r>
            <a:endParaRPr/>
          </a:p>
        </p:txBody>
      </p:sp>
      <p:sp>
        <p:nvSpPr>
          <p:cNvPr id="3454" name="Google Shape;3454;g3cf02dd855a_0_2067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5" name="Google Shape;3455;g3cf02dd855a_0_2067"/>
          <p:cNvSpPr/>
          <p:nvPr/>
        </p:nvSpPr>
        <p:spPr>
          <a:xfrm>
            <a:off x="7321388" y="2282102"/>
            <a:ext cx="3453000" cy="1876800"/>
          </a:xfrm>
          <a:prstGeom prst="roundRect">
            <a:avLst>
              <a:gd name="adj" fmla="val 6911"/>
            </a:avLst>
          </a:prstGeom>
          <a:gradFill>
            <a:gsLst>
              <a:gs pos="0">
                <a:schemeClr val="accent4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vCenter 9.1</a:t>
            </a:r>
            <a:b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Aria Operations 9.1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6" name="Google Shape;3456;g3cf02dd855a_0_2067"/>
          <p:cNvSpPr/>
          <p:nvPr/>
        </p:nvSpPr>
        <p:spPr>
          <a:xfrm>
            <a:off x="1111684" y="1976428"/>
            <a:ext cx="3647400" cy="1165500"/>
          </a:xfrm>
          <a:prstGeom prst="roundRect">
            <a:avLst>
              <a:gd name="adj" fmla="val 6911"/>
            </a:avLst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vCenter 8.0u3a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7" name="Google Shape;3457;g3cf02dd855a_0_2067"/>
          <p:cNvSpPr/>
          <p:nvPr/>
        </p:nvSpPr>
        <p:spPr>
          <a:xfrm>
            <a:off x="1153500" y="3461153"/>
            <a:ext cx="3605700" cy="1165500"/>
          </a:xfrm>
          <a:prstGeom prst="roundRect">
            <a:avLst>
              <a:gd name="adj" fmla="val 6911"/>
            </a:avLst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vCenter 8.0u3a</a:t>
            </a:r>
            <a:b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Aria Operations 8.18x</a:t>
            </a:r>
            <a:endParaRPr sz="17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8" name="Google Shape;3458;g3cf02dd855a_0_2067"/>
          <p:cNvCxnSpPr/>
          <p:nvPr/>
        </p:nvCxnSpPr>
        <p:spPr>
          <a:xfrm>
            <a:off x="5189936" y="2563475"/>
            <a:ext cx="155520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59" name="Google Shape;3459;g3cf02dd855a_0_2067"/>
          <p:cNvCxnSpPr/>
          <p:nvPr/>
        </p:nvCxnSpPr>
        <p:spPr>
          <a:xfrm>
            <a:off x="5189936" y="4033800"/>
            <a:ext cx="155520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60" name="Google Shape;3460;g3cf02dd855a_0_2067"/>
          <p:cNvSpPr txBox="1"/>
          <p:nvPr/>
        </p:nvSpPr>
        <p:spPr>
          <a:xfrm>
            <a:off x="2144647" y="1565799"/>
            <a:ext cx="162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 sz="2000" b="1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1" name="Google Shape;3461;g3cf02dd855a_0_2067"/>
          <p:cNvSpPr txBox="1"/>
          <p:nvPr/>
        </p:nvSpPr>
        <p:spPr>
          <a:xfrm>
            <a:off x="8236215" y="1565799"/>
            <a:ext cx="162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Future State</a:t>
            </a:r>
            <a:endParaRPr sz="2000" b="1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2" name="Google Shape;3462;g3cf02dd855a_0_2067"/>
          <p:cNvSpPr/>
          <p:nvPr/>
        </p:nvSpPr>
        <p:spPr>
          <a:xfrm>
            <a:off x="1153500" y="5065821"/>
            <a:ext cx="9629700" cy="942000"/>
          </a:xfrm>
          <a:prstGeom prst="roundRect">
            <a:avLst>
              <a:gd name="adj" fmla="val 9790"/>
            </a:avLst>
          </a:prstGeom>
          <a:solidFill>
            <a:srgbClr val="F3FBFD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375" tIns="91375" rIns="91375" bIns="91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Upgrade Path: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200"/>
              <a:buFont typeface="Calibri"/>
              <a:buChar char="●"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Upgrade Aria Operations 8.18.x to VCF Operations 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200"/>
              <a:buFont typeface="Calibri"/>
              <a:buChar char="●"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Upgrade vCenter 8.0u3a to vCenter 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7" name="Google Shape;3467;g3cf02dd855a_0_208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092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9.1 New Feature</a:t>
            </a:r>
            <a:endParaRPr/>
          </a:p>
        </p:txBody>
      </p:sp>
      <p:sp>
        <p:nvSpPr>
          <p:cNvPr id="3468" name="Google Shape;3468;g3cf02dd855a_0_2080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9" name="Google Shape;3469;g3cf02dd855a_0_2080"/>
          <p:cNvSpPr/>
          <p:nvPr/>
        </p:nvSpPr>
        <p:spPr>
          <a:xfrm>
            <a:off x="4073750" y="1094889"/>
            <a:ext cx="75447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New Support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0" name="Google Shape;3470;g3cf02dd855a_0_2080"/>
          <p:cNvSpPr/>
          <p:nvPr/>
        </p:nvSpPr>
        <p:spPr>
          <a:xfrm rot="10800000">
            <a:off x="4081415" y="1565700"/>
            <a:ext cx="7527600" cy="1148700"/>
          </a:xfrm>
          <a:prstGeom prst="roundRect">
            <a:avLst>
              <a:gd name="adj" fmla="val 6826"/>
            </a:avLst>
          </a:prstGeom>
          <a:gradFill>
            <a:gsLst>
              <a:gs pos="0">
                <a:srgbClr val="0098C7">
                  <a:alpha val="13725"/>
                </a:srgbClr>
              </a:gs>
              <a:gs pos="100000">
                <a:srgbClr val="0098C7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1" name="Google Shape;3471;g3cf02dd855a_0_2080"/>
          <p:cNvSpPr/>
          <p:nvPr/>
        </p:nvSpPr>
        <p:spPr>
          <a:xfrm>
            <a:off x="579809" y="1094889"/>
            <a:ext cx="3416700" cy="471000"/>
          </a:xfrm>
          <a:prstGeom prst="roundRect">
            <a:avLst>
              <a:gd name="adj" fmla="val 9849"/>
            </a:avLst>
          </a:prstGeom>
          <a:gradFill>
            <a:gsLst>
              <a:gs pos="0">
                <a:schemeClr val="accent2"/>
              </a:gs>
              <a:gs pos="85000">
                <a:schemeClr val="accent5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50" tIns="45625" rIns="9125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2" name="Google Shape;3472;g3cf02dd855a_0_2080"/>
          <p:cNvSpPr/>
          <p:nvPr/>
        </p:nvSpPr>
        <p:spPr>
          <a:xfrm rot="10800000">
            <a:off x="579957" y="1565700"/>
            <a:ext cx="3408900" cy="1148700"/>
          </a:xfrm>
          <a:prstGeom prst="roundRect">
            <a:avLst>
              <a:gd name="adj" fmla="val 6158"/>
            </a:avLst>
          </a:prstGeom>
          <a:gradFill>
            <a:gsLst>
              <a:gs pos="0">
                <a:srgbClr val="6C4B94">
                  <a:alpha val="14117"/>
                </a:srgbClr>
              </a:gs>
              <a:gs pos="100000">
                <a:srgbClr val="6C4B9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3" name="Google Shape;3473;g3cf02dd855a_0_2080"/>
          <p:cNvSpPr txBox="1"/>
          <p:nvPr/>
        </p:nvSpPr>
        <p:spPr>
          <a:xfrm>
            <a:off x="657000" y="1762934"/>
            <a:ext cx="314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4" name="Google Shape;3474;g3cf02dd855a_0_2080"/>
          <p:cNvSpPr txBox="1"/>
          <p:nvPr/>
        </p:nvSpPr>
        <p:spPr>
          <a:xfrm>
            <a:off x="4175102" y="1713048"/>
            <a:ext cx="6726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9875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VCF Operations is licensed with BSC, customers will have the ability to replace passwords and certificates for none VCF instances vCenters and hosts. This is done as a standalone vCenter in 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9" name="Google Shape;3479;g3cf02dd855a_0_209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092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700"/>
              <a:t>vSphere 8.x with or without Ops to vSphere 9.1 + VCF Operations 9.1</a:t>
            </a:r>
            <a:endParaRPr sz="2700"/>
          </a:p>
        </p:txBody>
      </p:sp>
      <p:sp>
        <p:nvSpPr>
          <p:cNvPr id="3480" name="Google Shape;3480;g3cf02dd855a_0_2091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1" name="Google Shape;3481;g3cf02dd855a_0_2091"/>
          <p:cNvSpPr/>
          <p:nvPr/>
        </p:nvSpPr>
        <p:spPr>
          <a:xfrm>
            <a:off x="3054662" y="1094889"/>
            <a:ext cx="48531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IP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2" name="Google Shape;3482;g3cf02dd855a_0_2091"/>
          <p:cNvSpPr/>
          <p:nvPr/>
        </p:nvSpPr>
        <p:spPr>
          <a:xfrm rot="10800000">
            <a:off x="3062347" y="1565834"/>
            <a:ext cx="4842300" cy="837300"/>
          </a:xfrm>
          <a:prstGeom prst="roundRect">
            <a:avLst>
              <a:gd name="adj" fmla="val 6826"/>
            </a:avLst>
          </a:prstGeom>
          <a:gradFill>
            <a:gsLst>
              <a:gs pos="0">
                <a:srgbClr val="0098C7">
                  <a:alpha val="13725"/>
                </a:srgbClr>
              </a:gs>
              <a:gs pos="100000">
                <a:srgbClr val="0098C7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3" name="Google Shape;3483;g3cf02dd855a_0_2091"/>
          <p:cNvSpPr/>
          <p:nvPr/>
        </p:nvSpPr>
        <p:spPr>
          <a:xfrm>
            <a:off x="579810" y="1094889"/>
            <a:ext cx="2403000" cy="471000"/>
          </a:xfrm>
          <a:prstGeom prst="roundRect">
            <a:avLst>
              <a:gd name="adj" fmla="val 9849"/>
            </a:avLst>
          </a:prstGeom>
          <a:gradFill>
            <a:gsLst>
              <a:gs pos="0">
                <a:schemeClr val="accent2"/>
              </a:gs>
              <a:gs pos="85000">
                <a:schemeClr val="accent5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50" tIns="45625" rIns="9125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Components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4" name="Google Shape;3484;g3cf02dd855a_0_2091"/>
          <p:cNvSpPr/>
          <p:nvPr/>
        </p:nvSpPr>
        <p:spPr>
          <a:xfrm rot="10800000">
            <a:off x="579866" y="1565834"/>
            <a:ext cx="2397600" cy="837300"/>
          </a:xfrm>
          <a:prstGeom prst="roundRect">
            <a:avLst>
              <a:gd name="adj" fmla="val 6158"/>
            </a:avLst>
          </a:prstGeom>
          <a:gradFill>
            <a:gsLst>
              <a:gs pos="0">
                <a:srgbClr val="6C4B94">
                  <a:alpha val="14117"/>
                </a:srgbClr>
              </a:gs>
              <a:gs pos="100000">
                <a:srgbClr val="6C4B9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5" name="Google Shape;3485;g3cf02dd855a_0_2091"/>
          <p:cNvSpPr txBox="1"/>
          <p:nvPr/>
        </p:nvSpPr>
        <p:spPr>
          <a:xfrm>
            <a:off x="657000" y="1762934"/>
            <a:ext cx="232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License Server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6" name="Google Shape;3486;g3cf02dd855a_0_2091"/>
          <p:cNvSpPr txBox="1"/>
          <p:nvPr/>
        </p:nvSpPr>
        <p:spPr>
          <a:xfrm>
            <a:off x="3143782" y="1713048"/>
            <a:ext cx="50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7" name="Google Shape;3487;g3cf02dd855a_0_2091"/>
          <p:cNvSpPr/>
          <p:nvPr/>
        </p:nvSpPr>
        <p:spPr>
          <a:xfrm>
            <a:off x="7992780" y="1094889"/>
            <a:ext cx="33513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1"/>
              </a:gs>
              <a:gs pos="51000">
                <a:schemeClr val="accent1"/>
              </a:gs>
              <a:gs pos="100000">
                <a:schemeClr val="accent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DNS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8" name="Google Shape;3488;g3cf02dd855a_0_2091"/>
          <p:cNvSpPr/>
          <p:nvPr/>
        </p:nvSpPr>
        <p:spPr>
          <a:xfrm rot="10800000">
            <a:off x="8000418" y="1565834"/>
            <a:ext cx="3343800" cy="837300"/>
          </a:xfrm>
          <a:prstGeom prst="roundRect">
            <a:avLst>
              <a:gd name="adj" fmla="val 4298"/>
            </a:avLst>
          </a:prstGeom>
          <a:gradFill>
            <a:gsLst>
              <a:gs pos="0">
                <a:srgbClr val="61A60E">
                  <a:alpha val="14117"/>
                </a:srgbClr>
              </a:gs>
              <a:gs pos="100000">
                <a:srgbClr val="61A60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9" name="Google Shape;3489;g3cf02dd855a_0_2091"/>
          <p:cNvSpPr txBox="1"/>
          <p:nvPr/>
        </p:nvSpPr>
        <p:spPr>
          <a:xfrm>
            <a:off x="8108747" y="1713048"/>
            <a:ext cx="88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4" name="Google Shape;3494;g3cf02dd855a_0_2105"/>
          <p:cNvSpPr txBox="1">
            <a:spLocks noGrp="1"/>
          </p:cNvSpPr>
          <p:nvPr>
            <p:ph type="title"/>
          </p:nvPr>
        </p:nvSpPr>
        <p:spPr>
          <a:xfrm>
            <a:off x="259713" y="2891733"/>
            <a:ext cx="7246800" cy="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vSphere 8.x with or without Ops to vSphere 9.1+ VCF Operations 9.1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9" name="Google Shape;3499;g3cf02dd855a_0_2109"/>
          <p:cNvSpPr txBox="1">
            <a:spLocks noGrp="1"/>
          </p:cNvSpPr>
          <p:nvPr>
            <p:ph type="title"/>
          </p:nvPr>
        </p:nvSpPr>
        <p:spPr>
          <a:xfrm>
            <a:off x="259724" y="2891725"/>
            <a:ext cx="6591600" cy="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vSphere 8.x with or without Ops </a:t>
            </a:r>
            <a:br>
              <a:rPr lang="en-US"/>
            </a:br>
            <a:r>
              <a:rPr lang="en-US"/>
              <a:t>to VCF 9.1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4" name="Google Shape;3504;g3cf02dd855a_0_211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092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Minimum Supported Version for vSphere and Operations to VCF 9.1</a:t>
            </a:r>
            <a:endParaRPr/>
          </a:p>
        </p:txBody>
      </p:sp>
      <p:sp>
        <p:nvSpPr>
          <p:cNvPr id="3505" name="Google Shape;3505;g3cf02dd855a_0_2113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6" name="Google Shape;3506;g3cf02dd855a_0_2113"/>
          <p:cNvSpPr/>
          <p:nvPr/>
        </p:nvSpPr>
        <p:spPr>
          <a:xfrm>
            <a:off x="7330275" y="1479680"/>
            <a:ext cx="3453000" cy="2896800"/>
          </a:xfrm>
          <a:prstGeom prst="roundRect">
            <a:avLst>
              <a:gd name="adj" fmla="val 4098"/>
            </a:avLst>
          </a:prstGeom>
          <a:gradFill>
            <a:gsLst>
              <a:gs pos="0">
                <a:schemeClr val="accent4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SDDC Manager 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vCenter 9.1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NSX 9.1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Management Services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Operations 9.1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License Server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Operations Cloud Proxy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Automation 9.1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7" name="Google Shape;3507;g3cf02dd855a_0_2113"/>
          <p:cNvSpPr/>
          <p:nvPr/>
        </p:nvSpPr>
        <p:spPr>
          <a:xfrm>
            <a:off x="1111684" y="1473503"/>
            <a:ext cx="3647400" cy="795900"/>
          </a:xfrm>
          <a:prstGeom prst="roundRect">
            <a:avLst>
              <a:gd name="adj" fmla="val 6911"/>
            </a:avLst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vCenter 8.0u3a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8" name="Google Shape;3508;g3cf02dd855a_0_2113"/>
          <p:cNvSpPr/>
          <p:nvPr/>
        </p:nvSpPr>
        <p:spPr>
          <a:xfrm>
            <a:off x="1153500" y="3461153"/>
            <a:ext cx="3605700" cy="1165500"/>
          </a:xfrm>
          <a:prstGeom prst="roundRect">
            <a:avLst>
              <a:gd name="adj" fmla="val 4847"/>
            </a:avLst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vCenter 8.0u3a</a:t>
            </a:r>
            <a:b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Aria Operations 8.18x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Aria Suite Lifecycle Manager</a:t>
            </a:r>
            <a:endParaRPr sz="17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9" name="Google Shape;3509;g3cf02dd855a_0_2113"/>
          <p:cNvSpPr txBox="1"/>
          <p:nvPr/>
        </p:nvSpPr>
        <p:spPr>
          <a:xfrm>
            <a:off x="2123739" y="1071448"/>
            <a:ext cx="162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 sz="2000" b="1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0" name="Google Shape;3510;g3cf02dd855a_0_2113"/>
          <p:cNvSpPr txBox="1"/>
          <p:nvPr/>
        </p:nvSpPr>
        <p:spPr>
          <a:xfrm>
            <a:off x="8245093" y="1071448"/>
            <a:ext cx="162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Future State</a:t>
            </a:r>
            <a:endParaRPr sz="2000" b="1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1" name="Google Shape;3511;g3cf02dd855a_0_2113"/>
          <p:cNvSpPr/>
          <p:nvPr/>
        </p:nvSpPr>
        <p:spPr>
          <a:xfrm>
            <a:off x="1153500" y="5065821"/>
            <a:ext cx="9629700" cy="942000"/>
          </a:xfrm>
          <a:prstGeom prst="roundRect">
            <a:avLst>
              <a:gd name="adj" fmla="val 9790"/>
            </a:avLst>
          </a:prstGeom>
          <a:solidFill>
            <a:srgbClr val="F3FBFD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375" tIns="91375" rIns="91375" bIns="91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Upgrade Path: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200"/>
              <a:buFont typeface="Calibri"/>
              <a:buChar char="●"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Upgrading vCenter 8.0u3a to vCenter 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200"/>
              <a:buFont typeface="Calibri"/>
              <a:buChar char="●"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Upgrading Aria Operations from 8.18.x to 9.1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2" name="Google Shape;3512;g3cf02dd855a_0_2113"/>
          <p:cNvSpPr/>
          <p:nvPr/>
        </p:nvSpPr>
        <p:spPr>
          <a:xfrm>
            <a:off x="1111685" y="2497456"/>
            <a:ext cx="3647400" cy="795900"/>
          </a:xfrm>
          <a:prstGeom prst="roundRect">
            <a:avLst>
              <a:gd name="adj" fmla="val 6911"/>
            </a:avLst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vCenter 8.0u3a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Aria Operations 8.18x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3" name="Google Shape;3513;g3cf02dd855a_0_2113"/>
          <p:cNvCxnSpPr/>
          <p:nvPr/>
        </p:nvCxnSpPr>
        <p:spPr>
          <a:xfrm>
            <a:off x="5189936" y="2916401"/>
            <a:ext cx="155520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14" name="Google Shape;3514;g3cf02dd855a_0_2113"/>
          <p:cNvCxnSpPr/>
          <p:nvPr/>
        </p:nvCxnSpPr>
        <p:spPr>
          <a:xfrm>
            <a:off x="5189936" y="4065884"/>
            <a:ext cx="155520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15" name="Google Shape;3515;g3cf02dd855a_0_2113"/>
          <p:cNvCxnSpPr/>
          <p:nvPr/>
        </p:nvCxnSpPr>
        <p:spPr>
          <a:xfrm>
            <a:off x="5189936" y="1833559"/>
            <a:ext cx="155520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0" name="Google Shape;3520;g3cf02dd855a_0_212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092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Upgrade path 1: vSphere with Operations</a:t>
            </a:r>
            <a:endParaRPr/>
          </a:p>
        </p:txBody>
      </p:sp>
      <p:sp>
        <p:nvSpPr>
          <p:cNvPr id="3521" name="Google Shape;3521;g3cf02dd855a_0_2128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2" name="Google Shape;3522;g3cf02dd855a_0_2128"/>
          <p:cNvSpPr/>
          <p:nvPr/>
        </p:nvSpPr>
        <p:spPr>
          <a:xfrm>
            <a:off x="3054662" y="1094889"/>
            <a:ext cx="48531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IP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3" name="Google Shape;3523;g3cf02dd855a_0_2128"/>
          <p:cNvSpPr/>
          <p:nvPr/>
        </p:nvSpPr>
        <p:spPr>
          <a:xfrm rot="10800000">
            <a:off x="3062345" y="1565821"/>
            <a:ext cx="4842300" cy="4653600"/>
          </a:xfrm>
          <a:prstGeom prst="roundRect">
            <a:avLst>
              <a:gd name="adj" fmla="val 1304"/>
            </a:avLst>
          </a:prstGeom>
          <a:gradFill>
            <a:gsLst>
              <a:gs pos="0">
                <a:srgbClr val="0098C7">
                  <a:alpha val="13725"/>
                </a:srgbClr>
              </a:gs>
              <a:gs pos="100000">
                <a:srgbClr val="0098C7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4" name="Google Shape;3524;g3cf02dd855a_0_2128"/>
          <p:cNvSpPr/>
          <p:nvPr/>
        </p:nvSpPr>
        <p:spPr>
          <a:xfrm>
            <a:off x="579810" y="1094889"/>
            <a:ext cx="2403000" cy="471000"/>
          </a:xfrm>
          <a:prstGeom prst="roundRect">
            <a:avLst>
              <a:gd name="adj" fmla="val 9849"/>
            </a:avLst>
          </a:prstGeom>
          <a:gradFill>
            <a:gsLst>
              <a:gs pos="0">
                <a:schemeClr val="accent2"/>
              </a:gs>
              <a:gs pos="85000">
                <a:schemeClr val="accent5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50" tIns="45625" rIns="9125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Components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5" name="Google Shape;3525;g3cf02dd855a_0_2128"/>
          <p:cNvSpPr/>
          <p:nvPr/>
        </p:nvSpPr>
        <p:spPr>
          <a:xfrm rot="10800000">
            <a:off x="579864" y="1565821"/>
            <a:ext cx="2397600" cy="4653600"/>
          </a:xfrm>
          <a:prstGeom prst="roundRect">
            <a:avLst>
              <a:gd name="adj" fmla="val 3321"/>
            </a:avLst>
          </a:prstGeom>
          <a:gradFill>
            <a:gsLst>
              <a:gs pos="0">
                <a:srgbClr val="6C4B94">
                  <a:alpha val="14117"/>
                </a:srgbClr>
              </a:gs>
              <a:gs pos="100000">
                <a:srgbClr val="6C4B9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6" name="Google Shape;3526;g3cf02dd855a_0_2128"/>
          <p:cNvSpPr txBox="1"/>
          <p:nvPr/>
        </p:nvSpPr>
        <p:spPr>
          <a:xfrm>
            <a:off x="641411" y="1637478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Management Services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7" name="Google Shape;3527;g3cf02dd855a_0_2128"/>
          <p:cNvSpPr txBox="1"/>
          <p:nvPr/>
        </p:nvSpPr>
        <p:spPr>
          <a:xfrm>
            <a:off x="3149712" y="1637478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8" name="Google Shape;3528;g3cf02dd855a_0_2128"/>
          <p:cNvSpPr/>
          <p:nvPr/>
        </p:nvSpPr>
        <p:spPr>
          <a:xfrm>
            <a:off x="7992779" y="1094889"/>
            <a:ext cx="36987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1"/>
              </a:gs>
              <a:gs pos="51000">
                <a:schemeClr val="accent1"/>
              </a:gs>
              <a:gs pos="100000">
                <a:schemeClr val="accent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DNS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9" name="Google Shape;3529;g3cf02dd855a_0_2128"/>
          <p:cNvSpPr/>
          <p:nvPr/>
        </p:nvSpPr>
        <p:spPr>
          <a:xfrm rot="10800000">
            <a:off x="8000416" y="1565826"/>
            <a:ext cx="3690300" cy="4653600"/>
          </a:xfrm>
          <a:prstGeom prst="roundRect">
            <a:avLst>
              <a:gd name="adj" fmla="val 1650"/>
            </a:avLst>
          </a:prstGeom>
          <a:gradFill>
            <a:gsLst>
              <a:gs pos="0">
                <a:srgbClr val="61A60E">
                  <a:alpha val="14117"/>
                </a:srgbClr>
              </a:gs>
              <a:gs pos="100000">
                <a:srgbClr val="61A60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0" name="Google Shape;3530;g3cf02dd855a_0_2128"/>
          <p:cNvSpPr txBox="1"/>
          <p:nvPr/>
        </p:nvSpPr>
        <p:spPr>
          <a:xfrm>
            <a:off x="8084449" y="1637478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1" name="Google Shape;3531;g3cf02dd855a_0_2128"/>
          <p:cNvCxnSpPr/>
          <p:nvPr/>
        </p:nvCxnSpPr>
        <p:spPr>
          <a:xfrm>
            <a:off x="579042" y="2009558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32" name="Google Shape;3532;g3cf02dd855a_0_2128"/>
          <p:cNvCxnSpPr/>
          <p:nvPr/>
        </p:nvCxnSpPr>
        <p:spPr>
          <a:xfrm>
            <a:off x="3069913" y="2009558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33" name="Google Shape;3533;g3cf02dd855a_0_2128"/>
          <p:cNvCxnSpPr/>
          <p:nvPr/>
        </p:nvCxnSpPr>
        <p:spPr>
          <a:xfrm>
            <a:off x="7999179" y="2009558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34" name="Google Shape;3534;g3cf02dd855a_0_2128"/>
          <p:cNvSpPr txBox="1"/>
          <p:nvPr/>
        </p:nvSpPr>
        <p:spPr>
          <a:xfrm>
            <a:off x="641411" y="2108384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Fleet Services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5" name="Google Shape;3535;g3cf02dd855a_0_2128"/>
          <p:cNvSpPr txBox="1"/>
          <p:nvPr/>
        </p:nvSpPr>
        <p:spPr>
          <a:xfrm>
            <a:off x="3149712" y="2108384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6" name="Google Shape;3536;g3cf02dd855a_0_2128"/>
          <p:cNvSpPr txBox="1"/>
          <p:nvPr/>
        </p:nvSpPr>
        <p:spPr>
          <a:xfrm>
            <a:off x="8084449" y="2108384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7" name="Google Shape;3537;g3cf02dd855a_0_2128"/>
          <p:cNvCxnSpPr/>
          <p:nvPr/>
        </p:nvCxnSpPr>
        <p:spPr>
          <a:xfrm>
            <a:off x="579042" y="2495577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38" name="Google Shape;3538;g3cf02dd855a_0_2128"/>
          <p:cNvCxnSpPr/>
          <p:nvPr/>
        </p:nvCxnSpPr>
        <p:spPr>
          <a:xfrm>
            <a:off x="3069913" y="2495577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39" name="Google Shape;3539;g3cf02dd855a_0_2128"/>
          <p:cNvCxnSpPr/>
          <p:nvPr/>
        </p:nvCxnSpPr>
        <p:spPr>
          <a:xfrm>
            <a:off x="7999179" y="2495577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40" name="Google Shape;3540;g3cf02dd855a_0_2128"/>
          <p:cNvSpPr txBox="1"/>
          <p:nvPr/>
        </p:nvSpPr>
        <p:spPr>
          <a:xfrm>
            <a:off x="641411" y="2546115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Instance Services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1" name="Google Shape;3541;g3cf02dd855a_0_2128"/>
          <p:cNvSpPr txBox="1"/>
          <p:nvPr/>
        </p:nvSpPr>
        <p:spPr>
          <a:xfrm>
            <a:off x="3149712" y="254611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2" name="Google Shape;3542;g3cf02dd855a_0_2128"/>
          <p:cNvSpPr txBox="1"/>
          <p:nvPr/>
        </p:nvSpPr>
        <p:spPr>
          <a:xfrm>
            <a:off x="8084449" y="2546115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3" name="Google Shape;3543;g3cf02dd855a_0_2128"/>
          <p:cNvCxnSpPr/>
          <p:nvPr/>
        </p:nvCxnSpPr>
        <p:spPr>
          <a:xfrm>
            <a:off x="579042" y="2933308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44" name="Google Shape;3544;g3cf02dd855a_0_2128"/>
          <p:cNvCxnSpPr/>
          <p:nvPr/>
        </p:nvCxnSpPr>
        <p:spPr>
          <a:xfrm>
            <a:off x="3069913" y="2933308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45" name="Google Shape;3545;g3cf02dd855a_0_2128"/>
          <p:cNvCxnSpPr/>
          <p:nvPr/>
        </p:nvCxnSpPr>
        <p:spPr>
          <a:xfrm>
            <a:off x="7999179" y="2933308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46" name="Google Shape;3546;g3cf02dd855a_0_2128"/>
          <p:cNvSpPr txBox="1"/>
          <p:nvPr/>
        </p:nvSpPr>
        <p:spPr>
          <a:xfrm>
            <a:off x="641411" y="3047193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License Server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7" name="Google Shape;3547;g3cf02dd855a_0_2128"/>
          <p:cNvSpPr txBox="1"/>
          <p:nvPr/>
        </p:nvSpPr>
        <p:spPr>
          <a:xfrm>
            <a:off x="3149712" y="3047193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8" name="Google Shape;3548;g3cf02dd855a_0_2128"/>
          <p:cNvSpPr txBox="1"/>
          <p:nvPr/>
        </p:nvSpPr>
        <p:spPr>
          <a:xfrm>
            <a:off x="8084449" y="3047193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9" name="Google Shape;3549;g3cf02dd855a_0_2128"/>
          <p:cNvCxnSpPr/>
          <p:nvPr/>
        </p:nvCxnSpPr>
        <p:spPr>
          <a:xfrm>
            <a:off x="579042" y="3434386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50" name="Google Shape;3550;g3cf02dd855a_0_2128"/>
          <p:cNvCxnSpPr/>
          <p:nvPr/>
        </p:nvCxnSpPr>
        <p:spPr>
          <a:xfrm>
            <a:off x="3069913" y="3434386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51" name="Google Shape;3551;g3cf02dd855a_0_2128"/>
          <p:cNvCxnSpPr/>
          <p:nvPr/>
        </p:nvCxnSpPr>
        <p:spPr>
          <a:xfrm>
            <a:off x="7999179" y="3434386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52" name="Google Shape;3552;g3cf02dd855a_0_2128"/>
          <p:cNvSpPr txBox="1"/>
          <p:nvPr/>
        </p:nvSpPr>
        <p:spPr>
          <a:xfrm>
            <a:off x="641411" y="3518913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Identity Broker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3" name="Google Shape;3553;g3cf02dd855a_0_2128"/>
          <p:cNvSpPr txBox="1"/>
          <p:nvPr/>
        </p:nvSpPr>
        <p:spPr>
          <a:xfrm>
            <a:off x="3149712" y="3518913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4" name="Google Shape;3554;g3cf02dd855a_0_2128"/>
          <p:cNvSpPr txBox="1"/>
          <p:nvPr/>
        </p:nvSpPr>
        <p:spPr>
          <a:xfrm>
            <a:off x="8084449" y="3518913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5" name="Google Shape;3555;g3cf02dd855a_0_2128"/>
          <p:cNvCxnSpPr/>
          <p:nvPr/>
        </p:nvCxnSpPr>
        <p:spPr>
          <a:xfrm>
            <a:off x="579042" y="3906106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56" name="Google Shape;3556;g3cf02dd855a_0_2128"/>
          <p:cNvCxnSpPr/>
          <p:nvPr/>
        </p:nvCxnSpPr>
        <p:spPr>
          <a:xfrm>
            <a:off x="3069913" y="3906106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57" name="Google Shape;3557;g3cf02dd855a_0_2128"/>
          <p:cNvCxnSpPr/>
          <p:nvPr/>
        </p:nvCxnSpPr>
        <p:spPr>
          <a:xfrm>
            <a:off x="7999179" y="3906106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58" name="Google Shape;3558;g3cf02dd855a_0_2128"/>
          <p:cNvSpPr txBox="1"/>
          <p:nvPr/>
        </p:nvSpPr>
        <p:spPr>
          <a:xfrm>
            <a:off x="641411" y="3957738"/>
            <a:ext cx="23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Management Services </a:t>
            </a:r>
            <a:b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 Pool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9" name="Google Shape;3559;g3cf02dd855a_0_2128"/>
          <p:cNvSpPr txBox="1"/>
          <p:nvPr/>
        </p:nvSpPr>
        <p:spPr>
          <a:xfrm>
            <a:off x="3149712" y="3957738"/>
            <a:ext cx="45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Minimum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Minimum 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0" name="Google Shape;3560;g3cf02dd855a_0_2128"/>
          <p:cNvSpPr txBox="1"/>
          <p:nvPr/>
        </p:nvSpPr>
        <p:spPr>
          <a:xfrm>
            <a:off x="8084449" y="3957738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_____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1" name="Google Shape;3561;g3cf02dd855a_0_2128"/>
          <p:cNvCxnSpPr/>
          <p:nvPr/>
        </p:nvCxnSpPr>
        <p:spPr>
          <a:xfrm>
            <a:off x="579042" y="4419045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62" name="Google Shape;3562;g3cf02dd855a_0_2128"/>
          <p:cNvCxnSpPr/>
          <p:nvPr/>
        </p:nvCxnSpPr>
        <p:spPr>
          <a:xfrm>
            <a:off x="3069913" y="4419045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63" name="Google Shape;3563;g3cf02dd855a_0_2128"/>
          <p:cNvCxnSpPr/>
          <p:nvPr/>
        </p:nvCxnSpPr>
        <p:spPr>
          <a:xfrm>
            <a:off x="7999179" y="4419045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64" name="Google Shape;3564;g3cf02dd855a_0_2128"/>
          <p:cNvSpPr txBox="1"/>
          <p:nvPr/>
        </p:nvSpPr>
        <p:spPr>
          <a:xfrm>
            <a:off x="641411" y="4482905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SDDC Manager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5" name="Google Shape;3565;g3cf02dd855a_0_2128"/>
          <p:cNvSpPr txBox="1"/>
          <p:nvPr/>
        </p:nvSpPr>
        <p:spPr>
          <a:xfrm>
            <a:off x="3149712" y="448290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6" name="Google Shape;3566;g3cf02dd855a_0_2128"/>
          <p:cNvSpPr txBox="1"/>
          <p:nvPr/>
        </p:nvSpPr>
        <p:spPr>
          <a:xfrm>
            <a:off x="8084449" y="4482905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7" name="Google Shape;3567;g3cf02dd855a_0_2128"/>
          <p:cNvCxnSpPr/>
          <p:nvPr/>
        </p:nvCxnSpPr>
        <p:spPr>
          <a:xfrm>
            <a:off x="579042" y="4818575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68" name="Google Shape;3568;g3cf02dd855a_0_2128"/>
          <p:cNvCxnSpPr/>
          <p:nvPr/>
        </p:nvCxnSpPr>
        <p:spPr>
          <a:xfrm>
            <a:off x="3069913" y="4818575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69" name="Google Shape;3569;g3cf02dd855a_0_2128"/>
          <p:cNvCxnSpPr/>
          <p:nvPr/>
        </p:nvCxnSpPr>
        <p:spPr>
          <a:xfrm>
            <a:off x="7999179" y="4818575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70" name="Google Shape;3570;g3cf02dd855a_0_2128"/>
          <p:cNvSpPr txBox="1"/>
          <p:nvPr/>
        </p:nvSpPr>
        <p:spPr>
          <a:xfrm>
            <a:off x="641411" y="4929441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1" name="Google Shape;3571;g3cf02dd855a_0_2128"/>
          <p:cNvCxnSpPr/>
          <p:nvPr/>
        </p:nvCxnSpPr>
        <p:spPr>
          <a:xfrm>
            <a:off x="579042" y="5316634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72" name="Google Shape;3572;g3cf02dd855a_0_2128"/>
          <p:cNvCxnSpPr/>
          <p:nvPr/>
        </p:nvCxnSpPr>
        <p:spPr>
          <a:xfrm>
            <a:off x="3069913" y="5316634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73" name="Google Shape;3573;g3cf02dd855a_0_2128"/>
          <p:cNvCxnSpPr/>
          <p:nvPr/>
        </p:nvCxnSpPr>
        <p:spPr>
          <a:xfrm>
            <a:off x="7999179" y="5316634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74" name="Google Shape;3574;g3cf02dd855a_0_2128"/>
          <p:cNvSpPr txBox="1"/>
          <p:nvPr/>
        </p:nvSpPr>
        <p:spPr>
          <a:xfrm>
            <a:off x="641411" y="5375306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Ops Cloud Proxy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5" name="Google Shape;3575;g3cf02dd855a_0_2128"/>
          <p:cNvSpPr txBox="1"/>
          <p:nvPr/>
        </p:nvSpPr>
        <p:spPr>
          <a:xfrm>
            <a:off x="3149712" y="5375306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6" name="Google Shape;3576;g3cf02dd855a_0_2128"/>
          <p:cNvSpPr txBox="1"/>
          <p:nvPr/>
        </p:nvSpPr>
        <p:spPr>
          <a:xfrm>
            <a:off x="8084449" y="5375306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7" name="Google Shape;3577;g3cf02dd855a_0_2128"/>
          <p:cNvCxnSpPr/>
          <p:nvPr/>
        </p:nvCxnSpPr>
        <p:spPr>
          <a:xfrm>
            <a:off x="579042" y="5762499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78" name="Google Shape;3578;g3cf02dd855a_0_2128"/>
          <p:cNvCxnSpPr/>
          <p:nvPr/>
        </p:nvCxnSpPr>
        <p:spPr>
          <a:xfrm>
            <a:off x="3069913" y="5762499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79" name="Google Shape;3579;g3cf02dd855a_0_2128"/>
          <p:cNvCxnSpPr/>
          <p:nvPr/>
        </p:nvCxnSpPr>
        <p:spPr>
          <a:xfrm>
            <a:off x="7999179" y="5762499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80" name="Google Shape;3580;g3cf02dd855a_0_2128"/>
          <p:cNvSpPr txBox="1"/>
          <p:nvPr/>
        </p:nvSpPr>
        <p:spPr>
          <a:xfrm>
            <a:off x="641411" y="5844572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1" name="Google Shape;3581;g3cf02dd855a_0_2128"/>
          <p:cNvSpPr txBox="1"/>
          <p:nvPr/>
        </p:nvSpPr>
        <p:spPr>
          <a:xfrm>
            <a:off x="3149712" y="4826655"/>
            <a:ext cx="254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2 IPs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4 IPs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2" name="Google Shape;3582;g3cf02dd855a_0_2128"/>
          <p:cNvSpPr txBox="1"/>
          <p:nvPr/>
        </p:nvSpPr>
        <p:spPr>
          <a:xfrm>
            <a:off x="3149712" y="5769933"/>
            <a:ext cx="254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3 IPs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6 IPs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3" name="Google Shape;3583;g3cf02dd855a_0_2128"/>
          <p:cNvSpPr txBox="1"/>
          <p:nvPr/>
        </p:nvSpPr>
        <p:spPr>
          <a:xfrm>
            <a:off x="8084449" y="4830540"/>
            <a:ext cx="3606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VIP and Node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VIP, Node A, Node B and Node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4" name="Google Shape;3584;g3cf02dd855a_0_2128"/>
          <p:cNvSpPr txBox="1"/>
          <p:nvPr/>
        </p:nvSpPr>
        <p:spPr>
          <a:xfrm>
            <a:off x="8084449" y="5773818"/>
            <a:ext cx="3524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VIP, VCF Instance 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VIP, VCF, Instance 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9" name="Google Shape;3589;g3cf02dd855a_0_2196"/>
          <p:cNvGrpSpPr/>
          <p:nvPr/>
        </p:nvGrpSpPr>
        <p:grpSpPr>
          <a:xfrm>
            <a:off x="7003221" y="3983831"/>
            <a:ext cx="5199487" cy="1636572"/>
            <a:chOff x="7181651" y="4099005"/>
            <a:chExt cx="5005764" cy="1575900"/>
          </a:xfrm>
        </p:grpSpPr>
        <p:sp>
          <p:nvSpPr>
            <p:cNvPr id="3590" name="Google Shape;3590;g3cf02dd855a_0_2196"/>
            <p:cNvSpPr/>
            <p:nvPr/>
          </p:nvSpPr>
          <p:spPr>
            <a:xfrm>
              <a:off x="8734215" y="4896079"/>
              <a:ext cx="3453200" cy="778695"/>
            </a:xfrm>
            <a:custGeom>
              <a:avLst/>
              <a:gdLst/>
              <a:ahLst/>
              <a:cxnLst/>
              <a:rect l="l" t="t" r="r" b="b"/>
              <a:pathLst>
                <a:path w="1208469" h="560212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7650"/>
                  </a:lnTo>
                  <a:lnTo>
                    <a:pt x="1208470" y="560213"/>
                  </a:lnTo>
                  <a:lnTo>
                    <a:pt x="0" y="560213"/>
                  </a:lnTo>
                  <a:lnTo>
                    <a:pt x="0" y="337650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1" name="Google Shape;3591;g3cf02dd855a_0_2196"/>
            <p:cNvSpPr/>
            <p:nvPr/>
          </p:nvSpPr>
          <p:spPr>
            <a:xfrm>
              <a:off x="7181651" y="4099005"/>
              <a:ext cx="1554513" cy="1575900"/>
            </a:xfrm>
            <a:custGeom>
              <a:avLst/>
              <a:gdLst/>
              <a:ahLst/>
              <a:cxnLst/>
              <a:rect l="l" t="t" r="r" b="b"/>
              <a:pathLst>
                <a:path w="1636330" h="1133741" extrusionOk="0">
                  <a:moveTo>
                    <a:pt x="0" y="184518"/>
                  </a:moveTo>
                  <a:cubicBezTo>
                    <a:pt x="48491" y="184518"/>
                    <a:pt x="92228" y="188323"/>
                    <a:pt x="132162" y="195932"/>
                  </a:cubicBezTo>
                  <a:cubicBezTo>
                    <a:pt x="172095" y="203541"/>
                    <a:pt x="209176" y="214954"/>
                    <a:pt x="241504" y="231123"/>
                  </a:cubicBezTo>
                  <a:cubicBezTo>
                    <a:pt x="275733" y="248244"/>
                    <a:pt x="307109" y="270120"/>
                    <a:pt x="334682" y="298653"/>
                  </a:cubicBezTo>
                  <a:cubicBezTo>
                    <a:pt x="362256" y="327187"/>
                    <a:pt x="391731" y="370939"/>
                    <a:pt x="414550" y="423251"/>
                  </a:cubicBezTo>
                  <a:cubicBezTo>
                    <a:pt x="440221" y="483172"/>
                    <a:pt x="480155" y="546897"/>
                    <a:pt x="534351" y="611574"/>
                  </a:cubicBezTo>
                  <a:cubicBezTo>
                    <a:pt x="588547" y="676250"/>
                    <a:pt x="681725" y="763754"/>
                    <a:pt x="782510" y="835088"/>
                  </a:cubicBezTo>
                  <a:cubicBezTo>
                    <a:pt x="898508" y="916885"/>
                    <a:pt x="1032571" y="989171"/>
                    <a:pt x="1177093" y="1042434"/>
                  </a:cubicBezTo>
                  <a:cubicBezTo>
                    <a:pt x="1334926" y="1100452"/>
                    <a:pt x="1492759" y="1133742"/>
                    <a:pt x="1636331" y="1133742"/>
                  </a:cubicBezTo>
                  <a:lnTo>
                    <a:pt x="1636331" y="573529"/>
                  </a:lnTo>
                  <a:cubicBezTo>
                    <a:pt x="1492759" y="573529"/>
                    <a:pt x="1333975" y="553555"/>
                    <a:pt x="1177093" y="518363"/>
                  </a:cubicBezTo>
                  <a:cubicBezTo>
                    <a:pt x="1032571" y="486025"/>
                    <a:pt x="898508" y="442273"/>
                    <a:pt x="782510" y="392815"/>
                  </a:cubicBezTo>
                  <a:cubicBezTo>
                    <a:pt x="681725" y="350014"/>
                    <a:pt x="598055" y="303409"/>
                    <a:pt x="534351" y="257755"/>
                  </a:cubicBezTo>
                  <a:cubicBezTo>
                    <a:pt x="479204" y="218759"/>
                    <a:pt x="440221" y="179763"/>
                    <a:pt x="414550" y="143620"/>
                  </a:cubicBezTo>
                  <a:cubicBezTo>
                    <a:pt x="392681" y="112233"/>
                    <a:pt x="365108" y="87503"/>
                    <a:pt x="334682" y="68481"/>
                  </a:cubicBezTo>
                  <a:cubicBezTo>
                    <a:pt x="304257" y="49458"/>
                    <a:pt x="275733" y="38045"/>
                    <a:pt x="241504" y="27583"/>
                  </a:cubicBezTo>
                  <a:cubicBezTo>
                    <a:pt x="209176" y="18071"/>
                    <a:pt x="172095" y="11413"/>
                    <a:pt x="132162" y="6658"/>
                  </a:cubicBezTo>
                  <a:cubicBezTo>
                    <a:pt x="93179" y="1902"/>
                    <a:pt x="49442" y="0"/>
                    <a:pt x="0" y="0"/>
                  </a:cubicBezTo>
                  <a:lnTo>
                    <a:pt x="0" y="185469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chemeClr val="accent4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2" name="Google Shape;3592;g3cf02dd855a_0_2196"/>
            <p:cNvSpPr txBox="1"/>
            <p:nvPr/>
          </p:nvSpPr>
          <p:spPr>
            <a:xfrm>
              <a:off x="8377278" y="5047238"/>
              <a:ext cx="2407200" cy="4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Optional: Import Workload Domain vCenter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3" name="Google Shape;3593;g3cf02dd855a_0_2196"/>
          <p:cNvGrpSpPr/>
          <p:nvPr/>
        </p:nvGrpSpPr>
        <p:grpSpPr>
          <a:xfrm>
            <a:off x="7103349" y="3566152"/>
            <a:ext cx="5100374" cy="884003"/>
            <a:chOff x="7181651" y="3749449"/>
            <a:chExt cx="5005765" cy="867860"/>
          </a:xfrm>
        </p:grpSpPr>
        <p:sp>
          <p:nvSpPr>
            <p:cNvPr id="3594" name="Google Shape;3594;g3cf02dd855a_0_2196"/>
            <p:cNvSpPr/>
            <p:nvPr/>
          </p:nvSpPr>
          <p:spPr>
            <a:xfrm>
              <a:off x="8734216" y="3842565"/>
              <a:ext cx="3453200" cy="774729"/>
            </a:xfrm>
            <a:custGeom>
              <a:avLst/>
              <a:gdLst/>
              <a:ahLst/>
              <a:cxnLst/>
              <a:rect l="l" t="t" r="r" b="b"/>
              <a:pathLst>
                <a:path w="1208469" h="557359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7649"/>
                  </a:lnTo>
                  <a:lnTo>
                    <a:pt x="1208470" y="557360"/>
                  </a:lnTo>
                  <a:lnTo>
                    <a:pt x="0" y="557360"/>
                  </a:lnTo>
                  <a:lnTo>
                    <a:pt x="0" y="337649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rgbClr val="42983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5" name="Google Shape;3595;g3cf02dd855a_0_2196"/>
            <p:cNvSpPr/>
            <p:nvPr/>
          </p:nvSpPr>
          <p:spPr>
            <a:xfrm>
              <a:off x="7181651" y="3749449"/>
              <a:ext cx="1554513" cy="867860"/>
            </a:xfrm>
            <a:custGeom>
              <a:avLst/>
              <a:gdLst/>
              <a:ahLst/>
              <a:cxnLst/>
              <a:rect l="l" t="t" r="r" b="b"/>
              <a:pathLst>
                <a:path w="1636330" h="624360" extrusionOk="0">
                  <a:moveTo>
                    <a:pt x="0" y="184941"/>
                  </a:moveTo>
                  <a:cubicBezTo>
                    <a:pt x="48491" y="184941"/>
                    <a:pt x="92228" y="186843"/>
                    <a:pt x="132162" y="189697"/>
                  </a:cubicBezTo>
                  <a:cubicBezTo>
                    <a:pt x="172095" y="193501"/>
                    <a:pt x="209176" y="198257"/>
                    <a:pt x="241504" y="205866"/>
                  </a:cubicBezTo>
                  <a:cubicBezTo>
                    <a:pt x="275733" y="213475"/>
                    <a:pt x="307109" y="223937"/>
                    <a:pt x="334682" y="237253"/>
                  </a:cubicBezTo>
                  <a:cubicBezTo>
                    <a:pt x="365108" y="251520"/>
                    <a:pt x="391731" y="270542"/>
                    <a:pt x="414550" y="295272"/>
                  </a:cubicBezTo>
                  <a:cubicBezTo>
                    <a:pt x="440221" y="322854"/>
                    <a:pt x="480155" y="352339"/>
                    <a:pt x="534351" y="382775"/>
                  </a:cubicBezTo>
                  <a:cubicBezTo>
                    <a:pt x="588547" y="413211"/>
                    <a:pt x="681725" y="453158"/>
                    <a:pt x="782510" y="486448"/>
                  </a:cubicBezTo>
                  <a:cubicBezTo>
                    <a:pt x="898508" y="524493"/>
                    <a:pt x="1032571" y="557782"/>
                    <a:pt x="1177093" y="582512"/>
                  </a:cubicBezTo>
                  <a:cubicBezTo>
                    <a:pt x="1334926" y="609143"/>
                    <a:pt x="1492759" y="624361"/>
                    <a:pt x="1636331" y="624361"/>
                  </a:cubicBezTo>
                  <a:lnTo>
                    <a:pt x="1636331" y="66050"/>
                  </a:lnTo>
                  <a:cubicBezTo>
                    <a:pt x="1492759" y="66050"/>
                    <a:pt x="1333975" y="64148"/>
                    <a:pt x="1177093" y="59392"/>
                  </a:cubicBezTo>
                  <a:cubicBezTo>
                    <a:pt x="1032571" y="55588"/>
                    <a:pt x="898508" y="50832"/>
                    <a:pt x="782510" y="45126"/>
                  </a:cubicBezTo>
                  <a:cubicBezTo>
                    <a:pt x="681725" y="40370"/>
                    <a:pt x="598055" y="34663"/>
                    <a:pt x="534351" y="29908"/>
                  </a:cubicBezTo>
                  <a:cubicBezTo>
                    <a:pt x="470647" y="25152"/>
                    <a:pt x="440221" y="21347"/>
                    <a:pt x="414550" y="16592"/>
                  </a:cubicBezTo>
                  <a:cubicBezTo>
                    <a:pt x="392681" y="12787"/>
                    <a:pt x="365108" y="9934"/>
                    <a:pt x="334682" y="8032"/>
                  </a:cubicBezTo>
                  <a:cubicBezTo>
                    <a:pt x="304257" y="6129"/>
                    <a:pt x="275733" y="4227"/>
                    <a:pt x="241504" y="3276"/>
                  </a:cubicBezTo>
                  <a:cubicBezTo>
                    <a:pt x="207275" y="2325"/>
                    <a:pt x="172095" y="1374"/>
                    <a:pt x="132162" y="423"/>
                  </a:cubicBezTo>
                  <a:cubicBezTo>
                    <a:pt x="92228" y="-528"/>
                    <a:pt x="49442" y="423"/>
                    <a:pt x="0" y="423"/>
                  </a:cubicBezTo>
                  <a:lnTo>
                    <a:pt x="0" y="184941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8000">
                  <a:srgbClr val="469A32"/>
                </a:gs>
                <a:gs pos="100000">
                  <a:srgbClr val="469A3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6" name="Google Shape;3596;g3cf02dd855a_0_2196"/>
            <p:cNvSpPr txBox="1"/>
            <p:nvPr/>
          </p:nvSpPr>
          <p:spPr>
            <a:xfrm>
              <a:off x="7713129" y="4005541"/>
              <a:ext cx="30480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Configure VCF Operations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Licensing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7" name="Google Shape;3597;g3cf02dd855a_0_2196"/>
          <p:cNvGrpSpPr/>
          <p:nvPr/>
        </p:nvGrpSpPr>
        <p:grpSpPr>
          <a:xfrm>
            <a:off x="6878506" y="1550738"/>
            <a:ext cx="5324631" cy="1675812"/>
            <a:chOff x="7181651" y="1735537"/>
            <a:chExt cx="5005764" cy="1575900"/>
          </a:xfrm>
        </p:grpSpPr>
        <p:sp>
          <p:nvSpPr>
            <p:cNvPr id="3598" name="Google Shape;3598;g3cf02dd855a_0_2196"/>
            <p:cNvSpPr/>
            <p:nvPr/>
          </p:nvSpPr>
          <p:spPr>
            <a:xfrm>
              <a:off x="8734215" y="1735537"/>
              <a:ext cx="3453200" cy="778695"/>
            </a:xfrm>
            <a:custGeom>
              <a:avLst/>
              <a:gdLst/>
              <a:ahLst/>
              <a:cxnLst/>
              <a:rect l="l" t="t" r="r" b="b"/>
              <a:pathLst>
                <a:path w="1208469" h="560212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7650"/>
                  </a:lnTo>
                  <a:lnTo>
                    <a:pt x="1208470" y="560213"/>
                  </a:lnTo>
                  <a:lnTo>
                    <a:pt x="0" y="560213"/>
                  </a:lnTo>
                  <a:lnTo>
                    <a:pt x="0" y="337650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9" name="Google Shape;3599;g3cf02dd855a_0_2196"/>
            <p:cNvSpPr/>
            <p:nvPr/>
          </p:nvSpPr>
          <p:spPr>
            <a:xfrm>
              <a:off x="7181651" y="1735537"/>
              <a:ext cx="1554513" cy="1575900"/>
            </a:xfrm>
            <a:custGeom>
              <a:avLst/>
              <a:gdLst/>
              <a:ahLst/>
              <a:cxnLst/>
              <a:rect l="l" t="t" r="r" b="b"/>
              <a:pathLst>
                <a:path w="1636330" h="1133741" extrusionOk="0">
                  <a:moveTo>
                    <a:pt x="0" y="1133742"/>
                  </a:moveTo>
                  <a:cubicBezTo>
                    <a:pt x="48491" y="1133742"/>
                    <a:pt x="92228" y="1131839"/>
                    <a:pt x="132162" y="1127084"/>
                  </a:cubicBezTo>
                  <a:cubicBezTo>
                    <a:pt x="172095" y="1122328"/>
                    <a:pt x="209176" y="1115670"/>
                    <a:pt x="241504" y="1106159"/>
                  </a:cubicBezTo>
                  <a:cubicBezTo>
                    <a:pt x="273831" y="1096648"/>
                    <a:pt x="307109" y="1082381"/>
                    <a:pt x="334682" y="1065261"/>
                  </a:cubicBezTo>
                  <a:cubicBezTo>
                    <a:pt x="362256" y="1048140"/>
                    <a:pt x="391731" y="1021509"/>
                    <a:pt x="414550" y="990122"/>
                  </a:cubicBezTo>
                  <a:cubicBezTo>
                    <a:pt x="440221" y="953979"/>
                    <a:pt x="480155" y="914983"/>
                    <a:pt x="534351" y="875987"/>
                  </a:cubicBezTo>
                  <a:cubicBezTo>
                    <a:pt x="598055" y="830333"/>
                    <a:pt x="681725" y="784679"/>
                    <a:pt x="782510" y="740927"/>
                  </a:cubicBezTo>
                  <a:cubicBezTo>
                    <a:pt x="898508" y="691468"/>
                    <a:pt x="1032571" y="648668"/>
                    <a:pt x="1177093" y="615378"/>
                  </a:cubicBezTo>
                  <a:cubicBezTo>
                    <a:pt x="1334926" y="580187"/>
                    <a:pt x="1492759" y="560213"/>
                    <a:pt x="1636331" y="560213"/>
                  </a:cubicBezTo>
                  <a:lnTo>
                    <a:pt x="1636331" y="0"/>
                  </a:lnTo>
                  <a:cubicBezTo>
                    <a:pt x="1492759" y="0"/>
                    <a:pt x="1333975" y="32338"/>
                    <a:pt x="1177093" y="90357"/>
                  </a:cubicBezTo>
                  <a:cubicBezTo>
                    <a:pt x="1020211" y="148376"/>
                    <a:pt x="898508" y="215905"/>
                    <a:pt x="782510" y="297702"/>
                  </a:cubicBezTo>
                  <a:cubicBezTo>
                    <a:pt x="681725" y="369037"/>
                    <a:pt x="598055" y="445127"/>
                    <a:pt x="534351" y="521217"/>
                  </a:cubicBezTo>
                  <a:cubicBezTo>
                    <a:pt x="479204" y="585893"/>
                    <a:pt x="440221" y="649619"/>
                    <a:pt x="414550" y="709540"/>
                  </a:cubicBezTo>
                  <a:cubicBezTo>
                    <a:pt x="392681" y="761852"/>
                    <a:pt x="365108" y="801799"/>
                    <a:pt x="334682" y="834137"/>
                  </a:cubicBezTo>
                  <a:cubicBezTo>
                    <a:pt x="304257" y="866475"/>
                    <a:pt x="275733" y="884547"/>
                    <a:pt x="241504" y="901667"/>
                  </a:cubicBezTo>
                  <a:cubicBezTo>
                    <a:pt x="207275" y="918787"/>
                    <a:pt x="172095" y="929250"/>
                    <a:pt x="132162" y="936859"/>
                  </a:cubicBezTo>
                  <a:cubicBezTo>
                    <a:pt x="93179" y="944468"/>
                    <a:pt x="49442" y="948272"/>
                    <a:pt x="0" y="948272"/>
                  </a:cubicBezTo>
                  <a:lnTo>
                    <a:pt x="0" y="1133742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0" name="Google Shape;3600;g3cf02dd855a_0_2196"/>
            <p:cNvSpPr txBox="1"/>
            <p:nvPr/>
          </p:nvSpPr>
          <p:spPr>
            <a:xfrm>
              <a:off x="8269103" y="1906459"/>
              <a:ext cx="2745900" cy="40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Configure Depot and </a:t>
              </a:r>
              <a:b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Download Binaries in the Installer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01" name="Google Shape;3601;g3cf02dd855a_0_2196"/>
          <p:cNvGrpSpPr/>
          <p:nvPr/>
        </p:nvGrpSpPr>
        <p:grpSpPr>
          <a:xfrm>
            <a:off x="7121263" y="2609568"/>
            <a:ext cx="5083104" cy="852617"/>
            <a:chOff x="7181651" y="2791694"/>
            <a:chExt cx="5168907" cy="867274"/>
          </a:xfrm>
        </p:grpSpPr>
        <p:sp>
          <p:nvSpPr>
            <p:cNvPr id="3602" name="Google Shape;3602;g3cf02dd855a_0_2196"/>
            <p:cNvSpPr/>
            <p:nvPr/>
          </p:nvSpPr>
          <p:spPr>
            <a:xfrm>
              <a:off x="8734215" y="2791694"/>
              <a:ext cx="3616343" cy="774729"/>
            </a:xfrm>
            <a:custGeom>
              <a:avLst/>
              <a:gdLst/>
              <a:ahLst/>
              <a:cxnLst/>
              <a:rect l="l" t="t" r="r" b="b"/>
              <a:pathLst>
                <a:path w="1208469" h="557359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4796"/>
                  </a:lnTo>
                  <a:lnTo>
                    <a:pt x="1208470" y="557360"/>
                  </a:lnTo>
                  <a:lnTo>
                    <a:pt x="0" y="557360"/>
                  </a:lnTo>
                  <a:lnTo>
                    <a:pt x="0" y="334796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rgbClr val="208A6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3" name="Google Shape;3603;g3cf02dd855a_0_2196"/>
            <p:cNvSpPr/>
            <p:nvPr/>
          </p:nvSpPr>
          <p:spPr>
            <a:xfrm>
              <a:off x="7181651" y="2791694"/>
              <a:ext cx="1554513" cy="867274"/>
            </a:xfrm>
            <a:custGeom>
              <a:avLst/>
              <a:gdLst/>
              <a:ahLst/>
              <a:cxnLst/>
              <a:rect l="l" t="t" r="r" b="b"/>
              <a:pathLst>
                <a:path w="1636330" h="623938" extrusionOk="0">
                  <a:moveTo>
                    <a:pt x="0" y="623938"/>
                  </a:moveTo>
                  <a:cubicBezTo>
                    <a:pt x="48491" y="623938"/>
                    <a:pt x="92228" y="623938"/>
                    <a:pt x="132162" y="623938"/>
                  </a:cubicBezTo>
                  <a:cubicBezTo>
                    <a:pt x="172095" y="623938"/>
                    <a:pt x="209176" y="622987"/>
                    <a:pt x="241504" y="621085"/>
                  </a:cubicBezTo>
                  <a:cubicBezTo>
                    <a:pt x="273831" y="619183"/>
                    <a:pt x="307109" y="618232"/>
                    <a:pt x="334682" y="616329"/>
                  </a:cubicBezTo>
                  <a:cubicBezTo>
                    <a:pt x="362256" y="614427"/>
                    <a:pt x="391731" y="611574"/>
                    <a:pt x="414550" y="607769"/>
                  </a:cubicBezTo>
                  <a:cubicBezTo>
                    <a:pt x="440221" y="603965"/>
                    <a:pt x="480155" y="599209"/>
                    <a:pt x="534351" y="594453"/>
                  </a:cubicBezTo>
                  <a:cubicBezTo>
                    <a:pt x="588547" y="589698"/>
                    <a:pt x="681725" y="583991"/>
                    <a:pt x="782510" y="579236"/>
                  </a:cubicBezTo>
                  <a:cubicBezTo>
                    <a:pt x="898508" y="573529"/>
                    <a:pt x="1032571" y="568773"/>
                    <a:pt x="1177093" y="564969"/>
                  </a:cubicBezTo>
                  <a:cubicBezTo>
                    <a:pt x="1334926" y="561164"/>
                    <a:pt x="1492759" y="558311"/>
                    <a:pt x="1636331" y="558311"/>
                  </a:cubicBezTo>
                  <a:lnTo>
                    <a:pt x="1636331" y="0"/>
                  </a:lnTo>
                  <a:cubicBezTo>
                    <a:pt x="1492759" y="0"/>
                    <a:pt x="1333975" y="15218"/>
                    <a:pt x="1177093" y="41850"/>
                  </a:cubicBezTo>
                  <a:cubicBezTo>
                    <a:pt x="1032571" y="66579"/>
                    <a:pt x="898508" y="99868"/>
                    <a:pt x="782510" y="137913"/>
                  </a:cubicBezTo>
                  <a:cubicBezTo>
                    <a:pt x="681725" y="171203"/>
                    <a:pt x="598055" y="206394"/>
                    <a:pt x="534351" y="241586"/>
                  </a:cubicBezTo>
                  <a:cubicBezTo>
                    <a:pt x="479204" y="272022"/>
                    <a:pt x="440221" y="301507"/>
                    <a:pt x="414550" y="329090"/>
                  </a:cubicBezTo>
                  <a:cubicBezTo>
                    <a:pt x="392681" y="352868"/>
                    <a:pt x="365108" y="371890"/>
                    <a:pt x="334682" y="387108"/>
                  </a:cubicBezTo>
                  <a:cubicBezTo>
                    <a:pt x="307109" y="400424"/>
                    <a:pt x="275733" y="410886"/>
                    <a:pt x="241504" y="418495"/>
                  </a:cubicBezTo>
                  <a:cubicBezTo>
                    <a:pt x="207275" y="426104"/>
                    <a:pt x="172095" y="430860"/>
                    <a:pt x="132162" y="434664"/>
                  </a:cubicBezTo>
                  <a:cubicBezTo>
                    <a:pt x="92228" y="438469"/>
                    <a:pt x="49442" y="439420"/>
                    <a:pt x="0" y="439420"/>
                  </a:cubicBezTo>
                  <a:lnTo>
                    <a:pt x="0" y="623938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208A61"/>
                </a:gs>
                <a:gs pos="100000">
                  <a:srgbClr val="208A6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g3cf02dd855a_0_2196"/>
            <p:cNvSpPr txBox="1"/>
            <p:nvPr/>
          </p:nvSpPr>
          <p:spPr>
            <a:xfrm>
              <a:off x="8119163" y="2932862"/>
              <a:ext cx="28428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Converge vSphere + Ops to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VCF Instance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05" name="Google Shape;3605;g3cf02dd855a_0_2196"/>
          <p:cNvGrpSpPr/>
          <p:nvPr/>
        </p:nvGrpSpPr>
        <p:grpSpPr>
          <a:xfrm>
            <a:off x="0" y="2090600"/>
            <a:ext cx="5473839" cy="1124212"/>
            <a:chOff x="-1167" y="2411087"/>
            <a:chExt cx="5314922" cy="1091892"/>
          </a:xfrm>
        </p:grpSpPr>
        <p:sp>
          <p:nvSpPr>
            <p:cNvPr id="3606" name="Google Shape;3606;g3cf02dd855a_0_2196"/>
            <p:cNvSpPr/>
            <p:nvPr/>
          </p:nvSpPr>
          <p:spPr>
            <a:xfrm flipH="1">
              <a:off x="-1167" y="2411087"/>
              <a:ext cx="3447545" cy="778020"/>
            </a:xfrm>
            <a:custGeom>
              <a:avLst/>
              <a:gdLst/>
              <a:ahLst/>
              <a:cxnLst/>
              <a:rect l="l" t="t" r="r" b="b"/>
              <a:pathLst>
                <a:path w="1410039" h="778020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10067"/>
                  </a:lnTo>
                  <a:lnTo>
                    <a:pt x="0" y="467954"/>
                  </a:lnTo>
                  <a:lnTo>
                    <a:pt x="0" y="778021"/>
                  </a:lnTo>
                  <a:lnTo>
                    <a:pt x="1410040" y="778021"/>
                  </a:lnTo>
                  <a:lnTo>
                    <a:pt x="1410040" y="467954"/>
                  </a:lnTo>
                  <a:lnTo>
                    <a:pt x="1410040" y="310067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1582B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07" name="Google Shape;3607;g3cf02dd855a_0_2196"/>
            <p:cNvGrpSpPr/>
            <p:nvPr/>
          </p:nvGrpSpPr>
          <p:grpSpPr>
            <a:xfrm>
              <a:off x="3446381" y="2412038"/>
              <a:ext cx="1867374" cy="1090941"/>
              <a:chOff x="3446381" y="2412038"/>
              <a:chExt cx="1867374" cy="1090941"/>
            </a:xfrm>
          </p:grpSpPr>
          <p:sp>
            <p:nvSpPr>
              <p:cNvPr id="3608" name="Google Shape;3608;g3cf02dd855a_0_2196"/>
              <p:cNvSpPr/>
              <p:nvPr/>
            </p:nvSpPr>
            <p:spPr>
              <a:xfrm rot="10800000" flipH="1">
                <a:off x="4787962" y="3266149"/>
                <a:ext cx="525793" cy="236830"/>
              </a:xfrm>
              <a:custGeom>
                <a:avLst/>
                <a:gdLst/>
                <a:ahLst/>
                <a:cxnLst/>
                <a:rect l="l" t="t" r="r" b="b"/>
                <a:pathLst>
                  <a:path w="525793" h="236830" extrusionOk="0">
                    <a:moveTo>
                      <a:pt x="525794" y="0"/>
                    </a:moveTo>
                    <a:lnTo>
                      <a:pt x="0" y="0"/>
                    </a:lnTo>
                    <a:lnTo>
                      <a:pt x="0" y="94161"/>
                    </a:lnTo>
                    <a:lnTo>
                      <a:pt x="0" y="142669"/>
                    </a:lnTo>
                    <a:lnTo>
                      <a:pt x="0" y="236830"/>
                    </a:lnTo>
                    <a:lnTo>
                      <a:pt x="525794" y="236830"/>
                    </a:lnTo>
                    <a:lnTo>
                      <a:pt x="525794" y="142669"/>
                    </a:lnTo>
                    <a:lnTo>
                      <a:pt x="525794" y="94161"/>
                    </a:lnTo>
                    <a:lnTo>
                      <a:pt x="5257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1583B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75" rIns="68550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9" name="Google Shape;3609;g3cf02dd855a_0_2196"/>
              <p:cNvSpPr/>
              <p:nvPr/>
            </p:nvSpPr>
            <p:spPr>
              <a:xfrm flipH="1">
                <a:off x="3446381" y="2412038"/>
                <a:ext cx="1341581" cy="1090940"/>
              </a:xfrm>
              <a:custGeom>
                <a:avLst/>
                <a:gdLst/>
                <a:ahLst/>
                <a:cxnLst/>
                <a:rect l="l" t="t" r="r" b="b"/>
                <a:pathLst>
                  <a:path w="1341581" h="1090940" extrusionOk="0">
                    <a:moveTo>
                      <a:pt x="1341582" y="4756"/>
                    </a:moveTo>
                    <a:lnTo>
                      <a:pt x="1341582" y="0"/>
                    </a:lnTo>
                    <a:cubicBezTo>
                      <a:pt x="1275026" y="0"/>
                      <a:pt x="1198962" y="13316"/>
                      <a:pt x="1118143" y="38996"/>
                    </a:cubicBezTo>
                    <a:cubicBezTo>
                      <a:pt x="1070603" y="54214"/>
                      <a:pt x="1020211" y="73237"/>
                      <a:pt x="969818" y="96064"/>
                    </a:cubicBezTo>
                    <a:cubicBezTo>
                      <a:pt x="848115" y="151229"/>
                      <a:pt x="730216" y="224466"/>
                      <a:pt x="624677" y="306262"/>
                    </a:cubicBezTo>
                    <a:cubicBezTo>
                      <a:pt x="536252" y="374744"/>
                      <a:pt x="461139" y="445127"/>
                      <a:pt x="399337" y="514559"/>
                    </a:cubicBezTo>
                    <a:cubicBezTo>
                      <a:pt x="348944" y="571627"/>
                      <a:pt x="308060" y="625841"/>
                      <a:pt x="277634" y="676250"/>
                    </a:cubicBezTo>
                    <a:cubicBezTo>
                      <a:pt x="251963" y="718100"/>
                      <a:pt x="228192" y="749487"/>
                      <a:pt x="205373" y="772314"/>
                    </a:cubicBezTo>
                    <a:cubicBezTo>
                      <a:pt x="184456" y="793239"/>
                      <a:pt x="163538" y="809408"/>
                      <a:pt x="141670" y="820821"/>
                    </a:cubicBezTo>
                    <a:cubicBezTo>
                      <a:pt x="121703" y="832235"/>
                      <a:pt x="99834" y="839844"/>
                      <a:pt x="76064" y="844600"/>
                    </a:cubicBezTo>
                    <a:cubicBezTo>
                      <a:pt x="53245" y="849355"/>
                      <a:pt x="28524" y="854111"/>
                      <a:pt x="0" y="854111"/>
                    </a:cubicBezTo>
                    <a:lnTo>
                      <a:pt x="0" y="973001"/>
                    </a:lnTo>
                    <a:lnTo>
                      <a:pt x="0" y="973001"/>
                    </a:lnTo>
                    <a:lnTo>
                      <a:pt x="0" y="1008193"/>
                    </a:lnTo>
                    <a:lnTo>
                      <a:pt x="0" y="1008193"/>
                    </a:lnTo>
                    <a:lnTo>
                      <a:pt x="0" y="1078577"/>
                    </a:lnTo>
                    <a:lnTo>
                      <a:pt x="0" y="1078577"/>
                    </a:lnTo>
                    <a:lnTo>
                      <a:pt x="0" y="1090941"/>
                    </a:lnTo>
                    <a:lnTo>
                      <a:pt x="0" y="1090941"/>
                    </a:lnTo>
                    <a:cubicBezTo>
                      <a:pt x="27573" y="1090941"/>
                      <a:pt x="53245" y="1090941"/>
                      <a:pt x="76064" y="1088088"/>
                    </a:cubicBezTo>
                    <a:cubicBezTo>
                      <a:pt x="99834" y="1086185"/>
                      <a:pt x="121703" y="1083332"/>
                      <a:pt x="141670" y="1079528"/>
                    </a:cubicBezTo>
                    <a:cubicBezTo>
                      <a:pt x="163538" y="1074772"/>
                      <a:pt x="184456" y="1069065"/>
                      <a:pt x="205373" y="1061456"/>
                    </a:cubicBezTo>
                    <a:cubicBezTo>
                      <a:pt x="228192" y="1052896"/>
                      <a:pt x="252913" y="1041482"/>
                      <a:pt x="277634" y="1026265"/>
                    </a:cubicBezTo>
                    <a:cubicBezTo>
                      <a:pt x="308060" y="1007242"/>
                      <a:pt x="348944" y="988220"/>
                      <a:pt x="399337" y="967295"/>
                    </a:cubicBezTo>
                    <a:cubicBezTo>
                      <a:pt x="461139" y="941614"/>
                      <a:pt x="536252" y="915934"/>
                      <a:pt x="624677" y="891205"/>
                    </a:cubicBezTo>
                    <a:cubicBezTo>
                      <a:pt x="730216" y="861720"/>
                      <a:pt x="848115" y="835088"/>
                      <a:pt x="969818" y="814164"/>
                    </a:cubicBezTo>
                    <a:cubicBezTo>
                      <a:pt x="1106734" y="791336"/>
                      <a:pt x="1235092" y="777070"/>
                      <a:pt x="1341582" y="777070"/>
                    </a:cubicBezTo>
                    <a:lnTo>
                      <a:pt x="1341582" y="508852"/>
                    </a:lnTo>
                    <a:lnTo>
                      <a:pt x="1341582" y="508852"/>
                    </a:lnTo>
                    <a:lnTo>
                      <a:pt x="1341582" y="5707"/>
                    </a:lnTo>
                    <a:lnTo>
                      <a:pt x="1341582" y="5707"/>
                    </a:lnTo>
                    <a:cubicBezTo>
                      <a:pt x="1341582" y="5707"/>
                      <a:pt x="1341582" y="5707"/>
                      <a:pt x="1341582" y="5707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1583B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50" rIns="68550" bIns="342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10" name="Google Shape;3610;g3cf02dd855a_0_2196"/>
            <p:cNvSpPr txBox="1"/>
            <p:nvPr/>
          </p:nvSpPr>
          <p:spPr>
            <a:xfrm>
              <a:off x="1219210" y="2584535"/>
              <a:ext cx="22629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 all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Prerequisites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11" name="Google Shape;3611;g3cf02dd855a_0_2196"/>
          <p:cNvGrpSpPr/>
          <p:nvPr/>
        </p:nvGrpSpPr>
        <p:grpSpPr>
          <a:xfrm>
            <a:off x="0" y="3052697"/>
            <a:ext cx="5473839" cy="801049"/>
            <a:chOff x="-1167" y="3315607"/>
            <a:chExt cx="5314922" cy="778020"/>
          </a:xfrm>
        </p:grpSpPr>
        <p:sp>
          <p:nvSpPr>
            <p:cNvPr id="3612" name="Google Shape;3612;g3cf02dd855a_0_2196"/>
            <p:cNvSpPr/>
            <p:nvPr/>
          </p:nvSpPr>
          <p:spPr>
            <a:xfrm flipH="1">
              <a:off x="-1167" y="3316558"/>
              <a:ext cx="3447545" cy="777069"/>
            </a:xfrm>
            <a:custGeom>
              <a:avLst/>
              <a:gdLst/>
              <a:ahLst/>
              <a:cxnLst/>
              <a:rect l="l" t="t" r="r" b="b"/>
              <a:pathLst>
                <a:path w="1410039" h="777069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09116"/>
                  </a:lnTo>
                  <a:lnTo>
                    <a:pt x="0" y="467954"/>
                  </a:lnTo>
                  <a:lnTo>
                    <a:pt x="0" y="777070"/>
                  </a:lnTo>
                  <a:lnTo>
                    <a:pt x="1410040" y="777070"/>
                  </a:lnTo>
                  <a:lnTo>
                    <a:pt x="1410040" y="467954"/>
                  </a:lnTo>
                  <a:lnTo>
                    <a:pt x="1410040" y="309116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2479A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3" name="Google Shape;3613;g3cf02dd855a_0_2196"/>
            <p:cNvSpPr/>
            <p:nvPr/>
          </p:nvSpPr>
          <p:spPr>
            <a:xfrm flipH="1">
              <a:off x="4787962" y="3586678"/>
              <a:ext cx="525793" cy="235879"/>
            </a:xfrm>
            <a:custGeom>
              <a:avLst/>
              <a:gdLst/>
              <a:ahLst/>
              <a:cxnLst/>
              <a:rect l="l" t="t" r="r" b="b"/>
              <a:pathLst>
                <a:path w="525793" h="235879" extrusionOk="0">
                  <a:moveTo>
                    <a:pt x="525794" y="0"/>
                  </a:moveTo>
                  <a:lnTo>
                    <a:pt x="0" y="0"/>
                  </a:lnTo>
                  <a:lnTo>
                    <a:pt x="0" y="94162"/>
                  </a:lnTo>
                  <a:lnTo>
                    <a:pt x="0" y="141718"/>
                  </a:lnTo>
                  <a:lnTo>
                    <a:pt x="0" y="235879"/>
                  </a:lnTo>
                  <a:lnTo>
                    <a:pt x="525794" y="235879"/>
                  </a:lnTo>
                  <a:lnTo>
                    <a:pt x="525794" y="141718"/>
                  </a:lnTo>
                  <a:lnTo>
                    <a:pt x="525794" y="94162"/>
                  </a:lnTo>
                  <a:lnTo>
                    <a:pt x="5257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4" name="Google Shape;3614;g3cf02dd855a_0_2196"/>
            <p:cNvSpPr/>
            <p:nvPr/>
          </p:nvSpPr>
          <p:spPr>
            <a:xfrm flipH="1">
              <a:off x="3445430" y="3315607"/>
              <a:ext cx="1342532" cy="778020"/>
            </a:xfrm>
            <a:custGeom>
              <a:avLst/>
              <a:gdLst/>
              <a:ahLst/>
              <a:cxnLst/>
              <a:rect l="l" t="t" r="r" b="b"/>
              <a:pathLst>
                <a:path w="1342532" h="778020" extrusionOk="0">
                  <a:moveTo>
                    <a:pt x="0" y="506950"/>
                  </a:moveTo>
                  <a:cubicBezTo>
                    <a:pt x="32327" y="506950"/>
                    <a:pt x="61802" y="506950"/>
                    <a:pt x="88425" y="508852"/>
                  </a:cubicBezTo>
                  <a:cubicBezTo>
                    <a:pt x="115047" y="510754"/>
                    <a:pt x="140719" y="513608"/>
                    <a:pt x="163538" y="517412"/>
                  </a:cubicBezTo>
                  <a:cubicBezTo>
                    <a:pt x="188259" y="521217"/>
                    <a:pt x="212029" y="526924"/>
                    <a:pt x="234848" y="534533"/>
                  </a:cubicBezTo>
                  <a:cubicBezTo>
                    <a:pt x="260520" y="543093"/>
                    <a:pt x="287142" y="554506"/>
                    <a:pt x="314716" y="569724"/>
                  </a:cubicBezTo>
                  <a:cubicBezTo>
                    <a:pt x="347994" y="587796"/>
                    <a:pt x="391731" y="607769"/>
                    <a:pt x="445926" y="627743"/>
                  </a:cubicBezTo>
                  <a:cubicBezTo>
                    <a:pt x="510581" y="651521"/>
                    <a:pt x="589497" y="675299"/>
                    <a:pt x="678873" y="697175"/>
                  </a:cubicBezTo>
                  <a:cubicBezTo>
                    <a:pt x="783461" y="722856"/>
                    <a:pt x="897557" y="743780"/>
                    <a:pt x="1011654" y="758047"/>
                  </a:cubicBezTo>
                  <a:cubicBezTo>
                    <a:pt x="1136209" y="773265"/>
                    <a:pt x="1239846" y="778021"/>
                    <a:pt x="1342533" y="778021"/>
                  </a:cubicBezTo>
                  <a:lnTo>
                    <a:pt x="1342533" y="0"/>
                  </a:lnTo>
                  <a:cubicBezTo>
                    <a:pt x="1244600" y="0"/>
                    <a:pt x="1136209" y="3805"/>
                    <a:pt x="1011654" y="19023"/>
                  </a:cubicBezTo>
                  <a:cubicBezTo>
                    <a:pt x="896606" y="33289"/>
                    <a:pt x="783461" y="55165"/>
                    <a:pt x="678873" y="79895"/>
                  </a:cubicBezTo>
                  <a:cubicBezTo>
                    <a:pt x="589497" y="101770"/>
                    <a:pt x="510581" y="125549"/>
                    <a:pt x="445926" y="149327"/>
                  </a:cubicBezTo>
                  <a:cubicBezTo>
                    <a:pt x="391731" y="169300"/>
                    <a:pt x="347994" y="188323"/>
                    <a:pt x="314716" y="207345"/>
                  </a:cubicBezTo>
                  <a:cubicBezTo>
                    <a:pt x="287142" y="222563"/>
                    <a:pt x="260520" y="233977"/>
                    <a:pt x="234848" y="242537"/>
                  </a:cubicBezTo>
                  <a:cubicBezTo>
                    <a:pt x="212029" y="250146"/>
                    <a:pt x="188259" y="255853"/>
                    <a:pt x="163538" y="259657"/>
                  </a:cubicBezTo>
                  <a:cubicBezTo>
                    <a:pt x="140719" y="263462"/>
                    <a:pt x="115998" y="266315"/>
                    <a:pt x="88425" y="268217"/>
                  </a:cubicBezTo>
                  <a:cubicBezTo>
                    <a:pt x="61802" y="270120"/>
                    <a:pt x="33278" y="270120"/>
                    <a:pt x="0" y="270120"/>
                  </a:cubicBezTo>
                  <a:lnTo>
                    <a:pt x="0" y="505999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247AAF"/>
                </a:gs>
                <a:gs pos="100000">
                  <a:srgbClr val="247AA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5" name="Google Shape;3615;g3cf02dd855a_0_2196"/>
            <p:cNvSpPr txBox="1"/>
            <p:nvPr/>
          </p:nvSpPr>
          <p:spPr>
            <a:xfrm>
              <a:off x="1203729" y="3481515"/>
              <a:ext cx="22629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Ops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desired for Management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16" name="Google Shape;3616;g3cf02dd855a_0_2196"/>
          <p:cNvGrpSpPr/>
          <p:nvPr/>
        </p:nvGrpSpPr>
        <p:grpSpPr>
          <a:xfrm>
            <a:off x="0" y="3685806"/>
            <a:ext cx="5473839" cy="1124212"/>
            <a:chOff x="-1167" y="3907207"/>
            <a:chExt cx="5314922" cy="1091892"/>
          </a:xfrm>
        </p:grpSpPr>
        <p:sp>
          <p:nvSpPr>
            <p:cNvPr id="3617" name="Google Shape;3617;g3cf02dd855a_0_2196"/>
            <p:cNvSpPr/>
            <p:nvPr/>
          </p:nvSpPr>
          <p:spPr>
            <a:xfrm flipH="1">
              <a:off x="-1167" y="4221079"/>
              <a:ext cx="3447545" cy="778020"/>
            </a:xfrm>
            <a:custGeom>
              <a:avLst/>
              <a:gdLst/>
              <a:ahLst/>
              <a:cxnLst/>
              <a:rect l="l" t="t" r="r" b="b"/>
              <a:pathLst>
                <a:path w="1410039" h="778020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10067"/>
                  </a:lnTo>
                  <a:lnTo>
                    <a:pt x="0" y="467954"/>
                  </a:lnTo>
                  <a:lnTo>
                    <a:pt x="0" y="778021"/>
                  </a:lnTo>
                  <a:lnTo>
                    <a:pt x="1410040" y="778021"/>
                  </a:lnTo>
                  <a:lnTo>
                    <a:pt x="1410040" y="467954"/>
                  </a:lnTo>
                  <a:lnTo>
                    <a:pt x="1410040" y="310067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366DA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8" name="Google Shape;3618;g3cf02dd855a_0_2196"/>
            <p:cNvSpPr/>
            <p:nvPr/>
          </p:nvSpPr>
          <p:spPr>
            <a:xfrm flipH="1">
              <a:off x="4787962" y="3908158"/>
              <a:ext cx="525793" cy="235879"/>
            </a:xfrm>
            <a:custGeom>
              <a:avLst/>
              <a:gdLst/>
              <a:ahLst/>
              <a:cxnLst/>
              <a:rect l="l" t="t" r="r" b="b"/>
              <a:pathLst>
                <a:path w="525793" h="235879" extrusionOk="0">
                  <a:moveTo>
                    <a:pt x="525794" y="0"/>
                  </a:moveTo>
                  <a:lnTo>
                    <a:pt x="0" y="0"/>
                  </a:lnTo>
                  <a:lnTo>
                    <a:pt x="0" y="94161"/>
                  </a:lnTo>
                  <a:lnTo>
                    <a:pt x="0" y="141718"/>
                  </a:lnTo>
                  <a:lnTo>
                    <a:pt x="0" y="235879"/>
                  </a:lnTo>
                  <a:lnTo>
                    <a:pt x="525794" y="235879"/>
                  </a:lnTo>
                  <a:lnTo>
                    <a:pt x="525794" y="141718"/>
                  </a:lnTo>
                  <a:lnTo>
                    <a:pt x="525794" y="94161"/>
                  </a:lnTo>
                  <a:lnTo>
                    <a:pt x="5257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9" name="Google Shape;3619;g3cf02dd855a_0_2196"/>
            <p:cNvSpPr/>
            <p:nvPr/>
          </p:nvSpPr>
          <p:spPr>
            <a:xfrm flipH="1">
              <a:off x="3446381" y="3907207"/>
              <a:ext cx="1341581" cy="1090941"/>
            </a:xfrm>
            <a:custGeom>
              <a:avLst/>
              <a:gdLst/>
              <a:ahLst/>
              <a:cxnLst/>
              <a:rect l="l" t="t" r="r" b="b"/>
              <a:pathLst>
                <a:path w="1341581" h="1090941" extrusionOk="0">
                  <a:moveTo>
                    <a:pt x="1341582" y="1086186"/>
                  </a:moveTo>
                  <a:lnTo>
                    <a:pt x="1341582" y="1090941"/>
                  </a:lnTo>
                  <a:cubicBezTo>
                    <a:pt x="1275026" y="1090941"/>
                    <a:pt x="1198962" y="1077625"/>
                    <a:pt x="1118143" y="1051945"/>
                  </a:cubicBezTo>
                  <a:cubicBezTo>
                    <a:pt x="1070603" y="1036727"/>
                    <a:pt x="1020211" y="1017704"/>
                    <a:pt x="969818" y="994877"/>
                  </a:cubicBezTo>
                  <a:cubicBezTo>
                    <a:pt x="848115" y="939712"/>
                    <a:pt x="730216" y="866475"/>
                    <a:pt x="624677" y="784679"/>
                  </a:cubicBezTo>
                  <a:cubicBezTo>
                    <a:pt x="536252" y="716198"/>
                    <a:pt x="461139" y="645814"/>
                    <a:pt x="399337" y="576382"/>
                  </a:cubicBezTo>
                  <a:cubicBezTo>
                    <a:pt x="348944" y="519315"/>
                    <a:pt x="308060" y="465100"/>
                    <a:pt x="277634" y="414691"/>
                  </a:cubicBezTo>
                  <a:cubicBezTo>
                    <a:pt x="251963" y="372841"/>
                    <a:pt x="228192" y="341454"/>
                    <a:pt x="205373" y="318627"/>
                  </a:cubicBezTo>
                  <a:cubicBezTo>
                    <a:pt x="184456" y="297702"/>
                    <a:pt x="163538" y="281533"/>
                    <a:pt x="141670" y="270120"/>
                  </a:cubicBezTo>
                  <a:cubicBezTo>
                    <a:pt x="121703" y="258706"/>
                    <a:pt x="99834" y="251097"/>
                    <a:pt x="76064" y="246341"/>
                  </a:cubicBezTo>
                  <a:cubicBezTo>
                    <a:pt x="53245" y="241586"/>
                    <a:pt x="28524" y="236830"/>
                    <a:pt x="0" y="236830"/>
                  </a:cubicBezTo>
                  <a:lnTo>
                    <a:pt x="0" y="117940"/>
                  </a:lnTo>
                  <a:lnTo>
                    <a:pt x="0" y="117940"/>
                  </a:lnTo>
                  <a:lnTo>
                    <a:pt x="0" y="82748"/>
                  </a:lnTo>
                  <a:lnTo>
                    <a:pt x="0" y="82748"/>
                  </a:lnTo>
                  <a:lnTo>
                    <a:pt x="0" y="12365"/>
                  </a:lnTo>
                  <a:lnTo>
                    <a:pt x="0" y="12365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27573" y="0"/>
                    <a:pt x="53245" y="0"/>
                    <a:pt x="76064" y="2853"/>
                  </a:cubicBezTo>
                  <a:cubicBezTo>
                    <a:pt x="99834" y="4756"/>
                    <a:pt x="121703" y="7609"/>
                    <a:pt x="141670" y="11414"/>
                  </a:cubicBezTo>
                  <a:cubicBezTo>
                    <a:pt x="163538" y="16169"/>
                    <a:pt x="184456" y="21876"/>
                    <a:pt x="205373" y="29485"/>
                  </a:cubicBezTo>
                  <a:cubicBezTo>
                    <a:pt x="228192" y="38045"/>
                    <a:pt x="252913" y="49459"/>
                    <a:pt x="277634" y="64677"/>
                  </a:cubicBezTo>
                  <a:cubicBezTo>
                    <a:pt x="308060" y="83699"/>
                    <a:pt x="348944" y="102722"/>
                    <a:pt x="399337" y="123646"/>
                  </a:cubicBezTo>
                  <a:cubicBezTo>
                    <a:pt x="461139" y="149327"/>
                    <a:pt x="536252" y="175007"/>
                    <a:pt x="624677" y="199736"/>
                  </a:cubicBezTo>
                  <a:cubicBezTo>
                    <a:pt x="730216" y="229221"/>
                    <a:pt x="848115" y="255853"/>
                    <a:pt x="969818" y="276778"/>
                  </a:cubicBezTo>
                  <a:cubicBezTo>
                    <a:pt x="1106734" y="299605"/>
                    <a:pt x="1235092" y="313871"/>
                    <a:pt x="1341582" y="313871"/>
                  </a:cubicBezTo>
                  <a:lnTo>
                    <a:pt x="1341582" y="582089"/>
                  </a:lnTo>
                  <a:lnTo>
                    <a:pt x="1341582" y="582089"/>
                  </a:lnTo>
                  <a:lnTo>
                    <a:pt x="1341582" y="1085234"/>
                  </a:lnTo>
                  <a:lnTo>
                    <a:pt x="1341582" y="1085234"/>
                  </a:lnTo>
                  <a:cubicBezTo>
                    <a:pt x="1341582" y="1085234"/>
                    <a:pt x="1341582" y="1085234"/>
                    <a:pt x="1341582" y="1085234"/>
                  </a:cubicBezTo>
                  <a:close/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366DA7"/>
                </a:gs>
                <a:gs pos="100000">
                  <a:srgbClr val="366DA7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0" name="Google Shape;3620;g3cf02dd855a_0_2196"/>
            <p:cNvSpPr txBox="1"/>
            <p:nvPr/>
          </p:nvSpPr>
          <p:spPr>
            <a:xfrm>
              <a:off x="1219211" y="4389665"/>
              <a:ext cx="22629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vCenter ESX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for Management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1" name="Google Shape;3621;g3cf02dd855a_0_2196"/>
          <p:cNvGrpSpPr/>
          <p:nvPr/>
        </p:nvGrpSpPr>
        <p:grpSpPr>
          <a:xfrm>
            <a:off x="0" y="4171560"/>
            <a:ext cx="5473839" cy="1725489"/>
            <a:chOff x="-1167" y="4227737"/>
            <a:chExt cx="5314922" cy="1675883"/>
          </a:xfrm>
        </p:grpSpPr>
        <p:sp>
          <p:nvSpPr>
            <p:cNvPr id="3622" name="Google Shape;3622;g3cf02dd855a_0_2196"/>
            <p:cNvSpPr/>
            <p:nvPr/>
          </p:nvSpPr>
          <p:spPr>
            <a:xfrm flipH="1">
              <a:off x="-1167" y="5126550"/>
              <a:ext cx="3447545" cy="777069"/>
            </a:xfrm>
            <a:custGeom>
              <a:avLst/>
              <a:gdLst/>
              <a:ahLst/>
              <a:cxnLst/>
              <a:rect l="l" t="t" r="r" b="b"/>
              <a:pathLst>
                <a:path w="1410039" h="777069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09116"/>
                  </a:lnTo>
                  <a:lnTo>
                    <a:pt x="0" y="467954"/>
                  </a:lnTo>
                  <a:lnTo>
                    <a:pt x="0" y="777069"/>
                  </a:lnTo>
                  <a:lnTo>
                    <a:pt x="1410040" y="777069"/>
                  </a:lnTo>
                  <a:lnTo>
                    <a:pt x="1410040" y="467954"/>
                  </a:lnTo>
                  <a:lnTo>
                    <a:pt x="1410040" y="309116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4B619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3" name="Google Shape;3623;g3cf02dd855a_0_2196"/>
            <p:cNvGrpSpPr/>
            <p:nvPr/>
          </p:nvGrpSpPr>
          <p:grpSpPr>
            <a:xfrm>
              <a:off x="3446381" y="4227737"/>
              <a:ext cx="1867374" cy="1675883"/>
              <a:chOff x="3446381" y="4227737"/>
              <a:chExt cx="1867374" cy="1675883"/>
            </a:xfrm>
          </p:grpSpPr>
          <p:sp>
            <p:nvSpPr>
              <p:cNvPr id="3624" name="Google Shape;3624;g3cf02dd855a_0_2196"/>
              <p:cNvSpPr/>
              <p:nvPr/>
            </p:nvSpPr>
            <p:spPr>
              <a:xfrm rot="10800000" flipH="1">
                <a:off x="4787962" y="4227737"/>
                <a:ext cx="525793" cy="235879"/>
              </a:xfrm>
              <a:custGeom>
                <a:avLst/>
                <a:gdLst/>
                <a:ahLst/>
                <a:cxnLst/>
                <a:rect l="l" t="t" r="r" b="b"/>
                <a:pathLst>
                  <a:path w="525793" h="235879" extrusionOk="0">
                    <a:moveTo>
                      <a:pt x="525794" y="0"/>
                    </a:moveTo>
                    <a:lnTo>
                      <a:pt x="0" y="0"/>
                    </a:lnTo>
                    <a:lnTo>
                      <a:pt x="0" y="94161"/>
                    </a:lnTo>
                    <a:lnTo>
                      <a:pt x="0" y="142669"/>
                    </a:lnTo>
                    <a:lnTo>
                      <a:pt x="0" y="235879"/>
                    </a:lnTo>
                    <a:lnTo>
                      <a:pt x="525794" y="235879"/>
                    </a:lnTo>
                    <a:lnTo>
                      <a:pt x="525794" y="142669"/>
                    </a:lnTo>
                    <a:lnTo>
                      <a:pt x="525794" y="94161"/>
                    </a:lnTo>
                    <a:lnTo>
                      <a:pt x="5257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4B619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75" rIns="68550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5" name="Google Shape;3625;g3cf02dd855a_0_2196"/>
              <p:cNvSpPr/>
              <p:nvPr/>
            </p:nvSpPr>
            <p:spPr>
              <a:xfrm flipH="1">
                <a:off x="3446381" y="4227737"/>
                <a:ext cx="1341581" cy="1675883"/>
              </a:xfrm>
              <a:custGeom>
                <a:avLst/>
                <a:gdLst/>
                <a:ahLst/>
                <a:cxnLst/>
                <a:rect l="l" t="t" r="r" b="b"/>
                <a:pathLst>
                  <a:path w="1341581" h="1675883" extrusionOk="0">
                    <a:moveTo>
                      <a:pt x="1341582" y="1667323"/>
                    </a:moveTo>
                    <a:lnTo>
                      <a:pt x="1341582" y="1675883"/>
                    </a:lnTo>
                    <a:lnTo>
                      <a:pt x="1341582" y="1675883"/>
                    </a:lnTo>
                    <a:cubicBezTo>
                      <a:pt x="1275026" y="1675883"/>
                      <a:pt x="1198962" y="1654007"/>
                      <a:pt x="1118143" y="1610255"/>
                    </a:cubicBezTo>
                    <a:cubicBezTo>
                      <a:pt x="1070603" y="1584575"/>
                      <a:pt x="1020211" y="1552237"/>
                      <a:pt x="969818" y="1513241"/>
                    </a:cubicBezTo>
                    <a:cubicBezTo>
                      <a:pt x="848115" y="1420030"/>
                      <a:pt x="730216" y="1296384"/>
                      <a:pt x="624677" y="1159422"/>
                    </a:cubicBezTo>
                    <a:cubicBezTo>
                      <a:pt x="536252" y="1044336"/>
                      <a:pt x="461139" y="924494"/>
                      <a:pt x="399337" y="808457"/>
                    </a:cubicBezTo>
                    <a:cubicBezTo>
                      <a:pt x="348944" y="712393"/>
                      <a:pt x="308060" y="621085"/>
                      <a:pt x="277634" y="535484"/>
                    </a:cubicBezTo>
                    <a:cubicBezTo>
                      <a:pt x="251963" y="465100"/>
                      <a:pt x="228192" y="412788"/>
                      <a:pt x="205373" y="372841"/>
                    </a:cubicBezTo>
                    <a:cubicBezTo>
                      <a:pt x="184456" y="337650"/>
                      <a:pt x="163538" y="311018"/>
                      <a:pt x="141670" y="291044"/>
                    </a:cubicBezTo>
                    <a:cubicBezTo>
                      <a:pt x="121703" y="272973"/>
                      <a:pt x="99834" y="259657"/>
                      <a:pt x="76064" y="251097"/>
                    </a:cubicBezTo>
                    <a:cubicBezTo>
                      <a:pt x="53245" y="242537"/>
                      <a:pt x="28524" y="235879"/>
                      <a:pt x="0" y="235879"/>
                    </a:cubicBezTo>
                    <a:lnTo>
                      <a:pt x="0" y="235879"/>
                    </a:lnTo>
                    <a:lnTo>
                      <a:pt x="0" y="34241"/>
                    </a:lnTo>
                    <a:lnTo>
                      <a:pt x="0" y="34241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27573" y="0"/>
                      <a:pt x="53245" y="1902"/>
                      <a:pt x="76064" y="7609"/>
                    </a:cubicBezTo>
                    <a:cubicBezTo>
                      <a:pt x="99834" y="12365"/>
                      <a:pt x="121703" y="20925"/>
                      <a:pt x="141670" y="32338"/>
                    </a:cubicBezTo>
                    <a:cubicBezTo>
                      <a:pt x="163538" y="44703"/>
                      <a:pt x="184456" y="60872"/>
                      <a:pt x="205373" y="82748"/>
                    </a:cubicBezTo>
                    <a:cubicBezTo>
                      <a:pt x="228192" y="107477"/>
                      <a:pt x="252913" y="139815"/>
                      <a:pt x="277634" y="183567"/>
                    </a:cubicBezTo>
                    <a:cubicBezTo>
                      <a:pt x="308060" y="236830"/>
                      <a:pt x="348944" y="293898"/>
                      <a:pt x="399337" y="353819"/>
                    </a:cubicBezTo>
                    <a:cubicBezTo>
                      <a:pt x="461139" y="426104"/>
                      <a:pt x="536252" y="500292"/>
                      <a:pt x="624677" y="571627"/>
                    </a:cubicBezTo>
                    <a:cubicBezTo>
                      <a:pt x="730216" y="657228"/>
                      <a:pt x="848115" y="733318"/>
                      <a:pt x="969818" y="791336"/>
                    </a:cubicBezTo>
                    <a:cubicBezTo>
                      <a:pt x="1106734" y="856013"/>
                      <a:pt x="1235092" y="897862"/>
                      <a:pt x="1341582" y="896911"/>
                    </a:cubicBezTo>
                    <a:lnTo>
                      <a:pt x="1341582" y="1666372"/>
                    </a:lnTo>
                    <a:cubicBezTo>
                      <a:pt x="1341582" y="1666372"/>
                      <a:pt x="1341582" y="1666372"/>
                      <a:pt x="1341582" y="1666372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4B619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50" rIns="68550" bIns="342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26" name="Google Shape;3626;g3cf02dd855a_0_2196"/>
            <p:cNvSpPr txBox="1"/>
            <p:nvPr/>
          </p:nvSpPr>
          <p:spPr>
            <a:xfrm>
              <a:off x="1271342" y="5382592"/>
              <a:ext cx="1836600" cy="20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Deploy VCF Installer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7" name="Google Shape;3627;g3cf02dd855a_0_2196"/>
          <p:cNvGrpSpPr/>
          <p:nvPr/>
        </p:nvGrpSpPr>
        <p:grpSpPr>
          <a:xfrm>
            <a:off x="-15954" y="1129899"/>
            <a:ext cx="5698324" cy="1791519"/>
            <a:chOff x="-15268" y="1506567"/>
            <a:chExt cx="5329023" cy="1675883"/>
          </a:xfrm>
        </p:grpSpPr>
        <p:sp>
          <p:nvSpPr>
            <p:cNvPr id="3628" name="Google Shape;3628;g3cf02dd855a_0_2196"/>
            <p:cNvSpPr/>
            <p:nvPr/>
          </p:nvSpPr>
          <p:spPr>
            <a:xfrm rot="10800000" flipH="1">
              <a:off x="4787962" y="2945619"/>
              <a:ext cx="525793" cy="235879"/>
            </a:xfrm>
            <a:custGeom>
              <a:avLst/>
              <a:gdLst/>
              <a:ahLst/>
              <a:cxnLst/>
              <a:rect l="l" t="t" r="r" b="b"/>
              <a:pathLst>
                <a:path w="525793" h="235879" extrusionOk="0">
                  <a:moveTo>
                    <a:pt x="525794" y="0"/>
                  </a:moveTo>
                  <a:lnTo>
                    <a:pt x="0" y="0"/>
                  </a:lnTo>
                  <a:lnTo>
                    <a:pt x="0" y="94161"/>
                  </a:lnTo>
                  <a:lnTo>
                    <a:pt x="0" y="142669"/>
                  </a:lnTo>
                  <a:lnTo>
                    <a:pt x="0" y="235879"/>
                  </a:lnTo>
                  <a:lnTo>
                    <a:pt x="525794" y="235879"/>
                  </a:lnTo>
                  <a:lnTo>
                    <a:pt x="525794" y="142669"/>
                  </a:lnTo>
                  <a:lnTo>
                    <a:pt x="525794" y="94161"/>
                  </a:lnTo>
                  <a:lnTo>
                    <a:pt x="525794" y="0"/>
                  </a:lnTo>
                  <a:close/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1583B6"/>
                </a:gs>
                <a:gs pos="100000">
                  <a:srgbClr val="1583B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9" name="Google Shape;3629;g3cf02dd855a_0_2196"/>
            <p:cNvGrpSpPr/>
            <p:nvPr/>
          </p:nvGrpSpPr>
          <p:grpSpPr>
            <a:xfrm>
              <a:off x="-15268" y="1506567"/>
              <a:ext cx="4803230" cy="1675883"/>
              <a:chOff x="-15268" y="1506567"/>
              <a:chExt cx="4803230" cy="1675883"/>
            </a:xfrm>
          </p:grpSpPr>
          <p:sp>
            <p:nvSpPr>
              <p:cNvPr id="3630" name="Google Shape;3630;g3cf02dd855a_0_2196"/>
              <p:cNvSpPr/>
              <p:nvPr/>
            </p:nvSpPr>
            <p:spPr>
              <a:xfrm flipH="1">
                <a:off x="-15268" y="1506567"/>
                <a:ext cx="3461646" cy="778020"/>
              </a:xfrm>
              <a:custGeom>
                <a:avLst/>
                <a:gdLst/>
                <a:ahLst/>
                <a:cxnLst/>
                <a:rect l="l" t="t" r="r" b="b"/>
                <a:pathLst>
                  <a:path w="1410039" h="778020" extrusionOk="0">
                    <a:moveTo>
                      <a:pt x="1410040" y="0"/>
                    </a:moveTo>
                    <a:lnTo>
                      <a:pt x="0" y="0"/>
                    </a:lnTo>
                    <a:lnTo>
                      <a:pt x="0" y="309116"/>
                    </a:lnTo>
                    <a:lnTo>
                      <a:pt x="0" y="467954"/>
                    </a:lnTo>
                    <a:lnTo>
                      <a:pt x="0" y="778021"/>
                    </a:lnTo>
                    <a:lnTo>
                      <a:pt x="1410040" y="778021"/>
                    </a:lnTo>
                    <a:lnTo>
                      <a:pt x="1410040" y="467954"/>
                    </a:lnTo>
                    <a:lnTo>
                      <a:pt x="1410040" y="309116"/>
                    </a:lnTo>
                    <a:lnTo>
                      <a:pt x="1410040" y="0"/>
                    </a:lnTo>
                    <a:close/>
                  </a:path>
                </a:pathLst>
              </a:custGeom>
              <a:solidFill>
                <a:srgbClr val="1582B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1" name="Google Shape;3631;g3cf02dd855a_0_2196"/>
              <p:cNvSpPr/>
              <p:nvPr/>
            </p:nvSpPr>
            <p:spPr>
              <a:xfrm flipH="1">
                <a:off x="3446381" y="1506567"/>
                <a:ext cx="1341581" cy="1675883"/>
              </a:xfrm>
              <a:custGeom>
                <a:avLst/>
                <a:gdLst/>
                <a:ahLst/>
                <a:cxnLst/>
                <a:rect l="l" t="t" r="r" b="b"/>
                <a:pathLst>
                  <a:path w="1341581" h="1675883" extrusionOk="0">
                    <a:moveTo>
                      <a:pt x="1341582" y="7609"/>
                    </a:moveTo>
                    <a:lnTo>
                      <a:pt x="1341582" y="0"/>
                    </a:lnTo>
                    <a:lnTo>
                      <a:pt x="1341582" y="0"/>
                    </a:lnTo>
                    <a:cubicBezTo>
                      <a:pt x="1275026" y="0"/>
                      <a:pt x="1198962" y="21876"/>
                      <a:pt x="1118143" y="65628"/>
                    </a:cubicBezTo>
                    <a:cubicBezTo>
                      <a:pt x="1070603" y="91308"/>
                      <a:pt x="1020211" y="123646"/>
                      <a:pt x="969818" y="162642"/>
                    </a:cubicBezTo>
                    <a:cubicBezTo>
                      <a:pt x="848115" y="255853"/>
                      <a:pt x="730216" y="379499"/>
                      <a:pt x="624677" y="516461"/>
                    </a:cubicBezTo>
                    <a:cubicBezTo>
                      <a:pt x="536252" y="631547"/>
                      <a:pt x="461139" y="751389"/>
                      <a:pt x="399337" y="867426"/>
                    </a:cubicBezTo>
                    <a:cubicBezTo>
                      <a:pt x="348944" y="963490"/>
                      <a:pt x="308060" y="1054798"/>
                      <a:pt x="277634" y="1140400"/>
                    </a:cubicBezTo>
                    <a:cubicBezTo>
                      <a:pt x="251963" y="1210783"/>
                      <a:pt x="228192" y="1263095"/>
                      <a:pt x="205373" y="1303042"/>
                    </a:cubicBezTo>
                    <a:cubicBezTo>
                      <a:pt x="184456" y="1338234"/>
                      <a:pt x="163538" y="1364865"/>
                      <a:pt x="141670" y="1384839"/>
                    </a:cubicBezTo>
                    <a:cubicBezTo>
                      <a:pt x="121703" y="1402910"/>
                      <a:pt x="99834" y="1416226"/>
                      <a:pt x="76064" y="1424786"/>
                    </a:cubicBezTo>
                    <a:cubicBezTo>
                      <a:pt x="53245" y="1433346"/>
                      <a:pt x="28524" y="1440004"/>
                      <a:pt x="0" y="1440004"/>
                    </a:cubicBezTo>
                    <a:lnTo>
                      <a:pt x="0" y="1440004"/>
                    </a:lnTo>
                    <a:lnTo>
                      <a:pt x="0" y="1641643"/>
                    </a:lnTo>
                    <a:lnTo>
                      <a:pt x="0" y="1641643"/>
                    </a:lnTo>
                    <a:lnTo>
                      <a:pt x="0" y="1675883"/>
                    </a:lnTo>
                    <a:lnTo>
                      <a:pt x="0" y="1675883"/>
                    </a:lnTo>
                    <a:cubicBezTo>
                      <a:pt x="27573" y="1675883"/>
                      <a:pt x="53245" y="1673981"/>
                      <a:pt x="76064" y="1668274"/>
                    </a:cubicBezTo>
                    <a:cubicBezTo>
                      <a:pt x="99834" y="1663519"/>
                      <a:pt x="121703" y="1654959"/>
                      <a:pt x="141670" y="1643545"/>
                    </a:cubicBezTo>
                    <a:cubicBezTo>
                      <a:pt x="163538" y="1631180"/>
                      <a:pt x="184456" y="1615011"/>
                      <a:pt x="205373" y="1593135"/>
                    </a:cubicBezTo>
                    <a:cubicBezTo>
                      <a:pt x="228192" y="1568406"/>
                      <a:pt x="252913" y="1536068"/>
                      <a:pt x="277634" y="1492316"/>
                    </a:cubicBezTo>
                    <a:cubicBezTo>
                      <a:pt x="308060" y="1439053"/>
                      <a:pt x="348944" y="1381986"/>
                      <a:pt x="399337" y="1322065"/>
                    </a:cubicBezTo>
                    <a:cubicBezTo>
                      <a:pt x="461139" y="1249779"/>
                      <a:pt x="536252" y="1175591"/>
                      <a:pt x="624677" y="1104257"/>
                    </a:cubicBezTo>
                    <a:cubicBezTo>
                      <a:pt x="730216" y="1018655"/>
                      <a:pt x="848115" y="942565"/>
                      <a:pt x="969818" y="884547"/>
                    </a:cubicBezTo>
                    <a:cubicBezTo>
                      <a:pt x="1106734" y="819870"/>
                      <a:pt x="1235092" y="778021"/>
                      <a:pt x="1341582" y="778972"/>
                    </a:cubicBezTo>
                    <a:lnTo>
                      <a:pt x="1341582" y="7609"/>
                    </a:lnTo>
                    <a:cubicBezTo>
                      <a:pt x="1341582" y="7609"/>
                      <a:pt x="1341582" y="7609"/>
                      <a:pt x="1341582" y="76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99000">
                    <a:srgbClr val="1583B6"/>
                  </a:gs>
                  <a:gs pos="100000">
                    <a:srgbClr val="1583B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50" rIns="68550" bIns="342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2" name="Google Shape;3632;g3cf02dd855a_0_2196"/>
              <p:cNvSpPr txBox="1"/>
              <p:nvPr/>
            </p:nvSpPr>
            <p:spPr>
              <a:xfrm>
                <a:off x="1183480" y="1689100"/>
                <a:ext cx="2262900" cy="6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Design and Plan 9.0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(Sizing, IPs, DNS)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33" name="Google Shape;3633;g3cf02dd855a_0_219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5957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Path 1: vSphere with Ops to VCF 9.1</a:t>
            </a:r>
            <a:endParaRPr/>
          </a:p>
        </p:txBody>
      </p:sp>
      <p:grpSp>
        <p:nvGrpSpPr>
          <p:cNvPr id="3634" name="Google Shape;3634;g3cf02dd855a_0_2196"/>
          <p:cNvGrpSpPr/>
          <p:nvPr/>
        </p:nvGrpSpPr>
        <p:grpSpPr>
          <a:xfrm>
            <a:off x="4451620" y="1852532"/>
            <a:ext cx="3285895" cy="3286631"/>
            <a:chOff x="4182276" y="1499500"/>
            <a:chExt cx="3682500" cy="3682500"/>
          </a:xfrm>
        </p:grpSpPr>
        <p:sp>
          <p:nvSpPr>
            <p:cNvPr id="3635" name="Google Shape;3635;g3cf02dd855a_0_2196"/>
            <p:cNvSpPr/>
            <p:nvPr/>
          </p:nvSpPr>
          <p:spPr>
            <a:xfrm>
              <a:off x="4182276" y="1499500"/>
              <a:ext cx="3682500" cy="3682500"/>
            </a:xfrm>
            <a:prstGeom prst="ellipse">
              <a:avLst/>
            </a:prstGeom>
            <a:solidFill>
              <a:schemeClr val="accent3">
                <a:alpha val="16862"/>
              </a:schemeClr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6" name="Google Shape;3636;g3cf02dd855a_0_2196"/>
            <p:cNvSpPr/>
            <p:nvPr/>
          </p:nvSpPr>
          <p:spPr>
            <a:xfrm>
              <a:off x="4376375" y="1693599"/>
              <a:ext cx="3294300" cy="3294300"/>
            </a:xfrm>
            <a:prstGeom prst="ellipse">
              <a:avLst/>
            </a:prstGeom>
            <a:solidFill>
              <a:schemeClr val="accent3">
                <a:alpha val="16862"/>
              </a:schemeClr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7" name="Google Shape;3637;g3cf02dd855a_0_2196"/>
            <p:cNvSpPr/>
            <p:nvPr/>
          </p:nvSpPr>
          <p:spPr>
            <a:xfrm>
              <a:off x="4574576" y="1891800"/>
              <a:ext cx="2897700" cy="28977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8" name="Google Shape;3638;g3cf02dd855a_0_2196"/>
            <p:cNvSpPr txBox="1"/>
            <p:nvPr/>
          </p:nvSpPr>
          <p:spPr>
            <a:xfrm>
              <a:off x="4659003" y="2697066"/>
              <a:ext cx="2728800" cy="148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Existing vSphere + Ops Deployment to VCF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39" name="Google Shape;3639;g3cf02dd855a_0_2196"/>
          <p:cNvSpPr/>
          <p:nvPr/>
        </p:nvSpPr>
        <p:spPr>
          <a:xfrm>
            <a:off x="-878" y="1251777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01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0" name="Google Shape;3640;g3cf02dd855a_0_2196"/>
          <p:cNvSpPr/>
          <p:nvPr/>
        </p:nvSpPr>
        <p:spPr>
          <a:xfrm>
            <a:off x="2820" y="2182750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02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1" name="Google Shape;3641;g3cf02dd855a_0_2196"/>
          <p:cNvSpPr/>
          <p:nvPr/>
        </p:nvSpPr>
        <p:spPr>
          <a:xfrm>
            <a:off x="2820" y="3149811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03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2" name="Google Shape;3642;g3cf02dd855a_0_2196"/>
          <p:cNvSpPr/>
          <p:nvPr/>
        </p:nvSpPr>
        <p:spPr>
          <a:xfrm>
            <a:off x="-3876" y="4140877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04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3" name="Google Shape;3643;g3cf02dd855a_0_2196"/>
          <p:cNvSpPr/>
          <p:nvPr/>
        </p:nvSpPr>
        <p:spPr>
          <a:xfrm>
            <a:off x="-3390" y="5195423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05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4" name="Google Shape;3644;g3cf02dd855a_0_2196"/>
          <p:cNvSpPr/>
          <p:nvPr/>
        </p:nvSpPr>
        <p:spPr>
          <a:xfrm>
            <a:off x="10640418" y="1634125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5" name="Google Shape;3645;g3cf02dd855a_0_2196"/>
          <p:cNvSpPr txBox="1"/>
          <p:nvPr/>
        </p:nvSpPr>
        <p:spPr>
          <a:xfrm>
            <a:off x="11352962" y="1753771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6" name="Google Shape;3646;g3cf02dd855a_0_2196"/>
          <p:cNvSpPr/>
          <p:nvPr/>
        </p:nvSpPr>
        <p:spPr>
          <a:xfrm>
            <a:off x="10640418" y="2671958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7" name="Google Shape;3647;g3cf02dd855a_0_2196"/>
          <p:cNvSpPr txBox="1"/>
          <p:nvPr/>
        </p:nvSpPr>
        <p:spPr>
          <a:xfrm>
            <a:off x="11352962" y="2791604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8" name="Google Shape;3648;g3cf02dd855a_0_2196"/>
          <p:cNvSpPr/>
          <p:nvPr/>
        </p:nvSpPr>
        <p:spPr>
          <a:xfrm>
            <a:off x="10640418" y="3743966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9" name="Google Shape;3649;g3cf02dd855a_0_2196"/>
          <p:cNvSpPr txBox="1"/>
          <p:nvPr/>
        </p:nvSpPr>
        <p:spPr>
          <a:xfrm>
            <a:off x="11352962" y="3863612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0" name="Google Shape;3650;g3cf02dd855a_0_2196"/>
          <p:cNvSpPr/>
          <p:nvPr/>
        </p:nvSpPr>
        <p:spPr>
          <a:xfrm>
            <a:off x="10640418" y="4877842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1" name="Google Shape;3651;g3cf02dd855a_0_2196"/>
          <p:cNvSpPr txBox="1"/>
          <p:nvPr/>
        </p:nvSpPr>
        <p:spPr>
          <a:xfrm>
            <a:off x="11329262" y="4997488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6" name="Google Shape;3656;g3cf02dd855a_0_2262"/>
          <p:cNvSpPr txBox="1">
            <a:spLocks noGrp="1"/>
          </p:cNvSpPr>
          <p:nvPr>
            <p:ph type="title"/>
          </p:nvPr>
        </p:nvSpPr>
        <p:spPr>
          <a:xfrm>
            <a:off x="259713" y="2891733"/>
            <a:ext cx="5834700" cy="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Path 1: vSphere with Ops to </a:t>
            </a:r>
            <a:br>
              <a:rPr lang="en-US"/>
            </a:br>
            <a:r>
              <a:rPr lang="en-US"/>
              <a:t>VCF 9.1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1" name="Google Shape;3661;g3cf02dd855a_0_2266"/>
          <p:cNvSpPr txBox="1">
            <a:spLocks noGrp="1"/>
          </p:cNvSpPr>
          <p:nvPr>
            <p:ph type="title"/>
          </p:nvPr>
        </p:nvSpPr>
        <p:spPr>
          <a:xfrm>
            <a:off x="259713" y="2891733"/>
            <a:ext cx="58347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vSphere + NSX to VCF 9.1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6" name="Google Shape;3666;g3cf02dd855a_0_227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092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Minimum Supported Version for vSphere + NSX to VCF 9.1</a:t>
            </a:r>
            <a:endParaRPr/>
          </a:p>
        </p:txBody>
      </p:sp>
      <p:sp>
        <p:nvSpPr>
          <p:cNvPr id="3667" name="Google Shape;3667;g3cf02dd855a_0_2270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8" name="Google Shape;3668;g3cf02dd855a_0_2270"/>
          <p:cNvSpPr/>
          <p:nvPr/>
        </p:nvSpPr>
        <p:spPr>
          <a:xfrm>
            <a:off x="7330275" y="1565700"/>
            <a:ext cx="3453000" cy="2995200"/>
          </a:xfrm>
          <a:prstGeom prst="roundRect">
            <a:avLst>
              <a:gd name="adj" fmla="val 2547"/>
            </a:avLst>
          </a:prstGeom>
          <a:gradFill>
            <a:gsLst>
              <a:gs pos="0">
                <a:schemeClr val="accent4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SDDC Manager 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vCenter 9.1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NSX 9.1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Management Services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Operations 9.1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License Server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Operations Cloud Proxy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Automation 9.1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9" name="Google Shape;3669;g3cf02dd855a_0_2270"/>
          <p:cNvSpPr/>
          <p:nvPr/>
        </p:nvSpPr>
        <p:spPr>
          <a:xfrm>
            <a:off x="1153499" y="1473503"/>
            <a:ext cx="3605700" cy="795900"/>
          </a:xfrm>
          <a:prstGeom prst="roundRect">
            <a:avLst>
              <a:gd name="adj" fmla="val 6911"/>
            </a:avLst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vCenter 8.0u3a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NSX 4.2.x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0" name="Google Shape;3670;g3cf02dd855a_0_2270"/>
          <p:cNvSpPr/>
          <p:nvPr/>
        </p:nvSpPr>
        <p:spPr>
          <a:xfrm>
            <a:off x="1153500" y="3590110"/>
            <a:ext cx="3605700" cy="1377000"/>
          </a:xfrm>
          <a:prstGeom prst="roundRect">
            <a:avLst>
              <a:gd name="adj" fmla="val 4307"/>
            </a:avLst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vCenter 8.0u3a</a:t>
            </a:r>
            <a:b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Aria Operations 8.18x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NSX Federation 4.2.x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NSX Bare Metal Edges</a:t>
            </a:r>
            <a:endParaRPr sz="17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1" name="Google Shape;3671;g3cf02dd855a_0_2270"/>
          <p:cNvSpPr/>
          <p:nvPr/>
        </p:nvSpPr>
        <p:spPr>
          <a:xfrm>
            <a:off x="1153500" y="5464848"/>
            <a:ext cx="9629700" cy="643500"/>
          </a:xfrm>
          <a:prstGeom prst="roundRect">
            <a:avLst>
              <a:gd name="adj" fmla="val 9790"/>
            </a:avLst>
          </a:prstGeom>
          <a:solidFill>
            <a:srgbClr val="F3FBFD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375" tIns="91375" rIns="91375" bIns="91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Upgrade Path: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200"/>
              <a:buFont typeface="Calibri"/>
              <a:buChar char="●"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Converge vCenter 8.0u3a t.x to NSX 4.2.x to VCF 9.1</a:t>
            </a:r>
            <a:endParaRPr sz="1400" b="0" i="0" u="none" strike="noStrike" cap="none">
              <a:solidFill>
                <a:srgbClr val="6464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2" name="Google Shape;3672;g3cf02dd855a_0_2270"/>
          <p:cNvSpPr/>
          <p:nvPr/>
        </p:nvSpPr>
        <p:spPr>
          <a:xfrm>
            <a:off x="1153500" y="2347104"/>
            <a:ext cx="3605700" cy="1165500"/>
          </a:xfrm>
          <a:prstGeom prst="roundRect">
            <a:avLst>
              <a:gd name="adj" fmla="val 4347"/>
            </a:avLst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vCenter 8.0u3a</a:t>
            </a:r>
            <a:b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NSX 4.2.x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NSX Federation 4.2.x</a:t>
            </a:r>
            <a:endParaRPr sz="17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3" name="Google Shape;3673;g3cf02dd855a_0_2270"/>
          <p:cNvCxnSpPr/>
          <p:nvPr/>
        </p:nvCxnSpPr>
        <p:spPr>
          <a:xfrm>
            <a:off x="5189936" y="2916401"/>
            <a:ext cx="155520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74" name="Google Shape;3674;g3cf02dd855a_0_2270"/>
          <p:cNvCxnSpPr/>
          <p:nvPr/>
        </p:nvCxnSpPr>
        <p:spPr>
          <a:xfrm>
            <a:off x="5189936" y="4278654"/>
            <a:ext cx="155520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75" name="Google Shape;3675;g3cf02dd855a_0_2270"/>
          <p:cNvCxnSpPr/>
          <p:nvPr/>
        </p:nvCxnSpPr>
        <p:spPr>
          <a:xfrm>
            <a:off x="5189936" y="1857622"/>
            <a:ext cx="155520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76" name="Google Shape;3676;g3cf02dd855a_0_2270"/>
          <p:cNvSpPr txBox="1"/>
          <p:nvPr/>
        </p:nvSpPr>
        <p:spPr>
          <a:xfrm>
            <a:off x="2123739" y="1071448"/>
            <a:ext cx="162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 sz="2000" b="1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7" name="Google Shape;3677;g3cf02dd855a_0_2270"/>
          <p:cNvSpPr txBox="1"/>
          <p:nvPr/>
        </p:nvSpPr>
        <p:spPr>
          <a:xfrm>
            <a:off x="8245093" y="1071448"/>
            <a:ext cx="162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Future State</a:t>
            </a:r>
            <a:endParaRPr sz="2000" b="1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2" name="Google Shape;3682;g3cf02dd855a_0_228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092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Upgrade Path 1: vSphere with Operations</a:t>
            </a:r>
            <a:endParaRPr/>
          </a:p>
        </p:txBody>
      </p:sp>
      <p:sp>
        <p:nvSpPr>
          <p:cNvPr id="3683" name="Google Shape;3683;g3cf02dd855a_0_2285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4" name="Google Shape;3684;g3cf02dd855a_0_2285"/>
          <p:cNvSpPr/>
          <p:nvPr/>
        </p:nvSpPr>
        <p:spPr>
          <a:xfrm>
            <a:off x="3054662" y="1094889"/>
            <a:ext cx="48531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IP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5" name="Google Shape;3685;g3cf02dd855a_0_2285"/>
          <p:cNvSpPr/>
          <p:nvPr/>
        </p:nvSpPr>
        <p:spPr>
          <a:xfrm rot="10800000">
            <a:off x="3066123" y="1565924"/>
            <a:ext cx="4842300" cy="4673100"/>
          </a:xfrm>
          <a:prstGeom prst="roundRect">
            <a:avLst>
              <a:gd name="adj" fmla="val 1304"/>
            </a:avLst>
          </a:prstGeom>
          <a:gradFill>
            <a:gsLst>
              <a:gs pos="0">
                <a:srgbClr val="0098C7">
                  <a:alpha val="13725"/>
                </a:srgbClr>
              </a:gs>
              <a:gs pos="100000">
                <a:srgbClr val="0098C7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6" name="Google Shape;3686;g3cf02dd855a_0_2285"/>
          <p:cNvSpPr/>
          <p:nvPr/>
        </p:nvSpPr>
        <p:spPr>
          <a:xfrm>
            <a:off x="579810" y="1094889"/>
            <a:ext cx="2403000" cy="471000"/>
          </a:xfrm>
          <a:prstGeom prst="roundRect">
            <a:avLst>
              <a:gd name="adj" fmla="val 9849"/>
            </a:avLst>
          </a:prstGeom>
          <a:gradFill>
            <a:gsLst>
              <a:gs pos="0">
                <a:schemeClr val="accent2"/>
              </a:gs>
              <a:gs pos="85000">
                <a:schemeClr val="accent5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50" tIns="45625" rIns="9125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Components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7" name="Google Shape;3687;g3cf02dd855a_0_2285"/>
          <p:cNvSpPr/>
          <p:nvPr/>
        </p:nvSpPr>
        <p:spPr>
          <a:xfrm rot="10800000">
            <a:off x="579863" y="1565924"/>
            <a:ext cx="2397600" cy="4673100"/>
          </a:xfrm>
          <a:prstGeom prst="roundRect">
            <a:avLst>
              <a:gd name="adj" fmla="val 3321"/>
            </a:avLst>
          </a:prstGeom>
          <a:gradFill>
            <a:gsLst>
              <a:gs pos="0">
                <a:srgbClr val="6C4B94">
                  <a:alpha val="14117"/>
                </a:srgbClr>
              </a:gs>
              <a:gs pos="100000">
                <a:srgbClr val="6C4B9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8" name="Google Shape;3688;g3cf02dd855a_0_2285"/>
          <p:cNvSpPr txBox="1"/>
          <p:nvPr/>
        </p:nvSpPr>
        <p:spPr>
          <a:xfrm>
            <a:off x="633662" y="1637478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Management Services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9" name="Google Shape;3689;g3cf02dd855a_0_2285"/>
          <p:cNvSpPr txBox="1"/>
          <p:nvPr/>
        </p:nvSpPr>
        <p:spPr>
          <a:xfrm>
            <a:off x="3149712" y="1637478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0" name="Google Shape;3690;g3cf02dd855a_0_2285"/>
          <p:cNvSpPr/>
          <p:nvPr/>
        </p:nvSpPr>
        <p:spPr>
          <a:xfrm>
            <a:off x="7992779" y="1094889"/>
            <a:ext cx="36987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1"/>
              </a:gs>
              <a:gs pos="51000">
                <a:schemeClr val="accent1"/>
              </a:gs>
              <a:gs pos="100000">
                <a:schemeClr val="accent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DNS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1" name="Google Shape;3691;g3cf02dd855a_0_2285"/>
          <p:cNvSpPr/>
          <p:nvPr/>
        </p:nvSpPr>
        <p:spPr>
          <a:xfrm rot="10800000">
            <a:off x="8000415" y="1565930"/>
            <a:ext cx="3690300" cy="4673100"/>
          </a:xfrm>
          <a:prstGeom prst="roundRect">
            <a:avLst>
              <a:gd name="adj" fmla="val 1555"/>
            </a:avLst>
          </a:prstGeom>
          <a:gradFill>
            <a:gsLst>
              <a:gs pos="0">
                <a:srgbClr val="61A60E">
                  <a:alpha val="14117"/>
                </a:srgbClr>
              </a:gs>
              <a:gs pos="100000">
                <a:srgbClr val="61A60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2" name="Google Shape;3692;g3cf02dd855a_0_2285"/>
          <p:cNvSpPr txBox="1"/>
          <p:nvPr/>
        </p:nvSpPr>
        <p:spPr>
          <a:xfrm>
            <a:off x="8084449" y="1637478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3" name="Google Shape;3693;g3cf02dd855a_0_2285"/>
          <p:cNvCxnSpPr/>
          <p:nvPr/>
        </p:nvCxnSpPr>
        <p:spPr>
          <a:xfrm>
            <a:off x="576383" y="2009558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94" name="Google Shape;3694;g3cf02dd855a_0_2285"/>
          <p:cNvCxnSpPr/>
          <p:nvPr/>
        </p:nvCxnSpPr>
        <p:spPr>
          <a:xfrm>
            <a:off x="3066133" y="2009558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95" name="Google Shape;3695;g3cf02dd855a_0_2285"/>
          <p:cNvCxnSpPr/>
          <p:nvPr/>
        </p:nvCxnSpPr>
        <p:spPr>
          <a:xfrm>
            <a:off x="8002965" y="2009558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96" name="Google Shape;3696;g3cf02dd855a_0_2285"/>
          <p:cNvSpPr txBox="1"/>
          <p:nvPr/>
        </p:nvSpPr>
        <p:spPr>
          <a:xfrm>
            <a:off x="633662" y="2108384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Fleet Services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7" name="Google Shape;3697;g3cf02dd855a_0_2285"/>
          <p:cNvSpPr txBox="1"/>
          <p:nvPr/>
        </p:nvSpPr>
        <p:spPr>
          <a:xfrm>
            <a:off x="3149712" y="2108384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8" name="Google Shape;3698;g3cf02dd855a_0_2285"/>
          <p:cNvSpPr txBox="1"/>
          <p:nvPr/>
        </p:nvSpPr>
        <p:spPr>
          <a:xfrm>
            <a:off x="8084449" y="2108384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9" name="Google Shape;3699;g3cf02dd855a_0_2285"/>
          <p:cNvCxnSpPr/>
          <p:nvPr/>
        </p:nvCxnSpPr>
        <p:spPr>
          <a:xfrm>
            <a:off x="576383" y="2495577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00" name="Google Shape;3700;g3cf02dd855a_0_2285"/>
          <p:cNvCxnSpPr/>
          <p:nvPr/>
        </p:nvCxnSpPr>
        <p:spPr>
          <a:xfrm>
            <a:off x="3066133" y="2495577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01" name="Google Shape;3701;g3cf02dd855a_0_2285"/>
          <p:cNvCxnSpPr/>
          <p:nvPr/>
        </p:nvCxnSpPr>
        <p:spPr>
          <a:xfrm>
            <a:off x="8002965" y="2495577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02" name="Google Shape;3702;g3cf02dd855a_0_2285"/>
          <p:cNvSpPr txBox="1"/>
          <p:nvPr/>
        </p:nvSpPr>
        <p:spPr>
          <a:xfrm>
            <a:off x="633662" y="2546115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Instance Services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3" name="Google Shape;3703;g3cf02dd855a_0_2285"/>
          <p:cNvSpPr txBox="1"/>
          <p:nvPr/>
        </p:nvSpPr>
        <p:spPr>
          <a:xfrm>
            <a:off x="3149712" y="254611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4" name="Google Shape;3704;g3cf02dd855a_0_2285"/>
          <p:cNvSpPr txBox="1"/>
          <p:nvPr/>
        </p:nvSpPr>
        <p:spPr>
          <a:xfrm>
            <a:off x="8084449" y="2546115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5" name="Google Shape;3705;g3cf02dd855a_0_2285"/>
          <p:cNvCxnSpPr/>
          <p:nvPr/>
        </p:nvCxnSpPr>
        <p:spPr>
          <a:xfrm>
            <a:off x="576383" y="2933308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06" name="Google Shape;3706;g3cf02dd855a_0_2285"/>
          <p:cNvCxnSpPr/>
          <p:nvPr/>
        </p:nvCxnSpPr>
        <p:spPr>
          <a:xfrm>
            <a:off x="3066133" y="2933308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07" name="Google Shape;3707;g3cf02dd855a_0_2285"/>
          <p:cNvCxnSpPr/>
          <p:nvPr/>
        </p:nvCxnSpPr>
        <p:spPr>
          <a:xfrm>
            <a:off x="8002965" y="2933308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08" name="Google Shape;3708;g3cf02dd855a_0_2285"/>
          <p:cNvSpPr txBox="1"/>
          <p:nvPr/>
        </p:nvSpPr>
        <p:spPr>
          <a:xfrm>
            <a:off x="633662" y="3047193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License Server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9" name="Google Shape;3709;g3cf02dd855a_0_2285"/>
          <p:cNvSpPr txBox="1"/>
          <p:nvPr/>
        </p:nvSpPr>
        <p:spPr>
          <a:xfrm>
            <a:off x="3149712" y="3047193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0" name="Google Shape;3710;g3cf02dd855a_0_2285"/>
          <p:cNvSpPr txBox="1"/>
          <p:nvPr/>
        </p:nvSpPr>
        <p:spPr>
          <a:xfrm>
            <a:off x="8084449" y="3047193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1" name="Google Shape;3711;g3cf02dd855a_0_2285"/>
          <p:cNvCxnSpPr/>
          <p:nvPr/>
        </p:nvCxnSpPr>
        <p:spPr>
          <a:xfrm>
            <a:off x="576383" y="3434386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12" name="Google Shape;3712;g3cf02dd855a_0_2285"/>
          <p:cNvCxnSpPr/>
          <p:nvPr/>
        </p:nvCxnSpPr>
        <p:spPr>
          <a:xfrm>
            <a:off x="3066133" y="3434386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13" name="Google Shape;3713;g3cf02dd855a_0_2285"/>
          <p:cNvCxnSpPr/>
          <p:nvPr/>
        </p:nvCxnSpPr>
        <p:spPr>
          <a:xfrm>
            <a:off x="8002965" y="3434386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14" name="Google Shape;3714;g3cf02dd855a_0_2285"/>
          <p:cNvSpPr txBox="1"/>
          <p:nvPr/>
        </p:nvSpPr>
        <p:spPr>
          <a:xfrm>
            <a:off x="633662" y="3518913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Identity Broker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5" name="Google Shape;3715;g3cf02dd855a_0_2285"/>
          <p:cNvSpPr txBox="1"/>
          <p:nvPr/>
        </p:nvSpPr>
        <p:spPr>
          <a:xfrm>
            <a:off x="3149712" y="3518913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6" name="Google Shape;3716;g3cf02dd855a_0_2285"/>
          <p:cNvSpPr txBox="1"/>
          <p:nvPr/>
        </p:nvSpPr>
        <p:spPr>
          <a:xfrm>
            <a:off x="8084449" y="3518913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7" name="Google Shape;3717;g3cf02dd855a_0_2285"/>
          <p:cNvCxnSpPr/>
          <p:nvPr/>
        </p:nvCxnSpPr>
        <p:spPr>
          <a:xfrm>
            <a:off x="576383" y="3906106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18" name="Google Shape;3718;g3cf02dd855a_0_2285"/>
          <p:cNvCxnSpPr/>
          <p:nvPr/>
        </p:nvCxnSpPr>
        <p:spPr>
          <a:xfrm>
            <a:off x="3066133" y="3906106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19" name="Google Shape;3719;g3cf02dd855a_0_2285"/>
          <p:cNvCxnSpPr/>
          <p:nvPr/>
        </p:nvCxnSpPr>
        <p:spPr>
          <a:xfrm>
            <a:off x="8002965" y="3906106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20" name="Google Shape;3720;g3cf02dd855a_0_2285"/>
          <p:cNvSpPr txBox="1"/>
          <p:nvPr/>
        </p:nvSpPr>
        <p:spPr>
          <a:xfrm>
            <a:off x="633662" y="3957738"/>
            <a:ext cx="23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Management Services </a:t>
            </a:r>
            <a:b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 Pool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1" name="Google Shape;3721;g3cf02dd855a_0_2285"/>
          <p:cNvSpPr txBox="1"/>
          <p:nvPr/>
        </p:nvSpPr>
        <p:spPr>
          <a:xfrm>
            <a:off x="3149712" y="3957738"/>
            <a:ext cx="45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Minimum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Minimum 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2" name="Google Shape;3722;g3cf02dd855a_0_2285"/>
          <p:cNvSpPr txBox="1"/>
          <p:nvPr/>
        </p:nvSpPr>
        <p:spPr>
          <a:xfrm>
            <a:off x="8084449" y="3957738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_____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3" name="Google Shape;3723;g3cf02dd855a_0_2285"/>
          <p:cNvCxnSpPr/>
          <p:nvPr/>
        </p:nvCxnSpPr>
        <p:spPr>
          <a:xfrm>
            <a:off x="576383" y="4419045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24" name="Google Shape;3724;g3cf02dd855a_0_2285"/>
          <p:cNvCxnSpPr/>
          <p:nvPr/>
        </p:nvCxnSpPr>
        <p:spPr>
          <a:xfrm>
            <a:off x="3066133" y="4419045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25" name="Google Shape;3725;g3cf02dd855a_0_2285"/>
          <p:cNvCxnSpPr/>
          <p:nvPr/>
        </p:nvCxnSpPr>
        <p:spPr>
          <a:xfrm>
            <a:off x="8002965" y="4419045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26" name="Google Shape;3726;g3cf02dd855a_0_2285"/>
          <p:cNvSpPr txBox="1"/>
          <p:nvPr/>
        </p:nvSpPr>
        <p:spPr>
          <a:xfrm>
            <a:off x="633662" y="4482905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SDDC Manager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7" name="Google Shape;3727;g3cf02dd855a_0_2285"/>
          <p:cNvSpPr txBox="1"/>
          <p:nvPr/>
        </p:nvSpPr>
        <p:spPr>
          <a:xfrm>
            <a:off x="3149712" y="448290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8" name="Google Shape;3728;g3cf02dd855a_0_2285"/>
          <p:cNvSpPr txBox="1"/>
          <p:nvPr/>
        </p:nvSpPr>
        <p:spPr>
          <a:xfrm>
            <a:off x="8084449" y="4482905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9" name="Google Shape;3729;g3cf02dd855a_0_2285"/>
          <p:cNvCxnSpPr/>
          <p:nvPr/>
        </p:nvCxnSpPr>
        <p:spPr>
          <a:xfrm>
            <a:off x="576383" y="4818575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30" name="Google Shape;3730;g3cf02dd855a_0_2285"/>
          <p:cNvCxnSpPr/>
          <p:nvPr/>
        </p:nvCxnSpPr>
        <p:spPr>
          <a:xfrm>
            <a:off x="3066133" y="4818575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31" name="Google Shape;3731;g3cf02dd855a_0_2285"/>
          <p:cNvCxnSpPr/>
          <p:nvPr/>
        </p:nvCxnSpPr>
        <p:spPr>
          <a:xfrm>
            <a:off x="8002965" y="4818575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32" name="Google Shape;3732;g3cf02dd855a_0_2285"/>
          <p:cNvSpPr txBox="1"/>
          <p:nvPr/>
        </p:nvSpPr>
        <p:spPr>
          <a:xfrm>
            <a:off x="633662" y="4929441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3" name="Google Shape;3733;g3cf02dd855a_0_2285"/>
          <p:cNvCxnSpPr/>
          <p:nvPr/>
        </p:nvCxnSpPr>
        <p:spPr>
          <a:xfrm>
            <a:off x="576383" y="5316634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34" name="Google Shape;3734;g3cf02dd855a_0_2285"/>
          <p:cNvCxnSpPr/>
          <p:nvPr/>
        </p:nvCxnSpPr>
        <p:spPr>
          <a:xfrm>
            <a:off x="3066133" y="5316634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35" name="Google Shape;3735;g3cf02dd855a_0_2285"/>
          <p:cNvCxnSpPr/>
          <p:nvPr/>
        </p:nvCxnSpPr>
        <p:spPr>
          <a:xfrm>
            <a:off x="8002965" y="5316634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36" name="Google Shape;3736;g3cf02dd855a_0_2285"/>
          <p:cNvSpPr txBox="1"/>
          <p:nvPr/>
        </p:nvSpPr>
        <p:spPr>
          <a:xfrm>
            <a:off x="633662" y="5375306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Ops Cloud Proxy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7" name="Google Shape;3737;g3cf02dd855a_0_2285"/>
          <p:cNvSpPr txBox="1"/>
          <p:nvPr/>
        </p:nvSpPr>
        <p:spPr>
          <a:xfrm>
            <a:off x="3149712" y="5375306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8" name="Google Shape;3738;g3cf02dd855a_0_2285"/>
          <p:cNvSpPr txBox="1"/>
          <p:nvPr/>
        </p:nvSpPr>
        <p:spPr>
          <a:xfrm>
            <a:off x="8084449" y="5375306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9" name="Google Shape;3739;g3cf02dd855a_0_2285"/>
          <p:cNvCxnSpPr/>
          <p:nvPr/>
        </p:nvCxnSpPr>
        <p:spPr>
          <a:xfrm>
            <a:off x="576383" y="5762499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40" name="Google Shape;3740;g3cf02dd855a_0_2285"/>
          <p:cNvCxnSpPr/>
          <p:nvPr/>
        </p:nvCxnSpPr>
        <p:spPr>
          <a:xfrm>
            <a:off x="3066133" y="5762499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41" name="Google Shape;3741;g3cf02dd855a_0_2285"/>
          <p:cNvCxnSpPr/>
          <p:nvPr/>
        </p:nvCxnSpPr>
        <p:spPr>
          <a:xfrm>
            <a:off x="8002965" y="5762499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42" name="Google Shape;3742;g3cf02dd855a_0_2285"/>
          <p:cNvSpPr txBox="1"/>
          <p:nvPr/>
        </p:nvSpPr>
        <p:spPr>
          <a:xfrm>
            <a:off x="633662" y="5844572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3" name="Google Shape;3743;g3cf02dd855a_0_2285"/>
          <p:cNvSpPr txBox="1"/>
          <p:nvPr/>
        </p:nvSpPr>
        <p:spPr>
          <a:xfrm>
            <a:off x="3149712" y="4826655"/>
            <a:ext cx="254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1 IPs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3 IPs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4" name="Google Shape;3744;g3cf02dd855a_0_2285"/>
          <p:cNvSpPr txBox="1"/>
          <p:nvPr/>
        </p:nvSpPr>
        <p:spPr>
          <a:xfrm>
            <a:off x="3149712" y="5769933"/>
            <a:ext cx="254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3 IPs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6 IPs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5" name="Google Shape;3745;g3cf02dd855a_0_2285"/>
          <p:cNvSpPr txBox="1"/>
          <p:nvPr/>
        </p:nvSpPr>
        <p:spPr>
          <a:xfrm>
            <a:off x="8084449" y="4830540"/>
            <a:ext cx="360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Primary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Primary, Replica,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6" name="Google Shape;3746;g3cf02dd855a_0_2285"/>
          <p:cNvSpPr txBox="1"/>
          <p:nvPr/>
        </p:nvSpPr>
        <p:spPr>
          <a:xfrm>
            <a:off x="8084449" y="5773818"/>
            <a:ext cx="3524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VIP, VCF Instance 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VIP, VCF, Instance 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1" name="Google Shape;3751;g3cf02dd855a_0_2353"/>
          <p:cNvGrpSpPr/>
          <p:nvPr/>
        </p:nvGrpSpPr>
        <p:grpSpPr>
          <a:xfrm>
            <a:off x="7003221" y="3983831"/>
            <a:ext cx="5199487" cy="1636572"/>
            <a:chOff x="7181651" y="4099005"/>
            <a:chExt cx="5005764" cy="1575900"/>
          </a:xfrm>
        </p:grpSpPr>
        <p:sp>
          <p:nvSpPr>
            <p:cNvPr id="3752" name="Google Shape;3752;g3cf02dd855a_0_2353"/>
            <p:cNvSpPr/>
            <p:nvPr/>
          </p:nvSpPr>
          <p:spPr>
            <a:xfrm>
              <a:off x="8734215" y="4896079"/>
              <a:ext cx="3453200" cy="778695"/>
            </a:xfrm>
            <a:custGeom>
              <a:avLst/>
              <a:gdLst/>
              <a:ahLst/>
              <a:cxnLst/>
              <a:rect l="l" t="t" r="r" b="b"/>
              <a:pathLst>
                <a:path w="1208469" h="560212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7650"/>
                  </a:lnTo>
                  <a:lnTo>
                    <a:pt x="1208470" y="560213"/>
                  </a:lnTo>
                  <a:lnTo>
                    <a:pt x="0" y="560213"/>
                  </a:lnTo>
                  <a:lnTo>
                    <a:pt x="0" y="337650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3" name="Google Shape;3753;g3cf02dd855a_0_2353"/>
            <p:cNvSpPr/>
            <p:nvPr/>
          </p:nvSpPr>
          <p:spPr>
            <a:xfrm>
              <a:off x="7181651" y="4099005"/>
              <a:ext cx="1554513" cy="1575900"/>
            </a:xfrm>
            <a:custGeom>
              <a:avLst/>
              <a:gdLst/>
              <a:ahLst/>
              <a:cxnLst/>
              <a:rect l="l" t="t" r="r" b="b"/>
              <a:pathLst>
                <a:path w="1636330" h="1133741" extrusionOk="0">
                  <a:moveTo>
                    <a:pt x="0" y="184518"/>
                  </a:moveTo>
                  <a:cubicBezTo>
                    <a:pt x="48491" y="184518"/>
                    <a:pt x="92228" y="188323"/>
                    <a:pt x="132162" y="195932"/>
                  </a:cubicBezTo>
                  <a:cubicBezTo>
                    <a:pt x="172095" y="203541"/>
                    <a:pt x="209176" y="214954"/>
                    <a:pt x="241504" y="231123"/>
                  </a:cubicBezTo>
                  <a:cubicBezTo>
                    <a:pt x="275733" y="248244"/>
                    <a:pt x="307109" y="270120"/>
                    <a:pt x="334682" y="298653"/>
                  </a:cubicBezTo>
                  <a:cubicBezTo>
                    <a:pt x="362256" y="327187"/>
                    <a:pt x="391731" y="370939"/>
                    <a:pt x="414550" y="423251"/>
                  </a:cubicBezTo>
                  <a:cubicBezTo>
                    <a:pt x="440221" y="483172"/>
                    <a:pt x="480155" y="546897"/>
                    <a:pt x="534351" y="611574"/>
                  </a:cubicBezTo>
                  <a:cubicBezTo>
                    <a:pt x="588547" y="676250"/>
                    <a:pt x="681725" y="763754"/>
                    <a:pt x="782510" y="835088"/>
                  </a:cubicBezTo>
                  <a:cubicBezTo>
                    <a:pt x="898508" y="916885"/>
                    <a:pt x="1032571" y="989171"/>
                    <a:pt x="1177093" y="1042434"/>
                  </a:cubicBezTo>
                  <a:cubicBezTo>
                    <a:pt x="1334926" y="1100452"/>
                    <a:pt x="1492759" y="1133742"/>
                    <a:pt x="1636331" y="1133742"/>
                  </a:cubicBezTo>
                  <a:lnTo>
                    <a:pt x="1636331" y="573529"/>
                  </a:lnTo>
                  <a:cubicBezTo>
                    <a:pt x="1492759" y="573529"/>
                    <a:pt x="1333975" y="553555"/>
                    <a:pt x="1177093" y="518363"/>
                  </a:cubicBezTo>
                  <a:cubicBezTo>
                    <a:pt x="1032571" y="486025"/>
                    <a:pt x="898508" y="442273"/>
                    <a:pt x="782510" y="392815"/>
                  </a:cubicBezTo>
                  <a:cubicBezTo>
                    <a:pt x="681725" y="350014"/>
                    <a:pt x="598055" y="303409"/>
                    <a:pt x="534351" y="257755"/>
                  </a:cubicBezTo>
                  <a:cubicBezTo>
                    <a:pt x="479204" y="218759"/>
                    <a:pt x="440221" y="179763"/>
                    <a:pt x="414550" y="143620"/>
                  </a:cubicBezTo>
                  <a:cubicBezTo>
                    <a:pt x="392681" y="112233"/>
                    <a:pt x="365108" y="87503"/>
                    <a:pt x="334682" y="68481"/>
                  </a:cubicBezTo>
                  <a:cubicBezTo>
                    <a:pt x="304257" y="49458"/>
                    <a:pt x="275733" y="38045"/>
                    <a:pt x="241504" y="27583"/>
                  </a:cubicBezTo>
                  <a:cubicBezTo>
                    <a:pt x="209176" y="18071"/>
                    <a:pt x="172095" y="11413"/>
                    <a:pt x="132162" y="6658"/>
                  </a:cubicBezTo>
                  <a:cubicBezTo>
                    <a:pt x="93179" y="1902"/>
                    <a:pt x="49442" y="0"/>
                    <a:pt x="0" y="0"/>
                  </a:cubicBezTo>
                  <a:lnTo>
                    <a:pt x="0" y="185469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chemeClr val="accent4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4" name="Google Shape;3754;g3cf02dd855a_0_2353"/>
            <p:cNvSpPr txBox="1"/>
            <p:nvPr/>
          </p:nvSpPr>
          <p:spPr>
            <a:xfrm>
              <a:off x="8724321" y="5047238"/>
              <a:ext cx="2407200" cy="4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Optional: Import Workload Domain vCenter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55" name="Google Shape;3755;g3cf02dd855a_0_2353"/>
          <p:cNvGrpSpPr/>
          <p:nvPr/>
        </p:nvGrpSpPr>
        <p:grpSpPr>
          <a:xfrm>
            <a:off x="7103349" y="3566152"/>
            <a:ext cx="5100374" cy="884003"/>
            <a:chOff x="7181651" y="3749449"/>
            <a:chExt cx="5005765" cy="867860"/>
          </a:xfrm>
        </p:grpSpPr>
        <p:sp>
          <p:nvSpPr>
            <p:cNvPr id="3756" name="Google Shape;3756;g3cf02dd855a_0_2353"/>
            <p:cNvSpPr/>
            <p:nvPr/>
          </p:nvSpPr>
          <p:spPr>
            <a:xfrm>
              <a:off x="8734216" y="3842565"/>
              <a:ext cx="3453200" cy="774729"/>
            </a:xfrm>
            <a:custGeom>
              <a:avLst/>
              <a:gdLst/>
              <a:ahLst/>
              <a:cxnLst/>
              <a:rect l="l" t="t" r="r" b="b"/>
              <a:pathLst>
                <a:path w="1208469" h="557359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7649"/>
                  </a:lnTo>
                  <a:lnTo>
                    <a:pt x="1208470" y="557360"/>
                  </a:lnTo>
                  <a:lnTo>
                    <a:pt x="0" y="557360"/>
                  </a:lnTo>
                  <a:lnTo>
                    <a:pt x="0" y="337649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rgbClr val="42983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7" name="Google Shape;3757;g3cf02dd855a_0_2353"/>
            <p:cNvSpPr/>
            <p:nvPr/>
          </p:nvSpPr>
          <p:spPr>
            <a:xfrm>
              <a:off x="7181651" y="3749449"/>
              <a:ext cx="1554513" cy="867860"/>
            </a:xfrm>
            <a:custGeom>
              <a:avLst/>
              <a:gdLst/>
              <a:ahLst/>
              <a:cxnLst/>
              <a:rect l="l" t="t" r="r" b="b"/>
              <a:pathLst>
                <a:path w="1636330" h="624360" extrusionOk="0">
                  <a:moveTo>
                    <a:pt x="0" y="184941"/>
                  </a:moveTo>
                  <a:cubicBezTo>
                    <a:pt x="48491" y="184941"/>
                    <a:pt x="92228" y="186843"/>
                    <a:pt x="132162" y="189697"/>
                  </a:cubicBezTo>
                  <a:cubicBezTo>
                    <a:pt x="172095" y="193501"/>
                    <a:pt x="209176" y="198257"/>
                    <a:pt x="241504" y="205866"/>
                  </a:cubicBezTo>
                  <a:cubicBezTo>
                    <a:pt x="275733" y="213475"/>
                    <a:pt x="307109" y="223937"/>
                    <a:pt x="334682" y="237253"/>
                  </a:cubicBezTo>
                  <a:cubicBezTo>
                    <a:pt x="365108" y="251520"/>
                    <a:pt x="391731" y="270542"/>
                    <a:pt x="414550" y="295272"/>
                  </a:cubicBezTo>
                  <a:cubicBezTo>
                    <a:pt x="440221" y="322854"/>
                    <a:pt x="480155" y="352339"/>
                    <a:pt x="534351" y="382775"/>
                  </a:cubicBezTo>
                  <a:cubicBezTo>
                    <a:pt x="588547" y="413211"/>
                    <a:pt x="681725" y="453158"/>
                    <a:pt x="782510" y="486448"/>
                  </a:cubicBezTo>
                  <a:cubicBezTo>
                    <a:pt x="898508" y="524493"/>
                    <a:pt x="1032571" y="557782"/>
                    <a:pt x="1177093" y="582512"/>
                  </a:cubicBezTo>
                  <a:cubicBezTo>
                    <a:pt x="1334926" y="609143"/>
                    <a:pt x="1492759" y="624361"/>
                    <a:pt x="1636331" y="624361"/>
                  </a:cubicBezTo>
                  <a:lnTo>
                    <a:pt x="1636331" y="66050"/>
                  </a:lnTo>
                  <a:cubicBezTo>
                    <a:pt x="1492759" y="66050"/>
                    <a:pt x="1333975" y="64148"/>
                    <a:pt x="1177093" y="59392"/>
                  </a:cubicBezTo>
                  <a:cubicBezTo>
                    <a:pt x="1032571" y="55588"/>
                    <a:pt x="898508" y="50832"/>
                    <a:pt x="782510" y="45126"/>
                  </a:cubicBezTo>
                  <a:cubicBezTo>
                    <a:pt x="681725" y="40370"/>
                    <a:pt x="598055" y="34663"/>
                    <a:pt x="534351" y="29908"/>
                  </a:cubicBezTo>
                  <a:cubicBezTo>
                    <a:pt x="470647" y="25152"/>
                    <a:pt x="440221" y="21347"/>
                    <a:pt x="414550" y="16592"/>
                  </a:cubicBezTo>
                  <a:cubicBezTo>
                    <a:pt x="392681" y="12787"/>
                    <a:pt x="365108" y="9934"/>
                    <a:pt x="334682" y="8032"/>
                  </a:cubicBezTo>
                  <a:cubicBezTo>
                    <a:pt x="304257" y="6129"/>
                    <a:pt x="275733" y="4227"/>
                    <a:pt x="241504" y="3276"/>
                  </a:cubicBezTo>
                  <a:cubicBezTo>
                    <a:pt x="207275" y="2325"/>
                    <a:pt x="172095" y="1374"/>
                    <a:pt x="132162" y="423"/>
                  </a:cubicBezTo>
                  <a:cubicBezTo>
                    <a:pt x="92228" y="-528"/>
                    <a:pt x="49442" y="423"/>
                    <a:pt x="0" y="423"/>
                  </a:cubicBezTo>
                  <a:lnTo>
                    <a:pt x="0" y="184941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8000">
                  <a:srgbClr val="469A32"/>
                </a:gs>
                <a:gs pos="100000">
                  <a:srgbClr val="469A3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8" name="Google Shape;3758;g3cf02dd855a_0_2353"/>
            <p:cNvSpPr txBox="1"/>
            <p:nvPr/>
          </p:nvSpPr>
          <p:spPr>
            <a:xfrm>
              <a:off x="8062917" y="4005541"/>
              <a:ext cx="30480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Configure VCF Operations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Licensing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59" name="Google Shape;3759;g3cf02dd855a_0_2353"/>
          <p:cNvGrpSpPr/>
          <p:nvPr/>
        </p:nvGrpSpPr>
        <p:grpSpPr>
          <a:xfrm>
            <a:off x="6878506" y="1550738"/>
            <a:ext cx="5324631" cy="1675812"/>
            <a:chOff x="7181651" y="1735537"/>
            <a:chExt cx="5005764" cy="1575900"/>
          </a:xfrm>
        </p:grpSpPr>
        <p:sp>
          <p:nvSpPr>
            <p:cNvPr id="3760" name="Google Shape;3760;g3cf02dd855a_0_2353"/>
            <p:cNvSpPr/>
            <p:nvPr/>
          </p:nvSpPr>
          <p:spPr>
            <a:xfrm>
              <a:off x="8734215" y="1735537"/>
              <a:ext cx="3453200" cy="778695"/>
            </a:xfrm>
            <a:custGeom>
              <a:avLst/>
              <a:gdLst/>
              <a:ahLst/>
              <a:cxnLst/>
              <a:rect l="l" t="t" r="r" b="b"/>
              <a:pathLst>
                <a:path w="1208469" h="560212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7650"/>
                  </a:lnTo>
                  <a:lnTo>
                    <a:pt x="1208470" y="560213"/>
                  </a:lnTo>
                  <a:lnTo>
                    <a:pt x="0" y="560213"/>
                  </a:lnTo>
                  <a:lnTo>
                    <a:pt x="0" y="337650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1" name="Google Shape;3761;g3cf02dd855a_0_2353"/>
            <p:cNvSpPr/>
            <p:nvPr/>
          </p:nvSpPr>
          <p:spPr>
            <a:xfrm>
              <a:off x="7181651" y="1735537"/>
              <a:ext cx="1554513" cy="1575900"/>
            </a:xfrm>
            <a:custGeom>
              <a:avLst/>
              <a:gdLst/>
              <a:ahLst/>
              <a:cxnLst/>
              <a:rect l="l" t="t" r="r" b="b"/>
              <a:pathLst>
                <a:path w="1636330" h="1133741" extrusionOk="0">
                  <a:moveTo>
                    <a:pt x="0" y="1133742"/>
                  </a:moveTo>
                  <a:cubicBezTo>
                    <a:pt x="48491" y="1133742"/>
                    <a:pt x="92228" y="1131839"/>
                    <a:pt x="132162" y="1127084"/>
                  </a:cubicBezTo>
                  <a:cubicBezTo>
                    <a:pt x="172095" y="1122328"/>
                    <a:pt x="209176" y="1115670"/>
                    <a:pt x="241504" y="1106159"/>
                  </a:cubicBezTo>
                  <a:cubicBezTo>
                    <a:pt x="273831" y="1096648"/>
                    <a:pt x="307109" y="1082381"/>
                    <a:pt x="334682" y="1065261"/>
                  </a:cubicBezTo>
                  <a:cubicBezTo>
                    <a:pt x="362256" y="1048140"/>
                    <a:pt x="391731" y="1021509"/>
                    <a:pt x="414550" y="990122"/>
                  </a:cubicBezTo>
                  <a:cubicBezTo>
                    <a:pt x="440221" y="953979"/>
                    <a:pt x="480155" y="914983"/>
                    <a:pt x="534351" y="875987"/>
                  </a:cubicBezTo>
                  <a:cubicBezTo>
                    <a:pt x="598055" y="830333"/>
                    <a:pt x="681725" y="784679"/>
                    <a:pt x="782510" y="740927"/>
                  </a:cubicBezTo>
                  <a:cubicBezTo>
                    <a:pt x="898508" y="691468"/>
                    <a:pt x="1032571" y="648668"/>
                    <a:pt x="1177093" y="615378"/>
                  </a:cubicBezTo>
                  <a:cubicBezTo>
                    <a:pt x="1334926" y="580187"/>
                    <a:pt x="1492759" y="560213"/>
                    <a:pt x="1636331" y="560213"/>
                  </a:cubicBezTo>
                  <a:lnTo>
                    <a:pt x="1636331" y="0"/>
                  </a:lnTo>
                  <a:cubicBezTo>
                    <a:pt x="1492759" y="0"/>
                    <a:pt x="1333975" y="32338"/>
                    <a:pt x="1177093" y="90357"/>
                  </a:cubicBezTo>
                  <a:cubicBezTo>
                    <a:pt x="1020211" y="148376"/>
                    <a:pt x="898508" y="215905"/>
                    <a:pt x="782510" y="297702"/>
                  </a:cubicBezTo>
                  <a:cubicBezTo>
                    <a:pt x="681725" y="369037"/>
                    <a:pt x="598055" y="445127"/>
                    <a:pt x="534351" y="521217"/>
                  </a:cubicBezTo>
                  <a:cubicBezTo>
                    <a:pt x="479204" y="585893"/>
                    <a:pt x="440221" y="649619"/>
                    <a:pt x="414550" y="709540"/>
                  </a:cubicBezTo>
                  <a:cubicBezTo>
                    <a:pt x="392681" y="761852"/>
                    <a:pt x="365108" y="801799"/>
                    <a:pt x="334682" y="834137"/>
                  </a:cubicBezTo>
                  <a:cubicBezTo>
                    <a:pt x="304257" y="866475"/>
                    <a:pt x="275733" y="884547"/>
                    <a:pt x="241504" y="901667"/>
                  </a:cubicBezTo>
                  <a:cubicBezTo>
                    <a:pt x="207275" y="918787"/>
                    <a:pt x="172095" y="929250"/>
                    <a:pt x="132162" y="936859"/>
                  </a:cubicBezTo>
                  <a:cubicBezTo>
                    <a:pt x="93179" y="944468"/>
                    <a:pt x="49442" y="948272"/>
                    <a:pt x="0" y="948272"/>
                  </a:cubicBezTo>
                  <a:lnTo>
                    <a:pt x="0" y="1133742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2" name="Google Shape;3762;g3cf02dd855a_0_2353"/>
            <p:cNvSpPr txBox="1"/>
            <p:nvPr/>
          </p:nvSpPr>
          <p:spPr>
            <a:xfrm>
              <a:off x="8410403" y="1906459"/>
              <a:ext cx="2745900" cy="40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Download NSX, vCenter,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ESX Binaries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63" name="Google Shape;3763;g3cf02dd855a_0_2353"/>
          <p:cNvGrpSpPr/>
          <p:nvPr/>
        </p:nvGrpSpPr>
        <p:grpSpPr>
          <a:xfrm>
            <a:off x="7121263" y="2609568"/>
            <a:ext cx="5083104" cy="852617"/>
            <a:chOff x="7181651" y="2791694"/>
            <a:chExt cx="5168907" cy="867274"/>
          </a:xfrm>
        </p:grpSpPr>
        <p:sp>
          <p:nvSpPr>
            <p:cNvPr id="3764" name="Google Shape;3764;g3cf02dd855a_0_2353"/>
            <p:cNvSpPr/>
            <p:nvPr/>
          </p:nvSpPr>
          <p:spPr>
            <a:xfrm>
              <a:off x="8734215" y="2791694"/>
              <a:ext cx="3616343" cy="774729"/>
            </a:xfrm>
            <a:custGeom>
              <a:avLst/>
              <a:gdLst/>
              <a:ahLst/>
              <a:cxnLst/>
              <a:rect l="l" t="t" r="r" b="b"/>
              <a:pathLst>
                <a:path w="1208469" h="557359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4796"/>
                  </a:lnTo>
                  <a:lnTo>
                    <a:pt x="1208470" y="557360"/>
                  </a:lnTo>
                  <a:lnTo>
                    <a:pt x="0" y="557360"/>
                  </a:lnTo>
                  <a:lnTo>
                    <a:pt x="0" y="334796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rgbClr val="208A6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5" name="Google Shape;3765;g3cf02dd855a_0_2353"/>
            <p:cNvSpPr/>
            <p:nvPr/>
          </p:nvSpPr>
          <p:spPr>
            <a:xfrm>
              <a:off x="7181651" y="2791694"/>
              <a:ext cx="1554513" cy="867274"/>
            </a:xfrm>
            <a:custGeom>
              <a:avLst/>
              <a:gdLst/>
              <a:ahLst/>
              <a:cxnLst/>
              <a:rect l="l" t="t" r="r" b="b"/>
              <a:pathLst>
                <a:path w="1636330" h="623938" extrusionOk="0">
                  <a:moveTo>
                    <a:pt x="0" y="623938"/>
                  </a:moveTo>
                  <a:cubicBezTo>
                    <a:pt x="48491" y="623938"/>
                    <a:pt x="92228" y="623938"/>
                    <a:pt x="132162" y="623938"/>
                  </a:cubicBezTo>
                  <a:cubicBezTo>
                    <a:pt x="172095" y="623938"/>
                    <a:pt x="209176" y="622987"/>
                    <a:pt x="241504" y="621085"/>
                  </a:cubicBezTo>
                  <a:cubicBezTo>
                    <a:pt x="273831" y="619183"/>
                    <a:pt x="307109" y="618232"/>
                    <a:pt x="334682" y="616329"/>
                  </a:cubicBezTo>
                  <a:cubicBezTo>
                    <a:pt x="362256" y="614427"/>
                    <a:pt x="391731" y="611574"/>
                    <a:pt x="414550" y="607769"/>
                  </a:cubicBezTo>
                  <a:cubicBezTo>
                    <a:pt x="440221" y="603965"/>
                    <a:pt x="480155" y="599209"/>
                    <a:pt x="534351" y="594453"/>
                  </a:cubicBezTo>
                  <a:cubicBezTo>
                    <a:pt x="588547" y="589698"/>
                    <a:pt x="681725" y="583991"/>
                    <a:pt x="782510" y="579236"/>
                  </a:cubicBezTo>
                  <a:cubicBezTo>
                    <a:pt x="898508" y="573529"/>
                    <a:pt x="1032571" y="568773"/>
                    <a:pt x="1177093" y="564969"/>
                  </a:cubicBezTo>
                  <a:cubicBezTo>
                    <a:pt x="1334926" y="561164"/>
                    <a:pt x="1492759" y="558311"/>
                    <a:pt x="1636331" y="558311"/>
                  </a:cubicBezTo>
                  <a:lnTo>
                    <a:pt x="1636331" y="0"/>
                  </a:lnTo>
                  <a:cubicBezTo>
                    <a:pt x="1492759" y="0"/>
                    <a:pt x="1333975" y="15218"/>
                    <a:pt x="1177093" y="41850"/>
                  </a:cubicBezTo>
                  <a:cubicBezTo>
                    <a:pt x="1032571" y="66579"/>
                    <a:pt x="898508" y="99868"/>
                    <a:pt x="782510" y="137913"/>
                  </a:cubicBezTo>
                  <a:cubicBezTo>
                    <a:pt x="681725" y="171203"/>
                    <a:pt x="598055" y="206394"/>
                    <a:pt x="534351" y="241586"/>
                  </a:cubicBezTo>
                  <a:cubicBezTo>
                    <a:pt x="479204" y="272022"/>
                    <a:pt x="440221" y="301507"/>
                    <a:pt x="414550" y="329090"/>
                  </a:cubicBezTo>
                  <a:cubicBezTo>
                    <a:pt x="392681" y="352868"/>
                    <a:pt x="365108" y="371890"/>
                    <a:pt x="334682" y="387108"/>
                  </a:cubicBezTo>
                  <a:cubicBezTo>
                    <a:pt x="307109" y="400424"/>
                    <a:pt x="275733" y="410886"/>
                    <a:pt x="241504" y="418495"/>
                  </a:cubicBezTo>
                  <a:cubicBezTo>
                    <a:pt x="207275" y="426104"/>
                    <a:pt x="172095" y="430860"/>
                    <a:pt x="132162" y="434664"/>
                  </a:cubicBezTo>
                  <a:cubicBezTo>
                    <a:pt x="92228" y="438469"/>
                    <a:pt x="49442" y="439420"/>
                    <a:pt x="0" y="439420"/>
                  </a:cubicBezTo>
                  <a:lnTo>
                    <a:pt x="0" y="623938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208A61"/>
                </a:gs>
                <a:gs pos="100000">
                  <a:srgbClr val="208A6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6" name="Google Shape;3766;g3cf02dd855a_0_2353"/>
            <p:cNvSpPr txBox="1"/>
            <p:nvPr/>
          </p:nvSpPr>
          <p:spPr>
            <a:xfrm>
              <a:off x="8391370" y="3078651"/>
              <a:ext cx="28428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NSX, vCenter, ESX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67" name="Google Shape;3767;g3cf02dd855a_0_2353"/>
          <p:cNvGrpSpPr/>
          <p:nvPr/>
        </p:nvGrpSpPr>
        <p:grpSpPr>
          <a:xfrm>
            <a:off x="0" y="2090600"/>
            <a:ext cx="5473839" cy="1124212"/>
            <a:chOff x="-1167" y="2411087"/>
            <a:chExt cx="5314922" cy="1091892"/>
          </a:xfrm>
        </p:grpSpPr>
        <p:sp>
          <p:nvSpPr>
            <p:cNvPr id="3768" name="Google Shape;3768;g3cf02dd855a_0_2353"/>
            <p:cNvSpPr/>
            <p:nvPr/>
          </p:nvSpPr>
          <p:spPr>
            <a:xfrm flipH="1">
              <a:off x="-1167" y="2411087"/>
              <a:ext cx="3447545" cy="778020"/>
            </a:xfrm>
            <a:custGeom>
              <a:avLst/>
              <a:gdLst/>
              <a:ahLst/>
              <a:cxnLst/>
              <a:rect l="l" t="t" r="r" b="b"/>
              <a:pathLst>
                <a:path w="1410039" h="778020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10067"/>
                  </a:lnTo>
                  <a:lnTo>
                    <a:pt x="0" y="467954"/>
                  </a:lnTo>
                  <a:lnTo>
                    <a:pt x="0" y="778021"/>
                  </a:lnTo>
                  <a:lnTo>
                    <a:pt x="1410040" y="778021"/>
                  </a:lnTo>
                  <a:lnTo>
                    <a:pt x="1410040" y="467954"/>
                  </a:lnTo>
                  <a:lnTo>
                    <a:pt x="1410040" y="310067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1582B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69" name="Google Shape;3769;g3cf02dd855a_0_2353"/>
            <p:cNvGrpSpPr/>
            <p:nvPr/>
          </p:nvGrpSpPr>
          <p:grpSpPr>
            <a:xfrm>
              <a:off x="3446381" y="2412038"/>
              <a:ext cx="1867374" cy="1090941"/>
              <a:chOff x="3446381" y="2412038"/>
              <a:chExt cx="1867374" cy="1090941"/>
            </a:xfrm>
          </p:grpSpPr>
          <p:sp>
            <p:nvSpPr>
              <p:cNvPr id="3770" name="Google Shape;3770;g3cf02dd855a_0_2353"/>
              <p:cNvSpPr/>
              <p:nvPr/>
            </p:nvSpPr>
            <p:spPr>
              <a:xfrm rot="10800000" flipH="1">
                <a:off x="4787962" y="3266149"/>
                <a:ext cx="525793" cy="236830"/>
              </a:xfrm>
              <a:custGeom>
                <a:avLst/>
                <a:gdLst/>
                <a:ahLst/>
                <a:cxnLst/>
                <a:rect l="l" t="t" r="r" b="b"/>
                <a:pathLst>
                  <a:path w="525793" h="236830" extrusionOk="0">
                    <a:moveTo>
                      <a:pt x="525794" y="0"/>
                    </a:moveTo>
                    <a:lnTo>
                      <a:pt x="0" y="0"/>
                    </a:lnTo>
                    <a:lnTo>
                      <a:pt x="0" y="94161"/>
                    </a:lnTo>
                    <a:lnTo>
                      <a:pt x="0" y="142669"/>
                    </a:lnTo>
                    <a:lnTo>
                      <a:pt x="0" y="236830"/>
                    </a:lnTo>
                    <a:lnTo>
                      <a:pt x="525794" y="236830"/>
                    </a:lnTo>
                    <a:lnTo>
                      <a:pt x="525794" y="142669"/>
                    </a:lnTo>
                    <a:lnTo>
                      <a:pt x="525794" y="94161"/>
                    </a:lnTo>
                    <a:lnTo>
                      <a:pt x="5257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1583B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75" rIns="68550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1" name="Google Shape;3771;g3cf02dd855a_0_2353"/>
              <p:cNvSpPr/>
              <p:nvPr/>
            </p:nvSpPr>
            <p:spPr>
              <a:xfrm flipH="1">
                <a:off x="3446381" y="2412038"/>
                <a:ext cx="1341581" cy="1090940"/>
              </a:xfrm>
              <a:custGeom>
                <a:avLst/>
                <a:gdLst/>
                <a:ahLst/>
                <a:cxnLst/>
                <a:rect l="l" t="t" r="r" b="b"/>
                <a:pathLst>
                  <a:path w="1341581" h="1090940" extrusionOk="0">
                    <a:moveTo>
                      <a:pt x="1341582" y="4756"/>
                    </a:moveTo>
                    <a:lnTo>
                      <a:pt x="1341582" y="0"/>
                    </a:lnTo>
                    <a:cubicBezTo>
                      <a:pt x="1275026" y="0"/>
                      <a:pt x="1198962" y="13316"/>
                      <a:pt x="1118143" y="38996"/>
                    </a:cubicBezTo>
                    <a:cubicBezTo>
                      <a:pt x="1070603" y="54214"/>
                      <a:pt x="1020211" y="73237"/>
                      <a:pt x="969818" y="96064"/>
                    </a:cubicBezTo>
                    <a:cubicBezTo>
                      <a:pt x="848115" y="151229"/>
                      <a:pt x="730216" y="224466"/>
                      <a:pt x="624677" y="306262"/>
                    </a:cubicBezTo>
                    <a:cubicBezTo>
                      <a:pt x="536252" y="374744"/>
                      <a:pt x="461139" y="445127"/>
                      <a:pt x="399337" y="514559"/>
                    </a:cubicBezTo>
                    <a:cubicBezTo>
                      <a:pt x="348944" y="571627"/>
                      <a:pt x="308060" y="625841"/>
                      <a:pt x="277634" y="676250"/>
                    </a:cubicBezTo>
                    <a:cubicBezTo>
                      <a:pt x="251963" y="718100"/>
                      <a:pt x="228192" y="749487"/>
                      <a:pt x="205373" y="772314"/>
                    </a:cubicBezTo>
                    <a:cubicBezTo>
                      <a:pt x="184456" y="793239"/>
                      <a:pt x="163538" y="809408"/>
                      <a:pt x="141670" y="820821"/>
                    </a:cubicBezTo>
                    <a:cubicBezTo>
                      <a:pt x="121703" y="832235"/>
                      <a:pt x="99834" y="839844"/>
                      <a:pt x="76064" y="844600"/>
                    </a:cubicBezTo>
                    <a:cubicBezTo>
                      <a:pt x="53245" y="849355"/>
                      <a:pt x="28524" y="854111"/>
                      <a:pt x="0" y="854111"/>
                    </a:cubicBezTo>
                    <a:lnTo>
                      <a:pt x="0" y="973001"/>
                    </a:lnTo>
                    <a:lnTo>
                      <a:pt x="0" y="973001"/>
                    </a:lnTo>
                    <a:lnTo>
                      <a:pt x="0" y="1008193"/>
                    </a:lnTo>
                    <a:lnTo>
                      <a:pt x="0" y="1008193"/>
                    </a:lnTo>
                    <a:lnTo>
                      <a:pt x="0" y="1078577"/>
                    </a:lnTo>
                    <a:lnTo>
                      <a:pt x="0" y="1078577"/>
                    </a:lnTo>
                    <a:lnTo>
                      <a:pt x="0" y="1090941"/>
                    </a:lnTo>
                    <a:lnTo>
                      <a:pt x="0" y="1090941"/>
                    </a:lnTo>
                    <a:cubicBezTo>
                      <a:pt x="27573" y="1090941"/>
                      <a:pt x="53245" y="1090941"/>
                      <a:pt x="76064" y="1088088"/>
                    </a:cubicBezTo>
                    <a:cubicBezTo>
                      <a:pt x="99834" y="1086185"/>
                      <a:pt x="121703" y="1083332"/>
                      <a:pt x="141670" y="1079528"/>
                    </a:cubicBezTo>
                    <a:cubicBezTo>
                      <a:pt x="163538" y="1074772"/>
                      <a:pt x="184456" y="1069065"/>
                      <a:pt x="205373" y="1061456"/>
                    </a:cubicBezTo>
                    <a:cubicBezTo>
                      <a:pt x="228192" y="1052896"/>
                      <a:pt x="252913" y="1041482"/>
                      <a:pt x="277634" y="1026265"/>
                    </a:cubicBezTo>
                    <a:cubicBezTo>
                      <a:pt x="308060" y="1007242"/>
                      <a:pt x="348944" y="988220"/>
                      <a:pt x="399337" y="967295"/>
                    </a:cubicBezTo>
                    <a:cubicBezTo>
                      <a:pt x="461139" y="941614"/>
                      <a:pt x="536252" y="915934"/>
                      <a:pt x="624677" y="891205"/>
                    </a:cubicBezTo>
                    <a:cubicBezTo>
                      <a:pt x="730216" y="861720"/>
                      <a:pt x="848115" y="835088"/>
                      <a:pt x="969818" y="814164"/>
                    </a:cubicBezTo>
                    <a:cubicBezTo>
                      <a:pt x="1106734" y="791336"/>
                      <a:pt x="1235092" y="777070"/>
                      <a:pt x="1341582" y="777070"/>
                    </a:cubicBezTo>
                    <a:lnTo>
                      <a:pt x="1341582" y="508852"/>
                    </a:lnTo>
                    <a:lnTo>
                      <a:pt x="1341582" y="508852"/>
                    </a:lnTo>
                    <a:lnTo>
                      <a:pt x="1341582" y="5707"/>
                    </a:lnTo>
                    <a:lnTo>
                      <a:pt x="1341582" y="5707"/>
                    </a:lnTo>
                    <a:cubicBezTo>
                      <a:pt x="1341582" y="5707"/>
                      <a:pt x="1341582" y="5707"/>
                      <a:pt x="1341582" y="5707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1583B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50" rIns="68550" bIns="342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72" name="Google Shape;3772;g3cf02dd855a_0_2353"/>
            <p:cNvSpPr txBox="1"/>
            <p:nvPr/>
          </p:nvSpPr>
          <p:spPr>
            <a:xfrm>
              <a:off x="1219210" y="2690966"/>
              <a:ext cx="2544900" cy="20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 all Prerequisites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3" name="Google Shape;3773;g3cf02dd855a_0_2353"/>
          <p:cNvGrpSpPr/>
          <p:nvPr/>
        </p:nvGrpSpPr>
        <p:grpSpPr>
          <a:xfrm>
            <a:off x="0" y="3052697"/>
            <a:ext cx="5473839" cy="801049"/>
            <a:chOff x="-1167" y="3315607"/>
            <a:chExt cx="5314922" cy="778020"/>
          </a:xfrm>
        </p:grpSpPr>
        <p:sp>
          <p:nvSpPr>
            <p:cNvPr id="3774" name="Google Shape;3774;g3cf02dd855a_0_2353"/>
            <p:cNvSpPr/>
            <p:nvPr/>
          </p:nvSpPr>
          <p:spPr>
            <a:xfrm flipH="1">
              <a:off x="-1167" y="3316558"/>
              <a:ext cx="3447545" cy="777069"/>
            </a:xfrm>
            <a:custGeom>
              <a:avLst/>
              <a:gdLst/>
              <a:ahLst/>
              <a:cxnLst/>
              <a:rect l="l" t="t" r="r" b="b"/>
              <a:pathLst>
                <a:path w="1410039" h="777069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09116"/>
                  </a:lnTo>
                  <a:lnTo>
                    <a:pt x="0" y="467954"/>
                  </a:lnTo>
                  <a:lnTo>
                    <a:pt x="0" y="777070"/>
                  </a:lnTo>
                  <a:lnTo>
                    <a:pt x="1410040" y="777070"/>
                  </a:lnTo>
                  <a:lnTo>
                    <a:pt x="1410040" y="467954"/>
                  </a:lnTo>
                  <a:lnTo>
                    <a:pt x="1410040" y="309116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2479A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5" name="Google Shape;3775;g3cf02dd855a_0_2353"/>
            <p:cNvSpPr/>
            <p:nvPr/>
          </p:nvSpPr>
          <p:spPr>
            <a:xfrm flipH="1">
              <a:off x="4787962" y="3586678"/>
              <a:ext cx="525793" cy="235879"/>
            </a:xfrm>
            <a:custGeom>
              <a:avLst/>
              <a:gdLst/>
              <a:ahLst/>
              <a:cxnLst/>
              <a:rect l="l" t="t" r="r" b="b"/>
              <a:pathLst>
                <a:path w="525793" h="235879" extrusionOk="0">
                  <a:moveTo>
                    <a:pt x="525794" y="0"/>
                  </a:moveTo>
                  <a:lnTo>
                    <a:pt x="0" y="0"/>
                  </a:lnTo>
                  <a:lnTo>
                    <a:pt x="0" y="94162"/>
                  </a:lnTo>
                  <a:lnTo>
                    <a:pt x="0" y="141718"/>
                  </a:lnTo>
                  <a:lnTo>
                    <a:pt x="0" y="235879"/>
                  </a:lnTo>
                  <a:lnTo>
                    <a:pt x="525794" y="235879"/>
                  </a:lnTo>
                  <a:lnTo>
                    <a:pt x="525794" y="141718"/>
                  </a:lnTo>
                  <a:lnTo>
                    <a:pt x="525794" y="94162"/>
                  </a:lnTo>
                  <a:lnTo>
                    <a:pt x="5257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g3cf02dd855a_0_2353"/>
            <p:cNvSpPr/>
            <p:nvPr/>
          </p:nvSpPr>
          <p:spPr>
            <a:xfrm flipH="1">
              <a:off x="3445430" y="3315607"/>
              <a:ext cx="1342532" cy="778020"/>
            </a:xfrm>
            <a:custGeom>
              <a:avLst/>
              <a:gdLst/>
              <a:ahLst/>
              <a:cxnLst/>
              <a:rect l="l" t="t" r="r" b="b"/>
              <a:pathLst>
                <a:path w="1342532" h="778020" extrusionOk="0">
                  <a:moveTo>
                    <a:pt x="0" y="506950"/>
                  </a:moveTo>
                  <a:cubicBezTo>
                    <a:pt x="32327" y="506950"/>
                    <a:pt x="61802" y="506950"/>
                    <a:pt x="88425" y="508852"/>
                  </a:cubicBezTo>
                  <a:cubicBezTo>
                    <a:pt x="115047" y="510754"/>
                    <a:pt x="140719" y="513608"/>
                    <a:pt x="163538" y="517412"/>
                  </a:cubicBezTo>
                  <a:cubicBezTo>
                    <a:pt x="188259" y="521217"/>
                    <a:pt x="212029" y="526924"/>
                    <a:pt x="234848" y="534533"/>
                  </a:cubicBezTo>
                  <a:cubicBezTo>
                    <a:pt x="260520" y="543093"/>
                    <a:pt x="287142" y="554506"/>
                    <a:pt x="314716" y="569724"/>
                  </a:cubicBezTo>
                  <a:cubicBezTo>
                    <a:pt x="347994" y="587796"/>
                    <a:pt x="391731" y="607769"/>
                    <a:pt x="445926" y="627743"/>
                  </a:cubicBezTo>
                  <a:cubicBezTo>
                    <a:pt x="510581" y="651521"/>
                    <a:pt x="589497" y="675299"/>
                    <a:pt x="678873" y="697175"/>
                  </a:cubicBezTo>
                  <a:cubicBezTo>
                    <a:pt x="783461" y="722856"/>
                    <a:pt x="897557" y="743780"/>
                    <a:pt x="1011654" y="758047"/>
                  </a:cubicBezTo>
                  <a:cubicBezTo>
                    <a:pt x="1136209" y="773265"/>
                    <a:pt x="1239846" y="778021"/>
                    <a:pt x="1342533" y="778021"/>
                  </a:cubicBezTo>
                  <a:lnTo>
                    <a:pt x="1342533" y="0"/>
                  </a:lnTo>
                  <a:cubicBezTo>
                    <a:pt x="1244600" y="0"/>
                    <a:pt x="1136209" y="3805"/>
                    <a:pt x="1011654" y="19023"/>
                  </a:cubicBezTo>
                  <a:cubicBezTo>
                    <a:pt x="896606" y="33289"/>
                    <a:pt x="783461" y="55165"/>
                    <a:pt x="678873" y="79895"/>
                  </a:cubicBezTo>
                  <a:cubicBezTo>
                    <a:pt x="589497" y="101770"/>
                    <a:pt x="510581" y="125549"/>
                    <a:pt x="445926" y="149327"/>
                  </a:cubicBezTo>
                  <a:cubicBezTo>
                    <a:pt x="391731" y="169300"/>
                    <a:pt x="347994" y="188323"/>
                    <a:pt x="314716" y="207345"/>
                  </a:cubicBezTo>
                  <a:cubicBezTo>
                    <a:pt x="287142" y="222563"/>
                    <a:pt x="260520" y="233977"/>
                    <a:pt x="234848" y="242537"/>
                  </a:cubicBezTo>
                  <a:cubicBezTo>
                    <a:pt x="212029" y="250146"/>
                    <a:pt x="188259" y="255853"/>
                    <a:pt x="163538" y="259657"/>
                  </a:cubicBezTo>
                  <a:cubicBezTo>
                    <a:pt x="140719" y="263462"/>
                    <a:pt x="115998" y="266315"/>
                    <a:pt x="88425" y="268217"/>
                  </a:cubicBezTo>
                  <a:cubicBezTo>
                    <a:pt x="61802" y="270120"/>
                    <a:pt x="33278" y="270120"/>
                    <a:pt x="0" y="270120"/>
                  </a:cubicBezTo>
                  <a:lnTo>
                    <a:pt x="0" y="505999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247AAF"/>
                </a:gs>
                <a:gs pos="100000">
                  <a:srgbClr val="247AA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g3cf02dd855a_0_2353"/>
            <p:cNvSpPr txBox="1"/>
            <p:nvPr/>
          </p:nvSpPr>
          <p:spPr>
            <a:xfrm>
              <a:off x="1203729" y="3590494"/>
              <a:ext cx="2262900" cy="20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Deploy VCF Installer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8" name="Google Shape;3778;g3cf02dd855a_0_2353"/>
          <p:cNvGrpSpPr/>
          <p:nvPr/>
        </p:nvGrpSpPr>
        <p:grpSpPr>
          <a:xfrm>
            <a:off x="0" y="3685806"/>
            <a:ext cx="5473839" cy="1124212"/>
            <a:chOff x="-1167" y="3907207"/>
            <a:chExt cx="5314922" cy="1091892"/>
          </a:xfrm>
        </p:grpSpPr>
        <p:sp>
          <p:nvSpPr>
            <p:cNvPr id="3779" name="Google Shape;3779;g3cf02dd855a_0_2353"/>
            <p:cNvSpPr/>
            <p:nvPr/>
          </p:nvSpPr>
          <p:spPr>
            <a:xfrm flipH="1">
              <a:off x="-1167" y="4221079"/>
              <a:ext cx="3447545" cy="778020"/>
            </a:xfrm>
            <a:custGeom>
              <a:avLst/>
              <a:gdLst/>
              <a:ahLst/>
              <a:cxnLst/>
              <a:rect l="l" t="t" r="r" b="b"/>
              <a:pathLst>
                <a:path w="1410039" h="778020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10067"/>
                  </a:lnTo>
                  <a:lnTo>
                    <a:pt x="0" y="467954"/>
                  </a:lnTo>
                  <a:lnTo>
                    <a:pt x="0" y="778021"/>
                  </a:lnTo>
                  <a:lnTo>
                    <a:pt x="1410040" y="778021"/>
                  </a:lnTo>
                  <a:lnTo>
                    <a:pt x="1410040" y="467954"/>
                  </a:lnTo>
                  <a:lnTo>
                    <a:pt x="1410040" y="310067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366DA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g3cf02dd855a_0_2353"/>
            <p:cNvSpPr/>
            <p:nvPr/>
          </p:nvSpPr>
          <p:spPr>
            <a:xfrm flipH="1">
              <a:off x="4787962" y="3908158"/>
              <a:ext cx="525793" cy="235879"/>
            </a:xfrm>
            <a:custGeom>
              <a:avLst/>
              <a:gdLst/>
              <a:ahLst/>
              <a:cxnLst/>
              <a:rect l="l" t="t" r="r" b="b"/>
              <a:pathLst>
                <a:path w="525793" h="235879" extrusionOk="0">
                  <a:moveTo>
                    <a:pt x="525794" y="0"/>
                  </a:moveTo>
                  <a:lnTo>
                    <a:pt x="0" y="0"/>
                  </a:lnTo>
                  <a:lnTo>
                    <a:pt x="0" y="94161"/>
                  </a:lnTo>
                  <a:lnTo>
                    <a:pt x="0" y="141718"/>
                  </a:lnTo>
                  <a:lnTo>
                    <a:pt x="0" y="235879"/>
                  </a:lnTo>
                  <a:lnTo>
                    <a:pt x="525794" y="235879"/>
                  </a:lnTo>
                  <a:lnTo>
                    <a:pt x="525794" y="141718"/>
                  </a:lnTo>
                  <a:lnTo>
                    <a:pt x="525794" y="94161"/>
                  </a:lnTo>
                  <a:lnTo>
                    <a:pt x="5257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1" name="Google Shape;3781;g3cf02dd855a_0_2353"/>
            <p:cNvSpPr/>
            <p:nvPr/>
          </p:nvSpPr>
          <p:spPr>
            <a:xfrm flipH="1">
              <a:off x="3446381" y="3907207"/>
              <a:ext cx="1341581" cy="1090941"/>
            </a:xfrm>
            <a:custGeom>
              <a:avLst/>
              <a:gdLst/>
              <a:ahLst/>
              <a:cxnLst/>
              <a:rect l="l" t="t" r="r" b="b"/>
              <a:pathLst>
                <a:path w="1341581" h="1090941" extrusionOk="0">
                  <a:moveTo>
                    <a:pt x="1341582" y="1086186"/>
                  </a:moveTo>
                  <a:lnTo>
                    <a:pt x="1341582" y="1090941"/>
                  </a:lnTo>
                  <a:cubicBezTo>
                    <a:pt x="1275026" y="1090941"/>
                    <a:pt x="1198962" y="1077625"/>
                    <a:pt x="1118143" y="1051945"/>
                  </a:cubicBezTo>
                  <a:cubicBezTo>
                    <a:pt x="1070603" y="1036727"/>
                    <a:pt x="1020211" y="1017704"/>
                    <a:pt x="969818" y="994877"/>
                  </a:cubicBezTo>
                  <a:cubicBezTo>
                    <a:pt x="848115" y="939712"/>
                    <a:pt x="730216" y="866475"/>
                    <a:pt x="624677" y="784679"/>
                  </a:cubicBezTo>
                  <a:cubicBezTo>
                    <a:pt x="536252" y="716198"/>
                    <a:pt x="461139" y="645814"/>
                    <a:pt x="399337" y="576382"/>
                  </a:cubicBezTo>
                  <a:cubicBezTo>
                    <a:pt x="348944" y="519315"/>
                    <a:pt x="308060" y="465100"/>
                    <a:pt x="277634" y="414691"/>
                  </a:cubicBezTo>
                  <a:cubicBezTo>
                    <a:pt x="251963" y="372841"/>
                    <a:pt x="228192" y="341454"/>
                    <a:pt x="205373" y="318627"/>
                  </a:cubicBezTo>
                  <a:cubicBezTo>
                    <a:pt x="184456" y="297702"/>
                    <a:pt x="163538" y="281533"/>
                    <a:pt x="141670" y="270120"/>
                  </a:cubicBezTo>
                  <a:cubicBezTo>
                    <a:pt x="121703" y="258706"/>
                    <a:pt x="99834" y="251097"/>
                    <a:pt x="76064" y="246341"/>
                  </a:cubicBezTo>
                  <a:cubicBezTo>
                    <a:pt x="53245" y="241586"/>
                    <a:pt x="28524" y="236830"/>
                    <a:pt x="0" y="236830"/>
                  </a:cubicBezTo>
                  <a:lnTo>
                    <a:pt x="0" y="117940"/>
                  </a:lnTo>
                  <a:lnTo>
                    <a:pt x="0" y="117940"/>
                  </a:lnTo>
                  <a:lnTo>
                    <a:pt x="0" y="82748"/>
                  </a:lnTo>
                  <a:lnTo>
                    <a:pt x="0" y="82748"/>
                  </a:lnTo>
                  <a:lnTo>
                    <a:pt x="0" y="12365"/>
                  </a:lnTo>
                  <a:lnTo>
                    <a:pt x="0" y="12365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27573" y="0"/>
                    <a:pt x="53245" y="0"/>
                    <a:pt x="76064" y="2853"/>
                  </a:cubicBezTo>
                  <a:cubicBezTo>
                    <a:pt x="99834" y="4756"/>
                    <a:pt x="121703" y="7609"/>
                    <a:pt x="141670" y="11414"/>
                  </a:cubicBezTo>
                  <a:cubicBezTo>
                    <a:pt x="163538" y="16169"/>
                    <a:pt x="184456" y="21876"/>
                    <a:pt x="205373" y="29485"/>
                  </a:cubicBezTo>
                  <a:cubicBezTo>
                    <a:pt x="228192" y="38045"/>
                    <a:pt x="252913" y="49459"/>
                    <a:pt x="277634" y="64677"/>
                  </a:cubicBezTo>
                  <a:cubicBezTo>
                    <a:pt x="308060" y="83699"/>
                    <a:pt x="348944" y="102722"/>
                    <a:pt x="399337" y="123646"/>
                  </a:cubicBezTo>
                  <a:cubicBezTo>
                    <a:pt x="461139" y="149327"/>
                    <a:pt x="536252" y="175007"/>
                    <a:pt x="624677" y="199736"/>
                  </a:cubicBezTo>
                  <a:cubicBezTo>
                    <a:pt x="730216" y="229221"/>
                    <a:pt x="848115" y="255853"/>
                    <a:pt x="969818" y="276778"/>
                  </a:cubicBezTo>
                  <a:cubicBezTo>
                    <a:pt x="1106734" y="299605"/>
                    <a:pt x="1235092" y="313871"/>
                    <a:pt x="1341582" y="313871"/>
                  </a:cubicBezTo>
                  <a:lnTo>
                    <a:pt x="1341582" y="582089"/>
                  </a:lnTo>
                  <a:lnTo>
                    <a:pt x="1341582" y="582089"/>
                  </a:lnTo>
                  <a:lnTo>
                    <a:pt x="1341582" y="1085234"/>
                  </a:lnTo>
                  <a:lnTo>
                    <a:pt x="1341582" y="1085234"/>
                  </a:lnTo>
                  <a:cubicBezTo>
                    <a:pt x="1341582" y="1085234"/>
                    <a:pt x="1341582" y="1085234"/>
                    <a:pt x="1341582" y="1085234"/>
                  </a:cubicBezTo>
                  <a:close/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366DA7"/>
                </a:gs>
                <a:gs pos="100000">
                  <a:srgbClr val="366DA7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2" name="Google Shape;3782;g3cf02dd855a_0_2353"/>
            <p:cNvSpPr txBox="1"/>
            <p:nvPr/>
          </p:nvSpPr>
          <p:spPr>
            <a:xfrm>
              <a:off x="1219211" y="4389665"/>
              <a:ext cx="25164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Configure Depot and Download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Binaries in the Installer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3" name="Google Shape;3783;g3cf02dd855a_0_2353"/>
          <p:cNvGrpSpPr/>
          <p:nvPr/>
        </p:nvGrpSpPr>
        <p:grpSpPr>
          <a:xfrm>
            <a:off x="0" y="4171560"/>
            <a:ext cx="5473839" cy="1725489"/>
            <a:chOff x="-1167" y="4227737"/>
            <a:chExt cx="5314922" cy="1675883"/>
          </a:xfrm>
        </p:grpSpPr>
        <p:sp>
          <p:nvSpPr>
            <p:cNvPr id="3784" name="Google Shape;3784;g3cf02dd855a_0_2353"/>
            <p:cNvSpPr/>
            <p:nvPr/>
          </p:nvSpPr>
          <p:spPr>
            <a:xfrm flipH="1">
              <a:off x="-1167" y="5126550"/>
              <a:ext cx="3447545" cy="777069"/>
            </a:xfrm>
            <a:custGeom>
              <a:avLst/>
              <a:gdLst/>
              <a:ahLst/>
              <a:cxnLst/>
              <a:rect l="l" t="t" r="r" b="b"/>
              <a:pathLst>
                <a:path w="1410039" h="777069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09116"/>
                  </a:lnTo>
                  <a:lnTo>
                    <a:pt x="0" y="467954"/>
                  </a:lnTo>
                  <a:lnTo>
                    <a:pt x="0" y="777069"/>
                  </a:lnTo>
                  <a:lnTo>
                    <a:pt x="1410040" y="777069"/>
                  </a:lnTo>
                  <a:lnTo>
                    <a:pt x="1410040" y="467954"/>
                  </a:lnTo>
                  <a:lnTo>
                    <a:pt x="1410040" y="309116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4B619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85" name="Google Shape;3785;g3cf02dd855a_0_2353"/>
            <p:cNvGrpSpPr/>
            <p:nvPr/>
          </p:nvGrpSpPr>
          <p:grpSpPr>
            <a:xfrm>
              <a:off x="3446381" y="4227737"/>
              <a:ext cx="1867374" cy="1675883"/>
              <a:chOff x="3446381" y="4227737"/>
              <a:chExt cx="1867374" cy="1675883"/>
            </a:xfrm>
          </p:grpSpPr>
          <p:sp>
            <p:nvSpPr>
              <p:cNvPr id="3786" name="Google Shape;3786;g3cf02dd855a_0_2353"/>
              <p:cNvSpPr/>
              <p:nvPr/>
            </p:nvSpPr>
            <p:spPr>
              <a:xfrm rot="10800000" flipH="1">
                <a:off x="4787962" y="4227737"/>
                <a:ext cx="525793" cy="235879"/>
              </a:xfrm>
              <a:custGeom>
                <a:avLst/>
                <a:gdLst/>
                <a:ahLst/>
                <a:cxnLst/>
                <a:rect l="l" t="t" r="r" b="b"/>
                <a:pathLst>
                  <a:path w="525793" h="235879" extrusionOk="0">
                    <a:moveTo>
                      <a:pt x="525794" y="0"/>
                    </a:moveTo>
                    <a:lnTo>
                      <a:pt x="0" y="0"/>
                    </a:lnTo>
                    <a:lnTo>
                      <a:pt x="0" y="94161"/>
                    </a:lnTo>
                    <a:lnTo>
                      <a:pt x="0" y="142669"/>
                    </a:lnTo>
                    <a:lnTo>
                      <a:pt x="0" y="235879"/>
                    </a:lnTo>
                    <a:lnTo>
                      <a:pt x="525794" y="235879"/>
                    </a:lnTo>
                    <a:lnTo>
                      <a:pt x="525794" y="142669"/>
                    </a:lnTo>
                    <a:lnTo>
                      <a:pt x="525794" y="94161"/>
                    </a:lnTo>
                    <a:lnTo>
                      <a:pt x="5257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4B619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75" rIns="68550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7" name="Google Shape;3787;g3cf02dd855a_0_2353"/>
              <p:cNvSpPr/>
              <p:nvPr/>
            </p:nvSpPr>
            <p:spPr>
              <a:xfrm flipH="1">
                <a:off x="3446381" y="4227737"/>
                <a:ext cx="1341581" cy="1675883"/>
              </a:xfrm>
              <a:custGeom>
                <a:avLst/>
                <a:gdLst/>
                <a:ahLst/>
                <a:cxnLst/>
                <a:rect l="l" t="t" r="r" b="b"/>
                <a:pathLst>
                  <a:path w="1341581" h="1675883" extrusionOk="0">
                    <a:moveTo>
                      <a:pt x="1341582" y="1667323"/>
                    </a:moveTo>
                    <a:lnTo>
                      <a:pt x="1341582" y="1675883"/>
                    </a:lnTo>
                    <a:lnTo>
                      <a:pt x="1341582" y="1675883"/>
                    </a:lnTo>
                    <a:cubicBezTo>
                      <a:pt x="1275026" y="1675883"/>
                      <a:pt x="1198962" y="1654007"/>
                      <a:pt x="1118143" y="1610255"/>
                    </a:cubicBezTo>
                    <a:cubicBezTo>
                      <a:pt x="1070603" y="1584575"/>
                      <a:pt x="1020211" y="1552237"/>
                      <a:pt x="969818" y="1513241"/>
                    </a:cubicBezTo>
                    <a:cubicBezTo>
                      <a:pt x="848115" y="1420030"/>
                      <a:pt x="730216" y="1296384"/>
                      <a:pt x="624677" y="1159422"/>
                    </a:cubicBezTo>
                    <a:cubicBezTo>
                      <a:pt x="536252" y="1044336"/>
                      <a:pt x="461139" y="924494"/>
                      <a:pt x="399337" y="808457"/>
                    </a:cubicBezTo>
                    <a:cubicBezTo>
                      <a:pt x="348944" y="712393"/>
                      <a:pt x="308060" y="621085"/>
                      <a:pt x="277634" y="535484"/>
                    </a:cubicBezTo>
                    <a:cubicBezTo>
                      <a:pt x="251963" y="465100"/>
                      <a:pt x="228192" y="412788"/>
                      <a:pt x="205373" y="372841"/>
                    </a:cubicBezTo>
                    <a:cubicBezTo>
                      <a:pt x="184456" y="337650"/>
                      <a:pt x="163538" y="311018"/>
                      <a:pt x="141670" y="291044"/>
                    </a:cubicBezTo>
                    <a:cubicBezTo>
                      <a:pt x="121703" y="272973"/>
                      <a:pt x="99834" y="259657"/>
                      <a:pt x="76064" y="251097"/>
                    </a:cubicBezTo>
                    <a:cubicBezTo>
                      <a:pt x="53245" y="242537"/>
                      <a:pt x="28524" y="235879"/>
                      <a:pt x="0" y="235879"/>
                    </a:cubicBezTo>
                    <a:lnTo>
                      <a:pt x="0" y="235879"/>
                    </a:lnTo>
                    <a:lnTo>
                      <a:pt x="0" y="34241"/>
                    </a:lnTo>
                    <a:lnTo>
                      <a:pt x="0" y="34241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27573" y="0"/>
                      <a:pt x="53245" y="1902"/>
                      <a:pt x="76064" y="7609"/>
                    </a:cubicBezTo>
                    <a:cubicBezTo>
                      <a:pt x="99834" y="12365"/>
                      <a:pt x="121703" y="20925"/>
                      <a:pt x="141670" y="32338"/>
                    </a:cubicBezTo>
                    <a:cubicBezTo>
                      <a:pt x="163538" y="44703"/>
                      <a:pt x="184456" y="60872"/>
                      <a:pt x="205373" y="82748"/>
                    </a:cubicBezTo>
                    <a:cubicBezTo>
                      <a:pt x="228192" y="107477"/>
                      <a:pt x="252913" y="139815"/>
                      <a:pt x="277634" y="183567"/>
                    </a:cubicBezTo>
                    <a:cubicBezTo>
                      <a:pt x="308060" y="236830"/>
                      <a:pt x="348944" y="293898"/>
                      <a:pt x="399337" y="353819"/>
                    </a:cubicBezTo>
                    <a:cubicBezTo>
                      <a:pt x="461139" y="426104"/>
                      <a:pt x="536252" y="500292"/>
                      <a:pt x="624677" y="571627"/>
                    </a:cubicBezTo>
                    <a:cubicBezTo>
                      <a:pt x="730216" y="657228"/>
                      <a:pt x="848115" y="733318"/>
                      <a:pt x="969818" y="791336"/>
                    </a:cubicBezTo>
                    <a:cubicBezTo>
                      <a:pt x="1106734" y="856013"/>
                      <a:pt x="1235092" y="897862"/>
                      <a:pt x="1341582" y="896911"/>
                    </a:cubicBezTo>
                    <a:lnTo>
                      <a:pt x="1341582" y="1666372"/>
                    </a:lnTo>
                    <a:cubicBezTo>
                      <a:pt x="1341582" y="1666372"/>
                      <a:pt x="1341582" y="1666372"/>
                      <a:pt x="1341582" y="1666372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4B619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50" rIns="68550" bIns="342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88" name="Google Shape;3788;g3cf02dd855a_0_2353"/>
            <p:cNvSpPr txBox="1"/>
            <p:nvPr/>
          </p:nvSpPr>
          <p:spPr>
            <a:xfrm>
              <a:off x="1271341" y="5275895"/>
              <a:ext cx="2535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Converge vSphere with NSX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To VCF Instance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9" name="Google Shape;3789;g3cf02dd855a_0_2353"/>
          <p:cNvGrpSpPr/>
          <p:nvPr/>
        </p:nvGrpSpPr>
        <p:grpSpPr>
          <a:xfrm>
            <a:off x="-15954" y="1129899"/>
            <a:ext cx="5698324" cy="1791519"/>
            <a:chOff x="-15268" y="1506567"/>
            <a:chExt cx="5329023" cy="1675883"/>
          </a:xfrm>
        </p:grpSpPr>
        <p:sp>
          <p:nvSpPr>
            <p:cNvPr id="3790" name="Google Shape;3790;g3cf02dd855a_0_2353"/>
            <p:cNvSpPr/>
            <p:nvPr/>
          </p:nvSpPr>
          <p:spPr>
            <a:xfrm rot="10800000" flipH="1">
              <a:off x="4787962" y="2945619"/>
              <a:ext cx="525793" cy="235879"/>
            </a:xfrm>
            <a:custGeom>
              <a:avLst/>
              <a:gdLst/>
              <a:ahLst/>
              <a:cxnLst/>
              <a:rect l="l" t="t" r="r" b="b"/>
              <a:pathLst>
                <a:path w="525793" h="235879" extrusionOk="0">
                  <a:moveTo>
                    <a:pt x="525794" y="0"/>
                  </a:moveTo>
                  <a:lnTo>
                    <a:pt x="0" y="0"/>
                  </a:lnTo>
                  <a:lnTo>
                    <a:pt x="0" y="94161"/>
                  </a:lnTo>
                  <a:lnTo>
                    <a:pt x="0" y="142669"/>
                  </a:lnTo>
                  <a:lnTo>
                    <a:pt x="0" y="235879"/>
                  </a:lnTo>
                  <a:lnTo>
                    <a:pt x="525794" y="235879"/>
                  </a:lnTo>
                  <a:lnTo>
                    <a:pt x="525794" y="142669"/>
                  </a:lnTo>
                  <a:lnTo>
                    <a:pt x="525794" y="94161"/>
                  </a:lnTo>
                  <a:lnTo>
                    <a:pt x="525794" y="0"/>
                  </a:lnTo>
                  <a:close/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1583B6"/>
                </a:gs>
                <a:gs pos="100000">
                  <a:srgbClr val="1583B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91" name="Google Shape;3791;g3cf02dd855a_0_2353"/>
            <p:cNvGrpSpPr/>
            <p:nvPr/>
          </p:nvGrpSpPr>
          <p:grpSpPr>
            <a:xfrm>
              <a:off x="-15268" y="1506567"/>
              <a:ext cx="4803230" cy="1675883"/>
              <a:chOff x="-15268" y="1506567"/>
              <a:chExt cx="4803230" cy="1675883"/>
            </a:xfrm>
          </p:grpSpPr>
          <p:sp>
            <p:nvSpPr>
              <p:cNvPr id="3792" name="Google Shape;3792;g3cf02dd855a_0_2353"/>
              <p:cNvSpPr/>
              <p:nvPr/>
            </p:nvSpPr>
            <p:spPr>
              <a:xfrm flipH="1">
                <a:off x="-15268" y="1506567"/>
                <a:ext cx="3461646" cy="778020"/>
              </a:xfrm>
              <a:custGeom>
                <a:avLst/>
                <a:gdLst/>
                <a:ahLst/>
                <a:cxnLst/>
                <a:rect l="l" t="t" r="r" b="b"/>
                <a:pathLst>
                  <a:path w="1410039" h="778020" extrusionOk="0">
                    <a:moveTo>
                      <a:pt x="1410040" y="0"/>
                    </a:moveTo>
                    <a:lnTo>
                      <a:pt x="0" y="0"/>
                    </a:lnTo>
                    <a:lnTo>
                      <a:pt x="0" y="309116"/>
                    </a:lnTo>
                    <a:lnTo>
                      <a:pt x="0" y="467954"/>
                    </a:lnTo>
                    <a:lnTo>
                      <a:pt x="0" y="778021"/>
                    </a:lnTo>
                    <a:lnTo>
                      <a:pt x="1410040" y="778021"/>
                    </a:lnTo>
                    <a:lnTo>
                      <a:pt x="1410040" y="467954"/>
                    </a:lnTo>
                    <a:lnTo>
                      <a:pt x="1410040" y="309116"/>
                    </a:lnTo>
                    <a:lnTo>
                      <a:pt x="1410040" y="0"/>
                    </a:lnTo>
                    <a:close/>
                  </a:path>
                </a:pathLst>
              </a:custGeom>
              <a:solidFill>
                <a:srgbClr val="1582B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3" name="Google Shape;3793;g3cf02dd855a_0_2353"/>
              <p:cNvSpPr/>
              <p:nvPr/>
            </p:nvSpPr>
            <p:spPr>
              <a:xfrm flipH="1">
                <a:off x="3446381" y="1506567"/>
                <a:ext cx="1341581" cy="1675883"/>
              </a:xfrm>
              <a:custGeom>
                <a:avLst/>
                <a:gdLst/>
                <a:ahLst/>
                <a:cxnLst/>
                <a:rect l="l" t="t" r="r" b="b"/>
                <a:pathLst>
                  <a:path w="1341581" h="1675883" extrusionOk="0">
                    <a:moveTo>
                      <a:pt x="1341582" y="7609"/>
                    </a:moveTo>
                    <a:lnTo>
                      <a:pt x="1341582" y="0"/>
                    </a:lnTo>
                    <a:lnTo>
                      <a:pt x="1341582" y="0"/>
                    </a:lnTo>
                    <a:cubicBezTo>
                      <a:pt x="1275026" y="0"/>
                      <a:pt x="1198962" y="21876"/>
                      <a:pt x="1118143" y="65628"/>
                    </a:cubicBezTo>
                    <a:cubicBezTo>
                      <a:pt x="1070603" y="91308"/>
                      <a:pt x="1020211" y="123646"/>
                      <a:pt x="969818" y="162642"/>
                    </a:cubicBezTo>
                    <a:cubicBezTo>
                      <a:pt x="848115" y="255853"/>
                      <a:pt x="730216" y="379499"/>
                      <a:pt x="624677" y="516461"/>
                    </a:cubicBezTo>
                    <a:cubicBezTo>
                      <a:pt x="536252" y="631547"/>
                      <a:pt x="461139" y="751389"/>
                      <a:pt x="399337" y="867426"/>
                    </a:cubicBezTo>
                    <a:cubicBezTo>
                      <a:pt x="348944" y="963490"/>
                      <a:pt x="308060" y="1054798"/>
                      <a:pt x="277634" y="1140400"/>
                    </a:cubicBezTo>
                    <a:cubicBezTo>
                      <a:pt x="251963" y="1210783"/>
                      <a:pt x="228192" y="1263095"/>
                      <a:pt x="205373" y="1303042"/>
                    </a:cubicBezTo>
                    <a:cubicBezTo>
                      <a:pt x="184456" y="1338234"/>
                      <a:pt x="163538" y="1364865"/>
                      <a:pt x="141670" y="1384839"/>
                    </a:cubicBezTo>
                    <a:cubicBezTo>
                      <a:pt x="121703" y="1402910"/>
                      <a:pt x="99834" y="1416226"/>
                      <a:pt x="76064" y="1424786"/>
                    </a:cubicBezTo>
                    <a:cubicBezTo>
                      <a:pt x="53245" y="1433346"/>
                      <a:pt x="28524" y="1440004"/>
                      <a:pt x="0" y="1440004"/>
                    </a:cubicBezTo>
                    <a:lnTo>
                      <a:pt x="0" y="1440004"/>
                    </a:lnTo>
                    <a:lnTo>
                      <a:pt x="0" y="1641643"/>
                    </a:lnTo>
                    <a:lnTo>
                      <a:pt x="0" y="1641643"/>
                    </a:lnTo>
                    <a:lnTo>
                      <a:pt x="0" y="1675883"/>
                    </a:lnTo>
                    <a:lnTo>
                      <a:pt x="0" y="1675883"/>
                    </a:lnTo>
                    <a:cubicBezTo>
                      <a:pt x="27573" y="1675883"/>
                      <a:pt x="53245" y="1673981"/>
                      <a:pt x="76064" y="1668274"/>
                    </a:cubicBezTo>
                    <a:cubicBezTo>
                      <a:pt x="99834" y="1663519"/>
                      <a:pt x="121703" y="1654959"/>
                      <a:pt x="141670" y="1643545"/>
                    </a:cubicBezTo>
                    <a:cubicBezTo>
                      <a:pt x="163538" y="1631180"/>
                      <a:pt x="184456" y="1615011"/>
                      <a:pt x="205373" y="1593135"/>
                    </a:cubicBezTo>
                    <a:cubicBezTo>
                      <a:pt x="228192" y="1568406"/>
                      <a:pt x="252913" y="1536068"/>
                      <a:pt x="277634" y="1492316"/>
                    </a:cubicBezTo>
                    <a:cubicBezTo>
                      <a:pt x="308060" y="1439053"/>
                      <a:pt x="348944" y="1381986"/>
                      <a:pt x="399337" y="1322065"/>
                    </a:cubicBezTo>
                    <a:cubicBezTo>
                      <a:pt x="461139" y="1249779"/>
                      <a:pt x="536252" y="1175591"/>
                      <a:pt x="624677" y="1104257"/>
                    </a:cubicBezTo>
                    <a:cubicBezTo>
                      <a:pt x="730216" y="1018655"/>
                      <a:pt x="848115" y="942565"/>
                      <a:pt x="969818" y="884547"/>
                    </a:cubicBezTo>
                    <a:cubicBezTo>
                      <a:pt x="1106734" y="819870"/>
                      <a:pt x="1235092" y="778021"/>
                      <a:pt x="1341582" y="778972"/>
                    </a:cubicBezTo>
                    <a:lnTo>
                      <a:pt x="1341582" y="7609"/>
                    </a:lnTo>
                    <a:cubicBezTo>
                      <a:pt x="1341582" y="7609"/>
                      <a:pt x="1341582" y="7609"/>
                      <a:pt x="1341582" y="76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99000">
                    <a:srgbClr val="1583B6"/>
                  </a:gs>
                  <a:gs pos="100000">
                    <a:srgbClr val="1583B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50" rIns="68550" bIns="342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4" name="Google Shape;3794;g3cf02dd855a_0_2353"/>
              <p:cNvSpPr txBox="1"/>
              <p:nvPr/>
            </p:nvSpPr>
            <p:spPr>
              <a:xfrm>
                <a:off x="1183480" y="1689100"/>
                <a:ext cx="2262900" cy="6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Design and Plan 9.0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(Sizing, IPs, DNS)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95" name="Google Shape;3795;g3cf02dd855a_0_235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5957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Path 2: vSphere with NSX to VCF 9.1</a:t>
            </a:r>
            <a:endParaRPr/>
          </a:p>
        </p:txBody>
      </p:sp>
      <p:grpSp>
        <p:nvGrpSpPr>
          <p:cNvPr id="3796" name="Google Shape;3796;g3cf02dd855a_0_2353"/>
          <p:cNvGrpSpPr/>
          <p:nvPr/>
        </p:nvGrpSpPr>
        <p:grpSpPr>
          <a:xfrm>
            <a:off x="4451620" y="1852532"/>
            <a:ext cx="3285895" cy="3286631"/>
            <a:chOff x="4182276" y="1499500"/>
            <a:chExt cx="3682500" cy="3682500"/>
          </a:xfrm>
        </p:grpSpPr>
        <p:sp>
          <p:nvSpPr>
            <p:cNvPr id="3797" name="Google Shape;3797;g3cf02dd855a_0_2353"/>
            <p:cNvSpPr/>
            <p:nvPr/>
          </p:nvSpPr>
          <p:spPr>
            <a:xfrm>
              <a:off x="4182276" y="1499500"/>
              <a:ext cx="3682500" cy="3682500"/>
            </a:xfrm>
            <a:prstGeom prst="ellipse">
              <a:avLst/>
            </a:prstGeom>
            <a:solidFill>
              <a:schemeClr val="accent3">
                <a:alpha val="16862"/>
              </a:schemeClr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8" name="Google Shape;3798;g3cf02dd855a_0_2353"/>
            <p:cNvSpPr/>
            <p:nvPr/>
          </p:nvSpPr>
          <p:spPr>
            <a:xfrm>
              <a:off x="4376375" y="1693599"/>
              <a:ext cx="3294300" cy="3294300"/>
            </a:xfrm>
            <a:prstGeom prst="ellipse">
              <a:avLst/>
            </a:prstGeom>
            <a:solidFill>
              <a:schemeClr val="accent3">
                <a:alpha val="16862"/>
              </a:schemeClr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9" name="Google Shape;3799;g3cf02dd855a_0_2353"/>
            <p:cNvSpPr/>
            <p:nvPr/>
          </p:nvSpPr>
          <p:spPr>
            <a:xfrm>
              <a:off x="4574576" y="1891800"/>
              <a:ext cx="2897700" cy="28977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0" name="Google Shape;3800;g3cf02dd855a_0_2353"/>
            <p:cNvSpPr txBox="1"/>
            <p:nvPr/>
          </p:nvSpPr>
          <p:spPr>
            <a:xfrm>
              <a:off x="4659003" y="2697066"/>
              <a:ext cx="2728800" cy="148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Existing vSphere with NSX Deployment to VCF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1" name="Google Shape;3801;g3cf02dd855a_0_2353"/>
          <p:cNvSpPr/>
          <p:nvPr/>
        </p:nvSpPr>
        <p:spPr>
          <a:xfrm>
            <a:off x="-878" y="1251777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01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2" name="Google Shape;3802;g3cf02dd855a_0_2353"/>
          <p:cNvSpPr/>
          <p:nvPr/>
        </p:nvSpPr>
        <p:spPr>
          <a:xfrm>
            <a:off x="2820" y="2182750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02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3" name="Google Shape;3803;g3cf02dd855a_0_2353"/>
          <p:cNvSpPr/>
          <p:nvPr/>
        </p:nvSpPr>
        <p:spPr>
          <a:xfrm>
            <a:off x="2820" y="3149811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03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4" name="Google Shape;3804;g3cf02dd855a_0_2353"/>
          <p:cNvSpPr/>
          <p:nvPr/>
        </p:nvSpPr>
        <p:spPr>
          <a:xfrm>
            <a:off x="-3876" y="4140877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04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5" name="Google Shape;3805;g3cf02dd855a_0_2353"/>
          <p:cNvSpPr/>
          <p:nvPr/>
        </p:nvSpPr>
        <p:spPr>
          <a:xfrm>
            <a:off x="-3390" y="5195423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05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6" name="Google Shape;3806;g3cf02dd855a_0_2353"/>
          <p:cNvSpPr/>
          <p:nvPr/>
        </p:nvSpPr>
        <p:spPr>
          <a:xfrm>
            <a:off x="10640418" y="1634125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7" name="Google Shape;3807;g3cf02dd855a_0_2353"/>
          <p:cNvSpPr txBox="1"/>
          <p:nvPr/>
        </p:nvSpPr>
        <p:spPr>
          <a:xfrm>
            <a:off x="11352962" y="1753771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8" name="Google Shape;3808;g3cf02dd855a_0_2353"/>
          <p:cNvSpPr/>
          <p:nvPr/>
        </p:nvSpPr>
        <p:spPr>
          <a:xfrm>
            <a:off x="10640418" y="2671958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9" name="Google Shape;3809;g3cf02dd855a_0_2353"/>
          <p:cNvSpPr txBox="1"/>
          <p:nvPr/>
        </p:nvSpPr>
        <p:spPr>
          <a:xfrm>
            <a:off x="11352962" y="2791604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0" name="Google Shape;3810;g3cf02dd855a_0_2353"/>
          <p:cNvSpPr/>
          <p:nvPr/>
        </p:nvSpPr>
        <p:spPr>
          <a:xfrm>
            <a:off x="10640418" y="3743966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1" name="Google Shape;3811;g3cf02dd855a_0_2353"/>
          <p:cNvSpPr txBox="1"/>
          <p:nvPr/>
        </p:nvSpPr>
        <p:spPr>
          <a:xfrm>
            <a:off x="11352962" y="3863612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2" name="Google Shape;3812;g3cf02dd855a_0_2353"/>
          <p:cNvSpPr/>
          <p:nvPr/>
        </p:nvSpPr>
        <p:spPr>
          <a:xfrm>
            <a:off x="10640418" y="4877842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3" name="Google Shape;3813;g3cf02dd855a_0_2353"/>
          <p:cNvSpPr txBox="1"/>
          <p:nvPr/>
        </p:nvSpPr>
        <p:spPr>
          <a:xfrm>
            <a:off x="11329262" y="4997488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8" name="Google Shape;3818;g3cf02dd855a_0_2419"/>
          <p:cNvSpPr txBox="1">
            <a:spLocks noGrp="1"/>
          </p:cNvSpPr>
          <p:nvPr>
            <p:ph type="title"/>
          </p:nvPr>
        </p:nvSpPr>
        <p:spPr>
          <a:xfrm>
            <a:off x="259713" y="2487479"/>
            <a:ext cx="6048000" cy="10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Upgrade Prerequisites and</a:t>
            </a:r>
            <a:br>
              <a:rPr lang="en-US"/>
            </a:br>
            <a:r>
              <a:rPr lang="en-US"/>
              <a:t>Steps for VCF 5.x to VCF 9.1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3" name="Google Shape;3823;g3cf02dd855a_0_2423"/>
          <p:cNvSpPr txBox="1">
            <a:spLocks noGrp="1"/>
          </p:cNvSpPr>
          <p:nvPr>
            <p:ph type="title"/>
          </p:nvPr>
        </p:nvSpPr>
        <p:spPr>
          <a:xfrm>
            <a:off x="259713" y="2247255"/>
            <a:ext cx="6048000" cy="10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Minimum Supported Version</a:t>
            </a:r>
            <a:br>
              <a:rPr lang="en-US"/>
            </a:br>
            <a:r>
              <a:rPr lang="en-US"/>
              <a:t>for upgrading to VCF 9.1</a:t>
            </a:r>
            <a:endParaRPr/>
          </a:p>
        </p:txBody>
      </p:sp>
      <p:sp>
        <p:nvSpPr>
          <p:cNvPr id="3824" name="Google Shape;3824;g3cf02dd855a_0_2423" title="Subtitle"/>
          <p:cNvSpPr txBox="1"/>
          <p:nvPr/>
        </p:nvSpPr>
        <p:spPr>
          <a:xfrm>
            <a:off x="259713" y="3402797"/>
            <a:ext cx="4754400" cy="13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6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Upgrade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Management Domain 5.2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Workload Domain 5.2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" name="Google Shape;3829;g3cf02dd855a_0_242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092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Upgrade Path 3: VCF 5.2 to VCF 9.1</a:t>
            </a:r>
            <a:endParaRPr/>
          </a:p>
        </p:txBody>
      </p:sp>
      <p:sp>
        <p:nvSpPr>
          <p:cNvPr id="3830" name="Google Shape;3830;g3cf02dd855a_0_2428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1" name="Google Shape;3831;g3cf02dd855a_0_2428"/>
          <p:cNvSpPr/>
          <p:nvPr/>
        </p:nvSpPr>
        <p:spPr>
          <a:xfrm>
            <a:off x="3054662" y="1094889"/>
            <a:ext cx="48531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IP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2" name="Google Shape;3832;g3cf02dd855a_0_2428"/>
          <p:cNvSpPr/>
          <p:nvPr/>
        </p:nvSpPr>
        <p:spPr>
          <a:xfrm rot="10800000">
            <a:off x="3062344" y="1565686"/>
            <a:ext cx="4842300" cy="3920700"/>
          </a:xfrm>
          <a:prstGeom prst="roundRect">
            <a:avLst>
              <a:gd name="adj" fmla="val 1304"/>
            </a:avLst>
          </a:prstGeom>
          <a:gradFill>
            <a:gsLst>
              <a:gs pos="0">
                <a:srgbClr val="0098C7">
                  <a:alpha val="13725"/>
                </a:srgbClr>
              </a:gs>
              <a:gs pos="100000">
                <a:srgbClr val="0098C7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3" name="Google Shape;3833;g3cf02dd855a_0_2428"/>
          <p:cNvSpPr/>
          <p:nvPr/>
        </p:nvSpPr>
        <p:spPr>
          <a:xfrm>
            <a:off x="579810" y="1094889"/>
            <a:ext cx="2403000" cy="471000"/>
          </a:xfrm>
          <a:prstGeom prst="roundRect">
            <a:avLst>
              <a:gd name="adj" fmla="val 9849"/>
            </a:avLst>
          </a:prstGeom>
          <a:gradFill>
            <a:gsLst>
              <a:gs pos="0">
                <a:schemeClr val="accent2"/>
              </a:gs>
              <a:gs pos="85000">
                <a:schemeClr val="accent5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50" tIns="45625" rIns="9125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Components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4" name="Google Shape;3834;g3cf02dd855a_0_2428"/>
          <p:cNvSpPr/>
          <p:nvPr/>
        </p:nvSpPr>
        <p:spPr>
          <a:xfrm rot="10800000">
            <a:off x="579863" y="1565686"/>
            <a:ext cx="2397600" cy="3920700"/>
          </a:xfrm>
          <a:prstGeom prst="roundRect">
            <a:avLst>
              <a:gd name="adj" fmla="val 3321"/>
            </a:avLst>
          </a:prstGeom>
          <a:gradFill>
            <a:gsLst>
              <a:gs pos="0">
                <a:srgbClr val="6C4B94">
                  <a:alpha val="14117"/>
                </a:srgbClr>
              </a:gs>
              <a:gs pos="100000">
                <a:srgbClr val="6C4B9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5" name="Google Shape;3835;g3cf02dd855a_0_2428"/>
          <p:cNvSpPr txBox="1"/>
          <p:nvPr/>
        </p:nvSpPr>
        <p:spPr>
          <a:xfrm>
            <a:off x="633662" y="1637478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Management Services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6" name="Google Shape;3836;g3cf02dd855a_0_2428"/>
          <p:cNvSpPr txBox="1"/>
          <p:nvPr/>
        </p:nvSpPr>
        <p:spPr>
          <a:xfrm>
            <a:off x="3149712" y="1637478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7" name="Google Shape;3837;g3cf02dd855a_0_2428"/>
          <p:cNvSpPr/>
          <p:nvPr/>
        </p:nvSpPr>
        <p:spPr>
          <a:xfrm>
            <a:off x="7992779" y="1094889"/>
            <a:ext cx="36987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1"/>
              </a:gs>
              <a:gs pos="51000">
                <a:schemeClr val="accent1"/>
              </a:gs>
              <a:gs pos="100000">
                <a:schemeClr val="accent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DNS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8" name="Google Shape;3838;g3cf02dd855a_0_2428"/>
          <p:cNvSpPr/>
          <p:nvPr/>
        </p:nvSpPr>
        <p:spPr>
          <a:xfrm rot="10800000">
            <a:off x="8000415" y="1565690"/>
            <a:ext cx="3690300" cy="3920700"/>
          </a:xfrm>
          <a:prstGeom prst="roundRect">
            <a:avLst>
              <a:gd name="adj" fmla="val 2490"/>
            </a:avLst>
          </a:prstGeom>
          <a:gradFill>
            <a:gsLst>
              <a:gs pos="0">
                <a:srgbClr val="61A60E">
                  <a:alpha val="14117"/>
                </a:srgbClr>
              </a:gs>
              <a:gs pos="100000">
                <a:srgbClr val="61A60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9" name="Google Shape;3839;g3cf02dd855a_0_2428"/>
          <p:cNvSpPr txBox="1"/>
          <p:nvPr/>
        </p:nvSpPr>
        <p:spPr>
          <a:xfrm>
            <a:off x="8084449" y="1637478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0" name="Google Shape;3840;g3cf02dd855a_0_2428"/>
          <p:cNvCxnSpPr/>
          <p:nvPr/>
        </p:nvCxnSpPr>
        <p:spPr>
          <a:xfrm>
            <a:off x="580741" y="2009558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41" name="Google Shape;3841;g3cf02dd855a_0_2428"/>
          <p:cNvCxnSpPr/>
          <p:nvPr/>
        </p:nvCxnSpPr>
        <p:spPr>
          <a:xfrm>
            <a:off x="3062825" y="2009558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42" name="Google Shape;3842;g3cf02dd855a_0_2428"/>
          <p:cNvCxnSpPr/>
          <p:nvPr/>
        </p:nvCxnSpPr>
        <p:spPr>
          <a:xfrm>
            <a:off x="7998607" y="2009558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43" name="Google Shape;3843;g3cf02dd855a_0_2428"/>
          <p:cNvSpPr txBox="1"/>
          <p:nvPr/>
        </p:nvSpPr>
        <p:spPr>
          <a:xfrm>
            <a:off x="633662" y="2108384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Fleet Services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4" name="Google Shape;3844;g3cf02dd855a_0_2428"/>
          <p:cNvSpPr txBox="1"/>
          <p:nvPr/>
        </p:nvSpPr>
        <p:spPr>
          <a:xfrm>
            <a:off x="3149712" y="2108384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5" name="Google Shape;3845;g3cf02dd855a_0_2428"/>
          <p:cNvSpPr txBox="1"/>
          <p:nvPr/>
        </p:nvSpPr>
        <p:spPr>
          <a:xfrm>
            <a:off x="8084449" y="2108384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6" name="Google Shape;3846;g3cf02dd855a_0_2428"/>
          <p:cNvCxnSpPr/>
          <p:nvPr/>
        </p:nvCxnSpPr>
        <p:spPr>
          <a:xfrm>
            <a:off x="580741" y="2495577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47" name="Google Shape;3847;g3cf02dd855a_0_2428"/>
          <p:cNvCxnSpPr/>
          <p:nvPr/>
        </p:nvCxnSpPr>
        <p:spPr>
          <a:xfrm>
            <a:off x="3062825" y="2495577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48" name="Google Shape;3848;g3cf02dd855a_0_2428"/>
          <p:cNvCxnSpPr/>
          <p:nvPr/>
        </p:nvCxnSpPr>
        <p:spPr>
          <a:xfrm>
            <a:off x="7998607" y="2495577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49" name="Google Shape;3849;g3cf02dd855a_0_2428"/>
          <p:cNvSpPr txBox="1"/>
          <p:nvPr/>
        </p:nvSpPr>
        <p:spPr>
          <a:xfrm>
            <a:off x="633662" y="2546115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Instance Services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0" name="Google Shape;3850;g3cf02dd855a_0_2428"/>
          <p:cNvSpPr txBox="1"/>
          <p:nvPr/>
        </p:nvSpPr>
        <p:spPr>
          <a:xfrm>
            <a:off x="3149712" y="254611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1" name="Google Shape;3851;g3cf02dd855a_0_2428"/>
          <p:cNvSpPr txBox="1"/>
          <p:nvPr/>
        </p:nvSpPr>
        <p:spPr>
          <a:xfrm>
            <a:off x="8084449" y="2546115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2" name="Google Shape;3852;g3cf02dd855a_0_2428"/>
          <p:cNvCxnSpPr/>
          <p:nvPr/>
        </p:nvCxnSpPr>
        <p:spPr>
          <a:xfrm>
            <a:off x="580741" y="2933308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53" name="Google Shape;3853;g3cf02dd855a_0_2428"/>
          <p:cNvCxnSpPr/>
          <p:nvPr/>
        </p:nvCxnSpPr>
        <p:spPr>
          <a:xfrm>
            <a:off x="3062825" y="2933308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54" name="Google Shape;3854;g3cf02dd855a_0_2428"/>
          <p:cNvCxnSpPr/>
          <p:nvPr/>
        </p:nvCxnSpPr>
        <p:spPr>
          <a:xfrm>
            <a:off x="7998607" y="2933308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55" name="Google Shape;3855;g3cf02dd855a_0_2428"/>
          <p:cNvSpPr txBox="1"/>
          <p:nvPr/>
        </p:nvSpPr>
        <p:spPr>
          <a:xfrm>
            <a:off x="633662" y="3047193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License Server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6" name="Google Shape;3856;g3cf02dd855a_0_2428"/>
          <p:cNvSpPr txBox="1"/>
          <p:nvPr/>
        </p:nvSpPr>
        <p:spPr>
          <a:xfrm>
            <a:off x="3149712" y="3047193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7" name="Google Shape;3857;g3cf02dd855a_0_2428"/>
          <p:cNvSpPr txBox="1"/>
          <p:nvPr/>
        </p:nvSpPr>
        <p:spPr>
          <a:xfrm>
            <a:off x="8084449" y="3047193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8" name="Google Shape;3858;g3cf02dd855a_0_2428"/>
          <p:cNvCxnSpPr/>
          <p:nvPr/>
        </p:nvCxnSpPr>
        <p:spPr>
          <a:xfrm>
            <a:off x="580741" y="3434386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59" name="Google Shape;3859;g3cf02dd855a_0_2428"/>
          <p:cNvCxnSpPr/>
          <p:nvPr/>
        </p:nvCxnSpPr>
        <p:spPr>
          <a:xfrm>
            <a:off x="3062825" y="3434386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60" name="Google Shape;3860;g3cf02dd855a_0_2428"/>
          <p:cNvCxnSpPr/>
          <p:nvPr/>
        </p:nvCxnSpPr>
        <p:spPr>
          <a:xfrm>
            <a:off x="7998607" y="3434386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61" name="Google Shape;3861;g3cf02dd855a_0_2428"/>
          <p:cNvSpPr txBox="1"/>
          <p:nvPr/>
        </p:nvSpPr>
        <p:spPr>
          <a:xfrm>
            <a:off x="633662" y="3518913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Identity Broker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2" name="Google Shape;3862;g3cf02dd855a_0_2428"/>
          <p:cNvSpPr txBox="1"/>
          <p:nvPr/>
        </p:nvSpPr>
        <p:spPr>
          <a:xfrm>
            <a:off x="3149712" y="3518913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3" name="Google Shape;3863;g3cf02dd855a_0_2428"/>
          <p:cNvSpPr txBox="1"/>
          <p:nvPr/>
        </p:nvSpPr>
        <p:spPr>
          <a:xfrm>
            <a:off x="8084449" y="3518913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4" name="Google Shape;3864;g3cf02dd855a_0_2428"/>
          <p:cNvCxnSpPr/>
          <p:nvPr/>
        </p:nvCxnSpPr>
        <p:spPr>
          <a:xfrm>
            <a:off x="580741" y="3906106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65" name="Google Shape;3865;g3cf02dd855a_0_2428"/>
          <p:cNvCxnSpPr/>
          <p:nvPr/>
        </p:nvCxnSpPr>
        <p:spPr>
          <a:xfrm>
            <a:off x="3062825" y="3906106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66" name="Google Shape;3866;g3cf02dd855a_0_2428"/>
          <p:cNvCxnSpPr/>
          <p:nvPr/>
        </p:nvCxnSpPr>
        <p:spPr>
          <a:xfrm>
            <a:off x="7998607" y="3906106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67" name="Google Shape;3867;g3cf02dd855a_0_2428"/>
          <p:cNvSpPr txBox="1"/>
          <p:nvPr/>
        </p:nvSpPr>
        <p:spPr>
          <a:xfrm>
            <a:off x="633662" y="3957738"/>
            <a:ext cx="23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Management Services </a:t>
            </a:r>
            <a:b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 Pool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8" name="Google Shape;3868;g3cf02dd855a_0_2428"/>
          <p:cNvSpPr txBox="1"/>
          <p:nvPr/>
        </p:nvSpPr>
        <p:spPr>
          <a:xfrm>
            <a:off x="3149712" y="3957738"/>
            <a:ext cx="45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Minimum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Minimum 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9" name="Google Shape;3869;g3cf02dd855a_0_2428"/>
          <p:cNvSpPr txBox="1"/>
          <p:nvPr/>
        </p:nvSpPr>
        <p:spPr>
          <a:xfrm>
            <a:off x="8084449" y="3957738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_____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0" name="Google Shape;3870;g3cf02dd855a_0_2428"/>
          <p:cNvCxnSpPr/>
          <p:nvPr/>
        </p:nvCxnSpPr>
        <p:spPr>
          <a:xfrm>
            <a:off x="580741" y="4419045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71" name="Google Shape;3871;g3cf02dd855a_0_2428"/>
          <p:cNvCxnSpPr/>
          <p:nvPr/>
        </p:nvCxnSpPr>
        <p:spPr>
          <a:xfrm>
            <a:off x="3062825" y="4419045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72" name="Google Shape;3872;g3cf02dd855a_0_2428"/>
          <p:cNvCxnSpPr/>
          <p:nvPr/>
        </p:nvCxnSpPr>
        <p:spPr>
          <a:xfrm>
            <a:off x="7998607" y="4419045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73" name="Google Shape;3873;g3cf02dd855a_0_2428"/>
          <p:cNvSpPr txBox="1"/>
          <p:nvPr/>
        </p:nvSpPr>
        <p:spPr>
          <a:xfrm>
            <a:off x="633662" y="4501952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Ops Cloud Proxy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4" name="Google Shape;3874;g3cf02dd855a_0_2428"/>
          <p:cNvSpPr txBox="1"/>
          <p:nvPr/>
        </p:nvSpPr>
        <p:spPr>
          <a:xfrm>
            <a:off x="3149712" y="4501952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5" name="Google Shape;3875;g3cf02dd855a_0_2428"/>
          <p:cNvSpPr txBox="1"/>
          <p:nvPr/>
        </p:nvSpPr>
        <p:spPr>
          <a:xfrm>
            <a:off x="8084449" y="4501952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6" name="Google Shape;3876;g3cf02dd855a_0_2428"/>
          <p:cNvCxnSpPr/>
          <p:nvPr/>
        </p:nvCxnSpPr>
        <p:spPr>
          <a:xfrm>
            <a:off x="580741" y="4889145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77" name="Google Shape;3877;g3cf02dd855a_0_2428"/>
          <p:cNvCxnSpPr/>
          <p:nvPr/>
        </p:nvCxnSpPr>
        <p:spPr>
          <a:xfrm>
            <a:off x="3062825" y="4889145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78" name="Google Shape;3878;g3cf02dd855a_0_2428"/>
          <p:cNvCxnSpPr/>
          <p:nvPr/>
        </p:nvCxnSpPr>
        <p:spPr>
          <a:xfrm>
            <a:off x="7998607" y="4889145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79" name="Google Shape;3879;g3cf02dd855a_0_2428"/>
          <p:cNvSpPr txBox="1"/>
          <p:nvPr/>
        </p:nvSpPr>
        <p:spPr>
          <a:xfrm>
            <a:off x="633662" y="5002214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0" name="Google Shape;3880;g3cf02dd855a_0_2428"/>
          <p:cNvSpPr txBox="1"/>
          <p:nvPr/>
        </p:nvSpPr>
        <p:spPr>
          <a:xfrm>
            <a:off x="3149712" y="4927575"/>
            <a:ext cx="254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3 IPs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6 IPs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1" name="Google Shape;3881;g3cf02dd855a_0_2428"/>
          <p:cNvSpPr txBox="1"/>
          <p:nvPr/>
        </p:nvSpPr>
        <p:spPr>
          <a:xfrm>
            <a:off x="8084449" y="4931460"/>
            <a:ext cx="3524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VIP, VCF Instance 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VIP, VCF, Instance 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6" name="Google Shape;3886;g3cf02dd855a_0_2484"/>
          <p:cNvGrpSpPr/>
          <p:nvPr/>
        </p:nvGrpSpPr>
        <p:grpSpPr>
          <a:xfrm>
            <a:off x="7003221" y="3983831"/>
            <a:ext cx="5199487" cy="1636572"/>
            <a:chOff x="7181651" y="4099005"/>
            <a:chExt cx="5005764" cy="1575900"/>
          </a:xfrm>
        </p:grpSpPr>
        <p:sp>
          <p:nvSpPr>
            <p:cNvPr id="3887" name="Google Shape;3887;g3cf02dd855a_0_2484"/>
            <p:cNvSpPr/>
            <p:nvPr/>
          </p:nvSpPr>
          <p:spPr>
            <a:xfrm>
              <a:off x="8734215" y="4896079"/>
              <a:ext cx="3453200" cy="778695"/>
            </a:xfrm>
            <a:custGeom>
              <a:avLst/>
              <a:gdLst/>
              <a:ahLst/>
              <a:cxnLst/>
              <a:rect l="l" t="t" r="r" b="b"/>
              <a:pathLst>
                <a:path w="1208469" h="560212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7650"/>
                  </a:lnTo>
                  <a:lnTo>
                    <a:pt x="1208470" y="560213"/>
                  </a:lnTo>
                  <a:lnTo>
                    <a:pt x="0" y="560213"/>
                  </a:lnTo>
                  <a:lnTo>
                    <a:pt x="0" y="337650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8" name="Google Shape;3888;g3cf02dd855a_0_2484"/>
            <p:cNvSpPr/>
            <p:nvPr/>
          </p:nvSpPr>
          <p:spPr>
            <a:xfrm>
              <a:off x="7181651" y="4099005"/>
              <a:ext cx="1554513" cy="1575900"/>
            </a:xfrm>
            <a:custGeom>
              <a:avLst/>
              <a:gdLst/>
              <a:ahLst/>
              <a:cxnLst/>
              <a:rect l="l" t="t" r="r" b="b"/>
              <a:pathLst>
                <a:path w="1636330" h="1133741" extrusionOk="0">
                  <a:moveTo>
                    <a:pt x="0" y="184518"/>
                  </a:moveTo>
                  <a:cubicBezTo>
                    <a:pt x="48491" y="184518"/>
                    <a:pt x="92228" y="188323"/>
                    <a:pt x="132162" y="195932"/>
                  </a:cubicBezTo>
                  <a:cubicBezTo>
                    <a:pt x="172095" y="203541"/>
                    <a:pt x="209176" y="214954"/>
                    <a:pt x="241504" y="231123"/>
                  </a:cubicBezTo>
                  <a:cubicBezTo>
                    <a:pt x="275733" y="248244"/>
                    <a:pt x="307109" y="270120"/>
                    <a:pt x="334682" y="298653"/>
                  </a:cubicBezTo>
                  <a:cubicBezTo>
                    <a:pt x="362256" y="327187"/>
                    <a:pt x="391731" y="370939"/>
                    <a:pt x="414550" y="423251"/>
                  </a:cubicBezTo>
                  <a:cubicBezTo>
                    <a:pt x="440221" y="483172"/>
                    <a:pt x="480155" y="546897"/>
                    <a:pt x="534351" y="611574"/>
                  </a:cubicBezTo>
                  <a:cubicBezTo>
                    <a:pt x="588547" y="676250"/>
                    <a:pt x="681725" y="763754"/>
                    <a:pt x="782510" y="835088"/>
                  </a:cubicBezTo>
                  <a:cubicBezTo>
                    <a:pt x="898508" y="916885"/>
                    <a:pt x="1032571" y="989171"/>
                    <a:pt x="1177093" y="1042434"/>
                  </a:cubicBezTo>
                  <a:cubicBezTo>
                    <a:pt x="1334926" y="1100452"/>
                    <a:pt x="1492759" y="1133742"/>
                    <a:pt x="1636331" y="1133742"/>
                  </a:cubicBezTo>
                  <a:lnTo>
                    <a:pt x="1636331" y="573529"/>
                  </a:lnTo>
                  <a:cubicBezTo>
                    <a:pt x="1492759" y="573529"/>
                    <a:pt x="1333975" y="553555"/>
                    <a:pt x="1177093" y="518363"/>
                  </a:cubicBezTo>
                  <a:cubicBezTo>
                    <a:pt x="1032571" y="486025"/>
                    <a:pt x="898508" y="442273"/>
                    <a:pt x="782510" y="392815"/>
                  </a:cubicBezTo>
                  <a:cubicBezTo>
                    <a:pt x="681725" y="350014"/>
                    <a:pt x="598055" y="303409"/>
                    <a:pt x="534351" y="257755"/>
                  </a:cubicBezTo>
                  <a:cubicBezTo>
                    <a:pt x="479204" y="218759"/>
                    <a:pt x="440221" y="179763"/>
                    <a:pt x="414550" y="143620"/>
                  </a:cubicBezTo>
                  <a:cubicBezTo>
                    <a:pt x="392681" y="112233"/>
                    <a:pt x="365108" y="87503"/>
                    <a:pt x="334682" y="68481"/>
                  </a:cubicBezTo>
                  <a:cubicBezTo>
                    <a:pt x="304257" y="49458"/>
                    <a:pt x="275733" y="38045"/>
                    <a:pt x="241504" y="27583"/>
                  </a:cubicBezTo>
                  <a:cubicBezTo>
                    <a:pt x="209176" y="18071"/>
                    <a:pt x="172095" y="11413"/>
                    <a:pt x="132162" y="6658"/>
                  </a:cubicBezTo>
                  <a:cubicBezTo>
                    <a:pt x="93179" y="1902"/>
                    <a:pt x="49442" y="0"/>
                    <a:pt x="0" y="0"/>
                  </a:cubicBezTo>
                  <a:lnTo>
                    <a:pt x="0" y="185469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chemeClr val="accent4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9" name="Google Shape;3889;g3cf02dd855a_0_2484"/>
            <p:cNvSpPr txBox="1"/>
            <p:nvPr/>
          </p:nvSpPr>
          <p:spPr>
            <a:xfrm>
              <a:off x="9247917" y="5092200"/>
              <a:ext cx="1736100" cy="4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Workload Domains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90" name="Google Shape;3890;g3cf02dd855a_0_2484"/>
          <p:cNvGrpSpPr/>
          <p:nvPr/>
        </p:nvGrpSpPr>
        <p:grpSpPr>
          <a:xfrm>
            <a:off x="7103349" y="3566152"/>
            <a:ext cx="5100374" cy="884003"/>
            <a:chOff x="7181651" y="3749449"/>
            <a:chExt cx="5005765" cy="867860"/>
          </a:xfrm>
        </p:grpSpPr>
        <p:sp>
          <p:nvSpPr>
            <p:cNvPr id="3891" name="Google Shape;3891;g3cf02dd855a_0_2484"/>
            <p:cNvSpPr/>
            <p:nvPr/>
          </p:nvSpPr>
          <p:spPr>
            <a:xfrm>
              <a:off x="8734216" y="3842565"/>
              <a:ext cx="3453200" cy="774729"/>
            </a:xfrm>
            <a:custGeom>
              <a:avLst/>
              <a:gdLst/>
              <a:ahLst/>
              <a:cxnLst/>
              <a:rect l="l" t="t" r="r" b="b"/>
              <a:pathLst>
                <a:path w="1208469" h="557359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7649"/>
                  </a:lnTo>
                  <a:lnTo>
                    <a:pt x="1208470" y="557360"/>
                  </a:lnTo>
                  <a:lnTo>
                    <a:pt x="0" y="557360"/>
                  </a:lnTo>
                  <a:lnTo>
                    <a:pt x="0" y="337649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rgbClr val="42983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2" name="Google Shape;3892;g3cf02dd855a_0_2484"/>
            <p:cNvSpPr/>
            <p:nvPr/>
          </p:nvSpPr>
          <p:spPr>
            <a:xfrm>
              <a:off x="7181651" y="3749449"/>
              <a:ext cx="1554513" cy="867860"/>
            </a:xfrm>
            <a:custGeom>
              <a:avLst/>
              <a:gdLst/>
              <a:ahLst/>
              <a:cxnLst/>
              <a:rect l="l" t="t" r="r" b="b"/>
              <a:pathLst>
                <a:path w="1636330" h="624360" extrusionOk="0">
                  <a:moveTo>
                    <a:pt x="0" y="184941"/>
                  </a:moveTo>
                  <a:cubicBezTo>
                    <a:pt x="48491" y="184941"/>
                    <a:pt x="92228" y="186843"/>
                    <a:pt x="132162" y="189697"/>
                  </a:cubicBezTo>
                  <a:cubicBezTo>
                    <a:pt x="172095" y="193501"/>
                    <a:pt x="209176" y="198257"/>
                    <a:pt x="241504" y="205866"/>
                  </a:cubicBezTo>
                  <a:cubicBezTo>
                    <a:pt x="275733" y="213475"/>
                    <a:pt x="307109" y="223937"/>
                    <a:pt x="334682" y="237253"/>
                  </a:cubicBezTo>
                  <a:cubicBezTo>
                    <a:pt x="365108" y="251520"/>
                    <a:pt x="391731" y="270542"/>
                    <a:pt x="414550" y="295272"/>
                  </a:cubicBezTo>
                  <a:cubicBezTo>
                    <a:pt x="440221" y="322854"/>
                    <a:pt x="480155" y="352339"/>
                    <a:pt x="534351" y="382775"/>
                  </a:cubicBezTo>
                  <a:cubicBezTo>
                    <a:pt x="588547" y="413211"/>
                    <a:pt x="681725" y="453158"/>
                    <a:pt x="782510" y="486448"/>
                  </a:cubicBezTo>
                  <a:cubicBezTo>
                    <a:pt x="898508" y="524493"/>
                    <a:pt x="1032571" y="557782"/>
                    <a:pt x="1177093" y="582512"/>
                  </a:cubicBezTo>
                  <a:cubicBezTo>
                    <a:pt x="1334926" y="609143"/>
                    <a:pt x="1492759" y="624361"/>
                    <a:pt x="1636331" y="624361"/>
                  </a:cubicBezTo>
                  <a:lnTo>
                    <a:pt x="1636331" y="66050"/>
                  </a:lnTo>
                  <a:cubicBezTo>
                    <a:pt x="1492759" y="66050"/>
                    <a:pt x="1333975" y="64148"/>
                    <a:pt x="1177093" y="59392"/>
                  </a:cubicBezTo>
                  <a:cubicBezTo>
                    <a:pt x="1032571" y="55588"/>
                    <a:pt x="898508" y="50832"/>
                    <a:pt x="782510" y="45126"/>
                  </a:cubicBezTo>
                  <a:cubicBezTo>
                    <a:pt x="681725" y="40370"/>
                    <a:pt x="598055" y="34663"/>
                    <a:pt x="534351" y="29908"/>
                  </a:cubicBezTo>
                  <a:cubicBezTo>
                    <a:pt x="470647" y="25152"/>
                    <a:pt x="440221" y="21347"/>
                    <a:pt x="414550" y="16592"/>
                  </a:cubicBezTo>
                  <a:cubicBezTo>
                    <a:pt x="392681" y="12787"/>
                    <a:pt x="365108" y="9934"/>
                    <a:pt x="334682" y="8032"/>
                  </a:cubicBezTo>
                  <a:cubicBezTo>
                    <a:pt x="304257" y="6129"/>
                    <a:pt x="275733" y="4227"/>
                    <a:pt x="241504" y="3276"/>
                  </a:cubicBezTo>
                  <a:cubicBezTo>
                    <a:pt x="207275" y="2325"/>
                    <a:pt x="172095" y="1374"/>
                    <a:pt x="132162" y="423"/>
                  </a:cubicBezTo>
                  <a:cubicBezTo>
                    <a:pt x="92228" y="-528"/>
                    <a:pt x="49442" y="423"/>
                    <a:pt x="0" y="423"/>
                  </a:cubicBezTo>
                  <a:lnTo>
                    <a:pt x="0" y="184941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8000">
                  <a:srgbClr val="469A32"/>
                </a:gs>
                <a:gs pos="100000">
                  <a:srgbClr val="469A3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3" name="Google Shape;3893;g3cf02dd855a_0_2484"/>
            <p:cNvSpPr txBox="1"/>
            <p:nvPr/>
          </p:nvSpPr>
          <p:spPr>
            <a:xfrm>
              <a:off x="8887781" y="4005541"/>
              <a:ext cx="20727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Deploy / Configure </a:t>
              </a:r>
              <a:b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VCF SSO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/ Logs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94" name="Google Shape;3894;g3cf02dd855a_0_2484"/>
          <p:cNvGrpSpPr/>
          <p:nvPr/>
        </p:nvGrpSpPr>
        <p:grpSpPr>
          <a:xfrm>
            <a:off x="6878506" y="1550738"/>
            <a:ext cx="5324631" cy="1675812"/>
            <a:chOff x="7181651" y="1735537"/>
            <a:chExt cx="5005764" cy="1575900"/>
          </a:xfrm>
        </p:grpSpPr>
        <p:sp>
          <p:nvSpPr>
            <p:cNvPr id="3895" name="Google Shape;3895;g3cf02dd855a_0_2484"/>
            <p:cNvSpPr/>
            <p:nvPr/>
          </p:nvSpPr>
          <p:spPr>
            <a:xfrm>
              <a:off x="8734215" y="1735537"/>
              <a:ext cx="3453200" cy="778695"/>
            </a:xfrm>
            <a:custGeom>
              <a:avLst/>
              <a:gdLst/>
              <a:ahLst/>
              <a:cxnLst/>
              <a:rect l="l" t="t" r="r" b="b"/>
              <a:pathLst>
                <a:path w="1208469" h="560212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7650"/>
                  </a:lnTo>
                  <a:lnTo>
                    <a:pt x="1208470" y="560213"/>
                  </a:lnTo>
                  <a:lnTo>
                    <a:pt x="0" y="560213"/>
                  </a:lnTo>
                  <a:lnTo>
                    <a:pt x="0" y="337650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6" name="Google Shape;3896;g3cf02dd855a_0_2484"/>
            <p:cNvSpPr/>
            <p:nvPr/>
          </p:nvSpPr>
          <p:spPr>
            <a:xfrm>
              <a:off x="7181651" y="1735537"/>
              <a:ext cx="1554513" cy="1575900"/>
            </a:xfrm>
            <a:custGeom>
              <a:avLst/>
              <a:gdLst/>
              <a:ahLst/>
              <a:cxnLst/>
              <a:rect l="l" t="t" r="r" b="b"/>
              <a:pathLst>
                <a:path w="1636330" h="1133741" extrusionOk="0">
                  <a:moveTo>
                    <a:pt x="0" y="1133742"/>
                  </a:moveTo>
                  <a:cubicBezTo>
                    <a:pt x="48491" y="1133742"/>
                    <a:pt x="92228" y="1131839"/>
                    <a:pt x="132162" y="1127084"/>
                  </a:cubicBezTo>
                  <a:cubicBezTo>
                    <a:pt x="172095" y="1122328"/>
                    <a:pt x="209176" y="1115670"/>
                    <a:pt x="241504" y="1106159"/>
                  </a:cubicBezTo>
                  <a:cubicBezTo>
                    <a:pt x="273831" y="1096648"/>
                    <a:pt x="307109" y="1082381"/>
                    <a:pt x="334682" y="1065261"/>
                  </a:cubicBezTo>
                  <a:cubicBezTo>
                    <a:pt x="362256" y="1048140"/>
                    <a:pt x="391731" y="1021509"/>
                    <a:pt x="414550" y="990122"/>
                  </a:cubicBezTo>
                  <a:cubicBezTo>
                    <a:pt x="440221" y="953979"/>
                    <a:pt x="480155" y="914983"/>
                    <a:pt x="534351" y="875987"/>
                  </a:cubicBezTo>
                  <a:cubicBezTo>
                    <a:pt x="598055" y="830333"/>
                    <a:pt x="681725" y="784679"/>
                    <a:pt x="782510" y="740927"/>
                  </a:cubicBezTo>
                  <a:cubicBezTo>
                    <a:pt x="898508" y="691468"/>
                    <a:pt x="1032571" y="648668"/>
                    <a:pt x="1177093" y="615378"/>
                  </a:cubicBezTo>
                  <a:cubicBezTo>
                    <a:pt x="1334926" y="580187"/>
                    <a:pt x="1492759" y="560213"/>
                    <a:pt x="1636331" y="560213"/>
                  </a:cubicBezTo>
                  <a:lnTo>
                    <a:pt x="1636331" y="0"/>
                  </a:lnTo>
                  <a:cubicBezTo>
                    <a:pt x="1492759" y="0"/>
                    <a:pt x="1333975" y="32338"/>
                    <a:pt x="1177093" y="90357"/>
                  </a:cubicBezTo>
                  <a:cubicBezTo>
                    <a:pt x="1020211" y="148376"/>
                    <a:pt x="898508" y="215905"/>
                    <a:pt x="782510" y="297702"/>
                  </a:cubicBezTo>
                  <a:cubicBezTo>
                    <a:pt x="681725" y="369037"/>
                    <a:pt x="598055" y="445127"/>
                    <a:pt x="534351" y="521217"/>
                  </a:cubicBezTo>
                  <a:cubicBezTo>
                    <a:pt x="479204" y="585893"/>
                    <a:pt x="440221" y="649619"/>
                    <a:pt x="414550" y="709540"/>
                  </a:cubicBezTo>
                  <a:cubicBezTo>
                    <a:pt x="392681" y="761852"/>
                    <a:pt x="365108" y="801799"/>
                    <a:pt x="334682" y="834137"/>
                  </a:cubicBezTo>
                  <a:cubicBezTo>
                    <a:pt x="304257" y="866475"/>
                    <a:pt x="275733" y="884547"/>
                    <a:pt x="241504" y="901667"/>
                  </a:cubicBezTo>
                  <a:cubicBezTo>
                    <a:pt x="207275" y="918787"/>
                    <a:pt x="172095" y="929250"/>
                    <a:pt x="132162" y="936859"/>
                  </a:cubicBezTo>
                  <a:cubicBezTo>
                    <a:pt x="93179" y="944468"/>
                    <a:pt x="49442" y="948272"/>
                    <a:pt x="0" y="948272"/>
                  </a:cubicBezTo>
                  <a:lnTo>
                    <a:pt x="0" y="1133742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7" name="Google Shape;3897;g3cf02dd855a_0_2484"/>
            <p:cNvSpPr txBox="1"/>
            <p:nvPr/>
          </p:nvSpPr>
          <p:spPr>
            <a:xfrm>
              <a:off x="8950678" y="1926415"/>
              <a:ext cx="2064300" cy="40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Management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Domain NSX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98" name="Google Shape;3898;g3cf02dd855a_0_2484"/>
          <p:cNvGrpSpPr/>
          <p:nvPr/>
        </p:nvGrpSpPr>
        <p:grpSpPr>
          <a:xfrm>
            <a:off x="7121263" y="2609568"/>
            <a:ext cx="5083104" cy="852617"/>
            <a:chOff x="7181651" y="2791694"/>
            <a:chExt cx="5168907" cy="867274"/>
          </a:xfrm>
        </p:grpSpPr>
        <p:sp>
          <p:nvSpPr>
            <p:cNvPr id="3899" name="Google Shape;3899;g3cf02dd855a_0_2484"/>
            <p:cNvSpPr/>
            <p:nvPr/>
          </p:nvSpPr>
          <p:spPr>
            <a:xfrm>
              <a:off x="8734215" y="2791694"/>
              <a:ext cx="3616343" cy="774729"/>
            </a:xfrm>
            <a:custGeom>
              <a:avLst/>
              <a:gdLst/>
              <a:ahLst/>
              <a:cxnLst/>
              <a:rect l="l" t="t" r="r" b="b"/>
              <a:pathLst>
                <a:path w="1208469" h="557359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4796"/>
                  </a:lnTo>
                  <a:lnTo>
                    <a:pt x="1208470" y="557360"/>
                  </a:lnTo>
                  <a:lnTo>
                    <a:pt x="0" y="557360"/>
                  </a:lnTo>
                  <a:lnTo>
                    <a:pt x="0" y="334796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rgbClr val="208A6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0" name="Google Shape;3900;g3cf02dd855a_0_2484"/>
            <p:cNvSpPr/>
            <p:nvPr/>
          </p:nvSpPr>
          <p:spPr>
            <a:xfrm>
              <a:off x="7181651" y="2791694"/>
              <a:ext cx="1554513" cy="867274"/>
            </a:xfrm>
            <a:custGeom>
              <a:avLst/>
              <a:gdLst/>
              <a:ahLst/>
              <a:cxnLst/>
              <a:rect l="l" t="t" r="r" b="b"/>
              <a:pathLst>
                <a:path w="1636330" h="623938" extrusionOk="0">
                  <a:moveTo>
                    <a:pt x="0" y="623938"/>
                  </a:moveTo>
                  <a:cubicBezTo>
                    <a:pt x="48491" y="623938"/>
                    <a:pt x="92228" y="623938"/>
                    <a:pt x="132162" y="623938"/>
                  </a:cubicBezTo>
                  <a:cubicBezTo>
                    <a:pt x="172095" y="623938"/>
                    <a:pt x="209176" y="622987"/>
                    <a:pt x="241504" y="621085"/>
                  </a:cubicBezTo>
                  <a:cubicBezTo>
                    <a:pt x="273831" y="619183"/>
                    <a:pt x="307109" y="618232"/>
                    <a:pt x="334682" y="616329"/>
                  </a:cubicBezTo>
                  <a:cubicBezTo>
                    <a:pt x="362256" y="614427"/>
                    <a:pt x="391731" y="611574"/>
                    <a:pt x="414550" y="607769"/>
                  </a:cubicBezTo>
                  <a:cubicBezTo>
                    <a:pt x="440221" y="603965"/>
                    <a:pt x="480155" y="599209"/>
                    <a:pt x="534351" y="594453"/>
                  </a:cubicBezTo>
                  <a:cubicBezTo>
                    <a:pt x="588547" y="589698"/>
                    <a:pt x="681725" y="583991"/>
                    <a:pt x="782510" y="579236"/>
                  </a:cubicBezTo>
                  <a:cubicBezTo>
                    <a:pt x="898508" y="573529"/>
                    <a:pt x="1032571" y="568773"/>
                    <a:pt x="1177093" y="564969"/>
                  </a:cubicBezTo>
                  <a:cubicBezTo>
                    <a:pt x="1334926" y="561164"/>
                    <a:pt x="1492759" y="558311"/>
                    <a:pt x="1636331" y="558311"/>
                  </a:cubicBezTo>
                  <a:lnTo>
                    <a:pt x="1636331" y="0"/>
                  </a:lnTo>
                  <a:cubicBezTo>
                    <a:pt x="1492759" y="0"/>
                    <a:pt x="1333975" y="15218"/>
                    <a:pt x="1177093" y="41850"/>
                  </a:cubicBezTo>
                  <a:cubicBezTo>
                    <a:pt x="1032571" y="66579"/>
                    <a:pt x="898508" y="99868"/>
                    <a:pt x="782510" y="137913"/>
                  </a:cubicBezTo>
                  <a:cubicBezTo>
                    <a:pt x="681725" y="171203"/>
                    <a:pt x="598055" y="206394"/>
                    <a:pt x="534351" y="241586"/>
                  </a:cubicBezTo>
                  <a:cubicBezTo>
                    <a:pt x="479204" y="272022"/>
                    <a:pt x="440221" y="301507"/>
                    <a:pt x="414550" y="329090"/>
                  </a:cubicBezTo>
                  <a:cubicBezTo>
                    <a:pt x="392681" y="352868"/>
                    <a:pt x="365108" y="371890"/>
                    <a:pt x="334682" y="387108"/>
                  </a:cubicBezTo>
                  <a:cubicBezTo>
                    <a:pt x="307109" y="400424"/>
                    <a:pt x="275733" y="410886"/>
                    <a:pt x="241504" y="418495"/>
                  </a:cubicBezTo>
                  <a:cubicBezTo>
                    <a:pt x="207275" y="426104"/>
                    <a:pt x="172095" y="430860"/>
                    <a:pt x="132162" y="434664"/>
                  </a:cubicBezTo>
                  <a:cubicBezTo>
                    <a:pt x="92228" y="438469"/>
                    <a:pt x="49442" y="439420"/>
                    <a:pt x="0" y="439420"/>
                  </a:cubicBezTo>
                  <a:lnTo>
                    <a:pt x="0" y="623938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208A61"/>
                </a:gs>
                <a:gs pos="100000">
                  <a:srgbClr val="208A6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1" name="Google Shape;3901;g3cf02dd855a_0_2484"/>
            <p:cNvSpPr txBox="1"/>
            <p:nvPr/>
          </p:nvSpPr>
          <p:spPr>
            <a:xfrm>
              <a:off x="8732074" y="2953240"/>
              <a:ext cx="23493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/ Deploy / Configure VCF Automation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02" name="Google Shape;3902;g3cf02dd855a_0_2484"/>
          <p:cNvGrpSpPr/>
          <p:nvPr/>
        </p:nvGrpSpPr>
        <p:grpSpPr>
          <a:xfrm>
            <a:off x="0" y="2090600"/>
            <a:ext cx="5473839" cy="1124212"/>
            <a:chOff x="-1167" y="2411087"/>
            <a:chExt cx="5314922" cy="1091892"/>
          </a:xfrm>
        </p:grpSpPr>
        <p:sp>
          <p:nvSpPr>
            <p:cNvPr id="3903" name="Google Shape;3903;g3cf02dd855a_0_2484"/>
            <p:cNvSpPr/>
            <p:nvPr/>
          </p:nvSpPr>
          <p:spPr>
            <a:xfrm flipH="1">
              <a:off x="-1167" y="2411087"/>
              <a:ext cx="3447545" cy="778020"/>
            </a:xfrm>
            <a:custGeom>
              <a:avLst/>
              <a:gdLst/>
              <a:ahLst/>
              <a:cxnLst/>
              <a:rect l="l" t="t" r="r" b="b"/>
              <a:pathLst>
                <a:path w="1410039" h="778020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10067"/>
                  </a:lnTo>
                  <a:lnTo>
                    <a:pt x="0" y="467954"/>
                  </a:lnTo>
                  <a:lnTo>
                    <a:pt x="0" y="778021"/>
                  </a:lnTo>
                  <a:lnTo>
                    <a:pt x="1410040" y="778021"/>
                  </a:lnTo>
                  <a:lnTo>
                    <a:pt x="1410040" y="467954"/>
                  </a:lnTo>
                  <a:lnTo>
                    <a:pt x="1410040" y="310067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1582B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04" name="Google Shape;3904;g3cf02dd855a_0_2484"/>
            <p:cNvGrpSpPr/>
            <p:nvPr/>
          </p:nvGrpSpPr>
          <p:grpSpPr>
            <a:xfrm>
              <a:off x="3446381" y="2412038"/>
              <a:ext cx="1867374" cy="1090941"/>
              <a:chOff x="3446381" y="2412038"/>
              <a:chExt cx="1867374" cy="1090941"/>
            </a:xfrm>
          </p:grpSpPr>
          <p:sp>
            <p:nvSpPr>
              <p:cNvPr id="3905" name="Google Shape;3905;g3cf02dd855a_0_2484"/>
              <p:cNvSpPr/>
              <p:nvPr/>
            </p:nvSpPr>
            <p:spPr>
              <a:xfrm rot="10800000" flipH="1">
                <a:off x="4787962" y="3266149"/>
                <a:ext cx="525793" cy="236830"/>
              </a:xfrm>
              <a:custGeom>
                <a:avLst/>
                <a:gdLst/>
                <a:ahLst/>
                <a:cxnLst/>
                <a:rect l="l" t="t" r="r" b="b"/>
                <a:pathLst>
                  <a:path w="525793" h="236830" extrusionOk="0">
                    <a:moveTo>
                      <a:pt x="525794" y="0"/>
                    </a:moveTo>
                    <a:lnTo>
                      <a:pt x="0" y="0"/>
                    </a:lnTo>
                    <a:lnTo>
                      <a:pt x="0" y="94161"/>
                    </a:lnTo>
                    <a:lnTo>
                      <a:pt x="0" y="142669"/>
                    </a:lnTo>
                    <a:lnTo>
                      <a:pt x="0" y="236830"/>
                    </a:lnTo>
                    <a:lnTo>
                      <a:pt x="525794" y="236830"/>
                    </a:lnTo>
                    <a:lnTo>
                      <a:pt x="525794" y="142669"/>
                    </a:lnTo>
                    <a:lnTo>
                      <a:pt x="525794" y="94161"/>
                    </a:lnTo>
                    <a:lnTo>
                      <a:pt x="5257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1583B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75" rIns="68550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6" name="Google Shape;3906;g3cf02dd855a_0_2484"/>
              <p:cNvSpPr/>
              <p:nvPr/>
            </p:nvSpPr>
            <p:spPr>
              <a:xfrm flipH="1">
                <a:off x="3446381" y="2412038"/>
                <a:ext cx="1341581" cy="1090940"/>
              </a:xfrm>
              <a:custGeom>
                <a:avLst/>
                <a:gdLst/>
                <a:ahLst/>
                <a:cxnLst/>
                <a:rect l="l" t="t" r="r" b="b"/>
                <a:pathLst>
                  <a:path w="1341581" h="1090940" extrusionOk="0">
                    <a:moveTo>
                      <a:pt x="1341582" y="4756"/>
                    </a:moveTo>
                    <a:lnTo>
                      <a:pt x="1341582" y="0"/>
                    </a:lnTo>
                    <a:cubicBezTo>
                      <a:pt x="1275026" y="0"/>
                      <a:pt x="1198962" y="13316"/>
                      <a:pt x="1118143" y="38996"/>
                    </a:cubicBezTo>
                    <a:cubicBezTo>
                      <a:pt x="1070603" y="54214"/>
                      <a:pt x="1020211" y="73237"/>
                      <a:pt x="969818" y="96064"/>
                    </a:cubicBezTo>
                    <a:cubicBezTo>
                      <a:pt x="848115" y="151229"/>
                      <a:pt x="730216" y="224466"/>
                      <a:pt x="624677" y="306262"/>
                    </a:cubicBezTo>
                    <a:cubicBezTo>
                      <a:pt x="536252" y="374744"/>
                      <a:pt x="461139" y="445127"/>
                      <a:pt x="399337" y="514559"/>
                    </a:cubicBezTo>
                    <a:cubicBezTo>
                      <a:pt x="348944" y="571627"/>
                      <a:pt x="308060" y="625841"/>
                      <a:pt x="277634" y="676250"/>
                    </a:cubicBezTo>
                    <a:cubicBezTo>
                      <a:pt x="251963" y="718100"/>
                      <a:pt x="228192" y="749487"/>
                      <a:pt x="205373" y="772314"/>
                    </a:cubicBezTo>
                    <a:cubicBezTo>
                      <a:pt x="184456" y="793239"/>
                      <a:pt x="163538" y="809408"/>
                      <a:pt x="141670" y="820821"/>
                    </a:cubicBezTo>
                    <a:cubicBezTo>
                      <a:pt x="121703" y="832235"/>
                      <a:pt x="99834" y="839844"/>
                      <a:pt x="76064" y="844600"/>
                    </a:cubicBezTo>
                    <a:cubicBezTo>
                      <a:pt x="53245" y="849355"/>
                      <a:pt x="28524" y="854111"/>
                      <a:pt x="0" y="854111"/>
                    </a:cubicBezTo>
                    <a:lnTo>
                      <a:pt x="0" y="973001"/>
                    </a:lnTo>
                    <a:lnTo>
                      <a:pt x="0" y="973001"/>
                    </a:lnTo>
                    <a:lnTo>
                      <a:pt x="0" y="1008193"/>
                    </a:lnTo>
                    <a:lnTo>
                      <a:pt x="0" y="1008193"/>
                    </a:lnTo>
                    <a:lnTo>
                      <a:pt x="0" y="1078577"/>
                    </a:lnTo>
                    <a:lnTo>
                      <a:pt x="0" y="1078577"/>
                    </a:lnTo>
                    <a:lnTo>
                      <a:pt x="0" y="1090941"/>
                    </a:lnTo>
                    <a:lnTo>
                      <a:pt x="0" y="1090941"/>
                    </a:lnTo>
                    <a:cubicBezTo>
                      <a:pt x="27573" y="1090941"/>
                      <a:pt x="53245" y="1090941"/>
                      <a:pt x="76064" y="1088088"/>
                    </a:cubicBezTo>
                    <a:cubicBezTo>
                      <a:pt x="99834" y="1086185"/>
                      <a:pt x="121703" y="1083332"/>
                      <a:pt x="141670" y="1079528"/>
                    </a:cubicBezTo>
                    <a:cubicBezTo>
                      <a:pt x="163538" y="1074772"/>
                      <a:pt x="184456" y="1069065"/>
                      <a:pt x="205373" y="1061456"/>
                    </a:cubicBezTo>
                    <a:cubicBezTo>
                      <a:pt x="228192" y="1052896"/>
                      <a:pt x="252913" y="1041482"/>
                      <a:pt x="277634" y="1026265"/>
                    </a:cubicBezTo>
                    <a:cubicBezTo>
                      <a:pt x="308060" y="1007242"/>
                      <a:pt x="348944" y="988220"/>
                      <a:pt x="399337" y="967295"/>
                    </a:cubicBezTo>
                    <a:cubicBezTo>
                      <a:pt x="461139" y="941614"/>
                      <a:pt x="536252" y="915934"/>
                      <a:pt x="624677" y="891205"/>
                    </a:cubicBezTo>
                    <a:cubicBezTo>
                      <a:pt x="730216" y="861720"/>
                      <a:pt x="848115" y="835088"/>
                      <a:pt x="969818" y="814164"/>
                    </a:cubicBezTo>
                    <a:cubicBezTo>
                      <a:pt x="1106734" y="791336"/>
                      <a:pt x="1235092" y="777070"/>
                      <a:pt x="1341582" y="777070"/>
                    </a:cubicBezTo>
                    <a:lnTo>
                      <a:pt x="1341582" y="508852"/>
                    </a:lnTo>
                    <a:lnTo>
                      <a:pt x="1341582" y="508852"/>
                    </a:lnTo>
                    <a:lnTo>
                      <a:pt x="1341582" y="5707"/>
                    </a:lnTo>
                    <a:lnTo>
                      <a:pt x="1341582" y="5707"/>
                    </a:lnTo>
                    <a:cubicBezTo>
                      <a:pt x="1341582" y="5707"/>
                      <a:pt x="1341582" y="5707"/>
                      <a:pt x="1341582" y="5707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1583B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50" rIns="68550" bIns="342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07" name="Google Shape;3907;g3cf02dd855a_0_2484"/>
            <p:cNvSpPr txBox="1"/>
            <p:nvPr/>
          </p:nvSpPr>
          <p:spPr>
            <a:xfrm>
              <a:off x="1219210" y="2675713"/>
              <a:ext cx="2262900" cy="20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 all Prerequisites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08" name="Google Shape;3908;g3cf02dd855a_0_2484"/>
          <p:cNvGrpSpPr/>
          <p:nvPr/>
        </p:nvGrpSpPr>
        <p:grpSpPr>
          <a:xfrm>
            <a:off x="0" y="3052697"/>
            <a:ext cx="5473839" cy="801049"/>
            <a:chOff x="-1167" y="3315607"/>
            <a:chExt cx="5314922" cy="778020"/>
          </a:xfrm>
        </p:grpSpPr>
        <p:sp>
          <p:nvSpPr>
            <p:cNvPr id="3909" name="Google Shape;3909;g3cf02dd855a_0_2484"/>
            <p:cNvSpPr/>
            <p:nvPr/>
          </p:nvSpPr>
          <p:spPr>
            <a:xfrm flipH="1">
              <a:off x="-1167" y="3316558"/>
              <a:ext cx="3447545" cy="777069"/>
            </a:xfrm>
            <a:custGeom>
              <a:avLst/>
              <a:gdLst/>
              <a:ahLst/>
              <a:cxnLst/>
              <a:rect l="l" t="t" r="r" b="b"/>
              <a:pathLst>
                <a:path w="1410039" h="777069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09116"/>
                  </a:lnTo>
                  <a:lnTo>
                    <a:pt x="0" y="467954"/>
                  </a:lnTo>
                  <a:lnTo>
                    <a:pt x="0" y="777070"/>
                  </a:lnTo>
                  <a:lnTo>
                    <a:pt x="1410040" y="777070"/>
                  </a:lnTo>
                  <a:lnTo>
                    <a:pt x="1410040" y="467954"/>
                  </a:lnTo>
                  <a:lnTo>
                    <a:pt x="1410040" y="309116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2479A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0" name="Google Shape;3910;g3cf02dd855a_0_2484"/>
            <p:cNvSpPr/>
            <p:nvPr/>
          </p:nvSpPr>
          <p:spPr>
            <a:xfrm flipH="1">
              <a:off x="4787962" y="3586678"/>
              <a:ext cx="525793" cy="235879"/>
            </a:xfrm>
            <a:custGeom>
              <a:avLst/>
              <a:gdLst/>
              <a:ahLst/>
              <a:cxnLst/>
              <a:rect l="l" t="t" r="r" b="b"/>
              <a:pathLst>
                <a:path w="525793" h="235879" extrusionOk="0">
                  <a:moveTo>
                    <a:pt x="525794" y="0"/>
                  </a:moveTo>
                  <a:lnTo>
                    <a:pt x="0" y="0"/>
                  </a:lnTo>
                  <a:lnTo>
                    <a:pt x="0" y="94162"/>
                  </a:lnTo>
                  <a:lnTo>
                    <a:pt x="0" y="141718"/>
                  </a:lnTo>
                  <a:lnTo>
                    <a:pt x="0" y="235879"/>
                  </a:lnTo>
                  <a:lnTo>
                    <a:pt x="525794" y="235879"/>
                  </a:lnTo>
                  <a:lnTo>
                    <a:pt x="525794" y="141718"/>
                  </a:lnTo>
                  <a:lnTo>
                    <a:pt x="525794" y="94162"/>
                  </a:lnTo>
                  <a:lnTo>
                    <a:pt x="5257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1" name="Google Shape;3911;g3cf02dd855a_0_2484"/>
            <p:cNvSpPr/>
            <p:nvPr/>
          </p:nvSpPr>
          <p:spPr>
            <a:xfrm flipH="1">
              <a:off x="3445430" y="3315607"/>
              <a:ext cx="1342532" cy="778020"/>
            </a:xfrm>
            <a:custGeom>
              <a:avLst/>
              <a:gdLst/>
              <a:ahLst/>
              <a:cxnLst/>
              <a:rect l="l" t="t" r="r" b="b"/>
              <a:pathLst>
                <a:path w="1342532" h="778020" extrusionOk="0">
                  <a:moveTo>
                    <a:pt x="0" y="506950"/>
                  </a:moveTo>
                  <a:cubicBezTo>
                    <a:pt x="32327" y="506950"/>
                    <a:pt x="61802" y="506950"/>
                    <a:pt x="88425" y="508852"/>
                  </a:cubicBezTo>
                  <a:cubicBezTo>
                    <a:pt x="115047" y="510754"/>
                    <a:pt x="140719" y="513608"/>
                    <a:pt x="163538" y="517412"/>
                  </a:cubicBezTo>
                  <a:cubicBezTo>
                    <a:pt x="188259" y="521217"/>
                    <a:pt x="212029" y="526924"/>
                    <a:pt x="234848" y="534533"/>
                  </a:cubicBezTo>
                  <a:cubicBezTo>
                    <a:pt x="260520" y="543093"/>
                    <a:pt x="287142" y="554506"/>
                    <a:pt x="314716" y="569724"/>
                  </a:cubicBezTo>
                  <a:cubicBezTo>
                    <a:pt x="347994" y="587796"/>
                    <a:pt x="391731" y="607769"/>
                    <a:pt x="445926" y="627743"/>
                  </a:cubicBezTo>
                  <a:cubicBezTo>
                    <a:pt x="510581" y="651521"/>
                    <a:pt x="589497" y="675299"/>
                    <a:pt x="678873" y="697175"/>
                  </a:cubicBezTo>
                  <a:cubicBezTo>
                    <a:pt x="783461" y="722856"/>
                    <a:pt x="897557" y="743780"/>
                    <a:pt x="1011654" y="758047"/>
                  </a:cubicBezTo>
                  <a:cubicBezTo>
                    <a:pt x="1136209" y="773265"/>
                    <a:pt x="1239846" y="778021"/>
                    <a:pt x="1342533" y="778021"/>
                  </a:cubicBezTo>
                  <a:lnTo>
                    <a:pt x="1342533" y="0"/>
                  </a:lnTo>
                  <a:cubicBezTo>
                    <a:pt x="1244600" y="0"/>
                    <a:pt x="1136209" y="3805"/>
                    <a:pt x="1011654" y="19023"/>
                  </a:cubicBezTo>
                  <a:cubicBezTo>
                    <a:pt x="896606" y="33289"/>
                    <a:pt x="783461" y="55165"/>
                    <a:pt x="678873" y="79895"/>
                  </a:cubicBezTo>
                  <a:cubicBezTo>
                    <a:pt x="589497" y="101770"/>
                    <a:pt x="510581" y="125549"/>
                    <a:pt x="445926" y="149327"/>
                  </a:cubicBezTo>
                  <a:cubicBezTo>
                    <a:pt x="391731" y="169300"/>
                    <a:pt x="347994" y="188323"/>
                    <a:pt x="314716" y="207345"/>
                  </a:cubicBezTo>
                  <a:cubicBezTo>
                    <a:pt x="287142" y="222563"/>
                    <a:pt x="260520" y="233977"/>
                    <a:pt x="234848" y="242537"/>
                  </a:cubicBezTo>
                  <a:cubicBezTo>
                    <a:pt x="212029" y="250146"/>
                    <a:pt x="188259" y="255853"/>
                    <a:pt x="163538" y="259657"/>
                  </a:cubicBezTo>
                  <a:cubicBezTo>
                    <a:pt x="140719" y="263462"/>
                    <a:pt x="115998" y="266315"/>
                    <a:pt x="88425" y="268217"/>
                  </a:cubicBezTo>
                  <a:cubicBezTo>
                    <a:pt x="61802" y="270120"/>
                    <a:pt x="33278" y="270120"/>
                    <a:pt x="0" y="270120"/>
                  </a:cubicBezTo>
                  <a:lnTo>
                    <a:pt x="0" y="505999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247AAF"/>
                </a:gs>
                <a:gs pos="100000">
                  <a:srgbClr val="247AA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2" name="Google Shape;3912;g3cf02dd855a_0_2484"/>
            <p:cNvSpPr txBox="1"/>
            <p:nvPr/>
          </p:nvSpPr>
          <p:spPr>
            <a:xfrm>
              <a:off x="1233121" y="3590494"/>
              <a:ext cx="2262900" cy="20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VCF Operations 9.1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13" name="Google Shape;3913;g3cf02dd855a_0_2484"/>
          <p:cNvGrpSpPr/>
          <p:nvPr/>
        </p:nvGrpSpPr>
        <p:grpSpPr>
          <a:xfrm>
            <a:off x="0" y="3616462"/>
            <a:ext cx="5473839" cy="1444008"/>
            <a:chOff x="-1167" y="3907207"/>
            <a:chExt cx="5314922" cy="1274950"/>
          </a:xfrm>
        </p:grpSpPr>
        <p:sp>
          <p:nvSpPr>
            <p:cNvPr id="3914" name="Google Shape;3914;g3cf02dd855a_0_2484"/>
            <p:cNvSpPr/>
            <p:nvPr/>
          </p:nvSpPr>
          <p:spPr>
            <a:xfrm flipH="1">
              <a:off x="-1167" y="4221079"/>
              <a:ext cx="3447545" cy="778020"/>
            </a:xfrm>
            <a:custGeom>
              <a:avLst/>
              <a:gdLst/>
              <a:ahLst/>
              <a:cxnLst/>
              <a:rect l="l" t="t" r="r" b="b"/>
              <a:pathLst>
                <a:path w="1410039" h="778020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10067"/>
                  </a:lnTo>
                  <a:lnTo>
                    <a:pt x="0" y="467954"/>
                  </a:lnTo>
                  <a:lnTo>
                    <a:pt x="0" y="778021"/>
                  </a:lnTo>
                  <a:lnTo>
                    <a:pt x="1410040" y="778021"/>
                  </a:lnTo>
                  <a:lnTo>
                    <a:pt x="1410040" y="467954"/>
                  </a:lnTo>
                  <a:lnTo>
                    <a:pt x="1410040" y="310067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366DA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5" name="Google Shape;3915;g3cf02dd855a_0_2484"/>
            <p:cNvSpPr/>
            <p:nvPr/>
          </p:nvSpPr>
          <p:spPr>
            <a:xfrm flipH="1">
              <a:off x="4787962" y="3908158"/>
              <a:ext cx="525793" cy="235879"/>
            </a:xfrm>
            <a:custGeom>
              <a:avLst/>
              <a:gdLst/>
              <a:ahLst/>
              <a:cxnLst/>
              <a:rect l="l" t="t" r="r" b="b"/>
              <a:pathLst>
                <a:path w="525793" h="235879" extrusionOk="0">
                  <a:moveTo>
                    <a:pt x="525794" y="0"/>
                  </a:moveTo>
                  <a:lnTo>
                    <a:pt x="0" y="0"/>
                  </a:lnTo>
                  <a:lnTo>
                    <a:pt x="0" y="94161"/>
                  </a:lnTo>
                  <a:lnTo>
                    <a:pt x="0" y="141718"/>
                  </a:lnTo>
                  <a:lnTo>
                    <a:pt x="0" y="235879"/>
                  </a:lnTo>
                  <a:lnTo>
                    <a:pt x="525794" y="235879"/>
                  </a:lnTo>
                  <a:lnTo>
                    <a:pt x="525794" y="141718"/>
                  </a:lnTo>
                  <a:lnTo>
                    <a:pt x="525794" y="94161"/>
                  </a:lnTo>
                  <a:lnTo>
                    <a:pt x="5257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6" name="Google Shape;3916;g3cf02dd855a_0_2484"/>
            <p:cNvSpPr/>
            <p:nvPr/>
          </p:nvSpPr>
          <p:spPr>
            <a:xfrm flipH="1">
              <a:off x="3446381" y="3907207"/>
              <a:ext cx="1341581" cy="1090941"/>
            </a:xfrm>
            <a:custGeom>
              <a:avLst/>
              <a:gdLst/>
              <a:ahLst/>
              <a:cxnLst/>
              <a:rect l="l" t="t" r="r" b="b"/>
              <a:pathLst>
                <a:path w="1341581" h="1090941" extrusionOk="0">
                  <a:moveTo>
                    <a:pt x="1341582" y="1086186"/>
                  </a:moveTo>
                  <a:lnTo>
                    <a:pt x="1341582" y="1090941"/>
                  </a:lnTo>
                  <a:cubicBezTo>
                    <a:pt x="1275026" y="1090941"/>
                    <a:pt x="1198962" y="1077625"/>
                    <a:pt x="1118143" y="1051945"/>
                  </a:cubicBezTo>
                  <a:cubicBezTo>
                    <a:pt x="1070603" y="1036727"/>
                    <a:pt x="1020211" y="1017704"/>
                    <a:pt x="969818" y="994877"/>
                  </a:cubicBezTo>
                  <a:cubicBezTo>
                    <a:pt x="848115" y="939712"/>
                    <a:pt x="730216" y="866475"/>
                    <a:pt x="624677" y="784679"/>
                  </a:cubicBezTo>
                  <a:cubicBezTo>
                    <a:pt x="536252" y="716198"/>
                    <a:pt x="461139" y="645814"/>
                    <a:pt x="399337" y="576382"/>
                  </a:cubicBezTo>
                  <a:cubicBezTo>
                    <a:pt x="348944" y="519315"/>
                    <a:pt x="308060" y="465100"/>
                    <a:pt x="277634" y="414691"/>
                  </a:cubicBezTo>
                  <a:cubicBezTo>
                    <a:pt x="251963" y="372841"/>
                    <a:pt x="228192" y="341454"/>
                    <a:pt x="205373" y="318627"/>
                  </a:cubicBezTo>
                  <a:cubicBezTo>
                    <a:pt x="184456" y="297702"/>
                    <a:pt x="163538" y="281533"/>
                    <a:pt x="141670" y="270120"/>
                  </a:cubicBezTo>
                  <a:cubicBezTo>
                    <a:pt x="121703" y="258706"/>
                    <a:pt x="99834" y="251097"/>
                    <a:pt x="76064" y="246341"/>
                  </a:cubicBezTo>
                  <a:cubicBezTo>
                    <a:pt x="53245" y="241586"/>
                    <a:pt x="28524" y="236830"/>
                    <a:pt x="0" y="236830"/>
                  </a:cubicBezTo>
                  <a:lnTo>
                    <a:pt x="0" y="117940"/>
                  </a:lnTo>
                  <a:lnTo>
                    <a:pt x="0" y="117940"/>
                  </a:lnTo>
                  <a:lnTo>
                    <a:pt x="0" y="82748"/>
                  </a:lnTo>
                  <a:lnTo>
                    <a:pt x="0" y="82748"/>
                  </a:lnTo>
                  <a:lnTo>
                    <a:pt x="0" y="12365"/>
                  </a:lnTo>
                  <a:lnTo>
                    <a:pt x="0" y="12365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27573" y="0"/>
                    <a:pt x="53245" y="0"/>
                    <a:pt x="76064" y="2853"/>
                  </a:cubicBezTo>
                  <a:cubicBezTo>
                    <a:pt x="99834" y="4756"/>
                    <a:pt x="121703" y="7609"/>
                    <a:pt x="141670" y="11414"/>
                  </a:cubicBezTo>
                  <a:cubicBezTo>
                    <a:pt x="163538" y="16169"/>
                    <a:pt x="184456" y="21876"/>
                    <a:pt x="205373" y="29485"/>
                  </a:cubicBezTo>
                  <a:cubicBezTo>
                    <a:pt x="228192" y="38045"/>
                    <a:pt x="252913" y="49459"/>
                    <a:pt x="277634" y="64677"/>
                  </a:cubicBezTo>
                  <a:cubicBezTo>
                    <a:pt x="308060" y="83699"/>
                    <a:pt x="348944" y="102722"/>
                    <a:pt x="399337" y="123646"/>
                  </a:cubicBezTo>
                  <a:cubicBezTo>
                    <a:pt x="461139" y="149327"/>
                    <a:pt x="536252" y="175007"/>
                    <a:pt x="624677" y="199736"/>
                  </a:cubicBezTo>
                  <a:cubicBezTo>
                    <a:pt x="730216" y="229221"/>
                    <a:pt x="848115" y="255853"/>
                    <a:pt x="969818" y="276778"/>
                  </a:cubicBezTo>
                  <a:cubicBezTo>
                    <a:pt x="1106734" y="299605"/>
                    <a:pt x="1235092" y="313871"/>
                    <a:pt x="1341582" y="313871"/>
                  </a:cubicBezTo>
                  <a:lnTo>
                    <a:pt x="1341582" y="582089"/>
                  </a:lnTo>
                  <a:lnTo>
                    <a:pt x="1341582" y="582089"/>
                  </a:lnTo>
                  <a:lnTo>
                    <a:pt x="1341582" y="1085234"/>
                  </a:lnTo>
                  <a:lnTo>
                    <a:pt x="1341582" y="1085234"/>
                  </a:lnTo>
                  <a:cubicBezTo>
                    <a:pt x="1341582" y="1085234"/>
                    <a:pt x="1341582" y="1085234"/>
                    <a:pt x="1341582" y="1085234"/>
                  </a:cubicBezTo>
                  <a:close/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366DA7"/>
                </a:gs>
                <a:gs pos="100000">
                  <a:srgbClr val="366DA7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7" name="Google Shape;3917;g3cf02dd855a_0_2484"/>
            <p:cNvSpPr txBox="1"/>
            <p:nvPr/>
          </p:nvSpPr>
          <p:spPr>
            <a:xfrm>
              <a:off x="1225690" y="4230857"/>
              <a:ext cx="2970900" cy="95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Download SDDC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Binary / Upgrade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SDDC Manager / Deploy VCF Services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18" name="Google Shape;3918;g3cf02dd855a_0_2484"/>
          <p:cNvGrpSpPr/>
          <p:nvPr/>
        </p:nvGrpSpPr>
        <p:grpSpPr>
          <a:xfrm>
            <a:off x="0" y="4171560"/>
            <a:ext cx="5473839" cy="1725489"/>
            <a:chOff x="-1167" y="4227737"/>
            <a:chExt cx="5314922" cy="1675883"/>
          </a:xfrm>
        </p:grpSpPr>
        <p:sp>
          <p:nvSpPr>
            <p:cNvPr id="3919" name="Google Shape;3919;g3cf02dd855a_0_2484"/>
            <p:cNvSpPr/>
            <p:nvPr/>
          </p:nvSpPr>
          <p:spPr>
            <a:xfrm flipH="1">
              <a:off x="-1167" y="5126550"/>
              <a:ext cx="3447545" cy="777069"/>
            </a:xfrm>
            <a:custGeom>
              <a:avLst/>
              <a:gdLst/>
              <a:ahLst/>
              <a:cxnLst/>
              <a:rect l="l" t="t" r="r" b="b"/>
              <a:pathLst>
                <a:path w="1410039" h="777069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09116"/>
                  </a:lnTo>
                  <a:lnTo>
                    <a:pt x="0" y="467954"/>
                  </a:lnTo>
                  <a:lnTo>
                    <a:pt x="0" y="777069"/>
                  </a:lnTo>
                  <a:lnTo>
                    <a:pt x="1410040" y="777069"/>
                  </a:lnTo>
                  <a:lnTo>
                    <a:pt x="1410040" y="467954"/>
                  </a:lnTo>
                  <a:lnTo>
                    <a:pt x="1410040" y="309116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4B619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20" name="Google Shape;3920;g3cf02dd855a_0_2484"/>
            <p:cNvGrpSpPr/>
            <p:nvPr/>
          </p:nvGrpSpPr>
          <p:grpSpPr>
            <a:xfrm>
              <a:off x="3446381" y="4227737"/>
              <a:ext cx="1867374" cy="1675883"/>
              <a:chOff x="3446381" y="4227737"/>
              <a:chExt cx="1867374" cy="1675883"/>
            </a:xfrm>
          </p:grpSpPr>
          <p:sp>
            <p:nvSpPr>
              <p:cNvPr id="3921" name="Google Shape;3921;g3cf02dd855a_0_2484"/>
              <p:cNvSpPr/>
              <p:nvPr/>
            </p:nvSpPr>
            <p:spPr>
              <a:xfrm rot="10800000" flipH="1">
                <a:off x="4787962" y="4227737"/>
                <a:ext cx="525793" cy="235879"/>
              </a:xfrm>
              <a:custGeom>
                <a:avLst/>
                <a:gdLst/>
                <a:ahLst/>
                <a:cxnLst/>
                <a:rect l="l" t="t" r="r" b="b"/>
                <a:pathLst>
                  <a:path w="525793" h="235879" extrusionOk="0">
                    <a:moveTo>
                      <a:pt x="525794" y="0"/>
                    </a:moveTo>
                    <a:lnTo>
                      <a:pt x="0" y="0"/>
                    </a:lnTo>
                    <a:lnTo>
                      <a:pt x="0" y="94161"/>
                    </a:lnTo>
                    <a:lnTo>
                      <a:pt x="0" y="142669"/>
                    </a:lnTo>
                    <a:lnTo>
                      <a:pt x="0" y="235879"/>
                    </a:lnTo>
                    <a:lnTo>
                      <a:pt x="525794" y="235879"/>
                    </a:lnTo>
                    <a:lnTo>
                      <a:pt x="525794" y="142669"/>
                    </a:lnTo>
                    <a:lnTo>
                      <a:pt x="525794" y="94161"/>
                    </a:lnTo>
                    <a:lnTo>
                      <a:pt x="5257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4B619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75" rIns="68550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2" name="Google Shape;3922;g3cf02dd855a_0_2484"/>
              <p:cNvSpPr/>
              <p:nvPr/>
            </p:nvSpPr>
            <p:spPr>
              <a:xfrm flipH="1">
                <a:off x="3446381" y="4227737"/>
                <a:ext cx="1341581" cy="1675883"/>
              </a:xfrm>
              <a:custGeom>
                <a:avLst/>
                <a:gdLst/>
                <a:ahLst/>
                <a:cxnLst/>
                <a:rect l="l" t="t" r="r" b="b"/>
                <a:pathLst>
                  <a:path w="1341581" h="1675883" extrusionOk="0">
                    <a:moveTo>
                      <a:pt x="1341582" y="1667323"/>
                    </a:moveTo>
                    <a:lnTo>
                      <a:pt x="1341582" y="1675883"/>
                    </a:lnTo>
                    <a:lnTo>
                      <a:pt x="1341582" y="1675883"/>
                    </a:lnTo>
                    <a:cubicBezTo>
                      <a:pt x="1275026" y="1675883"/>
                      <a:pt x="1198962" y="1654007"/>
                      <a:pt x="1118143" y="1610255"/>
                    </a:cubicBezTo>
                    <a:cubicBezTo>
                      <a:pt x="1070603" y="1584575"/>
                      <a:pt x="1020211" y="1552237"/>
                      <a:pt x="969818" y="1513241"/>
                    </a:cubicBezTo>
                    <a:cubicBezTo>
                      <a:pt x="848115" y="1420030"/>
                      <a:pt x="730216" y="1296384"/>
                      <a:pt x="624677" y="1159422"/>
                    </a:cubicBezTo>
                    <a:cubicBezTo>
                      <a:pt x="536252" y="1044336"/>
                      <a:pt x="461139" y="924494"/>
                      <a:pt x="399337" y="808457"/>
                    </a:cubicBezTo>
                    <a:cubicBezTo>
                      <a:pt x="348944" y="712393"/>
                      <a:pt x="308060" y="621085"/>
                      <a:pt x="277634" y="535484"/>
                    </a:cubicBezTo>
                    <a:cubicBezTo>
                      <a:pt x="251963" y="465100"/>
                      <a:pt x="228192" y="412788"/>
                      <a:pt x="205373" y="372841"/>
                    </a:cubicBezTo>
                    <a:cubicBezTo>
                      <a:pt x="184456" y="337650"/>
                      <a:pt x="163538" y="311018"/>
                      <a:pt x="141670" y="291044"/>
                    </a:cubicBezTo>
                    <a:cubicBezTo>
                      <a:pt x="121703" y="272973"/>
                      <a:pt x="99834" y="259657"/>
                      <a:pt x="76064" y="251097"/>
                    </a:cubicBezTo>
                    <a:cubicBezTo>
                      <a:pt x="53245" y="242537"/>
                      <a:pt x="28524" y="235879"/>
                      <a:pt x="0" y="235879"/>
                    </a:cubicBezTo>
                    <a:lnTo>
                      <a:pt x="0" y="235879"/>
                    </a:lnTo>
                    <a:lnTo>
                      <a:pt x="0" y="34241"/>
                    </a:lnTo>
                    <a:lnTo>
                      <a:pt x="0" y="34241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27573" y="0"/>
                      <a:pt x="53245" y="1902"/>
                      <a:pt x="76064" y="7609"/>
                    </a:cubicBezTo>
                    <a:cubicBezTo>
                      <a:pt x="99834" y="12365"/>
                      <a:pt x="121703" y="20925"/>
                      <a:pt x="141670" y="32338"/>
                    </a:cubicBezTo>
                    <a:cubicBezTo>
                      <a:pt x="163538" y="44703"/>
                      <a:pt x="184456" y="60872"/>
                      <a:pt x="205373" y="82748"/>
                    </a:cubicBezTo>
                    <a:cubicBezTo>
                      <a:pt x="228192" y="107477"/>
                      <a:pt x="252913" y="139815"/>
                      <a:pt x="277634" y="183567"/>
                    </a:cubicBezTo>
                    <a:cubicBezTo>
                      <a:pt x="308060" y="236830"/>
                      <a:pt x="348944" y="293898"/>
                      <a:pt x="399337" y="353819"/>
                    </a:cubicBezTo>
                    <a:cubicBezTo>
                      <a:pt x="461139" y="426104"/>
                      <a:pt x="536252" y="500292"/>
                      <a:pt x="624677" y="571627"/>
                    </a:cubicBezTo>
                    <a:cubicBezTo>
                      <a:pt x="730216" y="657228"/>
                      <a:pt x="848115" y="733318"/>
                      <a:pt x="969818" y="791336"/>
                    </a:cubicBezTo>
                    <a:cubicBezTo>
                      <a:pt x="1106734" y="856013"/>
                      <a:pt x="1235092" y="897862"/>
                      <a:pt x="1341582" y="896911"/>
                    </a:cubicBezTo>
                    <a:lnTo>
                      <a:pt x="1341582" y="1666372"/>
                    </a:lnTo>
                    <a:cubicBezTo>
                      <a:pt x="1341582" y="1666372"/>
                      <a:pt x="1341582" y="1666372"/>
                      <a:pt x="1341582" y="1666372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4B619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50" rIns="68550" bIns="342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23" name="Google Shape;3923;g3cf02dd855a_0_2484"/>
            <p:cNvSpPr txBox="1"/>
            <p:nvPr/>
          </p:nvSpPr>
          <p:spPr>
            <a:xfrm>
              <a:off x="1271341" y="5185333"/>
              <a:ext cx="2535000" cy="62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Download Upgrade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Binaries for NSX,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vCenter, ESX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24" name="Google Shape;3924;g3cf02dd855a_0_2484"/>
          <p:cNvGrpSpPr/>
          <p:nvPr/>
        </p:nvGrpSpPr>
        <p:grpSpPr>
          <a:xfrm>
            <a:off x="-15954" y="1129899"/>
            <a:ext cx="5698324" cy="1791519"/>
            <a:chOff x="-15268" y="1506567"/>
            <a:chExt cx="5329023" cy="1675883"/>
          </a:xfrm>
        </p:grpSpPr>
        <p:sp>
          <p:nvSpPr>
            <p:cNvPr id="3925" name="Google Shape;3925;g3cf02dd855a_0_2484"/>
            <p:cNvSpPr/>
            <p:nvPr/>
          </p:nvSpPr>
          <p:spPr>
            <a:xfrm rot="10800000" flipH="1">
              <a:off x="4787962" y="2945619"/>
              <a:ext cx="525793" cy="235879"/>
            </a:xfrm>
            <a:custGeom>
              <a:avLst/>
              <a:gdLst/>
              <a:ahLst/>
              <a:cxnLst/>
              <a:rect l="l" t="t" r="r" b="b"/>
              <a:pathLst>
                <a:path w="525793" h="235879" extrusionOk="0">
                  <a:moveTo>
                    <a:pt x="525794" y="0"/>
                  </a:moveTo>
                  <a:lnTo>
                    <a:pt x="0" y="0"/>
                  </a:lnTo>
                  <a:lnTo>
                    <a:pt x="0" y="94161"/>
                  </a:lnTo>
                  <a:lnTo>
                    <a:pt x="0" y="142669"/>
                  </a:lnTo>
                  <a:lnTo>
                    <a:pt x="0" y="235879"/>
                  </a:lnTo>
                  <a:lnTo>
                    <a:pt x="525794" y="235879"/>
                  </a:lnTo>
                  <a:lnTo>
                    <a:pt x="525794" y="142669"/>
                  </a:lnTo>
                  <a:lnTo>
                    <a:pt x="525794" y="94161"/>
                  </a:lnTo>
                  <a:lnTo>
                    <a:pt x="525794" y="0"/>
                  </a:lnTo>
                  <a:close/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1583B6"/>
                </a:gs>
                <a:gs pos="100000">
                  <a:srgbClr val="1583B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26" name="Google Shape;3926;g3cf02dd855a_0_2484"/>
            <p:cNvGrpSpPr/>
            <p:nvPr/>
          </p:nvGrpSpPr>
          <p:grpSpPr>
            <a:xfrm>
              <a:off x="-15268" y="1506567"/>
              <a:ext cx="4803230" cy="1675883"/>
              <a:chOff x="-15268" y="1506567"/>
              <a:chExt cx="4803230" cy="1675883"/>
            </a:xfrm>
          </p:grpSpPr>
          <p:sp>
            <p:nvSpPr>
              <p:cNvPr id="3927" name="Google Shape;3927;g3cf02dd855a_0_2484"/>
              <p:cNvSpPr/>
              <p:nvPr/>
            </p:nvSpPr>
            <p:spPr>
              <a:xfrm flipH="1">
                <a:off x="-15268" y="1506567"/>
                <a:ext cx="3461646" cy="778020"/>
              </a:xfrm>
              <a:custGeom>
                <a:avLst/>
                <a:gdLst/>
                <a:ahLst/>
                <a:cxnLst/>
                <a:rect l="l" t="t" r="r" b="b"/>
                <a:pathLst>
                  <a:path w="1410039" h="778020" extrusionOk="0">
                    <a:moveTo>
                      <a:pt x="1410040" y="0"/>
                    </a:moveTo>
                    <a:lnTo>
                      <a:pt x="0" y="0"/>
                    </a:lnTo>
                    <a:lnTo>
                      <a:pt x="0" y="309116"/>
                    </a:lnTo>
                    <a:lnTo>
                      <a:pt x="0" y="467954"/>
                    </a:lnTo>
                    <a:lnTo>
                      <a:pt x="0" y="778021"/>
                    </a:lnTo>
                    <a:lnTo>
                      <a:pt x="1410040" y="778021"/>
                    </a:lnTo>
                    <a:lnTo>
                      <a:pt x="1410040" y="467954"/>
                    </a:lnTo>
                    <a:lnTo>
                      <a:pt x="1410040" y="309116"/>
                    </a:lnTo>
                    <a:lnTo>
                      <a:pt x="1410040" y="0"/>
                    </a:lnTo>
                    <a:close/>
                  </a:path>
                </a:pathLst>
              </a:custGeom>
              <a:solidFill>
                <a:srgbClr val="1582B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8" name="Google Shape;3928;g3cf02dd855a_0_2484"/>
              <p:cNvSpPr/>
              <p:nvPr/>
            </p:nvSpPr>
            <p:spPr>
              <a:xfrm flipH="1">
                <a:off x="3446381" y="1506567"/>
                <a:ext cx="1341581" cy="1675883"/>
              </a:xfrm>
              <a:custGeom>
                <a:avLst/>
                <a:gdLst/>
                <a:ahLst/>
                <a:cxnLst/>
                <a:rect l="l" t="t" r="r" b="b"/>
                <a:pathLst>
                  <a:path w="1341581" h="1675883" extrusionOk="0">
                    <a:moveTo>
                      <a:pt x="1341582" y="7609"/>
                    </a:moveTo>
                    <a:lnTo>
                      <a:pt x="1341582" y="0"/>
                    </a:lnTo>
                    <a:lnTo>
                      <a:pt x="1341582" y="0"/>
                    </a:lnTo>
                    <a:cubicBezTo>
                      <a:pt x="1275026" y="0"/>
                      <a:pt x="1198962" y="21876"/>
                      <a:pt x="1118143" y="65628"/>
                    </a:cubicBezTo>
                    <a:cubicBezTo>
                      <a:pt x="1070603" y="91308"/>
                      <a:pt x="1020211" y="123646"/>
                      <a:pt x="969818" y="162642"/>
                    </a:cubicBezTo>
                    <a:cubicBezTo>
                      <a:pt x="848115" y="255853"/>
                      <a:pt x="730216" y="379499"/>
                      <a:pt x="624677" y="516461"/>
                    </a:cubicBezTo>
                    <a:cubicBezTo>
                      <a:pt x="536252" y="631547"/>
                      <a:pt x="461139" y="751389"/>
                      <a:pt x="399337" y="867426"/>
                    </a:cubicBezTo>
                    <a:cubicBezTo>
                      <a:pt x="348944" y="963490"/>
                      <a:pt x="308060" y="1054798"/>
                      <a:pt x="277634" y="1140400"/>
                    </a:cubicBezTo>
                    <a:cubicBezTo>
                      <a:pt x="251963" y="1210783"/>
                      <a:pt x="228192" y="1263095"/>
                      <a:pt x="205373" y="1303042"/>
                    </a:cubicBezTo>
                    <a:cubicBezTo>
                      <a:pt x="184456" y="1338234"/>
                      <a:pt x="163538" y="1364865"/>
                      <a:pt x="141670" y="1384839"/>
                    </a:cubicBezTo>
                    <a:cubicBezTo>
                      <a:pt x="121703" y="1402910"/>
                      <a:pt x="99834" y="1416226"/>
                      <a:pt x="76064" y="1424786"/>
                    </a:cubicBezTo>
                    <a:cubicBezTo>
                      <a:pt x="53245" y="1433346"/>
                      <a:pt x="28524" y="1440004"/>
                      <a:pt x="0" y="1440004"/>
                    </a:cubicBezTo>
                    <a:lnTo>
                      <a:pt x="0" y="1440004"/>
                    </a:lnTo>
                    <a:lnTo>
                      <a:pt x="0" y="1641643"/>
                    </a:lnTo>
                    <a:lnTo>
                      <a:pt x="0" y="1641643"/>
                    </a:lnTo>
                    <a:lnTo>
                      <a:pt x="0" y="1675883"/>
                    </a:lnTo>
                    <a:lnTo>
                      <a:pt x="0" y="1675883"/>
                    </a:lnTo>
                    <a:cubicBezTo>
                      <a:pt x="27573" y="1675883"/>
                      <a:pt x="53245" y="1673981"/>
                      <a:pt x="76064" y="1668274"/>
                    </a:cubicBezTo>
                    <a:cubicBezTo>
                      <a:pt x="99834" y="1663519"/>
                      <a:pt x="121703" y="1654959"/>
                      <a:pt x="141670" y="1643545"/>
                    </a:cubicBezTo>
                    <a:cubicBezTo>
                      <a:pt x="163538" y="1631180"/>
                      <a:pt x="184456" y="1615011"/>
                      <a:pt x="205373" y="1593135"/>
                    </a:cubicBezTo>
                    <a:cubicBezTo>
                      <a:pt x="228192" y="1568406"/>
                      <a:pt x="252913" y="1536068"/>
                      <a:pt x="277634" y="1492316"/>
                    </a:cubicBezTo>
                    <a:cubicBezTo>
                      <a:pt x="308060" y="1439053"/>
                      <a:pt x="348944" y="1381986"/>
                      <a:pt x="399337" y="1322065"/>
                    </a:cubicBezTo>
                    <a:cubicBezTo>
                      <a:pt x="461139" y="1249779"/>
                      <a:pt x="536252" y="1175591"/>
                      <a:pt x="624677" y="1104257"/>
                    </a:cubicBezTo>
                    <a:cubicBezTo>
                      <a:pt x="730216" y="1018655"/>
                      <a:pt x="848115" y="942565"/>
                      <a:pt x="969818" y="884547"/>
                    </a:cubicBezTo>
                    <a:cubicBezTo>
                      <a:pt x="1106734" y="819870"/>
                      <a:pt x="1235092" y="778021"/>
                      <a:pt x="1341582" y="778972"/>
                    </a:cubicBezTo>
                    <a:lnTo>
                      <a:pt x="1341582" y="7609"/>
                    </a:lnTo>
                    <a:cubicBezTo>
                      <a:pt x="1341582" y="7609"/>
                      <a:pt x="1341582" y="7609"/>
                      <a:pt x="1341582" y="76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99000">
                    <a:srgbClr val="1583B6"/>
                  </a:gs>
                  <a:gs pos="100000">
                    <a:srgbClr val="1583B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50" rIns="68550" bIns="342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9" name="Google Shape;3929;g3cf02dd855a_0_2484"/>
              <p:cNvSpPr txBox="1"/>
              <p:nvPr/>
            </p:nvSpPr>
            <p:spPr>
              <a:xfrm>
                <a:off x="1183480" y="1689100"/>
                <a:ext cx="2262900" cy="6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Design and Plan 9.0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(Sizing, IPs, DNS)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930" name="Google Shape;3930;g3cf02dd855a_0_248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5957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Upgrade Path 3: VCF 5.2 to VCF 9.1</a:t>
            </a:r>
            <a:endParaRPr/>
          </a:p>
        </p:txBody>
      </p:sp>
      <p:grpSp>
        <p:nvGrpSpPr>
          <p:cNvPr id="3931" name="Google Shape;3931;g3cf02dd855a_0_2484"/>
          <p:cNvGrpSpPr/>
          <p:nvPr/>
        </p:nvGrpSpPr>
        <p:grpSpPr>
          <a:xfrm>
            <a:off x="4451620" y="1852532"/>
            <a:ext cx="3285895" cy="3286631"/>
            <a:chOff x="4182276" y="1499500"/>
            <a:chExt cx="3682500" cy="3682500"/>
          </a:xfrm>
        </p:grpSpPr>
        <p:sp>
          <p:nvSpPr>
            <p:cNvPr id="3932" name="Google Shape;3932;g3cf02dd855a_0_2484"/>
            <p:cNvSpPr/>
            <p:nvPr/>
          </p:nvSpPr>
          <p:spPr>
            <a:xfrm>
              <a:off x="4182276" y="1499500"/>
              <a:ext cx="3682500" cy="3682500"/>
            </a:xfrm>
            <a:prstGeom prst="ellipse">
              <a:avLst/>
            </a:prstGeom>
            <a:solidFill>
              <a:schemeClr val="accent3">
                <a:alpha val="16862"/>
              </a:schemeClr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3" name="Google Shape;3933;g3cf02dd855a_0_2484"/>
            <p:cNvSpPr/>
            <p:nvPr/>
          </p:nvSpPr>
          <p:spPr>
            <a:xfrm>
              <a:off x="4376375" y="1693599"/>
              <a:ext cx="3294300" cy="3294300"/>
            </a:xfrm>
            <a:prstGeom prst="ellipse">
              <a:avLst/>
            </a:prstGeom>
            <a:solidFill>
              <a:schemeClr val="accent3">
                <a:alpha val="16862"/>
              </a:schemeClr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4" name="Google Shape;3934;g3cf02dd855a_0_2484"/>
            <p:cNvSpPr/>
            <p:nvPr/>
          </p:nvSpPr>
          <p:spPr>
            <a:xfrm>
              <a:off x="4574576" y="1891800"/>
              <a:ext cx="2897700" cy="28977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5" name="Google Shape;3935;g3cf02dd855a_0_2484"/>
            <p:cNvSpPr txBox="1"/>
            <p:nvPr/>
          </p:nvSpPr>
          <p:spPr>
            <a:xfrm>
              <a:off x="4659003" y="2912501"/>
              <a:ext cx="2728800" cy="79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Existing VCF 5.2 to VCF 9.1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36" name="Google Shape;3936;g3cf02dd855a_0_2484"/>
          <p:cNvSpPr/>
          <p:nvPr/>
        </p:nvSpPr>
        <p:spPr>
          <a:xfrm>
            <a:off x="-878" y="1251777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01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7" name="Google Shape;3937;g3cf02dd855a_0_2484"/>
          <p:cNvSpPr/>
          <p:nvPr/>
        </p:nvSpPr>
        <p:spPr>
          <a:xfrm>
            <a:off x="2820" y="2182750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02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8" name="Google Shape;3938;g3cf02dd855a_0_2484"/>
          <p:cNvSpPr/>
          <p:nvPr/>
        </p:nvSpPr>
        <p:spPr>
          <a:xfrm>
            <a:off x="2820" y="3149811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03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9" name="Google Shape;3939;g3cf02dd855a_0_2484"/>
          <p:cNvSpPr/>
          <p:nvPr/>
        </p:nvSpPr>
        <p:spPr>
          <a:xfrm>
            <a:off x="-3876" y="4140877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04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0" name="Google Shape;3940;g3cf02dd855a_0_2484"/>
          <p:cNvSpPr/>
          <p:nvPr/>
        </p:nvSpPr>
        <p:spPr>
          <a:xfrm>
            <a:off x="-3390" y="5195423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05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1" name="Google Shape;3941;g3cf02dd855a_0_2484"/>
          <p:cNvSpPr/>
          <p:nvPr/>
        </p:nvSpPr>
        <p:spPr>
          <a:xfrm>
            <a:off x="10640418" y="1634125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2" name="Google Shape;3942;g3cf02dd855a_0_2484"/>
          <p:cNvSpPr txBox="1"/>
          <p:nvPr/>
        </p:nvSpPr>
        <p:spPr>
          <a:xfrm>
            <a:off x="11352962" y="1753771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3" name="Google Shape;3943;g3cf02dd855a_0_2484"/>
          <p:cNvSpPr/>
          <p:nvPr/>
        </p:nvSpPr>
        <p:spPr>
          <a:xfrm>
            <a:off x="10640418" y="2671958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4" name="Google Shape;3944;g3cf02dd855a_0_2484"/>
          <p:cNvSpPr txBox="1"/>
          <p:nvPr/>
        </p:nvSpPr>
        <p:spPr>
          <a:xfrm>
            <a:off x="11352962" y="2791604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5" name="Google Shape;3945;g3cf02dd855a_0_2484"/>
          <p:cNvSpPr/>
          <p:nvPr/>
        </p:nvSpPr>
        <p:spPr>
          <a:xfrm>
            <a:off x="10640418" y="3743966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6" name="Google Shape;3946;g3cf02dd855a_0_2484"/>
          <p:cNvSpPr txBox="1"/>
          <p:nvPr/>
        </p:nvSpPr>
        <p:spPr>
          <a:xfrm>
            <a:off x="11352962" y="3863612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7" name="Google Shape;3947;g3cf02dd855a_0_2484"/>
          <p:cNvSpPr/>
          <p:nvPr/>
        </p:nvSpPr>
        <p:spPr>
          <a:xfrm>
            <a:off x="10640418" y="4877842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8" name="Google Shape;3948;g3cf02dd855a_0_2484"/>
          <p:cNvSpPr txBox="1"/>
          <p:nvPr/>
        </p:nvSpPr>
        <p:spPr>
          <a:xfrm>
            <a:off x="11329262" y="4997488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3" name="Google Shape;3953;g3cf02dd855a_0_2550"/>
          <p:cNvSpPr txBox="1">
            <a:spLocks noGrp="1"/>
          </p:cNvSpPr>
          <p:nvPr>
            <p:ph type="title"/>
          </p:nvPr>
        </p:nvSpPr>
        <p:spPr>
          <a:xfrm>
            <a:off x="259713" y="3184902"/>
            <a:ext cx="60480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VCF 5.2/9.0x to VCF 9.1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8" name="Google Shape;3958;g3cf02dd855a_0_2554"/>
          <p:cNvSpPr txBox="1">
            <a:spLocks noGrp="1"/>
          </p:cNvSpPr>
          <p:nvPr>
            <p:ph type="title"/>
          </p:nvPr>
        </p:nvSpPr>
        <p:spPr>
          <a:xfrm>
            <a:off x="579810" y="412751"/>
            <a:ext cx="9509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Minimum Supported Version for vSphere + NSX to VCF 9.1</a:t>
            </a:r>
            <a:endParaRPr/>
          </a:p>
        </p:txBody>
      </p:sp>
      <p:sp>
        <p:nvSpPr>
          <p:cNvPr id="3959" name="Google Shape;3959;g3cf02dd855a_0_2554"/>
          <p:cNvSpPr/>
          <p:nvPr/>
        </p:nvSpPr>
        <p:spPr>
          <a:xfrm>
            <a:off x="1111684" y="2603961"/>
            <a:ext cx="3647400" cy="963000"/>
          </a:xfrm>
          <a:prstGeom prst="roundRect">
            <a:avLst>
              <a:gd name="adj" fmla="val 6911"/>
            </a:avLst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5.2 with Aria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0" name="Google Shape;3960;g3cf02dd855a_0_2554"/>
          <p:cNvSpPr/>
          <p:nvPr/>
        </p:nvSpPr>
        <p:spPr>
          <a:xfrm>
            <a:off x="1111684" y="3717263"/>
            <a:ext cx="3605700" cy="963000"/>
          </a:xfrm>
          <a:prstGeom prst="roundRect">
            <a:avLst>
              <a:gd name="adj" fmla="val 6911"/>
            </a:avLst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9.0.x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1" name="Google Shape;3961;g3cf02dd855a_0_2554"/>
          <p:cNvSpPr/>
          <p:nvPr/>
        </p:nvSpPr>
        <p:spPr>
          <a:xfrm>
            <a:off x="1153500" y="5065821"/>
            <a:ext cx="9629700" cy="1056000"/>
          </a:xfrm>
          <a:prstGeom prst="roundRect">
            <a:avLst>
              <a:gd name="adj" fmla="val 9790"/>
            </a:avLst>
          </a:prstGeom>
          <a:solidFill>
            <a:srgbClr val="F3FBFD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375" tIns="91375" rIns="91375" bIns="91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Upgrade Path: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200"/>
              <a:buFont typeface="Calibri"/>
              <a:buChar char="●"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Upgrade VCF 5.2 without Aria o VCF 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200"/>
              <a:buFont typeface="Calibri"/>
              <a:buChar char="●"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Upgrade VCF 5.2 with Aria o VCF 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200"/>
              <a:buFont typeface="Calibri"/>
              <a:buChar char="●"/>
            </a:pPr>
            <a:r>
              <a:rPr lang="en-US" sz="1400" b="0" i="0" u="none" strike="noStrike" cap="non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Upgrade VCF 9.0.x to VCF 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2" name="Google Shape;3962;g3cf02dd855a_0_2554"/>
          <p:cNvSpPr/>
          <p:nvPr/>
        </p:nvSpPr>
        <p:spPr>
          <a:xfrm>
            <a:off x="1111684" y="1490658"/>
            <a:ext cx="3647400" cy="963000"/>
          </a:xfrm>
          <a:prstGeom prst="roundRect">
            <a:avLst>
              <a:gd name="adj" fmla="val 6911"/>
            </a:avLst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VCF 5.2 without Aria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3" name="Google Shape;3963;g3cf02dd855a_0_2554"/>
          <p:cNvSpPr/>
          <p:nvPr/>
        </p:nvSpPr>
        <p:spPr>
          <a:xfrm>
            <a:off x="7330266" y="1626143"/>
            <a:ext cx="3453000" cy="2829600"/>
          </a:xfrm>
          <a:prstGeom prst="roundRect">
            <a:avLst>
              <a:gd name="adj" fmla="val 4098"/>
            </a:avLst>
          </a:prstGeom>
          <a:gradFill>
            <a:gsLst>
              <a:gs pos="0">
                <a:schemeClr val="accent4"/>
              </a:gs>
              <a:gs pos="100000">
                <a:schemeClr val="accent2"/>
              </a:gs>
            </a:gsLst>
            <a:lin ang="18899701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SDDC Manager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vCenter 9.1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NSX 9.1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Management Services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Operations 9.1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License Server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Operations Cloud Proxy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VCF Automation 9.1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4" name="Google Shape;3964;g3cf02dd855a_0_2554"/>
          <p:cNvCxnSpPr/>
          <p:nvPr/>
        </p:nvCxnSpPr>
        <p:spPr>
          <a:xfrm>
            <a:off x="5189936" y="2916401"/>
            <a:ext cx="155520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965" name="Google Shape;3965;g3cf02dd855a_0_2554"/>
          <p:cNvCxnSpPr/>
          <p:nvPr/>
        </p:nvCxnSpPr>
        <p:spPr>
          <a:xfrm>
            <a:off x="5189936" y="4278654"/>
            <a:ext cx="155520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966" name="Google Shape;3966;g3cf02dd855a_0_2554"/>
          <p:cNvCxnSpPr/>
          <p:nvPr/>
        </p:nvCxnSpPr>
        <p:spPr>
          <a:xfrm>
            <a:off x="5189936" y="1857622"/>
            <a:ext cx="1555200" cy="0"/>
          </a:xfrm>
          <a:prstGeom prst="straightConnector1">
            <a:avLst/>
          </a:prstGeom>
          <a:noFill/>
          <a:ln w="28575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967" name="Google Shape;3967;g3cf02dd855a_0_2554"/>
          <p:cNvSpPr txBox="1"/>
          <p:nvPr/>
        </p:nvSpPr>
        <p:spPr>
          <a:xfrm>
            <a:off x="2123739" y="1071448"/>
            <a:ext cx="162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 sz="2000" b="1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8" name="Google Shape;3968;g3cf02dd855a_0_2554"/>
          <p:cNvSpPr txBox="1"/>
          <p:nvPr/>
        </p:nvSpPr>
        <p:spPr>
          <a:xfrm>
            <a:off x="8245093" y="1071448"/>
            <a:ext cx="162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Future State</a:t>
            </a:r>
            <a:endParaRPr sz="2000" b="1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" name="Google Shape;3973;g3cf02dd855a_0_2568"/>
          <p:cNvSpPr txBox="1">
            <a:spLocks noGrp="1"/>
          </p:cNvSpPr>
          <p:nvPr>
            <p:ph type="title"/>
          </p:nvPr>
        </p:nvSpPr>
        <p:spPr>
          <a:xfrm>
            <a:off x="259713" y="2247255"/>
            <a:ext cx="6048000" cy="10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Minimum Supported Version</a:t>
            </a:r>
            <a:br>
              <a:rPr lang="en-US"/>
            </a:br>
            <a:r>
              <a:rPr lang="en-US"/>
              <a:t>for upgrading to VCF 9.1</a:t>
            </a:r>
            <a:endParaRPr/>
          </a:p>
        </p:txBody>
      </p:sp>
      <p:sp>
        <p:nvSpPr>
          <p:cNvPr id="3974" name="Google Shape;3974;g3cf02dd855a_0_2568" title="Subtitle"/>
          <p:cNvSpPr txBox="1"/>
          <p:nvPr/>
        </p:nvSpPr>
        <p:spPr>
          <a:xfrm>
            <a:off x="259713" y="3402797"/>
            <a:ext cx="4754400" cy="13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6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Upgrade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Management Domain 9.0.x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Workload Domain 9.0.x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g3cf02dd855a_0_257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092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Upgrade Path 4: VCF 9.0.x to VCF 9.1</a:t>
            </a:r>
            <a:endParaRPr/>
          </a:p>
        </p:txBody>
      </p:sp>
      <p:sp>
        <p:nvSpPr>
          <p:cNvPr id="3980" name="Google Shape;3980;g3cf02dd855a_0_2573"/>
          <p:cNvSpPr txBox="1"/>
          <p:nvPr/>
        </p:nvSpPr>
        <p:spPr>
          <a:xfrm>
            <a:off x="237600" y="1288800"/>
            <a:ext cx="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1" name="Google Shape;3981;g3cf02dd855a_0_2573"/>
          <p:cNvSpPr/>
          <p:nvPr/>
        </p:nvSpPr>
        <p:spPr>
          <a:xfrm>
            <a:off x="3054662" y="1094889"/>
            <a:ext cx="48531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IP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2" name="Google Shape;3982;g3cf02dd855a_0_2573"/>
          <p:cNvSpPr/>
          <p:nvPr/>
        </p:nvSpPr>
        <p:spPr>
          <a:xfrm rot="10800000">
            <a:off x="3062344" y="1565686"/>
            <a:ext cx="4842300" cy="3920700"/>
          </a:xfrm>
          <a:prstGeom prst="roundRect">
            <a:avLst>
              <a:gd name="adj" fmla="val 1304"/>
            </a:avLst>
          </a:prstGeom>
          <a:gradFill>
            <a:gsLst>
              <a:gs pos="0">
                <a:srgbClr val="0098C7">
                  <a:alpha val="13725"/>
                </a:srgbClr>
              </a:gs>
              <a:gs pos="100000">
                <a:srgbClr val="0098C7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3" name="Google Shape;3983;g3cf02dd855a_0_2573"/>
          <p:cNvSpPr/>
          <p:nvPr/>
        </p:nvSpPr>
        <p:spPr>
          <a:xfrm>
            <a:off x="579810" y="1094889"/>
            <a:ext cx="2403000" cy="471000"/>
          </a:xfrm>
          <a:prstGeom prst="roundRect">
            <a:avLst>
              <a:gd name="adj" fmla="val 9849"/>
            </a:avLst>
          </a:prstGeom>
          <a:gradFill>
            <a:gsLst>
              <a:gs pos="0">
                <a:schemeClr val="accent2"/>
              </a:gs>
              <a:gs pos="85000">
                <a:schemeClr val="accent5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50" tIns="45625" rIns="9125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Components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4" name="Google Shape;3984;g3cf02dd855a_0_2573"/>
          <p:cNvSpPr/>
          <p:nvPr/>
        </p:nvSpPr>
        <p:spPr>
          <a:xfrm rot="10800000">
            <a:off x="579863" y="1565686"/>
            <a:ext cx="2397600" cy="3920700"/>
          </a:xfrm>
          <a:prstGeom prst="roundRect">
            <a:avLst>
              <a:gd name="adj" fmla="val 3321"/>
            </a:avLst>
          </a:prstGeom>
          <a:gradFill>
            <a:gsLst>
              <a:gs pos="0">
                <a:srgbClr val="6C4B94">
                  <a:alpha val="14117"/>
                </a:srgbClr>
              </a:gs>
              <a:gs pos="100000">
                <a:srgbClr val="6C4B9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5" name="Google Shape;3985;g3cf02dd855a_0_2573"/>
          <p:cNvSpPr txBox="1"/>
          <p:nvPr/>
        </p:nvSpPr>
        <p:spPr>
          <a:xfrm>
            <a:off x="633662" y="1637478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Management Services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6" name="Google Shape;3986;g3cf02dd855a_0_2573"/>
          <p:cNvSpPr txBox="1"/>
          <p:nvPr/>
        </p:nvSpPr>
        <p:spPr>
          <a:xfrm>
            <a:off x="3149712" y="1637478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7" name="Google Shape;3987;g3cf02dd855a_0_2573"/>
          <p:cNvSpPr/>
          <p:nvPr/>
        </p:nvSpPr>
        <p:spPr>
          <a:xfrm>
            <a:off x="7992779" y="1094889"/>
            <a:ext cx="3698700" cy="471000"/>
          </a:xfrm>
          <a:prstGeom prst="roundRect">
            <a:avLst>
              <a:gd name="adj" fmla="val 9517"/>
            </a:avLst>
          </a:prstGeom>
          <a:gradFill>
            <a:gsLst>
              <a:gs pos="0">
                <a:schemeClr val="accent1"/>
              </a:gs>
              <a:gs pos="51000">
                <a:schemeClr val="accent1"/>
              </a:gs>
              <a:gs pos="100000">
                <a:schemeClr val="accent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300" tIns="45625" rIns="91300" bIns="45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DNS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8" name="Google Shape;3988;g3cf02dd855a_0_2573"/>
          <p:cNvSpPr/>
          <p:nvPr/>
        </p:nvSpPr>
        <p:spPr>
          <a:xfrm rot="10800000">
            <a:off x="8000415" y="1565690"/>
            <a:ext cx="3690300" cy="3920700"/>
          </a:xfrm>
          <a:prstGeom prst="roundRect">
            <a:avLst>
              <a:gd name="adj" fmla="val 1458"/>
            </a:avLst>
          </a:prstGeom>
          <a:gradFill>
            <a:gsLst>
              <a:gs pos="0">
                <a:srgbClr val="61A60E">
                  <a:alpha val="14117"/>
                </a:srgbClr>
              </a:gs>
              <a:gs pos="100000">
                <a:srgbClr val="61A60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825" rIns="121700" bIns="60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9" name="Google Shape;3989;g3cf02dd855a_0_2573"/>
          <p:cNvSpPr txBox="1"/>
          <p:nvPr/>
        </p:nvSpPr>
        <p:spPr>
          <a:xfrm>
            <a:off x="8084449" y="1637478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0" name="Google Shape;3990;g3cf02dd855a_0_2573"/>
          <p:cNvCxnSpPr/>
          <p:nvPr/>
        </p:nvCxnSpPr>
        <p:spPr>
          <a:xfrm>
            <a:off x="580741" y="2009558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91" name="Google Shape;3991;g3cf02dd855a_0_2573"/>
          <p:cNvCxnSpPr/>
          <p:nvPr/>
        </p:nvCxnSpPr>
        <p:spPr>
          <a:xfrm>
            <a:off x="3062825" y="2009558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92" name="Google Shape;3992;g3cf02dd855a_0_2573"/>
          <p:cNvCxnSpPr/>
          <p:nvPr/>
        </p:nvCxnSpPr>
        <p:spPr>
          <a:xfrm>
            <a:off x="8005695" y="2009558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93" name="Google Shape;3993;g3cf02dd855a_0_2573"/>
          <p:cNvSpPr txBox="1"/>
          <p:nvPr/>
        </p:nvSpPr>
        <p:spPr>
          <a:xfrm>
            <a:off x="633662" y="2108384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Fleet Services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4" name="Google Shape;3994;g3cf02dd855a_0_2573"/>
          <p:cNvSpPr txBox="1"/>
          <p:nvPr/>
        </p:nvSpPr>
        <p:spPr>
          <a:xfrm>
            <a:off x="3149712" y="2108384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5" name="Google Shape;3995;g3cf02dd855a_0_2573"/>
          <p:cNvSpPr txBox="1"/>
          <p:nvPr/>
        </p:nvSpPr>
        <p:spPr>
          <a:xfrm>
            <a:off x="8084449" y="2108384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6" name="Google Shape;3996;g3cf02dd855a_0_2573"/>
          <p:cNvCxnSpPr/>
          <p:nvPr/>
        </p:nvCxnSpPr>
        <p:spPr>
          <a:xfrm>
            <a:off x="580741" y="2495577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97" name="Google Shape;3997;g3cf02dd855a_0_2573"/>
          <p:cNvCxnSpPr/>
          <p:nvPr/>
        </p:nvCxnSpPr>
        <p:spPr>
          <a:xfrm>
            <a:off x="3062825" y="2495577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98" name="Google Shape;3998;g3cf02dd855a_0_2573"/>
          <p:cNvCxnSpPr/>
          <p:nvPr/>
        </p:nvCxnSpPr>
        <p:spPr>
          <a:xfrm>
            <a:off x="8005695" y="2495577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99" name="Google Shape;3999;g3cf02dd855a_0_2573"/>
          <p:cNvSpPr txBox="1"/>
          <p:nvPr/>
        </p:nvSpPr>
        <p:spPr>
          <a:xfrm>
            <a:off x="633662" y="2546115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Instance Services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0" name="Google Shape;4000;g3cf02dd855a_0_2573"/>
          <p:cNvSpPr txBox="1"/>
          <p:nvPr/>
        </p:nvSpPr>
        <p:spPr>
          <a:xfrm>
            <a:off x="3149712" y="254611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1" name="Google Shape;4001;g3cf02dd855a_0_2573"/>
          <p:cNvSpPr txBox="1"/>
          <p:nvPr/>
        </p:nvSpPr>
        <p:spPr>
          <a:xfrm>
            <a:off x="8084449" y="2546115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2" name="Google Shape;4002;g3cf02dd855a_0_2573"/>
          <p:cNvCxnSpPr/>
          <p:nvPr/>
        </p:nvCxnSpPr>
        <p:spPr>
          <a:xfrm>
            <a:off x="580741" y="2933308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03" name="Google Shape;4003;g3cf02dd855a_0_2573"/>
          <p:cNvCxnSpPr/>
          <p:nvPr/>
        </p:nvCxnSpPr>
        <p:spPr>
          <a:xfrm>
            <a:off x="3062825" y="2933308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04" name="Google Shape;4004;g3cf02dd855a_0_2573"/>
          <p:cNvCxnSpPr/>
          <p:nvPr/>
        </p:nvCxnSpPr>
        <p:spPr>
          <a:xfrm>
            <a:off x="8005695" y="2933308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05" name="Google Shape;4005;g3cf02dd855a_0_2573"/>
          <p:cNvSpPr txBox="1"/>
          <p:nvPr/>
        </p:nvSpPr>
        <p:spPr>
          <a:xfrm>
            <a:off x="633662" y="3047193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License Server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6" name="Google Shape;4006;g3cf02dd855a_0_2573"/>
          <p:cNvSpPr txBox="1"/>
          <p:nvPr/>
        </p:nvSpPr>
        <p:spPr>
          <a:xfrm>
            <a:off x="3149712" y="3047193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7" name="Google Shape;4007;g3cf02dd855a_0_2573"/>
          <p:cNvSpPr txBox="1"/>
          <p:nvPr/>
        </p:nvSpPr>
        <p:spPr>
          <a:xfrm>
            <a:off x="8084449" y="3047193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8" name="Google Shape;4008;g3cf02dd855a_0_2573"/>
          <p:cNvCxnSpPr/>
          <p:nvPr/>
        </p:nvCxnSpPr>
        <p:spPr>
          <a:xfrm>
            <a:off x="580741" y="3434386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09" name="Google Shape;4009;g3cf02dd855a_0_2573"/>
          <p:cNvCxnSpPr/>
          <p:nvPr/>
        </p:nvCxnSpPr>
        <p:spPr>
          <a:xfrm>
            <a:off x="3062825" y="3434386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10" name="Google Shape;4010;g3cf02dd855a_0_2573"/>
          <p:cNvCxnSpPr/>
          <p:nvPr/>
        </p:nvCxnSpPr>
        <p:spPr>
          <a:xfrm>
            <a:off x="8005695" y="3434386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11" name="Google Shape;4011;g3cf02dd855a_0_2573"/>
          <p:cNvSpPr txBox="1"/>
          <p:nvPr/>
        </p:nvSpPr>
        <p:spPr>
          <a:xfrm>
            <a:off x="633662" y="3518913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Identity Broker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2" name="Google Shape;4012;g3cf02dd855a_0_2573"/>
          <p:cNvSpPr txBox="1"/>
          <p:nvPr/>
        </p:nvSpPr>
        <p:spPr>
          <a:xfrm>
            <a:off x="3149712" y="3518913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3" name="Google Shape;4013;g3cf02dd855a_0_2573"/>
          <p:cNvSpPr txBox="1"/>
          <p:nvPr/>
        </p:nvSpPr>
        <p:spPr>
          <a:xfrm>
            <a:off x="8084449" y="3518913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4" name="Google Shape;4014;g3cf02dd855a_0_2573"/>
          <p:cNvCxnSpPr/>
          <p:nvPr/>
        </p:nvCxnSpPr>
        <p:spPr>
          <a:xfrm>
            <a:off x="580741" y="3906106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15" name="Google Shape;4015;g3cf02dd855a_0_2573"/>
          <p:cNvCxnSpPr/>
          <p:nvPr/>
        </p:nvCxnSpPr>
        <p:spPr>
          <a:xfrm>
            <a:off x="3062825" y="3906106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16" name="Google Shape;4016;g3cf02dd855a_0_2573"/>
          <p:cNvCxnSpPr/>
          <p:nvPr/>
        </p:nvCxnSpPr>
        <p:spPr>
          <a:xfrm>
            <a:off x="8005695" y="3906106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17" name="Google Shape;4017;g3cf02dd855a_0_2573"/>
          <p:cNvSpPr txBox="1"/>
          <p:nvPr/>
        </p:nvSpPr>
        <p:spPr>
          <a:xfrm>
            <a:off x="633662" y="3957738"/>
            <a:ext cx="23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Management Services </a:t>
            </a:r>
            <a:b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 Pool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8" name="Google Shape;4018;g3cf02dd855a_0_2573"/>
          <p:cNvSpPr txBox="1"/>
          <p:nvPr/>
        </p:nvSpPr>
        <p:spPr>
          <a:xfrm>
            <a:off x="3149712" y="3957738"/>
            <a:ext cx="45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Minimum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Minimum 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9" name="Google Shape;4019;g3cf02dd855a_0_2573"/>
          <p:cNvSpPr txBox="1"/>
          <p:nvPr/>
        </p:nvSpPr>
        <p:spPr>
          <a:xfrm>
            <a:off x="8084449" y="3957738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_____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0" name="Google Shape;4020;g3cf02dd855a_0_2573"/>
          <p:cNvCxnSpPr/>
          <p:nvPr/>
        </p:nvCxnSpPr>
        <p:spPr>
          <a:xfrm>
            <a:off x="580741" y="4419045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21" name="Google Shape;4021;g3cf02dd855a_0_2573"/>
          <p:cNvCxnSpPr/>
          <p:nvPr/>
        </p:nvCxnSpPr>
        <p:spPr>
          <a:xfrm>
            <a:off x="3062825" y="4419045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22" name="Google Shape;4022;g3cf02dd855a_0_2573"/>
          <p:cNvCxnSpPr/>
          <p:nvPr/>
        </p:nvCxnSpPr>
        <p:spPr>
          <a:xfrm>
            <a:off x="8005695" y="4419045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23" name="Google Shape;4023;g3cf02dd855a_0_2573"/>
          <p:cNvSpPr txBox="1"/>
          <p:nvPr/>
        </p:nvSpPr>
        <p:spPr>
          <a:xfrm>
            <a:off x="633662" y="4501952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Ops Cloud Proxy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4" name="Google Shape;4024;g3cf02dd855a_0_2573"/>
          <p:cNvSpPr txBox="1"/>
          <p:nvPr/>
        </p:nvSpPr>
        <p:spPr>
          <a:xfrm>
            <a:off x="3149712" y="4501952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5" name="Google Shape;4025;g3cf02dd855a_0_2573"/>
          <p:cNvSpPr txBox="1"/>
          <p:nvPr/>
        </p:nvSpPr>
        <p:spPr>
          <a:xfrm>
            <a:off x="8084449" y="4501952"/>
            <a:ext cx="88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6" name="Google Shape;4026;g3cf02dd855a_0_2573"/>
          <p:cNvCxnSpPr/>
          <p:nvPr/>
        </p:nvCxnSpPr>
        <p:spPr>
          <a:xfrm>
            <a:off x="580741" y="4889145"/>
            <a:ext cx="23976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27" name="Google Shape;4027;g3cf02dd855a_0_2573"/>
          <p:cNvCxnSpPr/>
          <p:nvPr/>
        </p:nvCxnSpPr>
        <p:spPr>
          <a:xfrm>
            <a:off x="3062825" y="4889145"/>
            <a:ext cx="4842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28" name="Google Shape;4028;g3cf02dd855a_0_2573"/>
          <p:cNvCxnSpPr/>
          <p:nvPr/>
        </p:nvCxnSpPr>
        <p:spPr>
          <a:xfrm>
            <a:off x="8005695" y="4889145"/>
            <a:ext cx="3678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29" name="Google Shape;4029;g3cf02dd855a_0_2573"/>
          <p:cNvSpPr txBox="1"/>
          <p:nvPr/>
        </p:nvSpPr>
        <p:spPr>
          <a:xfrm>
            <a:off x="633662" y="5002214"/>
            <a:ext cx="232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0" name="Google Shape;4030;g3cf02dd855a_0_2573"/>
          <p:cNvSpPr txBox="1"/>
          <p:nvPr/>
        </p:nvSpPr>
        <p:spPr>
          <a:xfrm>
            <a:off x="3149712" y="4927575"/>
            <a:ext cx="254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3 IPs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6 IPs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1" name="Google Shape;4031;g3cf02dd855a_0_2573"/>
          <p:cNvSpPr txBox="1"/>
          <p:nvPr/>
        </p:nvSpPr>
        <p:spPr>
          <a:xfrm>
            <a:off x="8084449" y="4931460"/>
            <a:ext cx="3524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Deployment: VIP, VCF Instance 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Availability: VIP, VCF, Instance 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6" name="Google Shape;4036;g3cf02dd855a_0_2629"/>
          <p:cNvGrpSpPr/>
          <p:nvPr/>
        </p:nvGrpSpPr>
        <p:grpSpPr>
          <a:xfrm>
            <a:off x="7003221" y="3983831"/>
            <a:ext cx="5199487" cy="1636572"/>
            <a:chOff x="7181651" y="4099005"/>
            <a:chExt cx="5005764" cy="1575900"/>
          </a:xfrm>
        </p:grpSpPr>
        <p:sp>
          <p:nvSpPr>
            <p:cNvPr id="4037" name="Google Shape;4037;g3cf02dd855a_0_2629"/>
            <p:cNvSpPr/>
            <p:nvPr/>
          </p:nvSpPr>
          <p:spPr>
            <a:xfrm>
              <a:off x="8734215" y="4896079"/>
              <a:ext cx="3453200" cy="778695"/>
            </a:xfrm>
            <a:custGeom>
              <a:avLst/>
              <a:gdLst/>
              <a:ahLst/>
              <a:cxnLst/>
              <a:rect l="l" t="t" r="r" b="b"/>
              <a:pathLst>
                <a:path w="1208469" h="560212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7650"/>
                  </a:lnTo>
                  <a:lnTo>
                    <a:pt x="1208470" y="560213"/>
                  </a:lnTo>
                  <a:lnTo>
                    <a:pt x="0" y="560213"/>
                  </a:lnTo>
                  <a:lnTo>
                    <a:pt x="0" y="337650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8" name="Google Shape;4038;g3cf02dd855a_0_2629"/>
            <p:cNvSpPr/>
            <p:nvPr/>
          </p:nvSpPr>
          <p:spPr>
            <a:xfrm>
              <a:off x="7181651" y="4099005"/>
              <a:ext cx="1554513" cy="1575900"/>
            </a:xfrm>
            <a:custGeom>
              <a:avLst/>
              <a:gdLst/>
              <a:ahLst/>
              <a:cxnLst/>
              <a:rect l="l" t="t" r="r" b="b"/>
              <a:pathLst>
                <a:path w="1636330" h="1133741" extrusionOk="0">
                  <a:moveTo>
                    <a:pt x="0" y="184518"/>
                  </a:moveTo>
                  <a:cubicBezTo>
                    <a:pt x="48491" y="184518"/>
                    <a:pt x="92228" y="188323"/>
                    <a:pt x="132162" y="195932"/>
                  </a:cubicBezTo>
                  <a:cubicBezTo>
                    <a:pt x="172095" y="203541"/>
                    <a:pt x="209176" y="214954"/>
                    <a:pt x="241504" y="231123"/>
                  </a:cubicBezTo>
                  <a:cubicBezTo>
                    <a:pt x="275733" y="248244"/>
                    <a:pt x="307109" y="270120"/>
                    <a:pt x="334682" y="298653"/>
                  </a:cubicBezTo>
                  <a:cubicBezTo>
                    <a:pt x="362256" y="327187"/>
                    <a:pt x="391731" y="370939"/>
                    <a:pt x="414550" y="423251"/>
                  </a:cubicBezTo>
                  <a:cubicBezTo>
                    <a:pt x="440221" y="483172"/>
                    <a:pt x="480155" y="546897"/>
                    <a:pt x="534351" y="611574"/>
                  </a:cubicBezTo>
                  <a:cubicBezTo>
                    <a:pt x="588547" y="676250"/>
                    <a:pt x="681725" y="763754"/>
                    <a:pt x="782510" y="835088"/>
                  </a:cubicBezTo>
                  <a:cubicBezTo>
                    <a:pt x="898508" y="916885"/>
                    <a:pt x="1032571" y="989171"/>
                    <a:pt x="1177093" y="1042434"/>
                  </a:cubicBezTo>
                  <a:cubicBezTo>
                    <a:pt x="1334926" y="1100452"/>
                    <a:pt x="1492759" y="1133742"/>
                    <a:pt x="1636331" y="1133742"/>
                  </a:cubicBezTo>
                  <a:lnTo>
                    <a:pt x="1636331" y="573529"/>
                  </a:lnTo>
                  <a:cubicBezTo>
                    <a:pt x="1492759" y="573529"/>
                    <a:pt x="1333975" y="553555"/>
                    <a:pt x="1177093" y="518363"/>
                  </a:cubicBezTo>
                  <a:cubicBezTo>
                    <a:pt x="1032571" y="486025"/>
                    <a:pt x="898508" y="442273"/>
                    <a:pt x="782510" y="392815"/>
                  </a:cubicBezTo>
                  <a:cubicBezTo>
                    <a:pt x="681725" y="350014"/>
                    <a:pt x="598055" y="303409"/>
                    <a:pt x="534351" y="257755"/>
                  </a:cubicBezTo>
                  <a:cubicBezTo>
                    <a:pt x="479204" y="218759"/>
                    <a:pt x="440221" y="179763"/>
                    <a:pt x="414550" y="143620"/>
                  </a:cubicBezTo>
                  <a:cubicBezTo>
                    <a:pt x="392681" y="112233"/>
                    <a:pt x="365108" y="87503"/>
                    <a:pt x="334682" y="68481"/>
                  </a:cubicBezTo>
                  <a:cubicBezTo>
                    <a:pt x="304257" y="49458"/>
                    <a:pt x="275733" y="38045"/>
                    <a:pt x="241504" y="27583"/>
                  </a:cubicBezTo>
                  <a:cubicBezTo>
                    <a:pt x="209176" y="18071"/>
                    <a:pt x="172095" y="11413"/>
                    <a:pt x="132162" y="6658"/>
                  </a:cubicBezTo>
                  <a:cubicBezTo>
                    <a:pt x="93179" y="1902"/>
                    <a:pt x="49442" y="0"/>
                    <a:pt x="0" y="0"/>
                  </a:cubicBezTo>
                  <a:lnTo>
                    <a:pt x="0" y="185469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chemeClr val="accent4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9" name="Google Shape;4039;g3cf02dd855a_0_2629"/>
            <p:cNvSpPr txBox="1"/>
            <p:nvPr/>
          </p:nvSpPr>
          <p:spPr>
            <a:xfrm>
              <a:off x="9247917" y="5092200"/>
              <a:ext cx="1736100" cy="4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Workload Domains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40" name="Google Shape;4040;g3cf02dd855a_0_2629"/>
          <p:cNvGrpSpPr/>
          <p:nvPr/>
        </p:nvGrpSpPr>
        <p:grpSpPr>
          <a:xfrm>
            <a:off x="7103349" y="3566152"/>
            <a:ext cx="5100374" cy="884003"/>
            <a:chOff x="7181651" y="3749449"/>
            <a:chExt cx="5005765" cy="867860"/>
          </a:xfrm>
        </p:grpSpPr>
        <p:sp>
          <p:nvSpPr>
            <p:cNvPr id="4041" name="Google Shape;4041;g3cf02dd855a_0_2629"/>
            <p:cNvSpPr/>
            <p:nvPr/>
          </p:nvSpPr>
          <p:spPr>
            <a:xfrm>
              <a:off x="8734216" y="3842565"/>
              <a:ext cx="3453200" cy="774729"/>
            </a:xfrm>
            <a:custGeom>
              <a:avLst/>
              <a:gdLst/>
              <a:ahLst/>
              <a:cxnLst/>
              <a:rect l="l" t="t" r="r" b="b"/>
              <a:pathLst>
                <a:path w="1208469" h="557359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7649"/>
                  </a:lnTo>
                  <a:lnTo>
                    <a:pt x="1208470" y="557360"/>
                  </a:lnTo>
                  <a:lnTo>
                    <a:pt x="0" y="557360"/>
                  </a:lnTo>
                  <a:lnTo>
                    <a:pt x="0" y="337649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rgbClr val="42983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2" name="Google Shape;4042;g3cf02dd855a_0_2629"/>
            <p:cNvSpPr/>
            <p:nvPr/>
          </p:nvSpPr>
          <p:spPr>
            <a:xfrm>
              <a:off x="7181651" y="3749449"/>
              <a:ext cx="1554513" cy="867860"/>
            </a:xfrm>
            <a:custGeom>
              <a:avLst/>
              <a:gdLst/>
              <a:ahLst/>
              <a:cxnLst/>
              <a:rect l="l" t="t" r="r" b="b"/>
              <a:pathLst>
                <a:path w="1636330" h="624360" extrusionOk="0">
                  <a:moveTo>
                    <a:pt x="0" y="184941"/>
                  </a:moveTo>
                  <a:cubicBezTo>
                    <a:pt x="48491" y="184941"/>
                    <a:pt x="92228" y="186843"/>
                    <a:pt x="132162" y="189697"/>
                  </a:cubicBezTo>
                  <a:cubicBezTo>
                    <a:pt x="172095" y="193501"/>
                    <a:pt x="209176" y="198257"/>
                    <a:pt x="241504" y="205866"/>
                  </a:cubicBezTo>
                  <a:cubicBezTo>
                    <a:pt x="275733" y="213475"/>
                    <a:pt x="307109" y="223937"/>
                    <a:pt x="334682" y="237253"/>
                  </a:cubicBezTo>
                  <a:cubicBezTo>
                    <a:pt x="365108" y="251520"/>
                    <a:pt x="391731" y="270542"/>
                    <a:pt x="414550" y="295272"/>
                  </a:cubicBezTo>
                  <a:cubicBezTo>
                    <a:pt x="440221" y="322854"/>
                    <a:pt x="480155" y="352339"/>
                    <a:pt x="534351" y="382775"/>
                  </a:cubicBezTo>
                  <a:cubicBezTo>
                    <a:pt x="588547" y="413211"/>
                    <a:pt x="681725" y="453158"/>
                    <a:pt x="782510" y="486448"/>
                  </a:cubicBezTo>
                  <a:cubicBezTo>
                    <a:pt x="898508" y="524493"/>
                    <a:pt x="1032571" y="557782"/>
                    <a:pt x="1177093" y="582512"/>
                  </a:cubicBezTo>
                  <a:cubicBezTo>
                    <a:pt x="1334926" y="609143"/>
                    <a:pt x="1492759" y="624361"/>
                    <a:pt x="1636331" y="624361"/>
                  </a:cubicBezTo>
                  <a:lnTo>
                    <a:pt x="1636331" y="66050"/>
                  </a:lnTo>
                  <a:cubicBezTo>
                    <a:pt x="1492759" y="66050"/>
                    <a:pt x="1333975" y="64148"/>
                    <a:pt x="1177093" y="59392"/>
                  </a:cubicBezTo>
                  <a:cubicBezTo>
                    <a:pt x="1032571" y="55588"/>
                    <a:pt x="898508" y="50832"/>
                    <a:pt x="782510" y="45126"/>
                  </a:cubicBezTo>
                  <a:cubicBezTo>
                    <a:pt x="681725" y="40370"/>
                    <a:pt x="598055" y="34663"/>
                    <a:pt x="534351" y="29908"/>
                  </a:cubicBezTo>
                  <a:cubicBezTo>
                    <a:pt x="470647" y="25152"/>
                    <a:pt x="440221" y="21347"/>
                    <a:pt x="414550" y="16592"/>
                  </a:cubicBezTo>
                  <a:cubicBezTo>
                    <a:pt x="392681" y="12787"/>
                    <a:pt x="365108" y="9934"/>
                    <a:pt x="334682" y="8032"/>
                  </a:cubicBezTo>
                  <a:cubicBezTo>
                    <a:pt x="304257" y="6129"/>
                    <a:pt x="275733" y="4227"/>
                    <a:pt x="241504" y="3276"/>
                  </a:cubicBezTo>
                  <a:cubicBezTo>
                    <a:pt x="207275" y="2325"/>
                    <a:pt x="172095" y="1374"/>
                    <a:pt x="132162" y="423"/>
                  </a:cubicBezTo>
                  <a:cubicBezTo>
                    <a:pt x="92228" y="-528"/>
                    <a:pt x="49442" y="423"/>
                    <a:pt x="0" y="423"/>
                  </a:cubicBezTo>
                  <a:lnTo>
                    <a:pt x="0" y="184941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8000">
                  <a:srgbClr val="469A32"/>
                </a:gs>
                <a:gs pos="100000">
                  <a:srgbClr val="469A3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3" name="Google Shape;4043;g3cf02dd855a_0_2629"/>
            <p:cNvSpPr txBox="1"/>
            <p:nvPr/>
          </p:nvSpPr>
          <p:spPr>
            <a:xfrm>
              <a:off x="8887781" y="4005541"/>
              <a:ext cx="20727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Deploy / Configure </a:t>
              </a:r>
              <a:b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VCF SSO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/ Logs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44" name="Google Shape;4044;g3cf02dd855a_0_2629"/>
          <p:cNvGrpSpPr/>
          <p:nvPr/>
        </p:nvGrpSpPr>
        <p:grpSpPr>
          <a:xfrm>
            <a:off x="6878506" y="1550738"/>
            <a:ext cx="5324631" cy="1675812"/>
            <a:chOff x="7181651" y="1735537"/>
            <a:chExt cx="5005764" cy="1575900"/>
          </a:xfrm>
        </p:grpSpPr>
        <p:sp>
          <p:nvSpPr>
            <p:cNvPr id="4045" name="Google Shape;4045;g3cf02dd855a_0_2629"/>
            <p:cNvSpPr/>
            <p:nvPr/>
          </p:nvSpPr>
          <p:spPr>
            <a:xfrm>
              <a:off x="8734215" y="1735537"/>
              <a:ext cx="3453200" cy="778695"/>
            </a:xfrm>
            <a:custGeom>
              <a:avLst/>
              <a:gdLst/>
              <a:ahLst/>
              <a:cxnLst/>
              <a:rect l="l" t="t" r="r" b="b"/>
              <a:pathLst>
                <a:path w="1208469" h="560212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7650"/>
                  </a:lnTo>
                  <a:lnTo>
                    <a:pt x="1208470" y="560213"/>
                  </a:lnTo>
                  <a:lnTo>
                    <a:pt x="0" y="560213"/>
                  </a:lnTo>
                  <a:lnTo>
                    <a:pt x="0" y="337650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6" name="Google Shape;4046;g3cf02dd855a_0_2629"/>
            <p:cNvSpPr/>
            <p:nvPr/>
          </p:nvSpPr>
          <p:spPr>
            <a:xfrm>
              <a:off x="7181651" y="1735537"/>
              <a:ext cx="1554513" cy="1575900"/>
            </a:xfrm>
            <a:custGeom>
              <a:avLst/>
              <a:gdLst/>
              <a:ahLst/>
              <a:cxnLst/>
              <a:rect l="l" t="t" r="r" b="b"/>
              <a:pathLst>
                <a:path w="1636330" h="1133741" extrusionOk="0">
                  <a:moveTo>
                    <a:pt x="0" y="1133742"/>
                  </a:moveTo>
                  <a:cubicBezTo>
                    <a:pt x="48491" y="1133742"/>
                    <a:pt x="92228" y="1131839"/>
                    <a:pt x="132162" y="1127084"/>
                  </a:cubicBezTo>
                  <a:cubicBezTo>
                    <a:pt x="172095" y="1122328"/>
                    <a:pt x="209176" y="1115670"/>
                    <a:pt x="241504" y="1106159"/>
                  </a:cubicBezTo>
                  <a:cubicBezTo>
                    <a:pt x="273831" y="1096648"/>
                    <a:pt x="307109" y="1082381"/>
                    <a:pt x="334682" y="1065261"/>
                  </a:cubicBezTo>
                  <a:cubicBezTo>
                    <a:pt x="362256" y="1048140"/>
                    <a:pt x="391731" y="1021509"/>
                    <a:pt x="414550" y="990122"/>
                  </a:cubicBezTo>
                  <a:cubicBezTo>
                    <a:pt x="440221" y="953979"/>
                    <a:pt x="480155" y="914983"/>
                    <a:pt x="534351" y="875987"/>
                  </a:cubicBezTo>
                  <a:cubicBezTo>
                    <a:pt x="598055" y="830333"/>
                    <a:pt x="681725" y="784679"/>
                    <a:pt x="782510" y="740927"/>
                  </a:cubicBezTo>
                  <a:cubicBezTo>
                    <a:pt x="898508" y="691468"/>
                    <a:pt x="1032571" y="648668"/>
                    <a:pt x="1177093" y="615378"/>
                  </a:cubicBezTo>
                  <a:cubicBezTo>
                    <a:pt x="1334926" y="580187"/>
                    <a:pt x="1492759" y="560213"/>
                    <a:pt x="1636331" y="560213"/>
                  </a:cubicBezTo>
                  <a:lnTo>
                    <a:pt x="1636331" y="0"/>
                  </a:lnTo>
                  <a:cubicBezTo>
                    <a:pt x="1492759" y="0"/>
                    <a:pt x="1333975" y="32338"/>
                    <a:pt x="1177093" y="90357"/>
                  </a:cubicBezTo>
                  <a:cubicBezTo>
                    <a:pt x="1020211" y="148376"/>
                    <a:pt x="898508" y="215905"/>
                    <a:pt x="782510" y="297702"/>
                  </a:cubicBezTo>
                  <a:cubicBezTo>
                    <a:pt x="681725" y="369037"/>
                    <a:pt x="598055" y="445127"/>
                    <a:pt x="534351" y="521217"/>
                  </a:cubicBezTo>
                  <a:cubicBezTo>
                    <a:pt x="479204" y="585893"/>
                    <a:pt x="440221" y="649619"/>
                    <a:pt x="414550" y="709540"/>
                  </a:cubicBezTo>
                  <a:cubicBezTo>
                    <a:pt x="392681" y="761852"/>
                    <a:pt x="365108" y="801799"/>
                    <a:pt x="334682" y="834137"/>
                  </a:cubicBezTo>
                  <a:cubicBezTo>
                    <a:pt x="304257" y="866475"/>
                    <a:pt x="275733" y="884547"/>
                    <a:pt x="241504" y="901667"/>
                  </a:cubicBezTo>
                  <a:cubicBezTo>
                    <a:pt x="207275" y="918787"/>
                    <a:pt x="172095" y="929250"/>
                    <a:pt x="132162" y="936859"/>
                  </a:cubicBezTo>
                  <a:cubicBezTo>
                    <a:pt x="93179" y="944468"/>
                    <a:pt x="49442" y="948272"/>
                    <a:pt x="0" y="948272"/>
                  </a:cubicBezTo>
                  <a:lnTo>
                    <a:pt x="0" y="1133742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7" name="Google Shape;4047;g3cf02dd855a_0_2629"/>
            <p:cNvSpPr txBox="1"/>
            <p:nvPr/>
          </p:nvSpPr>
          <p:spPr>
            <a:xfrm>
              <a:off x="8950678" y="1926415"/>
              <a:ext cx="2064300" cy="40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Management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Domain NSX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48" name="Google Shape;4048;g3cf02dd855a_0_2629"/>
          <p:cNvGrpSpPr/>
          <p:nvPr/>
        </p:nvGrpSpPr>
        <p:grpSpPr>
          <a:xfrm>
            <a:off x="7121263" y="2609568"/>
            <a:ext cx="5083104" cy="852617"/>
            <a:chOff x="7181651" y="2791694"/>
            <a:chExt cx="5168907" cy="867274"/>
          </a:xfrm>
        </p:grpSpPr>
        <p:sp>
          <p:nvSpPr>
            <p:cNvPr id="4049" name="Google Shape;4049;g3cf02dd855a_0_2629"/>
            <p:cNvSpPr/>
            <p:nvPr/>
          </p:nvSpPr>
          <p:spPr>
            <a:xfrm>
              <a:off x="8734215" y="2791694"/>
              <a:ext cx="3616343" cy="774729"/>
            </a:xfrm>
            <a:custGeom>
              <a:avLst/>
              <a:gdLst/>
              <a:ahLst/>
              <a:cxnLst/>
              <a:rect l="l" t="t" r="r" b="b"/>
              <a:pathLst>
                <a:path w="1208469" h="557359" extrusionOk="0">
                  <a:moveTo>
                    <a:pt x="0" y="0"/>
                  </a:moveTo>
                  <a:lnTo>
                    <a:pt x="1208470" y="0"/>
                  </a:lnTo>
                  <a:lnTo>
                    <a:pt x="1208470" y="222563"/>
                  </a:lnTo>
                  <a:lnTo>
                    <a:pt x="1208470" y="334796"/>
                  </a:lnTo>
                  <a:lnTo>
                    <a:pt x="1208470" y="557360"/>
                  </a:lnTo>
                  <a:lnTo>
                    <a:pt x="0" y="557360"/>
                  </a:lnTo>
                  <a:lnTo>
                    <a:pt x="0" y="334796"/>
                  </a:lnTo>
                  <a:lnTo>
                    <a:pt x="0" y="222563"/>
                  </a:lnTo>
                  <a:lnTo>
                    <a:pt x="0" y="0"/>
                  </a:lnTo>
                </a:path>
              </a:pathLst>
            </a:custGeom>
            <a:solidFill>
              <a:srgbClr val="208A6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0" name="Google Shape;4050;g3cf02dd855a_0_2629"/>
            <p:cNvSpPr/>
            <p:nvPr/>
          </p:nvSpPr>
          <p:spPr>
            <a:xfrm>
              <a:off x="7181651" y="2791694"/>
              <a:ext cx="1554513" cy="867274"/>
            </a:xfrm>
            <a:custGeom>
              <a:avLst/>
              <a:gdLst/>
              <a:ahLst/>
              <a:cxnLst/>
              <a:rect l="l" t="t" r="r" b="b"/>
              <a:pathLst>
                <a:path w="1636330" h="623938" extrusionOk="0">
                  <a:moveTo>
                    <a:pt x="0" y="623938"/>
                  </a:moveTo>
                  <a:cubicBezTo>
                    <a:pt x="48491" y="623938"/>
                    <a:pt x="92228" y="623938"/>
                    <a:pt x="132162" y="623938"/>
                  </a:cubicBezTo>
                  <a:cubicBezTo>
                    <a:pt x="172095" y="623938"/>
                    <a:pt x="209176" y="622987"/>
                    <a:pt x="241504" y="621085"/>
                  </a:cubicBezTo>
                  <a:cubicBezTo>
                    <a:pt x="273831" y="619183"/>
                    <a:pt x="307109" y="618232"/>
                    <a:pt x="334682" y="616329"/>
                  </a:cubicBezTo>
                  <a:cubicBezTo>
                    <a:pt x="362256" y="614427"/>
                    <a:pt x="391731" y="611574"/>
                    <a:pt x="414550" y="607769"/>
                  </a:cubicBezTo>
                  <a:cubicBezTo>
                    <a:pt x="440221" y="603965"/>
                    <a:pt x="480155" y="599209"/>
                    <a:pt x="534351" y="594453"/>
                  </a:cubicBezTo>
                  <a:cubicBezTo>
                    <a:pt x="588547" y="589698"/>
                    <a:pt x="681725" y="583991"/>
                    <a:pt x="782510" y="579236"/>
                  </a:cubicBezTo>
                  <a:cubicBezTo>
                    <a:pt x="898508" y="573529"/>
                    <a:pt x="1032571" y="568773"/>
                    <a:pt x="1177093" y="564969"/>
                  </a:cubicBezTo>
                  <a:cubicBezTo>
                    <a:pt x="1334926" y="561164"/>
                    <a:pt x="1492759" y="558311"/>
                    <a:pt x="1636331" y="558311"/>
                  </a:cubicBezTo>
                  <a:lnTo>
                    <a:pt x="1636331" y="0"/>
                  </a:lnTo>
                  <a:cubicBezTo>
                    <a:pt x="1492759" y="0"/>
                    <a:pt x="1333975" y="15218"/>
                    <a:pt x="1177093" y="41850"/>
                  </a:cubicBezTo>
                  <a:cubicBezTo>
                    <a:pt x="1032571" y="66579"/>
                    <a:pt x="898508" y="99868"/>
                    <a:pt x="782510" y="137913"/>
                  </a:cubicBezTo>
                  <a:cubicBezTo>
                    <a:pt x="681725" y="171203"/>
                    <a:pt x="598055" y="206394"/>
                    <a:pt x="534351" y="241586"/>
                  </a:cubicBezTo>
                  <a:cubicBezTo>
                    <a:pt x="479204" y="272022"/>
                    <a:pt x="440221" y="301507"/>
                    <a:pt x="414550" y="329090"/>
                  </a:cubicBezTo>
                  <a:cubicBezTo>
                    <a:pt x="392681" y="352868"/>
                    <a:pt x="365108" y="371890"/>
                    <a:pt x="334682" y="387108"/>
                  </a:cubicBezTo>
                  <a:cubicBezTo>
                    <a:pt x="307109" y="400424"/>
                    <a:pt x="275733" y="410886"/>
                    <a:pt x="241504" y="418495"/>
                  </a:cubicBezTo>
                  <a:cubicBezTo>
                    <a:pt x="207275" y="426104"/>
                    <a:pt x="172095" y="430860"/>
                    <a:pt x="132162" y="434664"/>
                  </a:cubicBezTo>
                  <a:cubicBezTo>
                    <a:pt x="92228" y="438469"/>
                    <a:pt x="49442" y="439420"/>
                    <a:pt x="0" y="439420"/>
                  </a:cubicBezTo>
                  <a:lnTo>
                    <a:pt x="0" y="623938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208A61"/>
                </a:gs>
                <a:gs pos="100000">
                  <a:srgbClr val="208A6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1" name="Google Shape;4051;g3cf02dd855a_0_2629"/>
            <p:cNvSpPr txBox="1"/>
            <p:nvPr/>
          </p:nvSpPr>
          <p:spPr>
            <a:xfrm>
              <a:off x="8732074" y="2953240"/>
              <a:ext cx="23493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/ Deploy / Configure VCF Automation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2" name="Google Shape;4052;g3cf02dd855a_0_2629"/>
          <p:cNvGrpSpPr/>
          <p:nvPr/>
        </p:nvGrpSpPr>
        <p:grpSpPr>
          <a:xfrm>
            <a:off x="0" y="2090600"/>
            <a:ext cx="5473839" cy="1124212"/>
            <a:chOff x="-1167" y="2411087"/>
            <a:chExt cx="5314922" cy="1091892"/>
          </a:xfrm>
        </p:grpSpPr>
        <p:sp>
          <p:nvSpPr>
            <p:cNvPr id="4053" name="Google Shape;4053;g3cf02dd855a_0_2629"/>
            <p:cNvSpPr/>
            <p:nvPr/>
          </p:nvSpPr>
          <p:spPr>
            <a:xfrm flipH="1">
              <a:off x="-1167" y="2411087"/>
              <a:ext cx="3447545" cy="778020"/>
            </a:xfrm>
            <a:custGeom>
              <a:avLst/>
              <a:gdLst/>
              <a:ahLst/>
              <a:cxnLst/>
              <a:rect l="l" t="t" r="r" b="b"/>
              <a:pathLst>
                <a:path w="1410039" h="778020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10067"/>
                  </a:lnTo>
                  <a:lnTo>
                    <a:pt x="0" y="467954"/>
                  </a:lnTo>
                  <a:lnTo>
                    <a:pt x="0" y="778021"/>
                  </a:lnTo>
                  <a:lnTo>
                    <a:pt x="1410040" y="778021"/>
                  </a:lnTo>
                  <a:lnTo>
                    <a:pt x="1410040" y="467954"/>
                  </a:lnTo>
                  <a:lnTo>
                    <a:pt x="1410040" y="310067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1582B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54" name="Google Shape;4054;g3cf02dd855a_0_2629"/>
            <p:cNvGrpSpPr/>
            <p:nvPr/>
          </p:nvGrpSpPr>
          <p:grpSpPr>
            <a:xfrm>
              <a:off x="3446381" y="2412038"/>
              <a:ext cx="1867374" cy="1090941"/>
              <a:chOff x="3446381" y="2412038"/>
              <a:chExt cx="1867374" cy="1090941"/>
            </a:xfrm>
          </p:grpSpPr>
          <p:sp>
            <p:nvSpPr>
              <p:cNvPr id="4055" name="Google Shape;4055;g3cf02dd855a_0_2629"/>
              <p:cNvSpPr/>
              <p:nvPr/>
            </p:nvSpPr>
            <p:spPr>
              <a:xfrm rot="10800000" flipH="1">
                <a:off x="4787962" y="3266149"/>
                <a:ext cx="525793" cy="236830"/>
              </a:xfrm>
              <a:custGeom>
                <a:avLst/>
                <a:gdLst/>
                <a:ahLst/>
                <a:cxnLst/>
                <a:rect l="l" t="t" r="r" b="b"/>
                <a:pathLst>
                  <a:path w="525793" h="236830" extrusionOk="0">
                    <a:moveTo>
                      <a:pt x="525794" y="0"/>
                    </a:moveTo>
                    <a:lnTo>
                      <a:pt x="0" y="0"/>
                    </a:lnTo>
                    <a:lnTo>
                      <a:pt x="0" y="94161"/>
                    </a:lnTo>
                    <a:lnTo>
                      <a:pt x="0" y="142669"/>
                    </a:lnTo>
                    <a:lnTo>
                      <a:pt x="0" y="236830"/>
                    </a:lnTo>
                    <a:lnTo>
                      <a:pt x="525794" y="236830"/>
                    </a:lnTo>
                    <a:lnTo>
                      <a:pt x="525794" y="142669"/>
                    </a:lnTo>
                    <a:lnTo>
                      <a:pt x="525794" y="94161"/>
                    </a:lnTo>
                    <a:lnTo>
                      <a:pt x="5257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1583B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75" rIns="68550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6" name="Google Shape;4056;g3cf02dd855a_0_2629"/>
              <p:cNvSpPr/>
              <p:nvPr/>
            </p:nvSpPr>
            <p:spPr>
              <a:xfrm flipH="1">
                <a:off x="3446381" y="2412038"/>
                <a:ext cx="1341581" cy="1090940"/>
              </a:xfrm>
              <a:custGeom>
                <a:avLst/>
                <a:gdLst/>
                <a:ahLst/>
                <a:cxnLst/>
                <a:rect l="l" t="t" r="r" b="b"/>
                <a:pathLst>
                  <a:path w="1341581" h="1090940" extrusionOk="0">
                    <a:moveTo>
                      <a:pt x="1341582" y="4756"/>
                    </a:moveTo>
                    <a:lnTo>
                      <a:pt x="1341582" y="0"/>
                    </a:lnTo>
                    <a:cubicBezTo>
                      <a:pt x="1275026" y="0"/>
                      <a:pt x="1198962" y="13316"/>
                      <a:pt x="1118143" y="38996"/>
                    </a:cubicBezTo>
                    <a:cubicBezTo>
                      <a:pt x="1070603" y="54214"/>
                      <a:pt x="1020211" y="73237"/>
                      <a:pt x="969818" y="96064"/>
                    </a:cubicBezTo>
                    <a:cubicBezTo>
                      <a:pt x="848115" y="151229"/>
                      <a:pt x="730216" y="224466"/>
                      <a:pt x="624677" y="306262"/>
                    </a:cubicBezTo>
                    <a:cubicBezTo>
                      <a:pt x="536252" y="374744"/>
                      <a:pt x="461139" y="445127"/>
                      <a:pt x="399337" y="514559"/>
                    </a:cubicBezTo>
                    <a:cubicBezTo>
                      <a:pt x="348944" y="571627"/>
                      <a:pt x="308060" y="625841"/>
                      <a:pt x="277634" y="676250"/>
                    </a:cubicBezTo>
                    <a:cubicBezTo>
                      <a:pt x="251963" y="718100"/>
                      <a:pt x="228192" y="749487"/>
                      <a:pt x="205373" y="772314"/>
                    </a:cubicBezTo>
                    <a:cubicBezTo>
                      <a:pt x="184456" y="793239"/>
                      <a:pt x="163538" y="809408"/>
                      <a:pt x="141670" y="820821"/>
                    </a:cubicBezTo>
                    <a:cubicBezTo>
                      <a:pt x="121703" y="832235"/>
                      <a:pt x="99834" y="839844"/>
                      <a:pt x="76064" y="844600"/>
                    </a:cubicBezTo>
                    <a:cubicBezTo>
                      <a:pt x="53245" y="849355"/>
                      <a:pt x="28524" y="854111"/>
                      <a:pt x="0" y="854111"/>
                    </a:cubicBezTo>
                    <a:lnTo>
                      <a:pt x="0" y="973001"/>
                    </a:lnTo>
                    <a:lnTo>
                      <a:pt x="0" y="973001"/>
                    </a:lnTo>
                    <a:lnTo>
                      <a:pt x="0" y="1008193"/>
                    </a:lnTo>
                    <a:lnTo>
                      <a:pt x="0" y="1008193"/>
                    </a:lnTo>
                    <a:lnTo>
                      <a:pt x="0" y="1078577"/>
                    </a:lnTo>
                    <a:lnTo>
                      <a:pt x="0" y="1078577"/>
                    </a:lnTo>
                    <a:lnTo>
                      <a:pt x="0" y="1090941"/>
                    </a:lnTo>
                    <a:lnTo>
                      <a:pt x="0" y="1090941"/>
                    </a:lnTo>
                    <a:cubicBezTo>
                      <a:pt x="27573" y="1090941"/>
                      <a:pt x="53245" y="1090941"/>
                      <a:pt x="76064" y="1088088"/>
                    </a:cubicBezTo>
                    <a:cubicBezTo>
                      <a:pt x="99834" y="1086185"/>
                      <a:pt x="121703" y="1083332"/>
                      <a:pt x="141670" y="1079528"/>
                    </a:cubicBezTo>
                    <a:cubicBezTo>
                      <a:pt x="163538" y="1074772"/>
                      <a:pt x="184456" y="1069065"/>
                      <a:pt x="205373" y="1061456"/>
                    </a:cubicBezTo>
                    <a:cubicBezTo>
                      <a:pt x="228192" y="1052896"/>
                      <a:pt x="252913" y="1041482"/>
                      <a:pt x="277634" y="1026265"/>
                    </a:cubicBezTo>
                    <a:cubicBezTo>
                      <a:pt x="308060" y="1007242"/>
                      <a:pt x="348944" y="988220"/>
                      <a:pt x="399337" y="967295"/>
                    </a:cubicBezTo>
                    <a:cubicBezTo>
                      <a:pt x="461139" y="941614"/>
                      <a:pt x="536252" y="915934"/>
                      <a:pt x="624677" y="891205"/>
                    </a:cubicBezTo>
                    <a:cubicBezTo>
                      <a:pt x="730216" y="861720"/>
                      <a:pt x="848115" y="835088"/>
                      <a:pt x="969818" y="814164"/>
                    </a:cubicBezTo>
                    <a:cubicBezTo>
                      <a:pt x="1106734" y="791336"/>
                      <a:pt x="1235092" y="777070"/>
                      <a:pt x="1341582" y="777070"/>
                    </a:cubicBezTo>
                    <a:lnTo>
                      <a:pt x="1341582" y="508852"/>
                    </a:lnTo>
                    <a:lnTo>
                      <a:pt x="1341582" y="508852"/>
                    </a:lnTo>
                    <a:lnTo>
                      <a:pt x="1341582" y="5707"/>
                    </a:lnTo>
                    <a:lnTo>
                      <a:pt x="1341582" y="5707"/>
                    </a:lnTo>
                    <a:cubicBezTo>
                      <a:pt x="1341582" y="5707"/>
                      <a:pt x="1341582" y="5707"/>
                      <a:pt x="1341582" y="5707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1583B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50" rIns="68550" bIns="342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57" name="Google Shape;4057;g3cf02dd855a_0_2629"/>
            <p:cNvSpPr txBox="1"/>
            <p:nvPr/>
          </p:nvSpPr>
          <p:spPr>
            <a:xfrm>
              <a:off x="1219210" y="2688682"/>
              <a:ext cx="2262900" cy="20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 all Prerequisites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8" name="Google Shape;4058;g3cf02dd855a_0_2629"/>
          <p:cNvGrpSpPr/>
          <p:nvPr/>
        </p:nvGrpSpPr>
        <p:grpSpPr>
          <a:xfrm>
            <a:off x="0" y="3052697"/>
            <a:ext cx="5473839" cy="801049"/>
            <a:chOff x="-1167" y="3315607"/>
            <a:chExt cx="5314922" cy="778020"/>
          </a:xfrm>
        </p:grpSpPr>
        <p:sp>
          <p:nvSpPr>
            <p:cNvPr id="4059" name="Google Shape;4059;g3cf02dd855a_0_2629"/>
            <p:cNvSpPr/>
            <p:nvPr/>
          </p:nvSpPr>
          <p:spPr>
            <a:xfrm flipH="1">
              <a:off x="-1167" y="3316558"/>
              <a:ext cx="3447545" cy="777069"/>
            </a:xfrm>
            <a:custGeom>
              <a:avLst/>
              <a:gdLst/>
              <a:ahLst/>
              <a:cxnLst/>
              <a:rect l="l" t="t" r="r" b="b"/>
              <a:pathLst>
                <a:path w="1410039" h="777069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09116"/>
                  </a:lnTo>
                  <a:lnTo>
                    <a:pt x="0" y="467954"/>
                  </a:lnTo>
                  <a:lnTo>
                    <a:pt x="0" y="777070"/>
                  </a:lnTo>
                  <a:lnTo>
                    <a:pt x="1410040" y="777070"/>
                  </a:lnTo>
                  <a:lnTo>
                    <a:pt x="1410040" y="467954"/>
                  </a:lnTo>
                  <a:lnTo>
                    <a:pt x="1410040" y="309116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2479A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0" name="Google Shape;4060;g3cf02dd855a_0_2629"/>
            <p:cNvSpPr/>
            <p:nvPr/>
          </p:nvSpPr>
          <p:spPr>
            <a:xfrm flipH="1">
              <a:off x="4787962" y="3586678"/>
              <a:ext cx="525793" cy="235879"/>
            </a:xfrm>
            <a:custGeom>
              <a:avLst/>
              <a:gdLst/>
              <a:ahLst/>
              <a:cxnLst/>
              <a:rect l="l" t="t" r="r" b="b"/>
              <a:pathLst>
                <a:path w="525793" h="235879" extrusionOk="0">
                  <a:moveTo>
                    <a:pt x="525794" y="0"/>
                  </a:moveTo>
                  <a:lnTo>
                    <a:pt x="0" y="0"/>
                  </a:lnTo>
                  <a:lnTo>
                    <a:pt x="0" y="94162"/>
                  </a:lnTo>
                  <a:lnTo>
                    <a:pt x="0" y="141718"/>
                  </a:lnTo>
                  <a:lnTo>
                    <a:pt x="0" y="235879"/>
                  </a:lnTo>
                  <a:lnTo>
                    <a:pt x="525794" y="235879"/>
                  </a:lnTo>
                  <a:lnTo>
                    <a:pt x="525794" y="141718"/>
                  </a:lnTo>
                  <a:lnTo>
                    <a:pt x="525794" y="94162"/>
                  </a:lnTo>
                  <a:lnTo>
                    <a:pt x="5257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1" name="Google Shape;4061;g3cf02dd855a_0_2629"/>
            <p:cNvSpPr/>
            <p:nvPr/>
          </p:nvSpPr>
          <p:spPr>
            <a:xfrm flipH="1">
              <a:off x="3445430" y="3315607"/>
              <a:ext cx="1342532" cy="778020"/>
            </a:xfrm>
            <a:custGeom>
              <a:avLst/>
              <a:gdLst/>
              <a:ahLst/>
              <a:cxnLst/>
              <a:rect l="l" t="t" r="r" b="b"/>
              <a:pathLst>
                <a:path w="1342532" h="778020" extrusionOk="0">
                  <a:moveTo>
                    <a:pt x="0" y="506950"/>
                  </a:moveTo>
                  <a:cubicBezTo>
                    <a:pt x="32327" y="506950"/>
                    <a:pt x="61802" y="506950"/>
                    <a:pt x="88425" y="508852"/>
                  </a:cubicBezTo>
                  <a:cubicBezTo>
                    <a:pt x="115047" y="510754"/>
                    <a:pt x="140719" y="513608"/>
                    <a:pt x="163538" y="517412"/>
                  </a:cubicBezTo>
                  <a:cubicBezTo>
                    <a:pt x="188259" y="521217"/>
                    <a:pt x="212029" y="526924"/>
                    <a:pt x="234848" y="534533"/>
                  </a:cubicBezTo>
                  <a:cubicBezTo>
                    <a:pt x="260520" y="543093"/>
                    <a:pt x="287142" y="554506"/>
                    <a:pt x="314716" y="569724"/>
                  </a:cubicBezTo>
                  <a:cubicBezTo>
                    <a:pt x="347994" y="587796"/>
                    <a:pt x="391731" y="607769"/>
                    <a:pt x="445926" y="627743"/>
                  </a:cubicBezTo>
                  <a:cubicBezTo>
                    <a:pt x="510581" y="651521"/>
                    <a:pt x="589497" y="675299"/>
                    <a:pt x="678873" y="697175"/>
                  </a:cubicBezTo>
                  <a:cubicBezTo>
                    <a:pt x="783461" y="722856"/>
                    <a:pt x="897557" y="743780"/>
                    <a:pt x="1011654" y="758047"/>
                  </a:cubicBezTo>
                  <a:cubicBezTo>
                    <a:pt x="1136209" y="773265"/>
                    <a:pt x="1239846" y="778021"/>
                    <a:pt x="1342533" y="778021"/>
                  </a:cubicBezTo>
                  <a:lnTo>
                    <a:pt x="1342533" y="0"/>
                  </a:lnTo>
                  <a:cubicBezTo>
                    <a:pt x="1244600" y="0"/>
                    <a:pt x="1136209" y="3805"/>
                    <a:pt x="1011654" y="19023"/>
                  </a:cubicBezTo>
                  <a:cubicBezTo>
                    <a:pt x="896606" y="33289"/>
                    <a:pt x="783461" y="55165"/>
                    <a:pt x="678873" y="79895"/>
                  </a:cubicBezTo>
                  <a:cubicBezTo>
                    <a:pt x="589497" y="101770"/>
                    <a:pt x="510581" y="125549"/>
                    <a:pt x="445926" y="149327"/>
                  </a:cubicBezTo>
                  <a:cubicBezTo>
                    <a:pt x="391731" y="169300"/>
                    <a:pt x="347994" y="188323"/>
                    <a:pt x="314716" y="207345"/>
                  </a:cubicBezTo>
                  <a:cubicBezTo>
                    <a:pt x="287142" y="222563"/>
                    <a:pt x="260520" y="233977"/>
                    <a:pt x="234848" y="242537"/>
                  </a:cubicBezTo>
                  <a:cubicBezTo>
                    <a:pt x="212029" y="250146"/>
                    <a:pt x="188259" y="255853"/>
                    <a:pt x="163538" y="259657"/>
                  </a:cubicBezTo>
                  <a:cubicBezTo>
                    <a:pt x="140719" y="263462"/>
                    <a:pt x="115998" y="266315"/>
                    <a:pt x="88425" y="268217"/>
                  </a:cubicBezTo>
                  <a:cubicBezTo>
                    <a:pt x="61802" y="270120"/>
                    <a:pt x="33278" y="270120"/>
                    <a:pt x="0" y="270120"/>
                  </a:cubicBezTo>
                  <a:lnTo>
                    <a:pt x="0" y="505999"/>
                  </a:lnTo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247AAF"/>
                </a:gs>
                <a:gs pos="100000">
                  <a:srgbClr val="247AA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2" name="Google Shape;4062;g3cf02dd855a_0_2629"/>
            <p:cNvSpPr txBox="1"/>
            <p:nvPr/>
          </p:nvSpPr>
          <p:spPr>
            <a:xfrm>
              <a:off x="1233120" y="3499331"/>
              <a:ext cx="23379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VCF Operations 9.1</a:t>
              </a:r>
              <a:b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/ Move Fleet to Service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3" name="Google Shape;4063;g3cf02dd855a_0_2629"/>
          <p:cNvGrpSpPr/>
          <p:nvPr/>
        </p:nvGrpSpPr>
        <p:grpSpPr>
          <a:xfrm>
            <a:off x="0" y="3616462"/>
            <a:ext cx="5473839" cy="1444008"/>
            <a:chOff x="-1167" y="3907207"/>
            <a:chExt cx="5314922" cy="1274950"/>
          </a:xfrm>
        </p:grpSpPr>
        <p:sp>
          <p:nvSpPr>
            <p:cNvPr id="4064" name="Google Shape;4064;g3cf02dd855a_0_2629"/>
            <p:cNvSpPr/>
            <p:nvPr/>
          </p:nvSpPr>
          <p:spPr>
            <a:xfrm flipH="1">
              <a:off x="-1167" y="4221079"/>
              <a:ext cx="3447545" cy="778020"/>
            </a:xfrm>
            <a:custGeom>
              <a:avLst/>
              <a:gdLst/>
              <a:ahLst/>
              <a:cxnLst/>
              <a:rect l="l" t="t" r="r" b="b"/>
              <a:pathLst>
                <a:path w="1410039" h="778020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10067"/>
                  </a:lnTo>
                  <a:lnTo>
                    <a:pt x="0" y="467954"/>
                  </a:lnTo>
                  <a:lnTo>
                    <a:pt x="0" y="778021"/>
                  </a:lnTo>
                  <a:lnTo>
                    <a:pt x="1410040" y="778021"/>
                  </a:lnTo>
                  <a:lnTo>
                    <a:pt x="1410040" y="467954"/>
                  </a:lnTo>
                  <a:lnTo>
                    <a:pt x="1410040" y="310067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366DA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5" name="Google Shape;4065;g3cf02dd855a_0_2629"/>
            <p:cNvSpPr/>
            <p:nvPr/>
          </p:nvSpPr>
          <p:spPr>
            <a:xfrm flipH="1">
              <a:off x="4787962" y="3908158"/>
              <a:ext cx="525793" cy="235879"/>
            </a:xfrm>
            <a:custGeom>
              <a:avLst/>
              <a:gdLst/>
              <a:ahLst/>
              <a:cxnLst/>
              <a:rect l="l" t="t" r="r" b="b"/>
              <a:pathLst>
                <a:path w="525793" h="235879" extrusionOk="0">
                  <a:moveTo>
                    <a:pt x="525794" y="0"/>
                  </a:moveTo>
                  <a:lnTo>
                    <a:pt x="0" y="0"/>
                  </a:lnTo>
                  <a:lnTo>
                    <a:pt x="0" y="94161"/>
                  </a:lnTo>
                  <a:lnTo>
                    <a:pt x="0" y="141718"/>
                  </a:lnTo>
                  <a:lnTo>
                    <a:pt x="0" y="235879"/>
                  </a:lnTo>
                  <a:lnTo>
                    <a:pt x="525794" y="235879"/>
                  </a:lnTo>
                  <a:lnTo>
                    <a:pt x="525794" y="141718"/>
                  </a:lnTo>
                  <a:lnTo>
                    <a:pt x="525794" y="94161"/>
                  </a:lnTo>
                  <a:lnTo>
                    <a:pt x="5257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6" name="Google Shape;4066;g3cf02dd855a_0_2629"/>
            <p:cNvSpPr/>
            <p:nvPr/>
          </p:nvSpPr>
          <p:spPr>
            <a:xfrm flipH="1">
              <a:off x="3446381" y="3907207"/>
              <a:ext cx="1341581" cy="1090941"/>
            </a:xfrm>
            <a:custGeom>
              <a:avLst/>
              <a:gdLst/>
              <a:ahLst/>
              <a:cxnLst/>
              <a:rect l="l" t="t" r="r" b="b"/>
              <a:pathLst>
                <a:path w="1341581" h="1090941" extrusionOk="0">
                  <a:moveTo>
                    <a:pt x="1341582" y="1086186"/>
                  </a:moveTo>
                  <a:lnTo>
                    <a:pt x="1341582" y="1090941"/>
                  </a:lnTo>
                  <a:cubicBezTo>
                    <a:pt x="1275026" y="1090941"/>
                    <a:pt x="1198962" y="1077625"/>
                    <a:pt x="1118143" y="1051945"/>
                  </a:cubicBezTo>
                  <a:cubicBezTo>
                    <a:pt x="1070603" y="1036727"/>
                    <a:pt x="1020211" y="1017704"/>
                    <a:pt x="969818" y="994877"/>
                  </a:cubicBezTo>
                  <a:cubicBezTo>
                    <a:pt x="848115" y="939712"/>
                    <a:pt x="730216" y="866475"/>
                    <a:pt x="624677" y="784679"/>
                  </a:cubicBezTo>
                  <a:cubicBezTo>
                    <a:pt x="536252" y="716198"/>
                    <a:pt x="461139" y="645814"/>
                    <a:pt x="399337" y="576382"/>
                  </a:cubicBezTo>
                  <a:cubicBezTo>
                    <a:pt x="348944" y="519315"/>
                    <a:pt x="308060" y="465100"/>
                    <a:pt x="277634" y="414691"/>
                  </a:cubicBezTo>
                  <a:cubicBezTo>
                    <a:pt x="251963" y="372841"/>
                    <a:pt x="228192" y="341454"/>
                    <a:pt x="205373" y="318627"/>
                  </a:cubicBezTo>
                  <a:cubicBezTo>
                    <a:pt x="184456" y="297702"/>
                    <a:pt x="163538" y="281533"/>
                    <a:pt x="141670" y="270120"/>
                  </a:cubicBezTo>
                  <a:cubicBezTo>
                    <a:pt x="121703" y="258706"/>
                    <a:pt x="99834" y="251097"/>
                    <a:pt x="76064" y="246341"/>
                  </a:cubicBezTo>
                  <a:cubicBezTo>
                    <a:pt x="53245" y="241586"/>
                    <a:pt x="28524" y="236830"/>
                    <a:pt x="0" y="236830"/>
                  </a:cubicBezTo>
                  <a:lnTo>
                    <a:pt x="0" y="117940"/>
                  </a:lnTo>
                  <a:lnTo>
                    <a:pt x="0" y="117940"/>
                  </a:lnTo>
                  <a:lnTo>
                    <a:pt x="0" y="82748"/>
                  </a:lnTo>
                  <a:lnTo>
                    <a:pt x="0" y="82748"/>
                  </a:lnTo>
                  <a:lnTo>
                    <a:pt x="0" y="12365"/>
                  </a:lnTo>
                  <a:lnTo>
                    <a:pt x="0" y="12365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27573" y="0"/>
                    <a:pt x="53245" y="0"/>
                    <a:pt x="76064" y="2853"/>
                  </a:cubicBezTo>
                  <a:cubicBezTo>
                    <a:pt x="99834" y="4756"/>
                    <a:pt x="121703" y="7609"/>
                    <a:pt x="141670" y="11414"/>
                  </a:cubicBezTo>
                  <a:cubicBezTo>
                    <a:pt x="163538" y="16169"/>
                    <a:pt x="184456" y="21876"/>
                    <a:pt x="205373" y="29485"/>
                  </a:cubicBezTo>
                  <a:cubicBezTo>
                    <a:pt x="228192" y="38045"/>
                    <a:pt x="252913" y="49459"/>
                    <a:pt x="277634" y="64677"/>
                  </a:cubicBezTo>
                  <a:cubicBezTo>
                    <a:pt x="308060" y="83699"/>
                    <a:pt x="348944" y="102722"/>
                    <a:pt x="399337" y="123646"/>
                  </a:cubicBezTo>
                  <a:cubicBezTo>
                    <a:pt x="461139" y="149327"/>
                    <a:pt x="536252" y="175007"/>
                    <a:pt x="624677" y="199736"/>
                  </a:cubicBezTo>
                  <a:cubicBezTo>
                    <a:pt x="730216" y="229221"/>
                    <a:pt x="848115" y="255853"/>
                    <a:pt x="969818" y="276778"/>
                  </a:cubicBezTo>
                  <a:cubicBezTo>
                    <a:pt x="1106734" y="299605"/>
                    <a:pt x="1235092" y="313871"/>
                    <a:pt x="1341582" y="313871"/>
                  </a:cubicBezTo>
                  <a:lnTo>
                    <a:pt x="1341582" y="582089"/>
                  </a:lnTo>
                  <a:lnTo>
                    <a:pt x="1341582" y="582089"/>
                  </a:lnTo>
                  <a:lnTo>
                    <a:pt x="1341582" y="1085234"/>
                  </a:lnTo>
                  <a:lnTo>
                    <a:pt x="1341582" y="1085234"/>
                  </a:lnTo>
                  <a:cubicBezTo>
                    <a:pt x="1341582" y="1085234"/>
                    <a:pt x="1341582" y="1085234"/>
                    <a:pt x="1341582" y="1085234"/>
                  </a:cubicBezTo>
                  <a:close/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366DA7"/>
                </a:gs>
                <a:gs pos="100000">
                  <a:srgbClr val="366DA7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50" rIns="68550" bIns="342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7" name="Google Shape;4067;g3cf02dd855a_0_2629"/>
            <p:cNvSpPr txBox="1"/>
            <p:nvPr/>
          </p:nvSpPr>
          <p:spPr>
            <a:xfrm>
              <a:off x="1225690" y="4230857"/>
              <a:ext cx="2970900" cy="95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Download SDDC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Binary / Upgrade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SDDC Manager / Deploy VCF Services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8" name="Google Shape;4068;g3cf02dd855a_0_2629"/>
          <p:cNvGrpSpPr/>
          <p:nvPr/>
        </p:nvGrpSpPr>
        <p:grpSpPr>
          <a:xfrm>
            <a:off x="0" y="4171560"/>
            <a:ext cx="5473839" cy="1725489"/>
            <a:chOff x="-1167" y="4227737"/>
            <a:chExt cx="5314922" cy="1675883"/>
          </a:xfrm>
        </p:grpSpPr>
        <p:sp>
          <p:nvSpPr>
            <p:cNvPr id="4069" name="Google Shape;4069;g3cf02dd855a_0_2629"/>
            <p:cNvSpPr/>
            <p:nvPr/>
          </p:nvSpPr>
          <p:spPr>
            <a:xfrm flipH="1">
              <a:off x="-1167" y="5126550"/>
              <a:ext cx="3447545" cy="777069"/>
            </a:xfrm>
            <a:custGeom>
              <a:avLst/>
              <a:gdLst/>
              <a:ahLst/>
              <a:cxnLst/>
              <a:rect l="l" t="t" r="r" b="b"/>
              <a:pathLst>
                <a:path w="1410039" h="777069" extrusionOk="0">
                  <a:moveTo>
                    <a:pt x="1410040" y="0"/>
                  </a:moveTo>
                  <a:lnTo>
                    <a:pt x="0" y="0"/>
                  </a:lnTo>
                  <a:lnTo>
                    <a:pt x="0" y="309116"/>
                  </a:lnTo>
                  <a:lnTo>
                    <a:pt x="0" y="467954"/>
                  </a:lnTo>
                  <a:lnTo>
                    <a:pt x="0" y="777069"/>
                  </a:lnTo>
                  <a:lnTo>
                    <a:pt x="1410040" y="777069"/>
                  </a:lnTo>
                  <a:lnTo>
                    <a:pt x="1410040" y="467954"/>
                  </a:lnTo>
                  <a:lnTo>
                    <a:pt x="1410040" y="309116"/>
                  </a:lnTo>
                  <a:lnTo>
                    <a:pt x="1410040" y="0"/>
                  </a:lnTo>
                  <a:close/>
                </a:path>
              </a:pathLst>
            </a:custGeom>
            <a:solidFill>
              <a:srgbClr val="4B619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70" name="Google Shape;4070;g3cf02dd855a_0_2629"/>
            <p:cNvGrpSpPr/>
            <p:nvPr/>
          </p:nvGrpSpPr>
          <p:grpSpPr>
            <a:xfrm>
              <a:off x="3446381" y="4227737"/>
              <a:ext cx="1867374" cy="1675883"/>
              <a:chOff x="3446381" y="4227737"/>
              <a:chExt cx="1867374" cy="1675883"/>
            </a:xfrm>
          </p:grpSpPr>
          <p:sp>
            <p:nvSpPr>
              <p:cNvPr id="4071" name="Google Shape;4071;g3cf02dd855a_0_2629"/>
              <p:cNvSpPr/>
              <p:nvPr/>
            </p:nvSpPr>
            <p:spPr>
              <a:xfrm rot="10800000" flipH="1">
                <a:off x="4787962" y="4227737"/>
                <a:ext cx="525793" cy="235879"/>
              </a:xfrm>
              <a:custGeom>
                <a:avLst/>
                <a:gdLst/>
                <a:ahLst/>
                <a:cxnLst/>
                <a:rect l="l" t="t" r="r" b="b"/>
                <a:pathLst>
                  <a:path w="525793" h="235879" extrusionOk="0">
                    <a:moveTo>
                      <a:pt x="525794" y="0"/>
                    </a:moveTo>
                    <a:lnTo>
                      <a:pt x="0" y="0"/>
                    </a:lnTo>
                    <a:lnTo>
                      <a:pt x="0" y="94161"/>
                    </a:lnTo>
                    <a:lnTo>
                      <a:pt x="0" y="142669"/>
                    </a:lnTo>
                    <a:lnTo>
                      <a:pt x="0" y="235879"/>
                    </a:lnTo>
                    <a:lnTo>
                      <a:pt x="525794" y="235879"/>
                    </a:lnTo>
                    <a:lnTo>
                      <a:pt x="525794" y="142669"/>
                    </a:lnTo>
                    <a:lnTo>
                      <a:pt x="525794" y="94161"/>
                    </a:lnTo>
                    <a:lnTo>
                      <a:pt x="5257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4B619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75" rIns="68550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2" name="Google Shape;4072;g3cf02dd855a_0_2629"/>
              <p:cNvSpPr/>
              <p:nvPr/>
            </p:nvSpPr>
            <p:spPr>
              <a:xfrm flipH="1">
                <a:off x="3446381" y="4227737"/>
                <a:ext cx="1341581" cy="1675883"/>
              </a:xfrm>
              <a:custGeom>
                <a:avLst/>
                <a:gdLst/>
                <a:ahLst/>
                <a:cxnLst/>
                <a:rect l="l" t="t" r="r" b="b"/>
                <a:pathLst>
                  <a:path w="1341581" h="1675883" extrusionOk="0">
                    <a:moveTo>
                      <a:pt x="1341582" y="1667323"/>
                    </a:moveTo>
                    <a:lnTo>
                      <a:pt x="1341582" y="1675883"/>
                    </a:lnTo>
                    <a:lnTo>
                      <a:pt x="1341582" y="1675883"/>
                    </a:lnTo>
                    <a:cubicBezTo>
                      <a:pt x="1275026" y="1675883"/>
                      <a:pt x="1198962" y="1654007"/>
                      <a:pt x="1118143" y="1610255"/>
                    </a:cubicBezTo>
                    <a:cubicBezTo>
                      <a:pt x="1070603" y="1584575"/>
                      <a:pt x="1020211" y="1552237"/>
                      <a:pt x="969818" y="1513241"/>
                    </a:cubicBezTo>
                    <a:cubicBezTo>
                      <a:pt x="848115" y="1420030"/>
                      <a:pt x="730216" y="1296384"/>
                      <a:pt x="624677" y="1159422"/>
                    </a:cubicBezTo>
                    <a:cubicBezTo>
                      <a:pt x="536252" y="1044336"/>
                      <a:pt x="461139" y="924494"/>
                      <a:pt x="399337" y="808457"/>
                    </a:cubicBezTo>
                    <a:cubicBezTo>
                      <a:pt x="348944" y="712393"/>
                      <a:pt x="308060" y="621085"/>
                      <a:pt x="277634" y="535484"/>
                    </a:cubicBezTo>
                    <a:cubicBezTo>
                      <a:pt x="251963" y="465100"/>
                      <a:pt x="228192" y="412788"/>
                      <a:pt x="205373" y="372841"/>
                    </a:cubicBezTo>
                    <a:cubicBezTo>
                      <a:pt x="184456" y="337650"/>
                      <a:pt x="163538" y="311018"/>
                      <a:pt x="141670" y="291044"/>
                    </a:cubicBezTo>
                    <a:cubicBezTo>
                      <a:pt x="121703" y="272973"/>
                      <a:pt x="99834" y="259657"/>
                      <a:pt x="76064" y="251097"/>
                    </a:cubicBezTo>
                    <a:cubicBezTo>
                      <a:pt x="53245" y="242537"/>
                      <a:pt x="28524" y="235879"/>
                      <a:pt x="0" y="235879"/>
                    </a:cubicBezTo>
                    <a:lnTo>
                      <a:pt x="0" y="235879"/>
                    </a:lnTo>
                    <a:lnTo>
                      <a:pt x="0" y="34241"/>
                    </a:lnTo>
                    <a:lnTo>
                      <a:pt x="0" y="34241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27573" y="0"/>
                      <a:pt x="53245" y="1902"/>
                      <a:pt x="76064" y="7609"/>
                    </a:cubicBezTo>
                    <a:cubicBezTo>
                      <a:pt x="99834" y="12365"/>
                      <a:pt x="121703" y="20925"/>
                      <a:pt x="141670" y="32338"/>
                    </a:cubicBezTo>
                    <a:cubicBezTo>
                      <a:pt x="163538" y="44703"/>
                      <a:pt x="184456" y="60872"/>
                      <a:pt x="205373" y="82748"/>
                    </a:cubicBezTo>
                    <a:cubicBezTo>
                      <a:pt x="228192" y="107477"/>
                      <a:pt x="252913" y="139815"/>
                      <a:pt x="277634" y="183567"/>
                    </a:cubicBezTo>
                    <a:cubicBezTo>
                      <a:pt x="308060" y="236830"/>
                      <a:pt x="348944" y="293898"/>
                      <a:pt x="399337" y="353819"/>
                    </a:cubicBezTo>
                    <a:cubicBezTo>
                      <a:pt x="461139" y="426104"/>
                      <a:pt x="536252" y="500292"/>
                      <a:pt x="624677" y="571627"/>
                    </a:cubicBezTo>
                    <a:cubicBezTo>
                      <a:pt x="730216" y="657228"/>
                      <a:pt x="848115" y="733318"/>
                      <a:pt x="969818" y="791336"/>
                    </a:cubicBezTo>
                    <a:cubicBezTo>
                      <a:pt x="1106734" y="856013"/>
                      <a:pt x="1235092" y="897862"/>
                      <a:pt x="1341582" y="896911"/>
                    </a:cubicBezTo>
                    <a:lnTo>
                      <a:pt x="1341582" y="1666372"/>
                    </a:lnTo>
                    <a:cubicBezTo>
                      <a:pt x="1341582" y="1666372"/>
                      <a:pt x="1341582" y="1666372"/>
                      <a:pt x="1341582" y="1666372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100000">
                    <a:srgbClr val="4B619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50" rIns="68550" bIns="342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73" name="Google Shape;4073;g3cf02dd855a_0_2629"/>
            <p:cNvSpPr txBox="1"/>
            <p:nvPr/>
          </p:nvSpPr>
          <p:spPr>
            <a:xfrm>
              <a:off x="1271341" y="5185333"/>
              <a:ext cx="2535000" cy="62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Download Upgrade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Binaries for NSX,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vCenter, ESX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74" name="Google Shape;4074;g3cf02dd855a_0_2629"/>
          <p:cNvGrpSpPr/>
          <p:nvPr/>
        </p:nvGrpSpPr>
        <p:grpSpPr>
          <a:xfrm>
            <a:off x="-15954" y="1129899"/>
            <a:ext cx="5698324" cy="1791519"/>
            <a:chOff x="-15268" y="1506567"/>
            <a:chExt cx="5329023" cy="1675883"/>
          </a:xfrm>
        </p:grpSpPr>
        <p:sp>
          <p:nvSpPr>
            <p:cNvPr id="4075" name="Google Shape;4075;g3cf02dd855a_0_2629"/>
            <p:cNvSpPr/>
            <p:nvPr/>
          </p:nvSpPr>
          <p:spPr>
            <a:xfrm rot="10800000" flipH="1">
              <a:off x="4787962" y="2945619"/>
              <a:ext cx="525793" cy="235879"/>
            </a:xfrm>
            <a:custGeom>
              <a:avLst/>
              <a:gdLst/>
              <a:ahLst/>
              <a:cxnLst/>
              <a:rect l="l" t="t" r="r" b="b"/>
              <a:pathLst>
                <a:path w="525793" h="235879" extrusionOk="0">
                  <a:moveTo>
                    <a:pt x="525794" y="0"/>
                  </a:moveTo>
                  <a:lnTo>
                    <a:pt x="0" y="0"/>
                  </a:lnTo>
                  <a:lnTo>
                    <a:pt x="0" y="94161"/>
                  </a:lnTo>
                  <a:lnTo>
                    <a:pt x="0" y="142669"/>
                  </a:lnTo>
                  <a:lnTo>
                    <a:pt x="0" y="235879"/>
                  </a:lnTo>
                  <a:lnTo>
                    <a:pt x="525794" y="235879"/>
                  </a:lnTo>
                  <a:lnTo>
                    <a:pt x="525794" y="142669"/>
                  </a:lnTo>
                  <a:lnTo>
                    <a:pt x="525794" y="94161"/>
                  </a:lnTo>
                  <a:lnTo>
                    <a:pt x="525794" y="0"/>
                  </a:lnTo>
                  <a:close/>
                </a:path>
              </a:pathLst>
            </a:custGeom>
            <a:gradFill>
              <a:gsLst>
                <a:gs pos="0">
                  <a:srgbClr val="005B84"/>
                </a:gs>
                <a:gs pos="99000">
                  <a:srgbClr val="1583B6"/>
                </a:gs>
                <a:gs pos="100000">
                  <a:srgbClr val="1583B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50" tIns="34275" rIns="68550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76" name="Google Shape;4076;g3cf02dd855a_0_2629"/>
            <p:cNvGrpSpPr/>
            <p:nvPr/>
          </p:nvGrpSpPr>
          <p:grpSpPr>
            <a:xfrm>
              <a:off x="-15268" y="1506567"/>
              <a:ext cx="4803230" cy="1675883"/>
              <a:chOff x="-15268" y="1506567"/>
              <a:chExt cx="4803230" cy="1675883"/>
            </a:xfrm>
          </p:grpSpPr>
          <p:sp>
            <p:nvSpPr>
              <p:cNvPr id="4077" name="Google Shape;4077;g3cf02dd855a_0_2629"/>
              <p:cNvSpPr/>
              <p:nvPr/>
            </p:nvSpPr>
            <p:spPr>
              <a:xfrm flipH="1">
                <a:off x="-15268" y="1506567"/>
                <a:ext cx="3461646" cy="778020"/>
              </a:xfrm>
              <a:custGeom>
                <a:avLst/>
                <a:gdLst/>
                <a:ahLst/>
                <a:cxnLst/>
                <a:rect l="l" t="t" r="r" b="b"/>
                <a:pathLst>
                  <a:path w="1410039" h="778020" extrusionOk="0">
                    <a:moveTo>
                      <a:pt x="1410040" y="0"/>
                    </a:moveTo>
                    <a:lnTo>
                      <a:pt x="0" y="0"/>
                    </a:lnTo>
                    <a:lnTo>
                      <a:pt x="0" y="309116"/>
                    </a:lnTo>
                    <a:lnTo>
                      <a:pt x="0" y="467954"/>
                    </a:lnTo>
                    <a:lnTo>
                      <a:pt x="0" y="778021"/>
                    </a:lnTo>
                    <a:lnTo>
                      <a:pt x="1410040" y="778021"/>
                    </a:lnTo>
                    <a:lnTo>
                      <a:pt x="1410040" y="467954"/>
                    </a:lnTo>
                    <a:lnTo>
                      <a:pt x="1410040" y="309116"/>
                    </a:lnTo>
                    <a:lnTo>
                      <a:pt x="1410040" y="0"/>
                    </a:lnTo>
                    <a:close/>
                  </a:path>
                </a:pathLst>
              </a:custGeom>
              <a:solidFill>
                <a:srgbClr val="1582B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8" name="Google Shape;4078;g3cf02dd855a_0_2629"/>
              <p:cNvSpPr/>
              <p:nvPr/>
            </p:nvSpPr>
            <p:spPr>
              <a:xfrm flipH="1">
                <a:off x="3446381" y="1506567"/>
                <a:ext cx="1341581" cy="1675883"/>
              </a:xfrm>
              <a:custGeom>
                <a:avLst/>
                <a:gdLst/>
                <a:ahLst/>
                <a:cxnLst/>
                <a:rect l="l" t="t" r="r" b="b"/>
                <a:pathLst>
                  <a:path w="1341581" h="1675883" extrusionOk="0">
                    <a:moveTo>
                      <a:pt x="1341582" y="7609"/>
                    </a:moveTo>
                    <a:lnTo>
                      <a:pt x="1341582" y="0"/>
                    </a:lnTo>
                    <a:lnTo>
                      <a:pt x="1341582" y="0"/>
                    </a:lnTo>
                    <a:cubicBezTo>
                      <a:pt x="1275026" y="0"/>
                      <a:pt x="1198962" y="21876"/>
                      <a:pt x="1118143" y="65628"/>
                    </a:cubicBezTo>
                    <a:cubicBezTo>
                      <a:pt x="1070603" y="91308"/>
                      <a:pt x="1020211" y="123646"/>
                      <a:pt x="969818" y="162642"/>
                    </a:cubicBezTo>
                    <a:cubicBezTo>
                      <a:pt x="848115" y="255853"/>
                      <a:pt x="730216" y="379499"/>
                      <a:pt x="624677" y="516461"/>
                    </a:cubicBezTo>
                    <a:cubicBezTo>
                      <a:pt x="536252" y="631547"/>
                      <a:pt x="461139" y="751389"/>
                      <a:pt x="399337" y="867426"/>
                    </a:cubicBezTo>
                    <a:cubicBezTo>
                      <a:pt x="348944" y="963490"/>
                      <a:pt x="308060" y="1054798"/>
                      <a:pt x="277634" y="1140400"/>
                    </a:cubicBezTo>
                    <a:cubicBezTo>
                      <a:pt x="251963" y="1210783"/>
                      <a:pt x="228192" y="1263095"/>
                      <a:pt x="205373" y="1303042"/>
                    </a:cubicBezTo>
                    <a:cubicBezTo>
                      <a:pt x="184456" y="1338234"/>
                      <a:pt x="163538" y="1364865"/>
                      <a:pt x="141670" y="1384839"/>
                    </a:cubicBezTo>
                    <a:cubicBezTo>
                      <a:pt x="121703" y="1402910"/>
                      <a:pt x="99834" y="1416226"/>
                      <a:pt x="76064" y="1424786"/>
                    </a:cubicBezTo>
                    <a:cubicBezTo>
                      <a:pt x="53245" y="1433346"/>
                      <a:pt x="28524" y="1440004"/>
                      <a:pt x="0" y="1440004"/>
                    </a:cubicBezTo>
                    <a:lnTo>
                      <a:pt x="0" y="1440004"/>
                    </a:lnTo>
                    <a:lnTo>
                      <a:pt x="0" y="1641643"/>
                    </a:lnTo>
                    <a:lnTo>
                      <a:pt x="0" y="1641643"/>
                    </a:lnTo>
                    <a:lnTo>
                      <a:pt x="0" y="1675883"/>
                    </a:lnTo>
                    <a:lnTo>
                      <a:pt x="0" y="1675883"/>
                    </a:lnTo>
                    <a:cubicBezTo>
                      <a:pt x="27573" y="1675883"/>
                      <a:pt x="53245" y="1673981"/>
                      <a:pt x="76064" y="1668274"/>
                    </a:cubicBezTo>
                    <a:cubicBezTo>
                      <a:pt x="99834" y="1663519"/>
                      <a:pt x="121703" y="1654959"/>
                      <a:pt x="141670" y="1643545"/>
                    </a:cubicBezTo>
                    <a:cubicBezTo>
                      <a:pt x="163538" y="1631180"/>
                      <a:pt x="184456" y="1615011"/>
                      <a:pt x="205373" y="1593135"/>
                    </a:cubicBezTo>
                    <a:cubicBezTo>
                      <a:pt x="228192" y="1568406"/>
                      <a:pt x="252913" y="1536068"/>
                      <a:pt x="277634" y="1492316"/>
                    </a:cubicBezTo>
                    <a:cubicBezTo>
                      <a:pt x="308060" y="1439053"/>
                      <a:pt x="348944" y="1381986"/>
                      <a:pt x="399337" y="1322065"/>
                    </a:cubicBezTo>
                    <a:cubicBezTo>
                      <a:pt x="461139" y="1249779"/>
                      <a:pt x="536252" y="1175591"/>
                      <a:pt x="624677" y="1104257"/>
                    </a:cubicBezTo>
                    <a:cubicBezTo>
                      <a:pt x="730216" y="1018655"/>
                      <a:pt x="848115" y="942565"/>
                      <a:pt x="969818" y="884547"/>
                    </a:cubicBezTo>
                    <a:cubicBezTo>
                      <a:pt x="1106734" y="819870"/>
                      <a:pt x="1235092" y="778021"/>
                      <a:pt x="1341582" y="778972"/>
                    </a:cubicBezTo>
                    <a:lnTo>
                      <a:pt x="1341582" y="7609"/>
                    </a:lnTo>
                    <a:cubicBezTo>
                      <a:pt x="1341582" y="7609"/>
                      <a:pt x="1341582" y="7609"/>
                      <a:pt x="1341582" y="76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5B84"/>
                  </a:gs>
                  <a:gs pos="99000">
                    <a:srgbClr val="1583B6"/>
                  </a:gs>
                  <a:gs pos="100000">
                    <a:srgbClr val="1583B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50" tIns="34250" rIns="68550" bIns="342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9" name="Google Shape;4079;g3cf02dd855a_0_2629"/>
              <p:cNvSpPr txBox="1"/>
              <p:nvPr/>
            </p:nvSpPr>
            <p:spPr>
              <a:xfrm>
                <a:off x="1183480" y="1689100"/>
                <a:ext cx="2262900" cy="6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Design and Plan 9.0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(Sizing, IPs, DNS)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0" name="Google Shape;4080;g3cf02dd855a_0_2629"/>
          <p:cNvSpPr txBox="1">
            <a:spLocks noGrp="1"/>
          </p:cNvSpPr>
          <p:nvPr>
            <p:ph type="title"/>
          </p:nvPr>
        </p:nvSpPr>
        <p:spPr>
          <a:xfrm>
            <a:off x="579797" y="412750"/>
            <a:ext cx="79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Upgrade Path 4: VCF 9.0.x to VCF 9.1</a:t>
            </a:r>
            <a:endParaRPr/>
          </a:p>
        </p:txBody>
      </p:sp>
      <p:grpSp>
        <p:nvGrpSpPr>
          <p:cNvPr id="4081" name="Google Shape;4081;g3cf02dd855a_0_2629"/>
          <p:cNvGrpSpPr/>
          <p:nvPr/>
        </p:nvGrpSpPr>
        <p:grpSpPr>
          <a:xfrm>
            <a:off x="4451620" y="1852532"/>
            <a:ext cx="3285895" cy="3286631"/>
            <a:chOff x="4182276" y="1499500"/>
            <a:chExt cx="3682500" cy="3682500"/>
          </a:xfrm>
        </p:grpSpPr>
        <p:sp>
          <p:nvSpPr>
            <p:cNvPr id="4082" name="Google Shape;4082;g3cf02dd855a_0_2629"/>
            <p:cNvSpPr/>
            <p:nvPr/>
          </p:nvSpPr>
          <p:spPr>
            <a:xfrm>
              <a:off x="4182276" y="1499500"/>
              <a:ext cx="3682500" cy="3682500"/>
            </a:xfrm>
            <a:prstGeom prst="ellipse">
              <a:avLst/>
            </a:prstGeom>
            <a:solidFill>
              <a:schemeClr val="accent3">
                <a:alpha val="16862"/>
              </a:schemeClr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3" name="Google Shape;4083;g3cf02dd855a_0_2629"/>
            <p:cNvSpPr/>
            <p:nvPr/>
          </p:nvSpPr>
          <p:spPr>
            <a:xfrm>
              <a:off x="4376375" y="1693599"/>
              <a:ext cx="3294300" cy="3294300"/>
            </a:xfrm>
            <a:prstGeom prst="ellipse">
              <a:avLst/>
            </a:prstGeom>
            <a:solidFill>
              <a:schemeClr val="accent3">
                <a:alpha val="16862"/>
              </a:schemeClr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4" name="Google Shape;4084;g3cf02dd855a_0_2629"/>
            <p:cNvSpPr/>
            <p:nvPr/>
          </p:nvSpPr>
          <p:spPr>
            <a:xfrm>
              <a:off x="4574576" y="1891800"/>
              <a:ext cx="2897700" cy="28977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5" name="Google Shape;4085;g3cf02dd855a_0_2629"/>
            <p:cNvSpPr txBox="1"/>
            <p:nvPr/>
          </p:nvSpPr>
          <p:spPr>
            <a:xfrm>
              <a:off x="4659003" y="2912501"/>
              <a:ext cx="2728800" cy="11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Upgrade Existing VCF 9.0.x to </a:t>
              </a:r>
              <a:b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VCF 9.1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86" name="Google Shape;4086;g3cf02dd855a_0_2629"/>
          <p:cNvSpPr/>
          <p:nvPr/>
        </p:nvSpPr>
        <p:spPr>
          <a:xfrm>
            <a:off x="-878" y="1251777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01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7" name="Google Shape;4087;g3cf02dd855a_0_2629"/>
          <p:cNvSpPr/>
          <p:nvPr/>
        </p:nvSpPr>
        <p:spPr>
          <a:xfrm>
            <a:off x="2820" y="2182750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02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8" name="Google Shape;4088;g3cf02dd855a_0_2629"/>
          <p:cNvSpPr/>
          <p:nvPr/>
        </p:nvSpPr>
        <p:spPr>
          <a:xfrm>
            <a:off x="2820" y="3149811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03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9" name="Google Shape;4089;g3cf02dd855a_0_2629"/>
          <p:cNvSpPr/>
          <p:nvPr/>
        </p:nvSpPr>
        <p:spPr>
          <a:xfrm>
            <a:off x="-3876" y="4140877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04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0" name="Google Shape;4090;g3cf02dd855a_0_2629"/>
          <p:cNvSpPr/>
          <p:nvPr/>
        </p:nvSpPr>
        <p:spPr>
          <a:xfrm>
            <a:off x="-3390" y="5195423"/>
            <a:ext cx="990600" cy="60870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205725" tIns="0" rIns="68550" bIns="68575" anchor="ctr" anchorCtr="0">
            <a:noAutofit/>
          </a:bodyPr>
          <a:lstStyle/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05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1" name="Google Shape;4091;g3cf02dd855a_0_2629"/>
          <p:cNvSpPr/>
          <p:nvPr/>
        </p:nvSpPr>
        <p:spPr>
          <a:xfrm>
            <a:off x="10640418" y="1634125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2" name="Google Shape;4092;g3cf02dd855a_0_2629"/>
          <p:cNvSpPr txBox="1"/>
          <p:nvPr/>
        </p:nvSpPr>
        <p:spPr>
          <a:xfrm>
            <a:off x="11352962" y="1753771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3" name="Google Shape;4093;g3cf02dd855a_0_2629"/>
          <p:cNvSpPr/>
          <p:nvPr/>
        </p:nvSpPr>
        <p:spPr>
          <a:xfrm>
            <a:off x="10640418" y="2671958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4" name="Google Shape;4094;g3cf02dd855a_0_2629"/>
          <p:cNvSpPr txBox="1"/>
          <p:nvPr/>
        </p:nvSpPr>
        <p:spPr>
          <a:xfrm>
            <a:off x="11352962" y="2791604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5" name="Google Shape;4095;g3cf02dd855a_0_2629"/>
          <p:cNvSpPr/>
          <p:nvPr/>
        </p:nvSpPr>
        <p:spPr>
          <a:xfrm>
            <a:off x="10640418" y="3743966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6" name="Google Shape;4096;g3cf02dd855a_0_2629"/>
          <p:cNvSpPr txBox="1"/>
          <p:nvPr/>
        </p:nvSpPr>
        <p:spPr>
          <a:xfrm>
            <a:off x="11352962" y="3863612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7" name="Google Shape;4097;g3cf02dd855a_0_2629"/>
          <p:cNvSpPr/>
          <p:nvPr/>
        </p:nvSpPr>
        <p:spPr>
          <a:xfrm>
            <a:off x="10640418" y="4877842"/>
            <a:ext cx="1474320" cy="635783"/>
          </a:xfrm>
          <a:custGeom>
            <a:avLst/>
            <a:gdLst/>
            <a:ahLst/>
            <a:cxnLst/>
            <a:rect l="l" t="t" r="r" b="b"/>
            <a:pathLst>
              <a:path w="1760382" h="642205" extrusionOk="0">
                <a:moveTo>
                  <a:pt x="0" y="0"/>
                </a:moveTo>
                <a:lnTo>
                  <a:pt x="110709" y="0"/>
                </a:lnTo>
                <a:lnTo>
                  <a:pt x="276232" y="0"/>
                </a:lnTo>
                <a:lnTo>
                  <a:pt x="438263" y="0"/>
                </a:lnTo>
                <a:lnTo>
                  <a:pt x="548972" y="0"/>
                </a:lnTo>
                <a:lnTo>
                  <a:pt x="612139" y="0"/>
                </a:lnTo>
                <a:lnTo>
                  <a:pt x="714495" y="0"/>
                </a:lnTo>
                <a:lnTo>
                  <a:pt x="887347" y="0"/>
                </a:lnTo>
                <a:lnTo>
                  <a:pt x="998056" y="0"/>
                </a:lnTo>
                <a:lnTo>
                  <a:pt x="1050402" y="0"/>
                </a:lnTo>
                <a:lnTo>
                  <a:pt x="1163579" y="0"/>
                </a:lnTo>
                <a:lnTo>
                  <a:pt x="1499486" y="0"/>
                </a:lnTo>
                <a:cubicBezTo>
                  <a:pt x="1517458" y="0"/>
                  <a:pt x="1534313" y="8117"/>
                  <a:pt x="1544734" y="21810"/>
                </a:cubicBezTo>
                <a:lnTo>
                  <a:pt x="1750015" y="290802"/>
                </a:lnTo>
                <a:cubicBezTo>
                  <a:pt x="1763838" y="308928"/>
                  <a:pt x="1763838" y="333278"/>
                  <a:pt x="1750015" y="351403"/>
                </a:cubicBezTo>
                <a:lnTo>
                  <a:pt x="1544734" y="620395"/>
                </a:lnTo>
                <a:cubicBezTo>
                  <a:pt x="1534313" y="634088"/>
                  <a:pt x="1517405" y="642205"/>
                  <a:pt x="1499486" y="642205"/>
                </a:cubicBezTo>
                <a:lnTo>
                  <a:pt x="1163579" y="642205"/>
                </a:lnTo>
                <a:lnTo>
                  <a:pt x="1050402" y="642205"/>
                </a:lnTo>
                <a:lnTo>
                  <a:pt x="998056" y="642205"/>
                </a:lnTo>
                <a:lnTo>
                  <a:pt x="887347" y="642205"/>
                </a:lnTo>
                <a:lnTo>
                  <a:pt x="714495" y="642205"/>
                </a:lnTo>
                <a:lnTo>
                  <a:pt x="612139" y="642205"/>
                </a:lnTo>
                <a:lnTo>
                  <a:pt x="548972" y="642205"/>
                </a:lnTo>
                <a:lnTo>
                  <a:pt x="438263" y="642205"/>
                </a:lnTo>
                <a:lnTo>
                  <a:pt x="276232" y="642205"/>
                </a:lnTo>
                <a:lnTo>
                  <a:pt x="110709" y="642205"/>
                </a:lnTo>
                <a:lnTo>
                  <a:pt x="0" y="64220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2745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41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8" name="Google Shape;4098;g3cf02dd855a_0_2629"/>
          <p:cNvSpPr txBox="1"/>
          <p:nvPr/>
        </p:nvSpPr>
        <p:spPr>
          <a:xfrm>
            <a:off x="11329262" y="4997488"/>
            <a:ext cx="513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Google Shape;4103;g3cf02dd855a_0_2695"/>
          <p:cNvSpPr txBox="1">
            <a:spLocks noGrp="1"/>
          </p:cNvSpPr>
          <p:nvPr>
            <p:ph type="title"/>
          </p:nvPr>
        </p:nvSpPr>
        <p:spPr>
          <a:xfrm>
            <a:off x="259713" y="3184902"/>
            <a:ext cx="2227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Takeaway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Google Shape;4109;g3d06baf5171_0_0"/>
          <p:cNvSpPr/>
          <p:nvPr/>
        </p:nvSpPr>
        <p:spPr>
          <a:xfrm rot="10800000" flipH="1">
            <a:off x="12218" y="76514"/>
            <a:ext cx="12185700" cy="6779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98C7">
                  <a:alpha val="41960"/>
                </a:srgbClr>
              </a:gs>
              <a:gs pos="100000">
                <a:srgbClr val="F2F2F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0" name="Google Shape;4110;g3d06baf5171_0_0"/>
          <p:cNvSpPr/>
          <p:nvPr/>
        </p:nvSpPr>
        <p:spPr>
          <a:xfrm>
            <a:off x="5927174" y="625791"/>
            <a:ext cx="5985173" cy="4925537"/>
          </a:xfrm>
          <a:custGeom>
            <a:avLst/>
            <a:gdLst/>
            <a:ahLst/>
            <a:cxnLst/>
            <a:rect l="l" t="t" r="r" b="b"/>
            <a:pathLst>
              <a:path w="5204498" h="4283076" extrusionOk="0">
                <a:moveTo>
                  <a:pt x="2602249" y="0"/>
                </a:moveTo>
                <a:cubicBezTo>
                  <a:pt x="4039431" y="0"/>
                  <a:pt x="5204498" y="1164883"/>
                  <a:pt x="5204498" y="2601838"/>
                </a:cubicBezTo>
                <a:cubicBezTo>
                  <a:pt x="5204498" y="3230506"/>
                  <a:pt x="4981497" y="3807098"/>
                  <a:pt x="4610271" y="4256849"/>
                </a:cubicBezTo>
                <a:lnTo>
                  <a:pt x="4586430" y="4283076"/>
                </a:lnTo>
                <a:lnTo>
                  <a:pt x="618069" y="4283076"/>
                </a:lnTo>
                <a:lnTo>
                  <a:pt x="594228" y="4256849"/>
                </a:lnTo>
                <a:cubicBezTo>
                  <a:pt x="223001" y="3807098"/>
                  <a:pt x="0" y="3230506"/>
                  <a:pt x="0" y="2601838"/>
                </a:cubicBezTo>
                <a:cubicBezTo>
                  <a:pt x="0" y="1164883"/>
                  <a:pt x="1165067" y="0"/>
                  <a:pt x="2602249" y="0"/>
                </a:cubicBezTo>
                <a:close/>
              </a:path>
            </a:pathLst>
          </a:custGeom>
          <a:gradFill>
            <a:gsLst>
              <a:gs pos="0">
                <a:srgbClr val="F2F2F2">
                  <a:alpha val="18823"/>
                </a:srgbClr>
              </a:gs>
              <a:gs pos="52000">
                <a:srgbClr val="FFFFFF">
                  <a:alpha val="21176"/>
                </a:srgbClr>
              </a:gs>
              <a:gs pos="99000">
                <a:srgbClr val="F2F2F2">
                  <a:alpha val="0"/>
                </a:srgbClr>
              </a:gs>
              <a:gs pos="100000">
                <a:srgbClr val="F2F2F2">
                  <a:alpha val="0"/>
                </a:srgbClr>
              </a:gs>
            </a:gsLst>
            <a:lin ang="8100019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1" name="Google Shape;4111;g3d06baf5171_0_0"/>
          <p:cNvSpPr/>
          <p:nvPr/>
        </p:nvSpPr>
        <p:spPr>
          <a:xfrm>
            <a:off x="6133132" y="1100974"/>
            <a:ext cx="5570477" cy="4444861"/>
          </a:xfrm>
          <a:custGeom>
            <a:avLst/>
            <a:gdLst/>
            <a:ahLst/>
            <a:cxnLst/>
            <a:rect l="l" t="t" r="r" b="b"/>
            <a:pathLst>
              <a:path w="5570477" h="4444861" extrusionOk="0">
                <a:moveTo>
                  <a:pt x="2785238" y="0"/>
                </a:moveTo>
                <a:cubicBezTo>
                  <a:pt x="4323483" y="0"/>
                  <a:pt x="5570477" y="1246798"/>
                  <a:pt x="5570477" y="2784799"/>
                </a:cubicBezTo>
                <a:cubicBezTo>
                  <a:pt x="5570477" y="3373565"/>
                  <a:pt x="5387735" y="3919657"/>
                  <a:pt x="5075870" y="4369466"/>
                </a:cubicBezTo>
                <a:lnTo>
                  <a:pt x="5018773" y="4444861"/>
                </a:lnTo>
                <a:lnTo>
                  <a:pt x="551705" y="4444861"/>
                </a:lnTo>
                <a:lnTo>
                  <a:pt x="494608" y="4369466"/>
                </a:lnTo>
                <a:cubicBezTo>
                  <a:pt x="182742" y="3919657"/>
                  <a:pt x="0" y="3373565"/>
                  <a:pt x="0" y="2784799"/>
                </a:cubicBezTo>
                <a:cubicBezTo>
                  <a:pt x="0" y="1246798"/>
                  <a:pt x="1246994" y="0"/>
                  <a:pt x="2785238" y="0"/>
                </a:cubicBezTo>
                <a:close/>
              </a:path>
            </a:pathLst>
          </a:custGeom>
          <a:gradFill>
            <a:gsLst>
              <a:gs pos="0">
                <a:srgbClr val="F2F2F2">
                  <a:alpha val="18823"/>
                </a:srgbClr>
              </a:gs>
              <a:gs pos="52000">
                <a:srgbClr val="FFFFFF">
                  <a:alpha val="21176"/>
                </a:srgbClr>
              </a:gs>
              <a:gs pos="99000">
                <a:srgbClr val="F2F2F2">
                  <a:alpha val="0"/>
                </a:srgbClr>
              </a:gs>
              <a:gs pos="100000">
                <a:srgbClr val="F2F2F2">
                  <a:alpha val="0"/>
                </a:srgbClr>
              </a:gs>
            </a:gsLst>
            <a:lin ang="8100019" scaled="0"/>
          </a:gra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2" name="Google Shape;4112;g3d06baf5171_0_0"/>
          <p:cNvSpPr/>
          <p:nvPr/>
        </p:nvSpPr>
        <p:spPr>
          <a:xfrm>
            <a:off x="6473469" y="1510431"/>
            <a:ext cx="4892228" cy="4026091"/>
          </a:xfrm>
          <a:custGeom>
            <a:avLst/>
            <a:gdLst/>
            <a:ahLst/>
            <a:cxnLst/>
            <a:rect l="l" t="t" r="r" b="b"/>
            <a:pathLst>
              <a:path w="5204498" h="4283076" extrusionOk="0">
                <a:moveTo>
                  <a:pt x="2602249" y="0"/>
                </a:moveTo>
                <a:cubicBezTo>
                  <a:pt x="4039431" y="0"/>
                  <a:pt x="5204498" y="1164883"/>
                  <a:pt x="5204498" y="2601838"/>
                </a:cubicBezTo>
                <a:cubicBezTo>
                  <a:pt x="5204498" y="3230506"/>
                  <a:pt x="4981497" y="3807098"/>
                  <a:pt x="4610271" y="4256849"/>
                </a:cubicBezTo>
                <a:lnTo>
                  <a:pt x="4586430" y="4283076"/>
                </a:lnTo>
                <a:lnTo>
                  <a:pt x="618069" y="4283076"/>
                </a:lnTo>
                <a:lnTo>
                  <a:pt x="594228" y="4256849"/>
                </a:lnTo>
                <a:cubicBezTo>
                  <a:pt x="223001" y="3807098"/>
                  <a:pt x="0" y="3230506"/>
                  <a:pt x="0" y="2601838"/>
                </a:cubicBezTo>
                <a:cubicBezTo>
                  <a:pt x="0" y="1164883"/>
                  <a:pt x="1165067" y="0"/>
                  <a:pt x="2602249" y="0"/>
                </a:cubicBezTo>
                <a:close/>
              </a:path>
            </a:pathLst>
          </a:custGeom>
          <a:gradFill>
            <a:gsLst>
              <a:gs pos="0">
                <a:srgbClr val="0098C7">
                  <a:alpha val="0"/>
                </a:srgbClr>
              </a:gs>
              <a:gs pos="47000">
                <a:srgbClr val="0098C7">
                  <a:alpha val="55686"/>
                </a:srgbClr>
              </a:gs>
              <a:gs pos="100000">
                <a:srgbClr val="0098C7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3" name="Google Shape;4113;g3d06baf5171_0_0">
            <a:hlinkClick r:id="rId3"/>
          </p:cNvPr>
          <p:cNvSpPr/>
          <p:nvPr/>
        </p:nvSpPr>
        <p:spPr>
          <a:xfrm>
            <a:off x="476415" y="4844666"/>
            <a:ext cx="3528000" cy="4281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2"/>
              </a:gs>
              <a:gs pos="43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4" name="Google Shape;4114;g3d06baf5171_0_0"/>
          <p:cNvSpPr txBox="1">
            <a:spLocks noGrp="1"/>
          </p:cNvSpPr>
          <p:nvPr>
            <p:ph type="title"/>
          </p:nvPr>
        </p:nvSpPr>
        <p:spPr>
          <a:xfrm>
            <a:off x="476415" y="1397524"/>
            <a:ext cx="5586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b="1"/>
              <a:t>Week of </a:t>
            </a:r>
            <a:r>
              <a:rPr lang="en-US" b="1">
                <a:extLst>
                  <a:ext uri="http://customooxmlschemas.google.com/">
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0"/>
                  </a:ext>
                </a:extLst>
              </a:rPr>
              <a:t>Enablement</a:t>
            </a:r>
            <a:r>
              <a:rPr lang="en-US" b="1"/>
              <a:t> Odyssey Tournament is Here! </a:t>
            </a:r>
            <a:endParaRPr b="1"/>
          </a:p>
        </p:txBody>
      </p:sp>
      <p:pic>
        <p:nvPicPr>
          <p:cNvPr id="4115" name="Google Shape;4115;g3d06baf5171_0_0"/>
          <p:cNvPicPr preferRelativeResize="0"/>
          <p:nvPr/>
        </p:nvPicPr>
        <p:blipFill rotWithShape="1">
          <a:blip r:embed="rId4">
            <a:alphaModFix amt="25000"/>
          </a:blip>
          <a:srcRect t="50516" r="16416" b="-2105"/>
          <a:stretch/>
        </p:blipFill>
        <p:spPr>
          <a:xfrm flipH="1">
            <a:off x="1" y="5529068"/>
            <a:ext cx="12188824" cy="257327"/>
          </a:xfrm>
          <a:prstGeom prst="rect">
            <a:avLst/>
          </a:prstGeom>
          <a:noFill/>
          <a:ln>
            <a:noFill/>
          </a:ln>
        </p:spPr>
      </p:pic>
      <p:sp>
        <p:nvSpPr>
          <p:cNvPr id="4116" name="Google Shape;4116;g3d06baf5171_0_0"/>
          <p:cNvSpPr txBox="1"/>
          <p:nvPr/>
        </p:nvSpPr>
        <p:spPr>
          <a:xfrm>
            <a:off x="10353303" y="1531532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50" rIns="91375" bIns="456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lang="en-US" sz="12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1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7" name="Google Shape;4117;g3d06baf5171_0_0"/>
          <p:cNvSpPr txBox="1"/>
          <p:nvPr/>
        </p:nvSpPr>
        <p:spPr>
          <a:xfrm>
            <a:off x="476415" y="2190202"/>
            <a:ext cx="51618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Put your </a:t>
            </a:r>
            <a:r>
              <a:rPr lang="en-US" sz="19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VKS knowledge</a:t>
            </a:r>
            <a:r>
              <a:rPr lang="en-US" sz="1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to the test in 3 competitive Odyssey games featuring real hands-on lab challenges, live scoring, and a global leaderboard.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8" name="Google Shape;4118;g3d06baf5171_0_0"/>
          <p:cNvSpPr txBox="1"/>
          <p:nvPr/>
        </p:nvSpPr>
        <p:spPr>
          <a:xfrm>
            <a:off x="476415" y="3637754"/>
            <a:ext cx="5424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 Game will go live every day!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9" name="Google Shape;4119;g3d06baf5171_0_0"/>
          <p:cNvSpPr txBox="1"/>
          <p:nvPr/>
        </p:nvSpPr>
        <p:spPr>
          <a:xfrm>
            <a:off x="476415" y="4171486"/>
            <a:ext cx="6147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Climb the leaderboard or get left behind!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0" name="Google Shape;4120;g3d06baf5171_0_0"/>
          <p:cNvSpPr txBox="1"/>
          <p:nvPr/>
        </p:nvSpPr>
        <p:spPr>
          <a:xfrm>
            <a:off x="476426" y="4888100"/>
            <a:ext cx="374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Games end Friday, March 20 at 8pm ET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21" name="Google Shape;4121;g3d06baf5171_0_0"/>
          <p:cNvGrpSpPr/>
          <p:nvPr/>
        </p:nvGrpSpPr>
        <p:grpSpPr>
          <a:xfrm>
            <a:off x="6551081" y="5799684"/>
            <a:ext cx="4811834" cy="450835"/>
            <a:chOff x="7157063" y="5933654"/>
            <a:chExt cx="3856254" cy="361333"/>
          </a:xfrm>
        </p:grpSpPr>
        <p:sp>
          <p:nvSpPr>
            <p:cNvPr id="4122" name="Google Shape;4122;g3d06baf5171_0_0"/>
            <p:cNvSpPr/>
            <p:nvPr/>
          </p:nvSpPr>
          <p:spPr>
            <a:xfrm>
              <a:off x="7157063" y="5933654"/>
              <a:ext cx="1820700" cy="35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chemeClr val="accent2">
                  <a:alpha val="24313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69928" sx="101000" sy="101000" algn="t" rotWithShape="0">
                <a:schemeClr val="accent3">
                  <a:alpha val="23137"/>
                </a:schemeClr>
              </a:outerShdw>
            </a:effectLst>
          </p:spPr>
          <p:txBody>
            <a:bodyPr spcFirstLastPara="1" wrap="square" lIns="121650" tIns="60800" rIns="121650" bIns="6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sng" strike="noStrike" cap="non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5"/>
                </a:rPr>
                <a:t>Leaderboard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3" name="Google Shape;4123;g3d06baf5171_0_0"/>
            <p:cNvSpPr/>
            <p:nvPr/>
          </p:nvSpPr>
          <p:spPr>
            <a:xfrm>
              <a:off x="9194717" y="5935887"/>
              <a:ext cx="1818600" cy="35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chemeClr val="accent2">
                  <a:alpha val="24313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69928" sx="101000" sy="101000" algn="t" rotWithShape="0">
                <a:schemeClr val="accent3">
                  <a:alpha val="23137"/>
                </a:schemeClr>
              </a:outerShdw>
            </a:effectLst>
          </p:spPr>
          <p:txBody>
            <a:bodyPr spcFirstLastPara="1" wrap="square" lIns="121650" tIns="60800" rIns="121650" bIns="6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sng" strike="noStrike" cap="non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6"/>
                </a:rPr>
                <a:t>Play Here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24" name="Google Shape;4124;g3d06baf5171_0_0"/>
          <p:cNvSpPr/>
          <p:nvPr/>
        </p:nvSpPr>
        <p:spPr>
          <a:xfrm>
            <a:off x="476415" y="4844666"/>
            <a:ext cx="1065610" cy="491452"/>
          </a:xfrm>
          <a:custGeom>
            <a:avLst/>
            <a:gdLst/>
            <a:ahLst/>
            <a:cxnLst/>
            <a:rect l="l" t="t" r="r" b="b"/>
            <a:pathLst>
              <a:path w="1937473" h="1062599" extrusionOk="0">
                <a:moveTo>
                  <a:pt x="924928" y="1062599"/>
                </a:moveTo>
                <a:lnTo>
                  <a:pt x="430127" y="679236"/>
                </a:lnTo>
                <a:lnTo>
                  <a:pt x="0" y="3115"/>
                </a:lnTo>
                <a:lnTo>
                  <a:pt x="1937474" y="0"/>
                </a:lnTo>
                <a:lnTo>
                  <a:pt x="924928" y="1062599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39000">
                <a:srgbClr val="FFFFFF">
                  <a:alpha val="0"/>
                </a:srgbClr>
              </a:gs>
              <a:gs pos="100000">
                <a:srgbClr val="FFFFFF">
                  <a:alpha val="11372"/>
                </a:srgbClr>
              </a:gs>
            </a:gsLst>
            <a:lin ang="20399934" scaled="0"/>
          </a:gradFill>
          <a:ln>
            <a:noFill/>
          </a:ln>
        </p:spPr>
        <p:txBody>
          <a:bodyPr spcFirstLastPara="1" wrap="square" lIns="91375" tIns="45700" rIns="9137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5" name="Google Shape;4125;g3d06baf5171_0_0"/>
          <p:cNvPicPr preferRelativeResize="0"/>
          <p:nvPr/>
        </p:nvPicPr>
        <p:blipFill rotWithShape="1">
          <a:blip r:embed="rId4">
            <a:alphaModFix amt="25000"/>
          </a:blip>
          <a:srcRect t="50516" r="16416" b="-2105"/>
          <a:stretch/>
        </p:blipFill>
        <p:spPr>
          <a:xfrm flipH="1">
            <a:off x="0" y="5531814"/>
            <a:ext cx="13374716" cy="2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4126" name="Google Shape;4126;g3d06baf5171_0_0"/>
          <p:cNvSpPr/>
          <p:nvPr/>
        </p:nvSpPr>
        <p:spPr>
          <a:xfrm>
            <a:off x="9512604" y="2413932"/>
            <a:ext cx="73673" cy="73580"/>
          </a:xfrm>
          <a:custGeom>
            <a:avLst/>
            <a:gdLst/>
            <a:ahLst/>
            <a:cxnLst/>
            <a:rect l="l" t="t" r="r" b="b"/>
            <a:pathLst>
              <a:path w="73673" h="73580" extrusionOk="0">
                <a:moveTo>
                  <a:pt x="36837" y="0"/>
                </a:moveTo>
                <a:cubicBezTo>
                  <a:pt x="16548" y="0"/>
                  <a:pt x="0" y="16479"/>
                  <a:pt x="0" y="36790"/>
                </a:cubicBezTo>
                <a:cubicBezTo>
                  <a:pt x="0" y="57101"/>
                  <a:pt x="16500" y="73580"/>
                  <a:pt x="36837" y="73580"/>
                </a:cubicBezTo>
                <a:cubicBezTo>
                  <a:pt x="57174" y="73580"/>
                  <a:pt x="73674" y="57101"/>
                  <a:pt x="73674" y="36790"/>
                </a:cubicBezTo>
                <a:cubicBezTo>
                  <a:pt x="73674" y="16479"/>
                  <a:pt x="57174" y="0"/>
                  <a:pt x="36837" y="0"/>
                </a:cubicBezTo>
                <a:close/>
              </a:path>
            </a:pathLst>
          </a:custGeom>
          <a:noFill/>
          <a:ln w="16925" cap="rnd" cmpd="sng">
            <a:solidFill>
              <a:srgbClr val="FFFFFF">
                <a:alpha val="65882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7" name="Google Shape;4127;g3d06baf5171_0_0"/>
          <p:cNvSpPr/>
          <p:nvPr/>
        </p:nvSpPr>
        <p:spPr>
          <a:xfrm>
            <a:off x="10390676" y="1310298"/>
            <a:ext cx="106002" cy="105867"/>
          </a:xfrm>
          <a:custGeom>
            <a:avLst/>
            <a:gdLst/>
            <a:ahLst/>
            <a:cxnLst/>
            <a:rect l="l" t="t" r="r" b="b"/>
            <a:pathLst>
              <a:path w="106002" h="105867" extrusionOk="0">
                <a:moveTo>
                  <a:pt x="53001" y="0"/>
                </a:moveTo>
                <a:cubicBezTo>
                  <a:pt x="23791" y="0"/>
                  <a:pt x="0" y="23760"/>
                  <a:pt x="0" y="52934"/>
                </a:cubicBezTo>
                <a:cubicBezTo>
                  <a:pt x="0" y="82107"/>
                  <a:pt x="23791" y="105867"/>
                  <a:pt x="53001" y="105867"/>
                </a:cubicBezTo>
                <a:cubicBezTo>
                  <a:pt x="82212" y="105867"/>
                  <a:pt x="106002" y="82107"/>
                  <a:pt x="106002" y="52934"/>
                </a:cubicBezTo>
                <a:cubicBezTo>
                  <a:pt x="106002" y="23760"/>
                  <a:pt x="82212" y="0"/>
                  <a:pt x="53001" y="0"/>
                </a:cubicBezTo>
                <a:close/>
              </a:path>
            </a:pathLst>
          </a:custGeom>
          <a:noFill/>
          <a:ln w="16925" cap="rnd" cmpd="sng">
            <a:solidFill>
              <a:srgbClr val="FFFFFF">
                <a:alpha val="2549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8" name="Google Shape;4128;g3d06baf5171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58041" y="1986265"/>
            <a:ext cx="4595850" cy="38594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29" name="Google Shape;4129;g3d06baf5171_0_0"/>
          <p:cNvGrpSpPr/>
          <p:nvPr/>
        </p:nvGrpSpPr>
        <p:grpSpPr>
          <a:xfrm>
            <a:off x="5810901" y="389340"/>
            <a:ext cx="1894445" cy="500910"/>
            <a:chOff x="5336352" y="327364"/>
            <a:chExt cx="6105206" cy="1613757"/>
          </a:xfrm>
        </p:grpSpPr>
        <p:sp>
          <p:nvSpPr>
            <p:cNvPr id="4130" name="Google Shape;4130;g3d06baf5171_0_0"/>
            <p:cNvSpPr/>
            <p:nvPr/>
          </p:nvSpPr>
          <p:spPr>
            <a:xfrm>
              <a:off x="5336352" y="1146804"/>
              <a:ext cx="2239417" cy="794317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61960"/>
              </a:schemeClr>
            </a:solidFill>
            <a:ln>
              <a:noFill/>
            </a:ln>
          </p:spPr>
          <p:txBody>
            <a:bodyPr spcFirstLastPara="1" wrap="square" lIns="91225" tIns="45600" rIns="91225" bIns="456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1" name="Google Shape;4131;g3d06baf5171_0_0"/>
            <p:cNvSpPr/>
            <p:nvPr/>
          </p:nvSpPr>
          <p:spPr>
            <a:xfrm flipH="1">
              <a:off x="9781658" y="812002"/>
              <a:ext cx="1659900" cy="587678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47058"/>
              </a:schemeClr>
            </a:solidFill>
            <a:ln>
              <a:noFill/>
            </a:ln>
          </p:spPr>
          <p:txBody>
            <a:bodyPr spcFirstLastPara="1" wrap="square" lIns="91225" tIns="45600" rIns="91225" bIns="456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2" name="Google Shape;4132;g3d06baf5171_0_0"/>
            <p:cNvSpPr/>
            <p:nvPr/>
          </p:nvSpPr>
          <p:spPr>
            <a:xfrm>
              <a:off x="8302345" y="327364"/>
              <a:ext cx="1833755" cy="649230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91225" tIns="45600" rIns="91225" bIns="456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3" name="Google Shape;4133;g3d06baf5171_0_0"/>
          <p:cNvGrpSpPr/>
          <p:nvPr/>
        </p:nvGrpSpPr>
        <p:grpSpPr>
          <a:xfrm>
            <a:off x="10601391" y="570838"/>
            <a:ext cx="1390155" cy="367453"/>
            <a:chOff x="5336352" y="327364"/>
            <a:chExt cx="6105206" cy="1613757"/>
          </a:xfrm>
        </p:grpSpPr>
        <p:sp>
          <p:nvSpPr>
            <p:cNvPr id="4134" name="Google Shape;4134;g3d06baf5171_0_0"/>
            <p:cNvSpPr/>
            <p:nvPr/>
          </p:nvSpPr>
          <p:spPr>
            <a:xfrm>
              <a:off x="5336352" y="1146804"/>
              <a:ext cx="2239417" cy="794317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61960"/>
              </a:schemeClr>
            </a:solidFill>
            <a:ln>
              <a:noFill/>
            </a:ln>
          </p:spPr>
          <p:txBody>
            <a:bodyPr spcFirstLastPara="1" wrap="square" lIns="91225" tIns="45600" rIns="91225" bIns="456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5" name="Google Shape;4135;g3d06baf5171_0_0"/>
            <p:cNvSpPr/>
            <p:nvPr/>
          </p:nvSpPr>
          <p:spPr>
            <a:xfrm flipH="1">
              <a:off x="9781658" y="812002"/>
              <a:ext cx="1659900" cy="587678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47058"/>
              </a:schemeClr>
            </a:solidFill>
            <a:ln>
              <a:noFill/>
            </a:ln>
          </p:spPr>
          <p:txBody>
            <a:bodyPr spcFirstLastPara="1" wrap="square" lIns="91225" tIns="45600" rIns="91225" bIns="456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6" name="Google Shape;4136;g3d06baf5171_0_0"/>
            <p:cNvSpPr/>
            <p:nvPr/>
          </p:nvSpPr>
          <p:spPr>
            <a:xfrm>
              <a:off x="8302345" y="327364"/>
              <a:ext cx="1833755" cy="649230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91225" tIns="45600" rIns="91225" bIns="456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37" name="Google Shape;4137;g3d06baf5171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87358" y="2450722"/>
            <a:ext cx="2439505" cy="9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8" name="Google Shape;4138;g3d06baf5171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18947" y="3663246"/>
            <a:ext cx="934486" cy="77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8" name="Google Shape;4148;p4"/>
          <p:cNvSpPr/>
          <p:nvPr/>
        </p:nvSpPr>
        <p:spPr>
          <a:xfrm>
            <a:off x="-4064" y="3976"/>
            <a:ext cx="12192889" cy="15213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9" name="Google Shape;4149;p4"/>
          <p:cNvSpPr/>
          <p:nvPr/>
        </p:nvSpPr>
        <p:spPr>
          <a:xfrm flipH="1">
            <a:off x="-4067" y="-15647"/>
            <a:ext cx="11482475" cy="1506071"/>
          </a:xfrm>
          <a:custGeom>
            <a:avLst/>
            <a:gdLst/>
            <a:ahLst/>
            <a:cxnLst/>
            <a:rect l="l" t="t" r="r" b="b"/>
            <a:pathLst>
              <a:path w="11352798" h="1433409" extrusionOk="0">
                <a:moveTo>
                  <a:pt x="11352798" y="0"/>
                </a:moveTo>
                <a:lnTo>
                  <a:pt x="0" y="0"/>
                </a:lnTo>
                <a:lnTo>
                  <a:pt x="322924" y="323799"/>
                </a:lnTo>
                <a:lnTo>
                  <a:pt x="323160" y="323799"/>
                </a:lnTo>
                <a:lnTo>
                  <a:pt x="1174588" y="1175227"/>
                </a:lnTo>
                <a:cubicBezTo>
                  <a:pt x="1256846" y="1257484"/>
                  <a:pt x="1353066" y="1321781"/>
                  <a:pt x="1460546" y="1366298"/>
                </a:cubicBezTo>
                <a:cubicBezTo>
                  <a:pt x="1568026" y="1410815"/>
                  <a:pt x="1681542" y="1433409"/>
                  <a:pt x="1797874" y="1433409"/>
                </a:cubicBezTo>
                <a:lnTo>
                  <a:pt x="3880434" y="1433409"/>
                </a:lnTo>
                <a:lnTo>
                  <a:pt x="4585313" y="1433409"/>
                </a:lnTo>
                <a:lnTo>
                  <a:pt x="7782835" y="1433409"/>
                </a:lnTo>
                <a:lnTo>
                  <a:pt x="8323170" y="1433409"/>
                </a:lnTo>
                <a:lnTo>
                  <a:pt x="8804572" y="1433409"/>
                </a:lnTo>
                <a:lnTo>
                  <a:pt x="10984276" y="1433409"/>
                </a:lnTo>
                <a:lnTo>
                  <a:pt x="11352798" y="1433409"/>
                </a:lnTo>
                <a:lnTo>
                  <a:pt x="11352798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65025">
                <a:srgbClr val="E0F0FA"/>
              </a:gs>
              <a:gs pos="84000">
                <a:srgbClr val="D7ECF9"/>
              </a:gs>
              <a:gs pos="100000">
                <a:srgbClr val="D7ECF9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0" name="Google Shape;4150;p4"/>
          <p:cNvSpPr txBox="1">
            <a:spLocks noGrp="1"/>
          </p:cNvSpPr>
          <p:nvPr>
            <p:ph type="body" idx="1"/>
          </p:nvPr>
        </p:nvSpPr>
        <p:spPr>
          <a:xfrm>
            <a:off x="609600" y="1926267"/>
            <a:ext cx="1939925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​"/>
            </a:pPr>
            <a:r>
              <a:rPr lang="en-US"/>
              <a:t>Agenda</a:t>
            </a:r>
            <a:endParaRPr/>
          </a:p>
        </p:txBody>
      </p:sp>
      <p:sp>
        <p:nvSpPr>
          <p:cNvPr id="4151" name="Google Shape;4151;p4"/>
          <p:cNvSpPr txBox="1">
            <a:spLocks noGrp="1"/>
          </p:cNvSpPr>
          <p:nvPr>
            <p:ph type="body" idx="2"/>
          </p:nvPr>
        </p:nvSpPr>
        <p:spPr>
          <a:xfrm>
            <a:off x="3241515" y="1926267"/>
            <a:ext cx="7335837" cy="382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</a:pPr>
            <a:r>
              <a:rPr lang="en-US" sz="2000"/>
              <a:t>Agenda Items </a:t>
            </a:r>
            <a:endParaRPr/>
          </a:p>
          <a:p>
            <a:pPr marL="804863" lvl="1" indent="-34766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</a:pPr>
            <a:r>
              <a:rPr lang="en-US" sz="1800"/>
              <a:t>xcxz</a:t>
            </a:r>
            <a:endParaRPr sz="1800"/>
          </a:p>
        </p:txBody>
      </p:sp>
      <p:grpSp>
        <p:nvGrpSpPr>
          <p:cNvPr id="4152" name="Google Shape;4152;p4"/>
          <p:cNvGrpSpPr/>
          <p:nvPr/>
        </p:nvGrpSpPr>
        <p:grpSpPr>
          <a:xfrm>
            <a:off x="582998" y="171602"/>
            <a:ext cx="1093260" cy="348441"/>
            <a:chOff x="89549" y="74608"/>
            <a:chExt cx="956301" cy="304790"/>
          </a:xfrm>
        </p:grpSpPr>
        <p:sp>
          <p:nvSpPr>
            <p:cNvPr id="4153" name="Google Shape;4153;p4"/>
            <p:cNvSpPr/>
            <p:nvPr/>
          </p:nvSpPr>
          <p:spPr>
            <a:xfrm>
              <a:off x="89549" y="136345"/>
              <a:ext cx="684966" cy="243053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4" name="Google Shape;4154;p4"/>
            <p:cNvSpPr/>
            <p:nvPr/>
          </p:nvSpPr>
          <p:spPr>
            <a:xfrm flipH="1">
              <a:off x="697235" y="74608"/>
              <a:ext cx="348615" cy="123474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55" name="Google Shape;4155;p4"/>
          <p:cNvSpPr/>
          <p:nvPr/>
        </p:nvSpPr>
        <p:spPr>
          <a:xfrm>
            <a:off x="343941" y="256214"/>
            <a:ext cx="6404461" cy="794743"/>
          </a:xfrm>
          <a:custGeom>
            <a:avLst/>
            <a:gdLst/>
            <a:ahLst/>
            <a:cxnLst/>
            <a:rect l="l" t="t" r="r" b="b"/>
            <a:pathLst>
              <a:path w="8006179" h="1575318" extrusionOk="0">
                <a:moveTo>
                  <a:pt x="6042155" y="0"/>
                </a:moveTo>
                <a:lnTo>
                  <a:pt x="6101671" y="2478"/>
                </a:lnTo>
                <a:lnTo>
                  <a:pt x="6156012" y="5783"/>
                </a:lnTo>
                <a:lnTo>
                  <a:pt x="6201296" y="11565"/>
                </a:lnTo>
                <a:lnTo>
                  <a:pt x="6233641" y="19826"/>
                </a:lnTo>
                <a:lnTo>
                  <a:pt x="6251755" y="28913"/>
                </a:lnTo>
                <a:lnTo>
                  <a:pt x="6255636" y="37173"/>
                </a:lnTo>
                <a:lnTo>
                  <a:pt x="6255636" y="181736"/>
                </a:lnTo>
                <a:lnTo>
                  <a:pt x="6256930" y="1306019"/>
                </a:lnTo>
                <a:lnTo>
                  <a:pt x="6268574" y="1306019"/>
                </a:lnTo>
                <a:lnTo>
                  <a:pt x="6282806" y="1308497"/>
                </a:lnTo>
                <a:lnTo>
                  <a:pt x="6284100" y="1106110"/>
                </a:lnTo>
                <a:lnTo>
                  <a:pt x="6289276" y="1068110"/>
                </a:lnTo>
                <a:lnTo>
                  <a:pt x="6297038" y="1035067"/>
                </a:lnTo>
                <a:lnTo>
                  <a:pt x="6303508" y="1009459"/>
                </a:lnTo>
                <a:lnTo>
                  <a:pt x="6311271" y="992938"/>
                </a:lnTo>
                <a:lnTo>
                  <a:pt x="6320327" y="982199"/>
                </a:lnTo>
                <a:lnTo>
                  <a:pt x="6372080" y="978069"/>
                </a:lnTo>
                <a:lnTo>
                  <a:pt x="6394075" y="978069"/>
                </a:lnTo>
                <a:lnTo>
                  <a:pt x="6403132" y="989634"/>
                </a:lnTo>
                <a:lnTo>
                  <a:pt x="6412189" y="1006981"/>
                </a:lnTo>
                <a:lnTo>
                  <a:pt x="6417364" y="1032589"/>
                </a:lnTo>
                <a:lnTo>
                  <a:pt x="6422539" y="1062328"/>
                </a:lnTo>
                <a:lnTo>
                  <a:pt x="6425127" y="722812"/>
                </a:lnTo>
                <a:lnTo>
                  <a:pt x="6426421" y="698856"/>
                </a:lnTo>
                <a:lnTo>
                  <a:pt x="6426421" y="695552"/>
                </a:lnTo>
                <a:lnTo>
                  <a:pt x="6426421" y="691422"/>
                </a:lnTo>
                <a:lnTo>
                  <a:pt x="6429008" y="669118"/>
                </a:lnTo>
                <a:lnTo>
                  <a:pt x="6430302" y="641031"/>
                </a:lnTo>
                <a:lnTo>
                  <a:pt x="6435478" y="614597"/>
                </a:lnTo>
                <a:lnTo>
                  <a:pt x="6439359" y="588163"/>
                </a:lnTo>
                <a:lnTo>
                  <a:pt x="6444534" y="561729"/>
                </a:lnTo>
                <a:lnTo>
                  <a:pt x="6452297" y="535294"/>
                </a:lnTo>
                <a:lnTo>
                  <a:pt x="6458766" y="508860"/>
                </a:lnTo>
                <a:lnTo>
                  <a:pt x="6467823" y="482426"/>
                </a:lnTo>
                <a:lnTo>
                  <a:pt x="6476880" y="455991"/>
                </a:lnTo>
                <a:lnTo>
                  <a:pt x="6487231" y="430383"/>
                </a:lnTo>
                <a:lnTo>
                  <a:pt x="6496287" y="411384"/>
                </a:lnTo>
                <a:lnTo>
                  <a:pt x="6496287" y="408905"/>
                </a:lnTo>
                <a:lnTo>
                  <a:pt x="6493700" y="403123"/>
                </a:lnTo>
                <a:lnTo>
                  <a:pt x="6493700" y="399819"/>
                </a:lnTo>
                <a:lnTo>
                  <a:pt x="6491112" y="398166"/>
                </a:lnTo>
                <a:lnTo>
                  <a:pt x="6500169" y="398166"/>
                </a:lnTo>
                <a:lnTo>
                  <a:pt x="6500169" y="391558"/>
                </a:lnTo>
                <a:lnTo>
                  <a:pt x="6500169" y="384123"/>
                </a:lnTo>
                <a:lnTo>
                  <a:pt x="6502756" y="377515"/>
                </a:lnTo>
                <a:lnTo>
                  <a:pt x="6502756" y="370906"/>
                </a:lnTo>
                <a:lnTo>
                  <a:pt x="6504050" y="363471"/>
                </a:lnTo>
                <a:lnTo>
                  <a:pt x="6505344" y="356037"/>
                </a:lnTo>
                <a:lnTo>
                  <a:pt x="6507932" y="348602"/>
                </a:lnTo>
                <a:lnTo>
                  <a:pt x="6509226" y="341994"/>
                </a:lnTo>
                <a:lnTo>
                  <a:pt x="6511813" y="335385"/>
                </a:lnTo>
                <a:lnTo>
                  <a:pt x="6513107" y="327950"/>
                </a:lnTo>
                <a:lnTo>
                  <a:pt x="6514401" y="321342"/>
                </a:lnTo>
                <a:lnTo>
                  <a:pt x="6516988" y="313907"/>
                </a:lnTo>
                <a:lnTo>
                  <a:pt x="6757640" y="313081"/>
                </a:lnTo>
                <a:lnTo>
                  <a:pt x="6760227" y="319690"/>
                </a:lnTo>
                <a:lnTo>
                  <a:pt x="6761521" y="327124"/>
                </a:lnTo>
                <a:lnTo>
                  <a:pt x="6764109" y="333733"/>
                </a:lnTo>
                <a:lnTo>
                  <a:pt x="6765403" y="341168"/>
                </a:lnTo>
                <a:lnTo>
                  <a:pt x="6766696" y="348602"/>
                </a:lnTo>
                <a:lnTo>
                  <a:pt x="6769284" y="356037"/>
                </a:lnTo>
                <a:lnTo>
                  <a:pt x="6770578" y="362645"/>
                </a:lnTo>
                <a:lnTo>
                  <a:pt x="6770578" y="369254"/>
                </a:lnTo>
                <a:lnTo>
                  <a:pt x="6773165" y="376689"/>
                </a:lnTo>
                <a:lnTo>
                  <a:pt x="6773165" y="383297"/>
                </a:lnTo>
                <a:lnTo>
                  <a:pt x="6774459" y="389906"/>
                </a:lnTo>
                <a:lnTo>
                  <a:pt x="6774459" y="397340"/>
                </a:lnTo>
                <a:lnTo>
                  <a:pt x="6782222" y="397340"/>
                </a:lnTo>
                <a:lnTo>
                  <a:pt x="6782222" y="416340"/>
                </a:lnTo>
                <a:lnTo>
                  <a:pt x="6787398" y="429557"/>
                </a:lnTo>
                <a:lnTo>
                  <a:pt x="6792573" y="443600"/>
                </a:lnTo>
                <a:lnTo>
                  <a:pt x="6796454" y="455991"/>
                </a:lnTo>
                <a:lnTo>
                  <a:pt x="6801630" y="468382"/>
                </a:lnTo>
                <a:lnTo>
                  <a:pt x="6806805" y="481600"/>
                </a:lnTo>
                <a:lnTo>
                  <a:pt x="6810686" y="494817"/>
                </a:lnTo>
                <a:lnTo>
                  <a:pt x="6814568" y="508034"/>
                </a:lnTo>
                <a:lnTo>
                  <a:pt x="6819743" y="521251"/>
                </a:lnTo>
                <a:lnTo>
                  <a:pt x="6823625" y="534468"/>
                </a:lnTo>
                <a:lnTo>
                  <a:pt x="6826212" y="547685"/>
                </a:lnTo>
                <a:lnTo>
                  <a:pt x="6828800" y="560902"/>
                </a:lnTo>
                <a:lnTo>
                  <a:pt x="6835269" y="587337"/>
                </a:lnTo>
                <a:lnTo>
                  <a:pt x="6839150" y="613771"/>
                </a:lnTo>
                <a:lnTo>
                  <a:pt x="6844326" y="641031"/>
                </a:lnTo>
                <a:lnTo>
                  <a:pt x="6846913" y="667466"/>
                </a:lnTo>
                <a:lnTo>
                  <a:pt x="6848207" y="695552"/>
                </a:lnTo>
                <a:lnTo>
                  <a:pt x="6848207" y="702161"/>
                </a:lnTo>
                <a:lnTo>
                  <a:pt x="6850795" y="721986"/>
                </a:lnTo>
                <a:lnTo>
                  <a:pt x="6852089" y="1036720"/>
                </a:lnTo>
                <a:lnTo>
                  <a:pt x="6921955" y="1035894"/>
                </a:lnTo>
                <a:lnTo>
                  <a:pt x="6916780" y="190823"/>
                </a:lnTo>
                <a:lnTo>
                  <a:pt x="6916780" y="82607"/>
                </a:lnTo>
                <a:lnTo>
                  <a:pt x="7417490" y="79303"/>
                </a:lnTo>
                <a:lnTo>
                  <a:pt x="7417490" y="93346"/>
                </a:lnTo>
                <a:lnTo>
                  <a:pt x="7416196" y="199083"/>
                </a:lnTo>
                <a:lnTo>
                  <a:pt x="7407139" y="1030937"/>
                </a:lnTo>
                <a:lnTo>
                  <a:pt x="7425253" y="1030937"/>
                </a:lnTo>
                <a:lnTo>
                  <a:pt x="7425253" y="986329"/>
                </a:lnTo>
                <a:lnTo>
                  <a:pt x="7426546" y="986329"/>
                </a:lnTo>
                <a:lnTo>
                  <a:pt x="7429134" y="986329"/>
                </a:lnTo>
                <a:lnTo>
                  <a:pt x="7453717" y="985503"/>
                </a:lnTo>
                <a:lnTo>
                  <a:pt x="7453717" y="944200"/>
                </a:lnTo>
                <a:lnTo>
                  <a:pt x="7453717" y="942547"/>
                </a:lnTo>
                <a:lnTo>
                  <a:pt x="7456304" y="942547"/>
                </a:lnTo>
                <a:lnTo>
                  <a:pt x="7457598" y="942547"/>
                </a:lnTo>
                <a:lnTo>
                  <a:pt x="7461480" y="941721"/>
                </a:lnTo>
                <a:lnTo>
                  <a:pt x="7488650" y="940069"/>
                </a:lnTo>
                <a:lnTo>
                  <a:pt x="7488650" y="907852"/>
                </a:lnTo>
                <a:lnTo>
                  <a:pt x="7488650" y="907026"/>
                </a:lnTo>
                <a:lnTo>
                  <a:pt x="7489944" y="906200"/>
                </a:lnTo>
                <a:lnTo>
                  <a:pt x="7492531" y="904548"/>
                </a:lnTo>
                <a:lnTo>
                  <a:pt x="7493825" y="903722"/>
                </a:lnTo>
                <a:lnTo>
                  <a:pt x="7594743" y="898766"/>
                </a:lnTo>
                <a:lnTo>
                  <a:pt x="7594743" y="895461"/>
                </a:lnTo>
                <a:lnTo>
                  <a:pt x="7594743" y="894635"/>
                </a:lnTo>
                <a:lnTo>
                  <a:pt x="7594743" y="892157"/>
                </a:lnTo>
                <a:lnTo>
                  <a:pt x="7594743" y="889679"/>
                </a:lnTo>
                <a:lnTo>
                  <a:pt x="7594743" y="886375"/>
                </a:lnTo>
                <a:lnTo>
                  <a:pt x="7594743" y="883070"/>
                </a:lnTo>
                <a:lnTo>
                  <a:pt x="7594743" y="879766"/>
                </a:lnTo>
                <a:lnTo>
                  <a:pt x="7594743" y="875636"/>
                </a:lnTo>
                <a:lnTo>
                  <a:pt x="7594743" y="873984"/>
                </a:lnTo>
                <a:lnTo>
                  <a:pt x="7594743" y="871505"/>
                </a:lnTo>
                <a:lnTo>
                  <a:pt x="7594743" y="869027"/>
                </a:lnTo>
                <a:lnTo>
                  <a:pt x="7594743" y="868201"/>
                </a:lnTo>
                <a:lnTo>
                  <a:pt x="7598625" y="868201"/>
                </a:lnTo>
                <a:lnTo>
                  <a:pt x="7599919" y="856636"/>
                </a:lnTo>
                <a:lnTo>
                  <a:pt x="7673667" y="856636"/>
                </a:lnTo>
                <a:lnTo>
                  <a:pt x="7673667" y="898766"/>
                </a:lnTo>
                <a:lnTo>
                  <a:pt x="7773291" y="903722"/>
                </a:lnTo>
                <a:lnTo>
                  <a:pt x="7773291" y="904548"/>
                </a:lnTo>
                <a:lnTo>
                  <a:pt x="7773291" y="940069"/>
                </a:lnTo>
                <a:lnTo>
                  <a:pt x="7804343" y="941721"/>
                </a:lnTo>
                <a:lnTo>
                  <a:pt x="7805637" y="941721"/>
                </a:lnTo>
                <a:lnTo>
                  <a:pt x="7805637" y="942547"/>
                </a:lnTo>
                <a:lnTo>
                  <a:pt x="7805637" y="985503"/>
                </a:lnTo>
                <a:lnTo>
                  <a:pt x="7834101" y="986329"/>
                </a:lnTo>
                <a:lnTo>
                  <a:pt x="7836688" y="986329"/>
                </a:lnTo>
                <a:lnTo>
                  <a:pt x="7837982" y="986329"/>
                </a:lnTo>
                <a:lnTo>
                  <a:pt x="7836688" y="1030937"/>
                </a:lnTo>
                <a:lnTo>
                  <a:pt x="7857390" y="1030937"/>
                </a:lnTo>
                <a:lnTo>
                  <a:pt x="7861271" y="1030937"/>
                </a:lnTo>
                <a:lnTo>
                  <a:pt x="7863859" y="1030937"/>
                </a:lnTo>
                <a:lnTo>
                  <a:pt x="7865152" y="1030937"/>
                </a:lnTo>
                <a:lnTo>
                  <a:pt x="7866446" y="1030937"/>
                </a:lnTo>
                <a:lnTo>
                  <a:pt x="7869034" y="1030937"/>
                </a:lnTo>
                <a:lnTo>
                  <a:pt x="7866446" y="1082980"/>
                </a:lnTo>
                <a:lnTo>
                  <a:pt x="7893617" y="1082980"/>
                </a:lnTo>
                <a:lnTo>
                  <a:pt x="7887147" y="1343192"/>
                </a:lnTo>
                <a:lnTo>
                  <a:pt x="7923375" y="1348149"/>
                </a:lnTo>
                <a:lnTo>
                  <a:pt x="7920787" y="1410930"/>
                </a:lnTo>
                <a:lnTo>
                  <a:pt x="8006179" y="1410930"/>
                </a:lnTo>
                <a:lnTo>
                  <a:pt x="8006179" y="1575318"/>
                </a:lnTo>
                <a:lnTo>
                  <a:pt x="0" y="1575318"/>
                </a:lnTo>
                <a:lnTo>
                  <a:pt x="0" y="1557145"/>
                </a:lnTo>
                <a:lnTo>
                  <a:pt x="0" y="761638"/>
                </a:lnTo>
                <a:lnTo>
                  <a:pt x="41402" y="755855"/>
                </a:lnTo>
                <a:lnTo>
                  <a:pt x="216069" y="755855"/>
                </a:lnTo>
                <a:lnTo>
                  <a:pt x="243239" y="759986"/>
                </a:lnTo>
                <a:lnTo>
                  <a:pt x="245827" y="761638"/>
                </a:lnTo>
                <a:lnTo>
                  <a:pt x="245827" y="773203"/>
                </a:lnTo>
                <a:lnTo>
                  <a:pt x="248414" y="773203"/>
                </a:lnTo>
                <a:lnTo>
                  <a:pt x="248414" y="775681"/>
                </a:lnTo>
                <a:lnTo>
                  <a:pt x="247120" y="1230020"/>
                </a:lnTo>
                <a:lnTo>
                  <a:pt x="329925" y="1230020"/>
                </a:lnTo>
                <a:lnTo>
                  <a:pt x="371327" y="1230020"/>
                </a:lnTo>
                <a:lnTo>
                  <a:pt x="370034" y="1410930"/>
                </a:lnTo>
                <a:lnTo>
                  <a:pt x="424374" y="1410930"/>
                </a:lnTo>
                <a:lnTo>
                  <a:pt x="421690" y="771752"/>
                </a:lnTo>
                <a:lnTo>
                  <a:pt x="885731" y="771752"/>
                </a:lnTo>
                <a:lnTo>
                  <a:pt x="892738" y="1207716"/>
                </a:lnTo>
                <a:lnTo>
                  <a:pt x="1004007" y="1199456"/>
                </a:lnTo>
                <a:lnTo>
                  <a:pt x="1004007" y="1192847"/>
                </a:lnTo>
                <a:lnTo>
                  <a:pt x="1044116" y="1192847"/>
                </a:lnTo>
                <a:lnTo>
                  <a:pt x="1050585" y="1192847"/>
                </a:lnTo>
                <a:lnTo>
                  <a:pt x="1059641" y="1192847"/>
                </a:lnTo>
                <a:lnTo>
                  <a:pt x="1072580" y="1192847"/>
                </a:lnTo>
                <a:lnTo>
                  <a:pt x="1089399" y="1192847"/>
                </a:lnTo>
                <a:lnTo>
                  <a:pt x="1091987" y="1192847"/>
                </a:lnTo>
                <a:lnTo>
                  <a:pt x="1107513" y="1191195"/>
                </a:lnTo>
                <a:lnTo>
                  <a:pt x="1110101" y="866549"/>
                </a:lnTo>
                <a:lnTo>
                  <a:pt x="1113982" y="866549"/>
                </a:lnTo>
                <a:lnTo>
                  <a:pt x="1115317" y="846518"/>
                </a:lnTo>
                <a:lnTo>
                  <a:pt x="1625800" y="846518"/>
                </a:lnTo>
                <a:lnTo>
                  <a:pt x="1625800" y="631134"/>
                </a:lnTo>
                <a:lnTo>
                  <a:pt x="2006720" y="631945"/>
                </a:lnTo>
                <a:lnTo>
                  <a:pt x="2004335" y="204637"/>
                </a:lnTo>
                <a:lnTo>
                  <a:pt x="2081098" y="127874"/>
                </a:lnTo>
                <a:lnTo>
                  <a:pt x="2278705" y="127874"/>
                </a:lnTo>
                <a:lnTo>
                  <a:pt x="2369979" y="219148"/>
                </a:lnTo>
                <a:lnTo>
                  <a:pt x="2381929" y="1041676"/>
                </a:lnTo>
                <a:lnTo>
                  <a:pt x="2433682" y="968156"/>
                </a:lnTo>
                <a:lnTo>
                  <a:pt x="2434976" y="804594"/>
                </a:lnTo>
                <a:lnTo>
                  <a:pt x="2444032" y="710421"/>
                </a:lnTo>
                <a:lnTo>
                  <a:pt x="2446620" y="493991"/>
                </a:lnTo>
                <a:lnTo>
                  <a:pt x="2460852" y="491512"/>
                </a:lnTo>
                <a:lnTo>
                  <a:pt x="2460852" y="481600"/>
                </a:lnTo>
                <a:lnTo>
                  <a:pt x="2476378" y="479121"/>
                </a:lnTo>
                <a:lnTo>
                  <a:pt x="2478966" y="479121"/>
                </a:lnTo>
                <a:lnTo>
                  <a:pt x="2478966" y="467556"/>
                </a:lnTo>
                <a:lnTo>
                  <a:pt x="2494492" y="465078"/>
                </a:lnTo>
                <a:lnTo>
                  <a:pt x="2497079" y="465078"/>
                </a:lnTo>
                <a:lnTo>
                  <a:pt x="2497079" y="455991"/>
                </a:lnTo>
                <a:lnTo>
                  <a:pt x="2512605" y="453513"/>
                </a:lnTo>
                <a:lnTo>
                  <a:pt x="2512605" y="441948"/>
                </a:lnTo>
                <a:lnTo>
                  <a:pt x="2529425" y="438644"/>
                </a:lnTo>
                <a:lnTo>
                  <a:pt x="2594116" y="438644"/>
                </a:lnTo>
                <a:lnTo>
                  <a:pt x="2610936" y="441122"/>
                </a:lnTo>
                <a:lnTo>
                  <a:pt x="2610936" y="453513"/>
                </a:lnTo>
                <a:lnTo>
                  <a:pt x="2626462" y="455991"/>
                </a:lnTo>
                <a:lnTo>
                  <a:pt x="2626462" y="465078"/>
                </a:lnTo>
                <a:lnTo>
                  <a:pt x="2629049" y="465078"/>
                </a:lnTo>
                <a:lnTo>
                  <a:pt x="2644575" y="467556"/>
                </a:lnTo>
                <a:lnTo>
                  <a:pt x="2644575" y="479121"/>
                </a:lnTo>
                <a:lnTo>
                  <a:pt x="2661395" y="481600"/>
                </a:lnTo>
                <a:lnTo>
                  <a:pt x="2661395" y="491512"/>
                </a:lnTo>
                <a:lnTo>
                  <a:pt x="2663982" y="491512"/>
                </a:lnTo>
                <a:lnTo>
                  <a:pt x="2679508" y="493991"/>
                </a:lnTo>
                <a:lnTo>
                  <a:pt x="2679508" y="710421"/>
                </a:lnTo>
                <a:lnTo>
                  <a:pt x="2685977" y="805420"/>
                </a:lnTo>
                <a:lnTo>
                  <a:pt x="2685977" y="1030111"/>
                </a:lnTo>
                <a:lnTo>
                  <a:pt x="2704091" y="1073893"/>
                </a:lnTo>
                <a:lnTo>
                  <a:pt x="2714442" y="1073893"/>
                </a:lnTo>
                <a:lnTo>
                  <a:pt x="2714442" y="1074719"/>
                </a:lnTo>
                <a:lnTo>
                  <a:pt x="2736437" y="1074719"/>
                </a:lnTo>
                <a:lnTo>
                  <a:pt x="2736437" y="1077197"/>
                </a:lnTo>
                <a:lnTo>
                  <a:pt x="2759725" y="1077197"/>
                </a:lnTo>
                <a:lnTo>
                  <a:pt x="2759725" y="1078849"/>
                </a:lnTo>
                <a:lnTo>
                  <a:pt x="2773957" y="1079675"/>
                </a:lnTo>
                <a:lnTo>
                  <a:pt x="2776545" y="503077"/>
                </a:lnTo>
                <a:lnTo>
                  <a:pt x="2777839" y="303168"/>
                </a:lnTo>
                <a:lnTo>
                  <a:pt x="2933098" y="280038"/>
                </a:lnTo>
                <a:lnTo>
                  <a:pt x="2936979" y="318864"/>
                </a:lnTo>
                <a:lnTo>
                  <a:pt x="2934392" y="826071"/>
                </a:lnTo>
                <a:lnTo>
                  <a:pt x="3015902" y="827724"/>
                </a:lnTo>
                <a:lnTo>
                  <a:pt x="3017196" y="811202"/>
                </a:lnTo>
                <a:lnTo>
                  <a:pt x="3015902" y="811202"/>
                </a:lnTo>
                <a:lnTo>
                  <a:pt x="3017196" y="775681"/>
                </a:lnTo>
                <a:lnTo>
                  <a:pt x="3014609" y="775681"/>
                </a:lnTo>
                <a:lnTo>
                  <a:pt x="3010727" y="775681"/>
                </a:lnTo>
                <a:lnTo>
                  <a:pt x="3006846" y="774855"/>
                </a:lnTo>
                <a:lnTo>
                  <a:pt x="3002964" y="774855"/>
                </a:lnTo>
                <a:lnTo>
                  <a:pt x="3001670" y="774855"/>
                </a:lnTo>
                <a:lnTo>
                  <a:pt x="3000377" y="773203"/>
                </a:lnTo>
                <a:lnTo>
                  <a:pt x="3002964" y="550164"/>
                </a:lnTo>
                <a:lnTo>
                  <a:pt x="3005552" y="549337"/>
                </a:lnTo>
                <a:lnTo>
                  <a:pt x="3005552" y="547685"/>
                </a:lnTo>
                <a:lnTo>
                  <a:pt x="3009433" y="547685"/>
                </a:lnTo>
                <a:lnTo>
                  <a:pt x="3010727" y="547685"/>
                </a:lnTo>
                <a:lnTo>
                  <a:pt x="3015902" y="546859"/>
                </a:lnTo>
                <a:lnTo>
                  <a:pt x="3019784" y="546859"/>
                </a:lnTo>
                <a:lnTo>
                  <a:pt x="3021078" y="546859"/>
                </a:lnTo>
                <a:lnTo>
                  <a:pt x="3023665" y="546859"/>
                </a:lnTo>
                <a:lnTo>
                  <a:pt x="3147872" y="371732"/>
                </a:lnTo>
                <a:lnTo>
                  <a:pt x="3275961" y="373384"/>
                </a:lnTo>
                <a:lnTo>
                  <a:pt x="3396286" y="549337"/>
                </a:lnTo>
                <a:lnTo>
                  <a:pt x="3397580" y="549337"/>
                </a:lnTo>
                <a:lnTo>
                  <a:pt x="3404049" y="549337"/>
                </a:lnTo>
                <a:lnTo>
                  <a:pt x="3406637" y="549337"/>
                </a:lnTo>
                <a:lnTo>
                  <a:pt x="3410519" y="549337"/>
                </a:lnTo>
                <a:lnTo>
                  <a:pt x="3413106" y="550164"/>
                </a:lnTo>
                <a:lnTo>
                  <a:pt x="3414400" y="550164"/>
                </a:lnTo>
                <a:lnTo>
                  <a:pt x="3414400" y="550990"/>
                </a:lnTo>
                <a:lnTo>
                  <a:pt x="3415694" y="774855"/>
                </a:lnTo>
                <a:lnTo>
                  <a:pt x="3414400" y="775681"/>
                </a:lnTo>
                <a:lnTo>
                  <a:pt x="3413106" y="775681"/>
                </a:lnTo>
                <a:lnTo>
                  <a:pt x="3410519" y="775681"/>
                </a:lnTo>
                <a:lnTo>
                  <a:pt x="3406637" y="777333"/>
                </a:lnTo>
                <a:lnTo>
                  <a:pt x="3404049" y="777333"/>
                </a:lnTo>
                <a:lnTo>
                  <a:pt x="3400168" y="777333"/>
                </a:lnTo>
                <a:lnTo>
                  <a:pt x="3400168" y="812854"/>
                </a:lnTo>
                <a:lnTo>
                  <a:pt x="3397580" y="813680"/>
                </a:lnTo>
                <a:lnTo>
                  <a:pt x="3400168" y="1222586"/>
                </a:lnTo>
                <a:lnTo>
                  <a:pt x="3428632" y="1223412"/>
                </a:lnTo>
                <a:lnTo>
                  <a:pt x="3428632" y="1410930"/>
                </a:lnTo>
                <a:lnTo>
                  <a:pt x="3451921" y="1410930"/>
                </a:lnTo>
                <a:lnTo>
                  <a:pt x="3451921" y="1354757"/>
                </a:lnTo>
                <a:lnTo>
                  <a:pt x="3463565" y="1354757"/>
                </a:lnTo>
                <a:lnTo>
                  <a:pt x="3463565" y="1044980"/>
                </a:lnTo>
                <a:lnTo>
                  <a:pt x="3451921" y="1044980"/>
                </a:lnTo>
                <a:lnTo>
                  <a:pt x="3451921" y="666640"/>
                </a:lnTo>
                <a:lnTo>
                  <a:pt x="3473916" y="664161"/>
                </a:lnTo>
                <a:lnTo>
                  <a:pt x="3473916" y="536120"/>
                </a:lnTo>
                <a:lnTo>
                  <a:pt x="3497205" y="532816"/>
                </a:lnTo>
                <a:lnTo>
                  <a:pt x="3498499" y="531990"/>
                </a:lnTo>
                <a:lnTo>
                  <a:pt x="3501086" y="530338"/>
                </a:lnTo>
                <a:lnTo>
                  <a:pt x="3502380" y="530338"/>
                </a:lnTo>
                <a:lnTo>
                  <a:pt x="3506261" y="529512"/>
                </a:lnTo>
                <a:lnTo>
                  <a:pt x="3510143" y="528686"/>
                </a:lnTo>
                <a:lnTo>
                  <a:pt x="3514024" y="528686"/>
                </a:lnTo>
                <a:lnTo>
                  <a:pt x="3519200" y="527034"/>
                </a:lnTo>
                <a:lnTo>
                  <a:pt x="3524375" y="526207"/>
                </a:lnTo>
                <a:lnTo>
                  <a:pt x="3529550" y="526207"/>
                </a:lnTo>
                <a:lnTo>
                  <a:pt x="3534726" y="526207"/>
                </a:lnTo>
                <a:lnTo>
                  <a:pt x="3541195" y="524555"/>
                </a:lnTo>
                <a:lnTo>
                  <a:pt x="3546370" y="524555"/>
                </a:lnTo>
                <a:lnTo>
                  <a:pt x="3570953" y="521251"/>
                </a:lnTo>
                <a:lnTo>
                  <a:pt x="3596829" y="524555"/>
                </a:lnTo>
                <a:lnTo>
                  <a:pt x="3602004" y="524555"/>
                </a:lnTo>
                <a:lnTo>
                  <a:pt x="3607180" y="526207"/>
                </a:lnTo>
                <a:lnTo>
                  <a:pt x="3612355" y="526207"/>
                </a:lnTo>
                <a:lnTo>
                  <a:pt x="3617530" y="526207"/>
                </a:lnTo>
                <a:lnTo>
                  <a:pt x="3623999" y="527034"/>
                </a:lnTo>
                <a:lnTo>
                  <a:pt x="3626587" y="527034"/>
                </a:lnTo>
                <a:lnTo>
                  <a:pt x="3630469" y="528686"/>
                </a:lnTo>
                <a:lnTo>
                  <a:pt x="3634350" y="529512"/>
                </a:lnTo>
                <a:lnTo>
                  <a:pt x="3638231" y="529512"/>
                </a:lnTo>
                <a:lnTo>
                  <a:pt x="3639525" y="530338"/>
                </a:lnTo>
                <a:lnTo>
                  <a:pt x="3642113" y="531990"/>
                </a:lnTo>
                <a:lnTo>
                  <a:pt x="3643407" y="532816"/>
                </a:lnTo>
                <a:lnTo>
                  <a:pt x="3666696" y="536120"/>
                </a:lnTo>
                <a:lnTo>
                  <a:pt x="3666696" y="664161"/>
                </a:lnTo>
                <a:lnTo>
                  <a:pt x="3688691" y="666640"/>
                </a:lnTo>
                <a:lnTo>
                  <a:pt x="3688691" y="1044980"/>
                </a:lnTo>
                <a:lnTo>
                  <a:pt x="3679634" y="1044980"/>
                </a:lnTo>
                <a:lnTo>
                  <a:pt x="3679634" y="1354757"/>
                </a:lnTo>
                <a:lnTo>
                  <a:pt x="3726211" y="1354757"/>
                </a:lnTo>
                <a:lnTo>
                  <a:pt x="3726211" y="1100327"/>
                </a:lnTo>
                <a:lnTo>
                  <a:pt x="3840068" y="1097849"/>
                </a:lnTo>
                <a:lnTo>
                  <a:pt x="3855594" y="1099501"/>
                </a:lnTo>
                <a:lnTo>
                  <a:pt x="3855594" y="1114370"/>
                </a:lnTo>
                <a:lnTo>
                  <a:pt x="3886645" y="1112718"/>
                </a:lnTo>
                <a:lnTo>
                  <a:pt x="3908640" y="1114370"/>
                </a:lnTo>
                <a:lnTo>
                  <a:pt x="3908640" y="1054067"/>
                </a:lnTo>
                <a:lnTo>
                  <a:pt x="3922872" y="1054067"/>
                </a:lnTo>
                <a:lnTo>
                  <a:pt x="3922872" y="982199"/>
                </a:lnTo>
                <a:lnTo>
                  <a:pt x="3942280" y="982199"/>
                </a:lnTo>
                <a:lnTo>
                  <a:pt x="3944867" y="980547"/>
                </a:lnTo>
                <a:lnTo>
                  <a:pt x="3946161" y="980547"/>
                </a:lnTo>
                <a:lnTo>
                  <a:pt x="3947455" y="980547"/>
                </a:lnTo>
                <a:lnTo>
                  <a:pt x="3951337" y="980547"/>
                </a:lnTo>
                <a:lnTo>
                  <a:pt x="3953924" y="980547"/>
                </a:lnTo>
                <a:lnTo>
                  <a:pt x="3956512" y="980547"/>
                </a:lnTo>
                <a:lnTo>
                  <a:pt x="3960393" y="980547"/>
                </a:lnTo>
                <a:lnTo>
                  <a:pt x="3964275" y="980547"/>
                </a:lnTo>
                <a:lnTo>
                  <a:pt x="3968156" y="980547"/>
                </a:lnTo>
                <a:lnTo>
                  <a:pt x="3973332" y="980547"/>
                </a:lnTo>
                <a:lnTo>
                  <a:pt x="3977213" y="980547"/>
                </a:lnTo>
                <a:lnTo>
                  <a:pt x="3982388" y="980547"/>
                </a:lnTo>
                <a:lnTo>
                  <a:pt x="4001796" y="980547"/>
                </a:lnTo>
                <a:lnTo>
                  <a:pt x="4016028" y="980547"/>
                </a:lnTo>
                <a:lnTo>
                  <a:pt x="4016028" y="942547"/>
                </a:lnTo>
                <a:lnTo>
                  <a:pt x="4045786" y="940069"/>
                </a:lnTo>
                <a:lnTo>
                  <a:pt x="4080719" y="941721"/>
                </a:lnTo>
                <a:lnTo>
                  <a:pt x="4080719" y="1006981"/>
                </a:lnTo>
                <a:lnTo>
                  <a:pt x="4096245" y="1006981"/>
                </a:lnTo>
                <a:lnTo>
                  <a:pt x="4096245" y="1073893"/>
                </a:lnTo>
                <a:lnTo>
                  <a:pt x="4110477" y="1073893"/>
                </a:lnTo>
                <a:lnTo>
                  <a:pt x="4110477" y="1103631"/>
                </a:lnTo>
                <a:lnTo>
                  <a:pt x="4114358" y="1103631"/>
                </a:lnTo>
                <a:lnTo>
                  <a:pt x="4119534" y="1103631"/>
                </a:lnTo>
                <a:lnTo>
                  <a:pt x="4124709" y="1103631"/>
                </a:lnTo>
                <a:lnTo>
                  <a:pt x="4126003" y="1103631"/>
                </a:lnTo>
                <a:lnTo>
                  <a:pt x="4126003" y="1077197"/>
                </a:lnTo>
                <a:lnTo>
                  <a:pt x="4147998" y="1076371"/>
                </a:lnTo>
                <a:lnTo>
                  <a:pt x="4147998" y="1052415"/>
                </a:lnTo>
                <a:lnTo>
                  <a:pt x="4153173" y="1052415"/>
                </a:lnTo>
                <a:lnTo>
                  <a:pt x="4179050" y="1053241"/>
                </a:lnTo>
                <a:lnTo>
                  <a:pt x="4179050" y="932635"/>
                </a:lnTo>
                <a:lnTo>
                  <a:pt x="4294200" y="936765"/>
                </a:lnTo>
                <a:lnTo>
                  <a:pt x="4294200" y="1077197"/>
                </a:lnTo>
                <a:lnTo>
                  <a:pt x="4307138" y="1077197"/>
                </a:lnTo>
                <a:lnTo>
                  <a:pt x="4307138" y="1263063"/>
                </a:lnTo>
                <a:lnTo>
                  <a:pt x="4360185" y="1263063"/>
                </a:lnTo>
                <a:lnTo>
                  <a:pt x="4362772" y="1082980"/>
                </a:lnTo>
                <a:lnTo>
                  <a:pt x="4387355" y="983851"/>
                </a:lnTo>
                <a:lnTo>
                  <a:pt x="4389943" y="660857"/>
                </a:lnTo>
                <a:lnTo>
                  <a:pt x="4404175" y="632771"/>
                </a:lnTo>
                <a:lnTo>
                  <a:pt x="4404175" y="333733"/>
                </a:lnTo>
                <a:lnTo>
                  <a:pt x="4417113" y="315559"/>
                </a:lnTo>
                <a:lnTo>
                  <a:pt x="4427464" y="313081"/>
                </a:lnTo>
                <a:lnTo>
                  <a:pt x="4427464" y="301516"/>
                </a:lnTo>
                <a:lnTo>
                  <a:pt x="4427464" y="299038"/>
                </a:lnTo>
                <a:lnTo>
                  <a:pt x="4436520" y="298212"/>
                </a:lnTo>
                <a:lnTo>
                  <a:pt x="4436520" y="286647"/>
                </a:lnTo>
                <a:lnTo>
                  <a:pt x="4436520" y="283343"/>
                </a:lnTo>
                <a:lnTo>
                  <a:pt x="4449459" y="281690"/>
                </a:lnTo>
                <a:lnTo>
                  <a:pt x="4449459" y="261039"/>
                </a:lnTo>
                <a:lnTo>
                  <a:pt x="4449459" y="259386"/>
                </a:lnTo>
                <a:lnTo>
                  <a:pt x="4459809" y="257734"/>
                </a:lnTo>
                <a:lnTo>
                  <a:pt x="4574959" y="257734"/>
                </a:lnTo>
                <a:lnTo>
                  <a:pt x="4586604" y="259386"/>
                </a:lnTo>
                <a:lnTo>
                  <a:pt x="4586604" y="262691"/>
                </a:lnTo>
                <a:lnTo>
                  <a:pt x="4586604" y="281690"/>
                </a:lnTo>
                <a:lnTo>
                  <a:pt x="4598248" y="283343"/>
                </a:lnTo>
                <a:lnTo>
                  <a:pt x="4598248" y="286647"/>
                </a:lnTo>
                <a:lnTo>
                  <a:pt x="4598248" y="298212"/>
                </a:lnTo>
                <a:lnTo>
                  <a:pt x="4606011" y="299038"/>
                </a:lnTo>
                <a:lnTo>
                  <a:pt x="4606011" y="301516"/>
                </a:lnTo>
                <a:lnTo>
                  <a:pt x="4606011" y="313081"/>
                </a:lnTo>
                <a:lnTo>
                  <a:pt x="4618949" y="315559"/>
                </a:lnTo>
                <a:lnTo>
                  <a:pt x="4630594" y="333733"/>
                </a:lnTo>
                <a:lnTo>
                  <a:pt x="4630594" y="632771"/>
                </a:lnTo>
                <a:lnTo>
                  <a:pt x="4646120" y="660857"/>
                </a:lnTo>
                <a:lnTo>
                  <a:pt x="4646120" y="939243"/>
                </a:lnTo>
                <a:lnTo>
                  <a:pt x="4648707" y="939243"/>
                </a:lnTo>
                <a:lnTo>
                  <a:pt x="4648707" y="933461"/>
                </a:lnTo>
                <a:lnTo>
                  <a:pt x="4651295" y="933461"/>
                </a:lnTo>
                <a:lnTo>
                  <a:pt x="4684934" y="933461"/>
                </a:lnTo>
                <a:lnTo>
                  <a:pt x="4688816" y="933461"/>
                </a:lnTo>
                <a:lnTo>
                  <a:pt x="4688816" y="934287"/>
                </a:lnTo>
                <a:lnTo>
                  <a:pt x="4688816" y="939243"/>
                </a:lnTo>
                <a:lnTo>
                  <a:pt x="4693991" y="939243"/>
                </a:lnTo>
                <a:lnTo>
                  <a:pt x="4696579" y="941721"/>
                </a:lnTo>
                <a:lnTo>
                  <a:pt x="4696579" y="944200"/>
                </a:lnTo>
                <a:lnTo>
                  <a:pt x="4699167" y="944200"/>
                </a:lnTo>
                <a:lnTo>
                  <a:pt x="4701754" y="945852"/>
                </a:lnTo>
                <a:lnTo>
                  <a:pt x="4701754" y="949982"/>
                </a:lnTo>
                <a:lnTo>
                  <a:pt x="4705636" y="949982"/>
                </a:lnTo>
                <a:lnTo>
                  <a:pt x="4706929" y="951634"/>
                </a:lnTo>
                <a:lnTo>
                  <a:pt x="4706929" y="957417"/>
                </a:lnTo>
                <a:lnTo>
                  <a:pt x="4712105" y="957417"/>
                </a:lnTo>
                <a:lnTo>
                  <a:pt x="4712105" y="959895"/>
                </a:lnTo>
                <a:lnTo>
                  <a:pt x="4712105" y="1112718"/>
                </a:lnTo>
                <a:lnTo>
                  <a:pt x="4715986" y="1130066"/>
                </a:lnTo>
                <a:lnTo>
                  <a:pt x="4717280" y="693900"/>
                </a:lnTo>
                <a:lnTo>
                  <a:pt x="4717280" y="667466"/>
                </a:lnTo>
                <a:lnTo>
                  <a:pt x="4717280" y="604684"/>
                </a:lnTo>
                <a:lnTo>
                  <a:pt x="4719868" y="604684"/>
                </a:lnTo>
                <a:lnTo>
                  <a:pt x="4719868" y="579902"/>
                </a:lnTo>
                <a:lnTo>
                  <a:pt x="4719868" y="532816"/>
                </a:lnTo>
                <a:lnTo>
                  <a:pt x="4825961" y="531990"/>
                </a:lnTo>
                <a:lnTo>
                  <a:pt x="4827255" y="527034"/>
                </a:lnTo>
                <a:lnTo>
                  <a:pt x="4841487" y="527034"/>
                </a:lnTo>
                <a:lnTo>
                  <a:pt x="4841487" y="531990"/>
                </a:lnTo>
                <a:lnTo>
                  <a:pt x="4934642" y="531990"/>
                </a:lnTo>
                <a:lnTo>
                  <a:pt x="4939818" y="527034"/>
                </a:lnTo>
                <a:lnTo>
                  <a:pt x="4951462" y="527034"/>
                </a:lnTo>
                <a:lnTo>
                  <a:pt x="4951462" y="531990"/>
                </a:lnTo>
                <a:lnTo>
                  <a:pt x="5052380" y="531990"/>
                </a:lnTo>
                <a:lnTo>
                  <a:pt x="5052380" y="579076"/>
                </a:lnTo>
                <a:lnTo>
                  <a:pt x="5052380" y="603032"/>
                </a:lnTo>
                <a:lnTo>
                  <a:pt x="5060143" y="603032"/>
                </a:lnTo>
                <a:lnTo>
                  <a:pt x="5060143" y="667466"/>
                </a:lnTo>
                <a:lnTo>
                  <a:pt x="5060143" y="693900"/>
                </a:lnTo>
                <a:lnTo>
                  <a:pt x="5054968" y="1006981"/>
                </a:lnTo>
                <a:lnTo>
                  <a:pt x="5179175" y="1004503"/>
                </a:lnTo>
                <a:lnTo>
                  <a:pt x="5186938" y="1006155"/>
                </a:lnTo>
                <a:lnTo>
                  <a:pt x="5186938" y="1029285"/>
                </a:lnTo>
                <a:lnTo>
                  <a:pt x="5189526" y="1029285"/>
                </a:lnTo>
                <a:lnTo>
                  <a:pt x="5261980" y="1036720"/>
                </a:lnTo>
                <a:lnTo>
                  <a:pt x="5261980" y="1100327"/>
                </a:lnTo>
                <a:lnTo>
                  <a:pt x="5312439" y="1094545"/>
                </a:lnTo>
                <a:lnTo>
                  <a:pt x="5352547" y="1095371"/>
                </a:lnTo>
                <a:lnTo>
                  <a:pt x="5352547" y="953286"/>
                </a:lnTo>
                <a:lnTo>
                  <a:pt x="5353841" y="953286"/>
                </a:lnTo>
                <a:lnTo>
                  <a:pt x="5353841" y="646814"/>
                </a:lnTo>
                <a:lnTo>
                  <a:pt x="5382305" y="616249"/>
                </a:lnTo>
                <a:lnTo>
                  <a:pt x="5382305" y="590641"/>
                </a:lnTo>
                <a:lnTo>
                  <a:pt x="5388774" y="587337"/>
                </a:lnTo>
                <a:lnTo>
                  <a:pt x="5729050" y="593945"/>
                </a:lnTo>
                <a:lnTo>
                  <a:pt x="5729050" y="1171369"/>
                </a:lnTo>
                <a:lnTo>
                  <a:pt x="5766571" y="1171369"/>
                </a:lnTo>
                <a:lnTo>
                  <a:pt x="5765277" y="1181282"/>
                </a:lnTo>
                <a:lnTo>
                  <a:pt x="5817030" y="1160630"/>
                </a:lnTo>
                <a:lnTo>
                  <a:pt x="5820911" y="177605"/>
                </a:lnTo>
                <a:lnTo>
                  <a:pt x="5831262" y="170171"/>
                </a:lnTo>
                <a:lnTo>
                  <a:pt x="5857138" y="163562"/>
                </a:lnTo>
                <a:lnTo>
                  <a:pt x="5897247" y="157780"/>
                </a:lnTo>
                <a:lnTo>
                  <a:pt x="5947706" y="154475"/>
                </a:lnTo>
                <a:lnTo>
                  <a:pt x="6003341" y="151997"/>
                </a:lnTo>
                <a:lnTo>
                  <a:pt x="6031805" y="151997"/>
                </a:lnTo>
                <a:lnTo>
                  <a:pt x="6031805" y="69390"/>
                </a:lnTo>
                <a:lnTo>
                  <a:pt x="6042155" y="0"/>
                </a:lnTo>
                <a:close/>
              </a:path>
            </a:pathLst>
          </a:custGeom>
          <a:gradFill>
            <a:gsLst>
              <a:gs pos="0">
                <a:srgbClr val="0193C2">
                  <a:alpha val="14901"/>
                </a:srgbClr>
              </a:gs>
              <a:gs pos="100000">
                <a:srgbClr val="0193C2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7"/>
              <a:buFont typeface="Arial"/>
              <a:buNone/>
            </a:pPr>
            <a:endParaRPr sz="217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6" name="Google Shape;4156;p4"/>
          <p:cNvSpPr/>
          <p:nvPr/>
        </p:nvSpPr>
        <p:spPr>
          <a:xfrm>
            <a:off x="6653705" y="284732"/>
            <a:ext cx="2236295" cy="794743"/>
          </a:xfrm>
          <a:custGeom>
            <a:avLst/>
            <a:gdLst/>
            <a:ahLst/>
            <a:cxnLst/>
            <a:rect l="l" t="t" r="r" b="b"/>
            <a:pathLst>
              <a:path w="2375336" h="898259" extrusionOk="0">
                <a:moveTo>
                  <a:pt x="706552" y="0"/>
                </a:moveTo>
                <a:lnTo>
                  <a:pt x="757122" y="1413"/>
                </a:lnTo>
                <a:lnTo>
                  <a:pt x="803294" y="3298"/>
                </a:lnTo>
                <a:lnTo>
                  <a:pt x="841770" y="6594"/>
                </a:lnTo>
                <a:lnTo>
                  <a:pt x="869254" y="11305"/>
                </a:lnTo>
                <a:lnTo>
                  <a:pt x="884644" y="16486"/>
                </a:lnTo>
                <a:lnTo>
                  <a:pt x="887942" y="21196"/>
                </a:lnTo>
                <a:lnTo>
                  <a:pt x="887942" y="103627"/>
                </a:lnTo>
                <a:lnTo>
                  <a:pt x="889042" y="744703"/>
                </a:lnTo>
                <a:lnTo>
                  <a:pt x="898935" y="744703"/>
                </a:lnTo>
                <a:lnTo>
                  <a:pt x="911028" y="746116"/>
                </a:lnTo>
                <a:lnTo>
                  <a:pt x="912127" y="630713"/>
                </a:lnTo>
                <a:lnTo>
                  <a:pt x="916525" y="609045"/>
                </a:lnTo>
                <a:lnTo>
                  <a:pt x="923120" y="590204"/>
                </a:lnTo>
                <a:lnTo>
                  <a:pt x="928618" y="575602"/>
                </a:lnTo>
                <a:lnTo>
                  <a:pt x="935214" y="566181"/>
                </a:lnTo>
                <a:lnTo>
                  <a:pt x="942908" y="560058"/>
                </a:lnTo>
                <a:lnTo>
                  <a:pt x="986882" y="557703"/>
                </a:lnTo>
                <a:lnTo>
                  <a:pt x="1005570" y="557703"/>
                </a:lnTo>
                <a:lnTo>
                  <a:pt x="1013266" y="564297"/>
                </a:lnTo>
                <a:lnTo>
                  <a:pt x="1020961" y="574189"/>
                </a:lnTo>
                <a:lnTo>
                  <a:pt x="1025358" y="588791"/>
                </a:lnTo>
                <a:lnTo>
                  <a:pt x="1029756" y="605748"/>
                </a:lnTo>
                <a:lnTo>
                  <a:pt x="1031954" y="412153"/>
                </a:lnTo>
                <a:lnTo>
                  <a:pt x="1033054" y="398493"/>
                </a:lnTo>
                <a:lnTo>
                  <a:pt x="1033054" y="396609"/>
                </a:lnTo>
                <a:lnTo>
                  <a:pt x="1033054" y="394254"/>
                </a:lnTo>
                <a:lnTo>
                  <a:pt x="1035252" y="381537"/>
                </a:lnTo>
                <a:lnTo>
                  <a:pt x="1036352" y="365521"/>
                </a:lnTo>
                <a:lnTo>
                  <a:pt x="1040750" y="350448"/>
                </a:lnTo>
                <a:lnTo>
                  <a:pt x="1044047" y="335375"/>
                </a:lnTo>
                <a:lnTo>
                  <a:pt x="1048444" y="320302"/>
                </a:lnTo>
                <a:lnTo>
                  <a:pt x="1055040" y="305229"/>
                </a:lnTo>
                <a:lnTo>
                  <a:pt x="1060536" y="290156"/>
                </a:lnTo>
                <a:lnTo>
                  <a:pt x="1068232" y="275083"/>
                </a:lnTo>
                <a:lnTo>
                  <a:pt x="1075928" y="260010"/>
                </a:lnTo>
                <a:lnTo>
                  <a:pt x="1084722" y="245408"/>
                </a:lnTo>
                <a:lnTo>
                  <a:pt x="1092417" y="234574"/>
                </a:lnTo>
                <a:lnTo>
                  <a:pt x="1092417" y="233161"/>
                </a:lnTo>
                <a:lnTo>
                  <a:pt x="1090219" y="229864"/>
                </a:lnTo>
                <a:lnTo>
                  <a:pt x="1090219" y="227980"/>
                </a:lnTo>
                <a:lnTo>
                  <a:pt x="1088020" y="227037"/>
                </a:lnTo>
                <a:lnTo>
                  <a:pt x="1095716" y="227037"/>
                </a:lnTo>
                <a:lnTo>
                  <a:pt x="1095716" y="223270"/>
                </a:lnTo>
                <a:lnTo>
                  <a:pt x="1095716" y="219030"/>
                </a:lnTo>
                <a:lnTo>
                  <a:pt x="1097914" y="215262"/>
                </a:lnTo>
                <a:lnTo>
                  <a:pt x="1097914" y="211494"/>
                </a:lnTo>
                <a:lnTo>
                  <a:pt x="1099014" y="207254"/>
                </a:lnTo>
                <a:lnTo>
                  <a:pt x="1100112" y="203015"/>
                </a:lnTo>
                <a:lnTo>
                  <a:pt x="1102312" y="198776"/>
                </a:lnTo>
                <a:lnTo>
                  <a:pt x="1103411" y="195008"/>
                </a:lnTo>
                <a:lnTo>
                  <a:pt x="1105610" y="191239"/>
                </a:lnTo>
                <a:lnTo>
                  <a:pt x="1106709" y="187000"/>
                </a:lnTo>
                <a:lnTo>
                  <a:pt x="1107808" y="183232"/>
                </a:lnTo>
                <a:lnTo>
                  <a:pt x="1110006" y="178992"/>
                </a:lnTo>
                <a:lnTo>
                  <a:pt x="1314482" y="178521"/>
                </a:lnTo>
                <a:lnTo>
                  <a:pt x="1316680" y="182290"/>
                </a:lnTo>
                <a:lnTo>
                  <a:pt x="1317780" y="186529"/>
                </a:lnTo>
                <a:lnTo>
                  <a:pt x="1319979" y="190297"/>
                </a:lnTo>
                <a:lnTo>
                  <a:pt x="1321078" y="194537"/>
                </a:lnTo>
                <a:lnTo>
                  <a:pt x="1322177" y="198776"/>
                </a:lnTo>
                <a:lnTo>
                  <a:pt x="1324376" y="203015"/>
                </a:lnTo>
                <a:lnTo>
                  <a:pt x="1325476" y="206783"/>
                </a:lnTo>
                <a:lnTo>
                  <a:pt x="1325476" y="210552"/>
                </a:lnTo>
                <a:lnTo>
                  <a:pt x="1327674" y="214791"/>
                </a:lnTo>
                <a:lnTo>
                  <a:pt x="1327674" y="218559"/>
                </a:lnTo>
                <a:lnTo>
                  <a:pt x="1328774" y="222328"/>
                </a:lnTo>
                <a:lnTo>
                  <a:pt x="1328774" y="226566"/>
                </a:lnTo>
                <a:lnTo>
                  <a:pt x="1335370" y="226566"/>
                </a:lnTo>
                <a:lnTo>
                  <a:pt x="1335370" y="237400"/>
                </a:lnTo>
                <a:lnTo>
                  <a:pt x="1339767" y="244937"/>
                </a:lnTo>
                <a:lnTo>
                  <a:pt x="1344164" y="252944"/>
                </a:lnTo>
                <a:lnTo>
                  <a:pt x="1347462" y="260010"/>
                </a:lnTo>
                <a:lnTo>
                  <a:pt x="1351860" y="267075"/>
                </a:lnTo>
                <a:lnTo>
                  <a:pt x="1356257" y="274612"/>
                </a:lnTo>
                <a:lnTo>
                  <a:pt x="1359554" y="282149"/>
                </a:lnTo>
                <a:lnTo>
                  <a:pt x="1362853" y="289685"/>
                </a:lnTo>
                <a:lnTo>
                  <a:pt x="1367250" y="297222"/>
                </a:lnTo>
                <a:lnTo>
                  <a:pt x="1370548" y="304758"/>
                </a:lnTo>
                <a:lnTo>
                  <a:pt x="1372746" y="312294"/>
                </a:lnTo>
                <a:lnTo>
                  <a:pt x="1374946" y="319831"/>
                </a:lnTo>
                <a:lnTo>
                  <a:pt x="1380442" y="334904"/>
                </a:lnTo>
                <a:lnTo>
                  <a:pt x="1383740" y="349977"/>
                </a:lnTo>
                <a:lnTo>
                  <a:pt x="1388138" y="365521"/>
                </a:lnTo>
                <a:lnTo>
                  <a:pt x="1390336" y="380595"/>
                </a:lnTo>
                <a:lnTo>
                  <a:pt x="1391435" y="396609"/>
                </a:lnTo>
                <a:lnTo>
                  <a:pt x="1391435" y="400378"/>
                </a:lnTo>
                <a:lnTo>
                  <a:pt x="1393634" y="411682"/>
                </a:lnTo>
                <a:lnTo>
                  <a:pt x="1394734" y="591146"/>
                </a:lnTo>
                <a:lnTo>
                  <a:pt x="1454097" y="590675"/>
                </a:lnTo>
                <a:lnTo>
                  <a:pt x="1449700" y="108809"/>
                </a:lnTo>
                <a:lnTo>
                  <a:pt x="1449700" y="47103"/>
                </a:lnTo>
                <a:lnTo>
                  <a:pt x="1875141" y="45219"/>
                </a:lnTo>
                <a:lnTo>
                  <a:pt x="1875141" y="53227"/>
                </a:lnTo>
                <a:lnTo>
                  <a:pt x="1874042" y="113519"/>
                </a:lnTo>
                <a:lnTo>
                  <a:pt x="1866346" y="587849"/>
                </a:lnTo>
                <a:lnTo>
                  <a:pt x="1881737" y="587849"/>
                </a:lnTo>
                <a:lnTo>
                  <a:pt x="1881737" y="562413"/>
                </a:lnTo>
                <a:lnTo>
                  <a:pt x="1882836" y="562413"/>
                </a:lnTo>
                <a:lnTo>
                  <a:pt x="1885035" y="562413"/>
                </a:lnTo>
                <a:lnTo>
                  <a:pt x="1905922" y="561942"/>
                </a:lnTo>
                <a:lnTo>
                  <a:pt x="1905922" y="538390"/>
                </a:lnTo>
                <a:lnTo>
                  <a:pt x="1905922" y="537448"/>
                </a:lnTo>
                <a:lnTo>
                  <a:pt x="1908120" y="537448"/>
                </a:lnTo>
                <a:lnTo>
                  <a:pt x="1909220" y="537448"/>
                </a:lnTo>
                <a:lnTo>
                  <a:pt x="1912518" y="536977"/>
                </a:lnTo>
                <a:lnTo>
                  <a:pt x="1935604" y="536035"/>
                </a:lnTo>
                <a:lnTo>
                  <a:pt x="1935604" y="517665"/>
                </a:lnTo>
                <a:lnTo>
                  <a:pt x="1935604" y="517194"/>
                </a:lnTo>
                <a:lnTo>
                  <a:pt x="1936704" y="516723"/>
                </a:lnTo>
                <a:lnTo>
                  <a:pt x="1938902" y="515781"/>
                </a:lnTo>
                <a:lnTo>
                  <a:pt x="1940001" y="515310"/>
                </a:lnTo>
                <a:lnTo>
                  <a:pt x="2025749" y="512484"/>
                </a:lnTo>
                <a:lnTo>
                  <a:pt x="2025749" y="510599"/>
                </a:lnTo>
                <a:lnTo>
                  <a:pt x="2025749" y="510128"/>
                </a:lnTo>
                <a:lnTo>
                  <a:pt x="2025749" y="508715"/>
                </a:lnTo>
                <a:lnTo>
                  <a:pt x="2025749" y="507302"/>
                </a:lnTo>
                <a:lnTo>
                  <a:pt x="2025749" y="505418"/>
                </a:lnTo>
                <a:lnTo>
                  <a:pt x="2025749" y="503534"/>
                </a:lnTo>
                <a:lnTo>
                  <a:pt x="2025749" y="501650"/>
                </a:lnTo>
                <a:lnTo>
                  <a:pt x="2025749" y="499295"/>
                </a:lnTo>
                <a:lnTo>
                  <a:pt x="2025749" y="498353"/>
                </a:lnTo>
                <a:lnTo>
                  <a:pt x="2025749" y="496939"/>
                </a:lnTo>
                <a:lnTo>
                  <a:pt x="2025749" y="495526"/>
                </a:lnTo>
                <a:lnTo>
                  <a:pt x="2025749" y="495055"/>
                </a:lnTo>
                <a:lnTo>
                  <a:pt x="2029047" y="495055"/>
                </a:lnTo>
                <a:lnTo>
                  <a:pt x="2030146" y="488461"/>
                </a:lnTo>
                <a:lnTo>
                  <a:pt x="2092808" y="488461"/>
                </a:lnTo>
                <a:lnTo>
                  <a:pt x="2092808" y="512484"/>
                </a:lnTo>
                <a:lnTo>
                  <a:pt x="2177456" y="515310"/>
                </a:lnTo>
                <a:lnTo>
                  <a:pt x="2177456" y="515781"/>
                </a:lnTo>
                <a:lnTo>
                  <a:pt x="2177456" y="536035"/>
                </a:lnTo>
                <a:lnTo>
                  <a:pt x="2203841" y="536977"/>
                </a:lnTo>
                <a:lnTo>
                  <a:pt x="2204940" y="536977"/>
                </a:lnTo>
                <a:lnTo>
                  <a:pt x="2204940" y="537448"/>
                </a:lnTo>
                <a:lnTo>
                  <a:pt x="2204940" y="561942"/>
                </a:lnTo>
                <a:lnTo>
                  <a:pt x="2229126" y="562413"/>
                </a:lnTo>
                <a:lnTo>
                  <a:pt x="2231324" y="562413"/>
                </a:lnTo>
                <a:lnTo>
                  <a:pt x="2232423" y="562413"/>
                </a:lnTo>
                <a:lnTo>
                  <a:pt x="2231324" y="587849"/>
                </a:lnTo>
                <a:lnTo>
                  <a:pt x="2248914" y="587849"/>
                </a:lnTo>
                <a:lnTo>
                  <a:pt x="2252211" y="587849"/>
                </a:lnTo>
                <a:lnTo>
                  <a:pt x="2254410" y="587849"/>
                </a:lnTo>
                <a:lnTo>
                  <a:pt x="2255509" y="587849"/>
                </a:lnTo>
                <a:lnTo>
                  <a:pt x="2256608" y="587849"/>
                </a:lnTo>
                <a:lnTo>
                  <a:pt x="2258807" y="587849"/>
                </a:lnTo>
                <a:lnTo>
                  <a:pt x="2256608" y="617524"/>
                </a:lnTo>
                <a:lnTo>
                  <a:pt x="2279695" y="617524"/>
                </a:lnTo>
                <a:lnTo>
                  <a:pt x="2274198" y="765899"/>
                </a:lnTo>
                <a:lnTo>
                  <a:pt x="2304980" y="768725"/>
                </a:lnTo>
                <a:lnTo>
                  <a:pt x="2302780" y="804524"/>
                </a:lnTo>
                <a:lnTo>
                  <a:pt x="2375336" y="804524"/>
                </a:lnTo>
                <a:lnTo>
                  <a:pt x="2375336" y="898259"/>
                </a:lnTo>
                <a:lnTo>
                  <a:pt x="0" y="898259"/>
                </a:lnTo>
                <a:lnTo>
                  <a:pt x="0" y="588140"/>
                </a:lnTo>
                <a:lnTo>
                  <a:pt x="43657" y="591146"/>
                </a:lnTo>
                <a:lnTo>
                  <a:pt x="43657" y="627415"/>
                </a:lnTo>
                <a:lnTo>
                  <a:pt x="86530" y="624118"/>
                </a:lnTo>
                <a:lnTo>
                  <a:pt x="120609" y="624589"/>
                </a:lnTo>
                <a:lnTo>
                  <a:pt x="120609" y="543571"/>
                </a:lnTo>
                <a:lnTo>
                  <a:pt x="121709" y="543571"/>
                </a:lnTo>
                <a:lnTo>
                  <a:pt x="121709" y="368819"/>
                </a:lnTo>
                <a:lnTo>
                  <a:pt x="145894" y="351390"/>
                </a:lnTo>
                <a:lnTo>
                  <a:pt x="145894" y="336788"/>
                </a:lnTo>
                <a:lnTo>
                  <a:pt x="151390" y="334904"/>
                </a:lnTo>
                <a:lnTo>
                  <a:pt x="440515" y="338672"/>
                </a:lnTo>
                <a:lnTo>
                  <a:pt x="440515" y="667924"/>
                </a:lnTo>
                <a:lnTo>
                  <a:pt x="472395" y="667924"/>
                </a:lnTo>
                <a:lnTo>
                  <a:pt x="471296" y="673577"/>
                </a:lnTo>
                <a:lnTo>
                  <a:pt x="515269" y="661801"/>
                </a:lnTo>
                <a:lnTo>
                  <a:pt x="518567" y="101272"/>
                </a:lnTo>
                <a:lnTo>
                  <a:pt x="527362" y="97033"/>
                </a:lnTo>
                <a:lnTo>
                  <a:pt x="549348" y="93264"/>
                </a:lnTo>
                <a:lnTo>
                  <a:pt x="583428" y="89967"/>
                </a:lnTo>
                <a:lnTo>
                  <a:pt x="626301" y="88083"/>
                </a:lnTo>
                <a:lnTo>
                  <a:pt x="673573" y="86670"/>
                </a:lnTo>
                <a:lnTo>
                  <a:pt x="697758" y="86670"/>
                </a:lnTo>
                <a:lnTo>
                  <a:pt x="697758" y="39567"/>
                </a:lnTo>
                <a:lnTo>
                  <a:pt x="706552" y="0"/>
                </a:lnTo>
                <a:close/>
              </a:path>
            </a:pathLst>
          </a:custGeom>
          <a:gradFill>
            <a:gsLst>
              <a:gs pos="0">
                <a:srgbClr val="0193C2">
                  <a:alpha val="14901"/>
                </a:srgbClr>
              </a:gs>
              <a:gs pos="100000">
                <a:srgbClr val="0193C2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7"/>
              <a:buFont typeface="Arial"/>
              <a:buNone/>
            </a:pPr>
            <a:endParaRPr sz="217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7" name="Google Shape;4157;p4"/>
          <p:cNvSpPr/>
          <p:nvPr/>
        </p:nvSpPr>
        <p:spPr>
          <a:xfrm flipH="1">
            <a:off x="6372698" y="71009"/>
            <a:ext cx="628207" cy="222501"/>
          </a:xfrm>
          <a:custGeom>
            <a:avLst/>
            <a:gdLst/>
            <a:ahLst/>
            <a:cxnLst/>
            <a:rect l="l" t="t" r="r" b="b"/>
            <a:pathLst>
              <a:path w="1655761" h="586212" extrusionOk="0">
                <a:moveTo>
                  <a:pt x="1285951" y="273354"/>
                </a:moveTo>
                <a:cubicBezTo>
                  <a:pt x="1221446" y="273354"/>
                  <a:pt x="1160717" y="289669"/>
                  <a:pt x="1107618" y="318372"/>
                </a:cubicBezTo>
                <a:cubicBezTo>
                  <a:pt x="1010331" y="129388"/>
                  <a:pt x="813492" y="0"/>
                  <a:pt x="586212" y="0"/>
                </a:cubicBezTo>
                <a:cubicBezTo>
                  <a:pt x="262478" y="0"/>
                  <a:pt x="0" y="262477"/>
                  <a:pt x="0" y="586212"/>
                </a:cubicBezTo>
                <a:lnTo>
                  <a:pt x="1655761" y="586212"/>
                </a:lnTo>
                <a:cubicBezTo>
                  <a:pt x="1626152" y="408709"/>
                  <a:pt x="1471838" y="273354"/>
                  <a:pt x="1285951" y="273354"/>
                </a:cubicBezTo>
                <a:close/>
              </a:path>
            </a:pathLst>
          </a:custGeom>
          <a:solidFill>
            <a:schemeClr val="lt1">
              <a:alpha val="41176"/>
            </a:schemeClr>
          </a:solidFill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8" name="Google Shape;415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82423" y="6144"/>
            <a:ext cx="12560831" cy="1506070"/>
          </a:xfrm>
          <a:custGeom>
            <a:avLst/>
            <a:gdLst/>
            <a:ahLst/>
            <a:cxnLst/>
            <a:rect l="l" t="t" r="r" b="b"/>
            <a:pathLst>
              <a:path w="12560831" h="1506070" extrusionOk="0">
                <a:moveTo>
                  <a:pt x="0" y="0"/>
                </a:moveTo>
                <a:lnTo>
                  <a:pt x="12560831" y="0"/>
                </a:lnTo>
                <a:lnTo>
                  <a:pt x="12560831" y="1506070"/>
                </a:lnTo>
                <a:lnTo>
                  <a:pt x="1082423" y="1506070"/>
                </a:lnTo>
                <a:lnTo>
                  <a:pt x="1082423" y="591107"/>
                </a:lnTo>
                <a:lnTo>
                  <a:pt x="0" y="5911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159" name="Google Shape;415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2966" y="941989"/>
            <a:ext cx="2816004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60" name="Google Shape;4160;p4"/>
          <p:cNvSpPr/>
          <p:nvPr/>
        </p:nvSpPr>
        <p:spPr>
          <a:xfrm>
            <a:off x="8433301" y="-19799"/>
            <a:ext cx="3070115" cy="1542826"/>
          </a:xfrm>
          <a:custGeom>
            <a:avLst/>
            <a:gdLst/>
            <a:ahLst/>
            <a:cxnLst/>
            <a:rect l="l" t="t" r="r" b="b"/>
            <a:pathLst>
              <a:path w="3070115" h="1542826" extrusionOk="0">
                <a:moveTo>
                  <a:pt x="1409397" y="1542827"/>
                </a:moveTo>
                <a:lnTo>
                  <a:pt x="42219" y="1542827"/>
                </a:lnTo>
                <a:cubicBezTo>
                  <a:pt x="4729" y="1542827"/>
                  <a:pt x="-14125" y="1497503"/>
                  <a:pt x="12403" y="1471052"/>
                </a:cubicBezTo>
                <a:lnTo>
                  <a:pt x="1362918" y="123146"/>
                </a:lnTo>
                <a:cubicBezTo>
                  <a:pt x="1441918" y="44304"/>
                  <a:pt x="1549053" y="0"/>
                  <a:pt x="1660719" y="0"/>
                </a:cubicBezTo>
                <a:lnTo>
                  <a:pt x="3027896" y="0"/>
                </a:lnTo>
                <a:cubicBezTo>
                  <a:pt x="3065386" y="0"/>
                  <a:pt x="3084241" y="45324"/>
                  <a:pt x="3057713" y="71775"/>
                </a:cubicBezTo>
                <a:lnTo>
                  <a:pt x="1707270" y="1419681"/>
                </a:lnTo>
                <a:cubicBezTo>
                  <a:pt x="1628271" y="1498523"/>
                  <a:pt x="1521136" y="1542827"/>
                  <a:pt x="1409470" y="1542827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1" name="Google Shape;4161;p4"/>
          <p:cNvSpPr/>
          <p:nvPr/>
        </p:nvSpPr>
        <p:spPr>
          <a:xfrm>
            <a:off x="8920569" y="846528"/>
            <a:ext cx="205389" cy="20542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82E0FF">
                  <a:alpha val="70196"/>
                </a:srgbClr>
              </a:gs>
              <a:gs pos="40000">
                <a:srgbClr val="43D3FF">
                  <a:alpha val="67058"/>
                </a:srgbClr>
              </a:gs>
              <a:gs pos="100000">
                <a:srgbClr val="9377B5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2" name="Google Shape;4162;p4"/>
          <p:cNvSpPr/>
          <p:nvPr/>
        </p:nvSpPr>
        <p:spPr>
          <a:xfrm>
            <a:off x="8953504" y="544514"/>
            <a:ext cx="1651410" cy="674332"/>
          </a:xfrm>
          <a:custGeom>
            <a:avLst/>
            <a:gdLst/>
            <a:ahLst/>
            <a:cxnLst/>
            <a:rect l="l" t="t" r="r" b="b"/>
            <a:pathLst>
              <a:path w="2584309" h="1055272" extrusionOk="0">
                <a:moveTo>
                  <a:pt x="2134206" y="605217"/>
                </a:moveTo>
                <a:cubicBezTo>
                  <a:pt x="2085179" y="605217"/>
                  <a:pt x="2038077" y="613144"/>
                  <a:pt x="1993964" y="627632"/>
                </a:cubicBezTo>
                <a:cubicBezTo>
                  <a:pt x="1956130" y="274760"/>
                  <a:pt x="1657513" y="0"/>
                  <a:pt x="1294675" y="0"/>
                </a:cubicBezTo>
                <a:cubicBezTo>
                  <a:pt x="960604" y="0"/>
                  <a:pt x="681031" y="232994"/>
                  <a:pt x="609289" y="545366"/>
                </a:cubicBezTo>
                <a:lnTo>
                  <a:pt x="509944" y="545240"/>
                </a:lnTo>
                <a:cubicBezTo>
                  <a:pt x="228268" y="545240"/>
                  <a:pt x="0" y="773548"/>
                  <a:pt x="0" y="1055273"/>
                </a:cubicBezTo>
                <a:lnTo>
                  <a:pt x="2584310" y="1055273"/>
                </a:lnTo>
                <a:cubicBezTo>
                  <a:pt x="2584310" y="806677"/>
                  <a:pt x="2382809" y="605141"/>
                  <a:pt x="2134257" y="605141"/>
                </a:cubicBezTo>
                <a:lnTo>
                  <a:pt x="2134206" y="605191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25000">
                <a:srgbClr val="FFFFFF"/>
              </a:gs>
              <a:gs pos="31000">
                <a:srgbClr val="F8FBFD"/>
              </a:gs>
              <a:gs pos="41000">
                <a:srgbClr val="E7F3F9"/>
              </a:gs>
              <a:gs pos="51000">
                <a:srgbClr val="CBE4F2"/>
              </a:gs>
              <a:gs pos="63000">
                <a:srgbClr val="A4D0E9"/>
              </a:gs>
              <a:gs pos="72000">
                <a:srgbClr val="80BEE1"/>
              </a:gs>
              <a:gs pos="100000">
                <a:srgbClr val="80BEE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3" name="Google Shape;4163;p4"/>
          <p:cNvSpPr txBox="1"/>
          <p:nvPr/>
        </p:nvSpPr>
        <p:spPr>
          <a:xfrm>
            <a:off x="9440274" y="636090"/>
            <a:ext cx="646001" cy="365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4" name="Google Shape;4164;p4"/>
          <p:cNvSpPr/>
          <p:nvPr/>
        </p:nvSpPr>
        <p:spPr>
          <a:xfrm rot="10800000">
            <a:off x="9260617" y="752913"/>
            <a:ext cx="41309" cy="41316"/>
          </a:xfrm>
          <a:prstGeom prst="ellipse">
            <a:avLst/>
          </a:pr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65" name="Google Shape;4165;p4"/>
          <p:cNvGrpSpPr/>
          <p:nvPr/>
        </p:nvGrpSpPr>
        <p:grpSpPr>
          <a:xfrm>
            <a:off x="10204314" y="287108"/>
            <a:ext cx="339966" cy="527250"/>
            <a:chOff x="10277341" y="195891"/>
            <a:chExt cx="319726" cy="495861"/>
          </a:xfrm>
        </p:grpSpPr>
        <p:sp>
          <p:nvSpPr>
            <p:cNvPr id="4166" name="Google Shape;4166;p4"/>
            <p:cNvSpPr/>
            <p:nvPr/>
          </p:nvSpPr>
          <p:spPr>
            <a:xfrm>
              <a:off x="10492503" y="195891"/>
              <a:ext cx="1685" cy="1759"/>
            </a:xfrm>
            <a:custGeom>
              <a:avLst/>
              <a:gdLst/>
              <a:ahLst/>
              <a:cxnLst/>
              <a:rect l="l" t="t" r="r" b="b"/>
              <a:pathLst>
                <a:path w="3662" h="3824" extrusionOk="0">
                  <a:moveTo>
                    <a:pt x="1997" y="733"/>
                  </a:moveTo>
                  <a:cubicBezTo>
                    <a:pt x="4445" y="-736"/>
                    <a:pt x="4139" y="60"/>
                    <a:pt x="1446" y="2615"/>
                  </a:cubicBezTo>
                  <a:lnTo>
                    <a:pt x="0" y="3824"/>
                  </a:lnTo>
                  <a:lnTo>
                    <a:pt x="1997" y="73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6000">
                  <a:schemeClr val="accent2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19199999" scaled="0"/>
            </a:gra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7" name="Google Shape;4167;p4"/>
            <p:cNvSpPr/>
            <p:nvPr/>
          </p:nvSpPr>
          <p:spPr>
            <a:xfrm>
              <a:off x="10413221" y="295610"/>
              <a:ext cx="183845" cy="183886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8" name="Google Shape;4168;p4"/>
            <p:cNvSpPr/>
            <p:nvPr/>
          </p:nvSpPr>
          <p:spPr>
            <a:xfrm>
              <a:off x="10530331" y="295610"/>
              <a:ext cx="66736" cy="66748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9" name="Google Shape;4169;p4"/>
            <p:cNvSpPr/>
            <p:nvPr/>
          </p:nvSpPr>
          <p:spPr>
            <a:xfrm>
              <a:off x="10277341" y="374291"/>
              <a:ext cx="115706" cy="115732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0" name="Google Shape;4170;p4"/>
            <p:cNvSpPr/>
            <p:nvPr/>
          </p:nvSpPr>
          <p:spPr>
            <a:xfrm>
              <a:off x="10331913" y="374291"/>
              <a:ext cx="61136" cy="61147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71" name="Google Shape;4171;p4"/>
            <p:cNvGrpSpPr/>
            <p:nvPr/>
          </p:nvGrpSpPr>
          <p:grpSpPr>
            <a:xfrm>
              <a:off x="10353690" y="562129"/>
              <a:ext cx="121533" cy="129623"/>
              <a:chOff x="5172113" y="-555995"/>
              <a:chExt cx="264134" cy="281716"/>
            </a:xfrm>
          </p:grpSpPr>
          <p:sp>
            <p:nvSpPr>
              <p:cNvPr id="4172" name="Google Shape;4172;p4"/>
              <p:cNvSpPr/>
              <p:nvPr/>
            </p:nvSpPr>
            <p:spPr>
              <a:xfrm>
                <a:off x="5172113" y="-338193"/>
                <a:ext cx="63914" cy="63914"/>
              </a:xfrm>
              <a:custGeom>
                <a:avLst/>
                <a:gdLst/>
                <a:ahLst/>
                <a:cxnLst/>
                <a:rect l="l" t="t" r="r" b="b"/>
                <a:pathLst>
                  <a:path w="71022" h="71022" extrusionOk="0">
                    <a:moveTo>
                      <a:pt x="71023" y="35511"/>
                    </a:moveTo>
                    <a:cubicBezTo>
                      <a:pt x="71023" y="55124"/>
                      <a:pt x="55124" y="71022"/>
                      <a:pt x="35511" y="71022"/>
                    </a:cubicBezTo>
                    <a:cubicBezTo>
                      <a:pt x="15899" y="71022"/>
                      <a:pt x="0" y="55123"/>
                      <a:pt x="0" y="35511"/>
                    </a:cubicBezTo>
                    <a:cubicBezTo>
                      <a:pt x="0" y="15899"/>
                      <a:pt x="15899" y="0"/>
                      <a:pt x="35511" y="0"/>
                    </a:cubicBezTo>
                    <a:cubicBezTo>
                      <a:pt x="55124" y="0"/>
                      <a:pt x="71023" y="15899"/>
                      <a:pt x="71023" y="35511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375" tIns="45675" rIns="91375" bIns="45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3" name="Google Shape;4173;p4"/>
              <p:cNvSpPr/>
              <p:nvPr/>
            </p:nvSpPr>
            <p:spPr>
              <a:xfrm>
                <a:off x="5272224" y="-438303"/>
                <a:ext cx="63914" cy="63914"/>
              </a:xfrm>
              <a:custGeom>
                <a:avLst/>
                <a:gdLst/>
                <a:ahLst/>
                <a:cxnLst/>
                <a:rect l="l" t="t" r="r" b="b"/>
                <a:pathLst>
                  <a:path w="71022" h="71022" extrusionOk="0">
                    <a:moveTo>
                      <a:pt x="71023" y="35511"/>
                    </a:moveTo>
                    <a:cubicBezTo>
                      <a:pt x="71023" y="55124"/>
                      <a:pt x="55124" y="71023"/>
                      <a:pt x="35511" y="71023"/>
                    </a:cubicBezTo>
                    <a:cubicBezTo>
                      <a:pt x="15899" y="71023"/>
                      <a:pt x="0" y="55124"/>
                      <a:pt x="0" y="35511"/>
                    </a:cubicBezTo>
                    <a:cubicBezTo>
                      <a:pt x="0" y="15899"/>
                      <a:pt x="15899" y="0"/>
                      <a:pt x="35511" y="0"/>
                    </a:cubicBezTo>
                    <a:cubicBezTo>
                      <a:pt x="55124" y="0"/>
                      <a:pt x="71023" y="15899"/>
                      <a:pt x="71023" y="35511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375" tIns="45675" rIns="91375" bIns="45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4" name="Google Shape;4174;p4"/>
              <p:cNvSpPr/>
              <p:nvPr/>
            </p:nvSpPr>
            <p:spPr>
              <a:xfrm>
                <a:off x="5248284" y="-555995"/>
                <a:ext cx="63914" cy="63914"/>
              </a:xfrm>
              <a:custGeom>
                <a:avLst/>
                <a:gdLst/>
                <a:ahLst/>
                <a:cxnLst/>
                <a:rect l="l" t="t" r="r" b="b"/>
                <a:pathLst>
                  <a:path w="71022" h="71022" extrusionOk="0">
                    <a:moveTo>
                      <a:pt x="71023" y="35511"/>
                    </a:moveTo>
                    <a:cubicBezTo>
                      <a:pt x="71023" y="55124"/>
                      <a:pt x="55124" y="71023"/>
                      <a:pt x="35511" y="71023"/>
                    </a:cubicBezTo>
                    <a:cubicBezTo>
                      <a:pt x="15899" y="71023"/>
                      <a:pt x="0" y="55124"/>
                      <a:pt x="0" y="35511"/>
                    </a:cubicBezTo>
                    <a:cubicBezTo>
                      <a:pt x="0" y="15899"/>
                      <a:pt x="15899" y="0"/>
                      <a:pt x="35511" y="0"/>
                    </a:cubicBezTo>
                    <a:cubicBezTo>
                      <a:pt x="55124" y="0"/>
                      <a:pt x="71023" y="15899"/>
                      <a:pt x="71023" y="35511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375" tIns="45675" rIns="91375" bIns="45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5" name="Google Shape;4175;p4"/>
              <p:cNvSpPr/>
              <p:nvPr/>
            </p:nvSpPr>
            <p:spPr>
              <a:xfrm>
                <a:off x="5372333" y="-538412"/>
                <a:ext cx="63914" cy="63914"/>
              </a:xfrm>
              <a:custGeom>
                <a:avLst/>
                <a:gdLst/>
                <a:ahLst/>
                <a:cxnLst/>
                <a:rect l="l" t="t" r="r" b="b"/>
                <a:pathLst>
                  <a:path w="71022" h="71022" extrusionOk="0">
                    <a:moveTo>
                      <a:pt x="71023" y="35511"/>
                    </a:moveTo>
                    <a:cubicBezTo>
                      <a:pt x="71023" y="55124"/>
                      <a:pt x="55124" y="71023"/>
                      <a:pt x="35511" y="71023"/>
                    </a:cubicBezTo>
                    <a:cubicBezTo>
                      <a:pt x="15899" y="71023"/>
                      <a:pt x="0" y="55124"/>
                      <a:pt x="0" y="35511"/>
                    </a:cubicBezTo>
                    <a:cubicBezTo>
                      <a:pt x="0" y="15899"/>
                      <a:pt x="15899" y="0"/>
                      <a:pt x="35511" y="0"/>
                    </a:cubicBezTo>
                    <a:cubicBezTo>
                      <a:pt x="55124" y="0"/>
                      <a:pt x="71023" y="15899"/>
                      <a:pt x="71023" y="35511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375" tIns="45675" rIns="91375" bIns="45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76" name="Google Shape;4176;p4"/>
            <p:cNvGrpSpPr/>
            <p:nvPr/>
          </p:nvGrpSpPr>
          <p:grpSpPr>
            <a:xfrm>
              <a:off x="10503176" y="454738"/>
              <a:ext cx="93890" cy="93909"/>
              <a:chOff x="3744795" y="826119"/>
              <a:chExt cx="213765" cy="213809"/>
            </a:xfrm>
          </p:grpSpPr>
          <p:sp>
            <p:nvSpPr>
              <p:cNvPr id="4177" name="Google Shape;4177;p4"/>
              <p:cNvSpPr/>
              <p:nvPr/>
            </p:nvSpPr>
            <p:spPr>
              <a:xfrm>
                <a:off x="3744795" y="826119"/>
                <a:ext cx="213761" cy="213809"/>
              </a:xfrm>
              <a:custGeom>
                <a:avLst/>
                <a:gdLst/>
                <a:ahLst/>
                <a:cxnLst/>
                <a:rect l="l" t="t" r="r" b="b"/>
                <a:pathLst>
                  <a:path w="570998" h="571124" extrusionOk="0">
                    <a:moveTo>
                      <a:pt x="570999" y="0"/>
                    </a:moveTo>
                    <a:lnTo>
                      <a:pt x="0" y="571125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endParaRPr sz="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8" name="Google Shape;4178;p4"/>
              <p:cNvSpPr/>
              <p:nvPr/>
            </p:nvSpPr>
            <p:spPr>
              <a:xfrm>
                <a:off x="3819368" y="826119"/>
                <a:ext cx="139192" cy="139217"/>
              </a:xfrm>
              <a:custGeom>
                <a:avLst/>
                <a:gdLst/>
                <a:ahLst/>
                <a:cxnLst/>
                <a:rect l="l" t="t" r="r" b="b"/>
                <a:pathLst>
                  <a:path w="207274" h="207311" extrusionOk="0">
                    <a:moveTo>
                      <a:pt x="207274" y="207311"/>
                    </a:moveTo>
                    <a:lnTo>
                      <a:pt x="207274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endParaRPr sz="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79" name="Google Shape;4179;p4"/>
          <p:cNvSpPr txBox="1"/>
          <p:nvPr/>
        </p:nvSpPr>
        <p:spPr>
          <a:xfrm>
            <a:off x="9655860" y="606168"/>
            <a:ext cx="210827" cy="12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VCF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0" name="Google Shape;4180;p4"/>
          <p:cNvSpPr/>
          <p:nvPr/>
        </p:nvSpPr>
        <p:spPr>
          <a:xfrm>
            <a:off x="9405912" y="989995"/>
            <a:ext cx="411714" cy="41178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82E0FF">
                  <a:alpha val="70196"/>
                </a:srgbClr>
              </a:gs>
              <a:gs pos="40000">
                <a:srgbClr val="43D3FF">
                  <a:alpha val="67058"/>
                </a:srgbClr>
              </a:gs>
              <a:gs pos="100000">
                <a:srgbClr val="9377B5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1" name="Google Shape;4181;p4"/>
          <p:cNvSpPr/>
          <p:nvPr/>
        </p:nvSpPr>
        <p:spPr>
          <a:xfrm>
            <a:off x="9735266" y="891161"/>
            <a:ext cx="898865" cy="365928"/>
          </a:xfrm>
          <a:custGeom>
            <a:avLst/>
            <a:gdLst/>
            <a:ahLst/>
            <a:cxnLst/>
            <a:rect l="l" t="t" r="r" b="b"/>
            <a:pathLst>
              <a:path w="1612032" h="656260" extrusionOk="0">
                <a:moveTo>
                  <a:pt x="241362" y="203114"/>
                </a:moveTo>
                <a:cubicBezTo>
                  <a:pt x="-2708" y="466021"/>
                  <a:pt x="1" y="656260"/>
                  <a:pt x="1" y="656260"/>
                </a:cubicBezTo>
                <a:lnTo>
                  <a:pt x="1612033" y="656260"/>
                </a:lnTo>
                <a:cubicBezTo>
                  <a:pt x="1601650" y="495275"/>
                  <a:pt x="1535378" y="337303"/>
                  <a:pt x="1413064" y="214968"/>
                </a:cubicBezTo>
                <a:lnTo>
                  <a:pt x="1413064" y="214968"/>
                </a:lnTo>
                <a:cubicBezTo>
                  <a:pt x="1145773" y="-52371"/>
                  <a:pt x="509768" y="-86032"/>
                  <a:pt x="241387" y="203038"/>
                </a:cubicBezTo>
                <a:lnTo>
                  <a:pt x="241387" y="203089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FFFFFF"/>
              </a:gs>
              <a:gs pos="48000">
                <a:srgbClr val="F8FBFE"/>
              </a:gs>
              <a:gs pos="73000">
                <a:srgbClr val="E7F3FB"/>
              </a:gs>
              <a:gs pos="100000">
                <a:srgbClr val="CEE6F7"/>
              </a:gs>
            </a:gsLst>
            <a:lin ang="2699857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2" name="Google Shape;4182;p4"/>
          <p:cNvSpPr/>
          <p:nvPr/>
        </p:nvSpPr>
        <p:spPr>
          <a:xfrm>
            <a:off x="9173990" y="1260532"/>
            <a:ext cx="168417" cy="168455"/>
          </a:xfrm>
          <a:custGeom>
            <a:avLst/>
            <a:gdLst/>
            <a:ahLst/>
            <a:cxnLst/>
            <a:rect l="l" t="t" r="r" b="b"/>
            <a:pathLst>
              <a:path w="570998" h="571124" extrusionOk="0">
                <a:moveTo>
                  <a:pt x="570999" y="0"/>
                </a:moveTo>
                <a:lnTo>
                  <a:pt x="0" y="571125"/>
                </a:lnTo>
              </a:path>
            </a:pathLst>
          </a:cu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3" name="Google Shape;4183;p4"/>
          <p:cNvSpPr/>
          <p:nvPr/>
        </p:nvSpPr>
        <p:spPr>
          <a:xfrm>
            <a:off x="9857740" y="1302271"/>
            <a:ext cx="113289" cy="113315"/>
          </a:xfrm>
          <a:custGeom>
            <a:avLst/>
            <a:gdLst/>
            <a:ahLst/>
            <a:cxnLst/>
            <a:rect l="l" t="t" r="r" b="b"/>
            <a:pathLst>
              <a:path w="570998" h="571124" extrusionOk="0">
                <a:moveTo>
                  <a:pt x="570999" y="0"/>
                </a:moveTo>
                <a:lnTo>
                  <a:pt x="0" y="571125"/>
                </a:lnTo>
              </a:path>
            </a:pathLst>
          </a:cu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4" name="Google Shape;4184;p4"/>
          <p:cNvSpPr/>
          <p:nvPr/>
        </p:nvSpPr>
        <p:spPr>
          <a:xfrm>
            <a:off x="9909894" y="1302271"/>
            <a:ext cx="61136" cy="61147"/>
          </a:xfrm>
          <a:custGeom>
            <a:avLst/>
            <a:gdLst/>
            <a:ahLst/>
            <a:cxnLst/>
            <a:rect l="l" t="t" r="r" b="b"/>
            <a:pathLst>
              <a:path w="207274" h="207311" extrusionOk="0">
                <a:moveTo>
                  <a:pt x="207274" y="207311"/>
                </a:moveTo>
                <a:lnTo>
                  <a:pt x="207274" y="0"/>
                </a:lnTo>
                <a:lnTo>
                  <a:pt x="0" y="0"/>
                </a:lnTo>
              </a:path>
            </a:pathLst>
          </a:cu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5" name="Google Shape;4185;p4"/>
          <p:cNvSpPr/>
          <p:nvPr/>
        </p:nvSpPr>
        <p:spPr>
          <a:xfrm>
            <a:off x="9113660" y="1420554"/>
            <a:ext cx="70935" cy="70947"/>
          </a:xfrm>
          <a:prstGeom prst="ellipse">
            <a:avLst/>
          </a:pr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6" name="Google Shape;4186;p4"/>
          <p:cNvSpPr/>
          <p:nvPr/>
        </p:nvSpPr>
        <p:spPr>
          <a:xfrm>
            <a:off x="9281272" y="1260532"/>
            <a:ext cx="61136" cy="61147"/>
          </a:xfrm>
          <a:custGeom>
            <a:avLst/>
            <a:gdLst/>
            <a:ahLst/>
            <a:cxnLst/>
            <a:rect l="l" t="t" r="r" b="b"/>
            <a:pathLst>
              <a:path w="207274" h="207311" extrusionOk="0">
                <a:moveTo>
                  <a:pt x="207274" y="207311"/>
                </a:moveTo>
                <a:lnTo>
                  <a:pt x="207274" y="0"/>
                </a:lnTo>
                <a:lnTo>
                  <a:pt x="0" y="0"/>
                </a:lnTo>
              </a:path>
            </a:pathLst>
          </a:cu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1" name="Google Shape;4191;p5"/>
          <p:cNvSpPr txBox="1">
            <a:spLocks noGrp="1"/>
          </p:cNvSpPr>
          <p:nvPr>
            <p:ph type="body" idx="1"/>
          </p:nvPr>
        </p:nvSpPr>
        <p:spPr>
          <a:xfrm>
            <a:off x="609600" y="1267608"/>
            <a:ext cx="1939925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</a:pPr>
            <a:endParaRPr/>
          </a:p>
        </p:txBody>
      </p:sp>
      <p:sp>
        <p:nvSpPr>
          <p:cNvPr id="4192" name="Google Shape;4192;p5"/>
          <p:cNvSpPr txBox="1">
            <a:spLocks noGrp="1"/>
          </p:cNvSpPr>
          <p:nvPr>
            <p:ph type="body" idx="2"/>
          </p:nvPr>
        </p:nvSpPr>
        <p:spPr>
          <a:xfrm>
            <a:off x="2894013" y="1267608"/>
            <a:ext cx="7335837" cy="433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Arial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7" name="Google Shape;4197;p6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endParaRPr/>
          </a:p>
        </p:txBody>
      </p:sp>
      <p:sp>
        <p:nvSpPr>
          <p:cNvPr id="4198" name="Google Shape;4198;p6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3" name="Google Shape;4203;p7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endParaRPr/>
          </a:p>
        </p:txBody>
      </p:sp>
      <p:sp>
        <p:nvSpPr>
          <p:cNvPr id="4204" name="Google Shape;4204;p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9" name="Google Shape;4209;p8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endParaRPr/>
          </a:p>
        </p:txBody>
      </p:sp>
      <p:sp>
        <p:nvSpPr>
          <p:cNvPr id="4210" name="Google Shape;4210;p8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5" name="Google Shape;4215;p9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endParaRPr/>
          </a:p>
        </p:txBody>
      </p:sp>
      <p:sp>
        <p:nvSpPr>
          <p:cNvPr id="4216" name="Google Shape;4216;p9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1" name="Google Shape;4221;p10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endParaRPr/>
          </a:p>
        </p:txBody>
      </p:sp>
      <p:sp>
        <p:nvSpPr>
          <p:cNvPr id="4222" name="Google Shape;4222;p10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7" name="Google Shape;4227;p11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16986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4228" name="Google Shape;4228;p11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11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3" name="Google Shape;4233;p12"/>
          <p:cNvSpPr>
            <a:spLocks noGrp="1"/>
          </p:cNvSpPr>
          <p:nvPr>
            <p:ph type="pic" idx="2"/>
          </p:nvPr>
        </p:nvSpPr>
        <p:spPr>
          <a:xfrm>
            <a:off x="6457030" y="3564301"/>
            <a:ext cx="5731795" cy="329878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234" name="Google Shape;4234;p12"/>
          <p:cNvSpPr txBox="1">
            <a:spLocks noGrp="1"/>
          </p:cNvSpPr>
          <p:nvPr>
            <p:ph type="body" idx="1"/>
          </p:nvPr>
        </p:nvSpPr>
        <p:spPr>
          <a:xfrm>
            <a:off x="605484" y="4707997"/>
            <a:ext cx="4814417" cy="387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111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9"/>
              <a:buNone/>
            </a:pPr>
            <a:endParaRPr/>
          </a:p>
        </p:txBody>
      </p:sp>
      <p:sp>
        <p:nvSpPr>
          <p:cNvPr id="4235" name="Google Shape;4235;p12"/>
          <p:cNvSpPr>
            <a:spLocks noGrp="1"/>
          </p:cNvSpPr>
          <p:nvPr>
            <p:ph type="body" idx="3"/>
          </p:nvPr>
        </p:nvSpPr>
        <p:spPr>
          <a:xfrm>
            <a:off x="9025085" y="412751"/>
            <a:ext cx="2583519" cy="1190624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111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4236" name="Google Shape;4236;p12"/>
          <p:cNvSpPr txBox="1">
            <a:spLocks noGrp="1"/>
          </p:cNvSpPr>
          <p:nvPr>
            <p:ph type="body" idx="4"/>
          </p:nvPr>
        </p:nvSpPr>
        <p:spPr>
          <a:xfrm>
            <a:off x="605484" y="5158325"/>
            <a:ext cx="4814417" cy="387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1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endParaRPr/>
          </a:p>
        </p:txBody>
      </p:sp>
      <p:sp>
        <p:nvSpPr>
          <p:cNvPr id="4237" name="Google Shape;4237;p12"/>
          <p:cNvSpPr txBox="1">
            <a:spLocks noGrp="1"/>
          </p:cNvSpPr>
          <p:nvPr>
            <p:ph type="body" idx="5"/>
          </p:nvPr>
        </p:nvSpPr>
        <p:spPr>
          <a:xfrm>
            <a:off x="438911" y="1449388"/>
            <a:ext cx="6568063" cy="302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16986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2" name="Google Shape;4242;p13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16986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4243" name="Google Shape;4243;p13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3591052" cy="67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8" name="Google Shape;4248;p1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4249" name="Google Shape;4249;p1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4250" name="Google Shape;4250;p14"/>
          <p:cNvSpPr txBox="1">
            <a:spLocks noGrp="1"/>
          </p:cNvSpPr>
          <p:nvPr>
            <p:ph type="body" idx="2"/>
          </p:nvPr>
        </p:nvSpPr>
        <p:spPr>
          <a:xfrm>
            <a:off x="9294812" y="1609531"/>
            <a:ext cx="289401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endParaRPr/>
          </a:p>
        </p:txBody>
      </p:sp>
      <p:sp>
        <p:nvSpPr>
          <p:cNvPr id="4251" name="Google Shape;4251;p14"/>
          <p:cNvSpPr txBox="1">
            <a:spLocks noGrp="1"/>
          </p:cNvSpPr>
          <p:nvPr>
            <p:ph type="body" idx="3"/>
          </p:nvPr>
        </p:nvSpPr>
        <p:spPr>
          <a:xfrm>
            <a:off x="0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6" name="Google Shape;4256;p1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4257" name="Google Shape;4257;p1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4258" name="Google Shape;4258;p15"/>
          <p:cNvSpPr txBox="1">
            <a:spLocks noGrp="1"/>
          </p:cNvSpPr>
          <p:nvPr>
            <p:ph type="body" idx="2"/>
          </p:nvPr>
        </p:nvSpPr>
        <p:spPr>
          <a:xfrm>
            <a:off x="61085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4259" name="Google Shape;4259;p15"/>
          <p:cNvSpPr txBox="1">
            <a:spLocks noGrp="1"/>
          </p:cNvSpPr>
          <p:nvPr>
            <p:ph type="body" idx="3"/>
          </p:nvPr>
        </p:nvSpPr>
        <p:spPr>
          <a:xfrm>
            <a:off x="2894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4260" name="Google Shape;4260;p15"/>
          <p:cNvSpPr txBox="1">
            <a:spLocks noGrp="1"/>
          </p:cNvSpPr>
          <p:nvPr>
            <p:ph type="body" idx="4"/>
          </p:nvPr>
        </p:nvSpPr>
        <p:spPr>
          <a:xfrm>
            <a:off x="518509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4261" name="Google Shape;4261;p15"/>
          <p:cNvSpPr txBox="1">
            <a:spLocks noGrp="1"/>
          </p:cNvSpPr>
          <p:nvPr>
            <p:ph type="body" idx="5"/>
          </p:nvPr>
        </p:nvSpPr>
        <p:spPr>
          <a:xfrm>
            <a:off x="747000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4262" name="Google Shape;4262;p15"/>
          <p:cNvSpPr txBox="1">
            <a:spLocks noGrp="1"/>
          </p:cNvSpPr>
          <p:nvPr>
            <p:ph type="body" idx="6"/>
          </p:nvPr>
        </p:nvSpPr>
        <p:spPr>
          <a:xfrm>
            <a:off x="9752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8" name="Google Shape;4268;p16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403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3" name="Google Shape;4273;p17"/>
          <p:cNvSpPr txBox="1">
            <a:spLocks noGrp="1"/>
          </p:cNvSpPr>
          <p:nvPr>
            <p:ph type="body" idx="1"/>
          </p:nvPr>
        </p:nvSpPr>
        <p:spPr>
          <a:xfrm>
            <a:off x="585216" y="2233670"/>
            <a:ext cx="6525709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8" name="Google Shape;4278;p18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403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4" name="Google Shape;4284;p19"/>
          <p:cNvSpPr/>
          <p:nvPr/>
        </p:nvSpPr>
        <p:spPr>
          <a:xfrm>
            <a:off x="3174" y="79714"/>
            <a:ext cx="12185651" cy="6856214"/>
          </a:xfrm>
          <a:prstGeom prst="rect">
            <a:avLst/>
          </a:prstGeom>
          <a:gradFill>
            <a:gsLst>
              <a:gs pos="0">
                <a:srgbClr val="0098C7">
                  <a:alpha val="74117"/>
                </a:srgbClr>
              </a:gs>
              <a:gs pos="24000">
                <a:srgbClr val="0098C7">
                  <a:alpha val="20000"/>
                </a:srgbClr>
              </a:gs>
              <a:gs pos="60000">
                <a:srgbClr val="0098C7">
                  <a:alpha val="0"/>
                </a:srgbClr>
              </a:gs>
              <a:gs pos="100000">
                <a:srgbClr val="0098C7">
                  <a:alpha val="0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91350" tIns="45675" rIns="91350" bIns="45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7"/>
              <a:buFont typeface="Arial"/>
              <a:buNone/>
            </a:pPr>
            <a:endParaRPr sz="179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5" name="Google Shape;4285;p19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endParaRPr/>
          </a:p>
        </p:txBody>
      </p:sp>
      <p:sp>
        <p:nvSpPr>
          <p:cNvPr id="4286" name="Google Shape;4286;p19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  <p:grpSp>
        <p:nvGrpSpPr>
          <p:cNvPr id="4287" name="Google Shape;4287;p19"/>
          <p:cNvGrpSpPr/>
          <p:nvPr/>
        </p:nvGrpSpPr>
        <p:grpSpPr>
          <a:xfrm>
            <a:off x="7429500" y="4146547"/>
            <a:ext cx="3745908" cy="2628484"/>
            <a:chOff x="7429500" y="4146547"/>
            <a:chExt cx="3745908" cy="2628484"/>
          </a:xfrm>
        </p:grpSpPr>
        <p:sp>
          <p:nvSpPr>
            <p:cNvPr id="4288" name="Google Shape;4288;p19"/>
            <p:cNvSpPr/>
            <p:nvPr/>
          </p:nvSpPr>
          <p:spPr>
            <a:xfrm>
              <a:off x="7429500" y="5423434"/>
              <a:ext cx="448989" cy="449068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82E0FF">
                    <a:alpha val="70196"/>
                  </a:srgbClr>
                </a:gs>
                <a:gs pos="40000">
                  <a:srgbClr val="43D3FF">
                    <a:alpha val="67058"/>
                  </a:srgbClr>
                </a:gs>
                <a:gs pos="100000">
                  <a:srgbClr val="9377B5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9" name="Google Shape;4289;p19"/>
            <p:cNvSpPr/>
            <p:nvPr/>
          </p:nvSpPr>
          <p:spPr>
            <a:xfrm>
              <a:off x="7501497" y="4763221"/>
              <a:ext cx="3610042" cy="1474115"/>
            </a:xfrm>
            <a:custGeom>
              <a:avLst/>
              <a:gdLst/>
              <a:ahLst/>
              <a:cxnLst/>
              <a:rect l="l" t="t" r="r" b="b"/>
              <a:pathLst>
                <a:path w="2584309" h="1055272" extrusionOk="0">
                  <a:moveTo>
                    <a:pt x="2134206" y="605217"/>
                  </a:moveTo>
                  <a:cubicBezTo>
                    <a:pt x="2085179" y="605217"/>
                    <a:pt x="2038077" y="613144"/>
                    <a:pt x="1993964" y="627632"/>
                  </a:cubicBezTo>
                  <a:cubicBezTo>
                    <a:pt x="1956130" y="274760"/>
                    <a:pt x="1657513" y="0"/>
                    <a:pt x="1294675" y="0"/>
                  </a:cubicBezTo>
                  <a:cubicBezTo>
                    <a:pt x="960604" y="0"/>
                    <a:pt x="681031" y="232994"/>
                    <a:pt x="609289" y="545366"/>
                  </a:cubicBezTo>
                  <a:lnTo>
                    <a:pt x="509944" y="545240"/>
                  </a:lnTo>
                  <a:cubicBezTo>
                    <a:pt x="228268" y="545240"/>
                    <a:pt x="0" y="773548"/>
                    <a:pt x="0" y="1055273"/>
                  </a:cubicBezTo>
                  <a:lnTo>
                    <a:pt x="2584310" y="1055273"/>
                  </a:lnTo>
                  <a:cubicBezTo>
                    <a:pt x="2584310" y="806677"/>
                    <a:pt x="2382809" y="605141"/>
                    <a:pt x="2134257" y="605141"/>
                  </a:cubicBezTo>
                  <a:lnTo>
                    <a:pt x="2134206" y="60519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5000">
                  <a:srgbClr val="FFFFFF"/>
                </a:gs>
                <a:gs pos="31000">
                  <a:srgbClr val="F8FBFD"/>
                </a:gs>
                <a:gs pos="41000">
                  <a:srgbClr val="E7F3F9"/>
                </a:gs>
                <a:gs pos="51000">
                  <a:srgbClr val="CBE4F2"/>
                </a:gs>
                <a:gs pos="63000">
                  <a:srgbClr val="A4D0E9"/>
                </a:gs>
                <a:gs pos="72000">
                  <a:srgbClr val="80BEE1"/>
                </a:gs>
                <a:gs pos="100000">
                  <a:srgbClr val="80BEE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0" name="Google Shape;4290;p19"/>
            <p:cNvSpPr txBox="1"/>
            <p:nvPr/>
          </p:nvSpPr>
          <p:spPr>
            <a:xfrm>
              <a:off x="8565593" y="5026056"/>
              <a:ext cx="1412183" cy="773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b="1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9.1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1" name="Google Shape;4291;p19"/>
            <p:cNvSpPr/>
            <p:nvPr/>
          </p:nvSpPr>
          <p:spPr>
            <a:xfrm>
              <a:off x="10582696" y="4146547"/>
              <a:ext cx="3683" cy="3846"/>
            </a:xfrm>
            <a:custGeom>
              <a:avLst/>
              <a:gdLst/>
              <a:ahLst/>
              <a:cxnLst/>
              <a:rect l="l" t="t" r="r" b="b"/>
              <a:pathLst>
                <a:path w="3662" h="3824" extrusionOk="0">
                  <a:moveTo>
                    <a:pt x="1997" y="733"/>
                  </a:moveTo>
                  <a:cubicBezTo>
                    <a:pt x="4445" y="-736"/>
                    <a:pt x="4139" y="60"/>
                    <a:pt x="1446" y="2615"/>
                  </a:cubicBezTo>
                  <a:lnTo>
                    <a:pt x="0" y="3824"/>
                  </a:lnTo>
                  <a:lnTo>
                    <a:pt x="1997" y="73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6000">
                  <a:schemeClr val="accent2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19199999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92" name="Google Shape;4292;p19"/>
            <p:cNvGrpSpPr/>
            <p:nvPr/>
          </p:nvGrpSpPr>
          <p:grpSpPr>
            <a:xfrm>
              <a:off x="10409383" y="4364536"/>
              <a:ext cx="401894" cy="401982"/>
              <a:chOff x="3575113" y="826118"/>
              <a:chExt cx="383447" cy="383531"/>
            </a:xfrm>
          </p:grpSpPr>
          <p:sp>
            <p:nvSpPr>
              <p:cNvPr id="4293" name="Google Shape;4293;p19"/>
              <p:cNvSpPr/>
              <p:nvPr/>
            </p:nvSpPr>
            <p:spPr>
              <a:xfrm>
                <a:off x="3575113" y="826118"/>
                <a:ext cx="383444" cy="383531"/>
              </a:xfrm>
              <a:custGeom>
                <a:avLst/>
                <a:gdLst/>
                <a:ahLst/>
                <a:cxnLst/>
                <a:rect l="l" t="t" r="r" b="b"/>
                <a:pathLst>
                  <a:path w="570998" h="571124" extrusionOk="0">
                    <a:moveTo>
                      <a:pt x="570999" y="0"/>
                    </a:moveTo>
                    <a:lnTo>
                      <a:pt x="0" y="571125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4" name="Google Shape;4294;p19"/>
              <p:cNvSpPr/>
              <p:nvPr/>
            </p:nvSpPr>
            <p:spPr>
              <a:xfrm>
                <a:off x="3819368" y="826119"/>
                <a:ext cx="139192" cy="139217"/>
              </a:xfrm>
              <a:custGeom>
                <a:avLst/>
                <a:gdLst/>
                <a:ahLst/>
                <a:cxnLst/>
                <a:rect l="l" t="t" r="r" b="b"/>
                <a:pathLst>
                  <a:path w="207274" h="207311" extrusionOk="0">
                    <a:moveTo>
                      <a:pt x="207274" y="207311"/>
                    </a:moveTo>
                    <a:lnTo>
                      <a:pt x="207274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95" name="Google Shape;4295;p19"/>
            <p:cNvSpPr/>
            <p:nvPr/>
          </p:nvSpPr>
          <p:spPr>
            <a:xfrm rot="10800000">
              <a:off x="8173822" y="4987170"/>
              <a:ext cx="90302" cy="90319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96" name="Google Shape;4296;p19"/>
            <p:cNvGrpSpPr/>
            <p:nvPr/>
          </p:nvGrpSpPr>
          <p:grpSpPr>
            <a:xfrm>
              <a:off x="10112343" y="4536536"/>
              <a:ext cx="252941" cy="252994"/>
              <a:chOff x="3695122" y="826119"/>
              <a:chExt cx="263438" cy="263494"/>
            </a:xfrm>
          </p:grpSpPr>
          <p:sp>
            <p:nvSpPr>
              <p:cNvPr id="4297" name="Google Shape;4297;p19"/>
              <p:cNvSpPr/>
              <p:nvPr/>
            </p:nvSpPr>
            <p:spPr>
              <a:xfrm>
                <a:off x="3695122" y="826119"/>
                <a:ext cx="263434" cy="263494"/>
              </a:xfrm>
              <a:custGeom>
                <a:avLst/>
                <a:gdLst/>
                <a:ahLst/>
                <a:cxnLst/>
                <a:rect l="l" t="t" r="r" b="b"/>
                <a:pathLst>
                  <a:path w="570998" h="571124" extrusionOk="0">
                    <a:moveTo>
                      <a:pt x="570999" y="0"/>
                    </a:moveTo>
                    <a:lnTo>
                      <a:pt x="0" y="571125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8" name="Google Shape;4298;p19"/>
              <p:cNvSpPr/>
              <p:nvPr/>
            </p:nvSpPr>
            <p:spPr>
              <a:xfrm>
                <a:off x="3819368" y="826119"/>
                <a:ext cx="139192" cy="139217"/>
              </a:xfrm>
              <a:custGeom>
                <a:avLst/>
                <a:gdLst/>
                <a:ahLst/>
                <a:cxnLst/>
                <a:rect l="l" t="t" r="r" b="b"/>
                <a:pathLst>
                  <a:path w="207274" h="207311" extrusionOk="0">
                    <a:moveTo>
                      <a:pt x="207274" y="207311"/>
                    </a:moveTo>
                    <a:lnTo>
                      <a:pt x="207274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99" name="Google Shape;4299;p19"/>
            <p:cNvGrpSpPr/>
            <p:nvPr/>
          </p:nvGrpSpPr>
          <p:grpSpPr>
            <a:xfrm>
              <a:off x="10279246" y="4712395"/>
              <a:ext cx="532029" cy="518122"/>
              <a:chOff x="3345747" y="1316513"/>
              <a:chExt cx="528941" cy="515115"/>
            </a:xfrm>
          </p:grpSpPr>
          <p:grpSp>
            <p:nvGrpSpPr>
              <p:cNvPr id="4300" name="Google Shape;4300;p19"/>
              <p:cNvGrpSpPr/>
              <p:nvPr/>
            </p:nvGrpSpPr>
            <p:grpSpPr>
              <a:xfrm>
                <a:off x="3345747" y="1549912"/>
                <a:ext cx="264134" cy="281716"/>
                <a:chOff x="5172113" y="-555995"/>
                <a:chExt cx="264134" cy="281716"/>
              </a:xfrm>
            </p:grpSpPr>
            <p:sp>
              <p:nvSpPr>
                <p:cNvPr id="4301" name="Google Shape;4301;p19"/>
                <p:cNvSpPr/>
                <p:nvPr/>
              </p:nvSpPr>
              <p:spPr>
                <a:xfrm>
                  <a:off x="5172113" y="-338193"/>
                  <a:ext cx="63914" cy="6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2" h="71022" extrusionOk="0">
                      <a:moveTo>
                        <a:pt x="71023" y="35511"/>
                      </a:moveTo>
                      <a:cubicBezTo>
                        <a:pt x="71023" y="55124"/>
                        <a:pt x="55124" y="71022"/>
                        <a:pt x="35511" y="71022"/>
                      </a:cubicBezTo>
                      <a:cubicBezTo>
                        <a:pt x="15899" y="71022"/>
                        <a:pt x="0" y="55123"/>
                        <a:pt x="0" y="35511"/>
                      </a:cubicBezTo>
                      <a:cubicBezTo>
                        <a:pt x="0" y="15899"/>
                        <a:pt x="15899" y="0"/>
                        <a:pt x="35511" y="0"/>
                      </a:cubicBezTo>
                      <a:cubicBezTo>
                        <a:pt x="55124" y="0"/>
                        <a:pt x="71023" y="15899"/>
                        <a:pt x="71023" y="35511"/>
                      </a:cubicBezTo>
                      <a:close/>
                    </a:path>
                  </a:pathLst>
                </a:custGeom>
                <a:noFill/>
                <a:ln w="12700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375" tIns="45675" rIns="91375" bIns="456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8"/>
                    <a:buFont typeface="Arial"/>
                    <a:buNone/>
                  </a:pPr>
                  <a:endParaRPr sz="1798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2" name="Google Shape;4302;p19"/>
                <p:cNvSpPr/>
                <p:nvPr/>
              </p:nvSpPr>
              <p:spPr>
                <a:xfrm>
                  <a:off x="5272224" y="-438303"/>
                  <a:ext cx="63914" cy="6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2" h="71022" extrusionOk="0">
                      <a:moveTo>
                        <a:pt x="71023" y="35511"/>
                      </a:moveTo>
                      <a:cubicBezTo>
                        <a:pt x="71023" y="55124"/>
                        <a:pt x="55124" y="71023"/>
                        <a:pt x="35511" y="71023"/>
                      </a:cubicBezTo>
                      <a:cubicBezTo>
                        <a:pt x="15899" y="71023"/>
                        <a:pt x="0" y="55124"/>
                        <a:pt x="0" y="35511"/>
                      </a:cubicBezTo>
                      <a:cubicBezTo>
                        <a:pt x="0" y="15899"/>
                        <a:pt x="15899" y="0"/>
                        <a:pt x="35511" y="0"/>
                      </a:cubicBezTo>
                      <a:cubicBezTo>
                        <a:pt x="55124" y="0"/>
                        <a:pt x="71023" y="15899"/>
                        <a:pt x="71023" y="35511"/>
                      </a:cubicBezTo>
                      <a:close/>
                    </a:path>
                  </a:pathLst>
                </a:custGeom>
                <a:noFill/>
                <a:ln w="12700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375" tIns="45675" rIns="91375" bIns="456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8"/>
                    <a:buFont typeface="Arial"/>
                    <a:buNone/>
                  </a:pPr>
                  <a:endParaRPr sz="1798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3" name="Google Shape;4303;p19"/>
                <p:cNvSpPr/>
                <p:nvPr/>
              </p:nvSpPr>
              <p:spPr>
                <a:xfrm>
                  <a:off x="5248284" y="-555995"/>
                  <a:ext cx="63914" cy="6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2" h="71022" extrusionOk="0">
                      <a:moveTo>
                        <a:pt x="71023" y="35511"/>
                      </a:moveTo>
                      <a:cubicBezTo>
                        <a:pt x="71023" y="55124"/>
                        <a:pt x="55124" y="71023"/>
                        <a:pt x="35511" y="71023"/>
                      </a:cubicBezTo>
                      <a:cubicBezTo>
                        <a:pt x="15899" y="71023"/>
                        <a:pt x="0" y="55124"/>
                        <a:pt x="0" y="35511"/>
                      </a:cubicBezTo>
                      <a:cubicBezTo>
                        <a:pt x="0" y="15899"/>
                        <a:pt x="15899" y="0"/>
                        <a:pt x="35511" y="0"/>
                      </a:cubicBezTo>
                      <a:cubicBezTo>
                        <a:pt x="55124" y="0"/>
                        <a:pt x="71023" y="15899"/>
                        <a:pt x="71023" y="35511"/>
                      </a:cubicBezTo>
                      <a:close/>
                    </a:path>
                  </a:pathLst>
                </a:custGeom>
                <a:noFill/>
                <a:ln w="12700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375" tIns="45675" rIns="91375" bIns="456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8"/>
                    <a:buFont typeface="Arial"/>
                    <a:buNone/>
                  </a:pPr>
                  <a:endParaRPr sz="1798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4" name="Google Shape;4304;p19"/>
                <p:cNvSpPr/>
                <p:nvPr/>
              </p:nvSpPr>
              <p:spPr>
                <a:xfrm>
                  <a:off x="5372333" y="-538412"/>
                  <a:ext cx="63914" cy="6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2" h="71022" extrusionOk="0">
                      <a:moveTo>
                        <a:pt x="71023" y="35511"/>
                      </a:moveTo>
                      <a:cubicBezTo>
                        <a:pt x="71023" y="55124"/>
                        <a:pt x="55124" y="71023"/>
                        <a:pt x="35511" y="71023"/>
                      </a:cubicBezTo>
                      <a:cubicBezTo>
                        <a:pt x="15899" y="71023"/>
                        <a:pt x="0" y="55124"/>
                        <a:pt x="0" y="35511"/>
                      </a:cubicBezTo>
                      <a:cubicBezTo>
                        <a:pt x="0" y="15899"/>
                        <a:pt x="15899" y="0"/>
                        <a:pt x="35511" y="0"/>
                      </a:cubicBezTo>
                      <a:cubicBezTo>
                        <a:pt x="55124" y="0"/>
                        <a:pt x="71023" y="15899"/>
                        <a:pt x="71023" y="35511"/>
                      </a:cubicBezTo>
                      <a:close/>
                    </a:path>
                  </a:pathLst>
                </a:custGeom>
                <a:noFill/>
                <a:ln w="12700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375" tIns="45675" rIns="91375" bIns="456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8"/>
                    <a:buFont typeface="Arial"/>
                    <a:buNone/>
                  </a:pPr>
                  <a:endParaRPr sz="1798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05" name="Google Shape;4305;p19"/>
              <p:cNvGrpSpPr/>
              <p:nvPr/>
            </p:nvGrpSpPr>
            <p:grpSpPr>
              <a:xfrm>
                <a:off x="3670632" y="1316513"/>
                <a:ext cx="204056" cy="204098"/>
                <a:chOff x="3744795" y="826119"/>
                <a:chExt cx="213765" cy="213809"/>
              </a:xfrm>
            </p:grpSpPr>
            <p:sp>
              <p:nvSpPr>
                <p:cNvPr id="4306" name="Google Shape;4306;p19"/>
                <p:cNvSpPr/>
                <p:nvPr/>
              </p:nvSpPr>
              <p:spPr>
                <a:xfrm>
                  <a:off x="3744795" y="826119"/>
                  <a:ext cx="213761" cy="213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0998" h="571124" extrusionOk="0">
                      <a:moveTo>
                        <a:pt x="570999" y="0"/>
                      </a:moveTo>
                      <a:lnTo>
                        <a:pt x="0" y="571125"/>
                      </a:lnTo>
                    </a:path>
                  </a:pathLst>
                </a:custGeom>
                <a:noFill/>
                <a:ln w="9525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endParaRPr sz="11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7" name="Google Shape;4307;p19"/>
                <p:cNvSpPr/>
                <p:nvPr/>
              </p:nvSpPr>
              <p:spPr>
                <a:xfrm>
                  <a:off x="3819368" y="826119"/>
                  <a:ext cx="139192" cy="139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74" h="207311" extrusionOk="0">
                      <a:moveTo>
                        <a:pt x="207274" y="207311"/>
                      </a:moveTo>
                      <a:lnTo>
                        <a:pt x="207274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endParaRPr sz="11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308" name="Google Shape;4308;p19"/>
            <p:cNvSpPr txBox="1"/>
            <p:nvPr/>
          </p:nvSpPr>
          <p:spPr>
            <a:xfrm>
              <a:off x="9098250" y="4960643"/>
              <a:ext cx="411152" cy="247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VCF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9" name="Google Shape;4309;p19"/>
            <p:cNvSpPr/>
            <p:nvPr/>
          </p:nvSpPr>
          <p:spPr>
            <a:xfrm>
              <a:off x="8452590" y="5737058"/>
              <a:ext cx="937907" cy="938071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82E0FF">
                    <a:alpha val="70196"/>
                  </a:srgbClr>
                </a:gs>
                <a:gs pos="40000">
                  <a:srgbClr val="43D3FF">
                    <a:alpha val="67058"/>
                  </a:srgbClr>
                </a:gs>
                <a:gs pos="100000">
                  <a:srgbClr val="9377B5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0" name="Google Shape;4310;p19"/>
            <p:cNvSpPr/>
            <p:nvPr/>
          </p:nvSpPr>
          <p:spPr>
            <a:xfrm>
              <a:off x="9210457" y="5521003"/>
              <a:ext cx="1964951" cy="799933"/>
            </a:xfrm>
            <a:custGeom>
              <a:avLst/>
              <a:gdLst/>
              <a:ahLst/>
              <a:cxnLst/>
              <a:rect l="l" t="t" r="r" b="b"/>
              <a:pathLst>
                <a:path w="1612032" h="656260" extrusionOk="0">
                  <a:moveTo>
                    <a:pt x="241362" y="203114"/>
                  </a:moveTo>
                  <a:cubicBezTo>
                    <a:pt x="-2708" y="466021"/>
                    <a:pt x="1" y="656260"/>
                    <a:pt x="1" y="656260"/>
                  </a:cubicBezTo>
                  <a:lnTo>
                    <a:pt x="1612033" y="656260"/>
                  </a:lnTo>
                  <a:cubicBezTo>
                    <a:pt x="1601650" y="495275"/>
                    <a:pt x="1535378" y="337303"/>
                    <a:pt x="1413064" y="214968"/>
                  </a:cubicBezTo>
                  <a:lnTo>
                    <a:pt x="1413064" y="214968"/>
                  </a:lnTo>
                  <a:cubicBezTo>
                    <a:pt x="1145773" y="-52371"/>
                    <a:pt x="509768" y="-86032"/>
                    <a:pt x="241387" y="203038"/>
                  </a:cubicBezTo>
                  <a:lnTo>
                    <a:pt x="241387" y="20308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9000">
                  <a:srgbClr val="FFFFFF"/>
                </a:gs>
                <a:gs pos="48000">
                  <a:srgbClr val="F8FBFE"/>
                </a:gs>
                <a:gs pos="73000">
                  <a:srgbClr val="E7F3FB"/>
                </a:gs>
                <a:gs pos="100000">
                  <a:srgbClr val="CEE6F7"/>
                </a:gs>
              </a:gsLst>
              <a:lin ang="2699857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1" name="Google Shape;4311;p19"/>
            <p:cNvSpPr/>
            <p:nvPr/>
          </p:nvSpPr>
          <p:spPr>
            <a:xfrm rot="10800000">
              <a:off x="8117243" y="6375353"/>
              <a:ext cx="134537" cy="134562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12" name="Google Shape;4312;p19"/>
            <p:cNvGrpSpPr/>
            <p:nvPr/>
          </p:nvGrpSpPr>
          <p:grpSpPr>
            <a:xfrm>
              <a:off x="9357678" y="6406783"/>
              <a:ext cx="368168" cy="368248"/>
              <a:chOff x="3575113" y="826118"/>
              <a:chExt cx="383447" cy="383531"/>
            </a:xfrm>
          </p:grpSpPr>
          <p:sp>
            <p:nvSpPr>
              <p:cNvPr id="4313" name="Google Shape;4313;p19"/>
              <p:cNvSpPr/>
              <p:nvPr/>
            </p:nvSpPr>
            <p:spPr>
              <a:xfrm>
                <a:off x="3575113" y="826118"/>
                <a:ext cx="383444" cy="383531"/>
              </a:xfrm>
              <a:custGeom>
                <a:avLst/>
                <a:gdLst/>
                <a:ahLst/>
                <a:cxnLst/>
                <a:rect l="l" t="t" r="r" b="b"/>
                <a:pathLst>
                  <a:path w="570998" h="571124" extrusionOk="0">
                    <a:moveTo>
                      <a:pt x="570999" y="0"/>
                    </a:moveTo>
                    <a:lnTo>
                      <a:pt x="0" y="571125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4" name="Google Shape;4314;p19"/>
              <p:cNvSpPr/>
              <p:nvPr/>
            </p:nvSpPr>
            <p:spPr>
              <a:xfrm>
                <a:off x="3819368" y="826119"/>
                <a:ext cx="139192" cy="139217"/>
              </a:xfrm>
              <a:custGeom>
                <a:avLst/>
                <a:gdLst/>
                <a:ahLst/>
                <a:cxnLst/>
                <a:rect l="l" t="t" r="r" b="b"/>
                <a:pathLst>
                  <a:path w="207274" h="207311" extrusionOk="0">
                    <a:moveTo>
                      <a:pt x="207274" y="207311"/>
                    </a:moveTo>
                    <a:lnTo>
                      <a:pt x="207274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9" name="Google Shape;4319;p20"/>
          <p:cNvSpPr/>
          <p:nvPr/>
        </p:nvSpPr>
        <p:spPr>
          <a:xfrm>
            <a:off x="3174" y="79714"/>
            <a:ext cx="12185651" cy="6856214"/>
          </a:xfrm>
          <a:prstGeom prst="rect">
            <a:avLst/>
          </a:prstGeom>
          <a:gradFill>
            <a:gsLst>
              <a:gs pos="0">
                <a:srgbClr val="0098C7">
                  <a:alpha val="74117"/>
                </a:srgbClr>
              </a:gs>
              <a:gs pos="24000">
                <a:srgbClr val="0098C7">
                  <a:alpha val="20000"/>
                </a:srgbClr>
              </a:gs>
              <a:gs pos="60000">
                <a:srgbClr val="0098C7">
                  <a:alpha val="0"/>
                </a:srgbClr>
              </a:gs>
              <a:gs pos="100000">
                <a:srgbClr val="0098C7">
                  <a:alpha val="0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91350" tIns="45675" rIns="91350" bIns="45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7"/>
              <a:buFont typeface="Arial"/>
              <a:buNone/>
            </a:pPr>
            <a:endParaRPr sz="179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0" name="Google Shape;4320;p20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endParaRPr/>
          </a:p>
        </p:txBody>
      </p:sp>
      <p:sp>
        <p:nvSpPr>
          <p:cNvPr id="4321" name="Google Shape;4321;p20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  <p:grpSp>
        <p:nvGrpSpPr>
          <p:cNvPr id="4322" name="Google Shape;4322;p20"/>
          <p:cNvGrpSpPr/>
          <p:nvPr/>
        </p:nvGrpSpPr>
        <p:grpSpPr>
          <a:xfrm>
            <a:off x="7429500" y="4146547"/>
            <a:ext cx="3745908" cy="2628484"/>
            <a:chOff x="7429500" y="4146547"/>
            <a:chExt cx="3745908" cy="2628484"/>
          </a:xfrm>
        </p:grpSpPr>
        <p:sp>
          <p:nvSpPr>
            <p:cNvPr id="4323" name="Google Shape;4323;p20"/>
            <p:cNvSpPr/>
            <p:nvPr/>
          </p:nvSpPr>
          <p:spPr>
            <a:xfrm>
              <a:off x="7429500" y="5423434"/>
              <a:ext cx="448989" cy="449068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82E0FF">
                    <a:alpha val="70196"/>
                  </a:srgbClr>
                </a:gs>
                <a:gs pos="40000">
                  <a:srgbClr val="43D3FF">
                    <a:alpha val="67058"/>
                  </a:srgbClr>
                </a:gs>
                <a:gs pos="100000">
                  <a:srgbClr val="9377B5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4" name="Google Shape;4324;p20"/>
            <p:cNvSpPr/>
            <p:nvPr/>
          </p:nvSpPr>
          <p:spPr>
            <a:xfrm>
              <a:off x="7501497" y="4763221"/>
              <a:ext cx="3610042" cy="1474115"/>
            </a:xfrm>
            <a:custGeom>
              <a:avLst/>
              <a:gdLst/>
              <a:ahLst/>
              <a:cxnLst/>
              <a:rect l="l" t="t" r="r" b="b"/>
              <a:pathLst>
                <a:path w="2584309" h="1055272" extrusionOk="0">
                  <a:moveTo>
                    <a:pt x="2134206" y="605217"/>
                  </a:moveTo>
                  <a:cubicBezTo>
                    <a:pt x="2085179" y="605217"/>
                    <a:pt x="2038077" y="613144"/>
                    <a:pt x="1993964" y="627632"/>
                  </a:cubicBezTo>
                  <a:cubicBezTo>
                    <a:pt x="1956130" y="274760"/>
                    <a:pt x="1657513" y="0"/>
                    <a:pt x="1294675" y="0"/>
                  </a:cubicBezTo>
                  <a:cubicBezTo>
                    <a:pt x="960604" y="0"/>
                    <a:pt x="681031" y="232994"/>
                    <a:pt x="609289" y="545366"/>
                  </a:cubicBezTo>
                  <a:lnTo>
                    <a:pt x="509944" y="545240"/>
                  </a:lnTo>
                  <a:cubicBezTo>
                    <a:pt x="228268" y="545240"/>
                    <a:pt x="0" y="773548"/>
                    <a:pt x="0" y="1055273"/>
                  </a:cubicBezTo>
                  <a:lnTo>
                    <a:pt x="2584310" y="1055273"/>
                  </a:lnTo>
                  <a:cubicBezTo>
                    <a:pt x="2584310" y="806677"/>
                    <a:pt x="2382809" y="605141"/>
                    <a:pt x="2134257" y="605141"/>
                  </a:cubicBezTo>
                  <a:lnTo>
                    <a:pt x="2134206" y="60519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5000">
                  <a:srgbClr val="FFFFFF"/>
                </a:gs>
                <a:gs pos="31000">
                  <a:srgbClr val="F8FBFD"/>
                </a:gs>
                <a:gs pos="41000">
                  <a:srgbClr val="E7F3F9"/>
                </a:gs>
                <a:gs pos="51000">
                  <a:srgbClr val="CBE4F2"/>
                </a:gs>
                <a:gs pos="63000">
                  <a:srgbClr val="A4D0E9"/>
                </a:gs>
                <a:gs pos="72000">
                  <a:srgbClr val="80BEE1"/>
                </a:gs>
                <a:gs pos="100000">
                  <a:srgbClr val="80BEE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5" name="Google Shape;4325;p20"/>
            <p:cNvSpPr txBox="1"/>
            <p:nvPr/>
          </p:nvSpPr>
          <p:spPr>
            <a:xfrm>
              <a:off x="8565593" y="5026056"/>
              <a:ext cx="1412183" cy="773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b="1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9.1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6" name="Google Shape;4326;p20"/>
            <p:cNvSpPr/>
            <p:nvPr/>
          </p:nvSpPr>
          <p:spPr>
            <a:xfrm>
              <a:off x="10582696" y="4146547"/>
              <a:ext cx="3683" cy="3846"/>
            </a:xfrm>
            <a:custGeom>
              <a:avLst/>
              <a:gdLst/>
              <a:ahLst/>
              <a:cxnLst/>
              <a:rect l="l" t="t" r="r" b="b"/>
              <a:pathLst>
                <a:path w="3662" h="3824" extrusionOk="0">
                  <a:moveTo>
                    <a:pt x="1997" y="733"/>
                  </a:moveTo>
                  <a:cubicBezTo>
                    <a:pt x="4445" y="-736"/>
                    <a:pt x="4139" y="60"/>
                    <a:pt x="1446" y="2615"/>
                  </a:cubicBezTo>
                  <a:lnTo>
                    <a:pt x="0" y="3824"/>
                  </a:lnTo>
                  <a:lnTo>
                    <a:pt x="1997" y="73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6000">
                  <a:schemeClr val="accent2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19199999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27" name="Google Shape;4327;p20"/>
            <p:cNvGrpSpPr/>
            <p:nvPr/>
          </p:nvGrpSpPr>
          <p:grpSpPr>
            <a:xfrm>
              <a:off x="10409383" y="4364536"/>
              <a:ext cx="401894" cy="401982"/>
              <a:chOff x="3575113" y="826118"/>
              <a:chExt cx="383447" cy="383531"/>
            </a:xfrm>
          </p:grpSpPr>
          <p:sp>
            <p:nvSpPr>
              <p:cNvPr id="4328" name="Google Shape;4328;p20"/>
              <p:cNvSpPr/>
              <p:nvPr/>
            </p:nvSpPr>
            <p:spPr>
              <a:xfrm>
                <a:off x="3575113" y="826118"/>
                <a:ext cx="383444" cy="383531"/>
              </a:xfrm>
              <a:custGeom>
                <a:avLst/>
                <a:gdLst/>
                <a:ahLst/>
                <a:cxnLst/>
                <a:rect l="l" t="t" r="r" b="b"/>
                <a:pathLst>
                  <a:path w="570998" h="571124" extrusionOk="0">
                    <a:moveTo>
                      <a:pt x="570999" y="0"/>
                    </a:moveTo>
                    <a:lnTo>
                      <a:pt x="0" y="571125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9" name="Google Shape;4329;p20"/>
              <p:cNvSpPr/>
              <p:nvPr/>
            </p:nvSpPr>
            <p:spPr>
              <a:xfrm>
                <a:off x="3819368" y="826119"/>
                <a:ext cx="139192" cy="139217"/>
              </a:xfrm>
              <a:custGeom>
                <a:avLst/>
                <a:gdLst/>
                <a:ahLst/>
                <a:cxnLst/>
                <a:rect l="l" t="t" r="r" b="b"/>
                <a:pathLst>
                  <a:path w="207274" h="207311" extrusionOk="0">
                    <a:moveTo>
                      <a:pt x="207274" y="207311"/>
                    </a:moveTo>
                    <a:lnTo>
                      <a:pt x="207274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30" name="Google Shape;4330;p20"/>
            <p:cNvSpPr/>
            <p:nvPr/>
          </p:nvSpPr>
          <p:spPr>
            <a:xfrm rot="10800000">
              <a:off x="8173822" y="4987170"/>
              <a:ext cx="90302" cy="90319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31" name="Google Shape;4331;p20"/>
            <p:cNvGrpSpPr/>
            <p:nvPr/>
          </p:nvGrpSpPr>
          <p:grpSpPr>
            <a:xfrm>
              <a:off x="10112343" y="4536536"/>
              <a:ext cx="252941" cy="252994"/>
              <a:chOff x="3695122" y="826119"/>
              <a:chExt cx="263438" cy="263494"/>
            </a:xfrm>
          </p:grpSpPr>
          <p:sp>
            <p:nvSpPr>
              <p:cNvPr id="4332" name="Google Shape;4332;p20"/>
              <p:cNvSpPr/>
              <p:nvPr/>
            </p:nvSpPr>
            <p:spPr>
              <a:xfrm>
                <a:off x="3695122" y="826119"/>
                <a:ext cx="263434" cy="263494"/>
              </a:xfrm>
              <a:custGeom>
                <a:avLst/>
                <a:gdLst/>
                <a:ahLst/>
                <a:cxnLst/>
                <a:rect l="l" t="t" r="r" b="b"/>
                <a:pathLst>
                  <a:path w="570998" h="571124" extrusionOk="0">
                    <a:moveTo>
                      <a:pt x="570999" y="0"/>
                    </a:moveTo>
                    <a:lnTo>
                      <a:pt x="0" y="571125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3" name="Google Shape;4333;p20"/>
              <p:cNvSpPr/>
              <p:nvPr/>
            </p:nvSpPr>
            <p:spPr>
              <a:xfrm>
                <a:off x="3819368" y="826119"/>
                <a:ext cx="139192" cy="139217"/>
              </a:xfrm>
              <a:custGeom>
                <a:avLst/>
                <a:gdLst/>
                <a:ahLst/>
                <a:cxnLst/>
                <a:rect l="l" t="t" r="r" b="b"/>
                <a:pathLst>
                  <a:path w="207274" h="207311" extrusionOk="0">
                    <a:moveTo>
                      <a:pt x="207274" y="207311"/>
                    </a:moveTo>
                    <a:lnTo>
                      <a:pt x="207274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34" name="Google Shape;4334;p20"/>
            <p:cNvGrpSpPr/>
            <p:nvPr/>
          </p:nvGrpSpPr>
          <p:grpSpPr>
            <a:xfrm>
              <a:off x="10279246" y="4712395"/>
              <a:ext cx="532029" cy="518122"/>
              <a:chOff x="3345747" y="1316513"/>
              <a:chExt cx="528941" cy="515115"/>
            </a:xfrm>
          </p:grpSpPr>
          <p:grpSp>
            <p:nvGrpSpPr>
              <p:cNvPr id="4335" name="Google Shape;4335;p20"/>
              <p:cNvGrpSpPr/>
              <p:nvPr/>
            </p:nvGrpSpPr>
            <p:grpSpPr>
              <a:xfrm>
                <a:off x="3345747" y="1549912"/>
                <a:ext cx="264134" cy="281716"/>
                <a:chOff x="5172113" y="-555995"/>
                <a:chExt cx="264134" cy="281716"/>
              </a:xfrm>
            </p:grpSpPr>
            <p:sp>
              <p:nvSpPr>
                <p:cNvPr id="4336" name="Google Shape;4336;p20"/>
                <p:cNvSpPr/>
                <p:nvPr/>
              </p:nvSpPr>
              <p:spPr>
                <a:xfrm>
                  <a:off x="5172113" y="-338193"/>
                  <a:ext cx="63914" cy="6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2" h="71022" extrusionOk="0">
                      <a:moveTo>
                        <a:pt x="71023" y="35511"/>
                      </a:moveTo>
                      <a:cubicBezTo>
                        <a:pt x="71023" y="55124"/>
                        <a:pt x="55124" y="71022"/>
                        <a:pt x="35511" y="71022"/>
                      </a:cubicBezTo>
                      <a:cubicBezTo>
                        <a:pt x="15899" y="71022"/>
                        <a:pt x="0" y="55123"/>
                        <a:pt x="0" y="35511"/>
                      </a:cubicBezTo>
                      <a:cubicBezTo>
                        <a:pt x="0" y="15899"/>
                        <a:pt x="15899" y="0"/>
                        <a:pt x="35511" y="0"/>
                      </a:cubicBezTo>
                      <a:cubicBezTo>
                        <a:pt x="55124" y="0"/>
                        <a:pt x="71023" y="15899"/>
                        <a:pt x="71023" y="35511"/>
                      </a:cubicBezTo>
                      <a:close/>
                    </a:path>
                  </a:pathLst>
                </a:custGeom>
                <a:noFill/>
                <a:ln w="12700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375" tIns="45675" rIns="91375" bIns="456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8"/>
                    <a:buFont typeface="Arial"/>
                    <a:buNone/>
                  </a:pPr>
                  <a:endParaRPr sz="1798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7" name="Google Shape;4337;p20"/>
                <p:cNvSpPr/>
                <p:nvPr/>
              </p:nvSpPr>
              <p:spPr>
                <a:xfrm>
                  <a:off x="5272224" y="-438303"/>
                  <a:ext cx="63914" cy="6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2" h="71022" extrusionOk="0">
                      <a:moveTo>
                        <a:pt x="71023" y="35511"/>
                      </a:moveTo>
                      <a:cubicBezTo>
                        <a:pt x="71023" y="55124"/>
                        <a:pt x="55124" y="71023"/>
                        <a:pt x="35511" y="71023"/>
                      </a:cubicBezTo>
                      <a:cubicBezTo>
                        <a:pt x="15899" y="71023"/>
                        <a:pt x="0" y="55124"/>
                        <a:pt x="0" y="35511"/>
                      </a:cubicBezTo>
                      <a:cubicBezTo>
                        <a:pt x="0" y="15899"/>
                        <a:pt x="15899" y="0"/>
                        <a:pt x="35511" y="0"/>
                      </a:cubicBezTo>
                      <a:cubicBezTo>
                        <a:pt x="55124" y="0"/>
                        <a:pt x="71023" y="15899"/>
                        <a:pt x="71023" y="35511"/>
                      </a:cubicBezTo>
                      <a:close/>
                    </a:path>
                  </a:pathLst>
                </a:custGeom>
                <a:noFill/>
                <a:ln w="12700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375" tIns="45675" rIns="91375" bIns="456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8"/>
                    <a:buFont typeface="Arial"/>
                    <a:buNone/>
                  </a:pPr>
                  <a:endParaRPr sz="1798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8" name="Google Shape;4338;p20"/>
                <p:cNvSpPr/>
                <p:nvPr/>
              </p:nvSpPr>
              <p:spPr>
                <a:xfrm>
                  <a:off x="5248284" y="-555995"/>
                  <a:ext cx="63914" cy="6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2" h="71022" extrusionOk="0">
                      <a:moveTo>
                        <a:pt x="71023" y="35511"/>
                      </a:moveTo>
                      <a:cubicBezTo>
                        <a:pt x="71023" y="55124"/>
                        <a:pt x="55124" y="71023"/>
                        <a:pt x="35511" y="71023"/>
                      </a:cubicBezTo>
                      <a:cubicBezTo>
                        <a:pt x="15899" y="71023"/>
                        <a:pt x="0" y="55124"/>
                        <a:pt x="0" y="35511"/>
                      </a:cubicBezTo>
                      <a:cubicBezTo>
                        <a:pt x="0" y="15899"/>
                        <a:pt x="15899" y="0"/>
                        <a:pt x="35511" y="0"/>
                      </a:cubicBezTo>
                      <a:cubicBezTo>
                        <a:pt x="55124" y="0"/>
                        <a:pt x="71023" y="15899"/>
                        <a:pt x="71023" y="35511"/>
                      </a:cubicBezTo>
                      <a:close/>
                    </a:path>
                  </a:pathLst>
                </a:custGeom>
                <a:noFill/>
                <a:ln w="12700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375" tIns="45675" rIns="91375" bIns="456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8"/>
                    <a:buFont typeface="Arial"/>
                    <a:buNone/>
                  </a:pPr>
                  <a:endParaRPr sz="1798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9" name="Google Shape;4339;p20"/>
                <p:cNvSpPr/>
                <p:nvPr/>
              </p:nvSpPr>
              <p:spPr>
                <a:xfrm>
                  <a:off x="5372333" y="-538412"/>
                  <a:ext cx="63914" cy="6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2" h="71022" extrusionOk="0">
                      <a:moveTo>
                        <a:pt x="71023" y="35511"/>
                      </a:moveTo>
                      <a:cubicBezTo>
                        <a:pt x="71023" y="55124"/>
                        <a:pt x="55124" y="71023"/>
                        <a:pt x="35511" y="71023"/>
                      </a:cubicBezTo>
                      <a:cubicBezTo>
                        <a:pt x="15899" y="71023"/>
                        <a:pt x="0" y="55124"/>
                        <a:pt x="0" y="35511"/>
                      </a:cubicBezTo>
                      <a:cubicBezTo>
                        <a:pt x="0" y="15899"/>
                        <a:pt x="15899" y="0"/>
                        <a:pt x="35511" y="0"/>
                      </a:cubicBezTo>
                      <a:cubicBezTo>
                        <a:pt x="55124" y="0"/>
                        <a:pt x="71023" y="15899"/>
                        <a:pt x="71023" y="35511"/>
                      </a:cubicBezTo>
                      <a:close/>
                    </a:path>
                  </a:pathLst>
                </a:custGeom>
                <a:noFill/>
                <a:ln w="12700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375" tIns="45675" rIns="91375" bIns="456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8"/>
                    <a:buFont typeface="Arial"/>
                    <a:buNone/>
                  </a:pPr>
                  <a:endParaRPr sz="1798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40" name="Google Shape;4340;p20"/>
              <p:cNvGrpSpPr/>
              <p:nvPr/>
            </p:nvGrpSpPr>
            <p:grpSpPr>
              <a:xfrm>
                <a:off x="3670632" y="1316513"/>
                <a:ext cx="204056" cy="204098"/>
                <a:chOff x="3744795" y="826119"/>
                <a:chExt cx="213765" cy="213809"/>
              </a:xfrm>
            </p:grpSpPr>
            <p:sp>
              <p:nvSpPr>
                <p:cNvPr id="4341" name="Google Shape;4341;p20"/>
                <p:cNvSpPr/>
                <p:nvPr/>
              </p:nvSpPr>
              <p:spPr>
                <a:xfrm>
                  <a:off x="3744795" y="826119"/>
                  <a:ext cx="213761" cy="213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0998" h="571124" extrusionOk="0">
                      <a:moveTo>
                        <a:pt x="570999" y="0"/>
                      </a:moveTo>
                      <a:lnTo>
                        <a:pt x="0" y="571125"/>
                      </a:lnTo>
                    </a:path>
                  </a:pathLst>
                </a:custGeom>
                <a:noFill/>
                <a:ln w="9525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endParaRPr sz="11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42" name="Google Shape;4342;p20"/>
                <p:cNvSpPr/>
                <p:nvPr/>
              </p:nvSpPr>
              <p:spPr>
                <a:xfrm>
                  <a:off x="3819368" y="826119"/>
                  <a:ext cx="139192" cy="139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74" h="207311" extrusionOk="0">
                      <a:moveTo>
                        <a:pt x="207274" y="207311"/>
                      </a:moveTo>
                      <a:lnTo>
                        <a:pt x="207274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endParaRPr sz="11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343" name="Google Shape;4343;p20"/>
            <p:cNvSpPr txBox="1"/>
            <p:nvPr/>
          </p:nvSpPr>
          <p:spPr>
            <a:xfrm>
              <a:off x="9098250" y="4960643"/>
              <a:ext cx="411152" cy="247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VCF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4" name="Google Shape;4344;p20"/>
            <p:cNvSpPr/>
            <p:nvPr/>
          </p:nvSpPr>
          <p:spPr>
            <a:xfrm>
              <a:off x="8452590" y="5737058"/>
              <a:ext cx="937907" cy="938071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82E0FF">
                    <a:alpha val="70196"/>
                  </a:srgbClr>
                </a:gs>
                <a:gs pos="40000">
                  <a:srgbClr val="43D3FF">
                    <a:alpha val="67058"/>
                  </a:srgbClr>
                </a:gs>
                <a:gs pos="100000">
                  <a:srgbClr val="9377B5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5" name="Google Shape;4345;p20"/>
            <p:cNvSpPr/>
            <p:nvPr/>
          </p:nvSpPr>
          <p:spPr>
            <a:xfrm>
              <a:off x="9210457" y="5521003"/>
              <a:ext cx="1964951" cy="799933"/>
            </a:xfrm>
            <a:custGeom>
              <a:avLst/>
              <a:gdLst/>
              <a:ahLst/>
              <a:cxnLst/>
              <a:rect l="l" t="t" r="r" b="b"/>
              <a:pathLst>
                <a:path w="1612032" h="656260" extrusionOk="0">
                  <a:moveTo>
                    <a:pt x="241362" y="203114"/>
                  </a:moveTo>
                  <a:cubicBezTo>
                    <a:pt x="-2708" y="466021"/>
                    <a:pt x="1" y="656260"/>
                    <a:pt x="1" y="656260"/>
                  </a:cubicBezTo>
                  <a:lnTo>
                    <a:pt x="1612033" y="656260"/>
                  </a:lnTo>
                  <a:cubicBezTo>
                    <a:pt x="1601650" y="495275"/>
                    <a:pt x="1535378" y="337303"/>
                    <a:pt x="1413064" y="214968"/>
                  </a:cubicBezTo>
                  <a:lnTo>
                    <a:pt x="1413064" y="214968"/>
                  </a:lnTo>
                  <a:cubicBezTo>
                    <a:pt x="1145773" y="-52371"/>
                    <a:pt x="509768" y="-86032"/>
                    <a:pt x="241387" y="203038"/>
                  </a:cubicBezTo>
                  <a:lnTo>
                    <a:pt x="241387" y="20308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9000">
                  <a:srgbClr val="FFFFFF"/>
                </a:gs>
                <a:gs pos="48000">
                  <a:srgbClr val="F8FBFE"/>
                </a:gs>
                <a:gs pos="73000">
                  <a:srgbClr val="E7F3FB"/>
                </a:gs>
                <a:gs pos="100000">
                  <a:srgbClr val="CEE6F7"/>
                </a:gs>
              </a:gsLst>
              <a:lin ang="2699857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6" name="Google Shape;4346;p20"/>
            <p:cNvSpPr/>
            <p:nvPr/>
          </p:nvSpPr>
          <p:spPr>
            <a:xfrm rot="10800000">
              <a:off x="8117243" y="6375353"/>
              <a:ext cx="134537" cy="134562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7" name="Google Shape;4347;p20"/>
            <p:cNvGrpSpPr/>
            <p:nvPr/>
          </p:nvGrpSpPr>
          <p:grpSpPr>
            <a:xfrm>
              <a:off x="9357678" y="6406783"/>
              <a:ext cx="368168" cy="368248"/>
              <a:chOff x="3575113" y="826118"/>
              <a:chExt cx="383447" cy="383531"/>
            </a:xfrm>
          </p:grpSpPr>
          <p:sp>
            <p:nvSpPr>
              <p:cNvPr id="4348" name="Google Shape;4348;p20"/>
              <p:cNvSpPr/>
              <p:nvPr/>
            </p:nvSpPr>
            <p:spPr>
              <a:xfrm>
                <a:off x="3575113" y="826118"/>
                <a:ext cx="383444" cy="383531"/>
              </a:xfrm>
              <a:custGeom>
                <a:avLst/>
                <a:gdLst/>
                <a:ahLst/>
                <a:cxnLst/>
                <a:rect l="l" t="t" r="r" b="b"/>
                <a:pathLst>
                  <a:path w="570998" h="571124" extrusionOk="0">
                    <a:moveTo>
                      <a:pt x="570999" y="0"/>
                    </a:moveTo>
                    <a:lnTo>
                      <a:pt x="0" y="571125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9" name="Google Shape;4349;p20"/>
              <p:cNvSpPr/>
              <p:nvPr/>
            </p:nvSpPr>
            <p:spPr>
              <a:xfrm>
                <a:off x="3819368" y="826119"/>
                <a:ext cx="139192" cy="139217"/>
              </a:xfrm>
              <a:custGeom>
                <a:avLst/>
                <a:gdLst/>
                <a:ahLst/>
                <a:cxnLst/>
                <a:rect l="l" t="t" r="r" b="b"/>
                <a:pathLst>
                  <a:path w="207274" h="207311" extrusionOk="0">
                    <a:moveTo>
                      <a:pt x="207274" y="207311"/>
                    </a:moveTo>
                    <a:lnTo>
                      <a:pt x="207274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4" name="Google Shape;4354;p21"/>
          <p:cNvSpPr/>
          <p:nvPr/>
        </p:nvSpPr>
        <p:spPr>
          <a:xfrm>
            <a:off x="3174" y="79714"/>
            <a:ext cx="12185651" cy="6856214"/>
          </a:xfrm>
          <a:prstGeom prst="rect">
            <a:avLst/>
          </a:prstGeom>
          <a:gradFill>
            <a:gsLst>
              <a:gs pos="0">
                <a:srgbClr val="0098C7">
                  <a:alpha val="74117"/>
                </a:srgbClr>
              </a:gs>
              <a:gs pos="24000">
                <a:srgbClr val="0098C7">
                  <a:alpha val="20000"/>
                </a:srgbClr>
              </a:gs>
              <a:gs pos="60000">
                <a:srgbClr val="0098C7">
                  <a:alpha val="0"/>
                </a:srgbClr>
              </a:gs>
              <a:gs pos="100000">
                <a:srgbClr val="0098C7">
                  <a:alpha val="0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91350" tIns="45675" rIns="91350" bIns="45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7"/>
              <a:buFont typeface="Arial"/>
              <a:buNone/>
            </a:pPr>
            <a:endParaRPr sz="179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5" name="Google Shape;4355;p21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endParaRPr/>
          </a:p>
        </p:txBody>
      </p:sp>
      <p:sp>
        <p:nvSpPr>
          <p:cNvPr id="4356" name="Google Shape;4356;p2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  <p:grpSp>
        <p:nvGrpSpPr>
          <p:cNvPr id="4357" name="Google Shape;4357;p21"/>
          <p:cNvGrpSpPr/>
          <p:nvPr/>
        </p:nvGrpSpPr>
        <p:grpSpPr>
          <a:xfrm>
            <a:off x="7423562" y="4149802"/>
            <a:ext cx="3745908" cy="2628484"/>
            <a:chOff x="7423562" y="4149802"/>
            <a:chExt cx="3745908" cy="2628484"/>
          </a:xfrm>
        </p:grpSpPr>
        <p:sp>
          <p:nvSpPr>
            <p:cNvPr id="4358" name="Google Shape;4358;p21"/>
            <p:cNvSpPr/>
            <p:nvPr/>
          </p:nvSpPr>
          <p:spPr>
            <a:xfrm>
              <a:off x="7423562" y="5426689"/>
              <a:ext cx="448989" cy="449068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82E0FF">
                    <a:alpha val="70196"/>
                  </a:srgbClr>
                </a:gs>
                <a:gs pos="40000">
                  <a:srgbClr val="43D3FF">
                    <a:alpha val="67058"/>
                  </a:srgbClr>
                </a:gs>
                <a:gs pos="100000">
                  <a:srgbClr val="9377B5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9" name="Google Shape;4359;p21"/>
            <p:cNvSpPr/>
            <p:nvPr/>
          </p:nvSpPr>
          <p:spPr>
            <a:xfrm>
              <a:off x="7495559" y="4766476"/>
              <a:ext cx="3610042" cy="1474115"/>
            </a:xfrm>
            <a:custGeom>
              <a:avLst/>
              <a:gdLst/>
              <a:ahLst/>
              <a:cxnLst/>
              <a:rect l="l" t="t" r="r" b="b"/>
              <a:pathLst>
                <a:path w="2584309" h="1055272" extrusionOk="0">
                  <a:moveTo>
                    <a:pt x="2134206" y="605217"/>
                  </a:moveTo>
                  <a:cubicBezTo>
                    <a:pt x="2085179" y="605217"/>
                    <a:pt x="2038077" y="613144"/>
                    <a:pt x="1993964" y="627632"/>
                  </a:cubicBezTo>
                  <a:cubicBezTo>
                    <a:pt x="1956130" y="274760"/>
                    <a:pt x="1657513" y="0"/>
                    <a:pt x="1294675" y="0"/>
                  </a:cubicBezTo>
                  <a:cubicBezTo>
                    <a:pt x="960604" y="0"/>
                    <a:pt x="681031" y="232994"/>
                    <a:pt x="609289" y="545366"/>
                  </a:cubicBezTo>
                  <a:lnTo>
                    <a:pt x="509944" y="545240"/>
                  </a:lnTo>
                  <a:cubicBezTo>
                    <a:pt x="228268" y="545240"/>
                    <a:pt x="0" y="773548"/>
                    <a:pt x="0" y="1055273"/>
                  </a:cubicBezTo>
                  <a:lnTo>
                    <a:pt x="2584310" y="1055273"/>
                  </a:lnTo>
                  <a:cubicBezTo>
                    <a:pt x="2584310" y="806677"/>
                    <a:pt x="2382809" y="605141"/>
                    <a:pt x="2134257" y="605141"/>
                  </a:cubicBezTo>
                  <a:lnTo>
                    <a:pt x="2134206" y="60519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5000">
                  <a:srgbClr val="FFFFFF"/>
                </a:gs>
                <a:gs pos="31000">
                  <a:srgbClr val="F8FBFD"/>
                </a:gs>
                <a:gs pos="41000">
                  <a:srgbClr val="E7F3F9"/>
                </a:gs>
                <a:gs pos="51000">
                  <a:srgbClr val="CBE4F2"/>
                </a:gs>
                <a:gs pos="63000">
                  <a:srgbClr val="A4D0E9"/>
                </a:gs>
                <a:gs pos="72000">
                  <a:srgbClr val="80BEE1"/>
                </a:gs>
                <a:gs pos="100000">
                  <a:srgbClr val="80BEE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0" name="Google Shape;4360;p21"/>
            <p:cNvSpPr txBox="1"/>
            <p:nvPr/>
          </p:nvSpPr>
          <p:spPr>
            <a:xfrm>
              <a:off x="8559655" y="5029311"/>
              <a:ext cx="1412183" cy="773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b="1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9.1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1" name="Google Shape;4361;p21"/>
            <p:cNvSpPr/>
            <p:nvPr/>
          </p:nvSpPr>
          <p:spPr>
            <a:xfrm>
              <a:off x="10576758" y="4149802"/>
              <a:ext cx="3683" cy="3846"/>
            </a:xfrm>
            <a:custGeom>
              <a:avLst/>
              <a:gdLst/>
              <a:ahLst/>
              <a:cxnLst/>
              <a:rect l="l" t="t" r="r" b="b"/>
              <a:pathLst>
                <a:path w="3662" h="3824" extrusionOk="0">
                  <a:moveTo>
                    <a:pt x="1997" y="733"/>
                  </a:moveTo>
                  <a:cubicBezTo>
                    <a:pt x="4445" y="-736"/>
                    <a:pt x="4139" y="60"/>
                    <a:pt x="1446" y="2615"/>
                  </a:cubicBezTo>
                  <a:lnTo>
                    <a:pt x="0" y="3824"/>
                  </a:lnTo>
                  <a:lnTo>
                    <a:pt x="1997" y="73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6000">
                  <a:schemeClr val="accent2"/>
                </a:gs>
                <a:gs pos="90000">
                  <a:schemeClr val="accent3"/>
                </a:gs>
                <a:gs pos="100000">
                  <a:schemeClr val="accent3"/>
                </a:gs>
              </a:gsLst>
              <a:lin ang="19199999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62" name="Google Shape;4362;p21"/>
            <p:cNvGrpSpPr/>
            <p:nvPr/>
          </p:nvGrpSpPr>
          <p:grpSpPr>
            <a:xfrm>
              <a:off x="10403445" y="4367791"/>
              <a:ext cx="401894" cy="401982"/>
              <a:chOff x="3575113" y="826118"/>
              <a:chExt cx="383447" cy="383531"/>
            </a:xfrm>
          </p:grpSpPr>
          <p:sp>
            <p:nvSpPr>
              <p:cNvPr id="4363" name="Google Shape;4363;p21"/>
              <p:cNvSpPr/>
              <p:nvPr/>
            </p:nvSpPr>
            <p:spPr>
              <a:xfrm>
                <a:off x="3575113" y="826118"/>
                <a:ext cx="383444" cy="383531"/>
              </a:xfrm>
              <a:custGeom>
                <a:avLst/>
                <a:gdLst/>
                <a:ahLst/>
                <a:cxnLst/>
                <a:rect l="l" t="t" r="r" b="b"/>
                <a:pathLst>
                  <a:path w="570998" h="571124" extrusionOk="0">
                    <a:moveTo>
                      <a:pt x="570999" y="0"/>
                    </a:moveTo>
                    <a:lnTo>
                      <a:pt x="0" y="571125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4" name="Google Shape;4364;p21"/>
              <p:cNvSpPr/>
              <p:nvPr/>
            </p:nvSpPr>
            <p:spPr>
              <a:xfrm>
                <a:off x="3819368" y="826119"/>
                <a:ext cx="139192" cy="139217"/>
              </a:xfrm>
              <a:custGeom>
                <a:avLst/>
                <a:gdLst/>
                <a:ahLst/>
                <a:cxnLst/>
                <a:rect l="l" t="t" r="r" b="b"/>
                <a:pathLst>
                  <a:path w="207274" h="207311" extrusionOk="0">
                    <a:moveTo>
                      <a:pt x="207274" y="207311"/>
                    </a:moveTo>
                    <a:lnTo>
                      <a:pt x="207274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65" name="Google Shape;4365;p21"/>
            <p:cNvSpPr/>
            <p:nvPr/>
          </p:nvSpPr>
          <p:spPr>
            <a:xfrm rot="10800000">
              <a:off x="8167884" y="4990425"/>
              <a:ext cx="90302" cy="90319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66" name="Google Shape;4366;p21"/>
            <p:cNvGrpSpPr/>
            <p:nvPr/>
          </p:nvGrpSpPr>
          <p:grpSpPr>
            <a:xfrm>
              <a:off x="10106405" y="4539791"/>
              <a:ext cx="252941" cy="252994"/>
              <a:chOff x="3695122" y="826119"/>
              <a:chExt cx="263438" cy="263494"/>
            </a:xfrm>
          </p:grpSpPr>
          <p:sp>
            <p:nvSpPr>
              <p:cNvPr id="4367" name="Google Shape;4367;p21"/>
              <p:cNvSpPr/>
              <p:nvPr/>
            </p:nvSpPr>
            <p:spPr>
              <a:xfrm>
                <a:off x="3695122" y="826119"/>
                <a:ext cx="263434" cy="263494"/>
              </a:xfrm>
              <a:custGeom>
                <a:avLst/>
                <a:gdLst/>
                <a:ahLst/>
                <a:cxnLst/>
                <a:rect l="l" t="t" r="r" b="b"/>
                <a:pathLst>
                  <a:path w="570998" h="571124" extrusionOk="0">
                    <a:moveTo>
                      <a:pt x="570999" y="0"/>
                    </a:moveTo>
                    <a:lnTo>
                      <a:pt x="0" y="571125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8" name="Google Shape;4368;p21"/>
              <p:cNvSpPr/>
              <p:nvPr/>
            </p:nvSpPr>
            <p:spPr>
              <a:xfrm>
                <a:off x="3819368" y="826119"/>
                <a:ext cx="139192" cy="139217"/>
              </a:xfrm>
              <a:custGeom>
                <a:avLst/>
                <a:gdLst/>
                <a:ahLst/>
                <a:cxnLst/>
                <a:rect l="l" t="t" r="r" b="b"/>
                <a:pathLst>
                  <a:path w="207274" h="207311" extrusionOk="0">
                    <a:moveTo>
                      <a:pt x="207274" y="207311"/>
                    </a:moveTo>
                    <a:lnTo>
                      <a:pt x="207274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69" name="Google Shape;4369;p21"/>
            <p:cNvGrpSpPr/>
            <p:nvPr/>
          </p:nvGrpSpPr>
          <p:grpSpPr>
            <a:xfrm>
              <a:off x="10273308" y="4715650"/>
              <a:ext cx="532029" cy="518122"/>
              <a:chOff x="3345747" y="1316513"/>
              <a:chExt cx="528941" cy="515115"/>
            </a:xfrm>
          </p:grpSpPr>
          <p:grpSp>
            <p:nvGrpSpPr>
              <p:cNvPr id="4370" name="Google Shape;4370;p21"/>
              <p:cNvGrpSpPr/>
              <p:nvPr/>
            </p:nvGrpSpPr>
            <p:grpSpPr>
              <a:xfrm>
                <a:off x="3345747" y="1549912"/>
                <a:ext cx="264134" cy="281716"/>
                <a:chOff x="5172113" y="-555995"/>
                <a:chExt cx="264134" cy="281716"/>
              </a:xfrm>
            </p:grpSpPr>
            <p:sp>
              <p:nvSpPr>
                <p:cNvPr id="4371" name="Google Shape;4371;p21"/>
                <p:cNvSpPr/>
                <p:nvPr/>
              </p:nvSpPr>
              <p:spPr>
                <a:xfrm>
                  <a:off x="5172113" y="-338193"/>
                  <a:ext cx="63914" cy="6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2" h="71022" extrusionOk="0">
                      <a:moveTo>
                        <a:pt x="71023" y="35511"/>
                      </a:moveTo>
                      <a:cubicBezTo>
                        <a:pt x="71023" y="55124"/>
                        <a:pt x="55124" y="71022"/>
                        <a:pt x="35511" y="71022"/>
                      </a:cubicBezTo>
                      <a:cubicBezTo>
                        <a:pt x="15899" y="71022"/>
                        <a:pt x="0" y="55123"/>
                        <a:pt x="0" y="35511"/>
                      </a:cubicBezTo>
                      <a:cubicBezTo>
                        <a:pt x="0" y="15899"/>
                        <a:pt x="15899" y="0"/>
                        <a:pt x="35511" y="0"/>
                      </a:cubicBezTo>
                      <a:cubicBezTo>
                        <a:pt x="55124" y="0"/>
                        <a:pt x="71023" y="15899"/>
                        <a:pt x="71023" y="35511"/>
                      </a:cubicBezTo>
                      <a:close/>
                    </a:path>
                  </a:pathLst>
                </a:custGeom>
                <a:noFill/>
                <a:ln w="12700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375" tIns="45675" rIns="91375" bIns="456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8"/>
                    <a:buFont typeface="Arial"/>
                    <a:buNone/>
                  </a:pPr>
                  <a:endParaRPr sz="1798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2" name="Google Shape;4372;p21"/>
                <p:cNvSpPr/>
                <p:nvPr/>
              </p:nvSpPr>
              <p:spPr>
                <a:xfrm>
                  <a:off x="5272224" y="-438303"/>
                  <a:ext cx="63914" cy="6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2" h="71022" extrusionOk="0">
                      <a:moveTo>
                        <a:pt x="71023" y="35511"/>
                      </a:moveTo>
                      <a:cubicBezTo>
                        <a:pt x="71023" y="55124"/>
                        <a:pt x="55124" y="71023"/>
                        <a:pt x="35511" y="71023"/>
                      </a:cubicBezTo>
                      <a:cubicBezTo>
                        <a:pt x="15899" y="71023"/>
                        <a:pt x="0" y="55124"/>
                        <a:pt x="0" y="35511"/>
                      </a:cubicBezTo>
                      <a:cubicBezTo>
                        <a:pt x="0" y="15899"/>
                        <a:pt x="15899" y="0"/>
                        <a:pt x="35511" y="0"/>
                      </a:cubicBezTo>
                      <a:cubicBezTo>
                        <a:pt x="55124" y="0"/>
                        <a:pt x="71023" y="15899"/>
                        <a:pt x="71023" y="35511"/>
                      </a:cubicBezTo>
                      <a:close/>
                    </a:path>
                  </a:pathLst>
                </a:custGeom>
                <a:noFill/>
                <a:ln w="12700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375" tIns="45675" rIns="91375" bIns="456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8"/>
                    <a:buFont typeface="Arial"/>
                    <a:buNone/>
                  </a:pPr>
                  <a:endParaRPr sz="1798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3" name="Google Shape;4373;p21"/>
                <p:cNvSpPr/>
                <p:nvPr/>
              </p:nvSpPr>
              <p:spPr>
                <a:xfrm>
                  <a:off x="5248284" y="-555995"/>
                  <a:ext cx="63914" cy="6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2" h="71022" extrusionOk="0">
                      <a:moveTo>
                        <a:pt x="71023" y="35511"/>
                      </a:moveTo>
                      <a:cubicBezTo>
                        <a:pt x="71023" y="55124"/>
                        <a:pt x="55124" y="71023"/>
                        <a:pt x="35511" y="71023"/>
                      </a:cubicBezTo>
                      <a:cubicBezTo>
                        <a:pt x="15899" y="71023"/>
                        <a:pt x="0" y="55124"/>
                        <a:pt x="0" y="35511"/>
                      </a:cubicBezTo>
                      <a:cubicBezTo>
                        <a:pt x="0" y="15899"/>
                        <a:pt x="15899" y="0"/>
                        <a:pt x="35511" y="0"/>
                      </a:cubicBezTo>
                      <a:cubicBezTo>
                        <a:pt x="55124" y="0"/>
                        <a:pt x="71023" y="15899"/>
                        <a:pt x="71023" y="35511"/>
                      </a:cubicBezTo>
                      <a:close/>
                    </a:path>
                  </a:pathLst>
                </a:custGeom>
                <a:noFill/>
                <a:ln w="12700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375" tIns="45675" rIns="91375" bIns="456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8"/>
                    <a:buFont typeface="Arial"/>
                    <a:buNone/>
                  </a:pPr>
                  <a:endParaRPr sz="1798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4" name="Google Shape;4374;p21"/>
                <p:cNvSpPr/>
                <p:nvPr/>
              </p:nvSpPr>
              <p:spPr>
                <a:xfrm>
                  <a:off x="5372333" y="-538412"/>
                  <a:ext cx="63914" cy="6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2" h="71022" extrusionOk="0">
                      <a:moveTo>
                        <a:pt x="71023" y="35511"/>
                      </a:moveTo>
                      <a:cubicBezTo>
                        <a:pt x="71023" y="55124"/>
                        <a:pt x="55124" y="71023"/>
                        <a:pt x="35511" y="71023"/>
                      </a:cubicBezTo>
                      <a:cubicBezTo>
                        <a:pt x="15899" y="71023"/>
                        <a:pt x="0" y="55124"/>
                        <a:pt x="0" y="35511"/>
                      </a:cubicBezTo>
                      <a:cubicBezTo>
                        <a:pt x="0" y="15899"/>
                        <a:pt x="15899" y="0"/>
                        <a:pt x="35511" y="0"/>
                      </a:cubicBezTo>
                      <a:cubicBezTo>
                        <a:pt x="55124" y="0"/>
                        <a:pt x="71023" y="15899"/>
                        <a:pt x="71023" y="35511"/>
                      </a:cubicBezTo>
                      <a:close/>
                    </a:path>
                  </a:pathLst>
                </a:custGeom>
                <a:noFill/>
                <a:ln w="12700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375" tIns="45675" rIns="91375" bIns="456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8"/>
                    <a:buFont typeface="Arial"/>
                    <a:buNone/>
                  </a:pPr>
                  <a:endParaRPr sz="1798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75" name="Google Shape;4375;p21"/>
              <p:cNvGrpSpPr/>
              <p:nvPr/>
            </p:nvGrpSpPr>
            <p:grpSpPr>
              <a:xfrm>
                <a:off x="3670632" y="1316513"/>
                <a:ext cx="204056" cy="204098"/>
                <a:chOff x="3744795" y="826119"/>
                <a:chExt cx="213765" cy="213809"/>
              </a:xfrm>
            </p:grpSpPr>
            <p:sp>
              <p:nvSpPr>
                <p:cNvPr id="4376" name="Google Shape;4376;p21"/>
                <p:cNvSpPr/>
                <p:nvPr/>
              </p:nvSpPr>
              <p:spPr>
                <a:xfrm>
                  <a:off x="3744795" y="826119"/>
                  <a:ext cx="213761" cy="213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0998" h="571124" extrusionOk="0">
                      <a:moveTo>
                        <a:pt x="570999" y="0"/>
                      </a:moveTo>
                      <a:lnTo>
                        <a:pt x="0" y="571125"/>
                      </a:lnTo>
                    </a:path>
                  </a:pathLst>
                </a:custGeom>
                <a:noFill/>
                <a:ln w="9525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endParaRPr sz="11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7" name="Google Shape;4377;p21"/>
                <p:cNvSpPr/>
                <p:nvPr/>
              </p:nvSpPr>
              <p:spPr>
                <a:xfrm>
                  <a:off x="3819368" y="826119"/>
                  <a:ext cx="139192" cy="139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74" h="207311" extrusionOk="0">
                      <a:moveTo>
                        <a:pt x="207274" y="207311"/>
                      </a:moveTo>
                      <a:lnTo>
                        <a:pt x="207274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rgbClr val="82E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endParaRPr sz="11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378" name="Google Shape;4378;p21"/>
            <p:cNvSpPr txBox="1"/>
            <p:nvPr/>
          </p:nvSpPr>
          <p:spPr>
            <a:xfrm>
              <a:off x="9092312" y="4963898"/>
              <a:ext cx="411152" cy="247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VCF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9" name="Google Shape;4379;p21"/>
            <p:cNvSpPr/>
            <p:nvPr/>
          </p:nvSpPr>
          <p:spPr>
            <a:xfrm>
              <a:off x="8446652" y="5740313"/>
              <a:ext cx="937907" cy="938071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82E0FF">
                    <a:alpha val="70196"/>
                  </a:srgbClr>
                </a:gs>
                <a:gs pos="40000">
                  <a:srgbClr val="43D3FF">
                    <a:alpha val="67058"/>
                  </a:srgbClr>
                </a:gs>
                <a:gs pos="100000">
                  <a:srgbClr val="9377B5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0" name="Google Shape;4380;p21"/>
            <p:cNvSpPr/>
            <p:nvPr/>
          </p:nvSpPr>
          <p:spPr>
            <a:xfrm>
              <a:off x="9204519" y="5524258"/>
              <a:ext cx="1964951" cy="799933"/>
            </a:xfrm>
            <a:custGeom>
              <a:avLst/>
              <a:gdLst/>
              <a:ahLst/>
              <a:cxnLst/>
              <a:rect l="l" t="t" r="r" b="b"/>
              <a:pathLst>
                <a:path w="1612032" h="656260" extrusionOk="0">
                  <a:moveTo>
                    <a:pt x="241362" y="203114"/>
                  </a:moveTo>
                  <a:cubicBezTo>
                    <a:pt x="-2708" y="466021"/>
                    <a:pt x="1" y="656260"/>
                    <a:pt x="1" y="656260"/>
                  </a:cubicBezTo>
                  <a:lnTo>
                    <a:pt x="1612033" y="656260"/>
                  </a:lnTo>
                  <a:cubicBezTo>
                    <a:pt x="1601650" y="495275"/>
                    <a:pt x="1535378" y="337303"/>
                    <a:pt x="1413064" y="214968"/>
                  </a:cubicBezTo>
                  <a:lnTo>
                    <a:pt x="1413064" y="214968"/>
                  </a:lnTo>
                  <a:cubicBezTo>
                    <a:pt x="1145773" y="-52371"/>
                    <a:pt x="509768" y="-86032"/>
                    <a:pt x="241387" y="203038"/>
                  </a:cubicBezTo>
                  <a:lnTo>
                    <a:pt x="241387" y="20308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9000">
                  <a:srgbClr val="FFFFFF"/>
                </a:gs>
                <a:gs pos="48000">
                  <a:srgbClr val="F8FBFE"/>
                </a:gs>
                <a:gs pos="73000">
                  <a:srgbClr val="E7F3FB"/>
                </a:gs>
                <a:gs pos="100000">
                  <a:srgbClr val="CEE6F7"/>
                </a:gs>
              </a:gsLst>
              <a:lin ang="2699857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1" name="Google Shape;4381;p21"/>
            <p:cNvSpPr/>
            <p:nvPr/>
          </p:nvSpPr>
          <p:spPr>
            <a:xfrm rot="10800000">
              <a:off x="8111305" y="6378608"/>
              <a:ext cx="134537" cy="134562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2" name="Google Shape;4382;p21"/>
            <p:cNvGrpSpPr/>
            <p:nvPr/>
          </p:nvGrpSpPr>
          <p:grpSpPr>
            <a:xfrm>
              <a:off x="9351740" y="6410038"/>
              <a:ext cx="368168" cy="368248"/>
              <a:chOff x="3575113" y="826118"/>
              <a:chExt cx="383447" cy="383531"/>
            </a:xfrm>
          </p:grpSpPr>
          <p:sp>
            <p:nvSpPr>
              <p:cNvPr id="4383" name="Google Shape;4383;p21"/>
              <p:cNvSpPr/>
              <p:nvPr/>
            </p:nvSpPr>
            <p:spPr>
              <a:xfrm>
                <a:off x="3575113" y="826118"/>
                <a:ext cx="383444" cy="383531"/>
              </a:xfrm>
              <a:custGeom>
                <a:avLst/>
                <a:gdLst/>
                <a:ahLst/>
                <a:cxnLst/>
                <a:rect l="l" t="t" r="r" b="b"/>
                <a:pathLst>
                  <a:path w="570998" h="571124" extrusionOk="0">
                    <a:moveTo>
                      <a:pt x="570999" y="0"/>
                    </a:moveTo>
                    <a:lnTo>
                      <a:pt x="0" y="571125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4" name="Google Shape;4384;p21"/>
              <p:cNvSpPr/>
              <p:nvPr/>
            </p:nvSpPr>
            <p:spPr>
              <a:xfrm>
                <a:off x="3819368" y="826119"/>
                <a:ext cx="139192" cy="139217"/>
              </a:xfrm>
              <a:custGeom>
                <a:avLst/>
                <a:gdLst/>
                <a:ahLst/>
                <a:cxnLst/>
                <a:rect l="l" t="t" r="r" b="b"/>
                <a:pathLst>
                  <a:path w="207274" h="207311" extrusionOk="0">
                    <a:moveTo>
                      <a:pt x="207274" y="207311"/>
                    </a:moveTo>
                    <a:lnTo>
                      <a:pt x="207274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rgbClr val="82E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9" name="Google Shape;4389;p2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Next Steps &amp; Call To Action </a:t>
            </a:r>
            <a:endParaRPr/>
          </a:p>
        </p:txBody>
      </p:sp>
      <p:sp>
        <p:nvSpPr>
          <p:cNvPr id="4390" name="Google Shape;4390;p22"/>
          <p:cNvSpPr/>
          <p:nvPr/>
        </p:nvSpPr>
        <p:spPr>
          <a:xfrm>
            <a:off x="2399" y="1608674"/>
            <a:ext cx="12186426" cy="3640652"/>
          </a:xfrm>
          <a:prstGeom prst="rect">
            <a:avLst/>
          </a:prstGeom>
          <a:gradFill>
            <a:gsLst>
              <a:gs pos="0">
                <a:srgbClr val="E8F0F4"/>
              </a:gs>
              <a:gs pos="100000">
                <a:srgbClr val="E8F0F4"/>
              </a:gs>
            </a:gsLst>
            <a:lin ang="5400012" scaled="0"/>
          </a:gradFill>
          <a:ln>
            <a:noFill/>
          </a:ln>
        </p:spPr>
        <p:txBody>
          <a:bodyPr spcFirstLastPara="1" wrap="square" lIns="121700" tIns="60775" rIns="121700" bIns="60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1"/>
              <a:buFont typeface="Arial"/>
              <a:buNone/>
            </a:pPr>
            <a:r>
              <a:rPr lang="en-US" sz="1421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‸</a:t>
            </a:r>
            <a:endParaRPr sz="142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1" name="Google Shape;4391;p22"/>
          <p:cNvPicPr preferRelativeResize="0"/>
          <p:nvPr/>
        </p:nvPicPr>
        <p:blipFill rotWithShape="1">
          <a:blip r:embed="rId3">
            <a:alphaModFix amt="58999"/>
          </a:blip>
          <a:srcRect l="8254" t="84191" r="8363" b="-1914"/>
          <a:stretch/>
        </p:blipFill>
        <p:spPr>
          <a:xfrm rot="10800000">
            <a:off x="978728" y="5059436"/>
            <a:ext cx="10222247" cy="184612"/>
          </a:xfrm>
          <a:prstGeom prst="rect">
            <a:avLst/>
          </a:prstGeom>
          <a:noFill/>
          <a:ln>
            <a:noFill/>
          </a:ln>
        </p:spPr>
      </p:pic>
      <p:sp>
        <p:nvSpPr>
          <p:cNvPr id="4392" name="Google Shape;4392;p22"/>
          <p:cNvSpPr/>
          <p:nvPr/>
        </p:nvSpPr>
        <p:spPr>
          <a:xfrm>
            <a:off x="2746983" y="2849031"/>
            <a:ext cx="1822849" cy="1373365"/>
          </a:xfrm>
          <a:custGeom>
            <a:avLst/>
            <a:gdLst/>
            <a:ahLst/>
            <a:cxnLst/>
            <a:rect l="l" t="t" r="r" b="b"/>
            <a:pathLst>
              <a:path w="1866885" h="1406542" extrusionOk="0">
                <a:moveTo>
                  <a:pt x="0" y="0"/>
                </a:moveTo>
                <a:lnTo>
                  <a:pt x="38038" y="0"/>
                </a:lnTo>
                <a:lnTo>
                  <a:pt x="197255" y="0"/>
                </a:lnTo>
                <a:lnTo>
                  <a:pt x="296497" y="0"/>
                </a:lnTo>
                <a:lnTo>
                  <a:pt x="559776" y="0"/>
                </a:lnTo>
                <a:lnTo>
                  <a:pt x="1295478" y="0"/>
                </a:lnTo>
                <a:cubicBezTo>
                  <a:pt x="1334840" y="0"/>
                  <a:pt x="1371754" y="17778"/>
                  <a:pt x="1394576" y="47770"/>
                </a:cubicBezTo>
                <a:lnTo>
                  <a:pt x="1844176" y="636910"/>
                </a:lnTo>
                <a:cubicBezTo>
                  <a:pt x="1874455" y="676609"/>
                  <a:pt x="1874455" y="729939"/>
                  <a:pt x="1844176" y="769637"/>
                </a:cubicBezTo>
                <a:lnTo>
                  <a:pt x="1394576" y="1358777"/>
                </a:lnTo>
                <a:cubicBezTo>
                  <a:pt x="1371754" y="1388769"/>
                  <a:pt x="1334721" y="1406542"/>
                  <a:pt x="1295478" y="1406542"/>
                </a:cubicBezTo>
                <a:lnTo>
                  <a:pt x="559776" y="1406542"/>
                </a:lnTo>
                <a:lnTo>
                  <a:pt x="296497" y="1406542"/>
                </a:lnTo>
                <a:lnTo>
                  <a:pt x="197255" y="1406542"/>
                </a:lnTo>
                <a:lnTo>
                  <a:pt x="38038" y="1406542"/>
                </a:lnTo>
                <a:lnTo>
                  <a:pt x="0" y="140654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0098C7">
                  <a:alpha val="941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650" tIns="60775" rIns="121650" bIns="60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3" name="Google Shape;4393;p22"/>
          <p:cNvSpPr/>
          <p:nvPr/>
        </p:nvSpPr>
        <p:spPr>
          <a:xfrm>
            <a:off x="6637161" y="2849031"/>
            <a:ext cx="1822849" cy="1373365"/>
          </a:xfrm>
          <a:custGeom>
            <a:avLst/>
            <a:gdLst/>
            <a:ahLst/>
            <a:cxnLst/>
            <a:rect l="l" t="t" r="r" b="b"/>
            <a:pathLst>
              <a:path w="1866885" h="1406542" extrusionOk="0">
                <a:moveTo>
                  <a:pt x="0" y="0"/>
                </a:moveTo>
                <a:lnTo>
                  <a:pt x="38038" y="0"/>
                </a:lnTo>
                <a:lnTo>
                  <a:pt x="197255" y="0"/>
                </a:lnTo>
                <a:lnTo>
                  <a:pt x="296497" y="0"/>
                </a:lnTo>
                <a:lnTo>
                  <a:pt x="559776" y="0"/>
                </a:lnTo>
                <a:lnTo>
                  <a:pt x="1295478" y="0"/>
                </a:lnTo>
                <a:cubicBezTo>
                  <a:pt x="1334840" y="0"/>
                  <a:pt x="1371754" y="17778"/>
                  <a:pt x="1394576" y="47770"/>
                </a:cubicBezTo>
                <a:lnTo>
                  <a:pt x="1844176" y="636910"/>
                </a:lnTo>
                <a:cubicBezTo>
                  <a:pt x="1874455" y="676609"/>
                  <a:pt x="1874455" y="729939"/>
                  <a:pt x="1844176" y="769637"/>
                </a:cubicBezTo>
                <a:lnTo>
                  <a:pt x="1394576" y="1358777"/>
                </a:lnTo>
                <a:cubicBezTo>
                  <a:pt x="1371754" y="1388769"/>
                  <a:pt x="1334721" y="1406542"/>
                  <a:pt x="1295478" y="1406542"/>
                </a:cubicBezTo>
                <a:lnTo>
                  <a:pt x="559776" y="1406542"/>
                </a:lnTo>
                <a:lnTo>
                  <a:pt x="296497" y="1406542"/>
                </a:lnTo>
                <a:lnTo>
                  <a:pt x="197255" y="1406542"/>
                </a:lnTo>
                <a:lnTo>
                  <a:pt x="38038" y="1406542"/>
                </a:lnTo>
                <a:lnTo>
                  <a:pt x="0" y="140654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0098C7">
                  <a:alpha val="941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650" tIns="60775" rIns="121650" bIns="60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4" name="Google Shape;4394;p22"/>
          <p:cNvSpPr/>
          <p:nvPr/>
        </p:nvSpPr>
        <p:spPr>
          <a:xfrm>
            <a:off x="947445" y="2366758"/>
            <a:ext cx="2664106" cy="2337791"/>
          </a:xfrm>
          <a:prstGeom prst="roundRect">
            <a:avLst>
              <a:gd name="adj" fmla="val 3686"/>
            </a:avLst>
          </a:prstGeom>
          <a:gradFill>
            <a:gsLst>
              <a:gs pos="0">
                <a:srgbClr val="0098C7"/>
              </a:gs>
              <a:gs pos="100000">
                <a:srgbClr val="005C8A"/>
              </a:gs>
            </a:gsLst>
            <a:lin ang="8100019" scaled="0"/>
          </a:gradFill>
          <a:ln>
            <a:noFill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6"/>
              <a:buFont typeface="Arial"/>
              <a:buNone/>
            </a:pPr>
            <a:endParaRPr sz="1866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5" name="Google Shape;4395;p22"/>
          <p:cNvSpPr/>
          <p:nvPr/>
        </p:nvSpPr>
        <p:spPr>
          <a:xfrm>
            <a:off x="1905973" y="2366757"/>
            <a:ext cx="1639966" cy="899432"/>
          </a:xfrm>
          <a:custGeom>
            <a:avLst/>
            <a:gdLst/>
            <a:ahLst/>
            <a:cxnLst/>
            <a:rect l="l" t="t" r="r" b="b"/>
            <a:pathLst>
              <a:path w="1937473" h="1062599" extrusionOk="0">
                <a:moveTo>
                  <a:pt x="924928" y="1062599"/>
                </a:moveTo>
                <a:lnTo>
                  <a:pt x="430127" y="679236"/>
                </a:lnTo>
                <a:lnTo>
                  <a:pt x="0" y="3115"/>
                </a:lnTo>
                <a:lnTo>
                  <a:pt x="1937474" y="0"/>
                </a:lnTo>
                <a:lnTo>
                  <a:pt x="924928" y="1062599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39000">
                <a:srgbClr val="FFFFFF">
                  <a:alpha val="0"/>
                </a:srgbClr>
              </a:gs>
              <a:gs pos="100000">
                <a:srgbClr val="FFFFFF">
                  <a:alpha val="9019"/>
                </a:srgbClr>
              </a:gs>
            </a:gsLst>
            <a:lin ang="20399934" scaled="0"/>
          </a:gradFill>
          <a:ln>
            <a:noFill/>
          </a:ln>
        </p:spPr>
        <p:txBody>
          <a:bodyPr spcFirstLastPara="1" wrap="square" lIns="121825" tIns="60875" rIns="121825" bIns="60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7"/>
              <a:buFont typeface="Arial"/>
              <a:buNone/>
            </a:pPr>
            <a:endParaRPr sz="239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6" name="Google Shape;4396;p22"/>
          <p:cNvSpPr/>
          <p:nvPr/>
        </p:nvSpPr>
        <p:spPr>
          <a:xfrm>
            <a:off x="942739" y="2633427"/>
            <a:ext cx="1905774" cy="362712"/>
          </a:xfrm>
          <a:custGeom>
            <a:avLst/>
            <a:gdLst/>
            <a:ahLst/>
            <a:cxnLst/>
            <a:rect l="l" t="t" r="r" b="b"/>
            <a:pathLst>
              <a:path w="1201431" h="228660" extrusionOk="0">
                <a:moveTo>
                  <a:pt x="6617" y="0"/>
                </a:moveTo>
                <a:lnTo>
                  <a:pt x="1182857" y="0"/>
                </a:lnTo>
                <a:cubicBezTo>
                  <a:pt x="1199389" y="0"/>
                  <a:pt x="1207639" y="19961"/>
                  <a:pt x="1195959" y="31642"/>
                </a:cubicBezTo>
                <a:lnTo>
                  <a:pt x="1053263" y="174338"/>
                </a:lnTo>
                <a:cubicBezTo>
                  <a:pt x="1018500" y="209101"/>
                  <a:pt x="971346" y="228629"/>
                  <a:pt x="922154" y="228629"/>
                </a:cubicBezTo>
                <a:lnTo>
                  <a:pt x="922154" y="228660"/>
                </a:lnTo>
                <a:lnTo>
                  <a:pt x="0" y="228660"/>
                </a:lnTo>
                <a:lnTo>
                  <a:pt x="0" y="1316"/>
                </a:lnTo>
                <a:lnTo>
                  <a:pt x="6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6"/>
              <a:buFont typeface="Arial"/>
              <a:buNone/>
            </a:pPr>
            <a:endParaRPr sz="1866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7" name="Google Shape;4397;p22"/>
          <p:cNvSpPr txBox="1"/>
          <p:nvPr/>
        </p:nvSpPr>
        <p:spPr>
          <a:xfrm>
            <a:off x="1191334" y="2685926"/>
            <a:ext cx="100253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98C7"/>
                </a:solidFill>
                <a:latin typeface="Arial"/>
                <a:ea typeface="Arial"/>
                <a:cs typeface="Arial"/>
                <a:sym typeface="Arial"/>
              </a:rPr>
              <a:t>ENABLE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8" name="Google Shape;4398;p22"/>
          <p:cNvSpPr txBox="1"/>
          <p:nvPr/>
        </p:nvSpPr>
        <p:spPr>
          <a:xfrm>
            <a:off x="1089749" y="3165303"/>
            <a:ext cx="2167435" cy="86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50" tIns="60900" rIns="121850" bIns="60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Expand expertise through RBF &amp; </a:t>
            </a:r>
            <a:b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accred/certs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99" name="Google Shape;4399;p22"/>
          <p:cNvGrpSpPr/>
          <p:nvPr/>
        </p:nvGrpSpPr>
        <p:grpSpPr>
          <a:xfrm>
            <a:off x="4725468" y="2366757"/>
            <a:ext cx="2668813" cy="2337792"/>
            <a:chOff x="3569235" y="1436899"/>
            <a:chExt cx="2002131" cy="1753801"/>
          </a:xfrm>
        </p:grpSpPr>
        <p:sp>
          <p:nvSpPr>
            <p:cNvPr id="4400" name="Google Shape;4400;p22"/>
            <p:cNvSpPr/>
            <p:nvPr/>
          </p:nvSpPr>
          <p:spPr>
            <a:xfrm>
              <a:off x="3572766" y="1436900"/>
              <a:ext cx="1998600" cy="1753800"/>
            </a:xfrm>
            <a:prstGeom prst="roundRect">
              <a:avLst>
                <a:gd name="adj" fmla="val 3686"/>
              </a:avLst>
            </a:prstGeom>
            <a:gradFill>
              <a:gsLst>
                <a:gs pos="0">
                  <a:srgbClr val="007B8C"/>
                </a:gs>
                <a:gs pos="100000">
                  <a:srgbClr val="005C8A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121850" tIns="60900" rIns="121850" bIns="60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6"/>
                <a:buFont typeface="Arial"/>
                <a:buNone/>
              </a:pPr>
              <a:endParaRPr sz="186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1" name="Google Shape;4401;p22"/>
            <p:cNvSpPr/>
            <p:nvPr/>
          </p:nvSpPr>
          <p:spPr>
            <a:xfrm>
              <a:off x="4291849" y="1436899"/>
              <a:ext cx="1230295" cy="674750"/>
            </a:xfrm>
            <a:custGeom>
              <a:avLst/>
              <a:gdLst/>
              <a:ahLst/>
              <a:cxnLst/>
              <a:rect l="l" t="t" r="r" b="b"/>
              <a:pathLst>
                <a:path w="1937473" h="1062599" extrusionOk="0">
                  <a:moveTo>
                    <a:pt x="924928" y="1062599"/>
                  </a:moveTo>
                  <a:lnTo>
                    <a:pt x="430127" y="679236"/>
                  </a:lnTo>
                  <a:lnTo>
                    <a:pt x="0" y="3115"/>
                  </a:lnTo>
                  <a:lnTo>
                    <a:pt x="1937474" y="0"/>
                  </a:lnTo>
                  <a:lnTo>
                    <a:pt x="924928" y="1062599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39000">
                  <a:srgbClr val="FFFFFF">
                    <a:alpha val="0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20399934" scaled="0"/>
            </a:gradFill>
            <a:ln>
              <a:noFill/>
            </a:ln>
          </p:spPr>
          <p:txBody>
            <a:bodyPr spcFirstLastPara="1" wrap="square" lIns="121825" tIns="60875" rIns="121825" bIns="608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7"/>
                <a:buFont typeface="Arial"/>
                <a:buNone/>
              </a:pPr>
              <a:endParaRPr sz="239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2" name="Google Shape;4402;p22"/>
            <p:cNvSpPr/>
            <p:nvPr/>
          </p:nvSpPr>
          <p:spPr>
            <a:xfrm>
              <a:off x="3569235" y="1636953"/>
              <a:ext cx="1429703" cy="272105"/>
            </a:xfrm>
            <a:custGeom>
              <a:avLst/>
              <a:gdLst/>
              <a:ahLst/>
              <a:cxnLst/>
              <a:rect l="l" t="t" r="r" b="b"/>
              <a:pathLst>
                <a:path w="1201431" h="228660" extrusionOk="0">
                  <a:moveTo>
                    <a:pt x="6617" y="0"/>
                  </a:moveTo>
                  <a:lnTo>
                    <a:pt x="1182857" y="0"/>
                  </a:lnTo>
                  <a:cubicBezTo>
                    <a:pt x="1199389" y="0"/>
                    <a:pt x="1207639" y="19961"/>
                    <a:pt x="1195959" y="31642"/>
                  </a:cubicBezTo>
                  <a:lnTo>
                    <a:pt x="1053263" y="174338"/>
                  </a:lnTo>
                  <a:cubicBezTo>
                    <a:pt x="1018500" y="209101"/>
                    <a:pt x="971346" y="228629"/>
                    <a:pt x="922154" y="228629"/>
                  </a:cubicBezTo>
                  <a:lnTo>
                    <a:pt x="922154" y="228660"/>
                  </a:lnTo>
                  <a:lnTo>
                    <a:pt x="0" y="228660"/>
                  </a:lnTo>
                  <a:lnTo>
                    <a:pt x="0" y="1316"/>
                  </a:lnTo>
                  <a:lnTo>
                    <a:pt x="66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850" tIns="60900" rIns="121850" bIns="60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6"/>
                <a:buFont typeface="Arial"/>
                <a:buNone/>
              </a:pPr>
              <a:endParaRPr sz="186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3" name="Google Shape;4403;p22"/>
            <p:cNvSpPr txBox="1"/>
            <p:nvPr/>
          </p:nvSpPr>
          <p:spPr>
            <a:xfrm>
              <a:off x="3755731" y="1683426"/>
              <a:ext cx="752100" cy="1847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07B8C"/>
                  </a:solidFill>
                  <a:latin typeface="Arial"/>
                  <a:ea typeface="Arial"/>
                  <a:cs typeface="Arial"/>
                  <a:sym typeface="Arial"/>
                </a:rPr>
                <a:t>ENGAGE</a:t>
              </a:r>
              <a:endParaRPr sz="3732" b="1" i="0" u="none" strike="noStrike" cap="none">
                <a:solidFill>
                  <a:srgbClr val="007B8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4" name="Google Shape;4404;p22"/>
            <p:cNvSpPr txBox="1"/>
            <p:nvPr/>
          </p:nvSpPr>
          <p:spPr>
            <a:xfrm>
              <a:off x="3679531" y="2035953"/>
              <a:ext cx="1891800" cy="646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50" tIns="60900" rIns="121850" bIns="609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Leverage BU programs &amp; resources for adoption at scale</a:t>
              </a:r>
              <a:endPara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5" name="Google Shape;4405;p22"/>
          <p:cNvGrpSpPr/>
          <p:nvPr/>
        </p:nvGrpSpPr>
        <p:grpSpPr>
          <a:xfrm>
            <a:off x="8577451" y="2366757"/>
            <a:ext cx="2668813" cy="2337792"/>
            <a:chOff x="6702961" y="1436899"/>
            <a:chExt cx="2002131" cy="1753801"/>
          </a:xfrm>
        </p:grpSpPr>
        <p:sp>
          <p:nvSpPr>
            <p:cNvPr id="4406" name="Google Shape;4406;p22"/>
            <p:cNvSpPr/>
            <p:nvPr/>
          </p:nvSpPr>
          <p:spPr>
            <a:xfrm>
              <a:off x="6706492" y="1436900"/>
              <a:ext cx="1998600" cy="1753800"/>
            </a:xfrm>
            <a:prstGeom prst="roundRect">
              <a:avLst>
                <a:gd name="adj" fmla="val 3686"/>
              </a:avLst>
            </a:prstGeom>
            <a:gradFill>
              <a:gsLst>
                <a:gs pos="0">
                  <a:srgbClr val="6C4B94"/>
                </a:gs>
                <a:gs pos="100000">
                  <a:srgbClr val="005C8A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121850" tIns="60900" rIns="121850" bIns="60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6"/>
                <a:buFont typeface="Arial"/>
                <a:buNone/>
              </a:pPr>
              <a:endParaRPr sz="186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7" name="Google Shape;4407;p22"/>
            <p:cNvSpPr/>
            <p:nvPr/>
          </p:nvSpPr>
          <p:spPr>
            <a:xfrm>
              <a:off x="7425575" y="1436899"/>
              <a:ext cx="1230295" cy="674750"/>
            </a:xfrm>
            <a:custGeom>
              <a:avLst/>
              <a:gdLst/>
              <a:ahLst/>
              <a:cxnLst/>
              <a:rect l="l" t="t" r="r" b="b"/>
              <a:pathLst>
                <a:path w="1937473" h="1062599" extrusionOk="0">
                  <a:moveTo>
                    <a:pt x="924928" y="1062599"/>
                  </a:moveTo>
                  <a:lnTo>
                    <a:pt x="430127" y="679236"/>
                  </a:lnTo>
                  <a:lnTo>
                    <a:pt x="0" y="3115"/>
                  </a:lnTo>
                  <a:lnTo>
                    <a:pt x="1937474" y="0"/>
                  </a:lnTo>
                  <a:lnTo>
                    <a:pt x="924928" y="1062599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39000">
                  <a:srgbClr val="FFFFFF">
                    <a:alpha val="0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20399934" scaled="0"/>
            </a:gradFill>
            <a:ln>
              <a:noFill/>
            </a:ln>
          </p:spPr>
          <p:txBody>
            <a:bodyPr spcFirstLastPara="1" wrap="square" lIns="121825" tIns="60875" rIns="121825" bIns="608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7"/>
                <a:buFont typeface="Arial"/>
                <a:buNone/>
              </a:pPr>
              <a:endParaRPr sz="239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8" name="Google Shape;4408;p22"/>
            <p:cNvSpPr/>
            <p:nvPr/>
          </p:nvSpPr>
          <p:spPr>
            <a:xfrm>
              <a:off x="6702961" y="1636953"/>
              <a:ext cx="1429703" cy="272105"/>
            </a:xfrm>
            <a:custGeom>
              <a:avLst/>
              <a:gdLst/>
              <a:ahLst/>
              <a:cxnLst/>
              <a:rect l="l" t="t" r="r" b="b"/>
              <a:pathLst>
                <a:path w="1201431" h="228660" extrusionOk="0">
                  <a:moveTo>
                    <a:pt x="6617" y="0"/>
                  </a:moveTo>
                  <a:lnTo>
                    <a:pt x="1182857" y="0"/>
                  </a:lnTo>
                  <a:cubicBezTo>
                    <a:pt x="1199389" y="0"/>
                    <a:pt x="1207639" y="19961"/>
                    <a:pt x="1195959" y="31642"/>
                  </a:cubicBezTo>
                  <a:lnTo>
                    <a:pt x="1053263" y="174338"/>
                  </a:lnTo>
                  <a:cubicBezTo>
                    <a:pt x="1018500" y="209101"/>
                    <a:pt x="971346" y="228629"/>
                    <a:pt x="922154" y="228629"/>
                  </a:cubicBezTo>
                  <a:lnTo>
                    <a:pt x="922154" y="228660"/>
                  </a:lnTo>
                  <a:lnTo>
                    <a:pt x="0" y="228660"/>
                  </a:lnTo>
                  <a:lnTo>
                    <a:pt x="0" y="1316"/>
                  </a:lnTo>
                  <a:lnTo>
                    <a:pt x="66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850" tIns="60900" rIns="121850" bIns="60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6"/>
                <a:buFont typeface="Arial"/>
                <a:buNone/>
              </a:pPr>
              <a:endParaRPr sz="186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9" name="Google Shape;4409;p22"/>
            <p:cNvSpPr txBox="1"/>
            <p:nvPr/>
          </p:nvSpPr>
          <p:spPr>
            <a:xfrm>
              <a:off x="6889457" y="1676338"/>
              <a:ext cx="752100" cy="1847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6C4B94"/>
                  </a:solidFill>
                  <a:latin typeface="Arial"/>
                  <a:ea typeface="Arial"/>
                  <a:cs typeface="Arial"/>
                  <a:sym typeface="Arial"/>
                </a:rPr>
                <a:t>EXECUTE</a:t>
              </a:r>
              <a:endPara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0" name="Google Shape;4410;p22"/>
            <p:cNvSpPr txBox="1"/>
            <p:nvPr/>
          </p:nvSpPr>
          <p:spPr>
            <a:xfrm>
              <a:off x="6813257" y="2035953"/>
              <a:ext cx="1782600" cy="646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50" tIns="60900" rIns="121850" bIns="609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100% utilization of service and learning entitlements</a:t>
              </a:r>
              <a:endPara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11" name="Google Shape;4411;p22"/>
          <p:cNvSpPr/>
          <p:nvPr/>
        </p:nvSpPr>
        <p:spPr>
          <a:xfrm>
            <a:off x="5802770" y="501927"/>
            <a:ext cx="1820726" cy="359106"/>
          </a:xfrm>
          <a:prstGeom prst="roundRect">
            <a:avLst>
              <a:gd name="adj" fmla="val 50000"/>
            </a:avLst>
          </a:prstGeom>
          <a:solidFill>
            <a:srgbClr val="D6D6D6">
              <a:alpha val="16078"/>
            </a:srgbClr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0" i="0" u="sng" strike="noStrike" cap="none">
                <a:solidFill>
                  <a:srgbClr val="0098C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Field Guide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2" name="Google Shape;4412;p22"/>
          <p:cNvSpPr/>
          <p:nvPr/>
        </p:nvSpPr>
        <p:spPr>
          <a:xfrm>
            <a:off x="7747895" y="501927"/>
            <a:ext cx="2423369" cy="359106"/>
          </a:xfrm>
          <a:prstGeom prst="roundRect">
            <a:avLst>
              <a:gd name="adj" fmla="val 50000"/>
            </a:avLst>
          </a:prstGeom>
          <a:solidFill>
            <a:srgbClr val="D6D6D6">
              <a:alpha val="16078"/>
            </a:srgbClr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0" i="0" u="sng" strike="noStrike" cap="none">
                <a:solidFill>
                  <a:srgbClr val="0098C7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Marketing Calendar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3" name="Google Shape;4413;p22"/>
          <p:cNvSpPr/>
          <p:nvPr/>
        </p:nvSpPr>
        <p:spPr>
          <a:xfrm>
            <a:off x="10295660" y="501927"/>
            <a:ext cx="1368044" cy="359106"/>
          </a:xfrm>
          <a:prstGeom prst="roundRect">
            <a:avLst>
              <a:gd name="adj" fmla="val 50000"/>
            </a:avLst>
          </a:prstGeom>
          <a:solidFill>
            <a:srgbClr val="D6D6D6">
              <a:alpha val="16078"/>
            </a:srgbClr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0" i="0" u="sng" strike="noStrike" cap="none">
                <a:solidFill>
                  <a:srgbClr val="0098C7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14" name="Google Shape;4414;p22"/>
          <p:cNvGrpSpPr/>
          <p:nvPr/>
        </p:nvGrpSpPr>
        <p:grpSpPr>
          <a:xfrm>
            <a:off x="8862707" y="4134144"/>
            <a:ext cx="579126" cy="327425"/>
            <a:chOff x="3696689" y="4289700"/>
            <a:chExt cx="424358" cy="239876"/>
          </a:xfrm>
        </p:grpSpPr>
        <p:sp>
          <p:nvSpPr>
            <p:cNvPr id="4415" name="Google Shape;4415;p22"/>
            <p:cNvSpPr/>
            <p:nvPr/>
          </p:nvSpPr>
          <p:spPr>
            <a:xfrm rot="10800000" flipH="1">
              <a:off x="3954261" y="4289701"/>
              <a:ext cx="166786" cy="239875"/>
            </a:xfrm>
            <a:custGeom>
              <a:avLst/>
              <a:gdLst/>
              <a:ahLst/>
              <a:cxnLst/>
              <a:rect l="l" t="t" r="r" b="b"/>
              <a:pathLst>
                <a:path w="469820" h="675703" extrusionOk="0">
                  <a:moveTo>
                    <a:pt x="0" y="675704"/>
                  </a:moveTo>
                  <a:lnTo>
                    <a:pt x="210503" y="675704"/>
                  </a:lnTo>
                  <a:cubicBezTo>
                    <a:pt x="229648" y="675704"/>
                    <a:pt x="247555" y="666464"/>
                    <a:pt x="258699" y="650843"/>
                  </a:cubicBezTo>
                  <a:lnTo>
                    <a:pt x="459962" y="368713"/>
                  </a:lnTo>
                  <a:cubicBezTo>
                    <a:pt x="473107" y="350234"/>
                    <a:pt x="473107" y="325374"/>
                    <a:pt x="459962" y="306896"/>
                  </a:cubicBezTo>
                  <a:lnTo>
                    <a:pt x="260033" y="26670"/>
                  </a:lnTo>
                  <a:cubicBezTo>
                    <a:pt x="248126" y="9906"/>
                    <a:pt x="228791" y="0"/>
                    <a:pt x="208217" y="0"/>
                  </a:cubicBezTo>
                  <a:lnTo>
                    <a:pt x="0" y="0"/>
                  </a:lnTo>
                  <a:lnTo>
                    <a:pt x="223266" y="312992"/>
                  </a:lnTo>
                  <a:cubicBezTo>
                    <a:pt x="233839" y="327850"/>
                    <a:pt x="233839" y="347853"/>
                    <a:pt x="223266" y="362712"/>
                  </a:cubicBezTo>
                  <a:lnTo>
                    <a:pt x="0" y="675704"/>
                  </a:lnTo>
                  <a:lnTo>
                    <a:pt x="0" y="675704"/>
                  </a:lnTo>
                  <a:close/>
                </a:path>
              </a:pathLst>
            </a:custGeom>
            <a:solidFill>
              <a:srgbClr val="FFFFFF">
                <a:alpha val="54117"/>
              </a:srgbClr>
            </a:solidFill>
            <a:ln>
              <a:noFill/>
            </a:ln>
          </p:spPr>
          <p:txBody>
            <a:bodyPr spcFirstLastPara="1" wrap="square" lIns="121825" tIns="60850" rIns="121825" bIns="60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6" name="Google Shape;4416;p22"/>
            <p:cNvSpPr/>
            <p:nvPr/>
          </p:nvSpPr>
          <p:spPr>
            <a:xfrm rot="10800000" flipH="1">
              <a:off x="3825474" y="4289701"/>
              <a:ext cx="166786" cy="239875"/>
            </a:xfrm>
            <a:custGeom>
              <a:avLst/>
              <a:gdLst/>
              <a:ahLst/>
              <a:cxnLst/>
              <a:rect l="l" t="t" r="r" b="b"/>
              <a:pathLst>
                <a:path w="469820" h="675703" extrusionOk="0">
                  <a:moveTo>
                    <a:pt x="0" y="675704"/>
                  </a:moveTo>
                  <a:lnTo>
                    <a:pt x="210503" y="675704"/>
                  </a:lnTo>
                  <a:cubicBezTo>
                    <a:pt x="229648" y="675704"/>
                    <a:pt x="247555" y="666464"/>
                    <a:pt x="258699" y="650843"/>
                  </a:cubicBezTo>
                  <a:lnTo>
                    <a:pt x="459962" y="368713"/>
                  </a:lnTo>
                  <a:cubicBezTo>
                    <a:pt x="473107" y="350234"/>
                    <a:pt x="473107" y="325374"/>
                    <a:pt x="459962" y="306896"/>
                  </a:cubicBezTo>
                  <a:lnTo>
                    <a:pt x="260033" y="26670"/>
                  </a:lnTo>
                  <a:cubicBezTo>
                    <a:pt x="248126" y="9906"/>
                    <a:pt x="228791" y="0"/>
                    <a:pt x="208217" y="0"/>
                  </a:cubicBezTo>
                  <a:lnTo>
                    <a:pt x="0" y="0"/>
                  </a:lnTo>
                  <a:lnTo>
                    <a:pt x="223266" y="312992"/>
                  </a:lnTo>
                  <a:cubicBezTo>
                    <a:pt x="233839" y="327850"/>
                    <a:pt x="233839" y="347853"/>
                    <a:pt x="223266" y="362712"/>
                  </a:cubicBezTo>
                  <a:lnTo>
                    <a:pt x="0" y="675704"/>
                  </a:lnTo>
                  <a:lnTo>
                    <a:pt x="0" y="675704"/>
                  </a:lnTo>
                  <a:close/>
                </a:path>
              </a:pathLst>
            </a:custGeom>
            <a:solidFill>
              <a:srgbClr val="FFFFFF">
                <a:alpha val="23529"/>
              </a:srgbClr>
            </a:solidFill>
            <a:ln>
              <a:noFill/>
            </a:ln>
          </p:spPr>
          <p:txBody>
            <a:bodyPr spcFirstLastPara="1" wrap="square" lIns="121825" tIns="60850" rIns="121825" bIns="60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7" name="Google Shape;4417;p22"/>
            <p:cNvSpPr/>
            <p:nvPr/>
          </p:nvSpPr>
          <p:spPr>
            <a:xfrm rot="10800000" flipH="1">
              <a:off x="3696689" y="4289700"/>
              <a:ext cx="166786" cy="239875"/>
            </a:xfrm>
            <a:custGeom>
              <a:avLst/>
              <a:gdLst/>
              <a:ahLst/>
              <a:cxnLst/>
              <a:rect l="l" t="t" r="r" b="b"/>
              <a:pathLst>
                <a:path w="469820" h="675703" extrusionOk="0">
                  <a:moveTo>
                    <a:pt x="0" y="675704"/>
                  </a:moveTo>
                  <a:lnTo>
                    <a:pt x="210503" y="675704"/>
                  </a:lnTo>
                  <a:cubicBezTo>
                    <a:pt x="229648" y="675704"/>
                    <a:pt x="247555" y="666464"/>
                    <a:pt x="258699" y="650843"/>
                  </a:cubicBezTo>
                  <a:lnTo>
                    <a:pt x="459962" y="368713"/>
                  </a:lnTo>
                  <a:cubicBezTo>
                    <a:pt x="473107" y="350234"/>
                    <a:pt x="473107" y="325374"/>
                    <a:pt x="459962" y="306896"/>
                  </a:cubicBezTo>
                  <a:lnTo>
                    <a:pt x="260033" y="26670"/>
                  </a:lnTo>
                  <a:cubicBezTo>
                    <a:pt x="248126" y="9906"/>
                    <a:pt x="228791" y="0"/>
                    <a:pt x="208217" y="0"/>
                  </a:cubicBezTo>
                  <a:lnTo>
                    <a:pt x="0" y="0"/>
                  </a:lnTo>
                  <a:lnTo>
                    <a:pt x="223266" y="312992"/>
                  </a:lnTo>
                  <a:cubicBezTo>
                    <a:pt x="233839" y="327850"/>
                    <a:pt x="233839" y="347853"/>
                    <a:pt x="223266" y="362712"/>
                  </a:cubicBezTo>
                  <a:lnTo>
                    <a:pt x="0" y="675704"/>
                  </a:lnTo>
                  <a:lnTo>
                    <a:pt x="0" y="675704"/>
                  </a:lnTo>
                  <a:close/>
                </a:path>
              </a:pathLst>
            </a:custGeom>
            <a:solidFill>
              <a:srgbClr val="EEEEEE">
                <a:alpha val="9019"/>
              </a:srgbClr>
            </a:solidFill>
            <a:ln>
              <a:noFill/>
            </a:ln>
          </p:spPr>
          <p:txBody>
            <a:bodyPr spcFirstLastPara="1" wrap="square" lIns="121825" tIns="60850" rIns="121825" bIns="60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8" name="Google Shape;4418;p22"/>
          <p:cNvGrpSpPr/>
          <p:nvPr/>
        </p:nvGrpSpPr>
        <p:grpSpPr>
          <a:xfrm>
            <a:off x="4979024" y="4134144"/>
            <a:ext cx="579126" cy="327425"/>
            <a:chOff x="3696689" y="4289700"/>
            <a:chExt cx="424358" cy="239876"/>
          </a:xfrm>
        </p:grpSpPr>
        <p:sp>
          <p:nvSpPr>
            <p:cNvPr id="4419" name="Google Shape;4419;p22"/>
            <p:cNvSpPr/>
            <p:nvPr/>
          </p:nvSpPr>
          <p:spPr>
            <a:xfrm rot="10800000" flipH="1">
              <a:off x="3954261" y="4289701"/>
              <a:ext cx="166786" cy="239875"/>
            </a:xfrm>
            <a:custGeom>
              <a:avLst/>
              <a:gdLst/>
              <a:ahLst/>
              <a:cxnLst/>
              <a:rect l="l" t="t" r="r" b="b"/>
              <a:pathLst>
                <a:path w="469820" h="675703" extrusionOk="0">
                  <a:moveTo>
                    <a:pt x="0" y="675704"/>
                  </a:moveTo>
                  <a:lnTo>
                    <a:pt x="210503" y="675704"/>
                  </a:lnTo>
                  <a:cubicBezTo>
                    <a:pt x="229648" y="675704"/>
                    <a:pt x="247555" y="666464"/>
                    <a:pt x="258699" y="650843"/>
                  </a:cubicBezTo>
                  <a:lnTo>
                    <a:pt x="459962" y="368713"/>
                  </a:lnTo>
                  <a:cubicBezTo>
                    <a:pt x="473107" y="350234"/>
                    <a:pt x="473107" y="325374"/>
                    <a:pt x="459962" y="306896"/>
                  </a:cubicBezTo>
                  <a:lnTo>
                    <a:pt x="260033" y="26670"/>
                  </a:lnTo>
                  <a:cubicBezTo>
                    <a:pt x="248126" y="9906"/>
                    <a:pt x="228791" y="0"/>
                    <a:pt x="208217" y="0"/>
                  </a:cubicBezTo>
                  <a:lnTo>
                    <a:pt x="0" y="0"/>
                  </a:lnTo>
                  <a:lnTo>
                    <a:pt x="223266" y="312992"/>
                  </a:lnTo>
                  <a:cubicBezTo>
                    <a:pt x="233839" y="327850"/>
                    <a:pt x="233839" y="347853"/>
                    <a:pt x="223266" y="362712"/>
                  </a:cubicBezTo>
                  <a:lnTo>
                    <a:pt x="0" y="675704"/>
                  </a:lnTo>
                  <a:lnTo>
                    <a:pt x="0" y="675704"/>
                  </a:lnTo>
                  <a:close/>
                </a:path>
              </a:pathLst>
            </a:custGeom>
            <a:solidFill>
              <a:srgbClr val="FFFFFF">
                <a:alpha val="54117"/>
              </a:srgbClr>
            </a:solidFill>
            <a:ln>
              <a:noFill/>
            </a:ln>
          </p:spPr>
          <p:txBody>
            <a:bodyPr spcFirstLastPara="1" wrap="square" lIns="121825" tIns="60850" rIns="121825" bIns="60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0" name="Google Shape;4420;p22"/>
            <p:cNvSpPr/>
            <p:nvPr/>
          </p:nvSpPr>
          <p:spPr>
            <a:xfrm rot="10800000" flipH="1">
              <a:off x="3825474" y="4289701"/>
              <a:ext cx="166786" cy="239875"/>
            </a:xfrm>
            <a:custGeom>
              <a:avLst/>
              <a:gdLst/>
              <a:ahLst/>
              <a:cxnLst/>
              <a:rect l="l" t="t" r="r" b="b"/>
              <a:pathLst>
                <a:path w="469820" h="675703" extrusionOk="0">
                  <a:moveTo>
                    <a:pt x="0" y="675704"/>
                  </a:moveTo>
                  <a:lnTo>
                    <a:pt x="210503" y="675704"/>
                  </a:lnTo>
                  <a:cubicBezTo>
                    <a:pt x="229648" y="675704"/>
                    <a:pt x="247555" y="666464"/>
                    <a:pt x="258699" y="650843"/>
                  </a:cubicBezTo>
                  <a:lnTo>
                    <a:pt x="459962" y="368713"/>
                  </a:lnTo>
                  <a:cubicBezTo>
                    <a:pt x="473107" y="350234"/>
                    <a:pt x="473107" y="325374"/>
                    <a:pt x="459962" y="306896"/>
                  </a:cubicBezTo>
                  <a:lnTo>
                    <a:pt x="260033" y="26670"/>
                  </a:lnTo>
                  <a:cubicBezTo>
                    <a:pt x="248126" y="9906"/>
                    <a:pt x="228791" y="0"/>
                    <a:pt x="208217" y="0"/>
                  </a:cubicBezTo>
                  <a:lnTo>
                    <a:pt x="0" y="0"/>
                  </a:lnTo>
                  <a:lnTo>
                    <a:pt x="223266" y="312992"/>
                  </a:lnTo>
                  <a:cubicBezTo>
                    <a:pt x="233839" y="327850"/>
                    <a:pt x="233839" y="347853"/>
                    <a:pt x="223266" y="362712"/>
                  </a:cubicBezTo>
                  <a:lnTo>
                    <a:pt x="0" y="675704"/>
                  </a:lnTo>
                  <a:lnTo>
                    <a:pt x="0" y="675704"/>
                  </a:lnTo>
                  <a:close/>
                </a:path>
              </a:pathLst>
            </a:custGeom>
            <a:solidFill>
              <a:srgbClr val="FFFFFF">
                <a:alpha val="23529"/>
              </a:srgbClr>
            </a:solidFill>
            <a:ln>
              <a:noFill/>
            </a:ln>
          </p:spPr>
          <p:txBody>
            <a:bodyPr spcFirstLastPara="1" wrap="square" lIns="121825" tIns="60850" rIns="121825" bIns="60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1" name="Google Shape;4421;p22"/>
            <p:cNvSpPr/>
            <p:nvPr/>
          </p:nvSpPr>
          <p:spPr>
            <a:xfrm rot="10800000" flipH="1">
              <a:off x="3696689" y="4289700"/>
              <a:ext cx="166786" cy="239875"/>
            </a:xfrm>
            <a:custGeom>
              <a:avLst/>
              <a:gdLst/>
              <a:ahLst/>
              <a:cxnLst/>
              <a:rect l="l" t="t" r="r" b="b"/>
              <a:pathLst>
                <a:path w="469820" h="675703" extrusionOk="0">
                  <a:moveTo>
                    <a:pt x="0" y="675704"/>
                  </a:moveTo>
                  <a:lnTo>
                    <a:pt x="210503" y="675704"/>
                  </a:lnTo>
                  <a:cubicBezTo>
                    <a:pt x="229648" y="675704"/>
                    <a:pt x="247555" y="666464"/>
                    <a:pt x="258699" y="650843"/>
                  </a:cubicBezTo>
                  <a:lnTo>
                    <a:pt x="459962" y="368713"/>
                  </a:lnTo>
                  <a:cubicBezTo>
                    <a:pt x="473107" y="350234"/>
                    <a:pt x="473107" y="325374"/>
                    <a:pt x="459962" y="306896"/>
                  </a:cubicBezTo>
                  <a:lnTo>
                    <a:pt x="260033" y="26670"/>
                  </a:lnTo>
                  <a:cubicBezTo>
                    <a:pt x="248126" y="9906"/>
                    <a:pt x="228791" y="0"/>
                    <a:pt x="208217" y="0"/>
                  </a:cubicBezTo>
                  <a:lnTo>
                    <a:pt x="0" y="0"/>
                  </a:lnTo>
                  <a:lnTo>
                    <a:pt x="223266" y="312992"/>
                  </a:lnTo>
                  <a:cubicBezTo>
                    <a:pt x="233839" y="327850"/>
                    <a:pt x="233839" y="347853"/>
                    <a:pt x="223266" y="362712"/>
                  </a:cubicBezTo>
                  <a:lnTo>
                    <a:pt x="0" y="675704"/>
                  </a:lnTo>
                  <a:lnTo>
                    <a:pt x="0" y="675704"/>
                  </a:lnTo>
                  <a:close/>
                </a:path>
              </a:pathLst>
            </a:custGeom>
            <a:solidFill>
              <a:srgbClr val="EEEEEE">
                <a:alpha val="9019"/>
              </a:srgbClr>
            </a:solidFill>
            <a:ln>
              <a:noFill/>
            </a:ln>
          </p:spPr>
          <p:txBody>
            <a:bodyPr spcFirstLastPara="1" wrap="square" lIns="121825" tIns="60850" rIns="121825" bIns="60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22" name="Google Shape;4422;p22"/>
          <p:cNvGrpSpPr/>
          <p:nvPr/>
        </p:nvGrpSpPr>
        <p:grpSpPr>
          <a:xfrm>
            <a:off x="1214355" y="4134144"/>
            <a:ext cx="579126" cy="327425"/>
            <a:chOff x="3696689" y="4289700"/>
            <a:chExt cx="424358" cy="239876"/>
          </a:xfrm>
        </p:grpSpPr>
        <p:sp>
          <p:nvSpPr>
            <p:cNvPr id="4423" name="Google Shape;4423;p22"/>
            <p:cNvSpPr/>
            <p:nvPr/>
          </p:nvSpPr>
          <p:spPr>
            <a:xfrm rot="10800000" flipH="1">
              <a:off x="3954261" y="4289701"/>
              <a:ext cx="166786" cy="239875"/>
            </a:xfrm>
            <a:custGeom>
              <a:avLst/>
              <a:gdLst/>
              <a:ahLst/>
              <a:cxnLst/>
              <a:rect l="l" t="t" r="r" b="b"/>
              <a:pathLst>
                <a:path w="469820" h="675703" extrusionOk="0">
                  <a:moveTo>
                    <a:pt x="0" y="675704"/>
                  </a:moveTo>
                  <a:lnTo>
                    <a:pt x="210503" y="675704"/>
                  </a:lnTo>
                  <a:cubicBezTo>
                    <a:pt x="229648" y="675704"/>
                    <a:pt x="247555" y="666464"/>
                    <a:pt x="258699" y="650843"/>
                  </a:cubicBezTo>
                  <a:lnTo>
                    <a:pt x="459962" y="368713"/>
                  </a:lnTo>
                  <a:cubicBezTo>
                    <a:pt x="473107" y="350234"/>
                    <a:pt x="473107" y="325374"/>
                    <a:pt x="459962" y="306896"/>
                  </a:cubicBezTo>
                  <a:lnTo>
                    <a:pt x="260033" y="26670"/>
                  </a:lnTo>
                  <a:cubicBezTo>
                    <a:pt x="248126" y="9906"/>
                    <a:pt x="228791" y="0"/>
                    <a:pt x="208217" y="0"/>
                  </a:cubicBezTo>
                  <a:lnTo>
                    <a:pt x="0" y="0"/>
                  </a:lnTo>
                  <a:lnTo>
                    <a:pt x="223266" y="312992"/>
                  </a:lnTo>
                  <a:cubicBezTo>
                    <a:pt x="233839" y="327850"/>
                    <a:pt x="233839" y="347853"/>
                    <a:pt x="223266" y="362712"/>
                  </a:cubicBezTo>
                  <a:lnTo>
                    <a:pt x="0" y="675704"/>
                  </a:lnTo>
                  <a:lnTo>
                    <a:pt x="0" y="675704"/>
                  </a:lnTo>
                  <a:close/>
                </a:path>
              </a:pathLst>
            </a:custGeom>
            <a:solidFill>
              <a:srgbClr val="FFFFFF">
                <a:alpha val="54117"/>
              </a:srgbClr>
            </a:solidFill>
            <a:ln>
              <a:noFill/>
            </a:ln>
          </p:spPr>
          <p:txBody>
            <a:bodyPr spcFirstLastPara="1" wrap="square" lIns="121825" tIns="60850" rIns="121825" bIns="60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4" name="Google Shape;4424;p22"/>
            <p:cNvSpPr/>
            <p:nvPr/>
          </p:nvSpPr>
          <p:spPr>
            <a:xfrm rot="10800000" flipH="1">
              <a:off x="3825474" y="4289701"/>
              <a:ext cx="166786" cy="239875"/>
            </a:xfrm>
            <a:custGeom>
              <a:avLst/>
              <a:gdLst/>
              <a:ahLst/>
              <a:cxnLst/>
              <a:rect l="l" t="t" r="r" b="b"/>
              <a:pathLst>
                <a:path w="469820" h="675703" extrusionOk="0">
                  <a:moveTo>
                    <a:pt x="0" y="675704"/>
                  </a:moveTo>
                  <a:lnTo>
                    <a:pt x="210503" y="675704"/>
                  </a:lnTo>
                  <a:cubicBezTo>
                    <a:pt x="229648" y="675704"/>
                    <a:pt x="247555" y="666464"/>
                    <a:pt x="258699" y="650843"/>
                  </a:cubicBezTo>
                  <a:lnTo>
                    <a:pt x="459962" y="368713"/>
                  </a:lnTo>
                  <a:cubicBezTo>
                    <a:pt x="473107" y="350234"/>
                    <a:pt x="473107" y="325374"/>
                    <a:pt x="459962" y="306896"/>
                  </a:cubicBezTo>
                  <a:lnTo>
                    <a:pt x="260033" y="26670"/>
                  </a:lnTo>
                  <a:cubicBezTo>
                    <a:pt x="248126" y="9906"/>
                    <a:pt x="228791" y="0"/>
                    <a:pt x="208217" y="0"/>
                  </a:cubicBezTo>
                  <a:lnTo>
                    <a:pt x="0" y="0"/>
                  </a:lnTo>
                  <a:lnTo>
                    <a:pt x="223266" y="312992"/>
                  </a:lnTo>
                  <a:cubicBezTo>
                    <a:pt x="233839" y="327850"/>
                    <a:pt x="233839" y="347853"/>
                    <a:pt x="223266" y="362712"/>
                  </a:cubicBezTo>
                  <a:lnTo>
                    <a:pt x="0" y="675704"/>
                  </a:lnTo>
                  <a:lnTo>
                    <a:pt x="0" y="675704"/>
                  </a:lnTo>
                  <a:close/>
                </a:path>
              </a:pathLst>
            </a:custGeom>
            <a:solidFill>
              <a:srgbClr val="FFFFFF">
                <a:alpha val="23529"/>
              </a:srgbClr>
            </a:solidFill>
            <a:ln>
              <a:noFill/>
            </a:ln>
          </p:spPr>
          <p:txBody>
            <a:bodyPr spcFirstLastPara="1" wrap="square" lIns="121825" tIns="60850" rIns="121825" bIns="60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5" name="Google Shape;4425;p22"/>
            <p:cNvSpPr/>
            <p:nvPr/>
          </p:nvSpPr>
          <p:spPr>
            <a:xfrm rot="10800000" flipH="1">
              <a:off x="3696689" y="4289700"/>
              <a:ext cx="166786" cy="239875"/>
            </a:xfrm>
            <a:custGeom>
              <a:avLst/>
              <a:gdLst/>
              <a:ahLst/>
              <a:cxnLst/>
              <a:rect l="l" t="t" r="r" b="b"/>
              <a:pathLst>
                <a:path w="469820" h="675703" extrusionOk="0">
                  <a:moveTo>
                    <a:pt x="0" y="675704"/>
                  </a:moveTo>
                  <a:lnTo>
                    <a:pt x="210503" y="675704"/>
                  </a:lnTo>
                  <a:cubicBezTo>
                    <a:pt x="229648" y="675704"/>
                    <a:pt x="247555" y="666464"/>
                    <a:pt x="258699" y="650843"/>
                  </a:cubicBezTo>
                  <a:lnTo>
                    <a:pt x="459962" y="368713"/>
                  </a:lnTo>
                  <a:cubicBezTo>
                    <a:pt x="473107" y="350234"/>
                    <a:pt x="473107" y="325374"/>
                    <a:pt x="459962" y="306896"/>
                  </a:cubicBezTo>
                  <a:lnTo>
                    <a:pt x="260033" y="26670"/>
                  </a:lnTo>
                  <a:cubicBezTo>
                    <a:pt x="248126" y="9906"/>
                    <a:pt x="228791" y="0"/>
                    <a:pt x="208217" y="0"/>
                  </a:cubicBezTo>
                  <a:lnTo>
                    <a:pt x="0" y="0"/>
                  </a:lnTo>
                  <a:lnTo>
                    <a:pt x="223266" y="312992"/>
                  </a:lnTo>
                  <a:cubicBezTo>
                    <a:pt x="233839" y="327850"/>
                    <a:pt x="233839" y="347853"/>
                    <a:pt x="223266" y="362712"/>
                  </a:cubicBezTo>
                  <a:lnTo>
                    <a:pt x="0" y="675704"/>
                  </a:lnTo>
                  <a:lnTo>
                    <a:pt x="0" y="675704"/>
                  </a:lnTo>
                  <a:close/>
                </a:path>
              </a:pathLst>
            </a:custGeom>
            <a:solidFill>
              <a:srgbClr val="EEEEEE">
                <a:alpha val="9019"/>
              </a:srgbClr>
            </a:solidFill>
            <a:ln>
              <a:noFill/>
            </a:ln>
          </p:spPr>
          <p:txBody>
            <a:bodyPr spcFirstLastPara="1" wrap="square" lIns="121825" tIns="60850" rIns="121825" bIns="60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426" name="Google Shape;4426;p22"/>
          <p:cNvPicPr preferRelativeResize="0"/>
          <p:nvPr/>
        </p:nvPicPr>
        <p:blipFill rotWithShape="1">
          <a:blip r:embed="rId3">
            <a:alphaModFix amt="58999"/>
          </a:blip>
          <a:srcRect l="8254" t="84191" r="8363" b="-1914"/>
          <a:stretch/>
        </p:blipFill>
        <p:spPr>
          <a:xfrm flipH="1">
            <a:off x="978728" y="1610255"/>
            <a:ext cx="10222247" cy="223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Mware 2025 Light">
  <a:themeElements>
    <a:clrScheme name="VMware-Light">
      <a:dk1>
        <a:srgbClr val="000000"/>
      </a:dk1>
      <a:lt1>
        <a:srgbClr val="FFFFFF"/>
      </a:lt1>
      <a:dk2>
        <a:srgbClr val="1B1D36"/>
      </a:dk2>
      <a:lt2>
        <a:srgbClr val="EEEEEE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98C7"/>
      </a:hlink>
      <a:folHlink>
        <a:srgbClr val="6C4B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Mware 2025 Light">
  <a:themeElements>
    <a:clrScheme name="VMware-Light">
      <a:dk1>
        <a:srgbClr val="000000"/>
      </a:dk1>
      <a:lt1>
        <a:srgbClr val="FFFFFF"/>
      </a:lt1>
      <a:dk2>
        <a:srgbClr val="1B1D36"/>
      </a:dk2>
      <a:lt2>
        <a:srgbClr val="EEEEEE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98C7"/>
      </a:hlink>
      <a:folHlink>
        <a:srgbClr val="6C4B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VMware 2025 Light">
  <a:themeElements>
    <a:clrScheme name="VMware-Light">
      <a:dk1>
        <a:srgbClr val="000000"/>
      </a:dk1>
      <a:lt1>
        <a:srgbClr val="FFFFFF"/>
      </a:lt1>
      <a:dk2>
        <a:srgbClr val="1B1D36"/>
      </a:dk2>
      <a:lt2>
        <a:srgbClr val="EEEEEE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98C7"/>
      </a:hlink>
      <a:folHlink>
        <a:srgbClr val="6C4B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VMware">
      <a:dk1>
        <a:srgbClr val="717074"/>
      </a:dk1>
      <a:lt1>
        <a:srgbClr val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</Words>
  <Application>Microsoft Macintosh PowerPoint</Application>
  <PresentationFormat>自訂</PresentationFormat>
  <Paragraphs>496</Paragraphs>
  <Slides>60</Slides>
  <Notes>60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60</vt:i4>
      </vt:variant>
    </vt:vector>
  </HeadingPairs>
  <TitlesOfParts>
    <vt:vector size="67" baseType="lpstr">
      <vt:lpstr>Arial</vt:lpstr>
      <vt:lpstr>Calibri</vt:lpstr>
      <vt:lpstr>NTR</vt:lpstr>
      <vt:lpstr>Open Sans</vt:lpstr>
      <vt:lpstr>VMware 2025 Light</vt:lpstr>
      <vt:lpstr>VMware 2025 Light</vt:lpstr>
      <vt:lpstr>VMware 2025 Light</vt:lpstr>
      <vt:lpstr>PowerPoint 簡報</vt:lpstr>
      <vt:lpstr>Upgrade Pathways to VCF 9.1</vt:lpstr>
      <vt:lpstr>PowerPoint 簡報</vt:lpstr>
      <vt:lpstr>What’s New in Upgrade for 9.1 </vt:lpstr>
      <vt:lpstr>What’s New in Upgrades for VCF 9.1</vt:lpstr>
      <vt:lpstr> VCF 9.1Upgrade Considerations</vt:lpstr>
      <vt:lpstr>VCF Upgrade  Most Common Scenarios</vt:lpstr>
      <vt:lpstr>vSphere 8.x with or without Ops to vSphere 8.x + VCF Operations 9.1</vt:lpstr>
      <vt:lpstr>Minimum Supported Version for vSphere with or without Operations</vt:lpstr>
      <vt:lpstr>9.1 New Feature</vt:lpstr>
      <vt:lpstr>vSphere 8.x with or without Ops to VCF Operations 9.1</vt:lpstr>
      <vt:lpstr>vSphere 8.x with or without Ops to vSphere 8.x + VCF Operations 9.1</vt:lpstr>
      <vt:lpstr>vSphere 8.x with or without Ops to vSphere 9.1+ VCF Operations 9.1</vt:lpstr>
      <vt:lpstr>Minimum Supported Version for vSphere with or without Operations</vt:lpstr>
      <vt:lpstr>9.1 New Feature</vt:lpstr>
      <vt:lpstr>vSphere 8.x with or without Ops to vSphere 9.1 + VCF Operations 9.1</vt:lpstr>
      <vt:lpstr>vSphere 8.x with or without Ops to vSphere 9.1+ VCF Operations 9.1</vt:lpstr>
      <vt:lpstr>vSphere 8.x with or without Ops  to VCF 9.1</vt:lpstr>
      <vt:lpstr>Minimum Supported Version for vSphere and Operations to VCF 9.1</vt:lpstr>
      <vt:lpstr>Upgrade path 1: vSphere with Operations</vt:lpstr>
      <vt:lpstr>Path 1: vSphere with Ops to VCF 9.1</vt:lpstr>
      <vt:lpstr>Path 1: vSphere with Ops to  VCF 9.1</vt:lpstr>
      <vt:lpstr>vSphere + NSX to VCF 9.1</vt:lpstr>
      <vt:lpstr>Minimum Supported Version for vSphere + NSX to VCF 9.1</vt:lpstr>
      <vt:lpstr>Upgrade Path 1: vSphere with Operations</vt:lpstr>
      <vt:lpstr>Path 2: vSphere with NSX to VCF 9.1</vt:lpstr>
      <vt:lpstr>Upgrade Prerequisites and Steps for VCF 5.x to VCF 9.1</vt:lpstr>
      <vt:lpstr>Minimum Supported Version for upgrading to VCF 9.1</vt:lpstr>
      <vt:lpstr>Upgrade Path 3: VCF 5.2 to VCF 9.1</vt:lpstr>
      <vt:lpstr>Upgrade Path 3: VCF 5.2 to VCF 9.1</vt:lpstr>
      <vt:lpstr>VCF 5.2/9.0x to VCF 9.1</vt:lpstr>
      <vt:lpstr>Minimum Supported Version for vSphere + NSX to VCF 9.1</vt:lpstr>
      <vt:lpstr>Minimum Supported Version for upgrading to VCF 9.1</vt:lpstr>
      <vt:lpstr>Upgrade Path 4: VCF 9.0.x to VCF 9.1</vt:lpstr>
      <vt:lpstr>Upgrade Path 4: VCF 9.0.x to VCF 9.1</vt:lpstr>
      <vt:lpstr>Takeaway</vt:lpstr>
      <vt:lpstr>Week of Enablement Odyssey Tournament is Here!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Next Steps &amp; Call To Action 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Sanjeev Kumar S</dc:creator>
  <cp:lastModifiedBy>育昕 楊</cp:lastModifiedBy>
  <cp:revision>1</cp:revision>
  <dcterms:created xsi:type="dcterms:W3CDTF">2026-02-05T11:12:26Z</dcterms:created>
  <dcterms:modified xsi:type="dcterms:W3CDTF">2026-05-20T12:16:32Z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0x0101008B3F91C0C4ECEE479555FEA4A4EB2B48</vt:lpwstr>
  </property>
  <property fmtid="{D5CDD505-2E9C-101B-9397-08002B2CF9AE}" pid="3" name="MediaServiceImageTags">
    <vt:lpwstr/>
  </property>
</Properties>
</file>