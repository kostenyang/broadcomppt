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702"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88825" cy="6858000"/>
  <p:notesSz cx="6858000" cy="9144000"/>
  <p:embeddedFontLst>
    <p:embeddedFont>
      <p:font typeface="Helvetica Neue" panose="02000503000000020004" pitchFamily="2" charset="0"/>
      <p:regular r:id="rId28"/>
      <p:bold r:id="rId29"/>
      <p:italic r:id="rId30"/>
      <p:boldItalic r:id="rId31"/>
    </p:embeddedFont>
    <p:embeddedFont>
      <p:font typeface="Montserrat Light" panose="020F0302020204030204" pitchFamily="34" charset="0"/>
      <p:regular r:id="rId32"/>
      <p:italic r:id="rId33"/>
    </p:embeddedFont>
    <p:embeddedFont>
      <p:font typeface="Open Sans" panose="020B060603050402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VI+HH97X2kcXMbJ28OZSIsFVT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11"/>
    <p:restoredTop sz="71073"/>
  </p:normalViewPr>
  <p:slideViewPr>
    <p:cSldViewPr snapToGrid="0">
      <p:cViewPr varScale="1">
        <p:scale>
          <a:sx n="141" d="100"/>
          <a:sy n="141" d="100"/>
        </p:scale>
        <p:origin x="7264" y="184"/>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7.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1"/>
        <p:cNvGrpSpPr/>
        <p:nvPr/>
      </p:nvGrpSpPr>
      <p:grpSpPr>
        <a:xfrm>
          <a:off x="0" y="0"/>
          <a:ext cx="0" cy="0"/>
          <a:chOff x="0" y="0"/>
          <a:chExt cx="0" cy="0"/>
        </a:xfrm>
      </p:grpSpPr>
      <p:sp>
        <p:nvSpPr>
          <p:cNvPr id="1592" name="Google Shape;1592;p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Arial"/>
              <a:buNone/>
            </a:pPr>
            <a:r>
              <a:rPr lang="en-US"/>
              <a:t>The information that we are about to share provides information about our product direction that is currently in planning, but has not yet been committed.  </a:t>
            </a:r>
            <a:endParaRPr/>
          </a:p>
          <a:p>
            <a:pPr marL="0" lvl="0" indent="0" algn="l" rtl="0">
              <a:lnSpc>
                <a:spcPct val="100000"/>
              </a:lnSpc>
              <a:spcBef>
                <a:spcPts val="0"/>
              </a:spcBef>
              <a:spcAft>
                <a:spcPts val="0"/>
              </a:spcAft>
              <a:buClr>
                <a:schemeClr val="dk1"/>
              </a:buClr>
              <a:buSzPts val="1200"/>
              <a:buFont typeface="Arial"/>
              <a:buNone/>
            </a:pPr>
            <a:endParaRPr/>
          </a:p>
          <a:p>
            <a:pPr marL="0" lvl="0" indent="0" algn="l" rtl="0">
              <a:lnSpc>
                <a:spcPct val="100000"/>
              </a:lnSpc>
              <a:spcBef>
                <a:spcPts val="0"/>
              </a:spcBef>
              <a:spcAft>
                <a:spcPts val="0"/>
              </a:spcAft>
              <a:buClr>
                <a:schemeClr val="dk1"/>
              </a:buClr>
              <a:buSzPts val="1200"/>
              <a:buFont typeface="Arial"/>
              <a:buNone/>
            </a:pPr>
            <a:r>
              <a:rPr lang="en-US"/>
              <a:t>This is for informational purposes only and should not be incorporated into any contract.  </a:t>
            </a:r>
            <a:endParaRPr/>
          </a:p>
        </p:txBody>
      </p:sp>
      <p:sp>
        <p:nvSpPr>
          <p:cNvPr id="1593" name="Google Shape;1593;p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p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9" name="Google Shape;1599;p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dk2"/>
              </a:buClr>
              <a:buSzPts val="1400"/>
              <a:buFont typeface="Arial"/>
              <a:buNone/>
            </a:pPr>
            <a:r>
              <a:rPr lang="en-US"/>
              <a:t>This presentation provides an overview of the planned positioning, features and messaging for VMware Cloud Foundation 9 that will be announced at VMware Explore 2024 Las Vegas. </a:t>
            </a:r>
            <a:endParaRPr/>
          </a:p>
          <a:p>
            <a:pPr marL="0" lvl="0" indent="0" algn="l" rtl="0">
              <a:lnSpc>
                <a:spcPct val="100000"/>
              </a:lnSpc>
              <a:spcBef>
                <a:spcPts val="0"/>
              </a:spcBef>
              <a:spcAft>
                <a:spcPts val="0"/>
              </a:spcAft>
              <a:buClr>
                <a:schemeClr val="dk2"/>
              </a:buClr>
              <a:buSzPts val="1400"/>
              <a:buFont typeface="Arial"/>
              <a:buNone/>
            </a:pPr>
            <a:endParaRPr/>
          </a:p>
          <a:p>
            <a:pPr marL="0" lvl="0" indent="0" algn="l" rtl="0">
              <a:lnSpc>
                <a:spcPct val="100000"/>
              </a:lnSpc>
              <a:spcBef>
                <a:spcPts val="0"/>
              </a:spcBef>
              <a:spcAft>
                <a:spcPts val="0"/>
              </a:spcAft>
              <a:buClr>
                <a:schemeClr val="dk2"/>
              </a:buClr>
              <a:buSzPts val="1400"/>
              <a:buFont typeface="Arial"/>
              <a:buNone/>
            </a:pPr>
            <a:r>
              <a:rPr lang="en-US"/>
              <a:t>Note that this content is being provided for informational purposes only and this content shall </a:t>
            </a:r>
            <a:r>
              <a:rPr lang="en-US" b="1" u="sng"/>
              <a:t>NOT BE INCLUDED INTO ANY CONTRACTUAL TERMS</a:t>
            </a:r>
            <a:r>
              <a:rPr lang="en-US"/>
              <a:t>. </a:t>
            </a:r>
            <a:endParaRPr/>
          </a:p>
          <a:p>
            <a:pPr marL="0" lvl="0" indent="0" algn="l" rtl="0">
              <a:lnSpc>
                <a:spcPct val="100000"/>
              </a:lnSpc>
              <a:spcBef>
                <a:spcPts val="0"/>
              </a:spcBef>
              <a:spcAft>
                <a:spcPts val="0"/>
              </a:spcAft>
              <a:buClr>
                <a:schemeClr val="dk2"/>
              </a:buClr>
              <a:buSzPts val="1400"/>
              <a:buFont typeface="Arial"/>
              <a:buNone/>
            </a:pPr>
            <a:endParaRPr/>
          </a:p>
          <a:p>
            <a:pPr marL="0" lvl="0" indent="0" algn="l" rtl="0">
              <a:lnSpc>
                <a:spcPct val="100000"/>
              </a:lnSpc>
              <a:spcBef>
                <a:spcPts val="0"/>
              </a:spcBef>
              <a:spcAft>
                <a:spcPts val="0"/>
              </a:spcAft>
              <a:buClr>
                <a:schemeClr val="dk2"/>
              </a:buClr>
              <a:buSzPts val="1400"/>
              <a:buFont typeface="Arial"/>
              <a:buNone/>
            </a:pPr>
            <a:r>
              <a:rPr lang="en-US" b="1" u="sng">
                <a:solidFill>
                  <a:srgbClr val="FF0000"/>
                </a:solidFill>
              </a:rPr>
              <a:t>IMPORTANT NOTE FOR INTERNAL AUDIENCES: VCF 9 IS “IN PLANNING” AND THUS NO DATES OR TIMELINES ARE TO BE SHARED INTERNALLY OR EXTERNALLY.  </a:t>
            </a:r>
            <a:endParaRPr b="1" u="sng">
              <a:solidFill>
                <a:srgbClr val="FF0000"/>
              </a:solidFill>
            </a:endParaRPr>
          </a:p>
          <a:p>
            <a:pPr marL="0" lvl="0" indent="0" algn="l" rtl="0">
              <a:lnSpc>
                <a:spcPct val="100000"/>
              </a:lnSpc>
              <a:spcBef>
                <a:spcPts val="0"/>
              </a:spcBef>
              <a:spcAft>
                <a:spcPts val="0"/>
              </a:spcAft>
              <a:buClr>
                <a:schemeClr val="dk2"/>
              </a:buClr>
              <a:buSzPts val="1100"/>
              <a:buFont typeface="Arial"/>
              <a:buNone/>
            </a:pPr>
            <a:endParaRPr b="1" u="sng">
              <a:solidFill>
                <a:srgbClr val="FF0000"/>
              </a:solidFill>
            </a:endParaRPr>
          </a:p>
          <a:p>
            <a:pPr marL="0" lvl="0" indent="0" algn="l" rtl="0">
              <a:lnSpc>
                <a:spcPct val="100000"/>
              </a:lnSpc>
              <a:spcBef>
                <a:spcPts val="0"/>
              </a:spcBef>
              <a:spcAft>
                <a:spcPts val="0"/>
              </a:spcAft>
              <a:buClr>
                <a:schemeClr val="dk2"/>
              </a:buClr>
              <a:buSzPts val="1100"/>
              <a:buFont typeface="Arial"/>
              <a:buNone/>
            </a:pPr>
            <a:r>
              <a:rPr lang="en-US" b="1" u="sng">
                <a:solidFill>
                  <a:srgbClr val="FF0000"/>
                </a:solidFill>
              </a:rPr>
              <a:t>DO NOT REFERENCE “NEXT RELEASE” OR “VCF 9.0”</a:t>
            </a:r>
            <a:endParaRPr b="1" u="sng">
              <a:solidFill>
                <a:srgbClr val="FF0000"/>
              </a:solidFill>
            </a:endParaRPr>
          </a:p>
          <a:p>
            <a:pPr marL="0" lvl="0" indent="0" algn="l" rtl="0">
              <a:lnSpc>
                <a:spcPct val="100000"/>
              </a:lnSpc>
              <a:spcBef>
                <a:spcPts val="0"/>
              </a:spcBef>
              <a:spcAft>
                <a:spcPts val="0"/>
              </a:spcAft>
              <a:buClr>
                <a:schemeClr val="dk2"/>
              </a:buClr>
              <a:buSzPts val="1100"/>
              <a:buFont typeface="Arial"/>
              <a:buNone/>
            </a:pPr>
            <a:endParaRPr/>
          </a:p>
          <a:p>
            <a:pPr marL="0" lvl="0" indent="0" algn="l" rtl="0">
              <a:lnSpc>
                <a:spcPct val="100000"/>
              </a:lnSpc>
              <a:spcBef>
                <a:spcPts val="0"/>
              </a:spcBef>
              <a:spcAft>
                <a:spcPts val="0"/>
              </a:spcAft>
              <a:buClr>
                <a:schemeClr val="dk2"/>
              </a:buClr>
              <a:buSzPts val="1400"/>
              <a:buFont typeface="Arial"/>
              <a:buNone/>
            </a:pPr>
            <a:endParaRPr/>
          </a:p>
          <a:p>
            <a:pPr marL="0" lvl="0" indent="0" algn="l" rtl="0">
              <a:lnSpc>
                <a:spcPct val="100000"/>
              </a:lnSpc>
              <a:spcBef>
                <a:spcPts val="0"/>
              </a:spcBef>
              <a:spcAft>
                <a:spcPts val="0"/>
              </a:spcAft>
              <a:buSzPts val="1400"/>
              <a:buNone/>
            </a:pPr>
            <a:endParaRPr/>
          </a:p>
        </p:txBody>
      </p:sp>
      <p:sp>
        <p:nvSpPr>
          <p:cNvPr id="1600" name="Google Shape;1600;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p:cNvGrpSpPr/>
        <p:nvPr/>
      </p:nvGrpSpPr>
      <p:grpSpPr>
        <a:xfrm>
          <a:off x="0" y="0"/>
          <a:ext cx="0" cy="0"/>
          <a:chOff x="0" y="0"/>
          <a:chExt cx="0" cy="0"/>
        </a:xfrm>
      </p:grpSpPr>
      <p:sp>
        <p:nvSpPr>
          <p:cNvPr id="1610" name="Google Shape;1610;p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1" name="Google Shape;1611;p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165100" lvl="0" indent="0" algn="l" rtl="0">
              <a:lnSpc>
                <a:spcPct val="90000"/>
              </a:lnSpc>
              <a:spcBef>
                <a:spcPts val="1000"/>
              </a:spcBef>
              <a:spcAft>
                <a:spcPts val="0"/>
              </a:spcAft>
              <a:buClr>
                <a:srgbClr val="1F497D"/>
              </a:buClr>
              <a:buSzPts val="1000"/>
              <a:buFont typeface="Montserrat Light"/>
              <a:buNone/>
            </a:pPr>
            <a:r>
              <a:rPr lang="en-US" sz="1000" b="1">
                <a:solidFill>
                  <a:srgbClr val="1F497D"/>
                </a:solidFill>
              </a:rPr>
              <a:t>Talk Track </a:t>
            </a:r>
            <a:endParaRPr sz="1000">
              <a:solidFill>
                <a:srgbClr val="1F497D"/>
              </a:solidFill>
            </a:endParaRPr>
          </a:p>
          <a:p>
            <a:pPr marL="165100" lvl="0" indent="0" algn="l" rtl="0">
              <a:lnSpc>
                <a:spcPct val="90000"/>
              </a:lnSpc>
              <a:spcBef>
                <a:spcPts val="1000"/>
              </a:spcBef>
              <a:spcAft>
                <a:spcPts val="0"/>
              </a:spcAft>
              <a:buClr>
                <a:srgbClr val="1F497D"/>
              </a:buClr>
              <a:buSzPts val="1000"/>
              <a:buFont typeface="Montserrat Light"/>
              <a:buNone/>
            </a:pPr>
            <a:r>
              <a:rPr lang="en-US" sz="1000">
                <a:solidFill>
                  <a:srgbClr val="1F497D"/>
                </a:solidFill>
              </a:rPr>
              <a:t>When organizations are looking to modernize infrastructure, they are often faced with multiple options and find that each option has significant trade-offs.</a:t>
            </a:r>
            <a:endParaRPr sz="1000" b="1">
              <a:solidFill>
                <a:srgbClr val="1F497D"/>
              </a:solidFill>
            </a:endParaRPr>
          </a:p>
          <a:p>
            <a:pPr marL="165100" lvl="0" indent="0" algn="l" rtl="0">
              <a:lnSpc>
                <a:spcPct val="90000"/>
              </a:lnSpc>
              <a:spcBef>
                <a:spcPts val="1000"/>
              </a:spcBef>
              <a:spcAft>
                <a:spcPts val="0"/>
              </a:spcAft>
              <a:buClr>
                <a:srgbClr val="1F497D"/>
              </a:buClr>
              <a:buSzPts val="1000"/>
              <a:buFont typeface="Montserrat Light"/>
              <a:buNone/>
            </a:pPr>
            <a:endParaRPr sz="1000" b="1">
              <a:solidFill>
                <a:srgbClr val="1F497D"/>
              </a:solidFill>
            </a:endParaRPr>
          </a:p>
          <a:p>
            <a:pPr marL="165100" lvl="0" indent="0" algn="l" rtl="0">
              <a:lnSpc>
                <a:spcPct val="90000"/>
              </a:lnSpc>
              <a:spcBef>
                <a:spcPts val="1000"/>
              </a:spcBef>
              <a:spcAft>
                <a:spcPts val="0"/>
              </a:spcAft>
              <a:buClr>
                <a:srgbClr val="1F497D"/>
              </a:buClr>
              <a:buSzPts val="1000"/>
              <a:buFont typeface="Montserrat Light"/>
              <a:buNone/>
            </a:pPr>
            <a:r>
              <a:rPr lang="en-US" sz="1000" b="1">
                <a:solidFill>
                  <a:srgbClr val="1F497D"/>
                </a:solidFill>
              </a:rPr>
              <a:t>Traditional 3-Tier Architectures </a:t>
            </a:r>
            <a:endParaRPr sz="1000">
              <a:solidFill>
                <a:srgbClr val="1F497D"/>
              </a:solidFill>
            </a:endParaRPr>
          </a:p>
          <a:p>
            <a:pPr marL="165100" lvl="0" indent="0" algn="l" rtl="0">
              <a:lnSpc>
                <a:spcPct val="90000"/>
              </a:lnSpc>
              <a:spcBef>
                <a:spcPts val="1000"/>
              </a:spcBef>
              <a:spcAft>
                <a:spcPts val="0"/>
              </a:spcAft>
              <a:buClr>
                <a:srgbClr val="1F497D"/>
              </a:buClr>
              <a:buSzPts val="1000"/>
              <a:buFont typeface="Montserrat Light"/>
              <a:buNone/>
            </a:pPr>
            <a:r>
              <a:rPr lang="en-US" sz="1000">
                <a:solidFill>
                  <a:srgbClr val="1F497D"/>
                </a:solidFill>
              </a:rPr>
              <a:t>Organizations view upgrades to their existing legacy 3-tier infrastructure technology stacks as a shortcut to get to the desired outcomes, but this approach tend to be challenged because it carries a lot of technical debt and maintains the siloed approach to deploying infrastructure which is not suited for their modernization strategy. IDC Data shows that legacy infrastructure can result in 34% more infra costs and 50% lower team efficiency as compared to a modern private cloud. </a:t>
            </a:r>
            <a:endParaRPr sz="1000">
              <a:solidFill>
                <a:srgbClr val="1F497D"/>
              </a:solidFill>
            </a:endParaRPr>
          </a:p>
          <a:p>
            <a:pPr marL="165100" lvl="0" indent="0" algn="l" rtl="0">
              <a:lnSpc>
                <a:spcPct val="90000"/>
              </a:lnSpc>
              <a:spcBef>
                <a:spcPts val="1000"/>
              </a:spcBef>
              <a:spcAft>
                <a:spcPts val="0"/>
              </a:spcAft>
              <a:buClr>
                <a:srgbClr val="1F497D"/>
              </a:buClr>
              <a:buSzPts val="1000"/>
              <a:buFont typeface="Montserrat Light"/>
              <a:buNone/>
            </a:pPr>
            <a:endParaRPr sz="1000" b="1">
              <a:solidFill>
                <a:srgbClr val="1F497D"/>
              </a:solidFill>
            </a:endParaRPr>
          </a:p>
          <a:p>
            <a:pPr marL="165100" lvl="0" indent="0" algn="l" rtl="0">
              <a:lnSpc>
                <a:spcPct val="90000"/>
              </a:lnSpc>
              <a:spcBef>
                <a:spcPts val="1000"/>
              </a:spcBef>
              <a:spcAft>
                <a:spcPts val="0"/>
              </a:spcAft>
              <a:buClr>
                <a:srgbClr val="1F497D"/>
              </a:buClr>
              <a:buSzPts val="1000"/>
              <a:buFont typeface="Montserrat Light"/>
              <a:buNone/>
            </a:pPr>
            <a:r>
              <a:rPr lang="en-US" sz="1000" b="1">
                <a:solidFill>
                  <a:srgbClr val="1F497D"/>
                </a:solidFill>
              </a:rPr>
              <a:t>Native Public Cloud </a:t>
            </a:r>
            <a:endParaRPr sz="1000">
              <a:solidFill>
                <a:schemeClr val="dk2"/>
              </a:solidFill>
            </a:endParaRPr>
          </a:p>
          <a:p>
            <a:pPr marL="165100" lvl="0" indent="0" algn="l" rtl="0">
              <a:lnSpc>
                <a:spcPct val="90000"/>
              </a:lnSpc>
              <a:spcBef>
                <a:spcPts val="1000"/>
              </a:spcBef>
              <a:spcAft>
                <a:spcPts val="0"/>
              </a:spcAft>
              <a:buClr>
                <a:srgbClr val="1F497D"/>
              </a:buClr>
              <a:buSzPts val="1000"/>
              <a:buFont typeface="Montserrat Light"/>
              <a:buNone/>
            </a:pPr>
            <a:r>
              <a:rPr lang="en-US" sz="1000">
                <a:solidFill>
                  <a:srgbClr val="1F497D"/>
                </a:solidFill>
              </a:rPr>
              <a:t>To overcome these limitations, many have gone all in on Native Public Cloud that delivers agility, scalability, IaaS consumption etc., but it comes with its own challenges such as cloud migration costs, hidden service fees, egress and data transfer costs and security and compliance related vulnerabilities. 51% of customers surveyed by Forrester had significant concerns about privacy and 39% found that cloud migrations were complex and and expensive. </a:t>
            </a:r>
            <a:endParaRPr/>
          </a:p>
          <a:p>
            <a:pPr marL="165100" lvl="0" indent="0" algn="l" rtl="0">
              <a:lnSpc>
                <a:spcPct val="90000"/>
              </a:lnSpc>
              <a:spcBef>
                <a:spcPts val="1000"/>
              </a:spcBef>
              <a:spcAft>
                <a:spcPts val="0"/>
              </a:spcAft>
              <a:buClr>
                <a:srgbClr val="1F497D"/>
              </a:buClr>
              <a:buSzPts val="1000"/>
              <a:buFont typeface="Montserrat Light"/>
              <a:buNone/>
            </a:pPr>
            <a:endParaRPr sz="1000">
              <a:solidFill>
                <a:srgbClr val="1F497D"/>
              </a:solidFill>
            </a:endParaRPr>
          </a:p>
          <a:p>
            <a:pPr marL="0" marR="0" lvl="0" indent="0" algn="l" rtl="0">
              <a:lnSpc>
                <a:spcPct val="100000"/>
              </a:lnSpc>
              <a:spcBef>
                <a:spcPts val="0"/>
              </a:spcBef>
              <a:spcAft>
                <a:spcPts val="0"/>
              </a:spcAft>
              <a:buClr>
                <a:schemeClr val="dk1"/>
              </a:buClr>
              <a:buSzPts val="1400"/>
              <a:buFont typeface="Arial"/>
              <a:buNone/>
            </a:pPr>
            <a:endParaRPr sz="1000">
              <a:solidFill>
                <a:schemeClr val="dk2"/>
              </a:solidFill>
            </a:endParaRPr>
          </a:p>
          <a:p>
            <a:pPr marL="0" marR="0" lvl="0" indent="0" algn="l" rtl="0">
              <a:lnSpc>
                <a:spcPct val="100000"/>
              </a:lnSpc>
              <a:spcBef>
                <a:spcPts val="0"/>
              </a:spcBef>
              <a:spcAft>
                <a:spcPts val="0"/>
              </a:spcAft>
              <a:buClr>
                <a:schemeClr val="dk1"/>
              </a:buClr>
              <a:buSzPts val="1400"/>
              <a:buFont typeface="Arial"/>
              <a:buNone/>
            </a:pPr>
            <a:endParaRPr sz="1000">
              <a:solidFill>
                <a:schemeClr val="dk2"/>
              </a:solidFill>
            </a:endParaRPr>
          </a:p>
        </p:txBody>
      </p:sp>
      <p:sp>
        <p:nvSpPr>
          <p:cNvPr id="1612" name="Google Shape;1612;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3</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5" name="Google Shape;1765;p5: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rgbClr val="000000"/>
              </a:buClr>
              <a:buSzPts val="1400"/>
              <a:buFont typeface="Arial"/>
              <a:buNone/>
            </a:pPr>
            <a:r>
              <a:rPr lang="en-US" sz="1000" b="1" dirty="0"/>
              <a:t>And that’s where Private Cloud comes into picture</a:t>
            </a:r>
            <a:r>
              <a:rPr lang="en-US" sz="1000" dirty="0"/>
              <a:t>. </a:t>
            </a:r>
            <a:endParaRPr sz="1000" dirty="0"/>
          </a:p>
          <a:p>
            <a:pPr marL="0" marR="0" lvl="0" indent="0" algn="l" rtl="0">
              <a:lnSpc>
                <a:spcPct val="80000"/>
              </a:lnSpc>
              <a:spcBef>
                <a:spcPts val="0"/>
              </a:spcBef>
              <a:spcAft>
                <a:spcPts val="0"/>
              </a:spcAft>
              <a:buClr>
                <a:srgbClr val="000000"/>
              </a:buClr>
              <a:buSzPts val="1400"/>
              <a:buFont typeface="Arial"/>
              <a:buNone/>
            </a:pPr>
            <a:endParaRPr sz="1000" dirty="0">
              <a:solidFill>
                <a:srgbClr val="000000"/>
              </a:solidFill>
            </a:endParaRPr>
          </a:p>
          <a:p>
            <a:pPr marL="0" marR="0" lvl="0" indent="0" algn="l" rtl="0">
              <a:lnSpc>
                <a:spcPct val="80000"/>
              </a:lnSpc>
              <a:spcBef>
                <a:spcPts val="0"/>
              </a:spcBef>
              <a:spcAft>
                <a:spcPts val="0"/>
              </a:spcAft>
              <a:buClr>
                <a:srgbClr val="000000"/>
              </a:buClr>
              <a:buSzPts val="1400"/>
              <a:buFont typeface="Arial"/>
              <a:buNone/>
            </a:pPr>
            <a:r>
              <a:rPr lang="en-US" sz="1000" b="0" i="0" u="none" strike="noStrike" dirty="0">
                <a:solidFill>
                  <a:srgbClr val="000000"/>
                </a:solidFill>
                <a:latin typeface="Arial"/>
                <a:ea typeface="Arial"/>
                <a:cs typeface="Arial"/>
                <a:sym typeface="Arial"/>
              </a:rPr>
              <a:t>A modern private cloud platform offers the best of both worlds - delivering the scale, flexibility and agility of cloud computing - with enhanced security, control, and governance customized to meet needs of each organization.</a:t>
            </a:r>
            <a:endParaRPr sz="800" dirty="0"/>
          </a:p>
          <a:p>
            <a:pPr marL="0" lvl="0" indent="0" algn="l" rtl="0">
              <a:lnSpc>
                <a:spcPct val="80000"/>
              </a:lnSpc>
              <a:spcBef>
                <a:spcPts val="0"/>
              </a:spcBef>
              <a:spcAft>
                <a:spcPts val="0"/>
              </a:spcAft>
              <a:buSzPts val="1400"/>
              <a:buNone/>
            </a:pPr>
            <a:endParaRPr sz="1000" dirty="0"/>
          </a:p>
          <a:p>
            <a:pPr marL="0" lvl="0" indent="0" algn="l" rtl="0">
              <a:lnSpc>
                <a:spcPct val="80000"/>
              </a:lnSpc>
              <a:spcBef>
                <a:spcPts val="0"/>
              </a:spcBef>
              <a:spcAft>
                <a:spcPts val="0"/>
              </a:spcAft>
              <a:buSzPts val="1400"/>
              <a:buNone/>
            </a:pPr>
            <a:r>
              <a:rPr lang="en-US" sz="1000" dirty="0"/>
              <a:t>Many organizations have different strategic initiatives and are at different stages of their cloud journeys.  </a:t>
            </a:r>
            <a:endParaRPr sz="1000" dirty="0"/>
          </a:p>
          <a:p>
            <a:pPr marL="0" lvl="0" indent="0" algn="l" rtl="0">
              <a:lnSpc>
                <a:spcPct val="80000"/>
              </a:lnSpc>
              <a:spcBef>
                <a:spcPts val="0"/>
              </a:spcBef>
              <a:spcAft>
                <a:spcPts val="0"/>
              </a:spcAft>
              <a:buSzPts val="1400"/>
              <a:buNone/>
            </a:pPr>
            <a:endParaRPr sz="1000" dirty="0"/>
          </a:p>
          <a:p>
            <a:pPr marL="0" lvl="0" indent="0" algn="l" rtl="0">
              <a:lnSpc>
                <a:spcPct val="80000"/>
              </a:lnSpc>
              <a:spcBef>
                <a:spcPts val="0"/>
              </a:spcBef>
              <a:spcAft>
                <a:spcPts val="0"/>
              </a:spcAft>
              <a:buSzPts val="1400"/>
              <a:buNone/>
            </a:pPr>
            <a:r>
              <a:rPr lang="en-US" sz="1000" dirty="0"/>
              <a:t>What is common is that most organizations need a self-service, infrastructure platform so that their </a:t>
            </a:r>
            <a:r>
              <a:rPr lang="en-US" sz="1000" dirty="0" err="1"/>
              <a:t>devops</a:t>
            </a:r>
            <a:r>
              <a:rPr lang="en-US" sz="1000" dirty="0"/>
              <a:t>, platform and data science teams can bring innovation to the market faster with cost efficiencies that lower total cost of ownership (TCO)..</a:t>
            </a:r>
            <a:endParaRPr dirty="0"/>
          </a:p>
          <a:p>
            <a:pPr marL="0" lvl="0" indent="0" algn="l" rtl="0">
              <a:lnSpc>
                <a:spcPct val="80000"/>
              </a:lnSpc>
              <a:spcBef>
                <a:spcPts val="0"/>
              </a:spcBef>
              <a:spcAft>
                <a:spcPts val="0"/>
              </a:spcAft>
              <a:buSzPts val="1400"/>
              <a:buNone/>
            </a:pPr>
            <a:endParaRPr sz="1000" b="0" i="0" u="none" strike="noStrike" dirty="0">
              <a:solidFill>
                <a:srgbClr val="000000"/>
              </a:solidFill>
              <a:latin typeface="Arial"/>
              <a:ea typeface="Arial"/>
              <a:cs typeface="Arial"/>
              <a:sym typeface="Arial"/>
            </a:endParaRPr>
          </a:p>
        </p:txBody>
      </p:sp>
      <p:sp>
        <p:nvSpPr>
          <p:cNvPr id="1766" name="Google Shape;1766;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8"/>
        <p:cNvGrpSpPr/>
        <p:nvPr/>
      </p:nvGrpSpPr>
      <p:grpSpPr>
        <a:xfrm>
          <a:off x="0" y="0"/>
          <a:ext cx="0" cy="0"/>
          <a:chOff x="0" y="0"/>
          <a:chExt cx="0" cy="0"/>
        </a:xfrm>
      </p:grpSpPr>
      <p:sp>
        <p:nvSpPr>
          <p:cNvPr id="1929" name="Google Shape;1929;p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0" name="Google Shape;1930;p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rgbClr val="000000"/>
              </a:buClr>
              <a:buSzPts val="1400"/>
              <a:buFont typeface="Arial"/>
              <a:buNone/>
            </a:pPr>
            <a:r>
              <a:rPr lang="en-US" sz="900">
                <a:solidFill>
                  <a:schemeClr val="dk2"/>
                </a:solidFill>
              </a:rPr>
              <a:t>But the path to building a private cloud can be complex, with many steps and considerations along the way. Recognizing these challenges, Broadcom is making significant investments in a program designed to help customers navigate their private cloud transformation journey with VMware Cloud Foundation. By providing expert guidance, tailored training, and innovative resources, Broadcom ensures that businesses can confidently transition to a private cloud, regardless of where they are in their private cloud journey.</a:t>
            </a:r>
            <a:endParaRPr/>
          </a:p>
          <a:p>
            <a:pPr marL="0" lvl="0" indent="0" algn="l" rtl="0">
              <a:lnSpc>
                <a:spcPct val="115000"/>
              </a:lnSpc>
              <a:spcBef>
                <a:spcPts val="0"/>
              </a:spcBef>
              <a:spcAft>
                <a:spcPts val="0"/>
              </a:spcAft>
              <a:buClr>
                <a:schemeClr val="dk2"/>
              </a:buClr>
              <a:buSzPts val="1100"/>
              <a:buFont typeface="Arial"/>
              <a:buNone/>
            </a:pPr>
            <a:endParaRPr sz="900">
              <a:solidFill>
                <a:srgbClr val="0E101A"/>
              </a:solidFill>
            </a:endParaRPr>
          </a:p>
          <a:p>
            <a:pPr marL="0" lvl="0" indent="0" algn="l" rtl="0">
              <a:lnSpc>
                <a:spcPct val="115000"/>
              </a:lnSpc>
              <a:spcBef>
                <a:spcPts val="0"/>
              </a:spcBef>
              <a:spcAft>
                <a:spcPts val="0"/>
              </a:spcAft>
              <a:buClr>
                <a:schemeClr val="dk2"/>
              </a:buClr>
              <a:buSzPts val="1100"/>
              <a:buFont typeface="Arial"/>
              <a:buNone/>
            </a:pPr>
            <a:r>
              <a:rPr lang="en-US" sz="900">
                <a:solidFill>
                  <a:srgbClr val="0E101A"/>
                </a:solidFill>
              </a:rPr>
              <a:t>Customers can take advantage of the following elements of the program designed to help them advance along the stages of their organizational maturity and up-level the skills of their workforce:</a:t>
            </a:r>
            <a:endParaRPr/>
          </a:p>
          <a:p>
            <a:pPr marL="0" lvl="0" indent="0" algn="l" rtl="0">
              <a:lnSpc>
                <a:spcPct val="115000"/>
              </a:lnSpc>
              <a:spcBef>
                <a:spcPts val="0"/>
              </a:spcBef>
              <a:spcAft>
                <a:spcPts val="0"/>
              </a:spcAft>
              <a:buClr>
                <a:schemeClr val="dk2"/>
              </a:buClr>
              <a:buSzPts val="1100"/>
              <a:buFont typeface="Arial"/>
              <a:buNone/>
            </a:pPr>
            <a:endParaRPr sz="900">
              <a:solidFill>
                <a:srgbClr val="0E101A"/>
              </a:solidFill>
            </a:endParaRPr>
          </a:p>
          <a:p>
            <a:pPr marL="457200" lvl="0" indent="-292100" algn="l" rtl="0">
              <a:lnSpc>
                <a:spcPct val="115000"/>
              </a:lnSpc>
              <a:spcBef>
                <a:spcPts val="0"/>
              </a:spcBef>
              <a:spcAft>
                <a:spcPts val="0"/>
              </a:spcAft>
              <a:buClr>
                <a:schemeClr val="dk2"/>
              </a:buClr>
              <a:buSzPts val="1000"/>
              <a:buAutoNum type="arabicPeriod"/>
            </a:pPr>
            <a:r>
              <a:rPr lang="en-US" sz="900">
                <a:solidFill>
                  <a:srgbClr val="0E101A"/>
                </a:solidFill>
              </a:rPr>
              <a:t>Private Cloud Maturity Model</a:t>
            </a:r>
            <a:endParaRPr/>
          </a:p>
          <a:p>
            <a:pPr marL="457200" lvl="0" indent="-292100" algn="l" rtl="0">
              <a:lnSpc>
                <a:spcPct val="115000"/>
              </a:lnSpc>
              <a:spcBef>
                <a:spcPts val="0"/>
              </a:spcBef>
              <a:spcAft>
                <a:spcPts val="0"/>
              </a:spcAft>
              <a:buClr>
                <a:schemeClr val="dk2"/>
              </a:buClr>
              <a:buSzPts val="1000"/>
              <a:buAutoNum type="arabicPeriod"/>
            </a:pPr>
            <a:r>
              <a:rPr lang="en-US" sz="900">
                <a:solidFill>
                  <a:srgbClr val="0E101A"/>
                </a:solidFill>
              </a:rPr>
              <a:t>VCF Jumpstart Workshops</a:t>
            </a:r>
            <a:endParaRPr/>
          </a:p>
          <a:p>
            <a:pPr marL="457200" lvl="0" indent="-292100" algn="l" rtl="0">
              <a:lnSpc>
                <a:spcPct val="115000"/>
              </a:lnSpc>
              <a:spcBef>
                <a:spcPts val="0"/>
              </a:spcBef>
              <a:spcAft>
                <a:spcPts val="0"/>
              </a:spcAft>
              <a:buClr>
                <a:schemeClr val="dk2"/>
              </a:buClr>
              <a:buSzPts val="1000"/>
              <a:buAutoNum type="arabicPeriod"/>
            </a:pPr>
            <a:r>
              <a:rPr lang="en-US" sz="900">
                <a:solidFill>
                  <a:srgbClr val="0E101A"/>
                </a:solidFill>
              </a:rPr>
              <a:t>New VMware Cloud Foundation Certification</a:t>
            </a:r>
            <a:endParaRPr/>
          </a:p>
          <a:p>
            <a:pPr marL="457200" lvl="0" indent="-292100" algn="l" rtl="0">
              <a:lnSpc>
                <a:spcPct val="115000"/>
              </a:lnSpc>
              <a:spcBef>
                <a:spcPts val="0"/>
              </a:spcBef>
              <a:spcAft>
                <a:spcPts val="0"/>
              </a:spcAft>
              <a:buClr>
                <a:schemeClr val="dk2"/>
              </a:buClr>
              <a:buSzPts val="1000"/>
              <a:buAutoNum type="arabicPeriod"/>
            </a:pPr>
            <a:r>
              <a:rPr lang="en-US" sz="900">
                <a:solidFill>
                  <a:srgbClr val="0E101A"/>
                </a:solidFill>
              </a:rPr>
              <a:t>Free Digital Learning and Instructor-led Training</a:t>
            </a:r>
            <a:endParaRPr/>
          </a:p>
          <a:p>
            <a:pPr marL="0" lvl="0" indent="0" algn="l" rtl="0">
              <a:lnSpc>
                <a:spcPct val="80000"/>
              </a:lnSpc>
              <a:spcBef>
                <a:spcPts val="0"/>
              </a:spcBef>
              <a:spcAft>
                <a:spcPts val="0"/>
              </a:spcAft>
              <a:buSzPts val="1400"/>
              <a:buNone/>
            </a:pPr>
            <a:endParaRPr sz="1000"/>
          </a:p>
          <a:p>
            <a:pPr marL="0" lvl="0" indent="0" algn="l" rtl="0">
              <a:lnSpc>
                <a:spcPct val="80000"/>
              </a:lnSpc>
              <a:spcBef>
                <a:spcPts val="0"/>
              </a:spcBef>
              <a:spcAft>
                <a:spcPts val="0"/>
              </a:spcAft>
              <a:buSzPts val="1400"/>
              <a:buNone/>
            </a:pPr>
            <a:br>
              <a:rPr lang="en-US" sz="1000"/>
            </a:br>
            <a:endParaRPr sz="1000" b="0" i="0" u="none" strike="noStrike">
              <a:solidFill>
                <a:srgbClr val="D1D5DB"/>
              </a:solidFill>
              <a:latin typeface="Arial"/>
              <a:ea typeface="Arial"/>
              <a:cs typeface="Arial"/>
              <a:sym typeface="Arial"/>
            </a:endParaRPr>
          </a:p>
          <a:p>
            <a:pPr marL="0" lvl="0" indent="0" algn="l" rtl="0">
              <a:lnSpc>
                <a:spcPct val="80000"/>
              </a:lnSpc>
              <a:spcBef>
                <a:spcPts val="0"/>
              </a:spcBef>
              <a:spcAft>
                <a:spcPts val="0"/>
              </a:spcAft>
              <a:buSzPts val="1400"/>
              <a:buNone/>
            </a:pPr>
            <a:br>
              <a:rPr lang="en-US" sz="1000"/>
            </a:br>
            <a:endParaRPr sz="1000" b="1"/>
          </a:p>
          <a:p>
            <a:pPr marL="0" lvl="0" indent="0" algn="l" rtl="0">
              <a:lnSpc>
                <a:spcPct val="80000"/>
              </a:lnSpc>
              <a:spcBef>
                <a:spcPts val="0"/>
              </a:spcBef>
              <a:spcAft>
                <a:spcPts val="0"/>
              </a:spcAft>
              <a:buSzPts val="1400"/>
              <a:buNone/>
            </a:pPr>
            <a:endParaRPr sz="930"/>
          </a:p>
        </p:txBody>
      </p:sp>
      <p:sp>
        <p:nvSpPr>
          <p:cNvPr id="1931" name="Google Shape;1931;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7"/>
        <p:cNvGrpSpPr/>
        <p:nvPr/>
      </p:nvGrpSpPr>
      <p:grpSpPr>
        <a:xfrm>
          <a:off x="0" y="0"/>
          <a:ext cx="0" cy="0"/>
          <a:chOff x="0" y="0"/>
          <a:chExt cx="0" cy="0"/>
        </a:xfrm>
      </p:grpSpPr>
      <p:sp>
        <p:nvSpPr>
          <p:cNvPr id="1978" name="Google Shape;1978;p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9" name="Google Shape;1979;p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sz="1000" b="0" i="0" u="none" strike="noStrike">
                <a:solidFill>
                  <a:srgbClr val="000000"/>
                </a:solidFill>
                <a:latin typeface="Arial"/>
                <a:ea typeface="Arial"/>
                <a:cs typeface="Arial"/>
                <a:sym typeface="Arial"/>
              </a:rPr>
              <a:t>VMware Cloud Foundation is the industry’s first private cloud platform to deliver public cloud scale and agility with private cloud security, resilience and performance, and low overall total cost of ownership. VCF supports customers’ digital innovation with faster infrastructure modernization, a unified cloud experience, and better cyber resiliency and platform security and low total cost of ownership. </a:t>
            </a:r>
            <a:br>
              <a:rPr lang="en-US" sz="900"/>
            </a:b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r>
              <a:rPr lang="en-US" sz="1000">
                <a:solidFill>
                  <a:schemeClr val="dk2"/>
                </a:solidFill>
              </a:rPr>
              <a:t>In August 2024, IDC published a business value report to demonstrate financial benefit impact by interviewing 8 organizations using VCF to establish and run private and hybrid clouds and then built a detailed financial model.</a:t>
            </a: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r>
              <a:rPr lang="en-US" sz="1000">
                <a:solidFill>
                  <a:schemeClr val="dk2"/>
                </a:solidFill>
              </a:rPr>
              <a:t>When compared with legacy 3-tier infrastructure, the financial results are impressive: </a:t>
            </a: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r>
              <a:rPr lang="en-US" sz="1000">
                <a:solidFill>
                  <a:schemeClr val="dk2"/>
                </a:solidFill>
              </a:rPr>
              <a:t>564% 3-Year ROI with 10 Months Payback</a:t>
            </a: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r>
              <a:rPr lang="en-US" sz="1000">
                <a:solidFill>
                  <a:schemeClr val="dk2"/>
                </a:solidFill>
              </a:rPr>
              <a:t>34% Lower Infra costs</a:t>
            </a: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r>
              <a:rPr lang="en-US" sz="1000">
                <a:solidFill>
                  <a:schemeClr val="dk2"/>
                </a:solidFill>
              </a:rPr>
              <a:t>61% faster to deploy new workloads</a:t>
            </a: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r>
              <a:rPr lang="en-US" sz="1000">
                <a:solidFill>
                  <a:schemeClr val="dk2"/>
                </a:solidFill>
              </a:rPr>
              <a:t>66% quicker to resolve data loss incidents</a:t>
            </a: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endParaRPr sz="1000">
              <a:solidFill>
                <a:schemeClr val="dk2"/>
              </a:solidFill>
            </a:endParaRPr>
          </a:p>
          <a:p>
            <a:pPr marL="457200" marR="0" lvl="0" indent="-228600" algn="l" rtl="0">
              <a:lnSpc>
                <a:spcPct val="100000"/>
              </a:lnSpc>
              <a:spcBef>
                <a:spcPts val="0"/>
              </a:spcBef>
              <a:spcAft>
                <a:spcPts val="0"/>
              </a:spcAft>
              <a:buClr>
                <a:srgbClr val="000000"/>
              </a:buClr>
              <a:buSzPts val="1400"/>
              <a:buFont typeface="Arial"/>
              <a:buNone/>
            </a:pPr>
            <a:endParaRPr sz="1000">
              <a:solidFill>
                <a:schemeClr val="dk2"/>
              </a:solidFill>
            </a:endParaRPr>
          </a:p>
        </p:txBody>
      </p:sp>
      <p:sp>
        <p:nvSpPr>
          <p:cNvPr id="1980" name="Google Shape;1980;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3"/>
        <p:cNvGrpSpPr/>
        <p:nvPr/>
      </p:nvGrpSpPr>
      <p:grpSpPr>
        <a:xfrm>
          <a:off x="0" y="0"/>
          <a:ext cx="0" cy="0"/>
          <a:chOff x="0" y="0"/>
          <a:chExt cx="0" cy="0"/>
        </a:xfrm>
      </p:grpSpPr>
      <p:sp>
        <p:nvSpPr>
          <p:cNvPr id="2064" name="Google Shape;2064;g2f5672ebd26_60_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5" name="Google Shape;2065;g2f5672ebd26_60_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This equates to measurable savings that many VCF customers are reporting after repatriating workloads from the public cloud. </a:t>
            </a:r>
            <a:endParaRPr/>
          </a:p>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r>
              <a:rPr lang="en-US"/>
              <a:t>According to recent customer environment analysis done by VMware Cloud Economics team, customers realized around 40% overall cost reduction when they moved to VCF from their public cloud environment. </a:t>
            </a:r>
            <a:endParaRPr/>
          </a:p>
        </p:txBody>
      </p:sp>
      <p:sp>
        <p:nvSpPr>
          <p:cNvPr id="2066" name="Google Shape;2066;g2f5672ebd26_6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3"/>
        <p:cNvGrpSpPr/>
        <p:nvPr/>
      </p:nvGrpSpPr>
      <p:grpSpPr>
        <a:xfrm>
          <a:off x="0" y="0"/>
          <a:ext cx="0" cy="0"/>
          <a:chOff x="0" y="0"/>
          <a:chExt cx="0" cy="0"/>
        </a:xfrm>
      </p:grpSpPr>
      <p:sp>
        <p:nvSpPr>
          <p:cNvPr id="2134" name="Google Shape;2134;p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SzPts val="1100"/>
              <a:buNone/>
            </a:pPr>
            <a:r>
              <a:rPr lang="en-US" sz="1000">
                <a:solidFill>
                  <a:schemeClr val="dk2"/>
                </a:solidFill>
              </a:rPr>
              <a:t>To help customers modernize their infrastructure, we are bringing an evolution in VMware Cloud Foundation with the launch of VMware Cloud Foundation 9. VCF 9 will deliver capabilities that enable their infrastructure to operate as a single unified and automated system, helping customers keep pace with modern app requirements, and bring the advanced VMware capabilities they already have from Broadcom into their private cloud platform. </a:t>
            </a:r>
            <a:endParaRPr sz="1000">
              <a:solidFill>
                <a:schemeClr val="dk2"/>
              </a:solidFill>
            </a:endParaRPr>
          </a:p>
          <a:p>
            <a:pPr marL="0" lvl="0" indent="0" algn="l" rtl="0">
              <a:lnSpc>
                <a:spcPct val="115000"/>
              </a:lnSpc>
              <a:spcBef>
                <a:spcPts val="0"/>
              </a:spcBef>
              <a:spcAft>
                <a:spcPts val="0"/>
              </a:spcAft>
              <a:buSzPts val="1100"/>
              <a:buNone/>
            </a:pPr>
            <a:endParaRPr sz="1000">
              <a:solidFill>
                <a:schemeClr val="dk2"/>
              </a:solidFill>
            </a:endParaRPr>
          </a:p>
          <a:p>
            <a:pPr marL="0" lvl="0" indent="0" algn="l" rtl="0">
              <a:lnSpc>
                <a:spcPct val="115000"/>
              </a:lnSpc>
              <a:spcBef>
                <a:spcPts val="0"/>
              </a:spcBef>
              <a:spcAft>
                <a:spcPts val="0"/>
              </a:spcAft>
              <a:buSzPts val="1100"/>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endParaRPr sz="1000">
              <a:solidFill>
                <a:schemeClr val="dk2"/>
              </a:solidFill>
            </a:endParaRPr>
          </a:p>
        </p:txBody>
      </p:sp>
      <p:sp>
        <p:nvSpPr>
          <p:cNvPr id="2135" name="Google Shape;2135;p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8"/>
        <p:cNvGrpSpPr/>
        <p:nvPr/>
      </p:nvGrpSpPr>
      <p:grpSpPr>
        <a:xfrm>
          <a:off x="0" y="0"/>
          <a:ext cx="0" cy="0"/>
          <a:chOff x="0" y="0"/>
          <a:chExt cx="0" cy="0"/>
        </a:xfrm>
      </p:grpSpPr>
      <p:sp>
        <p:nvSpPr>
          <p:cNvPr id="2169" name="Google Shape;2169;g2800d3fcf52_16_920:notes"/>
          <p:cNvSpPr>
            <a:spLocks noGrp="1" noRot="1" noChangeAspect="1"/>
          </p:cNvSpPr>
          <p:nvPr>
            <p:ph type="sldImg" idx="2"/>
          </p:nvPr>
        </p:nvSpPr>
        <p:spPr>
          <a:xfrm>
            <a:off x="736600" y="1169988"/>
            <a:ext cx="5613400" cy="3159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0" name="Google Shape;2170;g2800d3fcf52_16_920:notes"/>
          <p:cNvSpPr txBox="1">
            <a:spLocks noGrp="1"/>
          </p:cNvSpPr>
          <p:nvPr>
            <p:ph type="body" idx="1"/>
          </p:nvPr>
        </p:nvSpPr>
        <p:spPr>
          <a:xfrm>
            <a:off x="708660" y="4504452"/>
            <a:ext cx="5669400" cy="3685500"/>
          </a:xfrm>
          <a:prstGeom prst="rect">
            <a:avLst/>
          </a:prstGeom>
          <a:noFill/>
          <a:ln>
            <a:noFill/>
          </a:ln>
        </p:spPr>
        <p:txBody>
          <a:bodyPr spcFirstLastPara="1" wrap="square" lIns="94175" tIns="47075" rIns="94175" bIns="47075" anchor="t" anchorCtr="0">
            <a:noAutofit/>
          </a:bodyPr>
          <a:lstStyle/>
          <a:p>
            <a:pPr marL="0" lvl="0" indent="0" algn="l" rtl="0">
              <a:lnSpc>
                <a:spcPct val="100000"/>
              </a:lnSpc>
              <a:spcBef>
                <a:spcPts val="1200"/>
              </a:spcBef>
              <a:spcAft>
                <a:spcPts val="0"/>
              </a:spcAft>
              <a:buClr>
                <a:schemeClr val="dk2"/>
              </a:buClr>
              <a:buSzPts val="1100"/>
              <a:buFont typeface="Arial"/>
              <a:buNone/>
            </a:pPr>
            <a:r>
              <a:rPr lang="en-US" sz="1000" dirty="0">
                <a:solidFill>
                  <a:schemeClr val="dk2"/>
                </a:solidFill>
              </a:rPr>
              <a:t>With VMware Cloud Foundation 9, we are evolving VCF to address the challenges of 2 key personas- </a:t>
            </a:r>
            <a:endParaRPr sz="1000" dirty="0">
              <a:solidFill>
                <a:schemeClr val="dk2"/>
              </a:solidFill>
            </a:endParaRPr>
          </a:p>
          <a:p>
            <a:pPr marL="457200" lvl="0" indent="-292100" algn="l" rtl="0">
              <a:lnSpc>
                <a:spcPct val="100000"/>
              </a:lnSpc>
              <a:spcBef>
                <a:spcPts val="1200"/>
              </a:spcBef>
              <a:spcAft>
                <a:spcPts val="0"/>
              </a:spcAft>
              <a:buClr>
                <a:schemeClr val="dk2"/>
              </a:buClr>
              <a:buSzPts val="1000"/>
              <a:buAutoNum type="arabicPeriod"/>
            </a:pPr>
            <a:r>
              <a:rPr lang="en-US" sz="1000" b="1" dirty="0">
                <a:solidFill>
                  <a:schemeClr val="dk2"/>
                </a:solidFill>
              </a:rPr>
              <a:t>Infrastructure teams- Cloud administrators and operators</a:t>
            </a:r>
            <a:r>
              <a:rPr lang="en-US" sz="1000" dirty="0">
                <a:solidFill>
                  <a:schemeClr val="dk2"/>
                </a:solidFill>
              </a:rPr>
              <a:t> who build, deploy and operate an infrastructure </a:t>
            </a:r>
            <a:endParaRPr sz="1000" dirty="0">
              <a:solidFill>
                <a:schemeClr val="dk2"/>
              </a:solidFill>
            </a:endParaRPr>
          </a:p>
          <a:p>
            <a:pPr marL="457200" lvl="0" indent="-292100" algn="l" rtl="0">
              <a:lnSpc>
                <a:spcPct val="100000"/>
              </a:lnSpc>
              <a:spcBef>
                <a:spcPts val="0"/>
              </a:spcBef>
              <a:spcAft>
                <a:spcPts val="0"/>
              </a:spcAft>
              <a:buClr>
                <a:schemeClr val="dk2"/>
              </a:buClr>
              <a:buSzPts val="1000"/>
              <a:buAutoNum type="arabicPeriod"/>
            </a:pPr>
            <a:r>
              <a:rPr lang="en-US" sz="1000" b="1" dirty="0">
                <a:solidFill>
                  <a:schemeClr val="dk2"/>
                </a:solidFill>
              </a:rPr>
              <a:t>Infrastructure consumers-  Platform engineers and DevOps teams</a:t>
            </a:r>
            <a:r>
              <a:rPr lang="en-US" sz="1000" dirty="0">
                <a:solidFill>
                  <a:schemeClr val="dk2"/>
                </a:solidFill>
              </a:rPr>
              <a:t> who want to consume this infrastructure to deliver applications. </a:t>
            </a:r>
            <a:endParaRPr sz="1000" b="1" dirty="0">
              <a:solidFill>
                <a:schemeClr val="dk2"/>
              </a:solidFill>
            </a:endParaRPr>
          </a:p>
          <a:p>
            <a:pPr marL="0" lvl="0" indent="0" algn="l" rtl="0">
              <a:lnSpc>
                <a:spcPct val="100000"/>
              </a:lnSpc>
              <a:spcBef>
                <a:spcPts val="1200"/>
              </a:spcBef>
              <a:spcAft>
                <a:spcPts val="0"/>
              </a:spcAft>
              <a:buClr>
                <a:schemeClr val="dk2"/>
              </a:buClr>
              <a:buSzPts val="1100"/>
              <a:buFont typeface="Arial"/>
              <a:buNone/>
            </a:pPr>
            <a:r>
              <a:rPr lang="en-US" sz="1000" b="1" dirty="0">
                <a:solidFill>
                  <a:schemeClr val="dk2"/>
                </a:solidFill>
              </a:rPr>
              <a:t>For Infrastructure Teams</a:t>
            </a:r>
            <a:r>
              <a:rPr lang="en-US" sz="1000" dirty="0">
                <a:solidFill>
                  <a:schemeClr val="dk2"/>
                </a:solidFill>
              </a:rPr>
              <a:t>: VCF 9 will provide a single unified platform for automation and operations that provides an integrated experience to infrastructure teams to help them build, deploy and operate a private cloud infrastructure in a simple and efficient manner. </a:t>
            </a:r>
            <a:endParaRPr sz="1000" dirty="0">
              <a:solidFill>
                <a:schemeClr val="dk2"/>
              </a:solidFill>
            </a:endParaRPr>
          </a:p>
          <a:p>
            <a:pPr marL="457200" lvl="0" indent="-292100" algn="l" rtl="0">
              <a:lnSpc>
                <a:spcPct val="100000"/>
              </a:lnSpc>
              <a:spcBef>
                <a:spcPts val="1200"/>
              </a:spcBef>
              <a:spcAft>
                <a:spcPts val="0"/>
              </a:spcAft>
              <a:buClr>
                <a:schemeClr val="dk2"/>
              </a:buClr>
              <a:buSzPts val="1000"/>
              <a:buChar char="-"/>
            </a:pPr>
            <a:r>
              <a:rPr lang="en-US" sz="1000" dirty="0">
                <a:solidFill>
                  <a:schemeClr val="dk2"/>
                </a:solidFill>
              </a:rPr>
              <a:t>With fully integrated compute, storage, and networking capabilities and a VCF Installer for faster deployment, IT teams will be able to seamlessly build and deploy their private cloud on Day 0. </a:t>
            </a:r>
            <a:endParaRPr sz="1000" dirty="0">
              <a:solidFill>
                <a:schemeClr val="dk2"/>
              </a:solidFill>
            </a:endParaRPr>
          </a:p>
          <a:p>
            <a:pPr marL="457200" lvl="0" indent="-292100" algn="l" rtl="0">
              <a:lnSpc>
                <a:spcPct val="100000"/>
              </a:lnSpc>
              <a:spcBef>
                <a:spcPts val="0"/>
              </a:spcBef>
              <a:spcAft>
                <a:spcPts val="0"/>
              </a:spcAft>
              <a:buClr>
                <a:schemeClr val="dk2"/>
              </a:buClr>
              <a:buSzPts val="1000"/>
              <a:buChar char="-"/>
            </a:pPr>
            <a:r>
              <a:rPr lang="en-US" sz="1000" dirty="0">
                <a:solidFill>
                  <a:schemeClr val="dk2"/>
                </a:solidFill>
              </a:rPr>
              <a:t>A unified VCF Operations console provides capacity management, tenant management, configuration of governance policies, and a consolidated VCF security dashboard, offering a unified management experience for performing Day 1 operations</a:t>
            </a:r>
            <a:endParaRPr sz="1000" dirty="0">
              <a:solidFill>
                <a:schemeClr val="dk2"/>
              </a:solidFill>
            </a:endParaRPr>
          </a:p>
          <a:p>
            <a:pPr marL="457200" lvl="0" indent="-292100" algn="l" rtl="0">
              <a:lnSpc>
                <a:spcPct val="100000"/>
              </a:lnSpc>
              <a:spcBef>
                <a:spcPts val="0"/>
              </a:spcBef>
              <a:spcAft>
                <a:spcPts val="0"/>
              </a:spcAft>
              <a:buClr>
                <a:schemeClr val="dk2"/>
              </a:buClr>
              <a:buSzPts val="1000"/>
              <a:buChar char="-"/>
            </a:pPr>
            <a:r>
              <a:rPr lang="en-US" sz="1000" dirty="0">
                <a:solidFill>
                  <a:schemeClr val="dk2"/>
                </a:solidFill>
              </a:rPr>
              <a:t>To enhance overall resource optimization, VCF Operations provides important metrics for cost efficiency, governance, and control. With features like VCF Diagnostics, Performance Optimization, and Application Topology and Network Analysis, all backed by full automation capabilities, VCF Operations will simplify SRE and security operations, enable faster troubleshooting and improve the overall reliability of IT infrastructure.</a:t>
            </a:r>
            <a:endParaRPr sz="1000" dirty="0">
              <a:solidFill>
                <a:schemeClr val="dk2"/>
              </a:solidFill>
            </a:endParaRPr>
          </a:p>
          <a:p>
            <a:pPr marL="457200" lvl="0" indent="-292100" algn="l" rtl="0">
              <a:lnSpc>
                <a:spcPct val="100000"/>
              </a:lnSpc>
              <a:spcBef>
                <a:spcPts val="0"/>
              </a:spcBef>
              <a:spcAft>
                <a:spcPts val="0"/>
              </a:spcAft>
              <a:buClr>
                <a:schemeClr val="dk2"/>
              </a:buClr>
              <a:buSzPts val="1000"/>
              <a:buChar char="-"/>
            </a:pPr>
            <a:r>
              <a:rPr lang="en-US" sz="1000" dirty="0">
                <a:solidFill>
                  <a:schemeClr val="dk2"/>
                </a:solidFill>
              </a:rPr>
              <a:t>With features such as global fleet level lifecycle management, One Identity and SSO Configuration, Single Subscription and Support Experience, it will streamline the Day 2 operations and minimize operational overhead of IT infrastructure teams.</a:t>
            </a:r>
            <a:endParaRPr sz="800" dirty="0">
              <a:solidFill>
                <a:schemeClr val="dk2"/>
              </a:solidFill>
            </a:endParaRPr>
          </a:p>
          <a:p>
            <a:pPr marL="0" lvl="0" indent="0" algn="l" rtl="0">
              <a:lnSpc>
                <a:spcPct val="100000"/>
              </a:lnSpc>
              <a:spcBef>
                <a:spcPts val="1200"/>
              </a:spcBef>
              <a:spcAft>
                <a:spcPts val="0"/>
              </a:spcAft>
              <a:buClr>
                <a:schemeClr val="dk2"/>
              </a:buClr>
              <a:buSzPts val="1100"/>
              <a:buFont typeface="Arial"/>
              <a:buNone/>
            </a:pPr>
            <a:r>
              <a:rPr lang="en-US" sz="1000" b="1" dirty="0">
                <a:solidFill>
                  <a:schemeClr val="dk2"/>
                </a:solidFill>
              </a:rPr>
              <a:t>For Infrastructure Consumers:</a:t>
            </a:r>
            <a:r>
              <a:rPr lang="en-US" sz="1000" dirty="0">
                <a:solidFill>
                  <a:schemeClr val="dk2"/>
                </a:solidFill>
              </a:rPr>
              <a:t> VCF 9 will deliver a infrastructure platform with a modern cloud interface to run traditional VMs as well as Kubernetes, containers and AI/ML workloads. </a:t>
            </a:r>
            <a:endParaRPr sz="1000" dirty="0">
              <a:solidFill>
                <a:schemeClr val="dk2"/>
              </a:solidFill>
            </a:endParaRPr>
          </a:p>
          <a:p>
            <a:pPr marL="457200" lvl="0" indent="-292100" algn="l" rtl="0">
              <a:lnSpc>
                <a:spcPct val="100000"/>
              </a:lnSpc>
              <a:spcBef>
                <a:spcPts val="1200"/>
              </a:spcBef>
              <a:spcAft>
                <a:spcPts val="0"/>
              </a:spcAft>
              <a:buClr>
                <a:schemeClr val="dk2"/>
              </a:buClr>
              <a:buSzPts val="1000"/>
              <a:buChar char="-"/>
            </a:pPr>
            <a:r>
              <a:rPr lang="en-US" sz="1000" dirty="0">
                <a:solidFill>
                  <a:schemeClr val="dk2"/>
                </a:solidFill>
              </a:rPr>
              <a:t>With multi-tenancy and identity management capabilities, it will empower developers with self-service infrastructure provisioning to quickly and efficiently deploy resources tailored to their specific needs while maintaining isolation, security, and effective resource management across different projects or teams. </a:t>
            </a:r>
            <a:endParaRPr sz="1000" dirty="0">
              <a:solidFill>
                <a:schemeClr val="dk2"/>
              </a:solidFill>
            </a:endParaRPr>
          </a:p>
          <a:p>
            <a:pPr marL="457200" lvl="0" indent="-292100" algn="l" rtl="0">
              <a:lnSpc>
                <a:spcPct val="100000"/>
              </a:lnSpc>
              <a:spcBef>
                <a:spcPts val="0"/>
              </a:spcBef>
              <a:spcAft>
                <a:spcPts val="0"/>
              </a:spcAft>
              <a:buClr>
                <a:schemeClr val="dk2"/>
              </a:buClr>
              <a:buSzPts val="1000"/>
              <a:buChar char="-"/>
            </a:pPr>
            <a:r>
              <a:rPr lang="en-US" sz="1000" dirty="0">
                <a:solidFill>
                  <a:schemeClr val="dk2"/>
                </a:solidFill>
              </a:rPr>
              <a:t>With governance policies, application blueprints and workflow orchestration, developers will be able to standardize the application deployment process, minimize errors, and accelerate the time-to-market for applications.</a:t>
            </a:r>
            <a:endParaRPr sz="1000" dirty="0">
              <a:solidFill>
                <a:schemeClr val="dk2"/>
              </a:solidFill>
            </a:endParaRPr>
          </a:p>
          <a:p>
            <a:pPr marL="457200" lvl="0" indent="-292100" algn="l" rtl="0">
              <a:lnSpc>
                <a:spcPct val="100000"/>
              </a:lnSpc>
              <a:spcBef>
                <a:spcPts val="0"/>
              </a:spcBef>
              <a:spcAft>
                <a:spcPts val="0"/>
              </a:spcAft>
              <a:buClr>
                <a:schemeClr val="dk2"/>
              </a:buClr>
              <a:buSzPts val="1000"/>
              <a:buChar char="-"/>
            </a:pPr>
            <a:r>
              <a:rPr lang="en-US" sz="1000" dirty="0">
                <a:solidFill>
                  <a:schemeClr val="dk2"/>
                </a:solidFill>
              </a:rPr>
              <a:t>With an out-of-the-box IaaS consumption surface that includes an integrated Kubernetes runtime, an application catalog, APIs, CLIs, and a suite of services from ecosystem partners, VCF 9 will enhance the developer experience and will improve developer efficiency and productivity.</a:t>
            </a:r>
            <a:endParaRPr sz="1000" dirty="0">
              <a:solidFill>
                <a:schemeClr val="dk2"/>
              </a:solidFill>
            </a:endParaRPr>
          </a:p>
          <a:p>
            <a:pPr marL="0" lvl="0" indent="0" algn="l" rtl="0">
              <a:lnSpc>
                <a:spcPct val="100000"/>
              </a:lnSpc>
              <a:spcBef>
                <a:spcPts val="0"/>
              </a:spcBef>
              <a:spcAft>
                <a:spcPts val="0"/>
              </a:spcAft>
              <a:buSzPts val="1400"/>
              <a:buNone/>
            </a:pPr>
            <a:endParaRPr sz="1000" dirty="0">
              <a:solidFill>
                <a:schemeClr val="dk2"/>
              </a:solidFill>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2"/>
                </a:solidFill>
              </a:rPr>
              <a:t>Additionally, you can extend the value of core VCF Platform with advanced services such as Private AI, Edge Orchestration, Data Services, Advanced Security services, Disaster Recovery, Load Balancing, Workload Automation and Container Operations.</a:t>
            </a:r>
            <a:r>
              <a:rPr lang="en-US" sz="900" dirty="0">
                <a:solidFill>
                  <a:schemeClr val="dk2"/>
                </a:solidFill>
              </a:rPr>
              <a:t> </a:t>
            </a:r>
            <a:r>
              <a:rPr lang="en-US" sz="1100" dirty="0">
                <a:solidFill>
                  <a:schemeClr val="dk2"/>
                </a:solidFill>
              </a:rPr>
              <a:t>These advanced services help expand the use cases, bolster security and provide a comprehensive app development ecosystem. </a:t>
            </a:r>
            <a:endParaRPr sz="1100" dirty="0"/>
          </a:p>
          <a:p>
            <a:pPr marL="0" lvl="0" indent="0" algn="l" rtl="0">
              <a:lnSpc>
                <a:spcPct val="100000"/>
              </a:lnSpc>
              <a:spcBef>
                <a:spcPts val="0"/>
              </a:spcBef>
              <a:spcAft>
                <a:spcPts val="0"/>
              </a:spcAft>
              <a:buSzPts val="1400"/>
              <a:buNone/>
            </a:pPr>
            <a:endParaRPr dirty="0"/>
          </a:p>
        </p:txBody>
      </p:sp>
      <p:sp>
        <p:nvSpPr>
          <p:cNvPr id="2171" name="Google Shape;2171;g2800d3fcf52_16_920:notes"/>
          <p:cNvSpPr txBox="1">
            <a:spLocks noGrp="1"/>
          </p:cNvSpPr>
          <p:nvPr>
            <p:ph type="sldNum" idx="12"/>
          </p:nvPr>
        </p:nvSpPr>
        <p:spPr>
          <a:xfrm>
            <a:off x="4014100" y="8890281"/>
            <a:ext cx="3070800" cy="469500"/>
          </a:xfrm>
          <a:prstGeom prst="rect">
            <a:avLst/>
          </a:prstGeom>
          <a:noFill/>
          <a:ln>
            <a:noFill/>
          </a:ln>
        </p:spPr>
        <p:txBody>
          <a:bodyPr spcFirstLastPara="1" wrap="square" lIns="94175" tIns="47075" rIns="94175" bIns="4707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9</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6"/>
        <p:cNvGrpSpPr/>
        <p:nvPr/>
      </p:nvGrpSpPr>
      <p:grpSpPr>
        <a:xfrm>
          <a:off x="0" y="0"/>
          <a:ext cx="0" cy="0"/>
          <a:chOff x="0" y="0"/>
          <a:chExt cx="0" cy="0"/>
        </a:xfrm>
      </p:grpSpPr>
      <p:sp>
        <p:nvSpPr>
          <p:cNvPr id="2297" name="Google Shape;2297;p1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8" name="Google Shape;2298;p1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Clr>
                <a:schemeClr val="dk2"/>
              </a:buClr>
              <a:buSzPts val="1100"/>
              <a:buFont typeface="Arial"/>
              <a:buNone/>
            </a:pPr>
            <a:r>
              <a:rPr lang="en-US" b="1" dirty="0">
                <a:solidFill>
                  <a:schemeClr val="dk2"/>
                </a:solidFill>
              </a:rPr>
              <a:t>VCF 9 Business Outcomes</a:t>
            </a:r>
            <a:endParaRPr b="1" dirty="0">
              <a:solidFill>
                <a:schemeClr val="dk2"/>
              </a:solidFill>
            </a:endParaRPr>
          </a:p>
          <a:p>
            <a:pPr marL="0" lvl="0" indent="0" algn="l" rtl="0">
              <a:lnSpc>
                <a:spcPct val="115000"/>
              </a:lnSpc>
              <a:spcBef>
                <a:spcPts val="0"/>
              </a:spcBef>
              <a:spcAft>
                <a:spcPts val="0"/>
              </a:spcAft>
              <a:buClr>
                <a:schemeClr val="dk2"/>
              </a:buClr>
              <a:buSzPts val="1100"/>
              <a:buFont typeface="Arial"/>
              <a:buNone/>
            </a:pPr>
            <a:endParaRPr sz="1000" b="1" dirty="0">
              <a:solidFill>
                <a:schemeClr val="dk2"/>
              </a:solidFill>
            </a:endParaRPr>
          </a:p>
          <a:p>
            <a:pPr marL="457200" lvl="0" indent="-292100" algn="l" rtl="0">
              <a:lnSpc>
                <a:spcPct val="115000"/>
              </a:lnSpc>
              <a:spcBef>
                <a:spcPts val="0"/>
              </a:spcBef>
              <a:spcAft>
                <a:spcPts val="0"/>
              </a:spcAft>
              <a:buClr>
                <a:schemeClr val="dk2"/>
              </a:buClr>
              <a:buSzPts val="1000"/>
              <a:buChar char="-"/>
            </a:pPr>
            <a:r>
              <a:rPr lang="en-US" sz="1000" b="1" dirty="0">
                <a:solidFill>
                  <a:schemeClr val="dk2"/>
                </a:solidFill>
              </a:rPr>
              <a:t>Streamlined Operational Efficiency: </a:t>
            </a:r>
            <a:r>
              <a:rPr lang="en-US" sz="1000" dirty="0">
                <a:solidFill>
                  <a:schemeClr val="dk2"/>
                </a:solidFill>
              </a:rPr>
              <a:t>With a unified, integrated platform, VCF 9 will enhance admin productivity, reduce operational overhead and costs, optimize resource management and streamline processes through advanced automation.</a:t>
            </a:r>
            <a:endParaRPr sz="1000" dirty="0">
              <a:solidFill>
                <a:schemeClr val="dk2"/>
              </a:solidFill>
            </a:endParaRPr>
          </a:p>
          <a:p>
            <a:pPr marL="457200" lvl="0" indent="-292100" algn="l" rtl="0">
              <a:lnSpc>
                <a:spcPct val="115000"/>
              </a:lnSpc>
              <a:spcBef>
                <a:spcPts val="0"/>
              </a:spcBef>
              <a:spcAft>
                <a:spcPts val="0"/>
              </a:spcAft>
              <a:buClr>
                <a:schemeClr val="dk2"/>
              </a:buClr>
              <a:buSzPts val="1000"/>
              <a:buChar char="-"/>
            </a:pPr>
            <a:r>
              <a:rPr lang="en-US" sz="1000" b="1" dirty="0">
                <a:solidFill>
                  <a:schemeClr val="dk2"/>
                </a:solidFill>
              </a:rPr>
              <a:t>Accelerated Innovation for All Apps:</a:t>
            </a:r>
            <a:r>
              <a:rPr lang="en-US" sz="1000" dirty="0">
                <a:solidFill>
                  <a:schemeClr val="dk2"/>
                </a:solidFill>
              </a:rPr>
              <a:t> VCF 9 will simplify and speed up infrastructure consumption for developers, enabling rapid infrastructure provisioning and deployment with unified governance and control, allowing developers to quickly bring any application—whether VMs, containers, Kubernetes, or AI/ML apps—to market with faster development cycles.</a:t>
            </a:r>
            <a:endParaRPr sz="1000" dirty="0">
              <a:solidFill>
                <a:schemeClr val="dk2"/>
              </a:solidFill>
            </a:endParaRPr>
          </a:p>
          <a:p>
            <a:pPr marL="457200" lvl="0" indent="-292100" algn="l" rtl="0">
              <a:lnSpc>
                <a:spcPct val="115000"/>
              </a:lnSpc>
              <a:spcBef>
                <a:spcPts val="0"/>
              </a:spcBef>
              <a:spcAft>
                <a:spcPts val="0"/>
              </a:spcAft>
              <a:buClr>
                <a:schemeClr val="dk2"/>
              </a:buClr>
              <a:buSzPts val="1000"/>
              <a:buChar char="-"/>
            </a:pPr>
            <a:r>
              <a:rPr lang="en-US" sz="1000" b="1" dirty="0">
                <a:solidFill>
                  <a:schemeClr val="dk2"/>
                </a:solidFill>
              </a:rPr>
              <a:t>Continuous Platform Resilience and Compliance:</a:t>
            </a:r>
            <a:r>
              <a:rPr lang="en-US" sz="1000" dirty="0">
                <a:solidFill>
                  <a:schemeClr val="dk2"/>
                </a:solidFill>
              </a:rPr>
              <a:t> With a comprehensive set of resiliency features and proactive compliance measures, VCF 9 will deliver a more reliable platform and will ensure operational stability, uninterrupted business operations and adherence to regulatory standards.</a:t>
            </a:r>
            <a:endParaRPr sz="1000" dirty="0">
              <a:solidFill>
                <a:schemeClr val="dk2"/>
              </a:solidFill>
            </a:endParaRPr>
          </a:p>
          <a:p>
            <a:pPr marL="457200" lvl="0" indent="-292100" algn="l" rtl="0">
              <a:lnSpc>
                <a:spcPct val="115000"/>
              </a:lnSpc>
              <a:spcBef>
                <a:spcPts val="0"/>
              </a:spcBef>
              <a:spcAft>
                <a:spcPts val="0"/>
              </a:spcAft>
              <a:buClr>
                <a:schemeClr val="dk2"/>
              </a:buClr>
              <a:buSzPts val="1000"/>
              <a:buChar char="-"/>
            </a:pPr>
            <a:r>
              <a:rPr lang="en-US" sz="1000" b="1" dirty="0">
                <a:solidFill>
                  <a:srgbClr val="000001"/>
                </a:solidFill>
              </a:rPr>
              <a:t>Rapid ROI and Time to Value: ​​</a:t>
            </a:r>
            <a:r>
              <a:rPr lang="en-US" sz="1000" dirty="0">
                <a:solidFill>
                  <a:srgbClr val="000001"/>
                </a:solidFill>
              </a:rPr>
              <a:t>With lower infrastructure costs, improved IT team efficiencies and development productivity gains</a:t>
            </a:r>
            <a:r>
              <a:rPr lang="en-US" sz="1000" b="1" dirty="0">
                <a:solidFill>
                  <a:srgbClr val="000001"/>
                </a:solidFill>
              </a:rPr>
              <a:t>,</a:t>
            </a:r>
            <a:r>
              <a:rPr lang="en-US" sz="1000" dirty="0">
                <a:solidFill>
                  <a:srgbClr val="000001"/>
                </a:solidFill>
              </a:rPr>
              <a:t> with VCF 9, customers will quickly realize significant returns on investment and accelerated time to value.</a:t>
            </a:r>
            <a:endParaRPr sz="1000" dirty="0">
              <a:solidFill>
                <a:schemeClr val="dk2"/>
              </a:solidFill>
            </a:endParaRPr>
          </a:p>
          <a:p>
            <a:pPr marL="457200" lvl="0" indent="-228600" algn="l" rtl="0">
              <a:lnSpc>
                <a:spcPct val="100000"/>
              </a:lnSpc>
              <a:spcBef>
                <a:spcPts val="0"/>
              </a:spcBef>
              <a:spcAft>
                <a:spcPts val="0"/>
              </a:spcAft>
              <a:buClr>
                <a:schemeClr val="dk1"/>
              </a:buClr>
              <a:buSzPts val="1400"/>
              <a:buFont typeface="Arial"/>
              <a:buNone/>
            </a:pPr>
            <a:endParaRPr dirty="0"/>
          </a:p>
        </p:txBody>
      </p:sp>
      <p:sp>
        <p:nvSpPr>
          <p:cNvPr id="2299" name="Google Shape;2299;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1"/>
        <p:cNvGrpSpPr/>
        <p:nvPr/>
      </p:nvGrpSpPr>
      <p:grpSpPr>
        <a:xfrm>
          <a:off x="0" y="0"/>
          <a:ext cx="0" cy="0"/>
          <a:chOff x="0" y="0"/>
          <a:chExt cx="0" cy="0"/>
        </a:xfrm>
      </p:grpSpPr>
      <p:sp>
        <p:nvSpPr>
          <p:cNvPr id="2322" name="Google Shape;2322;p1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3" name="Google Shape;2323;p1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1200"/>
              </a:spcBef>
              <a:spcAft>
                <a:spcPts val="0"/>
              </a:spcAft>
              <a:buClr>
                <a:schemeClr val="dk2"/>
              </a:buClr>
              <a:buSzPts val="1100"/>
              <a:buFont typeface="Arial"/>
              <a:buNone/>
            </a:pPr>
            <a:r>
              <a:rPr lang="en-US" sz="925" b="1" dirty="0">
                <a:solidFill>
                  <a:schemeClr val="dk2"/>
                </a:solidFill>
              </a:rPr>
              <a:t>For Infrastructure Teams</a:t>
            </a:r>
            <a:r>
              <a:rPr lang="en-US" sz="925" dirty="0">
                <a:solidFill>
                  <a:schemeClr val="dk2"/>
                </a:solidFill>
              </a:rPr>
              <a:t>: VCF 9 will provide a single unified platform for automation and operations that provides an integrated experience to infrastructure teams to help them build, deploy and operate a private cloud infrastructure in a simple and efficient manner. </a:t>
            </a:r>
            <a:endParaRPr sz="925" dirty="0">
              <a:solidFill>
                <a:schemeClr val="dk2"/>
              </a:solidFill>
            </a:endParaRPr>
          </a:p>
          <a:p>
            <a:pPr marL="457200" lvl="0" indent="-292100" algn="l" rtl="0">
              <a:lnSpc>
                <a:spcPct val="80000"/>
              </a:lnSpc>
              <a:spcBef>
                <a:spcPts val="1200"/>
              </a:spcBef>
              <a:spcAft>
                <a:spcPts val="0"/>
              </a:spcAft>
              <a:buClr>
                <a:schemeClr val="dk2"/>
              </a:buClr>
              <a:buSzPts val="1000"/>
              <a:buChar char="-"/>
            </a:pPr>
            <a:r>
              <a:rPr lang="en-US" sz="925" dirty="0">
                <a:solidFill>
                  <a:schemeClr val="dk2"/>
                </a:solidFill>
              </a:rPr>
              <a:t>Private Cloud Deployment: IT teams can deploy their private cloud on Day 0 with fully integrated compute, storage, and networking capabilities and a </a:t>
            </a:r>
            <a:r>
              <a:rPr lang="en-US" sz="925" dirty="0" err="1">
                <a:solidFill>
                  <a:schemeClr val="dk2"/>
                </a:solidFill>
              </a:rPr>
              <a:t>Quickstart</a:t>
            </a:r>
            <a:r>
              <a:rPr lang="en-US" sz="925" dirty="0">
                <a:solidFill>
                  <a:schemeClr val="dk2"/>
                </a:solidFill>
              </a:rPr>
              <a:t> App</a:t>
            </a:r>
            <a:endParaRPr sz="925" dirty="0">
              <a:solidFill>
                <a:schemeClr val="dk2"/>
              </a:solidFill>
            </a:endParaRPr>
          </a:p>
          <a:p>
            <a:pPr marL="457200" lvl="0" indent="-292100" algn="l" rtl="0">
              <a:lnSpc>
                <a:spcPct val="80000"/>
              </a:lnSpc>
              <a:spcBef>
                <a:spcPts val="0"/>
              </a:spcBef>
              <a:spcAft>
                <a:spcPts val="0"/>
              </a:spcAft>
              <a:buClr>
                <a:schemeClr val="dk2"/>
              </a:buClr>
              <a:buSzPts val="1000"/>
              <a:buChar char="-"/>
            </a:pPr>
            <a:r>
              <a:rPr lang="en-US" sz="925" dirty="0">
                <a:solidFill>
                  <a:schemeClr val="dk2"/>
                </a:solidFill>
              </a:rPr>
              <a:t>Resource Management, Governance and Security: With a single unified console for capacity management, tenant management, configuration of governance policies, and a single VCF security dashboard, it will offer a unified management experience for performing Day 1 operations </a:t>
            </a:r>
            <a:endParaRPr dirty="0"/>
          </a:p>
          <a:p>
            <a:pPr marL="457200" lvl="0" indent="-292100" algn="l" rtl="0">
              <a:lnSpc>
                <a:spcPct val="80000"/>
              </a:lnSpc>
              <a:spcBef>
                <a:spcPts val="0"/>
              </a:spcBef>
              <a:spcAft>
                <a:spcPts val="0"/>
              </a:spcAft>
              <a:buClr>
                <a:schemeClr val="dk2"/>
              </a:buClr>
              <a:buSzPts val="1000"/>
              <a:buChar char="-"/>
            </a:pPr>
            <a:r>
              <a:rPr lang="en-US" sz="925" dirty="0">
                <a:solidFill>
                  <a:schemeClr val="dk2"/>
                </a:solidFill>
              </a:rPr>
              <a:t>Optimized Fleet Management: With global fleet level lifecycle management, One Identity and SSO Configuration, and Single Subscription and Support Experience, it will streamline the Day 2 operations.</a:t>
            </a:r>
            <a:endParaRPr sz="740" dirty="0">
              <a:solidFill>
                <a:schemeClr val="dk2"/>
              </a:solidFill>
            </a:endParaRPr>
          </a:p>
          <a:p>
            <a:pPr marL="0" lvl="0" indent="0" algn="l" rtl="0">
              <a:lnSpc>
                <a:spcPct val="80000"/>
              </a:lnSpc>
              <a:spcBef>
                <a:spcPts val="1200"/>
              </a:spcBef>
              <a:spcAft>
                <a:spcPts val="0"/>
              </a:spcAft>
              <a:buClr>
                <a:schemeClr val="dk2"/>
              </a:buClr>
              <a:buSzPts val="1100"/>
              <a:buFont typeface="Arial"/>
              <a:buNone/>
            </a:pPr>
            <a:endParaRPr sz="925" b="1" dirty="0">
              <a:solidFill>
                <a:schemeClr val="dk2"/>
              </a:solidFill>
            </a:endParaRPr>
          </a:p>
          <a:p>
            <a:pPr marL="0" lvl="0" indent="0" algn="l" rtl="0">
              <a:lnSpc>
                <a:spcPct val="80000"/>
              </a:lnSpc>
              <a:spcBef>
                <a:spcPts val="1200"/>
              </a:spcBef>
              <a:spcAft>
                <a:spcPts val="0"/>
              </a:spcAft>
              <a:buClr>
                <a:schemeClr val="dk2"/>
              </a:buClr>
              <a:buSzPts val="1100"/>
              <a:buFont typeface="Arial"/>
              <a:buNone/>
            </a:pPr>
            <a:r>
              <a:rPr lang="en-US" sz="925" b="1" dirty="0">
                <a:solidFill>
                  <a:schemeClr val="dk2"/>
                </a:solidFill>
              </a:rPr>
              <a:t>For Infrastructure Consumers:</a:t>
            </a:r>
            <a:r>
              <a:rPr lang="en-US" sz="925" dirty="0">
                <a:solidFill>
                  <a:schemeClr val="dk2"/>
                </a:solidFill>
              </a:rPr>
              <a:t> VCF 9 will deliver a developer-ready infrastructure platform with a modern cloud interface to run traditional VMs as well as Kubernetes, containers and AI/ML workloads. </a:t>
            </a:r>
            <a:endParaRPr sz="925" dirty="0">
              <a:solidFill>
                <a:schemeClr val="dk2"/>
              </a:solidFill>
            </a:endParaRPr>
          </a:p>
          <a:p>
            <a:pPr marL="457200" lvl="0" indent="-292100" algn="l" rtl="0">
              <a:lnSpc>
                <a:spcPct val="80000"/>
              </a:lnSpc>
              <a:spcBef>
                <a:spcPts val="1200"/>
              </a:spcBef>
              <a:spcAft>
                <a:spcPts val="0"/>
              </a:spcAft>
              <a:buClr>
                <a:schemeClr val="dk2"/>
              </a:buClr>
              <a:buSzPts val="1000"/>
              <a:buChar char="-"/>
            </a:pPr>
            <a:r>
              <a:rPr lang="en-US" sz="925" dirty="0">
                <a:solidFill>
                  <a:schemeClr val="dk2"/>
                </a:solidFill>
              </a:rPr>
              <a:t>Tenant Management and Governance: With multi-tenancy and identity management, it will provide isolated, secure yet self-serve infrastructure to developers  so that they do not have to rely on IT team for infrastructure resources. </a:t>
            </a:r>
            <a:endParaRPr sz="925" dirty="0">
              <a:solidFill>
                <a:schemeClr val="dk2"/>
              </a:solidFill>
            </a:endParaRPr>
          </a:p>
          <a:p>
            <a:pPr marL="457200" lvl="0" indent="-292100" algn="l" rtl="0">
              <a:lnSpc>
                <a:spcPct val="80000"/>
              </a:lnSpc>
              <a:spcBef>
                <a:spcPts val="0"/>
              </a:spcBef>
              <a:spcAft>
                <a:spcPts val="0"/>
              </a:spcAft>
              <a:buClr>
                <a:schemeClr val="dk2"/>
              </a:buClr>
              <a:buSzPts val="1000"/>
              <a:buChar char="-"/>
            </a:pPr>
            <a:r>
              <a:rPr lang="en-US" sz="925" dirty="0">
                <a:solidFill>
                  <a:schemeClr val="dk2"/>
                </a:solidFill>
              </a:rPr>
              <a:t>Application and Workflow Orchestration: With application blueprints and workflow orchestration, developers will be able to standardize the application deployment process, minimize errors, and accelerate the time-to-market for applications.</a:t>
            </a:r>
            <a:endParaRPr sz="925" dirty="0">
              <a:solidFill>
                <a:schemeClr val="dk2"/>
              </a:solidFill>
            </a:endParaRPr>
          </a:p>
          <a:p>
            <a:pPr marL="457200" lvl="0" indent="-292100" algn="l" rtl="0">
              <a:lnSpc>
                <a:spcPct val="80000"/>
              </a:lnSpc>
              <a:spcBef>
                <a:spcPts val="0"/>
              </a:spcBef>
              <a:spcAft>
                <a:spcPts val="0"/>
              </a:spcAft>
              <a:buClr>
                <a:schemeClr val="dk2"/>
              </a:buClr>
              <a:buSzPts val="1000"/>
              <a:buChar char="-"/>
            </a:pPr>
            <a:r>
              <a:rPr lang="en-US" sz="925" dirty="0">
                <a:solidFill>
                  <a:schemeClr val="dk2"/>
                </a:solidFill>
              </a:rPr>
              <a:t>Modern Developer Experience: With an out-of-the-box IaaS consumption surface with an integrated Kubernetes runtime, an application catalog, APIs, CLIs, and a suite of services from ecosystem partners, VCF 9 will enhance the developer experience and improve developer efficiency and productivity.</a:t>
            </a:r>
            <a:endParaRPr sz="1110" dirty="0">
              <a:solidFill>
                <a:srgbClr val="FF0000"/>
              </a:solidFill>
              <a:latin typeface="Arial"/>
              <a:ea typeface="Arial"/>
              <a:cs typeface="Arial"/>
              <a:sym typeface="Arial"/>
            </a:endParaRPr>
          </a:p>
        </p:txBody>
      </p:sp>
      <p:sp>
        <p:nvSpPr>
          <p:cNvPr id="2324" name="Google Shape;2324;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4"/>
        <p:cNvGrpSpPr/>
        <p:nvPr/>
      </p:nvGrpSpPr>
      <p:grpSpPr>
        <a:xfrm>
          <a:off x="0" y="0"/>
          <a:ext cx="0" cy="0"/>
          <a:chOff x="0" y="0"/>
          <a:chExt cx="0" cy="0"/>
        </a:xfrm>
      </p:grpSpPr>
      <p:sp>
        <p:nvSpPr>
          <p:cNvPr id="2435" name="Google Shape;2435;p1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6" name="Google Shape;2436;p1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1200"/>
              </a:spcBef>
              <a:spcAft>
                <a:spcPts val="0"/>
              </a:spcAft>
              <a:buClr>
                <a:schemeClr val="dk2"/>
              </a:buClr>
              <a:buSzPts val="1100"/>
              <a:buFont typeface="Arial"/>
              <a:buNone/>
            </a:pPr>
            <a:r>
              <a:rPr lang="en-US" sz="1200" b="1">
                <a:solidFill>
                  <a:schemeClr val="dk2"/>
                </a:solidFill>
              </a:rPr>
              <a:t>Enhancements </a:t>
            </a:r>
            <a:r>
              <a:rPr lang="en-US" b="1">
                <a:solidFill>
                  <a:schemeClr val="dk2"/>
                </a:solidFill>
              </a:rPr>
              <a:t>to the new</a:t>
            </a:r>
            <a:r>
              <a:rPr lang="en-US" sz="1200" b="1">
                <a:solidFill>
                  <a:schemeClr val="dk2"/>
                </a:solidFill>
              </a:rPr>
              <a:t> VCF Operations Console:</a:t>
            </a:r>
            <a:endParaRPr sz="1200" b="1">
              <a:solidFill>
                <a:schemeClr val="dk2"/>
              </a:solidFill>
            </a:endParaRPr>
          </a:p>
          <a:p>
            <a:pPr marL="228600" lvl="0" indent="-228600" algn="l" rtl="0">
              <a:lnSpc>
                <a:spcPct val="80000"/>
              </a:lnSpc>
              <a:spcBef>
                <a:spcPts val="1200"/>
              </a:spcBef>
              <a:spcAft>
                <a:spcPts val="0"/>
              </a:spcAft>
              <a:buClr>
                <a:schemeClr val="dk2"/>
              </a:buClr>
              <a:buSzPts val="1100"/>
              <a:buFont typeface="Arial"/>
              <a:buAutoNum type="arabicPeriod"/>
            </a:pPr>
            <a:r>
              <a:rPr lang="en-US" sz="1200" b="0">
                <a:solidFill>
                  <a:schemeClr val="dk2"/>
                </a:solidFill>
              </a:rPr>
              <a:t>VCF Build Experience: VCF 9 will simplify private cloud deployment with Quickstart App and a</a:t>
            </a:r>
            <a:r>
              <a:rPr lang="en-US">
                <a:solidFill>
                  <a:schemeClr val="dk2"/>
                </a:solidFill>
              </a:rPr>
              <a:t> single console for streamlined resource management, role-based access, governance, cost management and end to end visibility</a:t>
            </a:r>
            <a:endParaRPr sz="1200" b="0">
              <a:solidFill>
                <a:schemeClr val="dk2"/>
              </a:solidFill>
            </a:endParaRPr>
          </a:p>
          <a:p>
            <a:pPr marL="228600" lvl="0" indent="-228600" algn="l" rtl="0">
              <a:lnSpc>
                <a:spcPct val="80000"/>
              </a:lnSpc>
              <a:spcBef>
                <a:spcPts val="1200"/>
              </a:spcBef>
              <a:spcAft>
                <a:spcPts val="0"/>
              </a:spcAft>
              <a:buClr>
                <a:schemeClr val="dk2"/>
              </a:buClr>
              <a:buSzPts val="1100"/>
              <a:buFont typeface="Arial"/>
              <a:buAutoNum type="arabicPeriod"/>
            </a:pPr>
            <a:r>
              <a:rPr lang="en-US" sz="1200" b="0">
                <a:solidFill>
                  <a:schemeClr val="dk2"/>
                </a:solidFill>
              </a:rPr>
              <a:t>VCF SRE, Security and Deploy Ops: A unified console with V</a:t>
            </a:r>
            <a:r>
              <a:rPr lang="en-US">
                <a:solidFill>
                  <a:schemeClr val="dk2"/>
                </a:solidFill>
              </a:rPr>
              <a:t>CF Diagnostics, Performance Optimization, Application Topology, Network Analysis and VCF Security Dashboard will enable seamless private cloud deployment and operations for SRE, Security and Operations teams.</a:t>
            </a:r>
            <a:endParaRPr sz="1200" b="0">
              <a:solidFill>
                <a:schemeClr val="dk2"/>
              </a:solidFill>
            </a:endParaRPr>
          </a:p>
          <a:p>
            <a:pPr marL="228600" marR="0" lvl="0" indent="-228600" algn="l" rtl="0">
              <a:lnSpc>
                <a:spcPct val="80000"/>
              </a:lnSpc>
              <a:spcBef>
                <a:spcPts val="1200"/>
              </a:spcBef>
              <a:spcAft>
                <a:spcPts val="0"/>
              </a:spcAft>
              <a:buClr>
                <a:schemeClr val="dk2"/>
              </a:buClr>
              <a:buSzPts val="1100"/>
              <a:buFont typeface="Arial"/>
              <a:buAutoNum type="arabicPeriod"/>
            </a:pPr>
            <a:r>
              <a:rPr lang="en-US" sz="1200" b="0">
                <a:solidFill>
                  <a:schemeClr val="dk2"/>
                </a:solidFill>
              </a:rPr>
              <a:t>VCF Management: </a:t>
            </a:r>
            <a:r>
              <a:rPr lang="en-US" sz="1200">
                <a:solidFill>
                  <a:schemeClr val="dk2"/>
                </a:solidFill>
              </a:rPr>
              <a:t>: With global fleet level lifecycle management, One Identity and SSO Configuration, and Single Subscription and Support Experience, it will help streamline the Day 2 operations.</a:t>
            </a:r>
            <a:endParaRPr sz="800">
              <a:solidFill>
                <a:schemeClr val="dk2"/>
              </a:solidFill>
            </a:endParaRPr>
          </a:p>
          <a:p>
            <a:pPr marL="228600" lvl="0" indent="-158750" algn="l" rtl="0">
              <a:lnSpc>
                <a:spcPct val="80000"/>
              </a:lnSpc>
              <a:spcBef>
                <a:spcPts val="1200"/>
              </a:spcBef>
              <a:spcAft>
                <a:spcPts val="0"/>
              </a:spcAft>
              <a:buClr>
                <a:schemeClr val="dk2"/>
              </a:buClr>
              <a:buSzPts val="1100"/>
              <a:buFont typeface="Arial"/>
              <a:buNone/>
            </a:pPr>
            <a:endParaRPr sz="1200" b="0">
              <a:solidFill>
                <a:schemeClr val="dk1"/>
              </a:solidFill>
            </a:endParaRPr>
          </a:p>
        </p:txBody>
      </p:sp>
      <p:sp>
        <p:nvSpPr>
          <p:cNvPr id="2437" name="Google Shape;2437;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8"/>
        <p:cNvGrpSpPr/>
        <p:nvPr/>
      </p:nvGrpSpPr>
      <p:grpSpPr>
        <a:xfrm>
          <a:off x="0" y="0"/>
          <a:ext cx="0" cy="0"/>
          <a:chOff x="0" y="0"/>
          <a:chExt cx="0" cy="0"/>
        </a:xfrm>
      </p:grpSpPr>
      <p:sp>
        <p:nvSpPr>
          <p:cNvPr id="2469" name="Google Shape;2469;p1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0" name="Google Shape;2470;p1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chemeClr val="dk1"/>
              </a:buClr>
              <a:buSzPts val="1400"/>
              <a:buFont typeface="Arial"/>
              <a:buNone/>
            </a:pPr>
            <a:r>
              <a:rPr lang="en-US" sz="1200" b="1">
                <a:solidFill>
                  <a:schemeClr val="dk2"/>
                </a:solidFill>
              </a:rPr>
              <a:t>Enhancements in new VCF Automation Console:</a:t>
            </a:r>
            <a:endParaRPr b="1">
              <a:solidFill>
                <a:schemeClr val="dk2"/>
              </a:solidFill>
            </a:endParaRPr>
          </a:p>
          <a:p>
            <a:pPr marL="0" lvl="0" indent="0" algn="l" rtl="0">
              <a:lnSpc>
                <a:spcPct val="80000"/>
              </a:lnSpc>
              <a:spcBef>
                <a:spcPts val="0"/>
              </a:spcBef>
              <a:spcAft>
                <a:spcPts val="0"/>
              </a:spcAft>
              <a:buClr>
                <a:schemeClr val="dk1"/>
              </a:buClr>
              <a:buSzPts val="1400"/>
              <a:buFont typeface="Arial"/>
              <a:buNone/>
            </a:pPr>
            <a:endParaRPr sz="1200"/>
          </a:p>
          <a:p>
            <a:pPr marL="457200" lvl="0" indent="-292100" algn="l" rtl="0">
              <a:lnSpc>
                <a:spcPct val="100000"/>
              </a:lnSpc>
              <a:spcBef>
                <a:spcPts val="1200"/>
              </a:spcBef>
              <a:spcAft>
                <a:spcPts val="0"/>
              </a:spcAft>
              <a:buClr>
                <a:schemeClr val="dk2"/>
              </a:buClr>
              <a:buSzPts val="1000"/>
              <a:buChar char="-"/>
            </a:pPr>
            <a:r>
              <a:rPr lang="en-US" sz="1200">
                <a:solidFill>
                  <a:schemeClr val="dk2"/>
                </a:solidFill>
              </a:rPr>
              <a:t>Tenant management: With multi-tenancy, identity management and tenant specific operations, developers will be able to perform self-service infrastructure provisioning while maintaining isolation, security, and effective resource management across different teams. </a:t>
            </a:r>
            <a:endParaRPr/>
          </a:p>
          <a:p>
            <a:pPr marL="457200" lvl="0" indent="-292100" algn="l" rtl="0">
              <a:lnSpc>
                <a:spcPct val="100000"/>
              </a:lnSpc>
              <a:spcBef>
                <a:spcPts val="0"/>
              </a:spcBef>
              <a:spcAft>
                <a:spcPts val="0"/>
              </a:spcAft>
              <a:buClr>
                <a:schemeClr val="dk2"/>
              </a:buClr>
              <a:buSzPts val="1000"/>
              <a:buChar char="-"/>
            </a:pPr>
            <a:r>
              <a:rPr lang="en-US" sz="1200">
                <a:solidFill>
                  <a:schemeClr val="dk2"/>
                </a:solidFill>
              </a:rPr>
              <a:t>Cloud Governance: With governance policies, application blueprints and workflow orchestration, developers will be able to standardize the application deployment process</a:t>
            </a:r>
            <a:endParaRPr/>
          </a:p>
          <a:p>
            <a:pPr marL="457200" lvl="0" indent="-292100" algn="l" rtl="0">
              <a:lnSpc>
                <a:spcPct val="100000"/>
              </a:lnSpc>
              <a:spcBef>
                <a:spcPts val="0"/>
              </a:spcBef>
              <a:spcAft>
                <a:spcPts val="0"/>
              </a:spcAft>
              <a:buClr>
                <a:schemeClr val="dk2"/>
              </a:buClr>
              <a:buSzPts val="1000"/>
              <a:buChar char="-"/>
            </a:pPr>
            <a:r>
              <a:rPr lang="en-US" sz="1200">
                <a:solidFill>
                  <a:schemeClr val="dk2"/>
                </a:solidFill>
              </a:rPr>
              <a:t>Developer Experience: With an out-of-the-box IaaS consumption surface and integrated Kubernetes runtime, an application catalog, APIs, CLIs, and a suite of ecosystem services, VCF 9 will improve developer efficiency and productivity.</a:t>
            </a:r>
            <a:endParaRPr/>
          </a:p>
          <a:p>
            <a:pPr marL="0" lvl="0" indent="0" algn="l" rtl="0">
              <a:lnSpc>
                <a:spcPct val="80000"/>
              </a:lnSpc>
              <a:spcBef>
                <a:spcPts val="0"/>
              </a:spcBef>
              <a:spcAft>
                <a:spcPts val="0"/>
              </a:spcAft>
              <a:buClr>
                <a:schemeClr val="dk1"/>
              </a:buClr>
              <a:buSzPts val="1400"/>
              <a:buFont typeface="Arial"/>
              <a:buNone/>
            </a:pPr>
            <a:endParaRPr sz="1200"/>
          </a:p>
        </p:txBody>
      </p:sp>
      <p:sp>
        <p:nvSpPr>
          <p:cNvPr id="2471" name="Google Shape;2471;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2"/>
        <p:cNvGrpSpPr/>
        <p:nvPr/>
      </p:nvGrpSpPr>
      <p:grpSpPr>
        <a:xfrm>
          <a:off x="0" y="0"/>
          <a:ext cx="0" cy="0"/>
          <a:chOff x="0" y="0"/>
          <a:chExt cx="0" cy="0"/>
        </a:xfrm>
      </p:grpSpPr>
      <p:sp>
        <p:nvSpPr>
          <p:cNvPr id="2503" name="Google Shape;2503;p1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4" name="Google Shape;2504;p1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60000"/>
              </a:lnSpc>
              <a:spcBef>
                <a:spcPts val="1200"/>
              </a:spcBef>
              <a:spcAft>
                <a:spcPts val="0"/>
              </a:spcAft>
              <a:buClr>
                <a:schemeClr val="dk2"/>
              </a:buClr>
              <a:buSzPts val="1100"/>
              <a:buFont typeface="Arial"/>
              <a:buNone/>
            </a:pPr>
            <a:r>
              <a:rPr lang="en-US" sz="1000" b="1">
                <a:solidFill>
                  <a:schemeClr val="dk2"/>
                </a:solidFill>
              </a:rPr>
              <a:t>VMware Cloud Foundation 9 - Planned Key Features</a:t>
            </a:r>
            <a:endParaRPr sz="1000" b="1">
              <a:solidFill>
                <a:schemeClr val="dk2"/>
              </a:solidFill>
            </a:endParaRPr>
          </a:p>
          <a:p>
            <a:pPr marL="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75000"/>
              </a:lnSpc>
              <a:spcBef>
                <a:spcPts val="0"/>
              </a:spcBef>
              <a:spcAft>
                <a:spcPts val="0"/>
              </a:spcAft>
              <a:buClr>
                <a:schemeClr val="dk2"/>
              </a:buClr>
              <a:buSzPts val="1100"/>
              <a:buFont typeface="Arial"/>
              <a:buNone/>
            </a:pPr>
            <a:r>
              <a:rPr lang="en-US" sz="1000" b="1">
                <a:solidFill>
                  <a:schemeClr val="dk2"/>
                </a:solidFill>
              </a:rPr>
              <a:t>Modernize Infrastructure:</a:t>
            </a:r>
            <a:endParaRPr sz="1000" b="1">
              <a:solidFill>
                <a:schemeClr val="dk2"/>
              </a:solidFill>
            </a:endParaRPr>
          </a:p>
          <a:p>
            <a:pPr marL="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457200" lvl="0" indent="-292100" algn="l" rtl="0">
              <a:lnSpc>
                <a:spcPct val="75000"/>
              </a:lnSpc>
              <a:spcBef>
                <a:spcPts val="0"/>
              </a:spcBef>
              <a:spcAft>
                <a:spcPts val="0"/>
              </a:spcAft>
              <a:buClr>
                <a:schemeClr val="dk2"/>
              </a:buClr>
              <a:buSzPts val="1000"/>
              <a:buChar char="●"/>
            </a:pPr>
            <a:r>
              <a:rPr lang="en-US" sz="1000" b="1">
                <a:solidFill>
                  <a:schemeClr val="dk2"/>
                </a:solidFill>
              </a:rPr>
              <a:t>Enhanced VCF Import: </a:t>
            </a:r>
            <a:r>
              <a:rPr lang="en-US" sz="1000">
                <a:solidFill>
                  <a:schemeClr val="dk2"/>
                </a:solidFill>
              </a:rPr>
              <a:t>With VMware Cloud Foundation 9, there will be further enhancements to VCF Import capability released in 5.2. With these enhancements, customers will be able to import VMware NSX, VMware Avi Load Balancer and more complex storage topologies into existing VCF environments, and seamlessly integrate their older versions of existing infrastructure with minimal risks and complexities. Also, there will be a new intuitive UI.  </a:t>
            </a:r>
            <a:r>
              <a:rPr lang="en-US" sz="1000" b="1">
                <a:solidFill>
                  <a:schemeClr val="dk2"/>
                </a:solidFill>
              </a:rPr>
              <a:t>Benefits</a:t>
            </a:r>
            <a:r>
              <a:rPr lang="en-US" sz="1000">
                <a:solidFill>
                  <a:schemeClr val="dk2"/>
                </a:solidFill>
              </a:rPr>
              <a:t>: Easy to integrate older versions of infrastructure, Simplified management and deployment of workloads with new UI.</a:t>
            </a:r>
            <a:endParaRPr sz="1000">
              <a:solidFill>
                <a:schemeClr val="dk2"/>
              </a:solidFill>
            </a:endParaRPr>
          </a:p>
          <a:p>
            <a:pPr marL="45720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457200" lvl="0" indent="-292100" algn="l" rtl="0">
              <a:lnSpc>
                <a:spcPct val="75000"/>
              </a:lnSpc>
              <a:spcBef>
                <a:spcPts val="0"/>
              </a:spcBef>
              <a:spcAft>
                <a:spcPts val="0"/>
              </a:spcAft>
              <a:buClr>
                <a:schemeClr val="dk2"/>
              </a:buClr>
              <a:buSzPts val="1000"/>
              <a:buChar char="●"/>
            </a:pPr>
            <a:r>
              <a:rPr lang="en-US" sz="1000" b="1">
                <a:solidFill>
                  <a:schemeClr val="dk2"/>
                </a:solidFill>
              </a:rPr>
              <a:t>Advanced Memory Tiering with NVMe: </a:t>
            </a:r>
            <a:r>
              <a:rPr lang="en-US" sz="1000">
                <a:solidFill>
                  <a:schemeClr val="dk2"/>
                </a:solidFill>
              </a:rPr>
              <a:t>This feature is useful particularly for data intensive workloads such as AI/ML workloads, Big Data Analytics, e-commerce platforms and video streaming platforms. It will allow users to add memory capacity to a host by using an NVMe device as a secondary memory tier that is installed locally in the host, thus </a:t>
            </a:r>
            <a:r>
              <a:rPr lang="en-US" sz="1000">
                <a:solidFill>
                  <a:schemeClr val="dk2"/>
                </a:solidFill>
                <a:highlight>
                  <a:srgbClr val="FFFFFF"/>
                </a:highlight>
              </a:rPr>
              <a:t>resulting in an increase of available memory within the ESXi host</a:t>
            </a:r>
            <a:r>
              <a:rPr lang="en-US" sz="1000">
                <a:solidFill>
                  <a:schemeClr val="dk2"/>
                </a:solidFill>
              </a:rPr>
              <a:t>. It will utilize the NVMe devices as tiered memory and reduce the impact to performance by intelligently choosing which VM memory locations should be stored in the slower NVMe device vs faster </a:t>
            </a:r>
            <a:r>
              <a:rPr lang="en-US" sz="1000">
                <a:solidFill>
                  <a:schemeClr val="dk2"/>
                </a:solidFill>
                <a:highlight>
                  <a:srgbClr val="FFFFFF"/>
                </a:highlight>
              </a:rPr>
              <a:t>dynamic random-access memory (DRAM)</a:t>
            </a:r>
            <a:r>
              <a:rPr lang="en-US" sz="1000">
                <a:solidFill>
                  <a:schemeClr val="dk2"/>
                </a:solidFill>
              </a:rPr>
              <a:t> in the host. </a:t>
            </a:r>
            <a:r>
              <a:rPr lang="en-US" sz="1000" b="1">
                <a:solidFill>
                  <a:schemeClr val="dk2"/>
                </a:solidFill>
              </a:rPr>
              <a:t>Benefits</a:t>
            </a:r>
            <a:r>
              <a:rPr lang="en-US" sz="1000">
                <a:solidFill>
                  <a:schemeClr val="dk2"/>
                </a:solidFill>
              </a:rPr>
              <a:t>: </a:t>
            </a:r>
            <a:r>
              <a:rPr lang="en-US" sz="1000">
                <a:solidFill>
                  <a:schemeClr val="dk2"/>
                </a:solidFill>
                <a:highlight>
                  <a:srgbClr val="FFFFFF"/>
                </a:highlight>
              </a:rPr>
              <a:t>improved overall CPU utilization, lowered TCO. Additionally, </a:t>
            </a:r>
            <a:r>
              <a:rPr lang="en-US" sz="1000">
                <a:solidFill>
                  <a:schemeClr val="dk2"/>
                </a:solidFill>
              </a:rPr>
              <a:t>reduced latency and accelerated data throughput. </a:t>
            </a:r>
            <a:endParaRPr sz="1000">
              <a:solidFill>
                <a:schemeClr val="dk2"/>
              </a:solidFill>
            </a:endParaRPr>
          </a:p>
          <a:p>
            <a:pPr marL="45720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75000"/>
              </a:lnSpc>
              <a:spcBef>
                <a:spcPts val="0"/>
              </a:spcBef>
              <a:spcAft>
                <a:spcPts val="0"/>
              </a:spcAft>
              <a:buClr>
                <a:schemeClr val="dk2"/>
              </a:buClr>
              <a:buSzPts val="1100"/>
              <a:buFont typeface="Arial"/>
              <a:buNone/>
            </a:pPr>
            <a:r>
              <a:rPr lang="en-US" sz="1000" b="1">
                <a:solidFill>
                  <a:schemeClr val="dk2"/>
                </a:solidFill>
              </a:rPr>
              <a:t>Unified Cloud Experience: </a:t>
            </a:r>
            <a:endParaRPr sz="1000" b="1">
              <a:solidFill>
                <a:schemeClr val="dk2"/>
              </a:solidFill>
            </a:endParaRPr>
          </a:p>
          <a:p>
            <a:pPr marL="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457200" lvl="0" indent="-292100" algn="l" rtl="0">
              <a:lnSpc>
                <a:spcPct val="75000"/>
              </a:lnSpc>
              <a:spcBef>
                <a:spcPts val="0"/>
              </a:spcBef>
              <a:spcAft>
                <a:spcPts val="0"/>
              </a:spcAft>
              <a:buClr>
                <a:schemeClr val="dk2"/>
              </a:buClr>
              <a:buSzPts val="1000"/>
              <a:buChar char="●"/>
            </a:pPr>
            <a:r>
              <a:rPr lang="en-US" sz="1000" b="1">
                <a:solidFill>
                  <a:schemeClr val="dk2"/>
                </a:solidFill>
              </a:rPr>
              <a:t>Integrated VCF Multi-Tenancy: </a:t>
            </a:r>
            <a:r>
              <a:rPr lang="en-US" sz="1000">
                <a:solidFill>
                  <a:schemeClr val="dk2"/>
                </a:solidFill>
              </a:rPr>
              <a:t>With integrated VCF multi-tenancy capability, enterprise IT teams will be able to support different organizations, business groups or development teams on the same shared infrastructure, while allowing application owners and development teams to segment their infrastructure based on their own specific sovereign requirements for access, workload management, security and privacy.</a:t>
            </a:r>
            <a:endParaRPr sz="1000">
              <a:solidFill>
                <a:schemeClr val="dk2"/>
              </a:solidFill>
            </a:endParaRPr>
          </a:p>
          <a:p>
            <a:pPr marL="457200" lvl="0" indent="0" algn="l" rtl="0">
              <a:lnSpc>
                <a:spcPct val="75000"/>
              </a:lnSpc>
              <a:spcBef>
                <a:spcPts val="0"/>
              </a:spcBef>
              <a:spcAft>
                <a:spcPts val="0"/>
              </a:spcAft>
              <a:buClr>
                <a:schemeClr val="dk2"/>
              </a:buClr>
              <a:buSzPts val="1100"/>
              <a:buFont typeface="Arial"/>
              <a:buNone/>
            </a:pPr>
            <a:r>
              <a:rPr lang="en-US" sz="1000" b="1">
                <a:solidFill>
                  <a:schemeClr val="dk2"/>
                </a:solidFill>
              </a:rPr>
              <a:t>Benefits</a:t>
            </a:r>
            <a:r>
              <a:rPr lang="en-US" sz="1000">
                <a:solidFill>
                  <a:schemeClr val="dk2"/>
                </a:solidFill>
              </a:rPr>
              <a:t>: better resource utilization, improved infrastructure cost efficiency, enhanced security and privacy for tenants, improved agility, flexibility and infrastructure scalability.</a:t>
            </a:r>
            <a:endParaRPr sz="1000">
              <a:solidFill>
                <a:schemeClr val="dk2"/>
              </a:solidFill>
            </a:endParaRPr>
          </a:p>
          <a:p>
            <a:pPr marL="45720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457200" lvl="0" indent="-292100" algn="l" rtl="0">
              <a:lnSpc>
                <a:spcPct val="75000"/>
              </a:lnSpc>
              <a:spcBef>
                <a:spcPts val="0"/>
              </a:spcBef>
              <a:spcAft>
                <a:spcPts val="0"/>
              </a:spcAft>
              <a:buClr>
                <a:schemeClr val="dk2"/>
              </a:buClr>
              <a:buSzPts val="1000"/>
              <a:buChar char="●"/>
            </a:pPr>
            <a:r>
              <a:rPr lang="en-US" sz="1000" b="1">
                <a:solidFill>
                  <a:schemeClr val="dk2"/>
                </a:solidFill>
              </a:rPr>
              <a:t>Native Virtual Private Clouds (VPC) in vCenter and VCF Automation:</a:t>
            </a:r>
            <a:r>
              <a:rPr lang="en-US" sz="1000">
                <a:solidFill>
                  <a:schemeClr val="dk2"/>
                </a:solidFill>
              </a:rPr>
              <a:t> </a:t>
            </a:r>
            <a:r>
              <a:rPr lang="en-US" sz="1000">
                <a:solidFill>
                  <a:schemeClr val="dk2"/>
                </a:solidFill>
                <a:highlight>
                  <a:srgbClr val="FFFFFF"/>
                </a:highlight>
              </a:rPr>
              <a:t>VMware Cloud Foundation 9 will integrate native VPCs into vCenter and VCF Automation. With this capability, VI Admins will be able to create, consume and manage VPCs using either vCenter UI or they can even automate the deployment of VPCs with VCF Automation.</a:t>
            </a:r>
            <a:endParaRPr sz="1000">
              <a:solidFill>
                <a:schemeClr val="dk2"/>
              </a:solidFill>
              <a:highlight>
                <a:srgbClr val="FFFFFF"/>
              </a:highlight>
            </a:endParaRPr>
          </a:p>
          <a:p>
            <a:pPr marL="457200" lvl="0" indent="0" algn="l" rtl="0">
              <a:lnSpc>
                <a:spcPct val="75000"/>
              </a:lnSpc>
              <a:spcBef>
                <a:spcPts val="0"/>
              </a:spcBef>
              <a:spcAft>
                <a:spcPts val="0"/>
              </a:spcAft>
              <a:buClr>
                <a:schemeClr val="dk2"/>
              </a:buClr>
              <a:buSzPts val="1100"/>
              <a:buFont typeface="Arial"/>
              <a:buNone/>
            </a:pPr>
            <a:r>
              <a:rPr lang="en-US" sz="1000" b="1">
                <a:solidFill>
                  <a:schemeClr val="dk2"/>
                </a:solidFill>
                <a:highlight>
                  <a:srgbClr val="FFFFFF"/>
                </a:highlight>
              </a:rPr>
              <a:t>Benefits</a:t>
            </a:r>
            <a:r>
              <a:rPr lang="en-US" sz="1000">
                <a:solidFill>
                  <a:schemeClr val="dk2"/>
                </a:solidFill>
                <a:highlight>
                  <a:srgbClr val="FFFFFF"/>
                </a:highlight>
              </a:rPr>
              <a:t>: a native networking experience with a single UI, A single management pane to discover NSX Projects, VPCs, their networks and security groups, rapid infrastructure provisioning and workload deployment without going through the complex ticketing process, streamlined operations, enhanced developer productivity, and reduced the operational overhead for IT teams.</a:t>
            </a:r>
            <a:endParaRPr sz="1000">
              <a:solidFill>
                <a:schemeClr val="dk2"/>
              </a:solidFill>
              <a:highlight>
                <a:srgbClr val="FFFFFF"/>
              </a:highlight>
            </a:endParaRPr>
          </a:p>
          <a:p>
            <a:pPr marL="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45720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75000"/>
              </a:lnSpc>
              <a:spcBef>
                <a:spcPts val="0"/>
              </a:spcBef>
              <a:spcAft>
                <a:spcPts val="0"/>
              </a:spcAft>
              <a:buClr>
                <a:schemeClr val="dk2"/>
              </a:buClr>
              <a:buSzPts val="1100"/>
              <a:buFont typeface="Arial"/>
              <a:buNone/>
            </a:pPr>
            <a:r>
              <a:rPr lang="en-US" sz="1000" b="1">
                <a:solidFill>
                  <a:schemeClr val="dk2"/>
                </a:solidFill>
              </a:rPr>
              <a:t>Security and Resilience:</a:t>
            </a:r>
            <a:endParaRPr sz="1000" b="1">
              <a:solidFill>
                <a:schemeClr val="dk2"/>
              </a:solidFill>
            </a:endParaRPr>
          </a:p>
          <a:p>
            <a:pPr marL="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457200" lvl="0" indent="-292100" algn="l" rtl="0">
              <a:lnSpc>
                <a:spcPct val="75000"/>
              </a:lnSpc>
              <a:spcBef>
                <a:spcPts val="0"/>
              </a:spcBef>
              <a:spcAft>
                <a:spcPts val="0"/>
              </a:spcAft>
              <a:buClr>
                <a:schemeClr val="dk2"/>
              </a:buClr>
              <a:buSzPts val="1000"/>
              <a:buChar char="●"/>
            </a:pPr>
            <a:r>
              <a:rPr lang="en-US" sz="1000" b="1">
                <a:solidFill>
                  <a:schemeClr val="dk2"/>
                </a:solidFill>
              </a:rPr>
              <a:t>Unified VCF Security Management:</a:t>
            </a:r>
            <a:r>
              <a:rPr lang="en-US" sz="1000">
                <a:solidFill>
                  <a:schemeClr val="dk2"/>
                </a:solidFill>
              </a:rPr>
              <a:t> A centralized information hub will provide timely and accurate security data in one place and a new comprehensive security view will provide visibility into multiple facets of security </a:t>
            </a:r>
            <a:r>
              <a:rPr lang="en-US" sz="1000">
                <a:solidFill>
                  <a:srgbClr val="000001"/>
                </a:solidFill>
                <a:highlight>
                  <a:srgbClr val="FFFFFF"/>
                </a:highlight>
              </a:rPr>
              <a:t>to view, manage and configure SSO, certificates, identity, passwords, notifications, tags</a:t>
            </a:r>
            <a:r>
              <a:rPr lang="en-US" sz="1000">
                <a:solidFill>
                  <a:schemeClr val="dk2"/>
                </a:solidFill>
              </a:rPr>
              <a:t>. Configuration drift detection</a:t>
            </a:r>
            <a:r>
              <a:rPr lang="en-US" sz="1000" b="1">
                <a:solidFill>
                  <a:schemeClr val="dk2"/>
                </a:solidFill>
              </a:rPr>
              <a:t> </a:t>
            </a:r>
            <a:r>
              <a:rPr lang="en-US" sz="1000">
                <a:solidFill>
                  <a:schemeClr val="dk2"/>
                </a:solidFill>
              </a:rPr>
              <a:t>will correlate and proactively notify IT of inconsistencies in system configurations across an entire VCF fleet. </a:t>
            </a:r>
            <a:endParaRPr sz="1000">
              <a:solidFill>
                <a:schemeClr val="dk2"/>
              </a:solidFill>
            </a:endParaRPr>
          </a:p>
          <a:p>
            <a:pPr marL="457200" lvl="0" indent="0" algn="l" rtl="0">
              <a:lnSpc>
                <a:spcPct val="75000"/>
              </a:lnSpc>
              <a:spcBef>
                <a:spcPts val="0"/>
              </a:spcBef>
              <a:spcAft>
                <a:spcPts val="0"/>
              </a:spcAft>
              <a:buClr>
                <a:schemeClr val="dk2"/>
              </a:buClr>
              <a:buSzPts val="1100"/>
              <a:buFont typeface="Arial"/>
              <a:buNone/>
            </a:pPr>
            <a:r>
              <a:rPr lang="en-US" sz="1000" b="1">
                <a:solidFill>
                  <a:schemeClr val="dk2"/>
                </a:solidFill>
              </a:rPr>
              <a:t>Benefits</a:t>
            </a:r>
            <a:r>
              <a:rPr lang="en-US" sz="1000">
                <a:solidFill>
                  <a:schemeClr val="dk2"/>
                </a:solidFill>
              </a:rPr>
              <a:t>: A single-pane-of-glass view with comprehensive visibility into all security components, elevated security posture with faster incident response, enhanced threat protection, and improved compliance through unified reporting, increased the operational efficiency of the Security Operations team.</a:t>
            </a:r>
            <a:endParaRPr sz="1000">
              <a:solidFill>
                <a:schemeClr val="dk2"/>
              </a:solidFill>
            </a:endParaRPr>
          </a:p>
          <a:p>
            <a:pPr marL="457200" lvl="0" indent="0" algn="l" rtl="0">
              <a:lnSpc>
                <a:spcPct val="75000"/>
              </a:lnSpc>
              <a:spcBef>
                <a:spcPts val="0"/>
              </a:spcBef>
              <a:spcAft>
                <a:spcPts val="0"/>
              </a:spcAft>
              <a:buClr>
                <a:schemeClr val="dk2"/>
              </a:buClr>
              <a:buSzPts val="1100"/>
              <a:buFont typeface="Arial"/>
              <a:buNone/>
            </a:pPr>
            <a:endParaRPr sz="1000">
              <a:solidFill>
                <a:schemeClr val="dk2"/>
              </a:solidFill>
            </a:endParaRPr>
          </a:p>
          <a:p>
            <a:pPr marL="457200" lvl="0" indent="-292100" algn="l" rtl="0">
              <a:lnSpc>
                <a:spcPct val="75000"/>
              </a:lnSpc>
              <a:spcBef>
                <a:spcPts val="0"/>
              </a:spcBef>
              <a:spcAft>
                <a:spcPts val="0"/>
              </a:spcAft>
              <a:buClr>
                <a:schemeClr val="dk2"/>
              </a:buClr>
              <a:buSzPts val="1000"/>
              <a:buChar char="●"/>
            </a:pPr>
            <a:r>
              <a:rPr lang="en-US" sz="1000" b="1">
                <a:solidFill>
                  <a:schemeClr val="dk2"/>
                </a:solidFill>
              </a:rPr>
              <a:t>Native vSAN-to-vSAN Data Protection with Deep Snapshots</a:t>
            </a:r>
            <a:r>
              <a:rPr lang="en-US" sz="1000">
                <a:solidFill>
                  <a:schemeClr val="dk2"/>
                </a:solidFill>
              </a:rPr>
              <a:t>. VCF administrators will be able to easily create, revert, restore, and clone snapshots and quickly recover from operational failures and disasters.</a:t>
            </a:r>
            <a:r>
              <a:rPr lang="en-US" sz="1000" b="1">
                <a:solidFill>
                  <a:schemeClr val="dk2"/>
                </a:solidFill>
              </a:rPr>
              <a:t> </a:t>
            </a:r>
            <a:endParaRPr sz="1000">
              <a:solidFill>
                <a:schemeClr val="dk2"/>
              </a:solidFill>
            </a:endParaRPr>
          </a:p>
          <a:p>
            <a:pPr marL="457200" lvl="0" indent="0" algn="l" rtl="0">
              <a:lnSpc>
                <a:spcPct val="75000"/>
              </a:lnSpc>
              <a:spcBef>
                <a:spcPts val="0"/>
              </a:spcBef>
              <a:spcAft>
                <a:spcPts val="0"/>
              </a:spcAft>
              <a:buClr>
                <a:schemeClr val="dk2"/>
              </a:buClr>
              <a:buSzPts val="1100"/>
              <a:buFont typeface="Arial"/>
              <a:buNone/>
            </a:pPr>
            <a:r>
              <a:rPr lang="en-US" sz="1000">
                <a:solidFill>
                  <a:schemeClr val="dk2"/>
                </a:solidFill>
              </a:rPr>
              <a:t> Customers can also leverage the deep, immutable vSAN snapshots to recover from ransomware attacks with an on-premises Isolated Recovery Environment (IRE). This complements the existing cloud-based ransomware recovery offering to provide greater choice and flexibility to customers who want to preserve data sovereignty and unlock the value of the full VCF stack to protect workloads anywhere.</a:t>
            </a:r>
            <a:endParaRPr sz="1000"/>
          </a:p>
          <a:p>
            <a:pPr marL="457200" lvl="0" indent="0" algn="l" rtl="0">
              <a:lnSpc>
                <a:spcPct val="75000"/>
              </a:lnSpc>
              <a:spcBef>
                <a:spcPts val="0"/>
              </a:spcBef>
              <a:spcAft>
                <a:spcPts val="0"/>
              </a:spcAft>
              <a:buClr>
                <a:schemeClr val="dk2"/>
              </a:buClr>
              <a:buSzPts val="1100"/>
              <a:buFont typeface="Arial"/>
              <a:buNone/>
            </a:pPr>
            <a:r>
              <a:rPr lang="en-US" sz="1000">
                <a:solidFill>
                  <a:schemeClr val="dk2"/>
                </a:solidFill>
              </a:rPr>
              <a:t>Benefits: </a:t>
            </a:r>
            <a:r>
              <a:rPr lang="en-US" sz="1000" b="1">
                <a:solidFill>
                  <a:schemeClr val="dk2"/>
                </a:solidFill>
              </a:rPr>
              <a:t>: </a:t>
            </a:r>
            <a:r>
              <a:rPr lang="en-US" sz="1000">
                <a:solidFill>
                  <a:schemeClr val="dk2"/>
                </a:solidFill>
              </a:rPr>
              <a:t>strengthened data resilience with a deep history of immutable snapshots, reduced downtime with enterprise-grade disaster recovery orchestration, and simplified management experience with a unified appliance</a:t>
            </a:r>
            <a:r>
              <a:rPr lang="en-US" sz="1000" b="1">
                <a:solidFill>
                  <a:schemeClr val="dk2"/>
                </a:solidFill>
              </a:rPr>
              <a:t>, </a:t>
            </a:r>
            <a:r>
              <a:rPr lang="en-US" sz="1000">
                <a:solidFill>
                  <a:schemeClr val="dk2"/>
                </a:solidFill>
              </a:rPr>
              <a:t>increased scalability and storage efficiency</a:t>
            </a:r>
            <a:endParaRPr sz="1000">
              <a:solidFill>
                <a:schemeClr val="dk2"/>
              </a:solidFill>
            </a:endParaRPr>
          </a:p>
          <a:p>
            <a:pPr marL="0" lvl="0" indent="0" algn="l" rtl="0">
              <a:lnSpc>
                <a:spcPct val="60000"/>
              </a:lnSpc>
              <a:spcBef>
                <a:spcPts val="0"/>
              </a:spcBef>
              <a:spcAft>
                <a:spcPts val="0"/>
              </a:spcAft>
              <a:buSzPts val="1400"/>
              <a:buNone/>
            </a:pPr>
            <a:endParaRPr sz="1000" b="1"/>
          </a:p>
        </p:txBody>
      </p:sp>
      <p:sp>
        <p:nvSpPr>
          <p:cNvPr id="2505" name="Google Shape;2505;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4"/>
        <p:cNvGrpSpPr/>
        <p:nvPr/>
      </p:nvGrpSpPr>
      <p:grpSpPr>
        <a:xfrm>
          <a:off x="0" y="0"/>
          <a:ext cx="0" cy="0"/>
          <a:chOff x="0" y="0"/>
          <a:chExt cx="0" cy="0"/>
        </a:xfrm>
      </p:grpSpPr>
      <p:sp>
        <p:nvSpPr>
          <p:cNvPr id="2535" name="Google Shape;2535;p15:notes"/>
          <p:cNvSpPr>
            <a:spLocks noGrp="1" noRot="1" noChangeAspect="1"/>
          </p:cNvSpPr>
          <p:nvPr>
            <p:ph type="sldImg" idx="2"/>
          </p:nvPr>
        </p:nvSpPr>
        <p:spPr>
          <a:xfrm>
            <a:off x="422275" y="701675"/>
            <a:ext cx="6242050" cy="35115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6" name="Google Shape;2536;p15:notes"/>
          <p:cNvSpPr txBox="1">
            <a:spLocks noGrp="1"/>
          </p:cNvSpPr>
          <p:nvPr>
            <p:ph type="body" idx="1"/>
          </p:nvPr>
        </p:nvSpPr>
        <p:spPr>
          <a:xfrm>
            <a:off x="708661" y="4445953"/>
            <a:ext cx="5669280" cy="4211955"/>
          </a:xfrm>
          <a:prstGeom prst="rect">
            <a:avLst/>
          </a:prstGeom>
          <a:noFill/>
          <a:ln>
            <a:noFill/>
          </a:ln>
        </p:spPr>
        <p:txBody>
          <a:bodyPr spcFirstLastPara="1" wrap="square" lIns="95050" tIns="47525" rIns="95050" bIns="47525" anchor="t" anchorCtr="0">
            <a:normAutofit/>
          </a:bodyPr>
          <a:lstStyle/>
          <a:p>
            <a:pPr marL="342900" marR="0" lvl="0" indent="-245745" algn="l" rtl="0">
              <a:lnSpc>
                <a:spcPct val="95000"/>
              </a:lnSpc>
              <a:spcBef>
                <a:spcPts val="200"/>
              </a:spcBef>
              <a:spcAft>
                <a:spcPts val="0"/>
              </a:spcAft>
              <a:buClr>
                <a:schemeClr val="dk1"/>
              </a:buClr>
              <a:buSzPts val="1530"/>
              <a:buFont typeface="Arial"/>
              <a:buNone/>
            </a:pPr>
            <a:r>
              <a:rPr lang="en-US">
                <a:solidFill>
                  <a:srgbClr val="262626"/>
                </a:solidFill>
              </a:rPr>
              <a:t>In addition to the impressive performance, operations and scale enhancements, VCF 9 is predicted to provide the following business benefits to organizations: </a:t>
            </a:r>
            <a:endParaRPr>
              <a:solidFill>
                <a:srgbClr val="262626"/>
              </a:solidFill>
            </a:endParaRPr>
          </a:p>
          <a:p>
            <a:pPr marL="342900" marR="0" lvl="0" indent="-245745" algn="l" rtl="0">
              <a:lnSpc>
                <a:spcPct val="95000"/>
              </a:lnSpc>
              <a:spcBef>
                <a:spcPts val="200"/>
              </a:spcBef>
              <a:spcAft>
                <a:spcPts val="0"/>
              </a:spcAft>
              <a:buClr>
                <a:schemeClr val="dk1"/>
              </a:buClr>
              <a:buSzPts val="1530"/>
              <a:buFont typeface="Arial"/>
              <a:buNone/>
            </a:pPr>
            <a:endParaRPr>
              <a:solidFill>
                <a:srgbClr val="262626"/>
              </a:solidFill>
            </a:endParaRPr>
          </a:p>
          <a:p>
            <a:pPr marL="457200" marR="0" lvl="0" indent="-317500" algn="l" rtl="0">
              <a:lnSpc>
                <a:spcPct val="95000"/>
              </a:lnSpc>
              <a:spcBef>
                <a:spcPts val="200"/>
              </a:spcBef>
              <a:spcAft>
                <a:spcPts val="0"/>
              </a:spcAft>
              <a:buClr>
                <a:srgbClr val="262626"/>
              </a:buClr>
              <a:buSzPts val="1400"/>
              <a:buChar char="-"/>
            </a:pPr>
            <a:r>
              <a:rPr lang="en-US">
                <a:solidFill>
                  <a:srgbClr val="262626"/>
                </a:solidFill>
              </a:rPr>
              <a:t>34% Lower TCO utilizing the vSAN ESA Global Dedupe capabilities </a:t>
            </a:r>
            <a:endParaRPr>
              <a:solidFill>
                <a:srgbClr val="262626"/>
              </a:solidFill>
            </a:endParaRPr>
          </a:p>
          <a:p>
            <a:pPr marL="457200" marR="0" lvl="0" indent="-317500" algn="l" rtl="0">
              <a:lnSpc>
                <a:spcPct val="95000"/>
              </a:lnSpc>
              <a:spcBef>
                <a:spcPts val="0"/>
              </a:spcBef>
              <a:spcAft>
                <a:spcPts val="0"/>
              </a:spcAft>
              <a:buClr>
                <a:srgbClr val="262626"/>
              </a:buClr>
              <a:buSzPts val="1400"/>
              <a:buChar char="-"/>
            </a:pPr>
            <a:r>
              <a:rPr lang="en-US">
                <a:solidFill>
                  <a:srgbClr val="262626"/>
                </a:solidFill>
              </a:rPr>
              <a:t>40% more server consolidation using the NVMe memory tiering that reduces memory and licensing requirements through improved memory optimization and management.</a:t>
            </a:r>
            <a:endParaRPr>
              <a:solidFill>
                <a:srgbClr val="262626"/>
              </a:solidFill>
            </a:endParaRPr>
          </a:p>
          <a:p>
            <a:pPr marL="457200" marR="0" lvl="0" indent="-317500" algn="l" rtl="0">
              <a:lnSpc>
                <a:spcPct val="95000"/>
              </a:lnSpc>
              <a:spcBef>
                <a:spcPts val="0"/>
              </a:spcBef>
              <a:spcAft>
                <a:spcPts val="0"/>
              </a:spcAft>
              <a:buClr>
                <a:srgbClr val="262626"/>
              </a:buClr>
              <a:buSzPts val="1400"/>
              <a:buChar char="-"/>
            </a:pPr>
            <a:r>
              <a:rPr lang="en-US">
                <a:solidFill>
                  <a:srgbClr val="262626"/>
                </a:solidFill>
              </a:rPr>
              <a:t>Triple the switching performance through the NSX Enhanced data path to fully utilize the underlying network bandwidth. </a:t>
            </a:r>
            <a:endParaRPr>
              <a:solidFill>
                <a:srgbClr val="262626"/>
              </a:solidFill>
            </a:endParaRPr>
          </a:p>
        </p:txBody>
      </p:sp>
      <p:sp>
        <p:nvSpPr>
          <p:cNvPr id="2537" name="Google Shape;2537;p15:notes"/>
          <p:cNvSpPr txBox="1">
            <a:spLocks noGrp="1"/>
          </p:cNvSpPr>
          <p:nvPr>
            <p:ph type="sldNum" idx="12"/>
          </p:nvPr>
        </p:nvSpPr>
        <p:spPr>
          <a:xfrm>
            <a:off x="4014101" y="8890282"/>
            <a:ext cx="3070860" cy="467995"/>
          </a:xfrm>
          <a:prstGeom prst="rect">
            <a:avLst/>
          </a:prstGeom>
          <a:noFill/>
          <a:ln>
            <a:noFill/>
          </a:ln>
        </p:spPr>
        <p:txBody>
          <a:bodyPr spcFirstLastPara="1" wrap="square" lIns="95050" tIns="47525" rIns="95050" bIns="47525"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b="0" i="0" u="none" strike="noStrike" cap="none">
                <a:solidFill>
                  <a:srgbClr val="717074"/>
                </a:solidFill>
                <a:latin typeface="Arial"/>
                <a:ea typeface="Arial"/>
                <a:cs typeface="Arial"/>
                <a:sym typeface="Arial"/>
              </a:rPr>
              <a:t>15</a:t>
            </a:fld>
            <a:endParaRPr sz="1200" b="0" i="0" u="none" strike="noStrike" cap="none">
              <a:solidFill>
                <a:srgbClr val="717074"/>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9"/>
        <p:cNvGrpSpPr/>
        <p:nvPr/>
      </p:nvGrpSpPr>
      <p:grpSpPr>
        <a:xfrm>
          <a:off x="0" y="0"/>
          <a:ext cx="0" cy="0"/>
          <a:chOff x="0" y="0"/>
          <a:chExt cx="0" cy="0"/>
        </a:xfrm>
      </p:grpSpPr>
      <p:sp>
        <p:nvSpPr>
          <p:cNvPr id="2570" name="Google Shape;2570;g2800d3fcf52_16_184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a:t>VMware Cloud Platform- An integrated IaaS platform with rich set of services:</a:t>
            </a:r>
            <a:endParaRPr/>
          </a:p>
          <a:p>
            <a:pPr marL="0" lvl="0" indent="0" algn="l" rtl="0">
              <a:lnSpc>
                <a:spcPct val="100000"/>
              </a:lnSpc>
              <a:spcBef>
                <a:spcPts val="0"/>
              </a:spcBef>
              <a:spcAft>
                <a:spcPts val="0"/>
              </a:spcAft>
              <a:buSzPts val="1400"/>
              <a:buNone/>
            </a:pPr>
            <a:endParaRPr/>
          </a:p>
          <a:p>
            <a:pPr marL="457200" lvl="0" indent="-317500" algn="l" rtl="0">
              <a:lnSpc>
                <a:spcPct val="100000"/>
              </a:lnSpc>
              <a:spcBef>
                <a:spcPts val="0"/>
              </a:spcBef>
              <a:spcAft>
                <a:spcPts val="0"/>
              </a:spcAft>
              <a:buSzPts val="1400"/>
              <a:buAutoNum type="arabicPeriod"/>
            </a:pPr>
            <a:r>
              <a:rPr lang="en-US"/>
              <a:t>Services available out of the box: The are the services natively integrated into the platform. These services are: VM and Kubernetes Service, Network and Storage services, AI Workloads, Certificate Manager, Database management, Secrets and identity store, Volume service and VPCs</a:t>
            </a:r>
            <a:endParaRPr/>
          </a:p>
          <a:p>
            <a:pPr marL="457200" lvl="0" indent="-317500" algn="l" rtl="0">
              <a:lnSpc>
                <a:spcPct val="100000"/>
              </a:lnSpc>
              <a:spcBef>
                <a:spcPts val="0"/>
              </a:spcBef>
              <a:spcAft>
                <a:spcPts val="0"/>
              </a:spcAft>
              <a:buSzPts val="1400"/>
              <a:buAutoNum type="arabicPeriod"/>
            </a:pPr>
            <a:r>
              <a:rPr lang="en-US"/>
              <a:t>Advanced services: These are the Broadcom offered services that will enhance the capabilities of your private cloud infrastructure and seamlessly integrate with VCF. These need to be purchased separately as add-ons. The services are: Private AI, DR, Advanced Security, Load Balancing, Container Operations, Data Services, Edge Orchestration, Workload Automation</a:t>
            </a:r>
            <a:endParaRPr/>
          </a:p>
          <a:p>
            <a:pPr marL="457200" lvl="0" indent="-317500" algn="l" rtl="0">
              <a:lnSpc>
                <a:spcPct val="100000"/>
              </a:lnSpc>
              <a:spcBef>
                <a:spcPts val="0"/>
              </a:spcBef>
              <a:spcAft>
                <a:spcPts val="0"/>
              </a:spcAft>
              <a:buSzPts val="1400"/>
              <a:buAutoNum type="arabicPeriod"/>
            </a:pPr>
            <a:r>
              <a:rPr lang="en-US"/>
              <a:t>Partner Services: These are the services provided by ecosystem partners that need to be purchased from partners. the include object store and other partner services.</a:t>
            </a:r>
            <a:endParaRPr/>
          </a:p>
        </p:txBody>
      </p:sp>
      <p:sp>
        <p:nvSpPr>
          <p:cNvPr id="2571" name="Google Shape;2571;g2800d3fcf52_16_184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5"/>
        <p:cNvGrpSpPr/>
        <p:nvPr/>
      </p:nvGrpSpPr>
      <p:grpSpPr>
        <a:xfrm>
          <a:off x="0" y="0"/>
          <a:ext cx="0" cy="0"/>
          <a:chOff x="0" y="0"/>
          <a:chExt cx="0" cy="0"/>
        </a:xfrm>
      </p:grpSpPr>
      <p:sp>
        <p:nvSpPr>
          <p:cNvPr id="2626" name="Google Shape;2626;p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627" name="Google Shape;2627;p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0"/>
        <p:cNvGrpSpPr/>
        <p:nvPr/>
      </p:nvGrpSpPr>
      <p:grpSpPr>
        <a:xfrm>
          <a:off x="0" y="0"/>
          <a:ext cx="0" cy="0"/>
          <a:chOff x="0" y="0"/>
          <a:chExt cx="0" cy="0"/>
        </a:xfrm>
      </p:grpSpPr>
      <p:sp>
        <p:nvSpPr>
          <p:cNvPr id="2631" name="Google Shape;2631;p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2" name="Google Shape;2632;p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None/>
            </a:pPr>
            <a:r>
              <a:rPr lang="en-US" sz="1000" b="1">
                <a:solidFill>
                  <a:schemeClr val="dk2"/>
                </a:solidFill>
              </a:rPr>
              <a:t>Enhanced VCF Import: </a:t>
            </a:r>
            <a:endParaRPr sz="1000" b="1">
              <a:solidFill>
                <a:schemeClr val="dk2"/>
              </a:solidFill>
            </a:endParaRPr>
          </a:p>
          <a:p>
            <a:pPr marL="0" lvl="0" indent="0" algn="l" rtl="0">
              <a:lnSpc>
                <a:spcPct val="115000"/>
              </a:lnSpc>
              <a:spcBef>
                <a:spcPts val="0"/>
              </a:spcBef>
              <a:spcAft>
                <a:spcPts val="0"/>
              </a:spcAft>
              <a:buNone/>
            </a:pPr>
            <a:endParaRPr sz="1000">
              <a:solidFill>
                <a:schemeClr val="dk2"/>
              </a:solidFill>
            </a:endParaRPr>
          </a:p>
          <a:p>
            <a:pPr marL="0" lvl="0" indent="0" algn="l" rtl="0">
              <a:lnSpc>
                <a:spcPct val="115000"/>
              </a:lnSpc>
              <a:spcBef>
                <a:spcPts val="0"/>
              </a:spcBef>
              <a:spcAft>
                <a:spcPts val="0"/>
              </a:spcAft>
              <a:buNone/>
            </a:pPr>
            <a:r>
              <a:rPr lang="en-US" sz="1000">
                <a:solidFill>
                  <a:schemeClr val="dk2"/>
                </a:solidFill>
              </a:rPr>
              <a:t>The VCF Import capability released in VCF 5.2 helps customers convert and import</a:t>
            </a:r>
            <a:r>
              <a:rPr lang="en-US" sz="1000" b="1">
                <a:solidFill>
                  <a:schemeClr val="dk2"/>
                </a:solidFill>
              </a:rPr>
              <a:t> </a:t>
            </a:r>
            <a:r>
              <a:rPr lang="en-US" sz="1000">
                <a:solidFill>
                  <a:schemeClr val="dk2"/>
                </a:solidFill>
              </a:rPr>
              <a:t>existing vSphere, vSAN, VMFS-FC, and NFS environments into VMware Cloud Foundation instances so that organizations can transition quickly and easily to a more modern, reliable and integrated infrastructure with minimal downtime associated with manual migrations of existing environments into the VCF private cloud platform.</a:t>
            </a:r>
            <a:endParaRPr sz="1000">
              <a:solidFill>
                <a:schemeClr val="dk2"/>
              </a:solidFill>
            </a:endParaRPr>
          </a:p>
          <a:p>
            <a:pPr marL="0" lvl="0" indent="0" algn="l" rtl="0">
              <a:lnSpc>
                <a:spcPct val="115000"/>
              </a:lnSpc>
              <a:spcBef>
                <a:spcPts val="0"/>
              </a:spcBef>
              <a:spcAft>
                <a:spcPts val="0"/>
              </a:spcAft>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rPr>
              <a:t>With VMware Cloud Foundation 9, there will be further enhancements to VCF Import capability that will help customers future-proof their existing infrastructure. With these enhancements, customers will be able to  import VMware NSX, VMware Avi Load Balancer and more complex storage topologies into existing VCF environments, and seamlessly integrate their older versions of existing infrastructure with minimal risks and complexities. Also, the enhancements will include a new intuitive UI that will further simplify management and deployment of workloads.</a:t>
            </a:r>
            <a:endParaRPr sz="1000">
              <a:solidFill>
                <a:schemeClr val="dk2"/>
              </a:solidFill>
            </a:endParaRPr>
          </a:p>
          <a:p>
            <a:pPr marL="0" lvl="0" indent="0" algn="l" rtl="0">
              <a:lnSpc>
                <a:spcPct val="115000"/>
              </a:lnSpc>
              <a:spcBef>
                <a:spcPts val="0"/>
              </a:spcBef>
              <a:spcAft>
                <a:spcPts val="0"/>
              </a:spcAft>
              <a:buNone/>
            </a:pPr>
            <a:endParaRPr sz="1000">
              <a:solidFill>
                <a:schemeClr val="dk2"/>
              </a:solidFill>
            </a:endParaRPr>
          </a:p>
        </p:txBody>
      </p:sp>
      <p:sp>
        <p:nvSpPr>
          <p:cNvPr id="2633" name="Google Shape;2633;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4"/>
        <p:cNvGrpSpPr/>
        <p:nvPr/>
      </p:nvGrpSpPr>
      <p:grpSpPr>
        <a:xfrm>
          <a:off x="0" y="0"/>
          <a:ext cx="0" cy="0"/>
          <a:chOff x="0" y="0"/>
          <a:chExt cx="0" cy="0"/>
        </a:xfrm>
      </p:grpSpPr>
      <p:sp>
        <p:nvSpPr>
          <p:cNvPr id="2665" name="Google Shape;2665;p1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6" name="Google Shape;2666;p1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None/>
            </a:pPr>
            <a:r>
              <a:rPr lang="en-US" sz="1000" b="1">
                <a:solidFill>
                  <a:schemeClr val="dk2"/>
                </a:solidFill>
              </a:rPr>
              <a:t>Advanced Memory Tiering with NVMe: </a:t>
            </a:r>
            <a:r>
              <a:rPr lang="en-US" sz="1000">
                <a:solidFill>
                  <a:schemeClr val="dk2"/>
                </a:solidFill>
              </a:rPr>
              <a:t>VMware Cloud Foundation 9 will introduce an exciting new feature - Advanced Memory Tiering with NVMe, especially for data intensive workloads such as AI/ML workloads, Big Data Analytics, e-commerce platforms and video streaming platforms that have large datasets and complex models and demand rapid data retrieval and processing. </a:t>
            </a:r>
            <a:endParaRPr sz="1000">
              <a:solidFill>
                <a:schemeClr val="dk2"/>
              </a:solidFill>
            </a:endParaRPr>
          </a:p>
          <a:p>
            <a:pPr marL="457200" lvl="0" indent="0" algn="l" rtl="0">
              <a:lnSpc>
                <a:spcPct val="11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rPr>
              <a:t>This feature will allow users to add memory capacity to a host by using an NVMe device as a secondary memory tier that is installed locally in the host, thus </a:t>
            </a:r>
            <a:r>
              <a:rPr lang="en-US" sz="1000">
                <a:solidFill>
                  <a:schemeClr val="dk2"/>
                </a:solidFill>
                <a:highlight>
                  <a:srgbClr val="FFFFFF"/>
                </a:highlight>
              </a:rPr>
              <a:t>resulting in an increase of available memory within the ESXi host</a:t>
            </a:r>
            <a:r>
              <a:rPr lang="en-US" sz="1000">
                <a:solidFill>
                  <a:schemeClr val="dk2"/>
                </a:solidFill>
              </a:rPr>
              <a:t>. It will utilize the NVMe devices as tiered memory and reduce the impact to performance by intelligently choosing which VM memory locations should be stored in the slower NVMe device vs faster </a:t>
            </a:r>
            <a:r>
              <a:rPr lang="en-US" sz="1000">
                <a:solidFill>
                  <a:schemeClr val="dk2"/>
                </a:solidFill>
                <a:highlight>
                  <a:srgbClr val="FFFFFF"/>
                </a:highlight>
              </a:rPr>
              <a:t>dynamic random-access memory (DRAM)</a:t>
            </a:r>
            <a:r>
              <a:rPr lang="en-US" sz="1000">
                <a:solidFill>
                  <a:schemeClr val="dk2"/>
                </a:solidFill>
              </a:rPr>
              <a:t> in the host.</a:t>
            </a:r>
            <a:endParaRPr sz="1000">
              <a:solidFill>
                <a:schemeClr val="dk2"/>
              </a:solidFill>
            </a:endParaRPr>
          </a:p>
          <a:p>
            <a:pPr marL="457200" lvl="0" indent="0" algn="l" rtl="0">
              <a:lnSpc>
                <a:spcPct val="11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rPr>
              <a:t>With increase in the memory footprint, NVMe tiering will also address core-to-memory imbalances and help in </a:t>
            </a:r>
            <a:r>
              <a:rPr lang="en-US" sz="1000">
                <a:solidFill>
                  <a:schemeClr val="dk2"/>
                </a:solidFill>
                <a:highlight>
                  <a:srgbClr val="FFFFFF"/>
                </a:highlight>
              </a:rPr>
              <a:t>better workload and VM consolidation, thus improving overall CPU utilization while lowering the total cost of ownership. Additionally, NVMe Tiering will </a:t>
            </a:r>
            <a:r>
              <a:rPr lang="en-US" sz="1000">
                <a:solidFill>
                  <a:schemeClr val="dk2"/>
                </a:solidFill>
              </a:rPr>
              <a:t>reduce latency and accelerate data throughput which is crucial for training and inference tasks in AI applications. It will also help scale the high storage demands without excessive increase in costs. </a:t>
            </a: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endParaRPr/>
          </a:p>
        </p:txBody>
      </p:sp>
      <p:sp>
        <p:nvSpPr>
          <p:cNvPr id="2667" name="Google Shape;2667;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5"/>
        <p:cNvGrpSpPr/>
        <p:nvPr/>
      </p:nvGrpSpPr>
      <p:grpSpPr>
        <a:xfrm>
          <a:off x="0" y="0"/>
          <a:ext cx="0" cy="0"/>
          <a:chOff x="0" y="0"/>
          <a:chExt cx="0" cy="0"/>
        </a:xfrm>
      </p:grpSpPr>
      <p:sp>
        <p:nvSpPr>
          <p:cNvPr id="2696" name="Google Shape;2696;p7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7" name="Google Shape;2697;p7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None/>
            </a:pPr>
            <a:r>
              <a:rPr lang="en-US" sz="1000" b="1">
                <a:solidFill>
                  <a:schemeClr val="dk2"/>
                </a:solidFill>
              </a:rPr>
              <a:t>Integrated VCF Multi-Tenancy: </a:t>
            </a:r>
            <a:endParaRPr sz="1000" b="1">
              <a:solidFill>
                <a:schemeClr val="dk2"/>
              </a:solidFill>
            </a:endParaRPr>
          </a:p>
          <a:p>
            <a:pPr marL="0" lvl="0" indent="0" algn="l" rtl="0">
              <a:lnSpc>
                <a:spcPct val="115000"/>
              </a:lnSpc>
              <a:spcBef>
                <a:spcPts val="0"/>
              </a:spcBef>
              <a:spcAft>
                <a:spcPts val="0"/>
              </a:spcAft>
              <a:buNone/>
            </a:pPr>
            <a:endParaRPr sz="1000">
              <a:solidFill>
                <a:schemeClr val="dk2"/>
              </a:solidFill>
            </a:endParaRPr>
          </a:p>
          <a:p>
            <a:pPr marL="0" lvl="0" indent="0" algn="l" rtl="0">
              <a:lnSpc>
                <a:spcPct val="115000"/>
              </a:lnSpc>
              <a:spcBef>
                <a:spcPts val="0"/>
              </a:spcBef>
              <a:spcAft>
                <a:spcPts val="0"/>
              </a:spcAft>
              <a:buNone/>
            </a:pPr>
            <a:r>
              <a:rPr lang="en-US" sz="1000">
                <a:solidFill>
                  <a:schemeClr val="dk2"/>
                </a:solidFill>
              </a:rPr>
              <a:t>Today, customers need multi-tenancy in their private cloud environment so that multiple users or organizations (tenants) share the same underlying infrastructure and resources while maintaining data isolation and privacy. Now, with VMware Cloud Foundation 9, there will be multi-tenancy capabilities integrated out of the box into the VCF platform. </a:t>
            </a: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rPr>
              <a:t>With integrated VCF multi-tenancy capability, enterprise IT teams will be able to support different organizations, business groups or development teams on the same shared infrastructure, while allowing application owners and development teams to segment their infrastructure based on their own specific sovereign requirements for access, workload management, security and privacy.</a:t>
            </a:r>
            <a:endParaRPr sz="1000">
              <a:solidFill>
                <a:schemeClr val="dk2"/>
              </a:solidFill>
            </a:endParaRPr>
          </a:p>
          <a:p>
            <a:pPr marL="457200" lvl="0" indent="0" algn="l" rtl="0">
              <a:lnSpc>
                <a:spcPct val="11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rPr>
              <a:t>With multiple tenants sharing the same underlying infrastructure, this capability will provide better resource utilization and improved infrastructure cost efficiency. While at the same time, with data isolation and Role Based Access Control in place, it will provide tenants enhanced security and privacy. With rapid provisioning of new tenants and dynamic allocation of resources as per the demands of these tenants, it will help improve an organization's agility, flexibility and infrastructure scalability.</a:t>
            </a: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endParaRPr/>
          </a:p>
        </p:txBody>
      </p:sp>
      <p:sp>
        <p:nvSpPr>
          <p:cNvPr id="2698" name="Google Shape;2698;p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5"/>
        <p:cNvGrpSpPr/>
        <p:nvPr/>
      </p:nvGrpSpPr>
      <p:grpSpPr>
        <a:xfrm>
          <a:off x="0" y="0"/>
          <a:ext cx="0" cy="0"/>
          <a:chOff x="0" y="0"/>
          <a:chExt cx="0" cy="0"/>
        </a:xfrm>
      </p:grpSpPr>
      <p:sp>
        <p:nvSpPr>
          <p:cNvPr id="2726" name="Google Shape;2726;p7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7" name="Google Shape;2727;p7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None/>
            </a:pPr>
            <a:r>
              <a:rPr lang="en-US" sz="1000" b="1">
                <a:solidFill>
                  <a:schemeClr val="dk2"/>
                </a:solidFill>
              </a:rPr>
              <a:t>Native Virtual Private Clouds (VPC) in vCenter and VCF Automation:</a:t>
            </a:r>
            <a:endParaRPr sz="1000">
              <a:solidFill>
                <a:schemeClr val="dk2"/>
              </a:solidFill>
            </a:endParaRPr>
          </a:p>
          <a:p>
            <a:pPr marL="0" lvl="0" indent="0" algn="l" rtl="0">
              <a:lnSpc>
                <a:spcPct val="115000"/>
              </a:lnSpc>
              <a:spcBef>
                <a:spcPts val="0"/>
              </a:spcBef>
              <a:spcAft>
                <a:spcPts val="0"/>
              </a:spcAft>
              <a:buNone/>
            </a:pPr>
            <a:endParaRPr sz="1000">
              <a:solidFill>
                <a:schemeClr val="dk2"/>
              </a:solidFill>
            </a:endParaRPr>
          </a:p>
          <a:p>
            <a:pPr marL="0" lvl="0" indent="0" algn="l" rtl="0">
              <a:lnSpc>
                <a:spcPct val="115000"/>
              </a:lnSpc>
              <a:spcBef>
                <a:spcPts val="0"/>
              </a:spcBef>
              <a:spcAft>
                <a:spcPts val="0"/>
              </a:spcAft>
              <a:buNone/>
            </a:pPr>
            <a:r>
              <a:rPr lang="en-US" sz="1000">
                <a:solidFill>
                  <a:schemeClr val="dk2"/>
                </a:solidFill>
                <a:highlight>
                  <a:srgbClr val="FFFFFF"/>
                </a:highlight>
              </a:rPr>
              <a:t>Native VPC capabilities simplify networking by enabling users to access self-service isolated connectivity without VLAN complexities and enable non-disruptive integration with existing networks. Previously, VPCs could be deployed only through the NSX Manager. Now, VMware Cloud Foundation 9 will deliver the next evolution of VPCs by integrating native VPCs into vCenter and VCF Automation. With this capability, VI Admins will be able to create, consume and manage VPCs using either vCenter UI or they can even automate the deployment of VPCs with VCF Automation.</a:t>
            </a:r>
            <a:endParaRPr sz="1000">
              <a:solidFill>
                <a:schemeClr val="dk2"/>
              </a:solidFill>
              <a:highlight>
                <a:srgbClr val="FFFFFF"/>
              </a:highlight>
            </a:endParaRPr>
          </a:p>
          <a:p>
            <a:pPr marL="0" lvl="0" indent="0" algn="l" rtl="0">
              <a:lnSpc>
                <a:spcPct val="115000"/>
              </a:lnSpc>
              <a:spcBef>
                <a:spcPts val="0"/>
              </a:spcBef>
              <a:spcAft>
                <a:spcPts val="0"/>
              </a:spcAft>
              <a:buClr>
                <a:schemeClr val="dk2"/>
              </a:buClr>
              <a:buSzPts val="1100"/>
              <a:buFont typeface="Arial"/>
              <a:buNone/>
            </a:pPr>
            <a:endParaRPr sz="1000">
              <a:solidFill>
                <a:schemeClr val="dk2"/>
              </a:solidFill>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highlight>
                  <a:srgbClr val="FFFFFF"/>
                </a:highlight>
              </a:rPr>
              <a:t>VPC integration into vCenter will provide customers a native networking experience with a single UI to view and manage VM connectivity and networking. And integration of VPCs into VCF Automation will help them discover their NSX Projects, VPCs, their networks and security groups all through a single management pane in VCF Automation. Thus this capability will enable DevOps teams to rapidly consume VPCs and provision infrastructure according to their needs and deploy workloads without going through the complex ticketing process.  This capability will streamline operations, enhance platform team productivity, and reduce the operational overhead for IT teams.</a:t>
            </a:r>
            <a:endParaRPr/>
          </a:p>
        </p:txBody>
      </p:sp>
      <p:sp>
        <p:nvSpPr>
          <p:cNvPr id="2728" name="Google Shape;2728;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5"/>
        <p:cNvGrpSpPr/>
        <p:nvPr/>
      </p:nvGrpSpPr>
      <p:grpSpPr>
        <a:xfrm>
          <a:off x="0" y="0"/>
          <a:ext cx="0" cy="0"/>
          <a:chOff x="0" y="0"/>
          <a:chExt cx="0" cy="0"/>
        </a:xfrm>
      </p:grpSpPr>
      <p:sp>
        <p:nvSpPr>
          <p:cNvPr id="2756" name="Google Shape;2756;p7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7" name="Google Shape;2757;p7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None/>
            </a:pPr>
            <a:r>
              <a:rPr lang="en-US" sz="1000" b="1">
                <a:solidFill>
                  <a:schemeClr val="dk2"/>
                </a:solidFill>
              </a:rPr>
              <a:t>Unified VCF Security Management:</a:t>
            </a:r>
            <a:r>
              <a:rPr lang="en-US" sz="1000">
                <a:solidFill>
                  <a:schemeClr val="dk2"/>
                </a:solidFill>
              </a:rPr>
              <a:t> </a:t>
            </a:r>
            <a:endParaRPr sz="1000">
              <a:solidFill>
                <a:schemeClr val="dk2"/>
              </a:solidFill>
            </a:endParaRPr>
          </a:p>
          <a:p>
            <a:pPr marL="0" lvl="0" indent="0" algn="l" rtl="0">
              <a:lnSpc>
                <a:spcPct val="115000"/>
              </a:lnSpc>
              <a:spcBef>
                <a:spcPts val="0"/>
              </a:spcBef>
              <a:spcAft>
                <a:spcPts val="0"/>
              </a:spcAft>
              <a:buNone/>
            </a:pPr>
            <a:endParaRPr sz="1000">
              <a:solidFill>
                <a:schemeClr val="dk2"/>
              </a:solidFill>
            </a:endParaRPr>
          </a:p>
          <a:p>
            <a:pPr marL="0" lvl="0" indent="0" algn="l" rtl="0">
              <a:lnSpc>
                <a:spcPct val="115000"/>
              </a:lnSpc>
              <a:spcBef>
                <a:spcPts val="0"/>
              </a:spcBef>
              <a:spcAft>
                <a:spcPts val="0"/>
              </a:spcAft>
              <a:buNone/>
            </a:pPr>
            <a:r>
              <a:rPr lang="en-US" sz="1000">
                <a:solidFill>
                  <a:schemeClr val="dk2"/>
                </a:solidFill>
              </a:rPr>
              <a:t>With the introduction of Unified VCF Security Management across the global fleet of VCF deployments, VMware Cloud Foundation 9 will deliver a centralized security and compliance management experience for proactive risk mitigation. </a:t>
            </a:r>
            <a:endParaRPr sz="1000">
              <a:solidFill>
                <a:schemeClr val="dk2"/>
              </a:solidFill>
            </a:endParaRPr>
          </a:p>
          <a:p>
            <a:pPr marL="457200" lvl="0" indent="0" algn="l" rtl="0">
              <a:lnSpc>
                <a:spcPct val="11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rPr>
              <a:t>A centralized information hub will provide timely and accurate security data in one place and a new comprehensive security view will provide visibility into multiple facets of security </a:t>
            </a:r>
            <a:r>
              <a:rPr lang="en-US" sz="1000">
                <a:solidFill>
                  <a:srgbClr val="000001"/>
                </a:solidFill>
                <a:highlight>
                  <a:srgbClr val="FFFFFF"/>
                </a:highlight>
              </a:rPr>
              <a:t>to view, manage and configure SSO, certificates, identity, passwords, notifications, tags</a:t>
            </a:r>
            <a:r>
              <a:rPr lang="en-US" sz="1000">
                <a:solidFill>
                  <a:schemeClr val="dk2"/>
                </a:solidFill>
              </a:rPr>
              <a:t>. Configuration drift detection</a:t>
            </a:r>
            <a:r>
              <a:rPr lang="en-US" sz="1000" b="1">
                <a:solidFill>
                  <a:schemeClr val="dk2"/>
                </a:solidFill>
              </a:rPr>
              <a:t> </a:t>
            </a:r>
            <a:r>
              <a:rPr lang="en-US" sz="1000">
                <a:solidFill>
                  <a:schemeClr val="dk2"/>
                </a:solidFill>
              </a:rPr>
              <a:t>will correlate and proactively notify IT of inconsistencies in system configurations across an entire VCF fleet. </a:t>
            </a:r>
            <a:endParaRPr sz="1000">
              <a:solidFill>
                <a:schemeClr val="dk2"/>
              </a:solidFill>
            </a:endParaRPr>
          </a:p>
          <a:p>
            <a:pPr marL="457200" lvl="0" indent="0" algn="l" rtl="0">
              <a:lnSpc>
                <a:spcPct val="11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rPr>
              <a:t>A single-pane-of-glass view with comprehensive visibility into all security components across the infrastructure will help customers elevate their security posture by enabling faster incident response, enhanced threat protection, and improved compliance through unified reporting, and will eventually increase the operational efficiency of the Security Operations team.</a:t>
            </a: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endParaRPr/>
          </a:p>
        </p:txBody>
      </p:sp>
      <p:sp>
        <p:nvSpPr>
          <p:cNvPr id="2758" name="Google Shape;2758;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3"/>
        <p:cNvGrpSpPr/>
        <p:nvPr/>
      </p:nvGrpSpPr>
      <p:grpSpPr>
        <a:xfrm>
          <a:off x="0" y="0"/>
          <a:ext cx="0" cy="0"/>
          <a:chOff x="0" y="0"/>
          <a:chExt cx="0" cy="0"/>
        </a:xfrm>
      </p:grpSpPr>
      <p:sp>
        <p:nvSpPr>
          <p:cNvPr id="2784" name="Google Shape;2784;p7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5" name="Google Shape;2785;p7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115000"/>
              </a:lnSpc>
              <a:spcBef>
                <a:spcPts val="0"/>
              </a:spcBef>
              <a:spcAft>
                <a:spcPts val="0"/>
              </a:spcAft>
              <a:buNone/>
            </a:pPr>
            <a:r>
              <a:rPr lang="en-US" sz="1000" b="1">
                <a:solidFill>
                  <a:schemeClr val="dk2"/>
                </a:solidFill>
              </a:rPr>
              <a:t>Native vSAN-to-vSAN Data Protection with Deep Snapshots: </a:t>
            </a:r>
            <a:endParaRPr sz="1000" b="1">
              <a:solidFill>
                <a:schemeClr val="dk2"/>
              </a:solidFill>
            </a:endParaRPr>
          </a:p>
          <a:p>
            <a:pPr marL="0" lvl="0" indent="0" algn="l" rtl="0">
              <a:lnSpc>
                <a:spcPct val="115000"/>
              </a:lnSpc>
              <a:spcBef>
                <a:spcPts val="0"/>
              </a:spcBef>
              <a:spcAft>
                <a:spcPts val="0"/>
              </a:spcAft>
              <a:buNone/>
            </a:pPr>
            <a:endParaRPr sz="1000">
              <a:solidFill>
                <a:schemeClr val="dk2"/>
              </a:solidFill>
            </a:endParaRPr>
          </a:p>
          <a:p>
            <a:pPr marL="0" lvl="0" indent="0" algn="l" rtl="0">
              <a:lnSpc>
                <a:spcPct val="115000"/>
              </a:lnSpc>
              <a:spcBef>
                <a:spcPts val="0"/>
              </a:spcBef>
              <a:spcAft>
                <a:spcPts val="0"/>
              </a:spcAft>
              <a:buNone/>
            </a:pPr>
            <a:r>
              <a:rPr lang="en-US" sz="1000">
                <a:solidFill>
                  <a:schemeClr val="dk2"/>
                </a:solidFill>
              </a:rPr>
              <a:t>vSAN remote snapshot replication will strengthen data resilience with a deep history of immutable snapshots, reduce downtime with enterprise-grade disaster recovery orchestration, and simplify the management experience with a unified appliance</a:t>
            </a:r>
            <a:r>
              <a:rPr lang="en-US" sz="1000" b="1">
                <a:solidFill>
                  <a:schemeClr val="dk2"/>
                </a:solidFill>
              </a:rPr>
              <a:t>. </a:t>
            </a:r>
            <a:r>
              <a:rPr lang="en-US" sz="1000">
                <a:solidFill>
                  <a:schemeClr val="dk2"/>
                </a:solidFill>
              </a:rPr>
              <a:t>It will also support vSAN storage clusters for increased scalability and storage efficiency. VCF administrators will be able to easily create, revert, restore, and clone snapshots and quickly recover from operational failures and disasters.</a:t>
            </a:r>
            <a:r>
              <a:rPr lang="en-US" sz="1000" b="1">
                <a:solidFill>
                  <a:schemeClr val="dk2"/>
                </a:solidFill>
              </a:rPr>
              <a:t> </a:t>
            </a: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endParaRPr sz="1000">
              <a:solidFill>
                <a:schemeClr val="dk2"/>
              </a:solidFill>
            </a:endParaRPr>
          </a:p>
          <a:p>
            <a:pPr marL="0" lvl="0" indent="0" algn="l" rtl="0">
              <a:lnSpc>
                <a:spcPct val="115000"/>
              </a:lnSpc>
              <a:spcBef>
                <a:spcPts val="0"/>
              </a:spcBef>
              <a:spcAft>
                <a:spcPts val="0"/>
              </a:spcAft>
              <a:buClr>
                <a:schemeClr val="dk2"/>
              </a:buClr>
              <a:buSzPts val="1100"/>
              <a:buFont typeface="Arial"/>
              <a:buNone/>
            </a:pPr>
            <a:r>
              <a:rPr lang="en-US" sz="1000">
                <a:solidFill>
                  <a:schemeClr val="dk2"/>
                </a:solidFill>
              </a:rPr>
              <a:t>Customers can also leverage the deep, immutable vSAN snapshots to recover from ransomware attacks with an on-premises Isolated Recovery Environment (IRE). This complements the existing cloud-based ransomware recovery offering to provide greater choice and flexibility to customers who want to preserve data sovereignty and unlock the value of the full VCF stack to protect workloads anywhere</a:t>
            </a:r>
            <a:endParaRPr/>
          </a:p>
        </p:txBody>
      </p:sp>
      <p:sp>
        <p:nvSpPr>
          <p:cNvPr id="2786" name="Google Shape;2786;p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1"/>
        <p:cNvGrpSpPr/>
        <p:nvPr/>
      </p:nvGrpSpPr>
      <p:grpSpPr>
        <a:xfrm>
          <a:off x="0" y="0"/>
          <a:ext cx="0" cy="0"/>
          <a:chOff x="0" y="0"/>
          <a:chExt cx="0" cy="0"/>
        </a:xfrm>
      </p:grpSpPr>
      <p:sp>
        <p:nvSpPr>
          <p:cNvPr id="2812" name="Google Shape;2812;p1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813" name="Google Shape;2813;p1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37"/>
        <p:cNvGrpSpPr/>
        <p:nvPr/>
      </p:nvGrpSpPr>
      <p:grpSpPr>
        <a:xfrm>
          <a:off x="0" y="0"/>
          <a:ext cx="0" cy="0"/>
          <a:chOff x="0" y="0"/>
          <a:chExt cx="0" cy="0"/>
        </a:xfrm>
      </p:grpSpPr>
      <p:sp>
        <p:nvSpPr>
          <p:cNvPr id="38" name="Google Shape;38;p19"/>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2800"/>
              <a:buFont typeface="Arial"/>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9"/>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rgbClr val="06070D"/>
                </a:solidFill>
                <a:latin typeface="Arial"/>
                <a:ea typeface="Arial"/>
                <a:cs typeface="Arial"/>
                <a:sym typeface="Arial"/>
              </a:defRPr>
            </a:lvl1pPr>
            <a:lvl2pPr lvl="1" algn="ctr">
              <a:lnSpc>
                <a:spcPct val="100000"/>
              </a:lnSpc>
              <a:spcBef>
                <a:spcPts val="1200"/>
              </a:spcBef>
              <a:spcAft>
                <a:spcPts val="0"/>
              </a:spcAft>
              <a:buSzPts val="1620"/>
              <a:buNone/>
              <a:defRPr sz="2000"/>
            </a:lvl2pPr>
            <a:lvl3pPr lvl="2" algn="ctr">
              <a:lnSpc>
                <a:spcPct val="100000"/>
              </a:lnSpc>
              <a:spcBef>
                <a:spcPts val="1200"/>
              </a:spcBef>
              <a:spcAft>
                <a:spcPts val="0"/>
              </a:spcAft>
              <a:buSzPts val="1440"/>
              <a:buNone/>
              <a:defRPr sz="1800"/>
            </a:lvl3pPr>
            <a:lvl4pPr lvl="3" algn="ctr">
              <a:lnSpc>
                <a:spcPct val="100000"/>
              </a:lnSpc>
              <a:spcBef>
                <a:spcPts val="1200"/>
              </a:spcBef>
              <a:spcAft>
                <a:spcPts val="0"/>
              </a:spcAft>
              <a:buSzPts val="1260"/>
              <a:buNone/>
              <a:defRPr sz="1600"/>
            </a:lvl4pPr>
            <a:lvl5pPr lvl="4" algn="ctr">
              <a:lnSpc>
                <a:spcPct val="100000"/>
              </a:lnSpc>
              <a:spcBef>
                <a:spcPts val="1200"/>
              </a:spcBef>
              <a:spcAft>
                <a:spcPts val="0"/>
              </a:spcAft>
              <a:buSzPts val="1260"/>
              <a:buNone/>
              <a:defRPr sz="1600"/>
            </a:lvl5pPr>
            <a:lvl6pPr lvl="5" algn="ctr">
              <a:lnSpc>
                <a:spcPct val="100000"/>
              </a:lnSpc>
              <a:spcBef>
                <a:spcPts val="1200"/>
              </a:spcBef>
              <a:spcAft>
                <a:spcPts val="0"/>
              </a:spcAft>
              <a:buSzPts val="1260"/>
              <a:buNone/>
              <a:defRPr sz="1600"/>
            </a:lvl6pPr>
            <a:lvl7pPr lvl="6" algn="ctr">
              <a:lnSpc>
                <a:spcPct val="100000"/>
              </a:lnSpc>
              <a:spcBef>
                <a:spcPts val="1200"/>
              </a:spcBef>
              <a:spcAft>
                <a:spcPts val="0"/>
              </a:spcAft>
              <a:buSzPts val="1260"/>
              <a:buNone/>
              <a:defRPr sz="1600"/>
            </a:lvl7pPr>
            <a:lvl8pPr lvl="7" algn="ctr">
              <a:lnSpc>
                <a:spcPct val="100000"/>
              </a:lnSpc>
              <a:spcBef>
                <a:spcPts val="1200"/>
              </a:spcBef>
              <a:spcAft>
                <a:spcPts val="0"/>
              </a:spcAft>
              <a:buSzPts val="1260"/>
              <a:buNone/>
              <a:defRPr sz="1600"/>
            </a:lvl8pPr>
            <a:lvl9pPr lvl="8" algn="ctr">
              <a:lnSpc>
                <a:spcPct val="100000"/>
              </a:lnSpc>
              <a:spcBef>
                <a:spcPts val="1200"/>
              </a:spcBef>
              <a:spcAft>
                <a:spcPts val="0"/>
              </a:spcAft>
              <a:buSzPts val="1260"/>
              <a:buNone/>
              <a:defRPr sz="1600"/>
            </a:lvl9pPr>
          </a:lstStyle>
          <a:p>
            <a:endParaRPr/>
          </a:p>
        </p:txBody>
      </p:sp>
      <p:sp>
        <p:nvSpPr>
          <p:cNvPr id="40" name="Google Shape;40;p19"/>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1200"/>
              </a:spcBef>
              <a:spcAft>
                <a:spcPts val="0"/>
              </a:spcAft>
              <a:buSzPts val="1800"/>
              <a:buChar char="​"/>
              <a:defRPr>
                <a:solidFill>
                  <a:srgbClr val="06070D"/>
                </a:solidFill>
              </a:defRPr>
            </a:lvl1pPr>
            <a:lvl2pPr marL="914400" lvl="1" indent="-331469" algn="l">
              <a:lnSpc>
                <a:spcPct val="100000"/>
              </a:lnSpc>
              <a:spcBef>
                <a:spcPts val="1200"/>
              </a:spcBef>
              <a:spcAft>
                <a:spcPts val="0"/>
              </a:spcAft>
              <a:buSzPts val="1620"/>
              <a:buChar char="•"/>
              <a:defRPr>
                <a:solidFill>
                  <a:srgbClr val="06070D"/>
                </a:solidFill>
              </a:defRPr>
            </a:lvl2pPr>
            <a:lvl3pPr marL="1371600" lvl="2" indent="-320039" algn="l">
              <a:lnSpc>
                <a:spcPct val="100000"/>
              </a:lnSpc>
              <a:spcBef>
                <a:spcPts val="1200"/>
              </a:spcBef>
              <a:spcAft>
                <a:spcPts val="0"/>
              </a:spcAft>
              <a:buSzPts val="1440"/>
              <a:buChar char="–"/>
              <a:defRPr>
                <a:solidFill>
                  <a:srgbClr val="06070D"/>
                </a:solidFill>
              </a:defRPr>
            </a:lvl3pPr>
            <a:lvl4pPr marL="1828800" lvl="3" indent="-308610" algn="l">
              <a:lnSpc>
                <a:spcPct val="100000"/>
              </a:lnSpc>
              <a:spcBef>
                <a:spcPts val="1200"/>
              </a:spcBef>
              <a:spcAft>
                <a:spcPts val="0"/>
              </a:spcAft>
              <a:buSzPts val="1260"/>
              <a:buChar char="•"/>
              <a:defRPr>
                <a:solidFill>
                  <a:srgbClr val="06070D"/>
                </a:solidFill>
              </a:defRPr>
            </a:lvl4pPr>
            <a:lvl5pPr marL="2286000" lvl="4" indent="-308610" algn="l">
              <a:lnSpc>
                <a:spcPct val="100000"/>
              </a:lnSpc>
              <a:spcBef>
                <a:spcPts val="1200"/>
              </a:spcBef>
              <a:spcAft>
                <a:spcPts val="0"/>
              </a:spcAft>
              <a:buSzPts val="1260"/>
              <a:buChar char="–"/>
              <a:defRPr>
                <a:solidFill>
                  <a:srgbClr val="06070D"/>
                </a:solidFill>
              </a:defRPr>
            </a:lvl5pPr>
            <a:lvl6pPr marL="2743200" lvl="5" indent="-308610" algn="l">
              <a:lnSpc>
                <a:spcPct val="100000"/>
              </a:lnSpc>
              <a:spcBef>
                <a:spcPts val="1200"/>
              </a:spcBef>
              <a:spcAft>
                <a:spcPts val="0"/>
              </a:spcAft>
              <a:buSzPts val="1260"/>
              <a:buChar char="•"/>
              <a:defRPr/>
            </a:lvl6pPr>
            <a:lvl7pPr marL="3200400" lvl="6" indent="-308610" algn="l">
              <a:lnSpc>
                <a:spcPct val="100000"/>
              </a:lnSpc>
              <a:spcBef>
                <a:spcPts val="1200"/>
              </a:spcBef>
              <a:spcAft>
                <a:spcPts val="0"/>
              </a:spcAft>
              <a:buSzPts val="1260"/>
              <a:buChar char="-"/>
              <a:defRPr/>
            </a:lvl7pPr>
            <a:lvl8pPr marL="3657600" lvl="7" indent="-308609" algn="l">
              <a:lnSpc>
                <a:spcPct val="100000"/>
              </a:lnSpc>
              <a:spcBef>
                <a:spcPts val="1200"/>
              </a:spcBef>
              <a:spcAft>
                <a:spcPts val="0"/>
              </a:spcAft>
              <a:buSzPts val="1260"/>
              <a:buChar char="•"/>
              <a:defRPr/>
            </a:lvl8pPr>
            <a:lvl9pPr marL="4114800" lvl="8" indent="-308609" algn="l">
              <a:lnSpc>
                <a:spcPct val="100000"/>
              </a:lnSpc>
              <a:spcBef>
                <a:spcPts val="1200"/>
              </a:spcBef>
              <a:spcAft>
                <a:spcPts val="0"/>
              </a:spcAft>
              <a:buSzPts val="1260"/>
              <a:buChar char="-"/>
              <a:defRPr/>
            </a:lvl9pPr>
          </a:lstStyle>
          <a:p>
            <a:endParaRPr/>
          </a:p>
        </p:txBody>
      </p:sp>
      <p:sp>
        <p:nvSpPr>
          <p:cNvPr id="41" name="Google Shape;41;p1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lt2"/>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 Leaf">
  <p:cSld name="Title Slide – Leaf">
    <p:spTree>
      <p:nvGrpSpPr>
        <p:cNvPr id="1" name="Shape 42"/>
        <p:cNvGrpSpPr/>
        <p:nvPr/>
      </p:nvGrpSpPr>
      <p:grpSpPr>
        <a:xfrm>
          <a:off x="0" y="0"/>
          <a:ext cx="0" cy="0"/>
          <a:chOff x="0" y="0"/>
          <a:chExt cx="0" cy="0"/>
        </a:xfrm>
      </p:grpSpPr>
      <p:pic>
        <p:nvPicPr>
          <p:cNvPr id="43" name="Google Shape;43;p20"/>
          <p:cNvPicPr preferRelativeResize="0"/>
          <p:nvPr/>
        </p:nvPicPr>
        <p:blipFill rotWithShape="1">
          <a:blip r:embed="rId2">
            <a:alphaModFix/>
          </a:blip>
          <a:srcRect l="1042" r="1971"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3333"/>
              </a:schemeClr>
            </a:outerShdw>
          </a:effectLst>
        </p:spPr>
      </p:pic>
      <p:sp>
        <p:nvSpPr>
          <p:cNvPr id="44" name="Google Shape;44;p20"/>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4"/>
              </a:gs>
              <a:gs pos="7000">
                <a:schemeClr val="accent4"/>
              </a:gs>
              <a:gs pos="83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5" name="Google Shape;45;p20"/>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20"/>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ubTitle" idx="1"/>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8" name="Google Shape;48;p20"/>
          <p:cNvSpPr txBox="1">
            <a:spLocks noGrp="1"/>
          </p:cNvSpPr>
          <p:nvPr>
            <p:ph type="body" idx="2"/>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9" name="Google Shape;49;p20"/>
          <p:cNvSpPr txBox="1">
            <a:spLocks noGrp="1"/>
          </p:cNvSpPr>
          <p:nvPr>
            <p:ph type="body" idx="3"/>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0" name="Google Shape;50;p20"/>
          <p:cNvSpPr txBox="1">
            <a:spLocks noGrp="1"/>
          </p:cNvSpPr>
          <p:nvPr>
            <p:ph type="body" idx="4"/>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1" name="Google Shape;51;p20"/>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52" name="Google Shape;52;p20"/>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53" name="Google Shape;53;p20"/>
          <p:cNvGrpSpPr/>
          <p:nvPr/>
        </p:nvGrpSpPr>
        <p:grpSpPr>
          <a:xfrm>
            <a:off x="265625" y="6323271"/>
            <a:ext cx="1249222" cy="369649"/>
            <a:chOff x="265625" y="6323271"/>
            <a:chExt cx="1249222" cy="369649"/>
          </a:xfrm>
        </p:grpSpPr>
        <p:grpSp>
          <p:nvGrpSpPr>
            <p:cNvPr id="54" name="Google Shape;54;p20"/>
            <p:cNvGrpSpPr/>
            <p:nvPr/>
          </p:nvGrpSpPr>
          <p:grpSpPr>
            <a:xfrm>
              <a:off x="745455" y="6594444"/>
              <a:ext cx="722663" cy="98476"/>
              <a:chOff x="745455" y="6594444"/>
              <a:chExt cx="722663" cy="98476"/>
            </a:xfrm>
          </p:grpSpPr>
          <p:sp>
            <p:nvSpPr>
              <p:cNvPr id="55" name="Google Shape;55;p20"/>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6" name="Google Shape;56;p20"/>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7" name="Google Shape;57;p20"/>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8" name="Google Shape;58;p20"/>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9" name="Google Shape;59;p20"/>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 name="Google Shape;60;p20"/>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 name="Google Shape;61;p20"/>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 name="Google Shape;62;p20"/>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 name="Google Shape;63;p20"/>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 name="Google Shape;64;p20"/>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65" name="Google Shape;65;p20"/>
            <p:cNvGrpSpPr/>
            <p:nvPr/>
          </p:nvGrpSpPr>
          <p:grpSpPr>
            <a:xfrm>
              <a:off x="265625" y="6323271"/>
              <a:ext cx="1249222" cy="190348"/>
              <a:chOff x="265625" y="6323271"/>
              <a:chExt cx="1249222" cy="190348"/>
            </a:xfrm>
          </p:grpSpPr>
          <p:sp>
            <p:nvSpPr>
              <p:cNvPr id="66" name="Google Shape;66;p20"/>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 name="Google Shape;67;p20"/>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8" name="Google Shape;68;p20"/>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9" name="Google Shape;69;p20"/>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0" name="Google Shape;70;p20"/>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1" name="Google Shape;71;p20"/>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2" name="Google Shape;72;p20"/>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le and Subtitle">
  <p:cSld name="2_Title and Subtitle">
    <p:spTree>
      <p:nvGrpSpPr>
        <p:cNvPr id="1" name="Shape 73"/>
        <p:cNvGrpSpPr/>
        <p:nvPr/>
      </p:nvGrpSpPr>
      <p:grpSpPr>
        <a:xfrm>
          <a:off x="0" y="0"/>
          <a:ext cx="0" cy="0"/>
          <a:chOff x="0" y="0"/>
          <a:chExt cx="0" cy="0"/>
        </a:xfrm>
      </p:grpSpPr>
      <p:sp>
        <p:nvSpPr>
          <p:cNvPr id="74" name="Google Shape;74;p21"/>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620"/>
              <a:buNone/>
              <a:defRPr sz="2000"/>
            </a:lvl2pPr>
            <a:lvl3pPr lvl="2" algn="ctr">
              <a:lnSpc>
                <a:spcPct val="100000"/>
              </a:lnSpc>
              <a:spcBef>
                <a:spcPts val="1200"/>
              </a:spcBef>
              <a:spcAft>
                <a:spcPts val="0"/>
              </a:spcAft>
              <a:buSzPts val="1440"/>
              <a:buNone/>
              <a:defRPr sz="1800"/>
            </a:lvl3pPr>
            <a:lvl4pPr lvl="3" algn="ctr">
              <a:lnSpc>
                <a:spcPct val="100000"/>
              </a:lnSpc>
              <a:spcBef>
                <a:spcPts val="1200"/>
              </a:spcBef>
              <a:spcAft>
                <a:spcPts val="0"/>
              </a:spcAft>
              <a:buSzPts val="1260"/>
              <a:buNone/>
              <a:defRPr sz="1600"/>
            </a:lvl4pPr>
            <a:lvl5pPr lvl="4" algn="ctr">
              <a:lnSpc>
                <a:spcPct val="100000"/>
              </a:lnSpc>
              <a:spcBef>
                <a:spcPts val="1200"/>
              </a:spcBef>
              <a:spcAft>
                <a:spcPts val="0"/>
              </a:spcAft>
              <a:buSzPts val="1260"/>
              <a:buNone/>
              <a:defRPr sz="1600"/>
            </a:lvl5pPr>
            <a:lvl6pPr lvl="5" algn="ctr">
              <a:lnSpc>
                <a:spcPct val="100000"/>
              </a:lnSpc>
              <a:spcBef>
                <a:spcPts val="1200"/>
              </a:spcBef>
              <a:spcAft>
                <a:spcPts val="0"/>
              </a:spcAft>
              <a:buSzPts val="1260"/>
              <a:buNone/>
              <a:defRPr sz="1600"/>
            </a:lvl6pPr>
            <a:lvl7pPr lvl="6" algn="ctr">
              <a:lnSpc>
                <a:spcPct val="100000"/>
              </a:lnSpc>
              <a:spcBef>
                <a:spcPts val="1200"/>
              </a:spcBef>
              <a:spcAft>
                <a:spcPts val="0"/>
              </a:spcAft>
              <a:buSzPts val="1260"/>
              <a:buNone/>
              <a:defRPr sz="1600"/>
            </a:lvl7pPr>
            <a:lvl8pPr lvl="7" algn="ctr">
              <a:lnSpc>
                <a:spcPct val="100000"/>
              </a:lnSpc>
              <a:spcBef>
                <a:spcPts val="1200"/>
              </a:spcBef>
              <a:spcAft>
                <a:spcPts val="0"/>
              </a:spcAft>
              <a:buSzPts val="1260"/>
              <a:buNone/>
              <a:defRPr sz="1600"/>
            </a:lvl8pPr>
            <a:lvl9pPr lvl="8" algn="ctr">
              <a:lnSpc>
                <a:spcPct val="100000"/>
              </a:lnSpc>
              <a:spcBef>
                <a:spcPts val="1200"/>
              </a:spcBef>
              <a:spcAft>
                <a:spcPts val="0"/>
              </a:spcAft>
              <a:buSzPts val="1260"/>
              <a:buNone/>
              <a:defRPr sz="1600"/>
            </a:lvl9pPr>
          </a:lstStyle>
          <a:p>
            <a:endParaRPr/>
          </a:p>
        </p:txBody>
      </p:sp>
      <p:sp>
        <p:nvSpPr>
          <p:cNvPr id="76" name="Google Shape;76;p2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7"/>
        <p:cNvGrpSpPr/>
        <p:nvPr/>
      </p:nvGrpSpPr>
      <p:grpSpPr>
        <a:xfrm>
          <a:off x="0" y="0"/>
          <a:ext cx="0" cy="0"/>
          <a:chOff x="0" y="0"/>
          <a:chExt cx="0" cy="0"/>
        </a:xfrm>
      </p:grpSpPr>
      <p:sp>
        <p:nvSpPr>
          <p:cNvPr id="78" name="Google Shape;78;p2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and Subtitle">
  <p:cSld name="1_Title and Subtitle">
    <p:spTree>
      <p:nvGrpSpPr>
        <p:cNvPr id="1" name="Shape 79"/>
        <p:cNvGrpSpPr/>
        <p:nvPr/>
      </p:nvGrpSpPr>
      <p:grpSpPr>
        <a:xfrm>
          <a:off x="0" y="0"/>
          <a:ext cx="0" cy="0"/>
          <a:chOff x="0" y="0"/>
          <a:chExt cx="0" cy="0"/>
        </a:xfrm>
      </p:grpSpPr>
      <p:sp>
        <p:nvSpPr>
          <p:cNvPr id="80" name="Google Shape;80;g2f5672ebd26_60_866"/>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28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2f5672ebd26_60_866"/>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620"/>
              <a:buNone/>
              <a:defRPr sz="2000"/>
            </a:lvl2pPr>
            <a:lvl3pPr lvl="2" algn="ctr">
              <a:lnSpc>
                <a:spcPct val="100000"/>
              </a:lnSpc>
              <a:spcBef>
                <a:spcPts val="1200"/>
              </a:spcBef>
              <a:spcAft>
                <a:spcPts val="0"/>
              </a:spcAft>
              <a:buSzPts val="1440"/>
              <a:buNone/>
              <a:defRPr sz="1800"/>
            </a:lvl3pPr>
            <a:lvl4pPr lvl="3" algn="ctr">
              <a:lnSpc>
                <a:spcPct val="100000"/>
              </a:lnSpc>
              <a:spcBef>
                <a:spcPts val="1200"/>
              </a:spcBef>
              <a:spcAft>
                <a:spcPts val="0"/>
              </a:spcAft>
              <a:buSzPts val="1260"/>
              <a:buNone/>
              <a:defRPr sz="1600"/>
            </a:lvl4pPr>
            <a:lvl5pPr lvl="4" algn="ctr">
              <a:lnSpc>
                <a:spcPct val="100000"/>
              </a:lnSpc>
              <a:spcBef>
                <a:spcPts val="1200"/>
              </a:spcBef>
              <a:spcAft>
                <a:spcPts val="0"/>
              </a:spcAft>
              <a:buSzPts val="1260"/>
              <a:buNone/>
              <a:defRPr sz="1600"/>
            </a:lvl5pPr>
            <a:lvl6pPr lvl="5" algn="ctr">
              <a:lnSpc>
                <a:spcPct val="100000"/>
              </a:lnSpc>
              <a:spcBef>
                <a:spcPts val="1200"/>
              </a:spcBef>
              <a:spcAft>
                <a:spcPts val="0"/>
              </a:spcAft>
              <a:buSzPts val="1260"/>
              <a:buNone/>
              <a:defRPr sz="1600"/>
            </a:lvl6pPr>
            <a:lvl7pPr lvl="6" algn="ctr">
              <a:lnSpc>
                <a:spcPct val="100000"/>
              </a:lnSpc>
              <a:spcBef>
                <a:spcPts val="1200"/>
              </a:spcBef>
              <a:spcAft>
                <a:spcPts val="0"/>
              </a:spcAft>
              <a:buSzPts val="1260"/>
              <a:buNone/>
              <a:defRPr sz="1600"/>
            </a:lvl7pPr>
            <a:lvl8pPr lvl="7" algn="ctr">
              <a:lnSpc>
                <a:spcPct val="100000"/>
              </a:lnSpc>
              <a:spcBef>
                <a:spcPts val="1200"/>
              </a:spcBef>
              <a:spcAft>
                <a:spcPts val="0"/>
              </a:spcAft>
              <a:buSzPts val="1260"/>
              <a:buNone/>
              <a:defRPr sz="1600"/>
            </a:lvl8pPr>
            <a:lvl9pPr lvl="8" algn="ctr">
              <a:lnSpc>
                <a:spcPct val="100000"/>
              </a:lnSpc>
              <a:spcBef>
                <a:spcPts val="1200"/>
              </a:spcBef>
              <a:spcAft>
                <a:spcPts val="1200"/>
              </a:spcAft>
              <a:buSzPts val="1260"/>
              <a:buNone/>
              <a:defRPr sz="1600"/>
            </a:lvl9pPr>
          </a:lstStyle>
          <a:p>
            <a:endParaRPr/>
          </a:p>
        </p:txBody>
      </p:sp>
      <p:sp>
        <p:nvSpPr>
          <p:cNvPr id="82" name="Google Shape;82;g2f5672ebd26_60_866"/>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83"/>
        <p:cNvGrpSpPr/>
        <p:nvPr/>
      </p:nvGrpSpPr>
      <p:grpSpPr>
        <a:xfrm>
          <a:off x="0" y="0"/>
          <a:ext cx="0" cy="0"/>
          <a:chOff x="0" y="0"/>
          <a:chExt cx="0" cy="0"/>
        </a:xfrm>
      </p:grpSpPr>
      <p:sp>
        <p:nvSpPr>
          <p:cNvPr id="84" name="Google Shape;84;p2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86" name="Google Shape;86;p2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Statement - Leaf">
  <p:cSld name="Big Statement - Leaf">
    <p:spTree>
      <p:nvGrpSpPr>
        <p:cNvPr id="1" name="Shape 87"/>
        <p:cNvGrpSpPr/>
        <p:nvPr/>
      </p:nvGrpSpPr>
      <p:grpSpPr>
        <a:xfrm>
          <a:off x="0" y="0"/>
          <a:ext cx="0" cy="0"/>
          <a:chOff x="0" y="0"/>
          <a:chExt cx="0" cy="0"/>
        </a:xfrm>
      </p:grpSpPr>
      <p:grpSp>
        <p:nvGrpSpPr>
          <p:cNvPr id="88" name="Google Shape;88;p52"/>
          <p:cNvGrpSpPr/>
          <p:nvPr/>
        </p:nvGrpSpPr>
        <p:grpSpPr>
          <a:xfrm>
            <a:off x="5111737" y="1408637"/>
            <a:ext cx="7077088" cy="4553747"/>
            <a:chOff x="5111737" y="1408637"/>
            <a:chExt cx="7077088" cy="4553747"/>
          </a:xfrm>
        </p:grpSpPr>
        <p:sp>
          <p:nvSpPr>
            <p:cNvPr id="89" name="Google Shape;89;p52"/>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rgbClr val="61A30E"/>
                </a:gs>
                <a:gs pos="5000">
                  <a:srgbClr val="61A30E"/>
                </a:gs>
                <a:gs pos="80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 name="Google Shape;90;p52"/>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rgbClr val="61A30E"/>
                </a:gs>
                <a:gs pos="5000">
                  <a:srgbClr val="61A30E"/>
                </a:gs>
                <a:gs pos="80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91" name="Google Shape;91;p52"/>
          <p:cNvSpPr txBox="1">
            <a:spLocks noGrp="1"/>
          </p:cNvSpPr>
          <p:nvPr>
            <p:ph type="body" idx="1"/>
          </p:nvPr>
        </p:nvSpPr>
        <p:spPr>
          <a:xfrm>
            <a:off x="608013" y="2233670"/>
            <a:ext cx="6497867"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4"/>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2" name="Google Shape;92;p5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 Blank">
  <p:cSld name="CONTENT | Blank">
    <p:spTree>
      <p:nvGrpSpPr>
        <p:cNvPr id="1" name="Shape 93"/>
        <p:cNvGrpSpPr/>
        <p:nvPr/>
      </p:nvGrpSpPr>
      <p:grpSpPr>
        <a:xfrm>
          <a:off x="0" y="0"/>
          <a:ext cx="0" cy="0"/>
          <a:chOff x="0" y="0"/>
          <a:chExt cx="0" cy="0"/>
        </a:xfrm>
      </p:grpSpPr>
      <p:grpSp>
        <p:nvGrpSpPr>
          <p:cNvPr id="94" name="Google Shape;94;p67"/>
          <p:cNvGrpSpPr/>
          <p:nvPr/>
        </p:nvGrpSpPr>
        <p:grpSpPr>
          <a:xfrm>
            <a:off x="1" y="6450012"/>
            <a:ext cx="12188825" cy="407988"/>
            <a:chOff x="0" y="6450012"/>
            <a:chExt cx="12188825" cy="407988"/>
          </a:xfrm>
        </p:grpSpPr>
        <p:sp>
          <p:nvSpPr>
            <p:cNvPr id="95" name="Google Shape;95;p67"/>
            <p:cNvSpPr/>
            <p:nvPr/>
          </p:nvSpPr>
          <p:spPr>
            <a:xfrm>
              <a:off x="0" y="6450012"/>
              <a:ext cx="12188825" cy="407988"/>
            </a:xfrm>
            <a:custGeom>
              <a:avLst/>
              <a:gdLst/>
              <a:ahLst/>
              <a:cxnLst/>
              <a:rect l="l" t="t" r="r" b="b"/>
              <a:pathLst>
                <a:path w="12188825" h="407988" extrusionOk="0">
                  <a:moveTo>
                    <a:pt x="12188825" y="0"/>
                  </a:moveTo>
                  <a:lnTo>
                    <a:pt x="12188825" y="407988"/>
                  </a:lnTo>
                  <a:lnTo>
                    <a:pt x="0" y="407988"/>
                  </a:lnTo>
                  <a:lnTo>
                    <a:pt x="0" y="65962"/>
                  </a:lnTo>
                  <a:lnTo>
                    <a:pt x="151110" y="84285"/>
                  </a:lnTo>
                  <a:cubicBezTo>
                    <a:pt x="2687535" y="496640"/>
                    <a:pt x="3715090" y="321904"/>
                    <a:pt x="5490317" y="145956"/>
                  </a:cubicBezTo>
                  <a:cubicBezTo>
                    <a:pt x="5942103" y="101215"/>
                    <a:pt x="6415146" y="87308"/>
                    <a:pt x="6858818" y="104238"/>
                  </a:cubicBezTo>
                  <a:cubicBezTo>
                    <a:pt x="7843552" y="141845"/>
                    <a:pt x="9019203" y="252492"/>
                    <a:pt x="9828478" y="239554"/>
                  </a:cubicBezTo>
                  <a:cubicBezTo>
                    <a:pt x="10287299" y="231815"/>
                    <a:pt x="11228517" y="165184"/>
                    <a:pt x="12188825" y="0"/>
                  </a:cubicBezTo>
                  <a:close/>
                </a:path>
              </a:pathLst>
            </a:custGeom>
            <a:gradFill>
              <a:gsLst>
                <a:gs pos="0">
                  <a:srgbClr val="004BD3">
                    <a:alpha val="48235"/>
                  </a:srgbClr>
                </a:gs>
                <a:gs pos="100000">
                  <a:srgbClr val="0037A8">
                    <a:alpha val="48235"/>
                  </a:srgbClr>
                </a:gs>
              </a:gsLst>
              <a:lin ang="16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sp>
          <p:nvSpPr>
            <p:cNvPr id="96" name="Google Shape;96;p67"/>
            <p:cNvSpPr/>
            <p:nvPr/>
          </p:nvSpPr>
          <p:spPr>
            <a:xfrm>
              <a:off x="0" y="6613780"/>
              <a:ext cx="12188825" cy="244220"/>
            </a:xfrm>
            <a:custGeom>
              <a:avLst/>
              <a:gdLst/>
              <a:ahLst/>
              <a:cxnLst/>
              <a:rect l="l" t="t" r="r" b="b"/>
              <a:pathLst>
                <a:path w="12329056" h="244220" extrusionOk="0">
                  <a:moveTo>
                    <a:pt x="12329056" y="0"/>
                  </a:moveTo>
                  <a:cubicBezTo>
                    <a:pt x="11531401" y="86718"/>
                    <a:pt x="10749603" y="121698"/>
                    <a:pt x="10368495" y="125761"/>
                  </a:cubicBezTo>
                  <a:cubicBezTo>
                    <a:pt x="9696292" y="132553"/>
                    <a:pt x="8719768" y="74466"/>
                    <a:pt x="7901824" y="54723"/>
                  </a:cubicBezTo>
                  <a:cubicBezTo>
                    <a:pt x="7533300" y="45835"/>
                    <a:pt x="7140379" y="53136"/>
                    <a:pt x="6765113" y="76624"/>
                  </a:cubicBezTo>
                  <a:cubicBezTo>
                    <a:pt x="5290568" y="168993"/>
                    <a:pt x="4437056" y="260726"/>
                    <a:pt x="2330241" y="44248"/>
                  </a:cubicBezTo>
                  <a:cubicBezTo>
                    <a:pt x="1607317" y="-30091"/>
                    <a:pt x="687163" y="41010"/>
                    <a:pt x="0" y="72879"/>
                  </a:cubicBezTo>
                  <a:lnTo>
                    <a:pt x="0" y="244221"/>
                  </a:lnTo>
                  <a:lnTo>
                    <a:pt x="12329056" y="244221"/>
                  </a:lnTo>
                  <a:lnTo>
                    <a:pt x="12329056" y="0"/>
                  </a:lnTo>
                  <a:close/>
                </a:path>
              </a:pathLst>
            </a:custGeom>
            <a:gradFill>
              <a:gsLst>
                <a:gs pos="0">
                  <a:srgbClr val="004BD3">
                    <a:alpha val="48235"/>
                  </a:srgbClr>
                </a:gs>
                <a:gs pos="100000">
                  <a:srgbClr val="0037A8">
                    <a:alpha val="48235"/>
                  </a:srgbClr>
                </a:gs>
              </a:gsLst>
              <a:lin ang="16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hank You / Closing - Leaf">
  <p:cSld name="Thank You / Closing - Leaf">
    <p:spTree>
      <p:nvGrpSpPr>
        <p:cNvPr id="1" name="Shape 97"/>
        <p:cNvGrpSpPr/>
        <p:nvPr/>
      </p:nvGrpSpPr>
      <p:grpSpPr>
        <a:xfrm>
          <a:off x="0" y="0"/>
          <a:ext cx="0" cy="0"/>
          <a:chOff x="0" y="0"/>
          <a:chExt cx="0" cy="0"/>
        </a:xfrm>
      </p:grpSpPr>
      <p:sp>
        <p:nvSpPr>
          <p:cNvPr id="98" name="Google Shape;98;p24"/>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rgbClr val="61A30E"/>
              </a:gs>
              <a:gs pos="12000">
                <a:srgbClr val="61A30E"/>
              </a:gs>
              <a:gs pos="85000">
                <a:srgbClr val="0095C4"/>
              </a:gs>
              <a:gs pos="100000">
                <a:srgbClr val="0095C4"/>
              </a:gs>
            </a:gsLst>
            <a:lin ang="18899977"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9" name="Google Shape;99;p24"/>
          <p:cNvSpPr/>
          <p:nvPr/>
        </p:nvSpPr>
        <p:spPr>
          <a:xfrm>
            <a:off x="0" y="0"/>
            <a:ext cx="12188827"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a:effectLst>
            <a:outerShdw blurRad="241300" sx="102000" sy="102000" algn="ctr" rotWithShape="0">
              <a:schemeClr val="accent3">
                <a:alpha val="1333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 name="Google Shape;100;p24"/>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i="0" u="none" strike="noStrike" cap="none">
                <a:solidFill>
                  <a:schemeClr val="accent2"/>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
        <p:nvSpPr>
          <p:cNvPr id="101" name="Google Shape;101;p24"/>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02" name="Google Shape;102;p24"/>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03" name="Google Shape;103;p24"/>
          <p:cNvGrpSpPr/>
          <p:nvPr/>
        </p:nvGrpSpPr>
        <p:grpSpPr>
          <a:xfrm>
            <a:off x="265625" y="6323271"/>
            <a:ext cx="1249222" cy="369649"/>
            <a:chOff x="265625" y="6323271"/>
            <a:chExt cx="1249222" cy="369649"/>
          </a:xfrm>
        </p:grpSpPr>
        <p:grpSp>
          <p:nvGrpSpPr>
            <p:cNvPr id="104" name="Google Shape;104;p24"/>
            <p:cNvGrpSpPr/>
            <p:nvPr/>
          </p:nvGrpSpPr>
          <p:grpSpPr>
            <a:xfrm>
              <a:off x="745455" y="6594444"/>
              <a:ext cx="722663" cy="98476"/>
              <a:chOff x="745455" y="6594444"/>
              <a:chExt cx="722663" cy="98476"/>
            </a:xfrm>
          </p:grpSpPr>
          <p:sp>
            <p:nvSpPr>
              <p:cNvPr id="105" name="Google Shape;105;p2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 name="Google Shape;106;p2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 name="Google Shape;107;p2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8" name="Google Shape;108;p2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 name="Google Shape;109;p2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 name="Google Shape;110;p2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 name="Google Shape;111;p2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 name="Google Shape;112;p2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3" name="Google Shape;113;p2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4" name="Google Shape;114;p2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15" name="Google Shape;115;p24"/>
            <p:cNvGrpSpPr/>
            <p:nvPr/>
          </p:nvGrpSpPr>
          <p:grpSpPr>
            <a:xfrm>
              <a:off x="265625" y="6323271"/>
              <a:ext cx="1249222" cy="190348"/>
              <a:chOff x="265625" y="6323271"/>
              <a:chExt cx="1249222" cy="190348"/>
            </a:xfrm>
          </p:grpSpPr>
          <p:sp>
            <p:nvSpPr>
              <p:cNvPr id="116" name="Google Shape;116;p2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7" name="Google Shape;117;p2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8" name="Google Shape;118;p2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9" name="Google Shape;119;p2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0" name="Google Shape;120;p2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1" name="Google Shape;121;p2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2" name="Google Shape;122;p2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23" name="Google Shape;123;p24"/>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Slide – Aqua">
  <p:cSld name="Title Slide – Aqua">
    <p:spTree>
      <p:nvGrpSpPr>
        <p:cNvPr id="1" name="Shape 124"/>
        <p:cNvGrpSpPr/>
        <p:nvPr/>
      </p:nvGrpSpPr>
      <p:grpSpPr>
        <a:xfrm>
          <a:off x="0" y="0"/>
          <a:ext cx="0" cy="0"/>
          <a:chOff x="0" y="0"/>
          <a:chExt cx="0" cy="0"/>
        </a:xfrm>
      </p:grpSpPr>
      <p:pic>
        <p:nvPicPr>
          <p:cNvPr id="125" name="Google Shape;125;p25"/>
          <p:cNvPicPr preferRelativeResize="0"/>
          <p:nvPr/>
        </p:nvPicPr>
        <p:blipFill rotWithShape="1">
          <a:blip r:embed="rId2">
            <a:alphaModFix/>
          </a:blip>
          <a:srcRect l="1042" r="1971"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3333"/>
              </a:schemeClr>
            </a:outerShdw>
          </a:effectLst>
        </p:spPr>
      </p:pic>
      <p:sp>
        <p:nvSpPr>
          <p:cNvPr id="126" name="Google Shape;126;p25"/>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2"/>
              </a:gs>
              <a:gs pos="16000">
                <a:schemeClr val="accent2"/>
              </a:gs>
              <a:gs pos="90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7" name="Google Shape;127;p25"/>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 name="Google Shape;128;p25"/>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9" name="Google Shape;129;p25"/>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0" name="Google Shape;130;p25"/>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1" name="Google Shape;131;p25"/>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32" name="Google Shape;132;p25"/>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33" name="Google Shape;133;p25"/>
          <p:cNvGrpSpPr/>
          <p:nvPr/>
        </p:nvGrpSpPr>
        <p:grpSpPr>
          <a:xfrm>
            <a:off x="265625" y="6323271"/>
            <a:ext cx="1249222" cy="369649"/>
            <a:chOff x="265625" y="6323271"/>
            <a:chExt cx="1249222" cy="369649"/>
          </a:xfrm>
        </p:grpSpPr>
        <p:grpSp>
          <p:nvGrpSpPr>
            <p:cNvPr id="134" name="Google Shape;134;p25"/>
            <p:cNvGrpSpPr/>
            <p:nvPr/>
          </p:nvGrpSpPr>
          <p:grpSpPr>
            <a:xfrm>
              <a:off x="745455" y="6594444"/>
              <a:ext cx="722663" cy="98476"/>
              <a:chOff x="745455" y="6594444"/>
              <a:chExt cx="722663" cy="98476"/>
            </a:xfrm>
          </p:grpSpPr>
          <p:sp>
            <p:nvSpPr>
              <p:cNvPr id="135" name="Google Shape;135;p2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6" name="Google Shape;136;p2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7" name="Google Shape;137;p2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8" name="Google Shape;138;p2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9" name="Google Shape;139;p2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 name="Google Shape;140;p2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1" name="Google Shape;141;p2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 name="Google Shape;142;p2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 name="Google Shape;143;p2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4" name="Google Shape;144;p2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45" name="Google Shape;145;p25"/>
            <p:cNvGrpSpPr/>
            <p:nvPr/>
          </p:nvGrpSpPr>
          <p:grpSpPr>
            <a:xfrm>
              <a:off x="265625" y="6323271"/>
              <a:ext cx="1249222" cy="190348"/>
              <a:chOff x="265625" y="6323271"/>
              <a:chExt cx="1249222" cy="190348"/>
            </a:xfrm>
          </p:grpSpPr>
          <p:sp>
            <p:nvSpPr>
              <p:cNvPr id="146" name="Google Shape;146;p2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7" name="Google Shape;147;p2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8" name="Google Shape;148;p2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9" name="Google Shape;149;p2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0" name="Google Shape;150;p2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1" name="Google Shape;151;p2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2" name="Google Shape;152;p2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53" name="Google Shape;153;p25"/>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25"/>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Slide – Plum">
  <p:cSld name="Title Slide – Plum">
    <p:spTree>
      <p:nvGrpSpPr>
        <p:cNvPr id="1" name="Shape 155"/>
        <p:cNvGrpSpPr/>
        <p:nvPr/>
      </p:nvGrpSpPr>
      <p:grpSpPr>
        <a:xfrm>
          <a:off x="0" y="0"/>
          <a:ext cx="0" cy="0"/>
          <a:chOff x="0" y="0"/>
          <a:chExt cx="0" cy="0"/>
        </a:xfrm>
      </p:grpSpPr>
      <p:pic>
        <p:nvPicPr>
          <p:cNvPr id="156" name="Google Shape;156;p26"/>
          <p:cNvPicPr preferRelativeResize="0"/>
          <p:nvPr/>
        </p:nvPicPr>
        <p:blipFill rotWithShape="1">
          <a:blip r:embed="rId2">
            <a:alphaModFix/>
          </a:blip>
          <a:srcRect l="1042" r="1971" b="1787"/>
          <a:stretch/>
        </p:blipFill>
        <p:spPr>
          <a:xfrm>
            <a:off x="0" y="658109"/>
            <a:ext cx="12188825" cy="6205839"/>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3333"/>
              </a:schemeClr>
            </a:outerShdw>
          </a:effectLst>
        </p:spPr>
      </p:pic>
      <p:sp>
        <p:nvSpPr>
          <p:cNvPr id="157" name="Google Shape;157;p26"/>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5"/>
              </a:gs>
              <a:gs pos="16000">
                <a:schemeClr val="accent5"/>
              </a:gs>
              <a:gs pos="45000">
                <a:srgbClr val="4764A1"/>
              </a:gs>
              <a:gs pos="90000">
                <a:schemeClr val="accent3"/>
              </a:gs>
              <a:gs pos="100000">
                <a:schemeClr val="accent3"/>
              </a:gs>
            </a:gsLst>
            <a:lin ang="19199999"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8" name="Google Shape;158;p26"/>
          <p:cNvSpPr txBox="1">
            <a:spLocks noGrp="1"/>
          </p:cNvSpPr>
          <p:nvPr>
            <p:ph type="body" idx="1"/>
          </p:nvPr>
        </p:nvSpPr>
        <p:spPr>
          <a:xfrm>
            <a:off x="6592948" y="4737425"/>
            <a:ext cx="5402202" cy="355601"/>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59" name="Google Shape;159;p26"/>
          <p:cNvSpPr txBox="1">
            <a:spLocks noGrp="1"/>
          </p:cNvSpPr>
          <p:nvPr>
            <p:ph type="body" idx="2"/>
          </p:nvPr>
        </p:nvSpPr>
        <p:spPr>
          <a:xfrm>
            <a:off x="6592948" y="5117480"/>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60" name="Google Shape;160;p26"/>
          <p:cNvSpPr txBox="1">
            <a:spLocks noGrp="1"/>
          </p:cNvSpPr>
          <p:nvPr>
            <p:ph type="body" idx="3"/>
          </p:nvPr>
        </p:nvSpPr>
        <p:spPr>
          <a:xfrm>
            <a:off x="6592948" y="5485986"/>
            <a:ext cx="5402202" cy="35560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61" name="Google Shape;161;p26"/>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62" name="Google Shape;162;p26"/>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63" name="Google Shape;163;p26"/>
          <p:cNvGrpSpPr/>
          <p:nvPr/>
        </p:nvGrpSpPr>
        <p:grpSpPr>
          <a:xfrm>
            <a:off x="265625" y="6323271"/>
            <a:ext cx="1249222" cy="369649"/>
            <a:chOff x="265625" y="6323271"/>
            <a:chExt cx="1249222" cy="369649"/>
          </a:xfrm>
        </p:grpSpPr>
        <p:grpSp>
          <p:nvGrpSpPr>
            <p:cNvPr id="164" name="Google Shape;164;p26"/>
            <p:cNvGrpSpPr/>
            <p:nvPr/>
          </p:nvGrpSpPr>
          <p:grpSpPr>
            <a:xfrm>
              <a:off x="745455" y="6594444"/>
              <a:ext cx="722663" cy="98476"/>
              <a:chOff x="745455" y="6594444"/>
              <a:chExt cx="722663" cy="98476"/>
            </a:xfrm>
          </p:grpSpPr>
          <p:sp>
            <p:nvSpPr>
              <p:cNvPr id="165" name="Google Shape;165;p2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6" name="Google Shape;166;p2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2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8" name="Google Shape;168;p2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2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0" name="Google Shape;170;p2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1" name="Google Shape;171;p2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2" name="Google Shape;172;p2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3" name="Google Shape;173;p2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4" name="Google Shape;174;p2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75" name="Google Shape;175;p26"/>
            <p:cNvGrpSpPr/>
            <p:nvPr/>
          </p:nvGrpSpPr>
          <p:grpSpPr>
            <a:xfrm>
              <a:off x="265625" y="6323271"/>
              <a:ext cx="1249222" cy="190348"/>
              <a:chOff x="265625" y="6323271"/>
              <a:chExt cx="1249222" cy="190348"/>
            </a:xfrm>
          </p:grpSpPr>
          <p:sp>
            <p:nvSpPr>
              <p:cNvPr id="176" name="Google Shape;176;p2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7" name="Google Shape;177;p2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8" name="Google Shape;178;p2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9" name="Google Shape;179;p2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0" name="Google Shape;180;p2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1" name="Google Shape;181;p2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 name="Google Shape;182;p2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83" name="Google Shape;183;p26"/>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26"/>
          <p:cNvSpPr txBox="1">
            <a:spLocks noGrp="1"/>
          </p:cNvSpPr>
          <p:nvPr>
            <p:ph type="subTitle" idx="4"/>
          </p:nvPr>
        </p:nvSpPr>
        <p:spPr>
          <a:xfrm>
            <a:off x="6592948" y="2986547"/>
            <a:ext cx="5116452" cy="41640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85" name="Google Shape;185;p26"/>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86"/>
        <p:cNvGrpSpPr/>
        <p:nvPr/>
      </p:nvGrpSpPr>
      <p:grpSpPr>
        <a:xfrm>
          <a:off x="0" y="0"/>
          <a:ext cx="0" cy="0"/>
          <a:chOff x="0" y="0"/>
          <a:chExt cx="0" cy="0"/>
        </a:xfrm>
      </p:grpSpPr>
      <p:sp>
        <p:nvSpPr>
          <p:cNvPr id="187" name="Google Shape;187;p27"/>
          <p:cNvSpPr txBox="1">
            <a:spLocks noGrp="1"/>
          </p:cNvSpPr>
          <p:nvPr>
            <p:ph type="body" idx="1"/>
          </p:nvPr>
        </p:nvSpPr>
        <p:spPr>
          <a:xfrm>
            <a:off x="2894013" y="1359907"/>
            <a:ext cx="7315200" cy="4322783"/>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1800"/>
              </a:spcBef>
              <a:spcAft>
                <a:spcPts val="0"/>
              </a:spcAft>
              <a:buClr>
                <a:schemeClr val="accent2"/>
              </a:buClr>
              <a:buSzPts val="1800"/>
              <a:buFont typeface="Open Sans"/>
              <a:buChar char="​"/>
              <a:defRPr sz="2000">
                <a:solidFill>
                  <a:schemeClr val="dk1"/>
                </a:solidFill>
                <a:latin typeface="Arial"/>
                <a:ea typeface="Arial"/>
                <a:cs typeface="Arial"/>
                <a:sym typeface="Arial"/>
              </a:defRPr>
            </a:lvl1pPr>
            <a:lvl2pPr marL="914400" lvl="1" indent="-228600" algn="l">
              <a:lnSpc>
                <a:spcPct val="100000"/>
              </a:lnSpc>
              <a:spcBef>
                <a:spcPts val="1200"/>
              </a:spcBef>
              <a:spcAft>
                <a:spcPts val="0"/>
              </a:spcAft>
              <a:buSzPts val="1620"/>
              <a:buFont typeface="Open Sans"/>
              <a:buNone/>
              <a:defRPr/>
            </a:lvl2pPr>
            <a:lvl3pPr marL="1371600" lvl="2" indent="-228600" algn="l">
              <a:lnSpc>
                <a:spcPct val="100000"/>
              </a:lnSpc>
              <a:spcBef>
                <a:spcPts val="1200"/>
              </a:spcBef>
              <a:spcAft>
                <a:spcPts val="0"/>
              </a:spcAft>
              <a:buSzPts val="1620"/>
              <a:buFont typeface="Open Sans"/>
              <a:buNone/>
              <a:defRPr sz="1800"/>
            </a:lvl3pPr>
            <a:lvl4pPr marL="1828800" lvl="3" indent="-331469" algn="l">
              <a:lnSpc>
                <a:spcPct val="100000"/>
              </a:lnSpc>
              <a:spcBef>
                <a:spcPts val="1200"/>
              </a:spcBef>
              <a:spcAft>
                <a:spcPts val="0"/>
              </a:spcAft>
              <a:buSzPts val="1620"/>
              <a:buFont typeface="Open Sans"/>
              <a:buChar char="​"/>
              <a:defRPr sz="1800">
                <a:solidFill>
                  <a:schemeClr val="dk2"/>
                </a:solidFill>
              </a:defRPr>
            </a:lvl4pPr>
            <a:lvl5pPr marL="2286000" lvl="4" indent="-331470" algn="l">
              <a:lnSpc>
                <a:spcPct val="100000"/>
              </a:lnSpc>
              <a:spcBef>
                <a:spcPts val="1200"/>
              </a:spcBef>
              <a:spcAft>
                <a:spcPts val="0"/>
              </a:spcAft>
              <a:buSzPts val="1620"/>
              <a:buFont typeface="Open Sans"/>
              <a:buChar char="​"/>
              <a:defRPr sz="1800">
                <a:solidFill>
                  <a:schemeClr val="dk2"/>
                </a:solidFill>
              </a:defRPr>
            </a:lvl5pPr>
            <a:lvl6pPr marL="2743200" lvl="5" indent="-331470" algn="l">
              <a:lnSpc>
                <a:spcPct val="100000"/>
              </a:lnSpc>
              <a:spcBef>
                <a:spcPts val="1200"/>
              </a:spcBef>
              <a:spcAft>
                <a:spcPts val="0"/>
              </a:spcAft>
              <a:buSzPts val="1620"/>
              <a:buFont typeface="Open Sans"/>
              <a:buChar char="​"/>
              <a:defRPr sz="1800">
                <a:solidFill>
                  <a:schemeClr val="dk2"/>
                </a:solidFill>
              </a:defRPr>
            </a:lvl6pPr>
            <a:lvl7pPr marL="3200400" lvl="6" indent="-228600" algn="l">
              <a:lnSpc>
                <a:spcPct val="100000"/>
              </a:lnSpc>
              <a:spcBef>
                <a:spcPts val="1200"/>
              </a:spcBef>
              <a:spcAft>
                <a:spcPts val="0"/>
              </a:spcAft>
              <a:buSzPts val="1620"/>
              <a:buFont typeface="Open Sans"/>
              <a:buNone/>
              <a:defRPr sz="1800">
                <a:solidFill>
                  <a:schemeClr val="dk2"/>
                </a:solidFill>
              </a:defRPr>
            </a:lvl7pPr>
            <a:lvl8pPr marL="3657600" lvl="7" indent="-331470" algn="l">
              <a:lnSpc>
                <a:spcPct val="100000"/>
              </a:lnSpc>
              <a:spcBef>
                <a:spcPts val="1200"/>
              </a:spcBef>
              <a:spcAft>
                <a:spcPts val="0"/>
              </a:spcAft>
              <a:buSzPts val="1620"/>
              <a:buFont typeface="Open Sans"/>
              <a:buChar char="​"/>
              <a:defRPr sz="1800">
                <a:solidFill>
                  <a:schemeClr val="dk2"/>
                </a:solidFill>
              </a:defRPr>
            </a:lvl8pPr>
            <a:lvl9pPr marL="4114800" lvl="8" indent="-331470" algn="l">
              <a:lnSpc>
                <a:spcPct val="100000"/>
              </a:lnSpc>
              <a:spcBef>
                <a:spcPts val="1200"/>
              </a:spcBef>
              <a:spcAft>
                <a:spcPts val="1200"/>
              </a:spcAft>
              <a:buSzPts val="1620"/>
              <a:buFont typeface="Open Sans"/>
              <a:buChar char="​"/>
              <a:defRPr sz="1800">
                <a:solidFill>
                  <a:schemeClr val="dk2"/>
                </a:solidFill>
              </a:defRPr>
            </a:lvl9pPr>
          </a:lstStyle>
          <a:p>
            <a:endParaRPr/>
          </a:p>
        </p:txBody>
      </p:sp>
      <p:sp>
        <p:nvSpPr>
          <p:cNvPr id="188" name="Google Shape;188;p2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89" name="Google Shape;189;p27"/>
          <p:cNvSpPr txBox="1"/>
          <p:nvPr/>
        </p:nvSpPr>
        <p:spPr>
          <a:xfrm>
            <a:off x="610289" y="1257625"/>
            <a:ext cx="1939871" cy="443198"/>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accent2"/>
              </a:buClr>
              <a:buSzPts val="3200"/>
              <a:buFont typeface="Arial"/>
              <a:buNone/>
            </a:pPr>
            <a:r>
              <a:rPr lang="en-US" sz="3200" b="0" i="0" u="none" strike="noStrike" cap="none">
                <a:solidFill>
                  <a:schemeClr val="accent2"/>
                </a:solidFill>
                <a:latin typeface="Arial"/>
                <a:ea typeface="Arial"/>
                <a:cs typeface="Arial"/>
                <a:sym typeface="Arial"/>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 Leaf">
  <p:cSld name="Section Header – Leaf">
    <p:spTree>
      <p:nvGrpSpPr>
        <p:cNvPr id="1" name="Shape 190"/>
        <p:cNvGrpSpPr/>
        <p:nvPr/>
      </p:nvGrpSpPr>
      <p:grpSpPr>
        <a:xfrm>
          <a:off x="0" y="0"/>
          <a:ext cx="0" cy="0"/>
          <a:chOff x="0" y="0"/>
          <a:chExt cx="0" cy="0"/>
        </a:xfrm>
      </p:grpSpPr>
      <p:sp>
        <p:nvSpPr>
          <p:cNvPr id="191" name="Google Shape;191;p28"/>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p28"/>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93" name="Google Shape;193;p2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94" name="Google Shape;194;p28"/>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4"/>
              </a:gs>
              <a:gs pos="21000">
                <a:schemeClr val="accent4"/>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 Aqua">
  <p:cSld name="Section Header – Aqua">
    <p:spTree>
      <p:nvGrpSpPr>
        <p:cNvPr id="1" name="Shape 195"/>
        <p:cNvGrpSpPr/>
        <p:nvPr/>
      </p:nvGrpSpPr>
      <p:grpSpPr>
        <a:xfrm>
          <a:off x="0" y="0"/>
          <a:ext cx="0" cy="0"/>
          <a:chOff x="0" y="0"/>
          <a:chExt cx="0" cy="0"/>
        </a:xfrm>
      </p:grpSpPr>
      <p:sp>
        <p:nvSpPr>
          <p:cNvPr id="196" name="Google Shape;196;p29"/>
          <p:cNvSpPr txBox="1">
            <a:spLocks noGrp="1"/>
          </p:cNvSpPr>
          <p:nvPr>
            <p:ph type="title"/>
          </p:nvPr>
        </p:nvSpPr>
        <p:spPr>
          <a:xfrm>
            <a:off x="589107" y="938794"/>
            <a:ext cx="6587869"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29"/>
          <p:cNvSpPr txBox="1">
            <a:spLocks noGrp="1"/>
          </p:cNvSpPr>
          <p:nvPr>
            <p:ph type="subTitle" idx="1"/>
          </p:nvPr>
        </p:nvSpPr>
        <p:spPr>
          <a:xfrm>
            <a:off x="602966" y="2267712"/>
            <a:ext cx="6574010"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98" name="Google Shape;198;p2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99" name="Google Shape;199;p29"/>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2"/>
              </a:gs>
              <a:gs pos="21000">
                <a:schemeClr val="accent2"/>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 Plum">
  <p:cSld name="Section Header – Plum">
    <p:spTree>
      <p:nvGrpSpPr>
        <p:cNvPr id="1" name="Shape 200"/>
        <p:cNvGrpSpPr/>
        <p:nvPr/>
      </p:nvGrpSpPr>
      <p:grpSpPr>
        <a:xfrm>
          <a:off x="0" y="0"/>
          <a:ext cx="0" cy="0"/>
          <a:chOff x="0" y="0"/>
          <a:chExt cx="0" cy="0"/>
        </a:xfrm>
      </p:grpSpPr>
      <p:sp>
        <p:nvSpPr>
          <p:cNvPr id="201" name="Google Shape;201;p30"/>
          <p:cNvSpPr txBox="1">
            <a:spLocks noGrp="1"/>
          </p:cNvSpPr>
          <p:nvPr>
            <p:ph type="title"/>
          </p:nvPr>
        </p:nvSpPr>
        <p:spPr>
          <a:xfrm>
            <a:off x="589107" y="938794"/>
            <a:ext cx="6555971"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30"/>
          <p:cNvSpPr txBox="1">
            <a:spLocks noGrp="1"/>
          </p:cNvSpPr>
          <p:nvPr>
            <p:ph type="subTitle" idx="1"/>
          </p:nvPr>
        </p:nvSpPr>
        <p:spPr>
          <a:xfrm>
            <a:off x="602966" y="2267712"/>
            <a:ext cx="654211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203" name="Google Shape;203;p3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204" name="Google Shape;204;p30"/>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Section Header – Photo 4">
  <p:cSld name="Section Header – Photo 4">
    <p:bg>
      <p:bgPr>
        <a:solidFill>
          <a:schemeClr val="lt1"/>
        </a:solidFill>
        <a:effectLst/>
      </p:bgPr>
    </p:bg>
    <p:spTree>
      <p:nvGrpSpPr>
        <p:cNvPr id="1" name="Shape 205"/>
        <p:cNvGrpSpPr/>
        <p:nvPr/>
      </p:nvGrpSpPr>
      <p:grpSpPr>
        <a:xfrm>
          <a:off x="0" y="0"/>
          <a:ext cx="0" cy="0"/>
          <a:chOff x="0" y="0"/>
          <a:chExt cx="0" cy="0"/>
        </a:xfrm>
      </p:grpSpPr>
      <p:pic>
        <p:nvPicPr>
          <p:cNvPr id="206" name="Google Shape;206;p31" descr="A blue sky with white clouds&#10;&#10;Description automatically generated"/>
          <p:cNvPicPr preferRelativeResize="0"/>
          <p:nvPr/>
        </p:nvPicPr>
        <p:blipFill rotWithShape="1">
          <a:blip r:embed="rId2">
            <a:alphaModFix/>
          </a:blip>
          <a:srcRect/>
          <a:stretch/>
        </p:blipFill>
        <p:spPr>
          <a:xfrm>
            <a:off x="4679974" y="1239062"/>
            <a:ext cx="7508851" cy="5631638"/>
          </a:xfrm>
          <a:prstGeom prst="rect">
            <a:avLst/>
          </a:prstGeom>
          <a:noFill/>
          <a:ln>
            <a:noFill/>
          </a:ln>
        </p:spPr>
      </p:pic>
      <p:pic>
        <p:nvPicPr>
          <p:cNvPr id="207" name="Google Shape;207;p31"/>
          <p:cNvPicPr preferRelativeResize="0"/>
          <p:nvPr/>
        </p:nvPicPr>
        <p:blipFill rotWithShape="1">
          <a:blip r:embed="rId3">
            <a:alphaModFix/>
          </a:blip>
          <a:srcRect/>
          <a:stretch/>
        </p:blipFill>
        <p:spPr>
          <a:xfrm>
            <a:off x="879" y="-496"/>
            <a:ext cx="12187945" cy="6858495"/>
          </a:xfrm>
          <a:prstGeom prst="rect">
            <a:avLst/>
          </a:prstGeom>
          <a:noFill/>
          <a:ln>
            <a:noFill/>
          </a:ln>
        </p:spPr>
      </p:pic>
      <p:sp>
        <p:nvSpPr>
          <p:cNvPr id="208" name="Google Shape;208;p31"/>
          <p:cNvSpPr/>
          <p:nvPr/>
        </p:nvSpPr>
        <p:spPr>
          <a:xfrm>
            <a:off x="5801096" y="1239062"/>
            <a:ext cx="6406144" cy="5618939"/>
          </a:xfrm>
          <a:custGeom>
            <a:avLst/>
            <a:gdLst/>
            <a:ahLst/>
            <a:cxnLst/>
            <a:rect l="l" t="t" r="r" b="b"/>
            <a:pathLst>
              <a:path w="6406144" h="5618939" extrusionOk="0">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0">
                <a:schemeClr val="accent3"/>
              </a:gs>
              <a:gs pos="22000">
                <a:schemeClr val="accent3"/>
              </a:gs>
              <a:gs pos="80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9" name="Google Shape;209;p31"/>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0" name="Google Shape;210;p31"/>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211" name="Google Shape;211;p31"/>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212" name="Google Shape;212;p31"/>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213" name="Google Shape;213;p31"/>
          <p:cNvGrpSpPr/>
          <p:nvPr/>
        </p:nvGrpSpPr>
        <p:grpSpPr>
          <a:xfrm>
            <a:off x="265625" y="6323271"/>
            <a:ext cx="1249222" cy="369649"/>
            <a:chOff x="265625" y="6323271"/>
            <a:chExt cx="1249222" cy="369649"/>
          </a:xfrm>
        </p:grpSpPr>
        <p:grpSp>
          <p:nvGrpSpPr>
            <p:cNvPr id="214" name="Google Shape;214;p31"/>
            <p:cNvGrpSpPr/>
            <p:nvPr/>
          </p:nvGrpSpPr>
          <p:grpSpPr>
            <a:xfrm>
              <a:off x="745455" y="6594444"/>
              <a:ext cx="722663" cy="98476"/>
              <a:chOff x="745455" y="6594444"/>
              <a:chExt cx="722663" cy="98476"/>
            </a:xfrm>
          </p:grpSpPr>
          <p:sp>
            <p:nvSpPr>
              <p:cNvPr id="215" name="Google Shape;215;p31"/>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6" name="Google Shape;216;p31"/>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7" name="Google Shape;217;p31"/>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8" name="Google Shape;218;p31"/>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9" name="Google Shape;219;p31"/>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0" name="Google Shape;220;p31"/>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1" name="Google Shape;221;p31"/>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2" name="Google Shape;222;p31"/>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3" name="Google Shape;223;p31"/>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4" name="Google Shape;224;p31"/>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25" name="Google Shape;225;p31"/>
            <p:cNvGrpSpPr/>
            <p:nvPr/>
          </p:nvGrpSpPr>
          <p:grpSpPr>
            <a:xfrm>
              <a:off x="265625" y="6323271"/>
              <a:ext cx="1249222" cy="190348"/>
              <a:chOff x="265625" y="6323271"/>
              <a:chExt cx="1249222" cy="190348"/>
            </a:xfrm>
          </p:grpSpPr>
          <p:sp>
            <p:nvSpPr>
              <p:cNvPr id="226" name="Google Shape;226;p31"/>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7" name="Google Shape;227;p31"/>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8" name="Google Shape;228;p31"/>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9" name="Google Shape;229;p31"/>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0" name="Google Shape;230;p31"/>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1" name="Google Shape;231;p31"/>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2" name="Google Shape;232;p31"/>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233" name="Google Shape;233;p3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1"/>
                </a:solidFill>
                <a:latin typeface="Arial"/>
                <a:ea typeface="Arial"/>
                <a:cs typeface="Arial"/>
                <a:sym typeface="Arial"/>
              </a:rPr>
              <a:t>‹#›</a:t>
            </a:fld>
            <a:endParaRPr sz="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Quote – Leaf">
  <p:cSld name="Quote – Leaf">
    <p:spTree>
      <p:nvGrpSpPr>
        <p:cNvPr id="1" name="Shape 234"/>
        <p:cNvGrpSpPr/>
        <p:nvPr/>
      </p:nvGrpSpPr>
      <p:grpSpPr>
        <a:xfrm>
          <a:off x="0" y="0"/>
          <a:ext cx="0" cy="0"/>
          <a:chOff x="0" y="0"/>
          <a:chExt cx="0" cy="0"/>
        </a:xfrm>
      </p:grpSpPr>
      <p:sp>
        <p:nvSpPr>
          <p:cNvPr id="235" name="Google Shape;235;p32"/>
          <p:cNvSpPr/>
          <p:nvPr/>
        </p:nvSpPr>
        <p:spPr>
          <a:xfrm>
            <a:off x="0" y="0"/>
            <a:ext cx="12188825" cy="6033051"/>
          </a:xfrm>
          <a:custGeom>
            <a:avLst/>
            <a:gdLst/>
            <a:ahLst/>
            <a:cxnLst/>
            <a:rect l="l" t="t" r="r" b="b"/>
            <a:pathLst>
              <a:path w="12197292" h="6041519" extrusionOk="0">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lt1"/>
          </a:solidFill>
          <a:ln>
            <a:noFill/>
          </a:ln>
          <a:effectLst>
            <a:outerShdw blurRad="241300" sx="102000" sy="102000" algn="ctr" rotWithShape="0">
              <a:schemeClr val="accent3">
                <a:alpha val="8235"/>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6" name="Google Shape;236;p32"/>
          <p:cNvSpPr txBox="1">
            <a:spLocks noGrp="1"/>
          </p:cNvSpPr>
          <p:nvPr>
            <p:ph type="body" idx="1"/>
          </p:nvPr>
        </p:nvSpPr>
        <p:spPr>
          <a:xfrm>
            <a:off x="438912" y="1600200"/>
            <a:ext cx="541324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37" name="Google Shape;237;p32"/>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38" name="Google Shape;238;p32"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239" name="Google Shape;239;p3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240" name="Google Shape;240;p32"/>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241" name="Google Shape;241;p32"/>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242" name="Google Shape;242;p32"/>
          <p:cNvGrpSpPr/>
          <p:nvPr/>
        </p:nvGrpSpPr>
        <p:grpSpPr>
          <a:xfrm>
            <a:off x="265625" y="6323271"/>
            <a:ext cx="1249222" cy="369649"/>
            <a:chOff x="265625" y="6323271"/>
            <a:chExt cx="1249222" cy="369649"/>
          </a:xfrm>
        </p:grpSpPr>
        <p:grpSp>
          <p:nvGrpSpPr>
            <p:cNvPr id="243" name="Google Shape;243;p32"/>
            <p:cNvGrpSpPr/>
            <p:nvPr/>
          </p:nvGrpSpPr>
          <p:grpSpPr>
            <a:xfrm>
              <a:off x="745455" y="6594444"/>
              <a:ext cx="722663" cy="98476"/>
              <a:chOff x="745455" y="6594444"/>
              <a:chExt cx="722663" cy="98476"/>
            </a:xfrm>
          </p:grpSpPr>
          <p:sp>
            <p:nvSpPr>
              <p:cNvPr id="244" name="Google Shape;244;p32"/>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5" name="Google Shape;245;p32"/>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6" name="Google Shape;246;p32"/>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7" name="Google Shape;247;p32"/>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8" name="Google Shape;248;p32"/>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9" name="Google Shape;249;p32"/>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0" name="Google Shape;250;p32"/>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1" name="Google Shape;251;p32"/>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2" name="Google Shape;252;p32"/>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3" name="Google Shape;253;p32"/>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54" name="Google Shape;254;p32"/>
            <p:cNvGrpSpPr/>
            <p:nvPr/>
          </p:nvGrpSpPr>
          <p:grpSpPr>
            <a:xfrm>
              <a:off x="265625" y="6323271"/>
              <a:ext cx="1249222" cy="190348"/>
              <a:chOff x="265625" y="6323271"/>
              <a:chExt cx="1249222" cy="190348"/>
            </a:xfrm>
          </p:grpSpPr>
          <p:sp>
            <p:nvSpPr>
              <p:cNvPr id="255" name="Google Shape;255;p32"/>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6" name="Google Shape;256;p32"/>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7" name="Google Shape;257;p32"/>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8" name="Google Shape;258;p32"/>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9" name="Google Shape;259;p32"/>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0" name="Google Shape;260;p32"/>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1" name="Google Shape;261;p32"/>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262" name="Google Shape;262;p32"/>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Quote – Aqua">
  <p:cSld name="Quote – Aqua">
    <p:spTree>
      <p:nvGrpSpPr>
        <p:cNvPr id="1" name="Shape 263"/>
        <p:cNvGrpSpPr/>
        <p:nvPr/>
      </p:nvGrpSpPr>
      <p:grpSpPr>
        <a:xfrm>
          <a:off x="0" y="0"/>
          <a:ext cx="0" cy="0"/>
          <a:chOff x="0" y="0"/>
          <a:chExt cx="0" cy="0"/>
        </a:xfrm>
      </p:grpSpPr>
      <p:sp>
        <p:nvSpPr>
          <p:cNvPr id="264" name="Google Shape;264;p33"/>
          <p:cNvSpPr/>
          <p:nvPr/>
        </p:nvSpPr>
        <p:spPr>
          <a:xfrm>
            <a:off x="0" y="0"/>
            <a:ext cx="12188825" cy="6033051"/>
          </a:xfrm>
          <a:custGeom>
            <a:avLst/>
            <a:gdLst/>
            <a:ahLst/>
            <a:cxnLst/>
            <a:rect l="l" t="t" r="r" b="b"/>
            <a:pathLst>
              <a:path w="12197292" h="6041519" extrusionOk="0">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lt1"/>
          </a:solidFill>
          <a:ln>
            <a:noFill/>
          </a:ln>
          <a:effectLst>
            <a:outerShdw blurRad="241300" sx="102000" sy="102000" algn="ctr" rotWithShape="0">
              <a:schemeClr val="accent3">
                <a:alpha val="8235"/>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5" name="Google Shape;265;p33"/>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6" name="Google Shape;266;p33"/>
          <p:cNvSpPr txBox="1">
            <a:spLocks noGrp="1"/>
          </p:cNvSpPr>
          <p:nvPr>
            <p:ph type="body" idx="1"/>
          </p:nvPr>
        </p:nvSpPr>
        <p:spPr>
          <a:xfrm>
            <a:off x="438912" y="1600200"/>
            <a:ext cx="541324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67" name="Google Shape;267;p33"/>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68" name="Google Shape;268;p33"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269" name="Google Shape;269;p3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270" name="Google Shape;270;p33"/>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271" name="Google Shape;271;p33"/>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272" name="Google Shape;272;p33"/>
          <p:cNvGrpSpPr/>
          <p:nvPr/>
        </p:nvGrpSpPr>
        <p:grpSpPr>
          <a:xfrm>
            <a:off x="265625" y="6323271"/>
            <a:ext cx="1249222" cy="369649"/>
            <a:chOff x="265625" y="6323271"/>
            <a:chExt cx="1249222" cy="369649"/>
          </a:xfrm>
        </p:grpSpPr>
        <p:grpSp>
          <p:nvGrpSpPr>
            <p:cNvPr id="273" name="Google Shape;273;p33"/>
            <p:cNvGrpSpPr/>
            <p:nvPr/>
          </p:nvGrpSpPr>
          <p:grpSpPr>
            <a:xfrm>
              <a:off x="745455" y="6594444"/>
              <a:ext cx="722663" cy="98476"/>
              <a:chOff x="745455" y="6594444"/>
              <a:chExt cx="722663" cy="98476"/>
            </a:xfrm>
          </p:grpSpPr>
          <p:sp>
            <p:nvSpPr>
              <p:cNvPr id="274" name="Google Shape;274;p3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5" name="Google Shape;275;p3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6" name="Google Shape;276;p3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7" name="Google Shape;277;p3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8" name="Google Shape;278;p3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9" name="Google Shape;279;p3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0" name="Google Shape;280;p3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1" name="Google Shape;281;p3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2" name="Google Shape;282;p3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3" name="Google Shape;283;p3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84" name="Google Shape;284;p33"/>
            <p:cNvGrpSpPr/>
            <p:nvPr/>
          </p:nvGrpSpPr>
          <p:grpSpPr>
            <a:xfrm>
              <a:off x="265625" y="6323271"/>
              <a:ext cx="1249222" cy="190348"/>
              <a:chOff x="265625" y="6323271"/>
              <a:chExt cx="1249222" cy="190348"/>
            </a:xfrm>
          </p:grpSpPr>
          <p:sp>
            <p:nvSpPr>
              <p:cNvPr id="285" name="Google Shape;285;p3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6" name="Google Shape;286;p3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7" name="Google Shape;287;p3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8" name="Google Shape;288;p3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9" name="Google Shape;289;p3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0" name="Google Shape;290;p3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1" name="Google Shape;291;p3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Quote – Plum">
  <p:cSld name="Quote – Plum">
    <p:spTree>
      <p:nvGrpSpPr>
        <p:cNvPr id="1" name="Shape 292"/>
        <p:cNvGrpSpPr/>
        <p:nvPr/>
      </p:nvGrpSpPr>
      <p:grpSpPr>
        <a:xfrm>
          <a:off x="0" y="0"/>
          <a:ext cx="0" cy="0"/>
          <a:chOff x="0" y="0"/>
          <a:chExt cx="0" cy="0"/>
        </a:xfrm>
      </p:grpSpPr>
      <p:sp>
        <p:nvSpPr>
          <p:cNvPr id="293" name="Google Shape;293;p34"/>
          <p:cNvSpPr/>
          <p:nvPr/>
        </p:nvSpPr>
        <p:spPr>
          <a:xfrm>
            <a:off x="0" y="0"/>
            <a:ext cx="12188825" cy="6033051"/>
          </a:xfrm>
          <a:custGeom>
            <a:avLst/>
            <a:gdLst/>
            <a:ahLst/>
            <a:cxnLst/>
            <a:rect l="l" t="t" r="r" b="b"/>
            <a:pathLst>
              <a:path w="12197292" h="6041519" extrusionOk="0">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lt1"/>
          </a:solidFill>
          <a:ln>
            <a:noFill/>
          </a:ln>
          <a:effectLst>
            <a:outerShdw blurRad="241300" sx="102000" sy="102000" algn="ctr" rotWithShape="0">
              <a:schemeClr val="accent3">
                <a:alpha val="8235"/>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4" name="Google Shape;294;p34"/>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9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5" name="Google Shape;295;p34"/>
          <p:cNvSpPr txBox="1">
            <a:spLocks noGrp="1"/>
          </p:cNvSpPr>
          <p:nvPr>
            <p:ph type="body" idx="1"/>
          </p:nvPr>
        </p:nvSpPr>
        <p:spPr>
          <a:xfrm>
            <a:off x="438912" y="1600200"/>
            <a:ext cx="5462158"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96" name="Google Shape;296;p34"/>
          <p:cNvSpPr txBox="1">
            <a:spLocks noGrp="1"/>
          </p:cNvSpPr>
          <p:nvPr>
            <p:ph type="body" idx="2"/>
          </p:nvPr>
        </p:nvSpPr>
        <p:spPr>
          <a:xfrm>
            <a:off x="612648" y="5065776"/>
            <a:ext cx="4581144" cy="27432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297" name="Google Shape;297;p34" descr="logo placeholder: click to insert logo or delete box if not needed"/>
          <p:cNvSpPr>
            <a:spLocks noGrp="1"/>
          </p:cNvSpPr>
          <p:nvPr>
            <p:ph type="pic" idx="3"/>
          </p:nvPr>
        </p:nvSpPr>
        <p:spPr>
          <a:xfrm>
            <a:off x="8925484" y="4619335"/>
            <a:ext cx="2740025" cy="1371600"/>
          </a:xfrm>
          <a:prstGeom prst="rect">
            <a:avLst/>
          </a:prstGeom>
          <a:noFill/>
          <a:ln>
            <a:noFill/>
          </a:ln>
        </p:spPr>
      </p:sp>
      <p:sp>
        <p:nvSpPr>
          <p:cNvPr id="298" name="Google Shape;298;p3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299" name="Google Shape;299;p34"/>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300" name="Google Shape;300;p34"/>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301" name="Google Shape;301;p34"/>
          <p:cNvGrpSpPr/>
          <p:nvPr/>
        </p:nvGrpSpPr>
        <p:grpSpPr>
          <a:xfrm>
            <a:off x="265625" y="6323271"/>
            <a:ext cx="1249222" cy="369649"/>
            <a:chOff x="265625" y="6323271"/>
            <a:chExt cx="1249222" cy="369649"/>
          </a:xfrm>
        </p:grpSpPr>
        <p:grpSp>
          <p:nvGrpSpPr>
            <p:cNvPr id="302" name="Google Shape;302;p34"/>
            <p:cNvGrpSpPr/>
            <p:nvPr/>
          </p:nvGrpSpPr>
          <p:grpSpPr>
            <a:xfrm>
              <a:off x="745455" y="6594444"/>
              <a:ext cx="722663" cy="98476"/>
              <a:chOff x="745455" y="6594444"/>
              <a:chExt cx="722663" cy="98476"/>
            </a:xfrm>
          </p:grpSpPr>
          <p:sp>
            <p:nvSpPr>
              <p:cNvPr id="303" name="Google Shape;303;p3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4" name="Google Shape;304;p3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5" name="Google Shape;305;p3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6" name="Google Shape;306;p3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7" name="Google Shape;307;p3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8" name="Google Shape;308;p3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9" name="Google Shape;309;p3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0" name="Google Shape;310;p3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1" name="Google Shape;311;p3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2" name="Google Shape;312;p3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13" name="Google Shape;313;p34"/>
            <p:cNvGrpSpPr/>
            <p:nvPr/>
          </p:nvGrpSpPr>
          <p:grpSpPr>
            <a:xfrm>
              <a:off x="265625" y="6323271"/>
              <a:ext cx="1249222" cy="190348"/>
              <a:chOff x="265625" y="6323271"/>
              <a:chExt cx="1249222" cy="190348"/>
            </a:xfrm>
          </p:grpSpPr>
          <p:sp>
            <p:nvSpPr>
              <p:cNvPr id="314" name="Google Shape;314;p3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5" name="Google Shape;315;p3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6" name="Google Shape;316;p3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7" name="Google Shape;317;p3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8" name="Google Shape;318;p3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9" name="Google Shape;319;p3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20" name="Google Shape;320;p3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Quote – Photo 5">
  <p:cSld name="Quote – Photo 5">
    <p:bg>
      <p:bgPr>
        <a:solidFill>
          <a:schemeClr val="lt1"/>
        </a:solidFill>
        <a:effectLst/>
      </p:bgPr>
    </p:bg>
    <p:spTree>
      <p:nvGrpSpPr>
        <p:cNvPr id="1" name="Shape 321"/>
        <p:cNvGrpSpPr/>
        <p:nvPr/>
      </p:nvGrpSpPr>
      <p:grpSpPr>
        <a:xfrm>
          <a:off x="0" y="0"/>
          <a:ext cx="0" cy="0"/>
          <a:chOff x="0" y="0"/>
          <a:chExt cx="0" cy="0"/>
        </a:xfrm>
      </p:grpSpPr>
      <p:pic>
        <p:nvPicPr>
          <p:cNvPr id="322" name="Google Shape;322;p35" descr="Looking up view of a tall building with glass windows&#10;&#10;Description automatically generated"/>
          <p:cNvPicPr preferRelativeResize="0"/>
          <p:nvPr/>
        </p:nvPicPr>
        <p:blipFill rotWithShape="1">
          <a:blip r:embed="rId2">
            <a:alphaModFix/>
          </a:blip>
          <a:srcRect/>
          <a:stretch/>
        </p:blipFill>
        <p:spPr>
          <a:xfrm>
            <a:off x="1829993" y="0"/>
            <a:ext cx="10358832" cy="6858000"/>
          </a:xfrm>
          <a:prstGeom prst="rect">
            <a:avLst/>
          </a:prstGeom>
          <a:noFill/>
          <a:ln>
            <a:noFill/>
          </a:ln>
        </p:spPr>
      </p:pic>
      <p:sp>
        <p:nvSpPr>
          <p:cNvPr id="323" name="Google Shape;323;p35"/>
          <p:cNvSpPr/>
          <p:nvPr/>
        </p:nvSpPr>
        <p:spPr>
          <a:xfrm>
            <a:off x="0" y="0"/>
            <a:ext cx="12182348" cy="6858000"/>
          </a:xfrm>
          <a:prstGeom prst="rect">
            <a:avLst/>
          </a:prstGeom>
          <a:gradFill>
            <a:gsLst>
              <a:gs pos="0">
                <a:srgbClr val="FFFFFF"/>
              </a:gs>
              <a:gs pos="35000">
                <a:srgbClr val="FFFFFF"/>
              </a:gs>
              <a:gs pos="59553">
                <a:srgbClr val="FFFFFF">
                  <a:alpha val="0"/>
                </a:srgbClr>
              </a:gs>
              <a:gs pos="78000">
                <a:srgbClr val="FFFFFF">
                  <a:alpha val="0"/>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4" name="Google Shape;324;p35"/>
          <p:cNvSpPr/>
          <p:nvPr/>
        </p:nvSpPr>
        <p:spPr>
          <a:xfrm>
            <a:off x="6477"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12000">
                <a:schemeClr val="accent3"/>
              </a:gs>
              <a:gs pos="85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25" name="Google Shape;325;p35"/>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326" name="Google Shape;326;p35"/>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327" name="Google Shape;327;p35"/>
          <p:cNvGrpSpPr/>
          <p:nvPr/>
        </p:nvGrpSpPr>
        <p:grpSpPr>
          <a:xfrm>
            <a:off x="265625" y="6323271"/>
            <a:ext cx="1249222" cy="369649"/>
            <a:chOff x="265625" y="6323271"/>
            <a:chExt cx="1249222" cy="369649"/>
          </a:xfrm>
        </p:grpSpPr>
        <p:grpSp>
          <p:nvGrpSpPr>
            <p:cNvPr id="328" name="Google Shape;328;p35"/>
            <p:cNvGrpSpPr/>
            <p:nvPr/>
          </p:nvGrpSpPr>
          <p:grpSpPr>
            <a:xfrm>
              <a:off x="745455" y="6594444"/>
              <a:ext cx="722663" cy="98476"/>
              <a:chOff x="745455" y="6594444"/>
              <a:chExt cx="722663" cy="98476"/>
            </a:xfrm>
          </p:grpSpPr>
          <p:sp>
            <p:nvSpPr>
              <p:cNvPr id="329" name="Google Shape;329;p3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0" name="Google Shape;330;p3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1" name="Google Shape;331;p3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2" name="Google Shape;332;p3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3" name="Google Shape;333;p3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4" name="Google Shape;334;p3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5" name="Google Shape;335;p3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6" name="Google Shape;336;p3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7" name="Google Shape;337;p3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8" name="Google Shape;338;p3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39" name="Google Shape;339;p35"/>
            <p:cNvGrpSpPr/>
            <p:nvPr/>
          </p:nvGrpSpPr>
          <p:grpSpPr>
            <a:xfrm>
              <a:off x="265625" y="6323271"/>
              <a:ext cx="1249222" cy="190348"/>
              <a:chOff x="265625" y="6323271"/>
              <a:chExt cx="1249222" cy="190348"/>
            </a:xfrm>
          </p:grpSpPr>
          <p:sp>
            <p:nvSpPr>
              <p:cNvPr id="340" name="Google Shape;340;p3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1" name="Google Shape;341;p3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2" name="Google Shape;342;p3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3" name="Google Shape;343;p3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4" name="Google Shape;344;p3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5" name="Google Shape;345;p3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6" name="Google Shape;346;p3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347" name="Google Shape;347;p35"/>
          <p:cNvSpPr txBox="1">
            <a:spLocks noGrp="1"/>
          </p:cNvSpPr>
          <p:nvPr>
            <p:ph type="body" idx="1"/>
          </p:nvPr>
        </p:nvSpPr>
        <p:spPr>
          <a:xfrm>
            <a:off x="438912" y="1600200"/>
            <a:ext cx="4754880"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48" name="Google Shape;348;p35"/>
          <p:cNvSpPr txBox="1">
            <a:spLocks noGrp="1"/>
          </p:cNvSpPr>
          <p:nvPr>
            <p:ph type="body" idx="2"/>
          </p:nvPr>
        </p:nvSpPr>
        <p:spPr>
          <a:xfrm>
            <a:off x="612648" y="5065776"/>
            <a:ext cx="3591052" cy="674624"/>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49" name="Google Shape;349;p3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1"/>
                </a:solidFill>
                <a:latin typeface="Arial"/>
                <a:ea typeface="Arial"/>
                <a:cs typeface="Arial"/>
                <a:sym typeface="Arial"/>
              </a:rPr>
              <a:t>‹#›</a:t>
            </a:fld>
            <a:endParaRPr sz="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50"/>
        <p:cNvGrpSpPr/>
        <p:nvPr/>
      </p:nvGrpSpPr>
      <p:grpSpPr>
        <a:xfrm>
          <a:off x="0" y="0"/>
          <a:ext cx="0" cy="0"/>
          <a:chOff x="0" y="0"/>
          <a:chExt cx="0" cy="0"/>
        </a:xfrm>
      </p:grpSpPr>
      <p:sp>
        <p:nvSpPr>
          <p:cNvPr id="351" name="Google Shape;351;p3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2" name="Google Shape;352;p36"/>
          <p:cNvSpPr txBox="1">
            <a:spLocks noGrp="1"/>
          </p:cNvSpPr>
          <p:nvPr>
            <p:ph type="subTitle" idx="1"/>
          </p:nvPr>
        </p:nvSpPr>
        <p:spPr>
          <a:xfrm>
            <a:off x="592866" y="811830"/>
            <a:ext cx="1098794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53" name="Google Shape;353;p36"/>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Clr>
                <a:srgbClr val="3C3C3C"/>
              </a:buClr>
              <a:buSzPts val="1620"/>
              <a:buChar char="•"/>
              <a:defRPr>
                <a:solidFill>
                  <a:schemeClr val="dk1"/>
                </a:solidFill>
              </a:defRPr>
            </a:lvl2pPr>
            <a:lvl3pPr marL="1371600" lvl="2" indent="-320039" algn="l">
              <a:lnSpc>
                <a:spcPct val="100000"/>
              </a:lnSpc>
              <a:spcBef>
                <a:spcPts val="1200"/>
              </a:spcBef>
              <a:spcAft>
                <a:spcPts val="0"/>
              </a:spcAft>
              <a:buClr>
                <a:srgbClr val="3C3C3C"/>
              </a:buClr>
              <a:buSzPts val="1440"/>
              <a:buChar char="–"/>
              <a:defRPr>
                <a:solidFill>
                  <a:schemeClr val="dk1"/>
                </a:solidFill>
              </a:defRPr>
            </a:lvl3pPr>
            <a:lvl4pPr marL="1828800" lvl="3" indent="-308610" algn="l">
              <a:lnSpc>
                <a:spcPct val="100000"/>
              </a:lnSpc>
              <a:spcBef>
                <a:spcPts val="1200"/>
              </a:spcBef>
              <a:spcAft>
                <a:spcPts val="0"/>
              </a:spcAft>
              <a:buClr>
                <a:srgbClr val="3C3C3C"/>
              </a:buClr>
              <a:buSzPts val="1260"/>
              <a:buChar char="•"/>
              <a:defRPr>
                <a:solidFill>
                  <a:schemeClr val="dk1"/>
                </a:solidFill>
              </a:defRPr>
            </a:lvl4pPr>
            <a:lvl5pPr marL="2286000" lvl="4" indent="-308610" algn="l">
              <a:lnSpc>
                <a:spcPct val="100000"/>
              </a:lnSpc>
              <a:spcBef>
                <a:spcPts val="1200"/>
              </a:spcBef>
              <a:spcAft>
                <a:spcPts val="0"/>
              </a:spcAft>
              <a:buClr>
                <a:srgbClr val="3C3C3C"/>
              </a:buClr>
              <a:buSzPts val="1260"/>
              <a:buChar char="–"/>
              <a:defRPr>
                <a:solidFill>
                  <a:schemeClr val="dk1"/>
                </a:solidFill>
              </a:defRPr>
            </a:lvl5pPr>
            <a:lvl6pPr marL="2743200" lvl="5" indent="-308610" algn="l">
              <a:lnSpc>
                <a:spcPct val="100000"/>
              </a:lnSpc>
              <a:spcBef>
                <a:spcPts val="1200"/>
              </a:spcBef>
              <a:spcAft>
                <a:spcPts val="0"/>
              </a:spcAft>
              <a:buClr>
                <a:srgbClr val="3C3C3C"/>
              </a:buClr>
              <a:buSzPts val="1260"/>
              <a:buChar char="•"/>
              <a:defRPr>
                <a:solidFill>
                  <a:srgbClr val="3C3C3C"/>
                </a:solidFill>
              </a:defRPr>
            </a:lvl6pPr>
            <a:lvl7pPr marL="3200400" lvl="6" indent="-308610" algn="l">
              <a:lnSpc>
                <a:spcPct val="100000"/>
              </a:lnSpc>
              <a:spcBef>
                <a:spcPts val="1200"/>
              </a:spcBef>
              <a:spcAft>
                <a:spcPts val="0"/>
              </a:spcAft>
              <a:buSzPts val="1260"/>
              <a:buChar char="-"/>
              <a:defRPr/>
            </a:lvl7pPr>
            <a:lvl8pPr marL="3657600" lvl="7" indent="-308609" algn="l">
              <a:lnSpc>
                <a:spcPct val="100000"/>
              </a:lnSpc>
              <a:spcBef>
                <a:spcPts val="1200"/>
              </a:spcBef>
              <a:spcAft>
                <a:spcPts val="0"/>
              </a:spcAft>
              <a:buSzPts val="126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54" name="Google Shape;354;p3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Content Balanced">
  <p:cSld name="Two-Content Balanced">
    <p:spTree>
      <p:nvGrpSpPr>
        <p:cNvPr id="1" name="Shape 355"/>
        <p:cNvGrpSpPr/>
        <p:nvPr/>
      </p:nvGrpSpPr>
      <p:grpSpPr>
        <a:xfrm>
          <a:off x="0" y="0"/>
          <a:ext cx="0" cy="0"/>
          <a:chOff x="0" y="0"/>
          <a:chExt cx="0" cy="0"/>
        </a:xfrm>
      </p:grpSpPr>
      <p:sp>
        <p:nvSpPr>
          <p:cNvPr id="356" name="Google Shape;356;p3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7" name="Google Shape;357;p3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58" name="Google Shape;358;p37"/>
          <p:cNvSpPr txBox="1">
            <a:spLocks noGrp="1"/>
          </p:cNvSpPr>
          <p:nvPr>
            <p:ph type="body" idx="2"/>
          </p:nvPr>
        </p:nvSpPr>
        <p:spPr>
          <a:xfrm>
            <a:off x="608013" y="1600200"/>
            <a:ext cx="5313783"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359" name="Google Shape;359;p37"/>
          <p:cNvSpPr txBox="1">
            <a:spLocks noGrp="1"/>
          </p:cNvSpPr>
          <p:nvPr>
            <p:ph type="body" idx="3"/>
          </p:nvPr>
        </p:nvSpPr>
        <p:spPr>
          <a:xfrm>
            <a:off x="6321287" y="1600200"/>
            <a:ext cx="5313783"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360" name="Google Shape;360;p3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Content Balanced Color on Right">
  <p:cSld name="Two-Content Balanced Color on Right">
    <p:spTree>
      <p:nvGrpSpPr>
        <p:cNvPr id="1" name="Shape 361"/>
        <p:cNvGrpSpPr/>
        <p:nvPr/>
      </p:nvGrpSpPr>
      <p:grpSpPr>
        <a:xfrm>
          <a:off x="0" y="0"/>
          <a:ext cx="0" cy="0"/>
          <a:chOff x="0" y="0"/>
          <a:chExt cx="0" cy="0"/>
        </a:xfrm>
      </p:grpSpPr>
      <p:sp>
        <p:nvSpPr>
          <p:cNvPr id="362" name="Google Shape;362;p38"/>
          <p:cNvSpPr txBox="1">
            <a:spLocks noGrp="1"/>
          </p:cNvSpPr>
          <p:nvPr>
            <p:ph type="body" idx="1"/>
          </p:nvPr>
        </p:nvSpPr>
        <p:spPr>
          <a:xfrm>
            <a:off x="6323381" y="1600201"/>
            <a:ext cx="5865445" cy="4572000"/>
          </a:xfrm>
          <a:prstGeom prst="rect">
            <a:avLst/>
          </a:prstGeom>
          <a:solidFill>
            <a:srgbClr val="F4F8FA"/>
          </a:solid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363" name="Google Shape;363;p38"/>
          <p:cNvSpPr txBox="1">
            <a:spLocks noGrp="1"/>
          </p:cNvSpPr>
          <p:nvPr>
            <p:ph type="subTitle" idx="2"/>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64" name="Google Shape;364;p3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5" name="Google Shape;365;p3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366" name="Google Shape;366;p38"/>
          <p:cNvSpPr txBox="1">
            <a:spLocks noGrp="1"/>
          </p:cNvSpPr>
          <p:nvPr>
            <p:ph type="body" idx="3"/>
          </p:nvPr>
        </p:nvSpPr>
        <p:spPr>
          <a:xfrm>
            <a:off x="0" y="1600201"/>
            <a:ext cx="5893593" cy="4572000"/>
          </a:xfrm>
          <a:prstGeom prst="rect">
            <a:avLst/>
          </a:prstGeom>
          <a:no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Content Balanced Color on Left">
  <p:cSld name="Two-Content Balanced Color on Left">
    <p:spTree>
      <p:nvGrpSpPr>
        <p:cNvPr id="1" name="Shape 367"/>
        <p:cNvGrpSpPr/>
        <p:nvPr/>
      </p:nvGrpSpPr>
      <p:grpSpPr>
        <a:xfrm>
          <a:off x="0" y="0"/>
          <a:ext cx="0" cy="0"/>
          <a:chOff x="0" y="0"/>
          <a:chExt cx="0" cy="0"/>
        </a:xfrm>
      </p:grpSpPr>
      <p:sp>
        <p:nvSpPr>
          <p:cNvPr id="368" name="Google Shape;368;p3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9" name="Google Shape;369;p3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70" name="Google Shape;370;p3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371" name="Google Shape;371;p39"/>
          <p:cNvSpPr txBox="1">
            <a:spLocks noGrp="1"/>
          </p:cNvSpPr>
          <p:nvPr>
            <p:ph type="body" idx="2"/>
          </p:nvPr>
        </p:nvSpPr>
        <p:spPr>
          <a:xfrm>
            <a:off x="6323381" y="1600201"/>
            <a:ext cx="5865445" cy="4572000"/>
          </a:xfrm>
          <a:prstGeom prst="rect">
            <a:avLst/>
          </a:prstGeom>
          <a:no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372" name="Google Shape;372;p39"/>
          <p:cNvSpPr txBox="1">
            <a:spLocks noGrp="1"/>
          </p:cNvSpPr>
          <p:nvPr>
            <p:ph type="body" idx="3"/>
          </p:nvPr>
        </p:nvSpPr>
        <p:spPr>
          <a:xfrm>
            <a:off x="0" y="1600201"/>
            <a:ext cx="5893593" cy="4572000"/>
          </a:xfrm>
          <a:prstGeom prst="rect">
            <a:avLst/>
          </a:prstGeom>
          <a:solidFill>
            <a:srgbClr val="F4F8FA"/>
          </a:solid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373"/>
        <p:cNvGrpSpPr/>
        <p:nvPr/>
      </p:nvGrpSpPr>
      <p:grpSpPr>
        <a:xfrm>
          <a:off x="0" y="0"/>
          <a:ext cx="0" cy="0"/>
          <a:chOff x="0" y="0"/>
          <a:chExt cx="0" cy="0"/>
        </a:xfrm>
      </p:grpSpPr>
      <p:sp>
        <p:nvSpPr>
          <p:cNvPr id="374" name="Google Shape;374;p4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5" name="Google Shape;375;p4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76" name="Google Shape;376;p40"/>
          <p:cNvSpPr txBox="1">
            <a:spLocks noGrp="1"/>
          </p:cNvSpPr>
          <p:nvPr>
            <p:ph type="body" idx="2"/>
          </p:nvPr>
        </p:nvSpPr>
        <p:spPr>
          <a:xfrm>
            <a:off x="592866" y="1600202"/>
            <a:ext cx="5287234" cy="875370"/>
          </a:xfrm>
          <a:prstGeom prst="rect">
            <a:avLst/>
          </a:prstGeom>
          <a:noFill/>
          <a:ln>
            <a:noFill/>
          </a:ln>
        </p:spPr>
        <p:txBody>
          <a:bodyPr spcFirstLastPara="1" wrap="square" lIns="0" tIns="91425" rIns="457200" bIns="91425" anchor="b" anchorCtr="0">
            <a:noAutofit/>
          </a:bodyPr>
          <a:lstStyle>
            <a:lvl1pPr marL="457200" lvl="0" indent="-342900" algn="l">
              <a:lnSpc>
                <a:spcPct val="100000"/>
              </a:lnSpc>
              <a:spcBef>
                <a:spcPts val="0"/>
              </a:spcBef>
              <a:spcAft>
                <a:spcPts val="0"/>
              </a:spcAft>
              <a:buSzPts val="1800"/>
              <a:buChar char="​"/>
              <a:defRPr>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77" name="Google Shape;377;p40"/>
          <p:cNvSpPr/>
          <p:nvPr/>
        </p:nvSpPr>
        <p:spPr>
          <a:xfrm>
            <a:off x="592865" y="2484176"/>
            <a:ext cx="5287234"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78" name="Google Shape;378;p40"/>
          <p:cNvSpPr txBox="1">
            <a:spLocks noGrp="1"/>
          </p:cNvSpPr>
          <p:nvPr>
            <p:ph type="body" idx="3"/>
          </p:nvPr>
        </p:nvSpPr>
        <p:spPr>
          <a:xfrm>
            <a:off x="592865" y="2621020"/>
            <a:ext cx="5315794" cy="3544027"/>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79" name="Google Shape;379;p40"/>
          <p:cNvSpPr txBox="1">
            <a:spLocks noGrp="1"/>
          </p:cNvSpPr>
          <p:nvPr>
            <p:ph type="body" idx="4"/>
          </p:nvPr>
        </p:nvSpPr>
        <p:spPr>
          <a:xfrm>
            <a:off x="6308726" y="1600202"/>
            <a:ext cx="5287234" cy="875370"/>
          </a:xfrm>
          <a:prstGeom prst="rect">
            <a:avLst/>
          </a:prstGeom>
          <a:noFill/>
          <a:ln>
            <a:noFill/>
          </a:ln>
        </p:spPr>
        <p:txBody>
          <a:bodyPr spcFirstLastPara="1" wrap="square" lIns="0" tIns="91425" rIns="457200" bIns="91425" anchor="b" anchorCtr="0">
            <a:noAutofit/>
          </a:bodyPr>
          <a:lstStyle>
            <a:lvl1pPr marL="457200" lvl="0" indent="-342900" algn="l">
              <a:lnSpc>
                <a:spcPct val="100000"/>
              </a:lnSpc>
              <a:spcBef>
                <a:spcPts val="0"/>
              </a:spcBef>
              <a:spcAft>
                <a:spcPts val="0"/>
              </a:spcAft>
              <a:buSzPts val="1800"/>
              <a:buChar char="​"/>
              <a:defRPr sz="2000">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80" name="Google Shape;380;p40"/>
          <p:cNvSpPr/>
          <p:nvPr/>
        </p:nvSpPr>
        <p:spPr>
          <a:xfrm>
            <a:off x="6303874" y="2484176"/>
            <a:ext cx="5287234"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81" name="Google Shape;381;p40"/>
          <p:cNvSpPr txBox="1">
            <a:spLocks noGrp="1"/>
          </p:cNvSpPr>
          <p:nvPr>
            <p:ph type="body" idx="5"/>
          </p:nvPr>
        </p:nvSpPr>
        <p:spPr>
          <a:xfrm>
            <a:off x="6308143" y="2621280"/>
            <a:ext cx="5287234" cy="3575124"/>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82" name="Google Shape;382;p4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Content Comparison">
  <p:cSld name="Three-Content Comparison">
    <p:spTree>
      <p:nvGrpSpPr>
        <p:cNvPr id="1" name="Shape 383"/>
        <p:cNvGrpSpPr/>
        <p:nvPr/>
      </p:nvGrpSpPr>
      <p:grpSpPr>
        <a:xfrm>
          <a:off x="0" y="0"/>
          <a:ext cx="0" cy="0"/>
          <a:chOff x="0" y="0"/>
          <a:chExt cx="0" cy="0"/>
        </a:xfrm>
      </p:grpSpPr>
      <p:sp>
        <p:nvSpPr>
          <p:cNvPr id="384" name="Google Shape;384;p4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5" name="Google Shape;385;p4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86" name="Google Shape;386;p41"/>
          <p:cNvSpPr txBox="1">
            <a:spLocks noGrp="1"/>
          </p:cNvSpPr>
          <p:nvPr>
            <p:ph type="body" idx="2"/>
          </p:nvPr>
        </p:nvSpPr>
        <p:spPr>
          <a:xfrm>
            <a:off x="592866"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87" name="Google Shape;387;p41"/>
          <p:cNvSpPr/>
          <p:nvPr/>
        </p:nvSpPr>
        <p:spPr>
          <a:xfrm>
            <a:off x="592866" y="2509480"/>
            <a:ext cx="3593592" cy="4571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88" name="Google Shape;388;p41"/>
          <p:cNvSpPr txBox="1">
            <a:spLocks noGrp="1"/>
          </p:cNvSpPr>
          <p:nvPr>
            <p:ph type="body" idx="3"/>
          </p:nvPr>
        </p:nvSpPr>
        <p:spPr>
          <a:xfrm>
            <a:off x="4297616"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3"/>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89" name="Google Shape;389;p41"/>
          <p:cNvSpPr txBox="1">
            <a:spLocks noGrp="1"/>
          </p:cNvSpPr>
          <p:nvPr>
            <p:ph type="body" idx="4"/>
          </p:nvPr>
        </p:nvSpPr>
        <p:spPr>
          <a:xfrm>
            <a:off x="8001859" y="1600200"/>
            <a:ext cx="3593592"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4"/>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90" name="Google Shape;390;p41"/>
          <p:cNvSpPr/>
          <p:nvPr/>
        </p:nvSpPr>
        <p:spPr>
          <a:xfrm>
            <a:off x="8001859" y="2509480"/>
            <a:ext cx="3593592"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91" name="Google Shape;391;p4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392" name="Google Shape;392;p41"/>
          <p:cNvSpPr/>
          <p:nvPr/>
        </p:nvSpPr>
        <p:spPr>
          <a:xfrm>
            <a:off x="4297616" y="2509480"/>
            <a:ext cx="3593592" cy="4571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93" name="Google Shape;393;p41"/>
          <p:cNvSpPr txBox="1">
            <a:spLocks noGrp="1"/>
          </p:cNvSpPr>
          <p:nvPr>
            <p:ph type="body" idx="5"/>
          </p:nvPr>
        </p:nvSpPr>
        <p:spPr>
          <a:xfrm>
            <a:off x="592866"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94" name="Google Shape;394;p41"/>
          <p:cNvSpPr txBox="1">
            <a:spLocks noGrp="1"/>
          </p:cNvSpPr>
          <p:nvPr>
            <p:ph type="body" idx="6"/>
          </p:nvPr>
        </p:nvSpPr>
        <p:spPr>
          <a:xfrm>
            <a:off x="4297616"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395" name="Google Shape;395;p41"/>
          <p:cNvSpPr txBox="1">
            <a:spLocks noGrp="1"/>
          </p:cNvSpPr>
          <p:nvPr>
            <p:ph type="body" idx="7"/>
          </p:nvPr>
        </p:nvSpPr>
        <p:spPr>
          <a:xfrm>
            <a:off x="8001859" y="2649538"/>
            <a:ext cx="3594100" cy="3522662"/>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Dynamic – Left">
  <p:cSld name="Two Content Dynamic – Left">
    <p:spTree>
      <p:nvGrpSpPr>
        <p:cNvPr id="1" name="Shape 396"/>
        <p:cNvGrpSpPr/>
        <p:nvPr/>
      </p:nvGrpSpPr>
      <p:grpSpPr>
        <a:xfrm>
          <a:off x="0" y="0"/>
          <a:ext cx="0" cy="0"/>
          <a:chOff x="0" y="0"/>
          <a:chExt cx="0" cy="0"/>
        </a:xfrm>
      </p:grpSpPr>
      <p:sp>
        <p:nvSpPr>
          <p:cNvPr id="397" name="Google Shape;397;p4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8" name="Google Shape;398;p4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399" name="Google Shape;399;p42"/>
          <p:cNvSpPr/>
          <p:nvPr/>
        </p:nvSpPr>
        <p:spPr>
          <a:xfrm rot="10800000" flipH="1">
            <a:off x="0" y="1552601"/>
            <a:ext cx="2894012"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400" name="Google Shape;400;p42"/>
          <p:cNvSpPr txBox="1">
            <a:spLocks noGrp="1"/>
          </p:cNvSpPr>
          <p:nvPr>
            <p:ph type="body" idx="2"/>
          </p:nvPr>
        </p:nvSpPr>
        <p:spPr>
          <a:xfrm>
            <a:off x="0" y="1609531"/>
            <a:ext cx="2894013" cy="4572000"/>
          </a:xfrm>
          <a:prstGeom prst="rect">
            <a:avLst/>
          </a:prstGeom>
          <a:solidFill>
            <a:srgbClr val="F4F8FA"/>
          </a:solidFill>
          <a:ln>
            <a:noFill/>
          </a:ln>
        </p:spPr>
        <p:txBody>
          <a:bodyPr spcFirstLastPara="1" wrap="square" lIns="2743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20040" algn="l">
              <a:lnSpc>
                <a:spcPct val="100000"/>
              </a:lnSpc>
              <a:spcBef>
                <a:spcPts val="1200"/>
              </a:spcBef>
              <a:spcAft>
                <a:spcPts val="0"/>
              </a:spcAft>
              <a:buClr>
                <a:schemeClr val="accent2"/>
              </a:buClr>
              <a:buSzPts val="1440"/>
              <a:buChar char="•"/>
              <a:defRPr sz="1600">
                <a:solidFill>
                  <a:schemeClr val="accent2"/>
                </a:solidFill>
              </a:defRPr>
            </a:lvl2pPr>
            <a:lvl3pPr marL="1371600" lvl="2" indent="-308610" algn="l">
              <a:lnSpc>
                <a:spcPct val="100000"/>
              </a:lnSpc>
              <a:spcBef>
                <a:spcPts val="1200"/>
              </a:spcBef>
              <a:spcAft>
                <a:spcPts val="0"/>
              </a:spcAft>
              <a:buClr>
                <a:schemeClr val="accent2"/>
              </a:buClr>
              <a:buSzPts val="1260"/>
              <a:buChar char="–"/>
              <a:defRPr sz="1400">
                <a:solidFill>
                  <a:schemeClr val="accent2"/>
                </a:solidFill>
              </a:defRPr>
            </a:lvl3pPr>
            <a:lvl4pPr marL="1828800" lvl="3" indent="-297180" algn="l">
              <a:lnSpc>
                <a:spcPct val="100000"/>
              </a:lnSpc>
              <a:spcBef>
                <a:spcPts val="1200"/>
              </a:spcBef>
              <a:spcAft>
                <a:spcPts val="0"/>
              </a:spcAft>
              <a:buClr>
                <a:schemeClr val="accent2"/>
              </a:buClr>
              <a:buSzPts val="1080"/>
              <a:buChar char="•"/>
              <a:defRPr sz="1200">
                <a:solidFill>
                  <a:schemeClr val="accent2"/>
                </a:solidFill>
              </a:defRPr>
            </a:lvl4pPr>
            <a:lvl5pPr marL="2286000" lvl="4" indent="-297179" algn="l">
              <a:lnSpc>
                <a:spcPct val="100000"/>
              </a:lnSpc>
              <a:spcBef>
                <a:spcPts val="1200"/>
              </a:spcBef>
              <a:spcAft>
                <a:spcPts val="0"/>
              </a:spcAft>
              <a:buClr>
                <a:schemeClr val="accent2"/>
              </a:buClr>
              <a:buSzPts val="1080"/>
              <a:buChar char="–"/>
              <a:defRPr sz="1200">
                <a:solidFill>
                  <a:schemeClr val="accent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01" name="Google Shape;401;p42"/>
          <p:cNvSpPr txBox="1">
            <a:spLocks noGrp="1"/>
          </p:cNvSpPr>
          <p:nvPr>
            <p:ph type="body" idx="3"/>
          </p:nvPr>
        </p:nvSpPr>
        <p:spPr>
          <a:xfrm>
            <a:off x="3351213" y="1609531"/>
            <a:ext cx="8229600" cy="4572000"/>
          </a:xfrm>
          <a:prstGeom prst="rect">
            <a:avLst/>
          </a:prstGeom>
          <a:noFill/>
          <a:ln>
            <a:noFill/>
          </a:ln>
        </p:spPr>
        <p:txBody>
          <a:bodyPr spcFirstLastPara="1" wrap="square" lIns="0" tIns="45720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SzPts val="1620"/>
              <a:buChar char="•"/>
              <a:defRPr>
                <a:solidFill>
                  <a:schemeClr val="dk1"/>
                </a:solidFill>
              </a:defRPr>
            </a:lvl2pPr>
            <a:lvl3pPr marL="1371600" lvl="2" indent="-320039" algn="l">
              <a:lnSpc>
                <a:spcPct val="100000"/>
              </a:lnSpc>
              <a:spcBef>
                <a:spcPts val="1200"/>
              </a:spcBef>
              <a:spcAft>
                <a:spcPts val="0"/>
              </a:spcAft>
              <a:buSzPts val="1440"/>
              <a:buChar char="–"/>
              <a:defRPr>
                <a:solidFill>
                  <a:schemeClr val="dk1"/>
                </a:solidFill>
              </a:defRPr>
            </a:lvl3pPr>
            <a:lvl4pPr marL="1828800" lvl="3" indent="-308610" algn="l">
              <a:lnSpc>
                <a:spcPct val="100000"/>
              </a:lnSpc>
              <a:spcBef>
                <a:spcPts val="1200"/>
              </a:spcBef>
              <a:spcAft>
                <a:spcPts val="0"/>
              </a:spcAft>
              <a:buSzPts val="1260"/>
              <a:buChar char="•"/>
              <a:defRPr>
                <a:solidFill>
                  <a:schemeClr val="dk1"/>
                </a:solidFill>
              </a:defRPr>
            </a:lvl4pPr>
            <a:lvl5pPr marL="2286000" lvl="4" indent="-308610" algn="l">
              <a:lnSpc>
                <a:spcPct val="100000"/>
              </a:lnSpc>
              <a:spcBef>
                <a:spcPts val="1200"/>
              </a:spcBef>
              <a:spcAft>
                <a:spcPts val="0"/>
              </a:spcAft>
              <a:buSzPts val="1260"/>
              <a:buChar char="–"/>
              <a:defRPr>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31470" algn="l">
              <a:lnSpc>
                <a:spcPct val="100000"/>
              </a:lnSpc>
              <a:spcBef>
                <a:spcPts val="1200"/>
              </a:spcBef>
              <a:spcAft>
                <a:spcPts val="1200"/>
              </a:spcAft>
              <a:buSzPts val="1620"/>
              <a:buChar char="-"/>
              <a:defRPr/>
            </a:lvl9pPr>
          </a:lstStyle>
          <a:p>
            <a:endParaRPr/>
          </a:p>
        </p:txBody>
      </p:sp>
      <p:sp>
        <p:nvSpPr>
          <p:cNvPr id="402" name="Google Shape;402;p4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Dynamic – Right">
  <p:cSld name="Two Content Dynamic – Right">
    <p:spTree>
      <p:nvGrpSpPr>
        <p:cNvPr id="1" name="Shape 403"/>
        <p:cNvGrpSpPr/>
        <p:nvPr/>
      </p:nvGrpSpPr>
      <p:grpSpPr>
        <a:xfrm>
          <a:off x="0" y="0"/>
          <a:ext cx="0" cy="0"/>
          <a:chOff x="0" y="0"/>
          <a:chExt cx="0" cy="0"/>
        </a:xfrm>
      </p:grpSpPr>
      <p:sp>
        <p:nvSpPr>
          <p:cNvPr id="404" name="Google Shape;404;p4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5" name="Google Shape;405;p4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06" name="Google Shape;406;p4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407" name="Google Shape;407;p43"/>
          <p:cNvSpPr/>
          <p:nvPr/>
        </p:nvSpPr>
        <p:spPr>
          <a:xfrm rot="10800000" flipH="1">
            <a:off x="9294812" y="1552601"/>
            <a:ext cx="2894012"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408" name="Google Shape;408;p43"/>
          <p:cNvSpPr txBox="1">
            <a:spLocks noGrp="1"/>
          </p:cNvSpPr>
          <p:nvPr>
            <p:ph type="body" idx="2"/>
          </p:nvPr>
        </p:nvSpPr>
        <p:spPr>
          <a:xfrm>
            <a:off x="9294812" y="1609531"/>
            <a:ext cx="2894013" cy="4572000"/>
          </a:xfrm>
          <a:prstGeom prst="rect">
            <a:avLst/>
          </a:prstGeom>
          <a:solidFill>
            <a:srgbClr val="F4F8FA"/>
          </a:solidFill>
          <a:ln>
            <a:noFill/>
          </a:ln>
        </p:spPr>
        <p:txBody>
          <a:bodyPr spcFirstLastPara="1" wrap="square" lIns="2743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20040" algn="l">
              <a:lnSpc>
                <a:spcPct val="100000"/>
              </a:lnSpc>
              <a:spcBef>
                <a:spcPts val="1200"/>
              </a:spcBef>
              <a:spcAft>
                <a:spcPts val="0"/>
              </a:spcAft>
              <a:buClr>
                <a:schemeClr val="accent2"/>
              </a:buClr>
              <a:buSzPts val="1440"/>
              <a:buChar char="•"/>
              <a:defRPr sz="1600">
                <a:solidFill>
                  <a:schemeClr val="accent2"/>
                </a:solidFill>
              </a:defRPr>
            </a:lvl2pPr>
            <a:lvl3pPr marL="1371600" lvl="2" indent="-308610" algn="l">
              <a:lnSpc>
                <a:spcPct val="100000"/>
              </a:lnSpc>
              <a:spcBef>
                <a:spcPts val="1200"/>
              </a:spcBef>
              <a:spcAft>
                <a:spcPts val="0"/>
              </a:spcAft>
              <a:buClr>
                <a:schemeClr val="accent2"/>
              </a:buClr>
              <a:buSzPts val="1260"/>
              <a:buChar char="–"/>
              <a:defRPr sz="1400">
                <a:solidFill>
                  <a:schemeClr val="accent2"/>
                </a:solidFill>
              </a:defRPr>
            </a:lvl3pPr>
            <a:lvl4pPr marL="1828800" lvl="3" indent="-297180" algn="l">
              <a:lnSpc>
                <a:spcPct val="100000"/>
              </a:lnSpc>
              <a:spcBef>
                <a:spcPts val="1200"/>
              </a:spcBef>
              <a:spcAft>
                <a:spcPts val="0"/>
              </a:spcAft>
              <a:buClr>
                <a:schemeClr val="accent2"/>
              </a:buClr>
              <a:buSzPts val="1080"/>
              <a:buChar char="•"/>
              <a:defRPr sz="1200">
                <a:solidFill>
                  <a:schemeClr val="accent2"/>
                </a:solidFill>
              </a:defRPr>
            </a:lvl4pPr>
            <a:lvl5pPr marL="2286000" lvl="4" indent="-297179" algn="l">
              <a:lnSpc>
                <a:spcPct val="100000"/>
              </a:lnSpc>
              <a:spcBef>
                <a:spcPts val="1200"/>
              </a:spcBef>
              <a:spcAft>
                <a:spcPts val="0"/>
              </a:spcAft>
              <a:buClr>
                <a:schemeClr val="accent2"/>
              </a:buClr>
              <a:buSzPts val="1080"/>
              <a:buChar char="–"/>
              <a:defRPr sz="1200">
                <a:solidFill>
                  <a:schemeClr val="accent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09" name="Google Shape;409;p43"/>
          <p:cNvSpPr txBox="1">
            <a:spLocks noGrp="1"/>
          </p:cNvSpPr>
          <p:nvPr>
            <p:ph type="body" idx="3"/>
          </p:nvPr>
        </p:nvSpPr>
        <p:spPr>
          <a:xfrm>
            <a:off x="0" y="1609531"/>
            <a:ext cx="8229600" cy="4572000"/>
          </a:xfrm>
          <a:prstGeom prst="rect">
            <a:avLst/>
          </a:prstGeom>
          <a:noFill/>
          <a:ln>
            <a:noFill/>
          </a:ln>
        </p:spPr>
        <p:txBody>
          <a:bodyPr spcFirstLastPara="1" wrap="square" lIns="594350" tIns="45720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SzPts val="1620"/>
              <a:buChar char="•"/>
              <a:defRPr>
                <a:solidFill>
                  <a:schemeClr val="dk1"/>
                </a:solidFill>
              </a:defRPr>
            </a:lvl2pPr>
            <a:lvl3pPr marL="1371600" lvl="2" indent="-320039" algn="l">
              <a:lnSpc>
                <a:spcPct val="100000"/>
              </a:lnSpc>
              <a:spcBef>
                <a:spcPts val="1200"/>
              </a:spcBef>
              <a:spcAft>
                <a:spcPts val="0"/>
              </a:spcAft>
              <a:buSzPts val="1440"/>
              <a:buChar char="–"/>
              <a:defRPr>
                <a:solidFill>
                  <a:schemeClr val="dk1"/>
                </a:solidFill>
              </a:defRPr>
            </a:lvl3pPr>
            <a:lvl4pPr marL="1828800" lvl="3" indent="-308610" algn="l">
              <a:lnSpc>
                <a:spcPct val="100000"/>
              </a:lnSpc>
              <a:spcBef>
                <a:spcPts val="1200"/>
              </a:spcBef>
              <a:spcAft>
                <a:spcPts val="0"/>
              </a:spcAft>
              <a:buSzPts val="1260"/>
              <a:buChar char="•"/>
              <a:defRPr>
                <a:solidFill>
                  <a:schemeClr val="dk1"/>
                </a:solidFill>
              </a:defRPr>
            </a:lvl4pPr>
            <a:lvl5pPr marL="2286000" lvl="4" indent="-308610" algn="l">
              <a:lnSpc>
                <a:spcPct val="100000"/>
              </a:lnSpc>
              <a:spcBef>
                <a:spcPts val="1200"/>
              </a:spcBef>
              <a:spcAft>
                <a:spcPts val="0"/>
              </a:spcAft>
              <a:buSzPts val="1260"/>
              <a:buChar char="–"/>
              <a:defRPr>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Diagram with Content on Right">
  <p:cSld name="Diagram with Content on Right">
    <p:spTree>
      <p:nvGrpSpPr>
        <p:cNvPr id="1" name="Shape 410"/>
        <p:cNvGrpSpPr/>
        <p:nvPr/>
      </p:nvGrpSpPr>
      <p:grpSpPr>
        <a:xfrm>
          <a:off x="0" y="0"/>
          <a:ext cx="0" cy="0"/>
          <a:chOff x="0" y="0"/>
          <a:chExt cx="0" cy="0"/>
        </a:xfrm>
      </p:grpSpPr>
      <p:sp>
        <p:nvSpPr>
          <p:cNvPr id="411" name="Google Shape;411;p44"/>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2" name="Google Shape;412;p44"/>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13" name="Google Shape;413;p44"/>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414" name="Google Shape;414;p44"/>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lvl1pPr marL="457200" lvl="0" indent="-320040" algn="l">
              <a:lnSpc>
                <a:spcPct val="100000"/>
              </a:lnSpc>
              <a:spcBef>
                <a:spcPts val="0"/>
              </a:spcBef>
              <a:spcAft>
                <a:spcPts val="0"/>
              </a:spcAft>
              <a:buSzPts val="1440"/>
              <a:buChar char="​"/>
              <a:defRPr sz="1600">
                <a:solidFill>
                  <a:schemeClr val="accent2"/>
                </a:solidFill>
              </a:defRPr>
            </a:lvl1pPr>
            <a:lvl2pPr marL="914400" lvl="1" indent="-308610" algn="l">
              <a:lnSpc>
                <a:spcPct val="100000"/>
              </a:lnSpc>
              <a:spcBef>
                <a:spcPts val="1200"/>
              </a:spcBef>
              <a:spcAft>
                <a:spcPts val="0"/>
              </a:spcAft>
              <a:buClr>
                <a:schemeClr val="accent2"/>
              </a:buClr>
              <a:buSzPts val="1260"/>
              <a:buChar char="•"/>
              <a:defRPr sz="1400">
                <a:solidFill>
                  <a:schemeClr val="accent2"/>
                </a:solidFill>
              </a:defRPr>
            </a:lvl2pPr>
            <a:lvl3pPr marL="1371600" lvl="2" indent="-297180" algn="l">
              <a:lnSpc>
                <a:spcPct val="100000"/>
              </a:lnSpc>
              <a:spcBef>
                <a:spcPts val="1200"/>
              </a:spcBef>
              <a:spcAft>
                <a:spcPts val="0"/>
              </a:spcAft>
              <a:buClr>
                <a:schemeClr val="accent2"/>
              </a:buClr>
              <a:buSzPts val="1080"/>
              <a:buChar char="–"/>
              <a:defRPr sz="1200">
                <a:solidFill>
                  <a:schemeClr val="accent2"/>
                </a:solidFill>
              </a:defRPr>
            </a:lvl3pPr>
            <a:lvl4pPr marL="1828800" lvl="3" indent="-291464" algn="l">
              <a:lnSpc>
                <a:spcPct val="100000"/>
              </a:lnSpc>
              <a:spcBef>
                <a:spcPts val="1200"/>
              </a:spcBef>
              <a:spcAft>
                <a:spcPts val="0"/>
              </a:spcAft>
              <a:buClr>
                <a:schemeClr val="accent2"/>
              </a:buClr>
              <a:buSzPts val="990"/>
              <a:buChar char="•"/>
              <a:defRPr sz="1100">
                <a:solidFill>
                  <a:schemeClr val="accent2"/>
                </a:solidFill>
              </a:defRPr>
            </a:lvl4pPr>
            <a:lvl5pPr marL="2286000" lvl="4" indent="-291464" algn="l">
              <a:lnSpc>
                <a:spcPct val="100000"/>
              </a:lnSpc>
              <a:spcBef>
                <a:spcPts val="1200"/>
              </a:spcBef>
              <a:spcAft>
                <a:spcPts val="0"/>
              </a:spcAft>
              <a:buClr>
                <a:schemeClr val="accent2"/>
              </a:buClr>
              <a:buSzPts val="990"/>
              <a:buChar char="–"/>
              <a:defRPr sz="1100">
                <a:solidFill>
                  <a:schemeClr val="accent2"/>
                </a:solidFill>
              </a:defRPr>
            </a:lvl5pPr>
            <a:lvl6pPr marL="2743200" lvl="5" indent="-291464" algn="l">
              <a:lnSpc>
                <a:spcPct val="100000"/>
              </a:lnSpc>
              <a:spcBef>
                <a:spcPts val="1200"/>
              </a:spcBef>
              <a:spcAft>
                <a:spcPts val="0"/>
              </a:spcAft>
              <a:buClr>
                <a:schemeClr val="accent2"/>
              </a:buClr>
              <a:buSzPts val="990"/>
              <a:buChar char="•"/>
              <a:defRPr sz="1100">
                <a:solidFill>
                  <a:schemeClr val="accent2"/>
                </a:solidFill>
              </a:defRPr>
            </a:lvl6pPr>
            <a:lvl7pPr marL="3200400" lvl="6" indent="-291464" algn="l">
              <a:lnSpc>
                <a:spcPct val="100000"/>
              </a:lnSpc>
              <a:spcBef>
                <a:spcPts val="1200"/>
              </a:spcBef>
              <a:spcAft>
                <a:spcPts val="0"/>
              </a:spcAft>
              <a:buClr>
                <a:schemeClr val="accent2"/>
              </a:buClr>
              <a:buSzPts val="990"/>
              <a:buChar char="-"/>
              <a:defRPr sz="1100">
                <a:solidFill>
                  <a:schemeClr val="accent2"/>
                </a:solidFill>
              </a:defRPr>
            </a:lvl7pPr>
            <a:lvl8pPr marL="3657600" lvl="7" indent="-291465" algn="l">
              <a:lnSpc>
                <a:spcPct val="100000"/>
              </a:lnSpc>
              <a:spcBef>
                <a:spcPts val="1200"/>
              </a:spcBef>
              <a:spcAft>
                <a:spcPts val="0"/>
              </a:spcAft>
              <a:buClr>
                <a:schemeClr val="accent2"/>
              </a:buClr>
              <a:buSzPts val="990"/>
              <a:buChar char="•"/>
              <a:defRPr sz="1100">
                <a:solidFill>
                  <a:schemeClr val="accent2"/>
                </a:solidFill>
              </a:defRPr>
            </a:lvl8pPr>
            <a:lvl9pPr marL="4114800" lvl="8" indent="-291465" algn="l">
              <a:lnSpc>
                <a:spcPct val="100000"/>
              </a:lnSpc>
              <a:spcBef>
                <a:spcPts val="1200"/>
              </a:spcBef>
              <a:spcAft>
                <a:spcPts val="1200"/>
              </a:spcAft>
              <a:buClr>
                <a:schemeClr val="accent2"/>
              </a:buClr>
              <a:buSzPts val="990"/>
              <a:buChar char="-"/>
              <a:defRPr sz="1100">
                <a:solidFill>
                  <a:schemeClr val="accent2"/>
                </a:solidFill>
              </a:defRPr>
            </a:lvl9pPr>
          </a:lstStyle>
          <a:p>
            <a:endParaRPr/>
          </a:p>
        </p:txBody>
      </p:sp>
      <p:sp>
        <p:nvSpPr>
          <p:cNvPr id="415" name="Google Shape;415;p4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416" name="Google Shape;416;p44"/>
          <p:cNvSpPr txBox="1">
            <a:spLocks noGrp="1"/>
          </p:cNvSpPr>
          <p:nvPr>
            <p:ph type="body" idx="3"/>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agram with Outcome, Benefit">
  <p:cSld name="Diagram with Outcome, Benefit">
    <p:spTree>
      <p:nvGrpSpPr>
        <p:cNvPr id="1" name="Shape 417"/>
        <p:cNvGrpSpPr/>
        <p:nvPr/>
      </p:nvGrpSpPr>
      <p:grpSpPr>
        <a:xfrm>
          <a:off x="0" y="0"/>
          <a:ext cx="0" cy="0"/>
          <a:chOff x="0" y="0"/>
          <a:chExt cx="0" cy="0"/>
        </a:xfrm>
      </p:grpSpPr>
      <p:sp>
        <p:nvSpPr>
          <p:cNvPr id="418" name="Google Shape;418;p45"/>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9" name="Google Shape;419;p45"/>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420" name="Google Shape;420;p45"/>
          <p:cNvCxnSpPr/>
          <p:nvPr/>
        </p:nvCxnSpPr>
        <p:spPr>
          <a:xfrm>
            <a:off x="8380413" y="1608668"/>
            <a:ext cx="3808412" cy="0"/>
          </a:xfrm>
          <a:prstGeom prst="straightConnector1">
            <a:avLst/>
          </a:prstGeom>
          <a:noFill/>
          <a:ln w="25400" cap="flat" cmpd="sng">
            <a:solidFill>
              <a:schemeClr val="accent2"/>
            </a:solidFill>
            <a:prstDash val="solid"/>
            <a:miter lim="800000"/>
            <a:headEnd type="none" w="sm" len="sm"/>
            <a:tailEnd type="none" w="sm" len="sm"/>
          </a:ln>
        </p:spPr>
      </p:cxnSp>
      <p:sp>
        <p:nvSpPr>
          <p:cNvPr id="421" name="Google Shape;421;p45"/>
          <p:cNvSpPr txBox="1">
            <a:spLocks noGrp="1"/>
          </p:cNvSpPr>
          <p:nvPr>
            <p:ph type="body" idx="2"/>
          </p:nvPr>
        </p:nvSpPr>
        <p:spPr>
          <a:xfrm>
            <a:off x="8380413" y="1699688"/>
            <a:ext cx="2006600" cy="298450"/>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22" name="Google Shape;422;p45"/>
          <p:cNvSpPr txBox="1">
            <a:spLocks noGrp="1"/>
          </p:cNvSpPr>
          <p:nvPr>
            <p:ph type="body" idx="3"/>
          </p:nvPr>
        </p:nvSpPr>
        <p:spPr>
          <a:xfrm>
            <a:off x="8378825" y="2063048"/>
            <a:ext cx="3201988"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423" name="Google Shape;423;p45"/>
          <p:cNvCxnSpPr/>
          <p:nvPr/>
        </p:nvCxnSpPr>
        <p:spPr>
          <a:xfrm>
            <a:off x="8380413" y="3872441"/>
            <a:ext cx="3808412" cy="0"/>
          </a:xfrm>
          <a:prstGeom prst="straightConnector1">
            <a:avLst/>
          </a:prstGeom>
          <a:noFill/>
          <a:ln w="25400" cap="flat" cmpd="sng">
            <a:solidFill>
              <a:schemeClr val="accent4"/>
            </a:solidFill>
            <a:prstDash val="solid"/>
            <a:miter lim="800000"/>
            <a:headEnd type="none" w="sm" len="sm"/>
            <a:tailEnd type="none" w="sm" len="sm"/>
          </a:ln>
        </p:spPr>
      </p:cxnSp>
      <p:sp>
        <p:nvSpPr>
          <p:cNvPr id="424" name="Google Shape;424;p45"/>
          <p:cNvSpPr txBox="1">
            <a:spLocks noGrp="1"/>
          </p:cNvSpPr>
          <p:nvPr>
            <p:ph type="body" idx="4"/>
          </p:nvPr>
        </p:nvSpPr>
        <p:spPr>
          <a:xfrm>
            <a:off x="8380413" y="3972469"/>
            <a:ext cx="2006600" cy="298450"/>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0"/>
              </a:spcBef>
              <a:spcAft>
                <a:spcPts val="0"/>
              </a:spcAft>
              <a:buSzPts val="1620"/>
              <a:buChar char="​"/>
              <a:defRPr sz="1800">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25" name="Google Shape;425;p45"/>
          <p:cNvSpPr txBox="1">
            <a:spLocks noGrp="1"/>
          </p:cNvSpPr>
          <p:nvPr>
            <p:ph type="body" idx="5"/>
          </p:nvPr>
        </p:nvSpPr>
        <p:spPr>
          <a:xfrm>
            <a:off x="8378825" y="4347904"/>
            <a:ext cx="3201988"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26" name="Google Shape;426;p4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427" name="Google Shape;427;p45"/>
          <p:cNvSpPr txBox="1">
            <a:spLocks noGrp="1"/>
          </p:cNvSpPr>
          <p:nvPr>
            <p:ph type="body" idx="6"/>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ustomer Success">
  <p:cSld name="Customer Success">
    <p:spTree>
      <p:nvGrpSpPr>
        <p:cNvPr id="1" name="Shape 428"/>
        <p:cNvGrpSpPr/>
        <p:nvPr/>
      </p:nvGrpSpPr>
      <p:grpSpPr>
        <a:xfrm>
          <a:off x="0" y="0"/>
          <a:ext cx="0" cy="0"/>
          <a:chOff x="0" y="0"/>
          <a:chExt cx="0" cy="0"/>
        </a:xfrm>
      </p:grpSpPr>
      <p:sp>
        <p:nvSpPr>
          <p:cNvPr id="429" name="Google Shape;429;p46"/>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0" name="Google Shape;430;p46"/>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431" name="Google Shape;431;p46"/>
          <p:cNvCxnSpPr/>
          <p:nvPr/>
        </p:nvCxnSpPr>
        <p:spPr>
          <a:xfrm>
            <a:off x="609600" y="1552248"/>
            <a:ext cx="3471746" cy="0"/>
          </a:xfrm>
          <a:prstGeom prst="straightConnector1">
            <a:avLst/>
          </a:prstGeom>
          <a:noFill/>
          <a:ln w="22225" cap="flat" cmpd="sng">
            <a:solidFill>
              <a:schemeClr val="accent2"/>
            </a:solidFill>
            <a:prstDash val="solid"/>
            <a:miter lim="800000"/>
            <a:headEnd type="none" w="sm" len="sm"/>
            <a:tailEnd type="none" w="sm" len="sm"/>
          </a:ln>
        </p:spPr>
      </p:cxnSp>
      <p:sp>
        <p:nvSpPr>
          <p:cNvPr id="432" name="Google Shape;432;p46"/>
          <p:cNvSpPr txBox="1">
            <a:spLocks noGrp="1"/>
          </p:cNvSpPr>
          <p:nvPr>
            <p:ph type="body" idx="2"/>
          </p:nvPr>
        </p:nvSpPr>
        <p:spPr>
          <a:xfrm>
            <a:off x="611645" y="1901093"/>
            <a:ext cx="3201848" cy="1214595"/>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433" name="Google Shape;433;p46"/>
          <p:cNvCxnSpPr/>
          <p:nvPr/>
        </p:nvCxnSpPr>
        <p:spPr>
          <a:xfrm>
            <a:off x="4412165" y="1552248"/>
            <a:ext cx="3471746" cy="0"/>
          </a:xfrm>
          <a:prstGeom prst="straightConnector1">
            <a:avLst/>
          </a:prstGeom>
          <a:noFill/>
          <a:ln w="22225" cap="flat" cmpd="sng">
            <a:solidFill>
              <a:schemeClr val="accent2"/>
            </a:solidFill>
            <a:prstDash val="solid"/>
            <a:miter lim="800000"/>
            <a:headEnd type="none" w="sm" len="sm"/>
            <a:tailEnd type="none" w="sm" len="sm"/>
          </a:ln>
        </p:spPr>
      </p:cxnSp>
      <p:sp>
        <p:nvSpPr>
          <p:cNvPr id="434" name="Google Shape;434;p46"/>
          <p:cNvSpPr txBox="1">
            <a:spLocks noGrp="1"/>
          </p:cNvSpPr>
          <p:nvPr>
            <p:ph type="body" idx="3"/>
          </p:nvPr>
        </p:nvSpPr>
        <p:spPr>
          <a:xfrm>
            <a:off x="4414210" y="1901094"/>
            <a:ext cx="3201848" cy="1225566"/>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435" name="Google Shape;435;p46"/>
          <p:cNvCxnSpPr/>
          <p:nvPr/>
        </p:nvCxnSpPr>
        <p:spPr>
          <a:xfrm>
            <a:off x="609600" y="3325372"/>
            <a:ext cx="3471746" cy="0"/>
          </a:xfrm>
          <a:prstGeom prst="straightConnector1">
            <a:avLst/>
          </a:prstGeom>
          <a:noFill/>
          <a:ln w="22225" cap="flat" cmpd="sng">
            <a:solidFill>
              <a:schemeClr val="accent3"/>
            </a:solidFill>
            <a:prstDash val="solid"/>
            <a:miter lim="800000"/>
            <a:headEnd type="none" w="sm" len="sm"/>
            <a:tailEnd type="none" w="sm" len="sm"/>
          </a:ln>
        </p:spPr>
      </p:cxnSp>
      <p:sp>
        <p:nvSpPr>
          <p:cNvPr id="436" name="Google Shape;436;p46"/>
          <p:cNvSpPr txBox="1">
            <a:spLocks noGrp="1"/>
          </p:cNvSpPr>
          <p:nvPr>
            <p:ph type="body" idx="4"/>
          </p:nvPr>
        </p:nvSpPr>
        <p:spPr>
          <a:xfrm>
            <a:off x="611645" y="3693430"/>
            <a:ext cx="3201848" cy="1110049"/>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437" name="Google Shape;437;p46"/>
          <p:cNvCxnSpPr/>
          <p:nvPr/>
        </p:nvCxnSpPr>
        <p:spPr>
          <a:xfrm>
            <a:off x="4412165" y="3325372"/>
            <a:ext cx="3471746" cy="0"/>
          </a:xfrm>
          <a:prstGeom prst="straightConnector1">
            <a:avLst/>
          </a:prstGeom>
          <a:noFill/>
          <a:ln w="22225" cap="flat" cmpd="sng">
            <a:solidFill>
              <a:schemeClr val="accent3"/>
            </a:solidFill>
            <a:prstDash val="solid"/>
            <a:miter lim="800000"/>
            <a:headEnd type="none" w="sm" len="sm"/>
            <a:tailEnd type="none" w="sm" len="sm"/>
          </a:ln>
        </p:spPr>
      </p:cxnSp>
      <p:sp>
        <p:nvSpPr>
          <p:cNvPr id="438" name="Google Shape;438;p46"/>
          <p:cNvSpPr txBox="1">
            <a:spLocks noGrp="1"/>
          </p:cNvSpPr>
          <p:nvPr>
            <p:ph type="body" idx="5"/>
          </p:nvPr>
        </p:nvSpPr>
        <p:spPr>
          <a:xfrm>
            <a:off x="4414210" y="3693430"/>
            <a:ext cx="3201848" cy="1132351"/>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439" name="Google Shape;439;p46"/>
          <p:cNvCxnSpPr/>
          <p:nvPr/>
        </p:nvCxnSpPr>
        <p:spPr>
          <a:xfrm>
            <a:off x="608739" y="5022214"/>
            <a:ext cx="3471746" cy="0"/>
          </a:xfrm>
          <a:prstGeom prst="straightConnector1">
            <a:avLst/>
          </a:prstGeom>
          <a:noFill/>
          <a:ln w="22225" cap="flat" cmpd="sng">
            <a:solidFill>
              <a:schemeClr val="accent4"/>
            </a:solidFill>
            <a:prstDash val="solid"/>
            <a:miter lim="800000"/>
            <a:headEnd type="none" w="sm" len="sm"/>
            <a:tailEnd type="none" w="sm" len="sm"/>
          </a:ln>
        </p:spPr>
      </p:cxnSp>
      <p:sp>
        <p:nvSpPr>
          <p:cNvPr id="440" name="Google Shape;440;p46"/>
          <p:cNvSpPr txBox="1">
            <a:spLocks noGrp="1"/>
          </p:cNvSpPr>
          <p:nvPr>
            <p:ph type="body" idx="6"/>
          </p:nvPr>
        </p:nvSpPr>
        <p:spPr>
          <a:xfrm>
            <a:off x="613093" y="5327336"/>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41" name="Google Shape;441;p46"/>
          <p:cNvSpPr txBox="1">
            <a:spLocks noGrp="1"/>
          </p:cNvSpPr>
          <p:nvPr>
            <p:ph type="body" idx="7"/>
          </p:nvPr>
        </p:nvSpPr>
        <p:spPr>
          <a:xfrm>
            <a:off x="613093" y="5593624"/>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42" name="Google Shape;442;p46"/>
          <p:cNvSpPr txBox="1">
            <a:spLocks noGrp="1"/>
          </p:cNvSpPr>
          <p:nvPr>
            <p:ph type="body" idx="8"/>
          </p:nvPr>
        </p:nvSpPr>
        <p:spPr>
          <a:xfrm>
            <a:off x="613093" y="5859911"/>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43" name="Google Shape;443;p46"/>
          <p:cNvSpPr txBox="1">
            <a:spLocks noGrp="1"/>
          </p:cNvSpPr>
          <p:nvPr>
            <p:ph type="body" idx="9"/>
          </p:nvPr>
        </p:nvSpPr>
        <p:spPr>
          <a:xfrm>
            <a:off x="4400790" y="5327336"/>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44" name="Google Shape;444;p46"/>
          <p:cNvSpPr txBox="1">
            <a:spLocks noGrp="1"/>
          </p:cNvSpPr>
          <p:nvPr>
            <p:ph type="body" idx="13"/>
          </p:nvPr>
        </p:nvSpPr>
        <p:spPr>
          <a:xfrm>
            <a:off x="4400790" y="5593624"/>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45" name="Google Shape;445;p46"/>
          <p:cNvSpPr txBox="1">
            <a:spLocks noGrp="1"/>
          </p:cNvSpPr>
          <p:nvPr>
            <p:ph type="body" idx="14"/>
          </p:nvPr>
        </p:nvSpPr>
        <p:spPr>
          <a:xfrm>
            <a:off x="4400790" y="5859911"/>
            <a:ext cx="3200400" cy="227454"/>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46" name="Google Shape;446;p46"/>
          <p:cNvSpPr>
            <a:spLocks noGrp="1"/>
          </p:cNvSpPr>
          <p:nvPr>
            <p:ph type="pic" idx="15"/>
          </p:nvPr>
        </p:nvSpPr>
        <p:spPr>
          <a:xfrm>
            <a:off x="9207965" y="1600200"/>
            <a:ext cx="1841500" cy="660399"/>
          </a:xfrm>
          <a:prstGeom prst="rect">
            <a:avLst/>
          </a:prstGeom>
          <a:noFill/>
          <a:ln>
            <a:noFill/>
          </a:ln>
        </p:spPr>
      </p:sp>
      <p:sp>
        <p:nvSpPr>
          <p:cNvPr id="447" name="Google Shape;447;p46"/>
          <p:cNvSpPr txBox="1">
            <a:spLocks noGrp="1"/>
          </p:cNvSpPr>
          <p:nvPr>
            <p:ph type="body" idx="16"/>
          </p:nvPr>
        </p:nvSpPr>
        <p:spPr>
          <a:xfrm>
            <a:off x="8509465" y="2347933"/>
            <a:ext cx="3206750" cy="241300"/>
          </a:xfrm>
          <a:prstGeom prst="rect">
            <a:avLst/>
          </a:prstGeom>
          <a:noFill/>
          <a:ln>
            <a:noFill/>
          </a:ln>
        </p:spPr>
        <p:txBody>
          <a:bodyPr spcFirstLastPara="1" wrap="square" lIns="0" tIns="0" rIns="0" bIns="0" anchor="ctr" anchorCtr="0">
            <a:noAutofit/>
          </a:bodyPr>
          <a:lstStyle>
            <a:lvl1pPr marL="457200" lvl="0" indent="-297180" algn="ctr">
              <a:lnSpc>
                <a:spcPct val="100000"/>
              </a:lnSpc>
              <a:spcBef>
                <a:spcPts val="0"/>
              </a:spcBef>
              <a:spcAft>
                <a:spcPts val="0"/>
              </a:spcAft>
              <a:buSzPts val="1080"/>
              <a:buChar char="​"/>
              <a:defRPr sz="12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accent1"/>
                </a:solidFill>
              </a:defRPr>
            </a:lvl2pPr>
            <a:lvl3pPr marL="1371600" lvl="2" indent="-297180" algn="ctr">
              <a:lnSpc>
                <a:spcPct val="100000"/>
              </a:lnSpc>
              <a:spcBef>
                <a:spcPts val="1200"/>
              </a:spcBef>
              <a:spcAft>
                <a:spcPts val="0"/>
              </a:spcAft>
              <a:buSzPts val="1080"/>
              <a:buFont typeface="Open Sans"/>
              <a:buChar char="​"/>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48" name="Google Shape;448;p46"/>
          <p:cNvSpPr txBox="1">
            <a:spLocks noGrp="1"/>
          </p:cNvSpPr>
          <p:nvPr>
            <p:ph type="body" idx="17"/>
          </p:nvPr>
        </p:nvSpPr>
        <p:spPr>
          <a:xfrm>
            <a:off x="8509465" y="2647290"/>
            <a:ext cx="3206750" cy="241300"/>
          </a:xfrm>
          <a:prstGeom prst="rect">
            <a:avLst/>
          </a:prstGeom>
          <a:noFill/>
          <a:ln>
            <a:noFill/>
          </a:ln>
        </p:spPr>
        <p:txBody>
          <a:bodyPr spcFirstLastPara="1" wrap="square" lIns="0" tIns="0" rIns="0" bIns="0" anchor="ctr" anchorCtr="0">
            <a:noAutofit/>
          </a:bodyPr>
          <a:lstStyle>
            <a:lvl1pPr marL="457200" lvl="0" indent="-297180" algn="ctr">
              <a:lnSpc>
                <a:spcPct val="100000"/>
              </a:lnSpc>
              <a:spcBef>
                <a:spcPts val="0"/>
              </a:spcBef>
              <a:spcAft>
                <a:spcPts val="0"/>
              </a:spcAft>
              <a:buSzPts val="1080"/>
              <a:buChar char="​"/>
              <a:defRPr sz="12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accent1"/>
                </a:solidFill>
              </a:defRPr>
            </a:lvl2pPr>
            <a:lvl3pPr marL="1371600" lvl="2" indent="-297180" algn="ctr">
              <a:lnSpc>
                <a:spcPct val="100000"/>
              </a:lnSpc>
              <a:spcBef>
                <a:spcPts val="1200"/>
              </a:spcBef>
              <a:spcAft>
                <a:spcPts val="0"/>
              </a:spcAft>
              <a:buSzPts val="1080"/>
              <a:buFont typeface="Open Sans"/>
              <a:buChar char="​"/>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49" name="Google Shape;449;p46"/>
          <p:cNvSpPr>
            <a:spLocks noGrp="1"/>
          </p:cNvSpPr>
          <p:nvPr>
            <p:ph type="pic" idx="18"/>
          </p:nvPr>
        </p:nvSpPr>
        <p:spPr>
          <a:xfrm>
            <a:off x="8515815" y="2971800"/>
            <a:ext cx="3194050" cy="1828800"/>
          </a:xfrm>
          <a:prstGeom prst="rect">
            <a:avLst/>
          </a:prstGeom>
          <a:noFill/>
          <a:ln>
            <a:noFill/>
          </a:ln>
        </p:spPr>
      </p:sp>
      <p:sp>
        <p:nvSpPr>
          <p:cNvPr id="450" name="Google Shape;450;p46"/>
          <p:cNvSpPr txBox="1">
            <a:spLocks noGrp="1"/>
          </p:cNvSpPr>
          <p:nvPr>
            <p:ph type="body" idx="19"/>
          </p:nvPr>
        </p:nvSpPr>
        <p:spPr>
          <a:xfrm>
            <a:off x="8515815" y="5022214"/>
            <a:ext cx="3200400" cy="1153795"/>
          </a:xfrm>
          <a:prstGeom prst="rect">
            <a:avLst/>
          </a:prstGeom>
          <a:noFill/>
          <a:ln>
            <a:noFill/>
          </a:ln>
        </p:spPr>
        <p:txBody>
          <a:bodyPr spcFirstLastPara="1" wrap="square" lIns="0" tIns="0" rIns="0" bIns="0" anchor="t" anchorCtr="0">
            <a:noAutofit/>
          </a:bodyPr>
          <a:lstStyle>
            <a:lvl1pPr marL="457200" lvl="0" indent="-308610" algn="ctr">
              <a:lnSpc>
                <a:spcPct val="100000"/>
              </a:lnSpc>
              <a:spcBef>
                <a:spcPts val="0"/>
              </a:spcBef>
              <a:spcAft>
                <a:spcPts val="0"/>
              </a:spcAft>
              <a:buSzPts val="1260"/>
              <a:buChar char="​"/>
              <a:defRPr sz="14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dk1"/>
                </a:solidFill>
              </a:defRPr>
            </a:lvl2pPr>
            <a:lvl3pPr marL="1371600" lvl="2" indent="-228600" algn="ctr">
              <a:lnSpc>
                <a:spcPct val="100000"/>
              </a:lnSpc>
              <a:spcBef>
                <a:spcPts val="1200"/>
              </a:spcBef>
              <a:spcAft>
                <a:spcPts val="0"/>
              </a:spcAft>
              <a:buSzPts val="1080"/>
              <a:buFont typeface="Open Sans"/>
              <a:buNone/>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51" name="Google Shape;451;p4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cxnSp>
        <p:nvCxnSpPr>
          <p:cNvPr id="452" name="Google Shape;452;p46"/>
          <p:cNvCxnSpPr/>
          <p:nvPr/>
        </p:nvCxnSpPr>
        <p:spPr>
          <a:xfrm>
            <a:off x="4412165" y="5022214"/>
            <a:ext cx="3471746" cy="0"/>
          </a:xfrm>
          <a:prstGeom prst="straightConnector1">
            <a:avLst/>
          </a:prstGeom>
          <a:noFill/>
          <a:ln w="22225" cap="flat" cmpd="sng">
            <a:solidFill>
              <a:schemeClr val="accent4"/>
            </a:solidFill>
            <a:prstDash val="solid"/>
            <a:miter lim="800000"/>
            <a:headEnd type="none" w="sm" len="sm"/>
            <a:tailEnd type="none" w="sm" len="sm"/>
          </a:ln>
        </p:spPr>
      </p:cxnSp>
      <p:sp>
        <p:nvSpPr>
          <p:cNvPr id="453" name="Google Shape;453;p46"/>
          <p:cNvSpPr txBox="1">
            <a:spLocks noGrp="1"/>
          </p:cNvSpPr>
          <p:nvPr>
            <p:ph type="body" idx="20"/>
          </p:nvPr>
        </p:nvSpPr>
        <p:spPr>
          <a:xfrm>
            <a:off x="608013" y="1552575"/>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54" name="Google Shape;454;p46"/>
          <p:cNvSpPr txBox="1">
            <a:spLocks noGrp="1"/>
          </p:cNvSpPr>
          <p:nvPr>
            <p:ph type="body" idx="21"/>
          </p:nvPr>
        </p:nvSpPr>
        <p:spPr>
          <a:xfrm>
            <a:off x="4411663" y="1552575"/>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55" name="Google Shape;455;p46"/>
          <p:cNvSpPr txBox="1">
            <a:spLocks noGrp="1"/>
          </p:cNvSpPr>
          <p:nvPr>
            <p:ph type="body" idx="22"/>
          </p:nvPr>
        </p:nvSpPr>
        <p:spPr>
          <a:xfrm>
            <a:off x="608013" y="3338514"/>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3"/>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56" name="Google Shape;456;p46"/>
          <p:cNvSpPr txBox="1">
            <a:spLocks noGrp="1"/>
          </p:cNvSpPr>
          <p:nvPr>
            <p:ph type="body" idx="23"/>
          </p:nvPr>
        </p:nvSpPr>
        <p:spPr>
          <a:xfrm>
            <a:off x="4427538" y="3338514"/>
            <a:ext cx="3201987" cy="219075"/>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3"/>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57" name="Google Shape;457;p46"/>
          <p:cNvSpPr txBox="1">
            <a:spLocks noGrp="1"/>
          </p:cNvSpPr>
          <p:nvPr>
            <p:ph type="body" idx="24"/>
          </p:nvPr>
        </p:nvSpPr>
        <p:spPr>
          <a:xfrm>
            <a:off x="608013" y="5022850"/>
            <a:ext cx="3243262" cy="227013"/>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58" name="Google Shape;458;p46"/>
          <p:cNvSpPr txBox="1">
            <a:spLocks noGrp="1"/>
          </p:cNvSpPr>
          <p:nvPr>
            <p:ph type="body" idx="25"/>
          </p:nvPr>
        </p:nvSpPr>
        <p:spPr>
          <a:xfrm>
            <a:off x="4427538" y="5022850"/>
            <a:ext cx="3243262" cy="227013"/>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ree Icon ">
  <p:cSld name="Three Icon ">
    <p:spTree>
      <p:nvGrpSpPr>
        <p:cNvPr id="1" name="Shape 459"/>
        <p:cNvGrpSpPr/>
        <p:nvPr/>
      </p:nvGrpSpPr>
      <p:grpSpPr>
        <a:xfrm>
          <a:off x="0" y="0"/>
          <a:ext cx="0" cy="0"/>
          <a:chOff x="0" y="0"/>
          <a:chExt cx="0" cy="0"/>
        </a:xfrm>
      </p:grpSpPr>
      <p:sp>
        <p:nvSpPr>
          <p:cNvPr id="460" name="Google Shape;460;p47"/>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1" name="Google Shape;461;p47"/>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62" name="Google Shape;462;p47"/>
          <p:cNvSpPr/>
          <p:nvPr/>
        </p:nvSpPr>
        <p:spPr>
          <a:xfrm>
            <a:off x="1981877" y="2055429"/>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4"/>
              </a:solidFill>
              <a:latin typeface="Arial"/>
              <a:ea typeface="Arial"/>
              <a:cs typeface="Arial"/>
              <a:sym typeface="Arial"/>
            </a:endParaRPr>
          </a:p>
        </p:txBody>
      </p:sp>
      <p:sp>
        <p:nvSpPr>
          <p:cNvPr id="463" name="Google Shape;463;p47"/>
          <p:cNvSpPr txBox="1">
            <a:spLocks noGrp="1"/>
          </p:cNvSpPr>
          <p:nvPr>
            <p:ph type="body" idx="2"/>
          </p:nvPr>
        </p:nvSpPr>
        <p:spPr>
          <a:xfrm>
            <a:off x="2188103"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64" name="Google Shape;464;p47"/>
          <p:cNvSpPr txBox="1">
            <a:spLocks noGrp="1"/>
          </p:cNvSpPr>
          <p:nvPr>
            <p:ph type="body" idx="3"/>
          </p:nvPr>
        </p:nvSpPr>
        <p:spPr>
          <a:xfrm>
            <a:off x="1525905"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4"/>
                </a:solidFill>
              </a:defRPr>
            </a:lvl1pPr>
            <a:lvl2pPr marL="914400" lvl="1" indent="-331469" algn="ctr">
              <a:lnSpc>
                <a:spcPct val="100000"/>
              </a:lnSpc>
              <a:spcBef>
                <a:spcPts val="1200"/>
              </a:spcBef>
              <a:spcAft>
                <a:spcPts val="0"/>
              </a:spcAft>
              <a:buSzPts val="1620"/>
              <a:buFont typeface="Open Sans"/>
              <a:buChar char="​"/>
              <a:defRPr>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65" name="Google Shape;465;p47"/>
          <p:cNvSpPr/>
          <p:nvPr/>
        </p:nvSpPr>
        <p:spPr>
          <a:xfrm>
            <a:off x="5184924" y="2055429"/>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6" name="Google Shape;466;p47"/>
          <p:cNvSpPr txBox="1">
            <a:spLocks noGrp="1"/>
          </p:cNvSpPr>
          <p:nvPr>
            <p:ph type="body" idx="4"/>
          </p:nvPr>
        </p:nvSpPr>
        <p:spPr>
          <a:xfrm>
            <a:off x="5408612"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67" name="Google Shape;467;p47"/>
          <p:cNvSpPr txBox="1">
            <a:spLocks noGrp="1"/>
          </p:cNvSpPr>
          <p:nvPr>
            <p:ph type="body" idx="5"/>
          </p:nvPr>
        </p:nvSpPr>
        <p:spPr>
          <a:xfrm>
            <a:off x="4721225"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3"/>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68" name="Google Shape;468;p47"/>
          <p:cNvSpPr/>
          <p:nvPr/>
        </p:nvSpPr>
        <p:spPr>
          <a:xfrm>
            <a:off x="8389301" y="2055429"/>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9" name="Google Shape;469;p47"/>
          <p:cNvSpPr txBox="1">
            <a:spLocks noGrp="1"/>
          </p:cNvSpPr>
          <p:nvPr>
            <p:ph type="body" idx="6"/>
          </p:nvPr>
        </p:nvSpPr>
        <p:spPr>
          <a:xfrm>
            <a:off x="7923213" y="4267940"/>
            <a:ext cx="2744788"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2"/>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70" name="Google Shape;470;p47"/>
          <p:cNvSpPr txBox="1">
            <a:spLocks noGrp="1"/>
          </p:cNvSpPr>
          <p:nvPr>
            <p:ph type="body" idx="7"/>
          </p:nvPr>
        </p:nvSpPr>
        <p:spPr>
          <a:xfrm>
            <a:off x="8609012" y="2419650"/>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71" name="Google Shape;471;p4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our Icon ">
  <p:cSld name="Four Icon ">
    <p:spTree>
      <p:nvGrpSpPr>
        <p:cNvPr id="1" name="Shape 472"/>
        <p:cNvGrpSpPr/>
        <p:nvPr/>
      </p:nvGrpSpPr>
      <p:grpSpPr>
        <a:xfrm>
          <a:off x="0" y="0"/>
          <a:ext cx="0" cy="0"/>
          <a:chOff x="0" y="0"/>
          <a:chExt cx="0" cy="0"/>
        </a:xfrm>
      </p:grpSpPr>
      <p:sp>
        <p:nvSpPr>
          <p:cNvPr id="473" name="Google Shape;473;p4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4" name="Google Shape;474;p48"/>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75" name="Google Shape;475;p48"/>
          <p:cNvSpPr/>
          <p:nvPr/>
        </p:nvSpPr>
        <p:spPr>
          <a:xfrm>
            <a:off x="1065749" y="2060872"/>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4"/>
              </a:solidFill>
              <a:latin typeface="Arial"/>
              <a:ea typeface="Arial"/>
              <a:cs typeface="Arial"/>
              <a:sym typeface="Arial"/>
            </a:endParaRPr>
          </a:p>
        </p:txBody>
      </p:sp>
      <p:sp>
        <p:nvSpPr>
          <p:cNvPr id="476" name="Google Shape;476;p48"/>
          <p:cNvSpPr txBox="1">
            <a:spLocks noGrp="1"/>
          </p:cNvSpPr>
          <p:nvPr>
            <p:ph type="body" idx="2"/>
          </p:nvPr>
        </p:nvSpPr>
        <p:spPr>
          <a:xfrm>
            <a:off x="1273703"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77" name="Google Shape;477;p48"/>
          <p:cNvSpPr txBox="1">
            <a:spLocks noGrp="1"/>
          </p:cNvSpPr>
          <p:nvPr>
            <p:ph type="body" idx="3"/>
          </p:nvPr>
        </p:nvSpPr>
        <p:spPr>
          <a:xfrm>
            <a:off x="84267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4"/>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78" name="Google Shape;478;p48"/>
          <p:cNvSpPr/>
          <p:nvPr/>
        </p:nvSpPr>
        <p:spPr>
          <a:xfrm>
            <a:off x="3806932" y="2060872"/>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9" name="Google Shape;479;p48"/>
          <p:cNvSpPr txBox="1">
            <a:spLocks noGrp="1"/>
          </p:cNvSpPr>
          <p:nvPr>
            <p:ph type="body" idx="4"/>
          </p:nvPr>
        </p:nvSpPr>
        <p:spPr>
          <a:xfrm>
            <a:off x="4000597"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80" name="Google Shape;480;p48"/>
          <p:cNvSpPr txBox="1">
            <a:spLocks noGrp="1"/>
          </p:cNvSpPr>
          <p:nvPr>
            <p:ph type="body" idx="5"/>
          </p:nvPr>
        </p:nvSpPr>
        <p:spPr>
          <a:xfrm>
            <a:off x="35798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3"/>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81" name="Google Shape;481;p48"/>
          <p:cNvSpPr/>
          <p:nvPr/>
        </p:nvSpPr>
        <p:spPr>
          <a:xfrm>
            <a:off x="6562100" y="2060872"/>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2" name="Google Shape;482;p48"/>
          <p:cNvSpPr txBox="1">
            <a:spLocks noGrp="1"/>
          </p:cNvSpPr>
          <p:nvPr>
            <p:ph type="body" idx="6"/>
          </p:nvPr>
        </p:nvSpPr>
        <p:spPr>
          <a:xfrm>
            <a:off x="6772120"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83" name="Google Shape;483;p48"/>
          <p:cNvSpPr txBox="1">
            <a:spLocks noGrp="1"/>
          </p:cNvSpPr>
          <p:nvPr>
            <p:ph type="body" idx="7"/>
          </p:nvPr>
        </p:nvSpPr>
        <p:spPr>
          <a:xfrm>
            <a:off x="63230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2"/>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84" name="Google Shape;484;p48"/>
          <p:cNvSpPr/>
          <p:nvPr/>
        </p:nvSpPr>
        <p:spPr>
          <a:xfrm>
            <a:off x="9302132" y="2060872"/>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5" name="Google Shape;485;p48"/>
          <p:cNvSpPr txBox="1">
            <a:spLocks noGrp="1"/>
          </p:cNvSpPr>
          <p:nvPr>
            <p:ph type="body" idx="8"/>
          </p:nvPr>
        </p:nvSpPr>
        <p:spPr>
          <a:xfrm>
            <a:off x="9538248" y="2425093"/>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5"/>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86" name="Google Shape;486;p48"/>
          <p:cNvSpPr txBox="1">
            <a:spLocks noGrp="1"/>
          </p:cNvSpPr>
          <p:nvPr>
            <p:ph type="body" idx="9"/>
          </p:nvPr>
        </p:nvSpPr>
        <p:spPr>
          <a:xfrm>
            <a:off x="9066213" y="4269508"/>
            <a:ext cx="2286000" cy="1458912"/>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5"/>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87" name="Google Shape;487;p4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Five Icon ">
  <p:cSld name="Five Icon ">
    <p:spTree>
      <p:nvGrpSpPr>
        <p:cNvPr id="1" name="Shape 488"/>
        <p:cNvGrpSpPr/>
        <p:nvPr/>
      </p:nvGrpSpPr>
      <p:grpSpPr>
        <a:xfrm>
          <a:off x="0" y="0"/>
          <a:ext cx="0" cy="0"/>
          <a:chOff x="0" y="0"/>
          <a:chExt cx="0" cy="0"/>
        </a:xfrm>
      </p:grpSpPr>
      <p:sp>
        <p:nvSpPr>
          <p:cNvPr id="489" name="Google Shape;489;p49"/>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0" name="Google Shape;490;p49"/>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491" name="Google Shape;491;p49"/>
          <p:cNvSpPr/>
          <p:nvPr/>
        </p:nvSpPr>
        <p:spPr>
          <a:xfrm>
            <a:off x="609800" y="2064663"/>
            <a:ext cx="1828959" cy="1828959"/>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4"/>
              </a:solidFill>
              <a:latin typeface="Arial"/>
              <a:ea typeface="Arial"/>
              <a:cs typeface="Arial"/>
              <a:sym typeface="Arial"/>
            </a:endParaRPr>
          </a:p>
        </p:txBody>
      </p:sp>
      <p:sp>
        <p:nvSpPr>
          <p:cNvPr id="492" name="Google Shape;492;p49"/>
          <p:cNvSpPr txBox="1">
            <a:spLocks noGrp="1"/>
          </p:cNvSpPr>
          <p:nvPr>
            <p:ph type="body" idx="2"/>
          </p:nvPr>
        </p:nvSpPr>
        <p:spPr>
          <a:xfrm>
            <a:off x="820549"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93" name="Google Shape;493;p49"/>
          <p:cNvSpPr txBox="1">
            <a:spLocks noGrp="1"/>
          </p:cNvSpPr>
          <p:nvPr>
            <p:ph type="body" idx="3"/>
          </p:nvPr>
        </p:nvSpPr>
        <p:spPr>
          <a:xfrm>
            <a:off x="610850"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4"/>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94" name="Google Shape;494;p49"/>
          <p:cNvSpPr/>
          <p:nvPr/>
        </p:nvSpPr>
        <p:spPr>
          <a:xfrm>
            <a:off x="2892452" y="2064663"/>
            <a:ext cx="1828959" cy="1828959"/>
          </a:xfrm>
          <a:prstGeom prst="ellipse">
            <a:avLst/>
          </a:prstGeom>
          <a:noFill/>
          <a:ln w="381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5" name="Google Shape;495;p49"/>
          <p:cNvSpPr txBox="1">
            <a:spLocks noGrp="1"/>
          </p:cNvSpPr>
          <p:nvPr>
            <p:ph type="body" idx="4"/>
          </p:nvPr>
        </p:nvSpPr>
        <p:spPr>
          <a:xfrm>
            <a:off x="3110473"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96" name="Google Shape;496;p49"/>
          <p:cNvSpPr txBox="1">
            <a:spLocks noGrp="1"/>
          </p:cNvSpPr>
          <p:nvPr>
            <p:ph type="body" idx="5"/>
          </p:nvPr>
        </p:nvSpPr>
        <p:spPr>
          <a:xfrm>
            <a:off x="289401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3"/>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97" name="Google Shape;497;p49"/>
          <p:cNvSpPr/>
          <p:nvPr/>
        </p:nvSpPr>
        <p:spPr>
          <a:xfrm>
            <a:off x="5201380" y="2064663"/>
            <a:ext cx="1828959" cy="1828959"/>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8" name="Google Shape;498;p49"/>
          <p:cNvSpPr txBox="1">
            <a:spLocks noGrp="1"/>
          </p:cNvSpPr>
          <p:nvPr>
            <p:ph type="body" idx="6"/>
          </p:nvPr>
        </p:nvSpPr>
        <p:spPr>
          <a:xfrm>
            <a:off x="5412658"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499" name="Google Shape;499;p49"/>
          <p:cNvSpPr txBox="1">
            <a:spLocks noGrp="1"/>
          </p:cNvSpPr>
          <p:nvPr>
            <p:ph type="body" idx="7"/>
          </p:nvPr>
        </p:nvSpPr>
        <p:spPr>
          <a:xfrm>
            <a:off x="518509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2"/>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00" name="Google Shape;500;p49"/>
          <p:cNvSpPr/>
          <p:nvPr/>
        </p:nvSpPr>
        <p:spPr>
          <a:xfrm>
            <a:off x="7464921" y="2064663"/>
            <a:ext cx="1828959" cy="1828959"/>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1" name="Google Shape;501;p49"/>
          <p:cNvSpPr txBox="1">
            <a:spLocks noGrp="1"/>
          </p:cNvSpPr>
          <p:nvPr>
            <p:ph type="body" idx="8"/>
          </p:nvPr>
        </p:nvSpPr>
        <p:spPr>
          <a:xfrm>
            <a:off x="7677080"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5"/>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02" name="Google Shape;502;p49"/>
          <p:cNvSpPr txBox="1">
            <a:spLocks noGrp="1"/>
          </p:cNvSpPr>
          <p:nvPr>
            <p:ph type="body" idx="9"/>
          </p:nvPr>
        </p:nvSpPr>
        <p:spPr>
          <a:xfrm>
            <a:off x="7470001" y="4282873"/>
            <a:ext cx="1894336"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5"/>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03" name="Google Shape;503;p49"/>
          <p:cNvSpPr/>
          <p:nvPr/>
        </p:nvSpPr>
        <p:spPr>
          <a:xfrm>
            <a:off x="9744473" y="2064663"/>
            <a:ext cx="1828959" cy="1828959"/>
          </a:xfrm>
          <a:prstGeom prst="ellipse">
            <a:avLst/>
          </a:prstGeom>
          <a:noFill/>
          <a:ln w="381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6"/>
              </a:solidFill>
              <a:latin typeface="Arial"/>
              <a:ea typeface="Arial"/>
              <a:cs typeface="Arial"/>
              <a:sym typeface="Arial"/>
            </a:endParaRPr>
          </a:p>
        </p:txBody>
      </p:sp>
      <p:sp>
        <p:nvSpPr>
          <p:cNvPr id="504" name="Google Shape;504;p49"/>
          <p:cNvSpPr txBox="1">
            <a:spLocks noGrp="1"/>
          </p:cNvSpPr>
          <p:nvPr>
            <p:ph type="body" idx="13"/>
          </p:nvPr>
        </p:nvSpPr>
        <p:spPr>
          <a:xfrm>
            <a:off x="9980612" y="2428884"/>
            <a:ext cx="1396669" cy="1100516"/>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rgbClr val="3C3C3C"/>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05" name="Google Shape;505;p49"/>
          <p:cNvSpPr txBox="1">
            <a:spLocks noGrp="1"/>
          </p:cNvSpPr>
          <p:nvPr>
            <p:ph type="body" idx="14"/>
          </p:nvPr>
        </p:nvSpPr>
        <p:spPr>
          <a:xfrm>
            <a:off x="9752013" y="4282873"/>
            <a:ext cx="1828800" cy="1458912"/>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rgbClr val="3C3C3C"/>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06" name="Google Shape;506;p4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Five Numbered ">
  <p:cSld name="Five Numbered ">
    <p:spTree>
      <p:nvGrpSpPr>
        <p:cNvPr id="1" name="Shape 507"/>
        <p:cNvGrpSpPr/>
        <p:nvPr/>
      </p:nvGrpSpPr>
      <p:grpSpPr>
        <a:xfrm>
          <a:off x="0" y="0"/>
          <a:ext cx="0" cy="0"/>
          <a:chOff x="0" y="0"/>
          <a:chExt cx="0" cy="0"/>
        </a:xfrm>
      </p:grpSpPr>
      <p:sp>
        <p:nvSpPr>
          <p:cNvPr id="508" name="Google Shape;508;p50"/>
          <p:cNvSpPr/>
          <p:nvPr/>
        </p:nvSpPr>
        <p:spPr>
          <a:xfrm>
            <a:off x="2894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09" name="Google Shape;509;p50"/>
          <p:cNvSpPr/>
          <p:nvPr/>
        </p:nvSpPr>
        <p:spPr>
          <a:xfrm>
            <a:off x="518509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10" name="Google Shape;510;p50"/>
          <p:cNvSpPr/>
          <p:nvPr/>
        </p:nvSpPr>
        <p:spPr>
          <a:xfrm>
            <a:off x="747000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11" name="Google Shape;511;p50"/>
          <p:cNvSpPr/>
          <p:nvPr/>
        </p:nvSpPr>
        <p:spPr>
          <a:xfrm>
            <a:off x="9752013"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12" name="Google Shape;512;p50"/>
          <p:cNvSpPr/>
          <p:nvPr/>
        </p:nvSpPr>
        <p:spPr>
          <a:xfrm>
            <a:off x="610851" y="2529075"/>
            <a:ext cx="1828800" cy="2871263"/>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13" name="Google Shape;513;p50"/>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4" name="Google Shape;514;p50"/>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515" name="Google Shape;515;p50"/>
          <p:cNvCxnSpPr/>
          <p:nvPr/>
        </p:nvCxnSpPr>
        <p:spPr>
          <a:xfrm>
            <a:off x="610850" y="2512464"/>
            <a:ext cx="1828800" cy="0"/>
          </a:xfrm>
          <a:prstGeom prst="straightConnector1">
            <a:avLst/>
          </a:prstGeom>
          <a:noFill/>
          <a:ln w="25400" cap="flat" cmpd="sng">
            <a:solidFill>
              <a:schemeClr val="accent4"/>
            </a:solidFill>
            <a:prstDash val="solid"/>
            <a:miter lim="800000"/>
            <a:headEnd type="none" w="sm" len="sm"/>
            <a:tailEnd type="none" w="sm" len="sm"/>
          </a:ln>
        </p:spPr>
      </p:cxnSp>
      <p:sp>
        <p:nvSpPr>
          <p:cNvPr id="516" name="Google Shape;516;p50"/>
          <p:cNvSpPr txBox="1">
            <a:spLocks noGrp="1"/>
          </p:cNvSpPr>
          <p:nvPr>
            <p:ph type="body" idx="2"/>
          </p:nvPr>
        </p:nvSpPr>
        <p:spPr>
          <a:xfrm>
            <a:off x="610851"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4"/>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517" name="Google Shape;517;p50"/>
          <p:cNvCxnSpPr/>
          <p:nvPr/>
        </p:nvCxnSpPr>
        <p:spPr>
          <a:xfrm>
            <a:off x="2894013" y="2512464"/>
            <a:ext cx="1828800" cy="0"/>
          </a:xfrm>
          <a:prstGeom prst="straightConnector1">
            <a:avLst/>
          </a:prstGeom>
          <a:noFill/>
          <a:ln w="25400" cap="flat" cmpd="sng">
            <a:solidFill>
              <a:schemeClr val="accent3"/>
            </a:solidFill>
            <a:prstDash val="solid"/>
            <a:miter lim="800000"/>
            <a:headEnd type="none" w="sm" len="sm"/>
            <a:tailEnd type="none" w="sm" len="sm"/>
          </a:ln>
        </p:spPr>
      </p:cxnSp>
      <p:sp>
        <p:nvSpPr>
          <p:cNvPr id="518" name="Google Shape;518;p50"/>
          <p:cNvSpPr txBox="1">
            <a:spLocks noGrp="1"/>
          </p:cNvSpPr>
          <p:nvPr>
            <p:ph type="body" idx="3"/>
          </p:nvPr>
        </p:nvSpPr>
        <p:spPr>
          <a:xfrm>
            <a:off x="2894013" y="2529075"/>
            <a:ext cx="1828800" cy="2871263"/>
          </a:xfrm>
          <a:prstGeom prst="rect">
            <a:avLst/>
          </a:prstGeom>
          <a:noFill/>
          <a:ln>
            <a:noFill/>
          </a:ln>
        </p:spPr>
        <p:txBody>
          <a:bodyPr spcFirstLastPara="1" wrap="square" lIns="182875" tIns="548625" rIns="182875" bIns="182875" anchor="t" anchorCtr="0">
            <a:noAutofit/>
          </a:bodyPr>
          <a:lstStyle>
            <a:lvl1pPr marL="457200" lvl="0" indent="-342900" algn="ctr">
              <a:lnSpc>
                <a:spcPct val="90000"/>
              </a:lnSpc>
              <a:spcBef>
                <a:spcPts val="600"/>
              </a:spcBef>
              <a:spcAft>
                <a:spcPts val="0"/>
              </a:spcAft>
              <a:buSzPts val="1800"/>
              <a:buChar char="​"/>
              <a:defRPr sz="2000">
                <a:solidFill>
                  <a:schemeClr val="accent3"/>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519" name="Google Shape;519;p50"/>
          <p:cNvCxnSpPr/>
          <p:nvPr/>
        </p:nvCxnSpPr>
        <p:spPr>
          <a:xfrm>
            <a:off x="5185093" y="2512464"/>
            <a:ext cx="1828800" cy="0"/>
          </a:xfrm>
          <a:prstGeom prst="straightConnector1">
            <a:avLst/>
          </a:prstGeom>
          <a:noFill/>
          <a:ln w="25400" cap="flat" cmpd="sng">
            <a:solidFill>
              <a:schemeClr val="accent2"/>
            </a:solidFill>
            <a:prstDash val="solid"/>
            <a:miter lim="800000"/>
            <a:headEnd type="none" w="sm" len="sm"/>
            <a:tailEnd type="none" w="sm" len="sm"/>
          </a:ln>
        </p:spPr>
      </p:cxnSp>
      <p:sp>
        <p:nvSpPr>
          <p:cNvPr id="520" name="Google Shape;520;p50"/>
          <p:cNvSpPr txBox="1">
            <a:spLocks noGrp="1"/>
          </p:cNvSpPr>
          <p:nvPr>
            <p:ph type="body" idx="4"/>
          </p:nvPr>
        </p:nvSpPr>
        <p:spPr>
          <a:xfrm>
            <a:off x="5185093"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2"/>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521" name="Google Shape;521;p50"/>
          <p:cNvCxnSpPr/>
          <p:nvPr/>
        </p:nvCxnSpPr>
        <p:spPr>
          <a:xfrm>
            <a:off x="7470001" y="2512464"/>
            <a:ext cx="1828800" cy="0"/>
          </a:xfrm>
          <a:prstGeom prst="straightConnector1">
            <a:avLst/>
          </a:prstGeom>
          <a:noFill/>
          <a:ln w="25400" cap="flat" cmpd="sng">
            <a:solidFill>
              <a:schemeClr val="accent5"/>
            </a:solidFill>
            <a:prstDash val="solid"/>
            <a:miter lim="800000"/>
            <a:headEnd type="none" w="sm" len="sm"/>
            <a:tailEnd type="none" w="sm" len="sm"/>
          </a:ln>
        </p:spPr>
      </p:cxnSp>
      <p:sp>
        <p:nvSpPr>
          <p:cNvPr id="522" name="Google Shape;522;p50"/>
          <p:cNvSpPr txBox="1">
            <a:spLocks noGrp="1"/>
          </p:cNvSpPr>
          <p:nvPr>
            <p:ph type="body" idx="5"/>
          </p:nvPr>
        </p:nvSpPr>
        <p:spPr>
          <a:xfrm>
            <a:off x="7470001"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5"/>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523" name="Google Shape;523;p50"/>
          <p:cNvCxnSpPr/>
          <p:nvPr/>
        </p:nvCxnSpPr>
        <p:spPr>
          <a:xfrm>
            <a:off x="9752013" y="2512464"/>
            <a:ext cx="1828800" cy="0"/>
          </a:xfrm>
          <a:prstGeom prst="straightConnector1">
            <a:avLst/>
          </a:prstGeom>
          <a:noFill/>
          <a:ln w="25400" cap="flat" cmpd="sng">
            <a:solidFill>
              <a:srgbClr val="53565A"/>
            </a:solidFill>
            <a:prstDash val="solid"/>
            <a:miter lim="800000"/>
            <a:headEnd type="none" w="sm" len="sm"/>
            <a:tailEnd type="none" w="sm" len="sm"/>
          </a:ln>
        </p:spPr>
      </p:cxnSp>
      <p:sp>
        <p:nvSpPr>
          <p:cNvPr id="524" name="Google Shape;524;p50"/>
          <p:cNvSpPr txBox="1">
            <a:spLocks noGrp="1"/>
          </p:cNvSpPr>
          <p:nvPr>
            <p:ph type="body" idx="6"/>
          </p:nvPr>
        </p:nvSpPr>
        <p:spPr>
          <a:xfrm>
            <a:off x="9752013" y="2529075"/>
            <a:ext cx="1828800" cy="2871263"/>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rgbClr val="3C3C3C"/>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25" name="Google Shape;525;p50"/>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526" name="Google Shape;526;p50"/>
          <p:cNvSpPr/>
          <p:nvPr/>
        </p:nvSpPr>
        <p:spPr>
          <a:xfrm>
            <a:off x="1131007" y="2118221"/>
            <a:ext cx="788487" cy="788487"/>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4"/>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527" name="Google Shape;527;p50"/>
          <p:cNvSpPr/>
          <p:nvPr/>
        </p:nvSpPr>
        <p:spPr>
          <a:xfrm>
            <a:off x="3414170" y="2118221"/>
            <a:ext cx="788487" cy="788487"/>
          </a:xfrm>
          <a:prstGeom prst="ellipse">
            <a:avLst/>
          </a:prstGeom>
          <a:solidFill>
            <a:schemeClr val="lt1"/>
          </a:solidFill>
          <a:ln w="254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3"/>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528" name="Google Shape;528;p50"/>
          <p:cNvSpPr/>
          <p:nvPr/>
        </p:nvSpPr>
        <p:spPr>
          <a:xfrm>
            <a:off x="5705250" y="2118221"/>
            <a:ext cx="788487" cy="788487"/>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2"/>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529" name="Google Shape;529;p50"/>
          <p:cNvSpPr/>
          <p:nvPr/>
        </p:nvSpPr>
        <p:spPr>
          <a:xfrm>
            <a:off x="7990158" y="2118221"/>
            <a:ext cx="788487" cy="788487"/>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5"/>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530" name="Google Shape;530;p50"/>
          <p:cNvSpPr/>
          <p:nvPr/>
        </p:nvSpPr>
        <p:spPr>
          <a:xfrm>
            <a:off x="10272170" y="2118221"/>
            <a:ext cx="788487" cy="788487"/>
          </a:xfrm>
          <a:prstGeom prst="ellipse">
            <a:avLst/>
          </a:prstGeom>
          <a:solidFill>
            <a:schemeClr val="lt1"/>
          </a:solidFill>
          <a:ln w="254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C3C3C"/>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531"/>
        <p:cNvGrpSpPr/>
        <p:nvPr/>
      </p:nvGrpSpPr>
      <p:grpSpPr>
        <a:xfrm>
          <a:off x="0" y="0"/>
          <a:ext cx="0" cy="0"/>
          <a:chOff x="0" y="0"/>
          <a:chExt cx="0" cy="0"/>
        </a:xfrm>
      </p:grpSpPr>
      <p:sp>
        <p:nvSpPr>
          <p:cNvPr id="532" name="Google Shape;532;p51"/>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3" name="Google Shape;533;p51"/>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534" name="Google Shape;534;p51" descr="Row 1 label"/>
          <p:cNvSpPr txBox="1">
            <a:spLocks noGrp="1"/>
          </p:cNvSpPr>
          <p:nvPr>
            <p:ph type="body" idx="2"/>
          </p:nvPr>
        </p:nvSpPr>
        <p:spPr>
          <a:xfrm>
            <a:off x="271464" y="1546789"/>
            <a:ext cx="574570" cy="439174"/>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35" name="Google Shape;535;p51" descr="Row 1 text box is a long horizontal box the width of the slide acting as a header. "/>
          <p:cNvSpPr txBox="1">
            <a:spLocks noGrp="1"/>
          </p:cNvSpPr>
          <p:nvPr>
            <p:ph type="body" idx="3"/>
          </p:nvPr>
        </p:nvSpPr>
        <p:spPr>
          <a:xfrm>
            <a:off x="1034040" y="1561701"/>
            <a:ext cx="10630969" cy="429469"/>
          </a:xfrm>
          <a:prstGeom prst="rect">
            <a:avLst/>
          </a:prstGeom>
          <a:solidFill>
            <a:srgbClr val="F4F8FA"/>
          </a:solidFill>
          <a:ln w="12700" cap="flat" cmpd="sng">
            <a:solidFill>
              <a:schemeClr val="accent3">
                <a:alpha val="23137"/>
              </a:schemeClr>
            </a:solidFill>
            <a:prstDash val="solid"/>
            <a:round/>
            <a:headEnd type="none" w="sm" len="sm"/>
            <a:tailEnd type="none" w="sm" len="sm"/>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1440"/>
              <a:buNone/>
              <a:defRPr sz="16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36" name="Google Shape;536;p51" descr="Row 2 label; this row shows 4 content boxes labeled A through D, each is a different color and holds text."/>
          <p:cNvSpPr txBox="1">
            <a:spLocks noGrp="1"/>
          </p:cNvSpPr>
          <p:nvPr>
            <p:ph type="body" idx="4"/>
          </p:nvPr>
        </p:nvSpPr>
        <p:spPr>
          <a:xfrm>
            <a:off x="285750" y="3304775"/>
            <a:ext cx="560283" cy="658026"/>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537" name="Google Shape;537;p51"/>
          <p:cNvCxnSpPr/>
          <p:nvPr/>
        </p:nvCxnSpPr>
        <p:spPr>
          <a:xfrm>
            <a:off x="1093076" y="2680138"/>
            <a:ext cx="2459421" cy="0"/>
          </a:xfrm>
          <a:prstGeom prst="straightConnector1">
            <a:avLst/>
          </a:prstGeom>
          <a:noFill/>
          <a:ln w="25400" cap="flat" cmpd="sng">
            <a:solidFill>
              <a:schemeClr val="accent4"/>
            </a:solidFill>
            <a:prstDash val="solid"/>
            <a:miter lim="800000"/>
            <a:headEnd type="none" w="sm" len="sm"/>
            <a:tailEnd type="none" w="sm" len="sm"/>
          </a:ln>
        </p:spPr>
      </p:cxnSp>
      <p:sp>
        <p:nvSpPr>
          <p:cNvPr id="538" name="Google Shape;538;p51" descr="Row 2, box 1: text in plum"/>
          <p:cNvSpPr txBox="1">
            <a:spLocks noGrp="1"/>
          </p:cNvSpPr>
          <p:nvPr>
            <p:ph type="body" idx="5"/>
          </p:nvPr>
        </p:nvSpPr>
        <p:spPr>
          <a:xfrm>
            <a:off x="1102407"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4"/>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539" name="Google Shape;539;p51"/>
          <p:cNvCxnSpPr/>
          <p:nvPr/>
        </p:nvCxnSpPr>
        <p:spPr>
          <a:xfrm>
            <a:off x="3805092" y="2680138"/>
            <a:ext cx="2459421" cy="0"/>
          </a:xfrm>
          <a:prstGeom prst="straightConnector1">
            <a:avLst/>
          </a:prstGeom>
          <a:noFill/>
          <a:ln w="25400" cap="flat" cmpd="sng">
            <a:solidFill>
              <a:schemeClr val="accent3"/>
            </a:solidFill>
            <a:prstDash val="solid"/>
            <a:miter lim="800000"/>
            <a:headEnd type="none" w="sm" len="sm"/>
            <a:tailEnd type="none" w="sm" len="sm"/>
          </a:ln>
        </p:spPr>
      </p:cxnSp>
      <p:sp>
        <p:nvSpPr>
          <p:cNvPr id="540" name="Google Shape;540;p51" descr="Row 2, box 3: text in indigo"/>
          <p:cNvSpPr txBox="1">
            <a:spLocks noGrp="1"/>
          </p:cNvSpPr>
          <p:nvPr>
            <p:ph type="body" idx="6"/>
          </p:nvPr>
        </p:nvSpPr>
        <p:spPr>
          <a:xfrm>
            <a:off x="3816081" y="2699834"/>
            <a:ext cx="2459421" cy="1949198"/>
          </a:xfrm>
          <a:prstGeom prst="rect">
            <a:avLst/>
          </a:prstGeom>
          <a:noFill/>
          <a:ln>
            <a:noFill/>
          </a:ln>
        </p:spPr>
        <p:txBody>
          <a:bodyPr spcFirstLastPara="1" wrap="square" lIns="0" tIns="365750" rIns="0" bIns="0" anchor="t"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541" name="Google Shape;541;p51"/>
          <p:cNvCxnSpPr/>
          <p:nvPr/>
        </p:nvCxnSpPr>
        <p:spPr>
          <a:xfrm>
            <a:off x="6517108" y="2680138"/>
            <a:ext cx="2459421" cy="0"/>
          </a:xfrm>
          <a:prstGeom prst="straightConnector1">
            <a:avLst/>
          </a:prstGeom>
          <a:noFill/>
          <a:ln w="25400" cap="flat" cmpd="sng">
            <a:solidFill>
              <a:schemeClr val="accent2"/>
            </a:solidFill>
            <a:prstDash val="solid"/>
            <a:miter lim="800000"/>
            <a:headEnd type="none" w="sm" len="sm"/>
            <a:tailEnd type="none" w="sm" len="sm"/>
          </a:ln>
        </p:spPr>
      </p:cxnSp>
      <p:sp>
        <p:nvSpPr>
          <p:cNvPr id="542" name="Google Shape;542;p51" descr="Row 2, box 2: text in ocean"/>
          <p:cNvSpPr txBox="1">
            <a:spLocks noGrp="1"/>
          </p:cNvSpPr>
          <p:nvPr>
            <p:ph type="body" idx="7"/>
          </p:nvPr>
        </p:nvSpPr>
        <p:spPr>
          <a:xfrm>
            <a:off x="6529755"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2"/>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543" name="Google Shape;543;p51"/>
          <p:cNvCxnSpPr/>
          <p:nvPr/>
        </p:nvCxnSpPr>
        <p:spPr>
          <a:xfrm>
            <a:off x="9229123" y="2680138"/>
            <a:ext cx="2459421" cy="0"/>
          </a:xfrm>
          <a:prstGeom prst="straightConnector1">
            <a:avLst/>
          </a:prstGeom>
          <a:noFill/>
          <a:ln w="25400" cap="flat" cmpd="sng">
            <a:solidFill>
              <a:schemeClr val="accent5"/>
            </a:solidFill>
            <a:prstDash val="solid"/>
            <a:miter lim="800000"/>
            <a:headEnd type="none" w="sm" len="sm"/>
            <a:tailEnd type="none" w="sm" len="sm"/>
          </a:ln>
        </p:spPr>
      </p:cxnSp>
      <p:sp>
        <p:nvSpPr>
          <p:cNvPr id="544" name="Google Shape;544;p51" descr="Row 2, box 4: text in dark green"/>
          <p:cNvSpPr txBox="1">
            <a:spLocks noGrp="1"/>
          </p:cNvSpPr>
          <p:nvPr>
            <p:ph type="body" idx="8"/>
          </p:nvPr>
        </p:nvSpPr>
        <p:spPr>
          <a:xfrm>
            <a:off x="9243428" y="2699834"/>
            <a:ext cx="2459421" cy="1949198"/>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5"/>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45" name="Google Shape;545;p51" descr="Row 3 label: this row shows six, small content boxes in a horiztonal row"/>
          <p:cNvSpPr txBox="1">
            <a:spLocks noGrp="1"/>
          </p:cNvSpPr>
          <p:nvPr>
            <p:ph type="body" idx="9"/>
          </p:nvPr>
        </p:nvSpPr>
        <p:spPr>
          <a:xfrm>
            <a:off x="300038" y="5065521"/>
            <a:ext cx="545995" cy="658026"/>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46" name="Google Shape;546;p51" descr="Row 3, text box 1"/>
          <p:cNvSpPr txBox="1">
            <a:spLocks noGrp="1"/>
          </p:cNvSpPr>
          <p:nvPr>
            <p:ph type="body" idx="13"/>
          </p:nvPr>
        </p:nvSpPr>
        <p:spPr>
          <a:xfrm>
            <a:off x="1115051" y="4956561"/>
            <a:ext cx="1713607" cy="915157"/>
          </a:xfrm>
          <a:prstGeom prst="rect">
            <a:avLst/>
          </a:prstGeom>
          <a:solidFill>
            <a:srgbClr val="F4F8FA"/>
          </a:solidFill>
          <a:ln w="12700" cap="flat" cmpd="sng">
            <a:solidFill>
              <a:schemeClr val="accent3">
                <a:alpha val="23137"/>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47" name="Google Shape;547;p51" descr="Row 3, text box 2"/>
          <p:cNvSpPr txBox="1">
            <a:spLocks noGrp="1"/>
          </p:cNvSpPr>
          <p:nvPr>
            <p:ph type="body" idx="14"/>
          </p:nvPr>
        </p:nvSpPr>
        <p:spPr>
          <a:xfrm>
            <a:off x="2886312" y="4956561"/>
            <a:ext cx="1713607" cy="915157"/>
          </a:xfrm>
          <a:prstGeom prst="rect">
            <a:avLst/>
          </a:prstGeom>
          <a:solidFill>
            <a:srgbClr val="F4F8FA"/>
          </a:solidFill>
          <a:ln w="12700" cap="flat" cmpd="sng">
            <a:solidFill>
              <a:schemeClr val="accent3">
                <a:alpha val="23137"/>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48" name="Google Shape;548;p51" descr="Row 3, text box 3"/>
          <p:cNvSpPr txBox="1">
            <a:spLocks noGrp="1"/>
          </p:cNvSpPr>
          <p:nvPr>
            <p:ph type="body" idx="15"/>
          </p:nvPr>
        </p:nvSpPr>
        <p:spPr>
          <a:xfrm>
            <a:off x="4657573" y="4956561"/>
            <a:ext cx="1713607" cy="915157"/>
          </a:xfrm>
          <a:prstGeom prst="rect">
            <a:avLst/>
          </a:prstGeom>
          <a:solidFill>
            <a:srgbClr val="F4F8FA"/>
          </a:solidFill>
          <a:ln w="12700" cap="flat" cmpd="sng">
            <a:solidFill>
              <a:schemeClr val="accent3">
                <a:alpha val="23137"/>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49" name="Google Shape;549;p51" descr="Row 3, text box 4"/>
          <p:cNvSpPr txBox="1">
            <a:spLocks noGrp="1"/>
          </p:cNvSpPr>
          <p:nvPr>
            <p:ph type="body" idx="16"/>
          </p:nvPr>
        </p:nvSpPr>
        <p:spPr>
          <a:xfrm>
            <a:off x="6428834" y="4956561"/>
            <a:ext cx="1713607" cy="915157"/>
          </a:xfrm>
          <a:prstGeom prst="rect">
            <a:avLst/>
          </a:prstGeom>
          <a:solidFill>
            <a:srgbClr val="F4F8FA"/>
          </a:solidFill>
          <a:ln w="12700" cap="flat" cmpd="sng">
            <a:solidFill>
              <a:schemeClr val="accent3">
                <a:alpha val="23137"/>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50" name="Google Shape;550;p51" descr="Row 3, text box 5"/>
          <p:cNvSpPr txBox="1">
            <a:spLocks noGrp="1"/>
          </p:cNvSpPr>
          <p:nvPr>
            <p:ph type="body" idx="17"/>
          </p:nvPr>
        </p:nvSpPr>
        <p:spPr>
          <a:xfrm>
            <a:off x="8200095" y="4956561"/>
            <a:ext cx="1713607" cy="915157"/>
          </a:xfrm>
          <a:prstGeom prst="rect">
            <a:avLst/>
          </a:prstGeom>
          <a:solidFill>
            <a:srgbClr val="F4F8FA"/>
          </a:solidFill>
          <a:ln w="12700" cap="flat" cmpd="sng">
            <a:solidFill>
              <a:schemeClr val="accent3">
                <a:alpha val="23137"/>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51" name="Google Shape;551;p51" descr="Row 3, text box 6"/>
          <p:cNvSpPr txBox="1">
            <a:spLocks noGrp="1"/>
          </p:cNvSpPr>
          <p:nvPr>
            <p:ph type="body" idx="18"/>
          </p:nvPr>
        </p:nvSpPr>
        <p:spPr>
          <a:xfrm>
            <a:off x="9971354" y="4956561"/>
            <a:ext cx="1713607" cy="915157"/>
          </a:xfrm>
          <a:prstGeom prst="rect">
            <a:avLst/>
          </a:prstGeom>
          <a:solidFill>
            <a:srgbClr val="F4F8FA"/>
          </a:solidFill>
          <a:ln w="12700" cap="flat" cmpd="sng">
            <a:solidFill>
              <a:schemeClr val="accent3">
                <a:alpha val="23137"/>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52" name="Google Shape;552;p51"/>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Statement - Aqua">
  <p:cSld name="Big Statement - Aqua">
    <p:spTree>
      <p:nvGrpSpPr>
        <p:cNvPr id="1" name="Shape 553"/>
        <p:cNvGrpSpPr/>
        <p:nvPr/>
      </p:nvGrpSpPr>
      <p:grpSpPr>
        <a:xfrm>
          <a:off x="0" y="0"/>
          <a:ext cx="0" cy="0"/>
          <a:chOff x="0" y="0"/>
          <a:chExt cx="0" cy="0"/>
        </a:xfrm>
      </p:grpSpPr>
      <p:grpSp>
        <p:nvGrpSpPr>
          <p:cNvPr id="554" name="Google Shape;554;p53"/>
          <p:cNvGrpSpPr/>
          <p:nvPr/>
        </p:nvGrpSpPr>
        <p:grpSpPr>
          <a:xfrm>
            <a:off x="5111737" y="1408637"/>
            <a:ext cx="7077088" cy="4553747"/>
            <a:chOff x="5111737" y="1408637"/>
            <a:chExt cx="7077088" cy="4553747"/>
          </a:xfrm>
        </p:grpSpPr>
        <p:sp>
          <p:nvSpPr>
            <p:cNvPr id="555" name="Google Shape;555;p53"/>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56" name="Google Shape;556;p53"/>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557" name="Google Shape;557;p53"/>
          <p:cNvSpPr txBox="1">
            <a:spLocks noGrp="1"/>
          </p:cNvSpPr>
          <p:nvPr>
            <p:ph type="body" idx="1"/>
          </p:nvPr>
        </p:nvSpPr>
        <p:spPr>
          <a:xfrm>
            <a:off x="608013" y="2233670"/>
            <a:ext cx="6497867"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58" name="Google Shape;558;p5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Statement - Plum">
  <p:cSld name="Big Statement - Plum">
    <p:spTree>
      <p:nvGrpSpPr>
        <p:cNvPr id="1" name="Shape 559"/>
        <p:cNvGrpSpPr/>
        <p:nvPr/>
      </p:nvGrpSpPr>
      <p:grpSpPr>
        <a:xfrm>
          <a:off x="0" y="0"/>
          <a:ext cx="0" cy="0"/>
          <a:chOff x="0" y="0"/>
          <a:chExt cx="0" cy="0"/>
        </a:xfrm>
      </p:grpSpPr>
      <p:grpSp>
        <p:nvGrpSpPr>
          <p:cNvPr id="560" name="Google Shape;560;p54"/>
          <p:cNvGrpSpPr/>
          <p:nvPr/>
        </p:nvGrpSpPr>
        <p:grpSpPr>
          <a:xfrm>
            <a:off x="5111737" y="1408637"/>
            <a:ext cx="7077088" cy="4553747"/>
            <a:chOff x="5111737" y="1408637"/>
            <a:chExt cx="7077088" cy="4553747"/>
          </a:xfrm>
        </p:grpSpPr>
        <p:sp>
          <p:nvSpPr>
            <p:cNvPr id="561" name="Google Shape;561;p54"/>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chemeClr val="accent5"/>
                </a:gs>
                <a:gs pos="6000">
                  <a:schemeClr val="accent5"/>
                </a:gs>
                <a:gs pos="7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62" name="Google Shape;562;p54"/>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chemeClr val="accent5"/>
                </a:gs>
                <a:gs pos="21000">
                  <a:schemeClr val="accent5"/>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563" name="Google Shape;563;p54"/>
          <p:cNvSpPr txBox="1">
            <a:spLocks noGrp="1"/>
          </p:cNvSpPr>
          <p:nvPr>
            <p:ph type="body" idx="1"/>
          </p:nvPr>
        </p:nvSpPr>
        <p:spPr>
          <a:xfrm>
            <a:off x="608013" y="2233670"/>
            <a:ext cx="6497867" cy="22859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5"/>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64" name="Google Shape;564;p5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Statement 2 - Leaf ">
  <p:cSld name="Big Statement 2 - Leaf ">
    <p:spTree>
      <p:nvGrpSpPr>
        <p:cNvPr id="1" name="Shape 565"/>
        <p:cNvGrpSpPr/>
        <p:nvPr/>
      </p:nvGrpSpPr>
      <p:grpSpPr>
        <a:xfrm>
          <a:off x="0" y="0"/>
          <a:ext cx="0" cy="0"/>
          <a:chOff x="0" y="0"/>
          <a:chExt cx="0" cy="0"/>
        </a:xfrm>
      </p:grpSpPr>
      <p:sp>
        <p:nvSpPr>
          <p:cNvPr id="566" name="Google Shape;566;p55"/>
          <p:cNvSpPr/>
          <p:nvPr/>
        </p:nvSpPr>
        <p:spPr>
          <a:xfrm>
            <a:off x="-9731" y="-5428"/>
            <a:ext cx="12203580" cy="6058734"/>
          </a:xfrm>
          <a:custGeom>
            <a:avLst/>
            <a:gdLst/>
            <a:ahLst/>
            <a:cxnLst/>
            <a:rect l="l" t="t" r="r" b="b"/>
            <a:pathLst>
              <a:path w="12203580" h="6058734" extrusionOk="0">
                <a:moveTo>
                  <a:pt x="0" y="0"/>
                </a:moveTo>
                <a:lnTo>
                  <a:pt x="12203580" y="0"/>
                </a:lnTo>
                <a:lnTo>
                  <a:pt x="12203580" y="1909982"/>
                </a:lnTo>
                <a:lnTo>
                  <a:pt x="11206700" y="1909982"/>
                </a:lnTo>
                <a:cubicBezTo>
                  <a:pt x="10785051" y="1909982"/>
                  <a:pt x="10380638" y="2077495"/>
                  <a:pt x="10082432" y="2375639"/>
                </a:cubicBezTo>
                <a:lnTo>
                  <a:pt x="6864995" y="5593077"/>
                </a:lnTo>
                <a:cubicBezTo>
                  <a:pt x="6566852" y="5891219"/>
                  <a:pt x="6162438" y="6058734"/>
                  <a:pt x="5740726" y="6058734"/>
                </a:cubicBezTo>
                <a:lnTo>
                  <a:pt x="0" y="6058734"/>
                </a:lnTo>
                <a:close/>
              </a:path>
            </a:pathLst>
          </a:custGeom>
          <a:solidFill>
            <a:schemeClr val="lt1"/>
          </a:solidFill>
          <a:ln>
            <a:noFill/>
          </a:ln>
          <a:effectLst>
            <a:outerShdw blurRad="241300" sx="102000" sy="102000" algn="ctr" rotWithShape="0">
              <a:schemeClr val="accent3">
                <a:alpha val="8235"/>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67" name="Google Shape;567;p55"/>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68" name="Google Shape;568;p55"/>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rgbClr val="61A30E"/>
              </a:gs>
              <a:gs pos="21000">
                <a:srgbClr val="61A30E"/>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69" name="Google Shape;569;p55"/>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0" name="Google Shape;570;p55"/>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571" name="Google Shape;571;p5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ig Statement 2 - Aqua">
  <p:cSld name="Big Statement 2 - Aqua">
    <p:spTree>
      <p:nvGrpSpPr>
        <p:cNvPr id="1" name="Shape 572"/>
        <p:cNvGrpSpPr/>
        <p:nvPr/>
      </p:nvGrpSpPr>
      <p:grpSpPr>
        <a:xfrm>
          <a:off x="0" y="0"/>
          <a:ext cx="0" cy="0"/>
          <a:chOff x="0" y="0"/>
          <a:chExt cx="0" cy="0"/>
        </a:xfrm>
      </p:grpSpPr>
      <p:sp>
        <p:nvSpPr>
          <p:cNvPr id="573" name="Google Shape;573;p56"/>
          <p:cNvSpPr/>
          <p:nvPr/>
        </p:nvSpPr>
        <p:spPr>
          <a:xfrm>
            <a:off x="-9731" y="-5428"/>
            <a:ext cx="12203580" cy="6058734"/>
          </a:xfrm>
          <a:custGeom>
            <a:avLst/>
            <a:gdLst/>
            <a:ahLst/>
            <a:cxnLst/>
            <a:rect l="l" t="t" r="r" b="b"/>
            <a:pathLst>
              <a:path w="12203580" h="6058734" extrusionOk="0">
                <a:moveTo>
                  <a:pt x="0" y="0"/>
                </a:moveTo>
                <a:lnTo>
                  <a:pt x="12203580" y="0"/>
                </a:lnTo>
                <a:lnTo>
                  <a:pt x="12203580" y="1909982"/>
                </a:lnTo>
                <a:lnTo>
                  <a:pt x="11206700" y="1909982"/>
                </a:lnTo>
                <a:cubicBezTo>
                  <a:pt x="10785051" y="1909982"/>
                  <a:pt x="10380638" y="2077495"/>
                  <a:pt x="10082432" y="2375639"/>
                </a:cubicBezTo>
                <a:lnTo>
                  <a:pt x="6864995" y="5593077"/>
                </a:lnTo>
                <a:cubicBezTo>
                  <a:pt x="6566852" y="5891219"/>
                  <a:pt x="6162438" y="6058734"/>
                  <a:pt x="5740726" y="6058734"/>
                </a:cubicBezTo>
                <a:lnTo>
                  <a:pt x="0" y="6058734"/>
                </a:lnTo>
                <a:close/>
              </a:path>
            </a:pathLst>
          </a:custGeom>
          <a:solidFill>
            <a:schemeClr val="lt1"/>
          </a:solidFill>
          <a:ln>
            <a:noFill/>
          </a:ln>
          <a:effectLst>
            <a:outerShdw blurRad="241300" sx="102000" sy="102000" algn="ctr" rotWithShape="0">
              <a:schemeClr val="accent3">
                <a:alpha val="8235"/>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74" name="Google Shape;574;p56"/>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75" name="Google Shape;575;p56"/>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chemeClr val="accent2"/>
              </a:gs>
              <a:gs pos="21000">
                <a:schemeClr val="accent2"/>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76" name="Google Shape;576;p56"/>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577" name="Google Shape;577;p56"/>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8" name="Google Shape;578;p56"/>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ig Statement 2 - Plum">
  <p:cSld name="Big Statement 2 - Plum">
    <p:spTree>
      <p:nvGrpSpPr>
        <p:cNvPr id="1" name="Shape 579"/>
        <p:cNvGrpSpPr/>
        <p:nvPr/>
      </p:nvGrpSpPr>
      <p:grpSpPr>
        <a:xfrm>
          <a:off x="0" y="0"/>
          <a:ext cx="0" cy="0"/>
          <a:chOff x="0" y="0"/>
          <a:chExt cx="0" cy="0"/>
        </a:xfrm>
      </p:grpSpPr>
      <p:sp>
        <p:nvSpPr>
          <p:cNvPr id="580" name="Google Shape;580;p57"/>
          <p:cNvSpPr/>
          <p:nvPr/>
        </p:nvSpPr>
        <p:spPr>
          <a:xfrm>
            <a:off x="-9731" y="-5428"/>
            <a:ext cx="12203580" cy="6058734"/>
          </a:xfrm>
          <a:custGeom>
            <a:avLst/>
            <a:gdLst/>
            <a:ahLst/>
            <a:cxnLst/>
            <a:rect l="l" t="t" r="r" b="b"/>
            <a:pathLst>
              <a:path w="12203580" h="6058734" extrusionOk="0">
                <a:moveTo>
                  <a:pt x="0" y="0"/>
                </a:moveTo>
                <a:lnTo>
                  <a:pt x="12203580" y="0"/>
                </a:lnTo>
                <a:lnTo>
                  <a:pt x="12203580" y="1909982"/>
                </a:lnTo>
                <a:lnTo>
                  <a:pt x="11206700" y="1909982"/>
                </a:lnTo>
                <a:cubicBezTo>
                  <a:pt x="10785051" y="1909982"/>
                  <a:pt x="10380638" y="2077495"/>
                  <a:pt x="10082432" y="2375639"/>
                </a:cubicBezTo>
                <a:lnTo>
                  <a:pt x="6864995" y="5593077"/>
                </a:lnTo>
                <a:cubicBezTo>
                  <a:pt x="6566852" y="5891219"/>
                  <a:pt x="6162438" y="6058734"/>
                  <a:pt x="5740726" y="6058734"/>
                </a:cubicBezTo>
                <a:lnTo>
                  <a:pt x="0" y="6058734"/>
                </a:lnTo>
                <a:close/>
              </a:path>
            </a:pathLst>
          </a:custGeom>
          <a:solidFill>
            <a:schemeClr val="lt1"/>
          </a:solidFill>
          <a:ln>
            <a:noFill/>
          </a:ln>
          <a:effectLst>
            <a:outerShdw blurRad="241300" sx="102000" sy="102000" algn="ctr" rotWithShape="0">
              <a:schemeClr val="accent3">
                <a:alpha val="8235"/>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81" name="Google Shape;581;p57"/>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82" name="Google Shape;582;p57"/>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chemeClr val="accent5"/>
              </a:gs>
              <a:gs pos="21000">
                <a:schemeClr val="accent5"/>
              </a:gs>
              <a:gs pos="83000">
                <a:srgbClr val="0095C4"/>
              </a:gs>
              <a:gs pos="100000">
                <a:srgbClr val="0095C4"/>
              </a:gs>
            </a:gsLst>
            <a:lin ang="18900032"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83" name="Google Shape;583;p57"/>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584" name="Google Shape;584;p57"/>
          <p:cNvSpPr txBox="1">
            <a:spLocks noGrp="1"/>
          </p:cNvSpPr>
          <p:nvPr>
            <p:ph type="title"/>
          </p:nvPr>
        </p:nvSpPr>
        <p:spPr>
          <a:xfrm>
            <a:off x="589108" y="938794"/>
            <a:ext cx="6427626"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5" name="Google Shape;585;p57"/>
          <p:cNvSpPr txBox="1">
            <a:spLocks noGrp="1"/>
          </p:cNvSpPr>
          <p:nvPr>
            <p:ph type="subTitle" idx="1"/>
          </p:nvPr>
        </p:nvSpPr>
        <p:spPr>
          <a:xfrm>
            <a:off x="602966" y="2267712"/>
            <a:ext cx="6408402"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ig Statement with Photo">
  <p:cSld name="Big Statement with Photo">
    <p:spTree>
      <p:nvGrpSpPr>
        <p:cNvPr id="1" name="Shape 586"/>
        <p:cNvGrpSpPr/>
        <p:nvPr/>
      </p:nvGrpSpPr>
      <p:grpSpPr>
        <a:xfrm>
          <a:off x="0" y="0"/>
          <a:ext cx="0" cy="0"/>
          <a:chOff x="0" y="0"/>
          <a:chExt cx="0" cy="0"/>
        </a:xfrm>
      </p:grpSpPr>
      <p:sp>
        <p:nvSpPr>
          <p:cNvPr id="587" name="Google Shape;587;p58"/>
          <p:cNvSpPr txBox="1">
            <a:spLocks noGrp="1"/>
          </p:cNvSpPr>
          <p:nvPr>
            <p:ph type="body" idx="1"/>
          </p:nvPr>
        </p:nvSpPr>
        <p:spPr>
          <a:xfrm>
            <a:off x="608014" y="2514600"/>
            <a:ext cx="5485844" cy="1828799"/>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88" name="Google Shape;588;p58"/>
          <p:cNvSpPr>
            <a:spLocks noGrp="1"/>
          </p:cNvSpPr>
          <p:nvPr>
            <p:ph type="pic" idx="2"/>
          </p:nvPr>
        </p:nvSpPr>
        <p:spPr>
          <a:xfrm>
            <a:off x="6785687" y="69850"/>
            <a:ext cx="5403138" cy="6788150"/>
          </a:xfrm>
          <a:prstGeom prst="rect">
            <a:avLst/>
          </a:prstGeom>
          <a:noFill/>
          <a:ln>
            <a:noFill/>
          </a:ln>
        </p:spPr>
      </p:sp>
      <p:sp>
        <p:nvSpPr>
          <p:cNvPr id="589" name="Google Shape;589;p58"/>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ig Statistic">
  <p:cSld name="Big Statistic">
    <p:spTree>
      <p:nvGrpSpPr>
        <p:cNvPr id="1" name="Shape 590"/>
        <p:cNvGrpSpPr/>
        <p:nvPr/>
      </p:nvGrpSpPr>
      <p:grpSpPr>
        <a:xfrm>
          <a:off x="0" y="0"/>
          <a:ext cx="0" cy="0"/>
          <a:chOff x="0" y="0"/>
          <a:chExt cx="0" cy="0"/>
        </a:xfrm>
      </p:grpSpPr>
      <p:sp>
        <p:nvSpPr>
          <p:cNvPr id="591" name="Google Shape;591;p59"/>
          <p:cNvSpPr/>
          <p:nvPr/>
        </p:nvSpPr>
        <p:spPr>
          <a:xfrm>
            <a:off x="0" y="4332288"/>
            <a:ext cx="12188825" cy="2525712"/>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92" name="Google Shape;592;p59"/>
          <p:cNvSpPr/>
          <p:nvPr/>
        </p:nvSpPr>
        <p:spPr>
          <a:xfrm>
            <a:off x="667600" y="722997"/>
            <a:ext cx="4470400" cy="44704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593" name="Google Shape;593;p59" descr="Doughnut chart label 3"/>
          <p:cNvSpPr txBox="1">
            <a:spLocks noGrp="1"/>
          </p:cNvSpPr>
          <p:nvPr>
            <p:ph type="body" idx="1"/>
          </p:nvPr>
        </p:nvSpPr>
        <p:spPr>
          <a:xfrm>
            <a:off x="6096000" y="2514599"/>
            <a:ext cx="5027613" cy="1371601"/>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94" name="Google Shape;594;p59"/>
          <p:cNvSpPr>
            <a:spLocks noGrp="1"/>
          </p:cNvSpPr>
          <p:nvPr>
            <p:ph type="chart" idx="2"/>
          </p:nvPr>
        </p:nvSpPr>
        <p:spPr>
          <a:xfrm>
            <a:off x="662672" y="722997"/>
            <a:ext cx="4480256" cy="4480256"/>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rgbClr val="3C3C3C"/>
              </a:buClr>
              <a:buSzPts val="1620"/>
              <a:buFont typeface="Arial"/>
              <a:buChar char="•"/>
              <a:defRPr sz="1800" b="0" i="0" u="none" strike="noStrike" cap="none">
                <a:solidFill>
                  <a:schemeClr val="dk1"/>
                </a:solidFill>
                <a:latin typeface="Arial"/>
                <a:ea typeface="Arial"/>
                <a:cs typeface="Arial"/>
                <a:sym typeface="Arial"/>
              </a:defRPr>
            </a:lvl2pPr>
            <a:lvl3pPr marR="0" lvl="2" algn="l" rtl="0">
              <a:lnSpc>
                <a:spcPct val="100000"/>
              </a:lnSpc>
              <a:spcBef>
                <a:spcPts val="1200"/>
              </a:spcBef>
              <a:spcAft>
                <a:spcPts val="0"/>
              </a:spcAft>
              <a:buClr>
                <a:srgbClr val="3C3C3C"/>
              </a:buClr>
              <a:buSzPts val="144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4pPr>
            <a:lvl5pPr marR="0" lvl="4"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5pPr>
            <a:lvl6pPr marR="0" lvl="5"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6pPr>
            <a:lvl7pPr marR="0" lvl="6" algn="l" rtl="0">
              <a:lnSpc>
                <a:spcPct val="100000"/>
              </a:lnSpc>
              <a:spcBef>
                <a:spcPts val="1200"/>
              </a:spcBef>
              <a:spcAft>
                <a:spcPts val="0"/>
              </a:spcAft>
              <a:buClr>
                <a:srgbClr val="3C3C3C"/>
              </a:buClr>
              <a:buSzPts val="1260"/>
              <a:buFont typeface="NTR"/>
              <a:buChar char="-"/>
              <a:defRPr sz="1400" b="0" i="0" u="none" strike="noStrike" cap="none">
                <a:solidFill>
                  <a:schemeClr val="dk1"/>
                </a:solidFill>
                <a:latin typeface="Arial"/>
                <a:ea typeface="Arial"/>
                <a:cs typeface="Arial"/>
                <a:sym typeface="Arial"/>
              </a:defRPr>
            </a:lvl7pPr>
            <a:lvl8pPr marR="0" lvl="7"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8pPr>
            <a:lvl9pPr marR="0" lvl="8" algn="l" rtl="0">
              <a:lnSpc>
                <a:spcPct val="100000"/>
              </a:lnSpc>
              <a:spcBef>
                <a:spcPts val="1200"/>
              </a:spcBef>
              <a:spcAft>
                <a:spcPts val="1200"/>
              </a:spcAft>
              <a:buClr>
                <a:srgbClr val="3C3C3C"/>
              </a:buClr>
              <a:buSzPts val="1260"/>
              <a:buFont typeface="NTR"/>
              <a:buChar char="-"/>
              <a:defRPr sz="1400" b="0" i="0" u="none" strike="noStrike" cap="none">
                <a:solidFill>
                  <a:schemeClr val="dk1"/>
                </a:solidFill>
                <a:latin typeface="Arial"/>
                <a:ea typeface="Arial"/>
                <a:cs typeface="Arial"/>
                <a:sym typeface="Arial"/>
              </a:defRPr>
            </a:lvl9pPr>
          </a:lstStyle>
          <a:p>
            <a:endParaRPr/>
          </a:p>
        </p:txBody>
      </p:sp>
      <p:sp>
        <p:nvSpPr>
          <p:cNvPr id="595" name="Google Shape;595;p59" descr="Doughnut chart label 1"/>
          <p:cNvSpPr txBox="1">
            <a:spLocks noGrp="1"/>
          </p:cNvSpPr>
          <p:nvPr>
            <p:ph type="body" idx="3"/>
          </p:nvPr>
        </p:nvSpPr>
        <p:spPr>
          <a:xfrm>
            <a:off x="608330"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96" name="Google Shape;596;p59" descr="Doughnut chart label 2"/>
          <p:cNvSpPr txBox="1">
            <a:spLocks noGrp="1"/>
          </p:cNvSpPr>
          <p:nvPr>
            <p:ph type="body" idx="4"/>
          </p:nvPr>
        </p:nvSpPr>
        <p:spPr>
          <a:xfrm>
            <a:off x="2436416"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97" name="Google Shape;597;p59" descr="Doughnut chart label 4"/>
          <p:cNvSpPr txBox="1">
            <a:spLocks noGrp="1"/>
          </p:cNvSpPr>
          <p:nvPr>
            <p:ph type="body" idx="5"/>
          </p:nvPr>
        </p:nvSpPr>
        <p:spPr>
          <a:xfrm>
            <a:off x="4261103"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98" name="Google Shape;598;p59" descr="Doughnut chart label 5"/>
          <p:cNvSpPr txBox="1">
            <a:spLocks noGrp="1"/>
          </p:cNvSpPr>
          <p:nvPr>
            <p:ph type="body" idx="6"/>
          </p:nvPr>
        </p:nvSpPr>
        <p:spPr>
          <a:xfrm>
            <a:off x="6088109"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599" name="Google Shape;599;p59" descr="Doughnut chart label 6"/>
          <p:cNvSpPr txBox="1">
            <a:spLocks noGrp="1"/>
          </p:cNvSpPr>
          <p:nvPr>
            <p:ph type="body" idx="7"/>
          </p:nvPr>
        </p:nvSpPr>
        <p:spPr>
          <a:xfrm>
            <a:off x="7920672" y="5507147"/>
            <a:ext cx="1371064" cy="423862"/>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600" name="Google Shape;600;p59"/>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601" name="Google Shape;601;p59"/>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602" name="Google Shape;602;p59"/>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603" name="Google Shape;603;p59"/>
          <p:cNvGrpSpPr/>
          <p:nvPr/>
        </p:nvGrpSpPr>
        <p:grpSpPr>
          <a:xfrm>
            <a:off x="265625" y="6323271"/>
            <a:ext cx="1249222" cy="369649"/>
            <a:chOff x="265625" y="6323271"/>
            <a:chExt cx="1249222" cy="369649"/>
          </a:xfrm>
        </p:grpSpPr>
        <p:grpSp>
          <p:nvGrpSpPr>
            <p:cNvPr id="604" name="Google Shape;604;p59"/>
            <p:cNvGrpSpPr/>
            <p:nvPr/>
          </p:nvGrpSpPr>
          <p:grpSpPr>
            <a:xfrm>
              <a:off x="745455" y="6594444"/>
              <a:ext cx="722663" cy="98476"/>
              <a:chOff x="745455" y="6594444"/>
              <a:chExt cx="722663" cy="98476"/>
            </a:xfrm>
          </p:grpSpPr>
          <p:sp>
            <p:nvSpPr>
              <p:cNvPr id="605" name="Google Shape;605;p59"/>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6" name="Google Shape;606;p59"/>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7" name="Google Shape;607;p59"/>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8" name="Google Shape;608;p59"/>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9" name="Google Shape;609;p59"/>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0" name="Google Shape;610;p59"/>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1" name="Google Shape;611;p59"/>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2" name="Google Shape;612;p59"/>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3" name="Google Shape;613;p59"/>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4" name="Google Shape;614;p59"/>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615" name="Google Shape;615;p59"/>
            <p:cNvGrpSpPr/>
            <p:nvPr/>
          </p:nvGrpSpPr>
          <p:grpSpPr>
            <a:xfrm>
              <a:off x="265625" y="6323271"/>
              <a:ext cx="1249222" cy="190348"/>
              <a:chOff x="265625" y="6323271"/>
              <a:chExt cx="1249222" cy="190348"/>
            </a:xfrm>
          </p:grpSpPr>
          <p:sp>
            <p:nvSpPr>
              <p:cNvPr id="616" name="Google Shape;616;p59"/>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7" name="Google Shape;617;p59"/>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8" name="Google Shape;618;p59"/>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19" name="Google Shape;619;p59"/>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0" name="Google Shape;620;p59"/>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1" name="Google Shape;621;p59"/>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2" name="Google Shape;622;p59"/>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Thank You / Closing - Aqua">
  <p:cSld name="Thank You / Closing - Aqua">
    <p:spTree>
      <p:nvGrpSpPr>
        <p:cNvPr id="1" name="Shape 623"/>
        <p:cNvGrpSpPr/>
        <p:nvPr/>
      </p:nvGrpSpPr>
      <p:grpSpPr>
        <a:xfrm>
          <a:off x="0" y="0"/>
          <a:ext cx="0" cy="0"/>
          <a:chOff x="0" y="0"/>
          <a:chExt cx="0" cy="0"/>
        </a:xfrm>
      </p:grpSpPr>
      <p:sp>
        <p:nvSpPr>
          <p:cNvPr id="624" name="Google Shape;624;p60"/>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chemeClr val="accent2"/>
              </a:gs>
              <a:gs pos="12000">
                <a:schemeClr val="accent2"/>
              </a:gs>
              <a:gs pos="85000">
                <a:srgbClr val="0095C4"/>
              </a:gs>
              <a:gs pos="100000">
                <a:srgbClr val="0095C4"/>
              </a:gs>
            </a:gsLst>
            <a:lin ang="18899977"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5" name="Google Shape;625;p60"/>
          <p:cNvSpPr/>
          <p:nvPr/>
        </p:nvSpPr>
        <p:spPr>
          <a:xfrm>
            <a:off x="0" y="0"/>
            <a:ext cx="12188827"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a:effectLst>
            <a:outerShdw blurRad="241300" sx="102000" sy="102000" algn="ctr" rotWithShape="0">
              <a:schemeClr val="accent3">
                <a:alpha val="1333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6" name="Google Shape;626;p60"/>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7" name="Google Shape;627;p60"/>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i="0" u="none" strike="noStrike" cap="none">
                <a:solidFill>
                  <a:schemeClr val="accent2"/>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
        <p:nvSpPr>
          <p:cNvPr id="628" name="Google Shape;628;p60"/>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629" name="Google Shape;629;p60"/>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630" name="Google Shape;630;p60"/>
          <p:cNvGrpSpPr/>
          <p:nvPr/>
        </p:nvGrpSpPr>
        <p:grpSpPr>
          <a:xfrm>
            <a:off x="265625" y="6323271"/>
            <a:ext cx="1249222" cy="369649"/>
            <a:chOff x="265625" y="6323271"/>
            <a:chExt cx="1249222" cy="369649"/>
          </a:xfrm>
        </p:grpSpPr>
        <p:grpSp>
          <p:nvGrpSpPr>
            <p:cNvPr id="631" name="Google Shape;631;p60"/>
            <p:cNvGrpSpPr/>
            <p:nvPr/>
          </p:nvGrpSpPr>
          <p:grpSpPr>
            <a:xfrm>
              <a:off x="745455" y="6594444"/>
              <a:ext cx="722663" cy="98476"/>
              <a:chOff x="745455" y="6594444"/>
              <a:chExt cx="722663" cy="98476"/>
            </a:xfrm>
          </p:grpSpPr>
          <p:sp>
            <p:nvSpPr>
              <p:cNvPr id="632" name="Google Shape;632;p60"/>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3" name="Google Shape;633;p60"/>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4" name="Google Shape;634;p60"/>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5" name="Google Shape;635;p60"/>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6" name="Google Shape;636;p60"/>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7" name="Google Shape;637;p60"/>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8" name="Google Shape;638;p60"/>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9" name="Google Shape;639;p60"/>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0" name="Google Shape;640;p60"/>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1" name="Google Shape;641;p60"/>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642" name="Google Shape;642;p60"/>
            <p:cNvGrpSpPr/>
            <p:nvPr/>
          </p:nvGrpSpPr>
          <p:grpSpPr>
            <a:xfrm>
              <a:off x="265625" y="6323271"/>
              <a:ext cx="1249222" cy="190348"/>
              <a:chOff x="265625" y="6323271"/>
              <a:chExt cx="1249222" cy="190348"/>
            </a:xfrm>
          </p:grpSpPr>
          <p:sp>
            <p:nvSpPr>
              <p:cNvPr id="643" name="Google Shape;643;p60"/>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4" name="Google Shape;644;p60"/>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5" name="Google Shape;645;p60"/>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6" name="Google Shape;646;p60"/>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7" name="Google Shape;647;p60"/>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8" name="Google Shape;648;p60"/>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9" name="Google Shape;649;p60"/>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Thank You / Closing - Plum">
  <p:cSld name="Thank You / Closing - Plum">
    <p:spTree>
      <p:nvGrpSpPr>
        <p:cNvPr id="1" name="Shape 650"/>
        <p:cNvGrpSpPr/>
        <p:nvPr/>
      </p:nvGrpSpPr>
      <p:grpSpPr>
        <a:xfrm>
          <a:off x="0" y="0"/>
          <a:ext cx="0" cy="0"/>
          <a:chOff x="0" y="0"/>
          <a:chExt cx="0" cy="0"/>
        </a:xfrm>
      </p:grpSpPr>
      <p:sp>
        <p:nvSpPr>
          <p:cNvPr id="651" name="Google Shape;651;p61"/>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chemeClr val="accent5"/>
              </a:gs>
              <a:gs pos="12000">
                <a:schemeClr val="accent5"/>
              </a:gs>
              <a:gs pos="85000">
                <a:srgbClr val="0095C4"/>
              </a:gs>
              <a:gs pos="100000">
                <a:srgbClr val="0095C4"/>
              </a:gs>
            </a:gsLst>
            <a:lin ang="18899977"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2" name="Google Shape;652;p61"/>
          <p:cNvSpPr/>
          <p:nvPr/>
        </p:nvSpPr>
        <p:spPr>
          <a:xfrm>
            <a:off x="0" y="0"/>
            <a:ext cx="12188827"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a:effectLst>
            <a:outerShdw blurRad="241300" sx="102000" sy="102000" algn="ctr" rotWithShape="0">
              <a:schemeClr val="accent3">
                <a:alpha val="1333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3" name="Google Shape;653;p61"/>
          <p:cNvSpPr txBox="1"/>
          <p:nvPr/>
        </p:nvSpPr>
        <p:spPr>
          <a:xfrm>
            <a:off x="7122912" y="4133697"/>
            <a:ext cx="3585557" cy="692497"/>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i="0" u="none" strike="noStrike" cap="none">
                <a:solidFill>
                  <a:schemeClr val="accent2"/>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
        <p:nvSpPr>
          <p:cNvPr id="654" name="Google Shape;654;p61"/>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655" name="Google Shape;655;p61"/>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656" name="Google Shape;656;p61"/>
          <p:cNvGrpSpPr/>
          <p:nvPr/>
        </p:nvGrpSpPr>
        <p:grpSpPr>
          <a:xfrm>
            <a:off x="265625" y="6323271"/>
            <a:ext cx="1249222" cy="369649"/>
            <a:chOff x="265625" y="6323271"/>
            <a:chExt cx="1249222" cy="369649"/>
          </a:xfrm>
        </p:grpSpPr>
        <p:grpSp>
          <p:nvGrpSpPr>
            <p:cNvPr id="657" name="Google Shape;657;p61"/>
            <p:cNvGrpSpPr/>
            <p:nvPr/>
          </p:nvGrpSpPr>
          <p:grpSpPr>
            <a:xfrm>
              <a:off x="745455" y="6594444"/>
              <a:ext cx="722663" cy="98476"/>
              <a:chOff x="745455" y="6594444"/>
              <a:chExt cx="722663" cy="98476"/>
            </a:xfrm>
          </p:grpSpPr>
          <p:sp>
            <p:nvSpPr>
              <p:cNvPr id="658" name="Google Shape;658;p61"/>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9" name="Google Shape;659;p61"/>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0" name="Google Shape;660;p61"/>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1" name="Google Shape;661;p61"/>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2" name="Google Shape;662;p61"/>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3" name="Google Shape;663;p61"/>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4" name="Google Shape;664;p61"/>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5" name="Google Shape;665;p61"/>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6" name="Google Shape;666;p61"/>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7" name="Google Shape;667;p61"/>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668" name="Google Shape;668;p61"/>
            <p:cNvGrpSpPr/>
            <p:nvPr/>
          </p:nvGrpSpPr>
          <p:grpSpPr>
            <a:xfrm>
              <a:off x="265625" y="6323271"/>
              <a:ext cx="1249222" cy="190348"/>
              <a:chOff x="265625" y="6323271"/>
              <a:chExt cx="1249222" cy="190348"/>
            </a:xfrm>
          </p:grpSpPr>
          <p:sp>
            <p:nvSpPr>
              <p:cNvPr id="669" name="Google Shape;669;p61"/>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0" name="Google Shape;670;p61"/>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1" name="Google Shape;671;p61"/>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2" name="Google Shape;672;p61"/>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3" name="Google Shape;673;p61"/>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4" name="Google Shape;674;p61"/>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75" name="Google Shape;675;p61"/>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676" name="Google Shape;676;p61"/>
          <p:cNvSpPr/>
          <p:nvPr/>
        </p:nvSpPr>
        <p:spPr>
          <a:xfrm>
            <a:off x="0" y="0"/>
            <a:ext cx="8366346" cy="5149879"/>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Font Check">
  <p:cSld name="Font Check">
    <p:bg>
      <p:bgPr>
        <a:solidFill>
          <a:schemeClr val="accent5"/>
        </a:solidFill>
        <a:effectLst/>
      </p:bgPr>
    </p:bg>
    <p:spTree>
      <p:nvGrpSpPr>
        <p:cNvPr id="1" name="Shape 677"/>
        <p:cNvGrpSpPr/>
        <p:nvPr/>
      </p:nvGrpSpPr>
      <p:grpSpPr>
        <a:xfrm>
          <a:off x="0" y="0"/>
          <a:ext cx="0" cy="0"/>
          <a:chOff x="0" y="0"/>
          <a:chExt cx="0" cy="0"/>
        </a:xfrm>
      </p:grpSpPr>
      <p:sp>
        <p:nvSpPr>
          <p:cNvPr id="678" name="Google Shape;678;p6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9" name="Google Shape;679;p62"/>
          <p:cNvSpPr txBox="1">
            <a:spLocks noGrp="1"/>
          </p:cNvSpPr>
          <p:nvPr>
            <p:ph type="subTitle" idx="1"/>
          </p:nvPr>
        </p:nvSpPr>
        <p:spPr>
          <a:xfrm>
            <a:off x="592866" y="838105"/>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lt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680" name="Google Shape;680;p62" descr="Do the fonts in the words below match on your screen?"/>
          <p:cNvSpPr/>
          <p:nvPr/>
        </p:nvSpPr>
        <p:spPr>
          <a:xfrm>
            <a:off x="623364" y="1613035"/>
            <a:ext cx="2884608" cy="247743"/>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accent5"/>
                </a:solidFill>
                <a:latin typeface="Arial"/>
                <a:ea typeface="Arial"/>
                <a:cs typeface="Arial"/>
                <a:sym typeface="Arial"/>
              </a:rPr>
              <a:t>Do the fonts in the words below match?</a:t>
            </a:r>
            <a:endParaRPr sz="1400" b="0" i="0" u="none" strike="noStrike" cap="none">
              <a:solidFill>
                <a:srgbClr val="000000"/>
              </a:solidFill>
              <a:latin typeface="Arial"/>
              <a:ea typeface="Arial"/>
              <a:cs typeface="Arial"/>
              <a:sym typeface="Arial"/>
            </a:endParaRPr>
          </a:p>
        </p:txBody>
      </p:sp>
      <p:cxnSp>
        <p:nvCxnSpPr>
          <p:cNvPr id="681" name="Google Shape;681;p62"/>
          <p:cNvCxnSpPr/>
          <p:nvPr/>
        </p:nvCxnSpPr>
        <p:spPr>
          <a:xfrm>
            <a:off x="623364" y="1860778"/>
            <a:ext cx="10150654" cy="0"/>
          </a:xfrm>
          <a:prstGeom prst="straightConnector1">
            <a:avLst/>
          </a:prstGeom>
          <a:noFill/>
          <a:ln w="25400" cap="flat" cmpd="sng">
            <a:solidFill>
              <a:schemeClr val="lt1"/>
            </a:solidFill>
            <a:prstDash val="solid"/>
            <a:miter lim="800000"/>
            <a:headEnd type="none" w="sm" len="sm"/>
            <a:tailEnd type="none" w="sm" len="sm"/>
          </a:ln>
        </p:spPr>
      </p:cxnSp>
      <p:pic>
        <p:nvPicPr>
          <p:cNvPr id="682" name="Google Shape;682;p62"/>
          <p:cNvPicPr preferRelativeResize="0"/>
          <p:nvPr/>
        </p:nvPicPr>
        <p:blipFill rotWithShape="1">
          <a:blip r:embed="rId2">
            <a:alphaModFix/>
          </a:blip>
          <a:srcRect/>
          <a:stretch/>
        </p:blipFill>
        <p:spPr>
          <a:xfrm>
            <a:off x="657155" y="2219739"/>
            <a:ext cx="3088310" cy="557972"/>
          </a:xfrm>
          <a:prstGeom prst="rect">
            <a:avLst/>
          </a:prstGeom>
          <a:noFill/>
          <a:ln>
            <a:noFill/>
          </a:ln>
        </p:spPr>
      </p:pic>
      <p:sp>
        <p:nvSpPr>
          <p:cNvPr id="683" name="Google Shape;683;p62"/>
          <p:cNvSpPr txBox="1">
            <a:spLocks noGrp="1"/>
          </p:cNvSpPr>
          <p:nvPr>
            <p:ph type="body" idx="2"/>
          </p:nvPr>
        </p:nvSpPr>
        <p:spPr>
          <a:xfrm>
            <a:off x="598114" y="2908233"/>
            <a:ext cx="5354637" cy="895350"/>
          </a:xfrm>
          <a:prstGeom prst="rect">
            <a:avLst/>
          </a:prstGeom>
          <a:noFill/>
          <a:ln>
            <a:noFill/>
          </a:ln>
        </p:spPr>
        <p:txBody>
          <a:bodyPr spcFirstLastPara="1" wrap="square" lIns="0" tIns="0" rIns="0" bIns="0" anchor="t" anchorCtr="0">
            <a:noAutofit/>
          </a:bodyPr>
          <a:lstStyle>
            <a:lvl1pPr marL="457200" lvl="0" indent="-508635" algn="l">
              <a:lnSpc>
                <a:spcPct val="100000"/>
              </a:lnSpc>
              <a:spcBef>
                <a:spcPts val="0"/>
              </a:spcBef>
              <a:spcAft>
                <a:spcPts val="0"/>
              </a:spcAft>
              <a:buSzPts val="4410"/>
              <a:buChar char="​"/>
              <a:defRPr sz="4900">
                <a:solidFill>
                  <a:schemeClr val="lt1"/>
                </a:solidFill>
              </a:defRPr>
            </a:lvl1pPr>
            <a:lvl2pPr marL="914400" lvl="1" indent="-434340" algn="l">
              <a:lnSpc>
                <a:spcPct val="100000"/>
              </a:lnSpc>
              <a:spcBef>
                <a:spcPts val="1200"/>
              </a:spcBef>
              <a:spcAft>
                <a:spcPts val="0"/>
              </a:spcAft>
              <a:buSzPts val="3240"/>
              <a:buChar char="•"/>
              <a:defRPr sz="3600">
                <a:solidFill>
                  <a:schemeClr val="lt1"/>
                </a:solidFill>
              </a:defRPr>
            </a:lvl2pPr>
            <a:lvl3pPr marL="1371600" lvl="2" indent="-411480" algn="l">
              <a:lnSpc>
                <a:spcPct val="100000"/>
              </a:lnSpc>
              <a:spcBef>
                <a:spcPts val="1200"/>
              </a:spcBef>
              <a:spcAft>
                <a:spcPts val="0"/>
              </a:spcAft>
              <a:buSzPts val="2880"/>
              <a:buChar char="–"/>
              <a:defRPr sz="3200">
                <a:solidFill>
                  <a:schemeClr val="lt1"/>
                </a:solidFill>
              </a:defRPr>
            </a:lvl3pPr>
            <a:lvl4pPr marL="1828800" lvl="3" indent="-388619" algn="l">
              <a:lnSpc>
                <a:spcPct val="100000"/>
              </a:lnSpc>
              <a:spcBef>
                <a:spcPts val="1200"/>
              </a:spcBef>
              <a:spcAft>
                <a:spcPts val="0"/>
              </a:spcAft>
              <a:buSzPts val="2520"/>
              <a:buChar char="•"/>
              <a:defRPr sz="2800">
                <a:solidFill>
                  <a:schemeClr val="lt1"/>
                </a:solidFill>
              </a:defRPr>
            </a:lvl4pPr>
            <a:lvl5pPr marL="2286000" lvl="4" indent="-388620" algn="l">
              <a:lnSpc>
                <a:spcPct val="100000"/>
              </a:lnSpc>
              <a:spcBef>
                <a:spcPts val="1200"/>
              </a:spcBef>
              <a:spcAft>
                <a:spcPts val="0"/>
              </a:spcAft>
              <a:buSzPts val="2520"/>
              <a:buChar char="–"/>
              <a:defRPr sz="2800">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pic>
        <p:nvPicPr>
          <p:cNvPr id="684" name="Google Shape;684;p62"/>
          <p:cNvPicPr preferRelativeResize="0"/>
          <p:nvPr/>
        </p:nvPicPr>
        <p:blipFill rotWithShape="1">
          <a:blip r:embed="rId3">
            <a:alphaModFix/>
          </a:blip>
          <a:srcRect/>
          <a:stretch/>
        </p:blipFill>
        <p:spPr>
          <a:xfrm>
            <a:off x="6030912" y="2242892"/>
            <a:ext cx="4743106" cy="538407"/>
          </a:xfrm>
          <a:prstGeom prst="rect">
            <a:avLst/>
          </a:prstGeom>
          <a:noFill/>
          <a:ln>
            <a:noFill/>
          </a:ln>
        </p:spPr>
      </p:pic>
      <p:sp>
        <p:nvSpPr>
          <p:cNvPr id="685" name="Google Shape;685;p62"/>
          <p:cNvSpPr txBox="1">
            <a:spLocks noGrp="1"/>
          </p:cNvSpPr>
          <p:nvPr>
            <p:ph type="body" idx="3"/>
          </p:nvPr>
        </p:nvSpPr>
        <p:spPr>
          <a:xfrm>
            <a:off x="5983683" y="2908233"/>
            <a:ext cx="5354637" cy="895350"/>
          </a:xfrm>
          <a:prstGeom prst="rect">
            <a:avLst/>
          </a:prstGeom>
          <a:noFill/>
          <a:ln>
            <a:noFill/>
          </a:ln>
        </p:spPr>
        <p:txBody>
          <a:bodyPr spcFirstLastPara="1" wrap="square" lIns="0" tIns="0" rIns="0" bIns="0" anchor="t" anchorCtr="0">
            <a:noAutofit/>
          </a:bodyPr>
          <a:lstStyle>
            <a:lvl1pPr marL="457200" lvl="0" indent="-508635" algn="l">
              <a:lnSpc>
                <a:spcPct val="100000"/>
              </a:lnSpc>
              <a:spcBef>
                <a:spcPts val="0"/>
              </a:spcBef>
              <a:spcAft>
                <a:spcPts val="0"/>
              </a:spcAft>
              <a:buSzPts val="4410"/>
              <a:buChar char="​"/>
              <a:defRPr sz="4900">
                <a:solidFill>
                  <a:schemeClr val="lt1"/>
                </a:solidFill>
                <a:latin typeface="Arial"/>
                <a:ea typeface="Arial"/>
                <a:cs typeface="Arial"/>
                <a:sym typeface="Arial"/>
              </a:defRPr>
            </a:lvl1pPr>
            <a:lvl2pPr marL="914400" lvl="1" indent="-434340" algn="l">
              <a:lnSpc>
                <a:spcPct val="100000"/>
              </a:lnSpc>
              <a:spcBef>
                <a:spcPts val="1200"/>
              </a:spcBef>
              <a:spcAft>
                <a:spcPts val="0"/>
              </a:spcAft>
              <a:buSzPts val="3240"/>
              <a:buChar char="•"/>
              <a:defRPr sz="3600">
                <a:solidFill>
                  <a:schemeClr val="lt1"/>
                </a:solidFill>
              </a:defRPr>
            </a:lvl2pPr>
            <a:lvl3pPr marL="1371600" lvl="2" indent="-411480" algn="l">
              <a:lnSpc>
                <a:spcPct val="100000"/>
              </a:lnSpc>
              <a:spcBef>
                <a:spcPts val="1200"/>
              </a:spcBef>
              <a:spcAft>
                <a:spcPts val="0"/>
              </a:spcAft>
              <a:buSzPts val="2880"/>
              <a:buChar char="–"/>
              <a:defRPr sz="3200">
                <a:solidFill>
                  <a:schemeClr val="lt1"/>
                </a:solidFill>
              </a:defRPr>
            </a:lvl3pPr>
            <a:lvl4pPr marL="1828800" lvl="3" indent="-388619" algn="l">
              <a:lnSpc>
                <a:spcPct val="100000"/>
              </a:lnSpc>
              <a:spcBef>
                <a:spcPts val="1200"/>
              </a:spcBef>
              <a:spcAft>
                <a:spcPts val="0"/>
              </a:spcAft>
              <a:buSzPts val="2520"/>
              <a:buChar char="•"/>
              <a:defRPr sz="2800">
                <a:solidFill>
                  <a:schemeClr val="lt1"/>
                </a:solidFill>
              </a:defRPr>
            </a:lvl4pPr>
            <a:lvl5pPr marL="2286000" lvl="4" indent="-388620" algn="l">
              <a:lnSpc>
                <a:spcPct val="100000"/>
              </a:lnSpc>
              <a:spcBef>
                <a:spcPts val="1200"/>
              </a:spcBef>
              <a:spcAft>
                <a:spcPts val="0"/>
              </a:spcAft>
              <a:buSzPts val="2520"/>
              <a:buChar char="–"/>
              <a:defRPr sz="2800">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Grid">
  <p:cSld name="Grid">
    <p:spTree>
      <p:nvGrpSpPr>
        <p:cNvPr id="1" name="Shape 686"/>
        <p:cNvGrpSpPr/>
        <p:nvPr/>
      </p:nvGrpSpPr>
      <p:grpSpPr>
        <a:xfrm>
          <a:off x="0" y="0"/>
          <a:ext cx="0" cy="0"/>
          <a:chOff x="0" y="0"/>
          <a:chExt cx="0" cy="0"/>
        </a:xfrm>
      </p:grpSpPr>
      <p:grpSp>
        <p:nvGrpSpPr>
          <p:cNvPr id="687" name="Google Shape;687;p63"/>
          <p:cNvGrpSpPr/>
          <p:nvPr/>
        </p:nvGrpSpPr>
        <p:grpSpPr>
          <a:xfrm>
            <a:off x="-254" y="0"/>
            <a:ext cx="12189079" cy="6858000"/>
            <a:chOff x="-254" y="0"/>
            <a:chExt cx="12189079" cy="6858000"/>
          </a:xfrm>
        </p:grpSpPr>
        <p:grpSp>
          <p:nvGrpSpPr>
            <p:cNvPr id="688" name="Google Shape;688;p63"/>
            <p:cNvGrpSpPr/>
            <p:nvPr/>
          </p:nvGrpSpPr>
          <p:grpSpPr>
            <a:xfrm>
              <a:off x="-254" y="0"/>
              <a:ext cx="12189079" cy="6858000"/>
              <a:chOff x="-127" y="-4574"/>
              <a:chExt cx="12189079" cy="6858000"/>
            </a:xfrm>
          </p:grpSpPr>
          <p:grpSp>
            <p:nvGrpSpPr>
              <p:cNvPr id="689" name="Google Shape;689;p63"/>
              <p:cNvGrpSpPr/>
              <p:nvPr/>
            </p:nvGrpSpPr>
            <p:grpSpPr>
              <a:xfrm>
                <a:off x="0" y="-4574"/>
                <a:ext cx="12188952" cy="6858000"/>
                <a:chOff x="12729307" y="-4574"/>
                <a:chExt cx="12188952" cy="6858000"/>
              </a:xfrm>
            </p:grpSpPr>
            <p:cxnSp>
              <p:nvCxnSpPr>
                <p:cNvPr id="690" name="Google Shape;690;p63"/>
                <p:cNvCxnSpPr/>
                <p:nvPr/>
              </p:nvCxnSpPr>
              <p:spPr>
                <a:xfrm>
                  <a:off x="12729307" y="13670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1" name="Google Shape;691;p63"/>
                <p:cNvCxnSpPr/>
                <p:nvPr/>
              </p:nvCxnSpPr>
              <p:spPr>
                <a:xfrm>
                  <a:off x="12729307" y="17099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2" name="Google Shape;692;p63"/>
                <p:cNvCxnSpPr/>
                <p:nvPr/>
              </p:nvCxnSpPr>
              <p:spPr>
                <a:xfrm>
                  <a:off x="12729307" y="10241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3" name="Google Shape;693;p63"/>
                <p:cNvCxnSpPr/>
                <p:nvPr/>
              </p:nvCxnSpPr>
              <p:spPr>
                <a:xfrm>
                  <a:off x="12729307" y="6812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4" name="Google Shape;694;p63"/>
                <p:cNvCxnSpPr/>
                <p:nvPr/>
              </p:nvCxnSpPr>
              <p:spPr>
                <a:xfrm>
                  <a:off x="12729307" y="3383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5" name="Google Shape;695;p63"/>
                <p:cNvCxnSpPr/>
                <p:nvPr/>
              </p:nvCxnSpPr>
              <p:spPr>
                <a:xfrm>
                  <a:off x="12729307" y="-4574"/>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6" name="Google Shape;696;p63"/>
                <p:cNvCxnSpPr/>
                <p:nvPr/>
              </p:nvCxnSpPr>
              <p:spPr>
                <a:xfrm>
                  <a:off x="12729307" y="30815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7" name="Google Shape;697;p63"/>
                <p:cNvCxnSpPr/>
                <p:nvPr/>
              </p:nvCxnSpPr>
              <p:spPr>
                <a:xfrm>
                  <a:off x="12729307" y="34244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8" name="Google Shape;698;p63"/>
                <p:cNvCxnSpPr/>
                <p:nvPr/>
              </p:nvCxnSpPr>
              <p:spPr>
                <a:xfrm>
                  <a:off x="12729307" y="27386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699" name="Google Shape;699;p63"/>
                <p:cNvCxnSpPr/>
                <p:nvPr/>
              </p:nvCxnSpPr>
              <p:spPr>
                <a:xfrm>
                  <a:off x="12729307" y="23957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0" name="Google Shape;700;p63"/>
                <p:cNvCxnSpPr/>
                <p:nvPr/>
              </p:nvCxnSpPr>
              <p:spPr>
                <a:xfrm>
                  <a:off x="12729307" y="20528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1" name="Google Shape;701;p63"/>
                <p:cNvCxnSpPr/>
                <p:nvPr/>
              </p:nvCxnSpPr>
              <p:spPr>
                <a:xfrm>
                  <a:off x="12729307" y="47960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2" name="Google Shape;702;p63"/>
                <p:cNvCxnSpPr/>
                <p:nvPr/>
              </p:nvCxnSpPr>
              <p:spPr>
                <a:xfrm>
                  <a:off x="12729307" y="51389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3" name="Google Shape;703;p63"/>
                <p:cNvCxnSpPr/>
                <p:nvPr/>
              </p:nvCxnSpPr>
              <p:spPr>
                <a:xfrm>
                  <a:off x="12729307" y="44531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4" name="Google Shape;704;p63"/>
                <p:cNvCxnSpPr/>
                <p:nvPr/>
              </p:nvCxnSpPr>
              <p:spPr>
                <a:xfrm>
                  <a:off x="12729307" y="41102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5" name="Google Shape;705;p63"/>
                <p:cNvCxnSpPr/>
                <p:nvPr/>
              </p:nvCxnSpPr>
              <p:spPr>
                <a:xfrm>
                  <a:off x="12729307" y="37673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6" name="Google Shape;706;p63"/>
                <p:cNvCxnSpPr/>
                <p:nvPr/>
              </p:nvCxnSpPr>
              <p:spPr>
                <a:xfrm>
                  <a:off x="12729307" y="65105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7" name="Google Shape;707;p63"/>
                <p:cNvCxnSpPr/>
                <p:nvPr/>
              </p:nvCxnSpPr>
              <p:spPr>
                <a:xfrm>
                  <a:off x="12729307" y="68534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8" name="Google Shape;708;p63"/>
                <p:cNvCxnSpPr/>
                <p:nvPr/>
              </p:nvCxnSpPr>
              <p:spPr>
                <a:xfrm>
                  <a:off x="12729307" y="58247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09" name="Google Shape;709;p63"/>
                <p:cNvCxnSpPr/>
                <p:nvPr/>
              </p:nvCxnSpPr>
              <p:spPr>
                <a:xfrm>
                  <a:off x="12729307" y="5481826"/>
                  <a:ext cx="12188952" cy="0"/>
                </a:xfrm>
                <a:prstGeom prst="straightConnector1">
                  <a:avLst/>
                </a:prstGeom>
                <a:noFill/>
                <a:ln w="9525" cap="rnd" cmpd="sng">
                  <a:solidFill>
                    <a:schemeClr val="accent3"/>
                  </a:solidFill>
                  <a:prstDash val="solid"/>
                  <a:round/>
                  <a:headEnd type="none" w="sm" len="sm"/>
                  <a:tailEnd type="none" w="sm" len="sm"/>
                </a:ln>
              </p:spPr>
            </p:cxnSp>
            <p:cxnSp>
              <p:nvCxnSpPr>
                <p:cNvPr id="710" name="Google Shape;710;p63"/>
                <p:cNvCxnSpPr/>
                <p:nvPr/>
              </p:nvCxnSpPr>
              <p:spPr>
                <a:xfrm>
                  <a:off x="12729307" y="6167626"/>
                  <a:ext cx="12188952" cy="0"/>
                </a:xfrm>
                <a:prstGeom prst="straightConnector1">
                  <a:avLst/>
                </a:prstGeom>
                <a:noFill/>
                <a:ln w="9525" cap="rnd" cmpd="sng">
                  <a:solidFill>
                    <a:schemeClr val="accent3"/>
                  </a:solidFill>
                  <a:prstDash val="solid"/>
                  <a:round/>
                  <a:headEnd type="none" w="sm" len="sm"/>
                  <a:tailEnd type="none" w="sm" len="sm"/>
                </a:ln>
              </p:spPr>
            </p:cxnSp>
          </p:grpSp>
          <p:grpSp>
            <p:nvGrpSpPr>
              <p:cNvPr id="711" name="Google Shape;711;p63"/>
              <p:cNvGrpSpPr/>
              <p:nvPr/>
            </p:nvGrpSpPr>
            <p:grpSpPr>
              <a:xfrm>
                <a:off x="-127" y="109726"/>
                <a:ext cx="12188952" cy="6629400"/>
                <a:chOff x="12729307" y="109726"/>
                <a:chExt cx="12188952" cy="6629400"/>
              </a:xfrm>
            </p:grpSpPr>
            <p:cxnSp>
              <p:nvCxnSpPr>
                <p:cNvPr id="712" name="Google Shape;712;p63"/>
                <p:cNvCxnSpPr/>
                <p:nvPr/>
              </p:nvCxnSpPr>
              <p:spPr>
                <a:xfrm>
                  <a:off x="12729307" y="14813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13" name="Google Shape;713;p63"/>
                <p:cNvCxnSpPr/>
                <p:nvPr/>
              </p:nvCxnSpPr>
              <p:spPr>
                <a:xfrm>
                  <a:off x="12729307" y="18242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14" name="Google Shape;714;p63"/>
                <p:cNvCxnSpPr/>
                <p:nvPr/>
              </p:nvCxnSpPr>
              <p:spPr>
                <a:xfrm>
                  <a:off x="12729307" y="11384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15" name="Google Shape;715;p63"/>
                <p:cNvCxnSpPr/>
                <p:nvPr/>
              </p:nvCxnSpPr>
              <p:spPr>
                <a:xfrm>
                  <a:off x="12729307" y="7955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16" name="Google Shape;716;p63"/>
                <p:cNvCxnSpPr/>
                <p:nvPr/>
              </p:nvCxnSpPr>
              <p:spPr>
                <a:xfrm>
                  <a:off x="12729307" y="4526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17" name="Google Shape;717;p63"/>
                <p:cNvCxnSpPr/>
                <p:nvPr/>
              </p:nvCxnSpPr>
              <p:spPr>
                <a:xfrm>
                  <a:off x="12729307" y="1097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18" name="Google Shape;718;p63"/>
                <p:cNvCxnSpPr/>
                <p:nvPr/>
              </p:nvCxnSpPr>
              <p:spPr>
                <a:xfrm>
                  <a:off x="12729307" y="31958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19" name="Google Shape;719;p63"/>
                <p:cNvCxnSpPr/>
                <p:nvPr/>
              </p:nvCxnSpPr>
              <p:spPr>
                <a:xfrm>
                  <a:off x="12729307" y="35387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0" name="Google Shape;720;p63"/>
                <p:cNvCxnSpPr/>
                <p:nvPr/>
              </p:nvCxnSpPr>
              <p:spPr>
                <a:xfrm>
                  <a:off x="12729307" y="28529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1" name="Google Shape;721;p63"/>
                <p:cNvCxnSpPr/>
                <p:nvPr/>
              </p:nvCxnSpPr>
              <p:spPr>
                <a:xfrm>
                  <a:off x="12729307" y="25100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2" name="Google Shape;722;p63"/>
                <p:cNvCxnSpPr/>
                <p:nvPr/>
              </p:nvCxnSpPr>
              <p:spPr>
                <a:xfrm>
                  <a:off x="12729307" y="21671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3" name="Google Shape;723;p63"/>
                <p:cNvCxnSpPr/>
                <p:nvPr/>
              </p:nvCxnSpPr>
              <p:spPr>
                <a:xfrm>
                  <a:off x="12729307" y="49103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4" name="Google Shape;724;p63"/>
                <p:cNvCxnSpPr/>
                <p:nvPr/>
              </p:nvCxnSpPr>
              <p:spPr>
                <a:xfrm>
                  <a:off x="12729307" y="52532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5" name="Google Shape;725;p63"/>
                <p:cNvCxnSpPr/>
                <p:nvPr/>
              </p:nvCxnSpPr>
              <p:spPr>
                <a:xfrm>
                  <a:off x="12729307" y="45674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6" name="Google Shape;726;p63"/>
                <p:cNvCxnSpPr/>
                <p:nvPr/>
              </p:nvCxnSpPr>
              <p:spPr>
                <a:xfrm>
                  <a:off x="12729307" y="42245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7" name="Google Shape;727;p63"/>
                <p:cNvCxnSpPr/>
                <p:nvPr/>
              </p:nvCxnSpPr>
              <p:spPr>
                <a:xfrm>
                  <a:off x="12729307" y="38816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8" name="Google Shape;728;p63"/>
                <p:cNvCxnSpPr/>
                <p:nvPr/>
              </p:nvCxnSpPr>
              <p:spPr>
                <a:xfrm>
                  <a:off x="12729307" y="66248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29" name="Google Shape;729;p63"/>
                <p:cNvCxnSpPr/>
                <p:nvPr/>
              </p:nvCxnSpPr>
              <p:spPr>
                <a:xfrm>
                  <a:off x="12729307" y="62819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0" name="Google Shape;730;p63"/>
                <p:cNvCxnSpPr/>
                <p:nvPr/>
              </p:nvCxnSpPr>
              <p:spPr>
                <a:xfrm>
                  <a:off x="12729307" y="59390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1" name="Google Shape;731;p63"/>
                <p:cNvCxnSpPr/>
                <p:nvPr/>
              </p:nvCxnSpPr>
              <p:spPr>
                <a:xfrm>
                  <a:off x="12729307" y="55961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2" name="Google Shape;732;p63"/>
                <p:cNvCxnSpPr/>
                <p:nvPr/>
              </p:nvCxnSpPr>
              <p:spPr>
                <a:xfrm>
                  <a:off x="12729307" y="15956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3" name="Google Shape;733;p63"/>
                <p:cNvCxnSpPr/>
                <p:nvPr/>
              </p:nvCxnSpPr>
              <p:spPr>
                <a:xfrm>
                  <a:off x="12729307" y="19385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4" name="Google Shape;734;p63"/>
                <p:cNvCxnSpPr/>
                <p:nvPr/>
              </p:nvCxnSpPr>
              <p:spPr>
                <a:xfrm>
                  <a:off x="12729307" y="12527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5" name="Google Shape;735;p63"/>
                <p:cNvCxnSpPr/>
                <p:nvPr/>
              </p:nvCxnSpPr>
              <p:spPr>
                <a:xfrm>
                  <a:off x="12729307" y="9098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6" name="Google Shape;736;p63"/>
                <p:cNvCxnSpPr/>
                <p:nvPr/>
              </p:nvCxnSpPr>
              <p:spPr>
                <a:xfrm>
                  <a:off x="12729307" y="5669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7" name="Google Shape;737;p63"/>
                <p:cNvCxnSpPr/>
                <p:nvPr/>
              </p:nvCxnSpPr>
              <p:spPr>
                <a:xfrm>
                  <a:off x="12729307" y="2240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8" name="Google Shape;738;p63"/>
                <p:cNvCxnSpPr/>
                <p:nvPr/>
              </p:nvCxnSpPr>
              <p:spPr>
                <a:xfrm>
                  <a:off x="12729307" y="33101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39" name="Google Shape;739;p63"/>
                <p:cNvCxnSpPr/>
                <p:nvPr/>
              </p:nvCxnSpPr>
              <p:spPr>
                <a:xfrm>
                  <a:off x="12729307" y="36530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0" name="Google Shape;740;p63"/>
                <p:cNvCxnSpPr/>
                <p:nvPr/>
              </p:nvCxnSpPr>
              <p:spPr>
                <a:xfrm>
                  <a:off x="12729307" y="29672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1" name="Google Shape;741;p63"/>
                <p:cNvCxnSpPr/>
                <p:nvPr/>
              </p:nvCxnSpPr>
              <p:spPr>
                <a:xfrm>
                  <a:off x="12729307" y="26243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2" name="Google Shape;742;p63"/>
                <p:cNvCxnSpPr/>
                <p:nvPr/>
              </p:nvCxnSpPr>
              <p:spPr>
                <a:xfrm>
                  <a:off x="12729307" y="22814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3" name="Google Shape;743;p63"/>
                <p:cNvCxnSpPr/>
                <p:nvPr/>
              </p:nvCxnSpPr>
              <p:spPr>
                <a:xfrm>
                  <a:off x="12729307" y="50246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4" name="Google Shape;744;p63"/>
                <p:cNvCxnSpPr/>
                <p:nvPr/>
              </p:nvCxnSpPr>
              <p:spPr>
                <a:xfrm>
                  <a:off x="12729307" y="53675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5" name="Google Shape;745;p63"/>
                <p:cNvCxnSpPr/>
                <p:nvPr/>
              </p:nvCxnSpPr>
              <p:spPr>
                <a:xfrm>
                  <a:off x="12729307" y="46817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6" name="Google Shape;746;p63"/>
                <p:cNvCxnSpPr/>
                <p:nvPr/>
              </p:nvCxnSpPr>
              <p:spPr>
                <a:xfrm>
                  <a:off x="12729307" y="43388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7" name="Google Shape;747;p63"/>
                <p:cNvCxnSpPr/>
                <p:nvPr/>
              </p:nvCxnSpPr>
              <p:spPr>
                <a:xfrm>
                  <a:off x="12729307" y="39959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8" name="Google Shape;748;p63"/>
                <p:cNvCxnSpPr/>
                <p:nvPr/>
              </p:nvCxnSpPr>
              <p:spPr>
                <a:xfrm>
                  <a:off x="12729307" y="67391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49" name="Google Shape;749;p63"/>
                <p:cNvCxnSpPr/>
                <p:nvPr/>
              </p:nvCxnSpPr>
              <p:spPr>
                <a:xfrm>
                  <a:off x="12729307" y="63962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50" name="Google Shape;750;p63"/>
                <p:cNvCxnSpPr/>
                <p:nvPr/>
              </p:nvCxnSpPr>
              <p:spPr>
                <a:xfrm>
                  <a:off x="12729307" y="6053326"/>
                  <a:ext cx="12188952" cy="0"/>
                </a:xfrm>
                <a:prstGeom prst="straightConnector1">
                  <a:avLst/>
                </a:prstGeom>
                <a:noFill/>
                <a:ln w="9525" cap="rnd" cmpd="sng">
                  <a:solidFill>
                    <a:schemeClr val="accent3"/>
                  </a:solidFill>
                  <a:prstDash val="dash"/>
                  <a:round/>
                  <a:headEnd type="none" w="sm" len="sm"/>
                  <a:tailEnd type="none" w="sm" len="sm"/>
                </a:ln>
              </p:spPr>
            </p:cxnSp>
            <p:cxnSp>
              <p:nvCxnSpPr>
                <p:cNvPr id="751" name="Google Shape;751;p63"/>
                <p:cNvCxnSpPr/>
                <p:nvPr/>
              </p:nvCxnSpPr>
              <p:spPr>
                <a:xfrm>
                  <a:off x="12729307" y="5710426"/>
                  <a:ext cx="12188952" cy="0"/>
                </a:xfrm>
                <a:prstGeom prst="straightConnector1">
                  <a:avLst/>
                </a:prstGeom>
                <a:noFill/>
                <a:ln w="9525" cap="rnd" cmpd="sng">
                  <a:solidFill>
                    <a:schemeClr val="accent3"/>
                  </a:solidFill>
                  <a:prstDash val="dash"/>
                  <a:round/>
                  <a:headEnd type="none" w="sm" len="sm"/>
                  <a:tailEnd type="none" w="sm" len="sm"/>
                </a:ln>
              </p:spPr>
            </p:cxnSp>
          </p:grpSp>
        </p:grpSp>
        <p:grpSp>
          <p:nvGrpSpPr>
            <p:cNvPr id="752" name="Google Shape;752;p63"/>
            <p:cNvGrpSpPr/>
            <p:nvPr/>
          </p:nvGrpSpPr>
          <p:grpSpPr>
            <a:xfrm>
              <a:off x="970985" y="0"/>
              <a:ext cx="10247475" cy="6858000"/>
              <a:chOff x="971112" y="0"/>
              <a:chExt cx="10247475" cy="6858000"/>
            </a:xfrm>
          </p:grpSpPr>
          <p:cxnSp>
            <p:nvCxnSpPr>
              <p:cNvPr id="753" name="Google Shape;753;p63"/>
              <p:cNvCxnSpPr/>
              <p:nvPr/>
            </p:nvCxnSpPr>
            <p:spPr>
              <a:xfrm flipH="1">
                <a:off x="971112"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54" name="Google Shape;754;p63"/>
              <p:cNvCxnSpPr/>
              <p:nvPr/>
            </p:nvCxnSpPr>
            <p:spPr>
              <a:xfrm flipH="1">
                <a:off x="1902579"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55" name="Google Shape;755;p63"/>
              <p:cNvCxnSpPr/>
              <p:nvPr/>
            </p:nvCxnSpPr>
            <p:spPr>
              <a:xfrm flipH="1">
                <a:off x="2834046"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56" name="Google Shape;756;p63"/>
              <p:cNvCxnSpPr/>
              <p:nvPr/>
            </p:nvCxnSpPr>
            <p:spPr>
              <a:xfrm flipH="1">
                <a:off x="3765513"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57" name="Google Shape;757;p63"/>
              <p:cNvCxnSpPr/>
              <p:nvPr/>
            </p:nvCxnSpPr>
            <p:spPr>
              <a:xfrm flipH="1">
                <a:off x="4696980"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58" name="Google Shape;758;p63"/>
              <p:cNvCxnSpPr/>
              <p:nvPr/>
            </p:nvCxnSpPr>
            <p:spPr>
              <a:xfrm flipH="1">
                <a:off x="5628447"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59" name="Google Shape;759;p63"/>
              <p:cNvCxnSpPr/>
              <p:nvPr/>
            </p:nvCxnSpPr>
            <p:spPr>
              <a:xfrm flipH="1">
                <a:off x="6559914"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60" name="Google Shape;760;p63"/>
              <p:cNvCxnSpPr/>
              <p:nvPr/>
            </p:nvCxnSpPr>
            <p:spPr>
              <a:xfrm flipH="1">
                <a:off x="7491381"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61" name="Google Shape;761;p63"/>
              <p:cNvCxnSpPr/>
              <p:nvPr/>
            </p:nvCxnSpPr>
            <p:spPr>
              <a:xfrm flipH="1">
                <a:off x="8422848"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62" name="Google Shape;762;p63"/>
              <p:cNvCxnSpPr/>
              <p:nvPr/>
            </p:nvCxnSpPr>
            <p:spPr>
              <a:xfrm flipH="1">
                <a:off x="9354315"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63" name="Google Shape;763;p63"/>
              <p:cNvCxnSpPr/>
              <p:nvPr/>
            </p:nvCxnSpPr>
            <p:spPr>
              <a:xfrm flipH="1">
                <a:off x="10285782" y="0"/>
                <a:ext cx="1341"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764" name="Google Shape;764;p63"/>
              <p:cNvCxnSpPr/>
              <p:nvPr/>
            </p:nvCxnSpPr>
            <p:spPr>
              <a:xfrm flipH="1">
                <a:off x="11217246" y="0"/>
                <a:ext cx="1341" cy="6858000"/>
              </a:xfrm>
              <a:prstGeom prst="straightConnector1">
                <a:avLst/>
              </a:prstGeom>
              <a:noFill/>
              <a:ln w="9525" cap="flat" cmpd="sng">
                <a:solidFill>
                  <a:schemeClr val="accent2"/>
                </a:solidFill>
                <a:prstDash val="solid"/>
                <a:miter lim="800000"/>
                <a:headEnd type="none" w="sm" len="sm"/>
                <a:tailEnd type="none" w="sm" len="sm"/>
              </a:ln>
            </p:spPr>
          </p:cxnSp>
        </p:grpSp>
        <p:grpSp>
          <p:nvGrpSpPr>
            <p:cNvPr id="765" name="Google Shape;765;p63"/>
            <p:cNvGrpSpPr/>
            <p:nvPr/>
          </p:nvGrpSpPr>
          <p:grpSpPr>
            <a:xfrm>
              <a:off x="608758" y="448731"/>
              <a:ext cx="10971928" cy="5722842"/>
              <a:chOff x="608885" y="1604366"/>
              <a:chExt cx="10971928" cy="4567208"/>
            </a:xfrm>
          </p:grpSpPr>
          <p:sp>
            <p:nvSpPr>
              <p:cNvPr id="766" name="Google Shape;766;p63"/>
              <p:cNvSpPr/>
              <p:nvPr/>
            </p:nvSpPr>
            <p:spPr>
              <a:xfrm>
                <a:off x="608885"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67" name="Google Shape;767;p63"/>
              <p:cNvSpPr/>
              <p:nvPr/>
            </p:nvSpPr>
            <p:spPr>
              <a:xfrm>
                <a:off x="1540352"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68" name="Google Shape;768;p63"/>
              <p:cNvSpPr/>
              <p:nvPr/>
            </p:nvSpPr>
            <p:spPr>
              <a:xfrm>
                <a:off x="2471819"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69" name="Google Shape;769;p63"/>
              <p:cNvSpPr/>
              <p:nvPr/>
            </p:nvSpPr>
            <p:spPr>
              <a:xfrm>
                <a:off x="3403286"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70" name="Google Shape;770;p63"/>
              <p:cNvSpPr/>
              <p:nvPr/>
            </p:nvSpPr>
            <p:spPr>
              <a:xfrm>
                <a:off x="4334753"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71" name="Google Shape;771;p63"/>
              <p:cNvSpPr/>
              <p:nvPr/>
            </p:nvSpPr>
            <p:spPr>
              <a:xfrm>
                <a:off x="5266220"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72" name="Google Shape;772;p63"/>
              <p:cNvSpPr/>
              <p:nvPr/>
            </p:nvSpPr>
            <p:spPr>
              <a:xfrm>
                <a:off x="6197687"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73" name="Google Shape;773;p63"/>
              <p:cNvSpPr/>
              <p:nvPr/>
            </p:nvSpPr>
            <p:spPr>
              <a:xfrm>
                <a:off x="7129154"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74" name="Google Shape;774;p63"/>
              <p:cNvSpPr/>
              <p:nvPr/>
            </p:nvSpPr>
            <p:spPr>
              <a:xfrm>
                <a:off x="8060621"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75" name="Google Shape;775;p63"/>
              <p:cNvSpPr/>
              <p:nvPr/>
            </p:nvSpPr>
            <p:spPr>
              <a:xfrm>
                <a:off x="8992088"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76" name="Google Shape;776;p63"/>
              <p:cNvSpPr/>
              <p:nvPr/>
            </p:nvSpPr>
            <p:spPr>
              <a:xfrm>
                <a:off x="9923555"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777" name="Google Shape;777;p63"/>
              <p:cNvSpPr/>
              <p:nvPr/>
            </p:nvSpPr>
            <p:spPr>
              <a:xfrm>
                <a:off x="10855019" y="1604366"/>
                <a:ext cx="725794" cy="4567208"/>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End of Template">
  <p:cSld name="End of Template">
    <p:bg>
      <p:bgPr>
        <a:solidFill>
          <a:schemeClr val="accent6"/>
        </a:solidFill>
        <a:effectLst/>
      </p:bgPr>
    </p:bg>
    <p:spTree>
      <p:nvGrpSpPr>
        <p:cNvPr id="1" name="Shape 778"/>
        <p:cNvGrpSpPr/>
        <p:nvPr/>
      </p:nvGrpSpPr>
      <p:grpSpPr>
        <a:xfrm>
          <a:off x="0" y="0"/>
          <a:ext cx="0" cy="0"/>
          <a:chOff x="0" y="0"/>
          <a:chExt cx="0" cy="0"/>
        </a:xfrm>
      </p:grpSpPr>
      <p:sp>
        <p:nvSpPr>
          <p:cNvPr id="779" name="Google Shape;779;p64"/>
          <p:cNvSpPr txBox="1"/>
          <p:nvPr/>
        </p:nvSpPr>
        <p:spPr>
          <a:xfrm>
            <a:off x="606392" y="721895"/>
            <a:ext cx="10876547" cy="4880008"/>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5400"/>
              <a:buFont typeface="Arial"/>
              <a:buNone/>
            </a:pPr>
            <a:r>
              <a:rPr lang="en-US" sz="5400" b="0" i="0" u="none" strike="noStrike" cap="none">
                <a:solidFill>
                  <a:schemeClr val="dk2"/>
                </a:solidFill>
                <a:latin typeface="Arial"/>
                <a:ea typeface="Arial"/>
                <a:cs typeface="Arial"/>
                <a:sym typeface="Arial"/>
              </a:rPr>
              <a:t>DO NOT USE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5400"/>
              <a:buFont typeface="Arial"/>
              <a:buNone/>
            </a:pPr>
            <a:endParaRPr sz="5400" b="0" i="0" u="none" strike="noStrike" cap="none">
              <a:solidFill>
                <a:schemeClr val="dk2"/>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5400"/>
              <a:buFont typeface="Arial"/>
              <a:buNone/>
            </a:pPr>
            <a:r>
              <a:rPr lang="en-US" sz="5400" b="0" i="0" u="none" strike="noStrike" cap="none">
                <a:solidFill>
                  <a:schemeClr val="dk2"/>
                </a:solidFill>
                <a:latin typeface="Arial"/>
                <a:ea typeface="Arial"/>
                <a:cs typeface="Arial"/>
                <a:sym typeface="Arial"/>
              </a:rPr>
              <a:t>ALL LAYOUTS PAST THIS ARE NOT PART OF THIS TEMPLATE</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TENT | Quote (Aqua)">
  <p:cSld name="CONTENT | Quote (Aqua)">
    <p:spTree>
      <p:nvGrpSpPr>
        <p:cNvPr id="1" name="Shape 780"/>
        <p:cNvGrpSpPr/>
        <p:nvPr/>
      </p:nvGrpSpPr>
      <p:grpSpPr>
        <a:xfrm>
          <a:off x="0" y="0"/>
          <a:ext cx="0" cy="0"/>
          <a:chOff x="0" y="0"/>
          <a:chExt cx="0" cy="0"/>
        </a:xfrm>
      </p:grpSpPr>
      <p:pic>
        <p:nvPicPr>
          <p:cNvPr id="781" name="Google Shape;781;p65" descr="A blue and black background&#10;&#10;Description automatically generated"/>
          <p:cNvPicPr preferRelativeResize="0"/>
          <p:nvPr/>
        </p:nvPicPr>
        <p:blipFill rotWithShape="1">
          <a:blip r:embed="rId2">
            <a:alphaModFix/>
          </a:blip>
          <a:srcRect/>
          <a:stretch/>
        </p:blipFill>
        <p:spPr>
          <a:xfrm>
            <a:off x="1" y="199"/>
            <a:ext cx="12188825" cy="6857602"/>
          </a:xfrm>
          <a:prstGeom prst="rect">
            <a:avLst/>
          </a:prstGeom>
          <a:noFill/>
          <a:ln>
            <a:noFill/>
          </a:ln>
        </p:spPr>
      </p:pic>
      <p:sp>
        <p:nvSpPr>
          <p:cNvPr id="782" name="Google Shape;782;p65"/>
          <p:cNvSpPr txBox="1">
            <a:spLocks noGrp="1"/>
          </p:cNvSpPr>
          <p:nvPr>
            <p:ph type="body" idx="1"/>
          </p:nvPr>
        </p:nvSpPr>
        <p:spPr>
          <a:xfrm>
            <a:off x="660953" y="1550171"/>
            <a:ext cx="8616648" cy="2780531"/>
          </a:xfrm>
          <a:prstGeom prst="rect">
            <a:avLst/>
          </a:prstGeom>
          <a:noFill/>
          <a:ln>
            <a:noFill/>
          </a:ln>
        </p:spPr>
        <p:txBody>
          <a:bodyPr spcFirstLastPara="1" wrap="square" lIns="0" tIns="0" rIns="0" bIns="0" anchor="ctr" anchorCtr="0">
            <a:noAutofit/>
          </a:bodyPr>
          <a:lstStyle>
            <a:lvl1pPr marL="457200" lvl="0" indent="-228600" algn="l">
              <a:lnSpc>
                <a:spcPct val="89000"/>
              </a:lnSpc>
              <a:spcBef>
                <a:spcPts val="0"/>
              </a:spcBef>
              <a:spcAft>
                <a:spcPts val="0"/>
              </a:spcAft>
              <a:buSzPts val="4499"/>
              <a:buFont typeface="Arial"/>
              <a:buNone/>
              <a:defRPr sz="4999">
                <a:solidFill>
                  <a:schemeClr val="dk2"/>
                </a:solidFill>
                <a:latin typeface="Arial"/>
                <a:ea typeface="Arial"/>
                <a:cs typeface="Arial"/>
                <a:sym typeface="Arial"/>
              </a:defRPr>
            </a:lvl1pPr>
            <a:lvl2pPr marL="914400" lvl="1" indent="-514286" algn="l">
              <a:lnSpc>
                <a:spcPct val="100000"/>
              </a:lnSpc>
              <a:spcBef>
                <a:spcPts val="1200"/>
              </a:spcBef>
              <a:spcAft>
                <a:spcPts val="0"/>
              </a:spcAft>
              <a:buSzPts val="4499"/>
              <a:buChar char="•"/>
              <a:defRPr sz="4999"/>
            </a:lvl2pPr>
            <a:lvl3pPr marL="1371600" lvl="2" indent="-514286" algn="l">
              <a:lnSpc>
                <a:spcPct val="100000"/>
              </a:lnSpc>
              <a:spcBef>
                <a:spcPts val="1200"/>
              </a:spcBef>
              <a:spcAft>
                <a:spcPts val="0"/>
              </a:spcAft>
              <a:buSzPts val="4499"/>
              <a:buChar char="–"/>
              <a:defRPr sz="4999"/>
            </a:lvl3pPr>
            <a:lvl4pPr marL="1828800" lvl="3" indent="-514286" algn="l">
              <a:lnSpc>
                <a:spcPct val="100000"/>
              </a:lnSpc>
              <a:spcBef>
                <a:spcPts val="1200"/>
              </a:spcBef>
              <a:spcAft>
                <a:spcPts val="0"/>
              </a:spcAft>
              <a:buSzPts val="4499"/>
              <a:buChar char="•"/>
              <a:defRPr sz="4999"/>
            </a:lvl4pPr>
            <a:lvl5pPr marL="2286000" lvl="4" indent="-514286" algn="l">
              <a:lnSpc>
                <a:spcPct val="100000"/>
              </a:lnSpc>
              <a:spcBef>
                <a:spcPts val="1200"/>
              </a:spcBef>
              <a:spcAft>
                <a:spcPts val="0"/>
              </a:spcAft>
              <a:buSzPts val="4499"/>
              <a:buChar char="–"/>
              <a:defRPr sz="4999"/>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3" name="Google Shape;783;p65"/>
          <p:cNvSpPr txBox="1">
            <a:spLocks noGrp="1"/>
          </p:cNvSpPr>
          <p:nvPr>
            <p:ph type="body" idx="2"/>
          </p:nvPr>
        </p:nvSpPr>
        <p:spPr>
          <a:xfrm>
            <a:off x="1055484" y="5021963"/>
            <a:ext cx="5409667" cy="346728"/>
          </a:xfrm>
          <a:prstGeom prst="rect">
            <a:avLst/>
          </a:prstGeom>
          <a:noFill/>
          <a:ln>
            <a:noFill/>
          </a:ln>
        </p:spPr>
        <p:txBody>
          <a:bodyPr spcFirstLastPara="1" wrap="square" lIns="0" tIns="0" rIns="0" bIns="0" anchor="t" anchorCtr="0">
            <a:noAutofit/>
          </a:bodyPr>
          <a:lstStyle>
            <a:lvl1pPr marL="457200" lvl="0" indent="-331406" algn="l">
              <a:lnSpc>
                <a:spcPct val="100000"/>
              </a:lnSpc>
              <a:spcBef>
                <a:spcPts val="0"/>
              </a:spcBef>
              <a:spcAft>
                <a:spcPts val="0"/>
              </a:spcAft>
              <a:buSzPts val="1619"/>
              <a:buChar char="​"/>
              <a:defRPr sz="1799">
                <a:solidFill>
                  <a:schemeClr val="dk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NTENT | Quote (Lavender)">
  <p:cSld name="CONTENT | Quote (Lavender)">
    <p:spTree>
      <p:nvGrpSpPr>
        <p:cNvPr id="1" name="Shape 784"/>
        <p:cNvGrpSpPr/>
        <p:nvPr/>
      </p:nvGrpSpPr>
      <p:grpSpPr>
        <a:xfrm>
          <a:off x="0" y="0"/>
          <a:ext cx="0" cy="0"/>
          <a:chOff x="0" y="0"/>
          <a:chExt cx="0" cy="0"/>
        </a:xfrm>
      </p:grpSpPr>
      <p:pic>
        <p:nvPicPr>
          <p:cNvPr id="785" name="Google Shape;785;p66" descr="A blue and purple background&#10;&#10;Description automatically generated"/>
          <p:cNvPicPr preferRelativeResize="0"/>
          <p:nvPr/>
        </p:nvPicPr>
        <p:blipFill rotWithShape="1">
          <a:blip r:embed="rId2">
            <a:alphaModFix/>
          </a:blip>
          <a:srcRect/>
          <a:stretch/>
        </p:blipFill>
        <p:spPr>
          <a:xfrm>
            <a:off x="1" y="199"/>
            <a:ext cx="12188825" cy="6857602"/>
          </a:xfrm>
          <a:prstGeom prst="rect">
            <a:avLst/>
          </a:prstGeom>
          <a:noFill/>
          <a:ln>
            <a:noFill/>
          </a:ln>
        </p:spPr>
      </p:pic>
      <p:sp>
        <p:nvSpPr>
          <p:cNvPr id="786" name="Google Shape;786;p66"/>
          <p:cNvSpPr txBox="1">
            <a:spLocks noGrp="1"/>
          </p:cNvSpPr>
          <p:nvPr>
            <p:ph type="body" idx="1"/>
          </p:nvPr>
        </p:nvSpPr>
        <p:spPr>
          <a:xfrm>
            <a:off x="656239" y="1550171"/>
            <a:ext cx="8616648" cy="2780531"/>
          </a:xfrm>
          <a:prstGeom prst="rect">
            <a:avLst/>
          </a:prstGeom>
          <a:noFill/>
          <a:ln>
            <a:noFill/>
          </a:ln>
        </p:spPr>
        <p:txBody>
          <a:bodyPr spcFirstLastPara="1" wrap="square" lIns="0" tIns="0" rIns="0" bIns="0" anchor="ctr" anchorCtr="0">
            <a:noAutofit/>
          </a:bodyPr>
          <a:lstStyle>
            <a:lvl1pPr marL="457200" lvl="0" indent="-228600" algn="l">
              <a:lnSpc>
                <a:spcPct val="89000"/>
              </a:lnSpc>
              <a:spcBef>
                <a:spcPts val="0"/>
              </a:spcBef>
              <a:spcAft>
                <a:spcPts val="0"/>
              </a:spcAft>
              <a:buSzPts val="4499"/>
              <a:buFont typeface="Arial"/>
              <a:buNone/>
              <a:defRPr sz="4999">
                <a:solidFill>
                  <a:schemeClr val="dk2"/>
                </a:solidFill>
                <a:latin typeface="Arial"/>
                <a:ea typeface="Arial"/>
                <a:cs typeface="Arial"/>
                <a:sym typeface="Arial"/>
              </a:defRPr>
            </a:lvl1pPr>
            <a:lvl2pPr marL="914400" lvl="1" indent="-514286" algn="l">
              <a:lnSpc>
                <a:spcPct val="100000"/>
              </a:lnSpc>
              <a:spcBef>
                <a:spcPts val="1200"/>
              </a:spcBef>
              <a:spcAft>
                <a:spcPts val="0"/>
              </a:spcAft>
              <a:buSzPts val="4499"/>
              <a:buChar char="•"/>
              <a:defRPr sz="4999"/>
            </a:lvl2pPr>
            <a:lvl3pPr marL="1371600" lvl="2" indent="-514286" algn="l">
              <a:lnSpc>
                <a:spcPct val="100000"/>
              </a:lnSpc>
              <a:spcBef>
                <a:spcPts val="1200"/>
              </a:spcBef>
              <a:spcAft>
                <a:spcPts val="0"/>
              </a:spcAft>
              <a:buSzPts val="4499"/>
              <a:buChar char="–"/>
              <a:defRPr sz="4999"/>
            </a:lvl3pPr>
            <a:lvl4pPr marL="1828800" lvl="3" indent="-514286" algn="l">
              <a:lnSpc>
                <a:spcPct val="100000"/>
              </a:lnSpc>
              <a:spcBef>
                <a:spcPts val="1200"/>
              </a:spcBef>
              <a:spcAft>
                <a:spcPts val="0"/>
              </a:spcAft>
              <a:buSzPts val="4499"/>
              <a:buChar char="•"/>
              <a:defRPr sz="4999"/>
            </a:lvl4pPr>
            <a:lvl5pPr marL="2286000" lvl="4" indent="-514286" algn="l">
              <a:lnSpc>
                <a:spcPct val="100000"/>
              </a:lnSpc>
              <a:spcBef>
                <a:spcPts val="1200"/>
              </a:spcBef>
              <a:spcAft>
                <a:spcPts val="0"/>
              </a:spcAft>
              <a:buSzPts val="4499"/>
              <a:buChar char="–"/>
              <a:defRPr sz="4999"/>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787" name="Google Shape;787;p66"/>
          <p:cNvSpPr txBox="1">
            <a:spLocks noGrp="1"/>
          </p:cNvSpPr>
          <p:nvPr>
            <p:ph type="body" idx="2"/>
          </p:nvPr>
        </p:nvSpPr>
        <p:spPr>
          <a:xfrm>
            <a:off x="1050769" y="5021963"/>
            <a:ext cx="5409667" cy="346728"/>
          </a:xfrm>
          <a:prstGeom prst="rect">
            <a:avLst/>
          </a:prstGeom>
          <a:noFill/>
          <a:ln>
            <a:noFill/>
          </a:ln>
        </p:spPr>
        <p:txBody>
          <a:bodyPr spcFirstLastPara="1" wrap="square" lIns="0" tIns="0" rIns="0" bIns="0" anchor="t" anchorCtr="0">
            <a:noAutofit/>
          </a:bodyPr>
          <a:lstStyle>
            <a:lvl1pPr marL="457200" lvl="0" indent="-331406" algn="l">
              <a:lnSpc>
                <a:spcPct val="100000"/>
              </a:lnSpc>
              <a:spcBef>
                <a:spcPts val="0"/>
              </a:spcBef>
              <a:spcAft>
                <a:spcPts val="0"/>
              </a:spcAft>
              <a:buSzPts val="1619"/>
              <a:buChar char="​"/>
              <a:defRPr sz="1799">
                <a:solidFill>
                  <a:schemeClr val="dk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ONTENT | Title Only">
  <p:cSld name="CONTENT | Title Only">
    <p:spTree>
      <p:nvGrpSpPr>
        <p:cNvPr id="1" name="Shape 788"/>
        <p:cNvGrpSpPr/>
        <p:nvPr/>
      </p:nvGrpSpPr>
      <p:grpSpPr>
        <a:xfrm>
          <a:off x="0" y="0"/>
          <a:ext cx="0" cy="0"/>
          <a:chOff x="0" y="0"/>
          <a:chExt cx="0" cy="0"/>
        </a:xfrm>
      </p:grpSpPr>
      <p:sp>
        <p:nvSpPr>
          <p:cNvPr id="789" name="Google Shape;789;p68"/>
          <p:cNvSpPr txBox="1">
            <a:spLocks noGrp="1"/>
          </p:cNvSpPr>
          <p:nvPr>
            <p:ph type="title"/>
          </p:nvPr>
        </p:nvSpPr>
        <p:spPr>
          <a:xfrm>
            <a:off x="613069" y="726379"/>
            <a:ext cx="10962688" cy="416623"/>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Clr>
                <a:schemeClr val="dk1"/>
              </a:buClr>
              <a:buSzPts val="3999"/>
              <a:buFont typeface="Arial"/>
              <a:buNone/>
              <a:defRPr sz="39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790" name="Google Shape;790;p68"/>
          <p:cNvGrpSpPr/>
          <p:nvPr/>
        </p:nvGrpSpPr>
        <p:grpSpPr>
          <a:xfrm>
            <a:off x="1" y="6450012"/>
            <a:ext cx="12188825" cy="407988"/>
            <a:chOff x="0" y="6450012"/>
            <a:chExt cx="12188825" cy="407988"/>
          </a:xfrm>
        </p:grpSpPr>
        <p:sp>
          <p:nvSpPr>
            <p:cNvPr id="791" name="Google Shape;791;p68"/>
            <p:cNvSpPr/>
            <p:nvPr/>
          </p:nvSpPr>
          <p:spPr>
            <a:xfrm>
              <a:off x="0" y="6450012"/>
              <a:ext cx="12188825" cy="407988"/>
            </a:xfrm>
            <a:custGeom>
              <a:avLst/>
              <a:gdLst/>
              <a:ahLst/>
              <a:cxnLst/>
              <a:rect l="l" t="t" r="r" b="b"/>
              <a:pathLst>
                <a:path w="12188825" h="407988" extrusionOk="0">
                  <a:moveTo>
                    <a:pt x="12188825" y="0"/>
                  </a:moveTo>
                  <a:lnTo>
                    <a:pt x="12188825" y="407988"/>
                  </a:lnTo>
                  <a:lnTo>
                    <a:pt x="0" y="407988"/>
                  </a:lnTo>
                  <a:lnTo>
                    <a:pt x="0" y="65962"/>
                  </a:lnTo>
                  <a:lnTo>
                    <a:pt x="151110" y="84285"/>
                  </a:lnTo>
                  <a:cubicBezTo>
                    <a:pt x="2687535" y="496640"/>
                    <a:pt x="3715090" y="321904"/>
                    <a:pt x="5490317" y="145956"/>
                  </a:cubicBezTo>
                  <a:cubicBezTo>
                    <a:pt x="5942103" y="101215"/>
                    <a:pt x="6415146" y="87308"/>
                    <a:pt x="6858818" y="104238"/>
                  </a:cubicBezTo>
                  <a:cubicBezTo>
                    <a:pt x="7843552" y="141845"/>
                    <a:pt x="9019203" y="252492"/>
                    <a:pt x="9828478" y="239554"/>
                  </a:cubicBezTo>
                  <a:cubicBezTo>
                    <a:pt x="10287299" y="231815"/>
                    <a:pt x="11228517" y="165184"/>
                    <a:pt x="12188825" y="0"/>
                  </a:cubicBezTo>
                  <a:close/>
                </a:path>
              </a:pathLst>
            </a:custGeom>
            <a:gradFill>
              <a:gsLst>
                <a:gs pos="0">
                  <a:srgbClr val="004BD3">
                    <a:alpha val="48235"/>
                  </a:srgbClr>
                </a:gs>
                <a:gs pos="100000">
                  <a:srgbClr val="0037A8">
                    <a:alpha val="48235"/>
                  </a:srgbClr>
                </a:gs>
              </a:gsLst>
              <a:lin ang="16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sp>
          <p:nvSpPr>
            <p:cNvPr id="792" name="Google Shape;792;p68"/>
            <p:cNvSpPr/>
            <p:nvPr/>
          </p:nvSpPr>
          <p:spPr>
            <a:xfrm>
              <a:off x="0" y="6613780"/>
              <a:ext cx="12188825" cy="244220"/>
            </a:xfrm>
            <a:custGeom>
              <a:avLst/>
              <a:gdLst/>
              <a:ahLst/>
              <a:cxnLst/>
              <a:rect l="l" t="t" r="r" b="b"/>
              <a:pathLst>
                <a:path w="12329056" h="244220" extrusionOk="0">
                  <a:moveTo>
                    <a:pt x="12329056" y="0"/>
                  </a:moveTo>
                  <a:cubicBezTo>
                    <a:pt x="11531401" y="86718"/>
                    <a:pt x="10749603" y="121698"/>
                    <a:pt x="10368495" y="125761"/>
                  </a:cubicBezTo>
                  <a:cubicBezTo>
                    <a:pt x="9696292" y="132553"/>
                    <a:pt x="8719768" y="74466"/>
                    <a:pt x="7901824" y="54723"/>
                  </a:cubicBezTo>
                  <a:cubicBezTo>
                    <a:pt x="7533300" y="45835"/>
                    <a:pt x="7140379" y="53136"/>
                    <a:pt x="6765113" y="76624"/>
                  </a:cubicBezTo>
                  <a:cubicBezTo>
                    <a:pt x="5290568" y="168993"/>
                    <a:pt x="4437056" y="260726"/>
                    <a:pt x="2330241" y="44248"/>
                  </a:cubicBezTo>
                  <a:cubicBezTo>
                    <a:pt x="1607317" y="-30091"/>
                    <a:pt x="687163" y="41010"/>
                    <a:pt x="0" y="72879"/>
                  </a:cubicBezTo>
                  <a:lnTo>
                    <a:pt x="0" y="244221"/>
                  </a:lnTo>
                  <a:lnTo>
                    <a:pt x="12329056" y="244221"/>
                  </a:lnTo>
                  <a:lnTo>
                    <a:pt x="12329056" y="0"/>
                  </a:lnTo>
                  <a:close/>
                </a:path>
              </a:pathLst>
            </a:custGeom>
            <a:gradFill>
              <a:gsLst>
                <a:gs pos="0">
                  <a:srgbClr val="004BD3">
                    <a:alpha val="48235"/>
                  </a:srgbClr>
                </a:gs>
                <a:gs pos="100000">
                  <a:srgbClr val="0037A8">
                    <a:alpha val="48235"/>
                  </a:srgbClr>
                </a:gs>
              </a:gsLst>
              <a:lin ang="16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ONTENT | Thank You">
  <p:cSld name="CONTENT | Thank You">
    <p:spTree>
      <p:nvGrpSpPr>
        <p:cNvPr id="1" name="Shape 793"/>
        <p:cNvGrpSpPr/>
        <p:nvPr/>
      </p:nvGrpSpPr>
      <p:grpSpPr>
        <a:xfrm>
          <a:off x="0" y="0"/>
          <a:ext cx="0" cy="0"/>
          <a:chOff x="0" y="0"/>
          <a:chExt cx="0" cy="0"/>
        </a:xfrm>
      </p:grpSpPr>
      <p:pic>
        <p:nvPicPr>
          <p:cNvPr id="794" name="Google Shape;794;p69" descr="A picture containing electric blue, sky, blue, azure&#10;&#10;Description automatically generated"/>
          <p:cNvPicPr preferRelativeResize="0"/>
          <p:nvPr/>
        </p:nvPicPr>
        <p:blipFill rotWithShape="1">
          <a:blip r:embed="rId2">
            <a:alphaModFix/>
          </a:blip>
          <a:srcRect/>
          <a:stretch/>
        </p:blipFill>
        <p:spPr>
          <a:xfrm>
            <a:off x="1" y="1786"/>
            <a:ext cx="12188825" cy="6856214"/>
          </a:xfrm>
          <a:prstGeom prst="rect">
            <a:avLst/>
          </a:prstGeom>
          <a:noFill/>
          <a:ln>
            <a:noFill/>
          </a:ln>
        </p:spPr>
      </p:pic>
      <p:pic>
        <p:nvPicPr>
          <p:cNvPr id="795" name="Google Shape;795;p69" descr="A colorful waves on a black background&#10;&#10;Description automatically generated with low confidence"/>
          <p:cNvPicPr preferRelativeResize="0"/>
          <p:nvPr/>
        </p:nvPicPr>
        <p:blipFill rotWithShape="1">
          <a:blip r:embed="rId3">
            <a:alphaModFix/>
          </a:blip>
          <a:srcRect/>
          <a:stretch/>
        </p:blipFill>
        <p:spPr>
          <a:xfrm>
            <a:off x="-1" y="893"/>
            <a:ext cx="12188825" cy="6856214"/>
          </a:xfrm>
          <a:prstGeom prst="rect">
            <a:avLst/>
          </a:prstGeom>
          <a:noFill/>
          <a:ln>
            <a:noFill/>
          </a:ln>
        </p:spPr>
      </p:pic>
      <p:sp>
        <p:nvSpPr>
          <p:cNvPr id="796" name="Google Shape;796;p69"/>
          <p:cNvSpPr txBox="1"/>
          <p:nvPr/>
        </p:nvSpPr>
        <p:spPr>
          <a:xfrm>
            <a:off x="554285" y="2210205"/>
            <a:ext cx="5997329" cy="99719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dk2"/>
              </a:buClr>
              <a:buSzPts val="7198"/>
              <a:buFont typeface="Arial"/>
              <a:buNone/>
            </a:pPr>
            <a:r>
              <a:rPr lang="en-US" sz="7198" b="0" i="0" u="none" strike="noStrike" cap="none">
                <a:solidFill>
                  <a:schemeClr val="dk2"/>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
        <p:nvSpPr>
          <p:cNvPr id="797" name="Google Shape;797;p69"/>
          <p:cNvSpPr/>
          <p:nvPr/>
        </p:nvSpPr>
        <p:spPr>
          <a:xfrm>
            <a:off x="616954" y="457200"/>
            <a:ext cx="1681752" cy="220847"/>
          </a:xfrm>
          <a:custGeom>
            <a:avLst/>
            <a:gdLst/>
            <a:ahLst/>
            <a:cxnLst/>
            <a:rect l="l" t="t" r="r" b="b"/>
            <a:pathLst>
              <a:path w="1681752" h="220847" extrusionOk="0">
                <a:moveTo>
                  <a:pt x="766444" y="76880"/>
                </a:moveTo>
                <a:cubicBezTo>
                  <a:pt x="766444" y="120306"/>
                  <a:pt x="732084" y="150586"/>
                  <a:pt x="684940" y="150586"/>
                </a:cubicBezTo>
                <a:lnTo>
                  <a:pt x="598722" y="150586"/>
                </a:lnTo>
                <a:lnTo>
                  <a:pt x="598722" y="217765"/>
                </a:lnTo>
                <a:lnTo>
                  <a:pt x="545323" y="217765"/>
                </a:lnTo>
                <a:lnTo>
                  <a:pt x="545323" y="3173"/>
                </a:lnTo>
                <a:lnTo>
                  <a:pt x="684940" y="3173"/>
                </a:lnTo>
                <a:cubicBezTo>
                  <a:pt x="732084" y="3173"/>
                  <a:pt x="766444" y="33454"/>
                  <a:pt x="766444" y="76880"/>
                </a:cubicBezTo>
                <a:close/>
                <a:moveTo>
                  <a:pt x="713045" y="76880"/>
                </a:moveTo>
                <a:cubicBezTo>
                  <a:pt x="713045" y="61921"/>
                  <a:pt x="698358" y="51858"/>
                  <a:pt x="679954" y="51858"/>
                </a:cubicBezTo>
                <a:lnTo>
                  <a:pt x="598722" y="51858"/>
                </a:lnTo>
                <a:lnTo>
                  <a:pt x="598722" y="101811"/>
                </a:lnTo>
                <a:lnTo>
                  <a:pt x="679954" y="101811"/>
                </a:lnTo>
                <a:cubicBezTo>
                  <a:pt x="698358" y="101811"/>
                  <a:pt x="713045" y="91839"/>
                  <a:pt x="713045" y="76789"/>
                </a:cubicBezTo>
                <a:close/>
                <a:moveTo>
                  <a:pt x="460555" y="3173"/>
                </a:moveTo>
                <a:lnTo>
                  <a:pt x="384673" y="79056"/>
                </a:lnTo>
                <a:lnTo>
                  <a:pt x="308790" y="3173"/>
                </a:lnTo>
                <a:lnTo>
                  <a:pt x="241338" y="3173"/>
                </a:lnTo>
                <a:lnTo>
                  <a:pt x="348590" y="110424"/>
                </a:lnTo>
                <a:lnTo>
                  <a:pt x="241338" y="217675"/>
                </a:lnTo>
                <a:lnTo>
                  <a:pt x="308790" y="217675"/>
                </a:lnTo>
                <a:lnTo>
                  <a:pt x="384673" y="141792"/>
                </a:lnTo>
                <a:lnTo>
                  <a:pt x="460555" y="217675"/>
                </a:lnTo>
                <a:lnTo>
                  <a:pt x="527282" y="217675"/>
                </a:lnTo>
                <a:lnTo>
                  <a:pt x="420030" y="110424"/>
                </a:lnTo>
                <a:lnTo>
                  <a:pt x="527282" y="3173"/>
                </a:lnTo>
                <a:lnTo>
                  <a:pt x="460555" y="3173"/>
                </a:lnTo>
                <a:close/>
                <a:moveTo>
                  <a:pt x="1640502" y="50951"/>
                </a:moveTo>
                <a:lnTo>
                  <a:pt x="1675497" y="3173"/>
                </a:lnTo>
                <a:lnTo>
                  <a:pt x="1455555" y="3173"/>
                </a:lnTo>
                <a:lnTo>
                  <a:pt x="1455555" y="217675"/>
                </a:lnTo>
                <a:lnTo>
                  <a:pt x="1633974" y="217675"/>
                </a:lnTo>
                <a:lnTo>
                  <a:pt x="1681753" y="169897"/>
                </a:lnTo>
                <a:lnTo>
                  <a:pt x="1509044" y="169897"/>
                </a:lnTo>
                <a:lnTo>
                  <a:pt x="1509044" y="132092"/>
                </a:lnTo>
                <a:lnTo>
                  <a:pt x="1602697" y="132092"/>
                </a:lnTo>
                <a:lnTo>
                  <a:pt x="1602697" y="84314"/>
                </a:lnTo>
                <a:lnTo>
                  <a:pt x="1509044" y="84314"/>
                </a:lnTo>
                <a:lnTo>
                  <a:pt x="1509044" y="50860"/>
                </a:lnTo>
                <a:lnTo>
                  <a:pt x="1640502" y="50860"/>
                </a:lnTo>
                <a:close/>
                <a:moveTo>
                  <a:pt x="194195" y="50951"/>
                </a:moveTo>
                <a:lnTo>
                  <a:pt x="231547" y="3173"/>
                </a:lnTo>
                <a:lnTo>
                  <a:pt x="0" y="3173"/>
                </a:lnTo>
                <a:lnTo>
                  <a:pt x="0" y="217675"/>
                </a:lnTo>
                <a:lnTo>
                  <a:pt x="202626" y="217675"/>
                </a:lnTo>
                <a:lnTo>
                  <a:pt x="250404" y="169897"/>
                </a:lnTo>
                <a:lnTo>
                  <a:pt x="53399" y="169897"/>
                </a:lnTo>
                <a:lnTo>
                  <a:pt x="53399" y="132092"/>
                </a:lnTo>
                <a:lnTo>
                  <a:pt x="147051" y="132092"/>
                </a:lnTo>
                <a:lnTo>
                  <a:pt x="147051" y="84314"/>
                </a:lnTo>
                <a:lnTo>
                  <a:pt x="53399" y="84314"/>
                </a:lnTo>
                <a:lnTo>
                  <a:pt x="53399" y="50860"/>
                </a:lnTo>
                <a:lnTo>
                  <a:pt x="194195" y="50860"/>
                </a:lnTo>
                <a:close/>
                <a:moveTo>
                  <a:pt x="932897" y="169716"/>
                </a:moveTo>
                <a:lnTo>
                  <a:pt x="980584" y="217312"/>
                </a:lnTo>
                <a:lnTo>
                  <a:pt x="786752" y="217312"/>
                </a:lnTo>
                <a:lnTo>
                  <a:pt x="786752" y="3536"/>
                </a:lnTo>
                <a:lnTo>
                  <a:pt x="839698" y="3536"/>
                </a:lnTo>
                <a:lnTo>
                  <a:pt x="839698" y="169716"/>
                </a:lnTo>
                <a:lnTo>
                  <a:pt x="932897" y="169716"/>
                </a:lnTo>
                <a:close/>
                <a:moveTo>
                  <a:pt x="954564" y="110243"/>
                </a:moveTo>
                <a:cubicBezTo>
                  <a:pt x="954564" y="50316"/>
                  <a:pt x="1007057" y="0"/>
                  <a:pt x="1069159" y="0"/>
                </a:cubicBezTo>
                <a:cubicBezTo>
                  <a:pt x="1131262" y="0"/>
                  <a:pt x="1184117" y="50316"/>
                  <a:pt x="1184117" y="110243"/>
                </a:cubicBezTo>
                <a:cubicBezTo>
                  <a:pt x="1184117" y="170169"/>
                  <a:pt x="1131624" y="220848"/>
                  <a:pt x="1069159" y="220848"/>
                </a:cubicBezTo>
                <a:cubicBezTo>
                  <a:pt x="1006694" y="220848"/>
                  <a:pt x="954564" y="170169"/>
                  <a:pt x="954564" y="110243"/>
                </a:cubicBezTo>
                <a:close/>
                <a:moveTo>
                  <a:pt x="1129449" y="110243"/>
                </a:moveTo>
                <a:cubicBezTo>
                  <a:pt x="1129449" y="76698"/>
                  <a:pt x="1101797" y="48140"/>
                  <a:pt x="1069159" y="48140"/>
                </a:cubicBezTo>
                <a:cubicBezTo>
                  <a:pt x="1036522" y="48140"/>
                  <a:pt x="1008870" y="76698"/>
                  <a:pt x="1008870" y="110243"/>
                </a:cubicBezTo>
                <a:cubicBezTo>
                  <a:pt x="1008870" y="143787"/>
                  <a:pt x="1036522" y="172707"/>
                  <a:pt x="1069159" y="172707"/>
                </a:cubicBezTo>
                <a:cubicBezTo>
                  <a:pt x="1101797" y="172707"/>
                  <a:pt x="1129449" y="144149"/>
                  <a:pt x="1129449" y="110243"/>
                </a:cubicBezTo>
                <a:close/>
                <a:moveTo>
                  <a:pt x="1426906" y="80506"/>
                </a:moveTo>
                <a:cubicBezTo>
                  <a:pt x="1426906" y="79328"/>
                  <a:pt x="1426997" y="78058"/>
                  <a:pt x="1426997" y="76789"/>
                </a:cubicBezTo>
                <a:lnTo>
                  <a:pt x="1426997" y="76789"/>
                </a:lnTo>
                <a:cubicBezTo>
                  <a:pt x="1426997" y="33363"/>
                  <a:pt x="1392636" y="3082"/>
                  <a:pt x="1345493" y="3082"/>
                </a:cubicBezTo>
                <a:lnTo>
                  <a:pt x="1205875" y="3082"/>
                </a:lnTo>
                <a:lnTo>
                  <a:pt x="1205875" y="217675"/>
                </a:lnTo>
                <a:lnTo>
                  <a:pt x="1259275" y="217675"/>
                </a:lnTo>
                <a:lnTo>
                  <a:pt x="1259275" y="150496"/>
                </a:lnTo>
                <a:lnTo>
                  <a:pt x="1294451" y="150496"/>
                </a:lnTo>
                <a:lnTo>
                  <a:pt x="1361721" y="217675"/>
                </a:lnTo>
                <a:lnTo>
                  <a:pt x="1426997" y="217675"/>
                </a:lnTo>
                <a:lnTo>
                  <a:pt x="1358910" y="149680"/>
                </a:lnTo>
                <a:cubicBezTo>
                  <a:pt x="1397804" y="144693"/>
                  <a:pt x="1425274" y="117767"/>
                  <a:pt x="1426906" y="80506"/>
                </a:cubicBezTo>
                <a:close/>
                <a:moveTo>
                  <a:pt x="1259275" y="101811"/>
                </a:moveTo>
                <a:lnTo>
                  <a:pt x="1259275" y="51858"/>
                </a:lnTo>
                <a:lnTo>
                  <a:pt x="1340506" y="51858"/>
                </a:lnTo>
                <a:cubicBezTo>
                  <a:pt x="1358910" y="51858"/>
                  <a:pt x="1373597" y="61830"/>
                  <a:pt x="1373597" y="76880"/>
                </a:cubicBezTo>
                <a:cubicBezTo>
                  <a:pt x="1373597" y="91929"/>
                  <a:pt x="1358910" y="101902"/>
                  <a:pt x="1340506" y="101902"/>
                </a:cubicBezTo>
                <a:lnTo>
                  <a:pt x="1259275" y="10190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SECTION | Innovation 2 (Ember)">
  <p:cSld name="SECTION | Innovation 2 (Ember)">
    <p:spTree>
      <p:nvGrpSpPr>
        <p:cNvPr id="1" name="Shape 798"/>
        <p:cNvGrpSpPr/>
        <p:nvPr/>
      </p:nvGrpSpPr>
      <p:grpSpPr>
        <a:xfrm>
          <a:off x="0" y="0"/>
          <a:ext cx="0" cy="0"/>
          <a:chOff x="0" y="0"/>
          <a:chExt cx="0" cy="0"/>
        </a:xfrm>
      </p:grpSpPr>
      <p:pic>
        <p:nvPicPr>
          <p:cNvPr id="799" name="Google Shape;799;p74" descr="A picture containing electric blue, sky, blue, azure&#10;&#10;Description automatically generated"/>
          <p:cNvPicPr preferRelativeResize="0"/>
          <p:nvPr/>
        </p:nvPicPr>
        <p:blipFill rotWithShape="1">
          <a:blip r:embed="rId2">
            <a:alphaModFix/>
          </a:blip>
          <a:srcRect/>
          <a:stretch/>
        </p:blipFill>
        <p:spPr>
          <a:xfrm>
            <a:off x="1" y="1786"/>
            <a:ext cx="12188825" cy="6856214"/>
          </a:xfrm>
          <a:prstGeom prst="rect">
            <a:avLst/>
          </a:prstGeom>
          <a:noFill/>
          <a:ln>
            <a:noFill/>
          </a:ln>
        </p:spPr>
      </p:pic>
      <p:pic>
        <p:nvPicPr>
          <p:cNvPr id="800" name="Google Shape;800;p74" descr="A screenshot of a video game&#10;&#10;Description automatically generated with medium confidence"/>
          <p:cNvPicPr preferRelativeResize="0"/>
          <p:nvPr/>
        </p:nvPicPr>
        <p:blipFill rotWithShape="1">
          <a:blip r:embed="rId3">
            <a:alphaModFix/>
          </a:blip>
          <a:srcRect l="23743"/>
          <a:stretch/>
        </p:blipFill>
        <p:spPr>
          <a:xfrm>
            <a:off x="6987489" y="2117"/>
            <a:ext cx="5205094" cy="3839480"/>
          </a:xfrm>
          <a:prstGeom prst="rect">
            <a:avLst/>
          </a:prstGeom>
          <a:noFill/>
          <a:ln>
            <a:noFill/>
          </a:ln>
        </p:spPr>
      </p:pic>
      <p:pic>
        <p:nvPicPr>
          <p:cNvPr id="801" name="Google Shape;801;p74" descr="A screenshot of a video game&#10;&#10;Description automatically generated with medium confidence"/>
          <p:cNvPicPr preferRelativeResize="0"/>
          <p:nvPr/>
        </p:nvPicPr>
        <p:blipFill rotWithShape="1">
          <a:blip r:embed="rId4">
            <a:alphaModFix/>
          </a:blip>
          <a:srcRect/>
          <a:stretch/>
        </p:blipFill>
        <p:spPr>
          <a:xfrm>
            <a:off x="5331708" y="4873146"/>
            <a:ext cx="1655782" cy="1733173"/>
          </a:xfrm>
          <a:prstGeom prst="rect">
            <a:avLst/>
          </a:prstGeom>
          <a:noFill/>
          <a:ln>
            <a:noFill/>
          </a:ln>
        </p:spPr>
      </p:pic>
      <p:sp>
        <p:nvSpPr>
          <p:cNvPr id="802" name="Google Shape;802;p74"/>
          <p:cNvSpPr txBox="1">
            <a:spLocks noGrp="1"/>
          </p:cNvSpPr>
          <p:nvPr>
            <p:ph type="title"/>
          </p:nvPr>
        </p:nvSpPr>
        <p:spPr>
          <a:xfrm>
            <a:off x="611857" y="1899920"/>
            <a:ext cx="5025357" cy="122936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2800"/>
              <a:buNone/>
              <a:defRPr sz="5498" b="0" cap="none">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3" name="Google Shape;803;p74"/>
          <p:cNvSpPr txBox="1">
            <a:spLocks noGrp="1"/>
          </p:cNvSpPr>
          <p:nvPr>
            <p:ph type="subTitle" idx="1"/>
          </p:nvPr>
        </p:nvSpPr>
        <p:spPr>
          <a:xfrm>
            <a:off x="611857" y="3132318"/>
            <a:ext cx="5010327" cy="700882"/>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1999">
                <a:solidFill>
                  <a:schemeClr val="lt2"/>
                </a:solidFill>
                <a:latin typeface="Arial"/>
                <a:ea typeface="Arial"/>
                <a:cs typeface="Arial"/>
                <a:sym typeface="Arial"/>
              </a:defRPr>
            </a:lvl1pPr>
            <a:lvl2pPr lvl="1" algn="ctr">
              <a:lnSpc>
                <a:spcPct val="100000"/>
              </a:lnSpc>
              <a:spcBef>
                <a:spcPts val="1200"/>
              </a:spcBef>
              <a:spcAft>
                <a:spcPts val="0"/>
              </a:spcAft>
              <a:buSzPts val="1620"/>
              <a:buNone/>
              <a:defRPr sz="1999"/>
            </a:lvl2pPr>
            <a:lvl3pPr lvl="2" algn="ctr">
              <a:lnSpc>
                <a:spcPct val="100000"/>
              </a:lnSpc>
              <a:spcBef>
                <a:spcPts val="1200"/>
              </a:spcBef>
              <a:spcAft>
                <a:spcPts val="0"/>
              </a:spcAft>
              <a:buSzPts val="1440"/>
              <a:buNone/>
              <a:defRPr sz="1799"/>
            </a:lvl3pPr>
            <a:lvl4pPr lvl="3" algn="ctr">
              <a:lnSpc>
                <a:spcPct val="100000"/>
              </a:lnSpc>
              <a:spcBef>
                <a:spcPts val="1200"/>
              </a:spcBef>
              <a:spcAft>
                <a:spcPts val="0"/>
              </a:spcAft>
              <a:buSzPts val="1260"/>
              <a:buNone/>
              <a:defRPr sz="1600"/>
            </a:lvl4pPr>
            <a:lvl5pPr lvl="4" algn="ctr">
              <a:lnSpc>
                <a:spcPct val="100000"/>
              </a:lnSpc>
              <a:spcBef>
                <a:spcPts val="1200"/>
              </a:spcBef>
              <a:spcAft>
                <a:spcPts val="0"/>
              </a:spcAft>
              <a:buSzPts val="1260"/>
              <a:buNone/>
              <a:defRPr sz="1600"/>
            </a:lvl5pPr>
            <a:lvl6pPr lvl="5" algn="ctr">
              <a:lnSpc>
                <a:spcPct val="100000"/>
              </a:lnSpc>
              <a:spcBef>
                <a:spcPts val="1200"/>
              </a:spcBef>
              <a:spcAft>
                <a:spcPts val="0"/>
              </a:spcAft>
              <a:buSzPts val="1260"/>
              <a:buNone/>
              <a:defRPr sz="1600"/>
            </a:lvl6pPr>
            <a:lvl7pPr lvl="6" algn="ctr">
              <a:lnSpc>
                <a:spcPct val="100000"/>
              </a:lnSpc>
              <a:spcBef>
                <a:spcPts val="1200"/>
              </a:spcBef>
              <a:spcAft>
                <a:spcPts val="0"/>
              </a:spcAft>
              <a:buSzPts val="1260"/>
              <a:buNone/>
              <a:defRPr sz="1600"/>
            </a:lvl7pPr>
            <a:lvl8pPr lvl="7" algn="ctr">
              <a:lnSpc>
                <a:spcPct val="100000"/>
              </a:lnSpc>
              <a:spcBef>
                <a:spcPts val="1200"/>
              </a:spcBef>
              <a:spcAft>
                <a:spcPts val="0"/>
              </a:spcAft>
              <a:buSzPts val="1260"/>
              <a:buNone/>
              <a:defRPr sz="1600"/>
            </a:lvl8pPr>
            <a:lvl9pPr lvl="8" algn="ctr">
              <a:lnSpc>
                <a:spcPct val="100000"/>
              </a:lnSpc>
              <a:spcBef>
                <a:spcPts val="1200"/>
              </a:spcBef>
              <a:spcAft>
                <a:spcPts val="1200"/>
              </a:spcAft>
              <a:buSzPts val="1260"/>
              <a:buNone/>
              <a:defRPr sz="1600"/>
            </a:lvl9pPr>
          </a:lstStyle>
          <a:p>
            <a:endParaRPr/>
          </a:p>
        </p:txBody>
      </p:sp>
      <p:pic>
        <p:nvPicPr>
          <p:cNvPr id="804" name="Google Shape;804;p74" descr="A city in a circle&#10;&#10;Description automatically generated"/>
          <p:cNvPicPr preferRelativeResize="0"/>
          <p:nvPr/>
        </p:nvPicPr>
        <p:blipFill rotWithShape="1">
          <a:blip r:embed="rId5">
            <a:alphaModFix/>
          </a:blip>
          <a:srcRect/>
          <a:stretch/>
        </p:blipFill>
        <p:spPr>
          <a:xfrm>
            <a:off x="5827095" y="909320"/>
            <a:ext cx="5671560" cy="5262880"/>
          </a:xfrm>
          <a:prstGeom prst="rect">
            <a:avLst/>
          </a:prstGeom>
          <a:noFill/>
          <a:ln>
            <a:noFill/>
          </a:ln>
        </p:spPr>
      </p:pic>
      <p:sp>
        <p:nvSpPr>
          <p:cNvPr id="805" name="Google Shape;805;p74"/>
          <p:cNvSpPr/>
          <p:nvPr/>
        </p:nvSpPr>
        <p:spPr>
          <a:xfrm>
            <a:off x="611857" y="6249928"/>
            <a:ext cx="1203946" cy="158102"/>
          </a:xfrm>
          <a:custGeom>
            <a:avLst/>
            <a:gdLst/>
            <a:ahLst/>
            <a:cxnLst/>
            <a:rect l="l" t="t" r="r" b="b"/>
            <a:pathLst>
              <a:path w="1203946" h="158102" extrusionOk="0">
                <a:moveTo>
                  <a:pt x="548688" y="55037"/>
                </a:moveTo>
                <a:cubicBezTo>
                  <a:pt x="548688" y="86126"/>
                  <a:pt x="524090" y="107803"/>
                  <a:pt x="490340" y="107803"/>
                </a:cubicBezTo>
                <a:lnTo>
                  <a:pt x="428618" y="107803"/>
                </a:lnTo>
                <a:lnTo>
                  <a:pt x="428618" y="155896"/>
                </a:lnTo>
                <a:lnTo>
                  <a:pt x="390390" y="155896"/>
                </a:lnTo>
                <a:lnTo>
                  <a:pt x="390390" y="2272"/>
                </a:lnTo>
                <a:lnTo>
                  <a:pt x="490340" y="2272"/>
                </a:lnTo>
                <a:cubicBezTo>
                  <a:pt x="524090" y="2272"/>
                  <a:pt x="548688" y="23949"/>
                  <a:pt x="548688" y="55037"/>
                </a:cubicBezTo>
                <a:close/>
                <a:moveTo>
                  <a:pt x="510460" y="55037"/>
                </a:moveTo>
                <a:cubicBezTo>
                  <a:pt x="510460" y="44328"/>
                  <a:pt x="499946" y="37124"/>
                  <a:pt x="486771" y="37124"/>
                </a:cubicBezTo>
                <a:lnTo>
                  <a:pt x="428618" y="37124"/>
                </a:lnTo>
                <a:lnTo>
                  <a:pt x="428618" y="72886"/>
                </a:lnTo>
                <a:lnTo>
                  <a:pt x="486771" y="72886"/>
                </a:lnTo>
                <a:cubicBezTo>
                  <a:pt x="499946" y="72886"/>
                  <a:pt x="510460" y="65746"/>
                  <a:pt x="510460" y="54972"/>
                </a:cubicBezTo>
                <a:close/>
                <a:moveTo>
                  <a:pt x="329706" y="2272"/>
                </a:moveTo>
                <a:lnTo>
                  <a:pt x="275382" y="56595"/>
                </a:lnTo>
                <a:lnTo>
                  <a:pt x="221059" y="2272"/>
                </a:lnTo>
                <a:lnTo>
                  <a:pt x="172771" y="2272"/>
                </a:lnTo>
                <a:lnTo>
                  <a:pt x="249551" y="79051"/>
                </a:lnTo>
                <a:lnTo>
                  <a:pt x="172771" y="155831"/>
                </a:lnTo>
                <a:lnTo>
                  <a:pt x="221059" y="155831"/>
                </a:lnTo>
                <a:lnTo>
                  <a:pt x="275382" y="101508"/>
                </a:lnTo>
                <a:lnTo>
                  <a:pt x="329706" y="155831"/>
                </a:lnTo>
                <a:lnTo>
                  <a:pt x="377474" y="155831"/>
                </a:lnTo>
                <a:lnTo>
                  <a:pt x="300695" y="79051"/>
                </a:lnTo>
                <a:lnTo>
                  <a:pt x="377474" y="2272"/>
                </a:lnTo>
                <a:lnTo>
                  <a:pt x="329706" y="2272"/>
                </a:lnTo>
                <a:close/>
                <a:moveTo>
                  <a:pt x="1174415" y="36475"/>
                </a:moveTo>
                <a:lnTo>
                  <a:pt x="1199468" y="2272"/>
                </a:lnTo>
                <a:lnTo>
                  <a:pt x="1042014" y="2272"/>
                </a:lnTo>
                <a:lnTo>
                  <a:pt x="1042014" y="155831"/>
                </a:lnTo>
                <a:lnTo>
                  <a:pt x="1169742" y="155831"/>
                </a:lnTo>
                <a:lnTo>
                  <a:pt x="1203946" y="121627"/>
                </a:lnTo>
                <a:lnTo>
                  <a:pt x="1080306" y="121627"/>
                </a:lnTo>
                <a:lnTo>
                  <a:pt x="1080306" y="94563"/>
                </a:lnTo>
                <a:lnTo>
                  <a:pt x="1147351" y="94563"/>
                </a:lnTo>
                <a:lnTo>
                  <a:pt x="1147351" y="60359"/>
                </a:lnTo>
                <a:lnTo>
                  <a:pt x="1080306" y="60359"/>
                </a:lnTo>
                <a:lnTo>
                  <a:pt x="1080306" y="36410"/>
                </a:lnTo>
                <a:lnTo>
                  <a:pt x="1174415" y="36410"/>
                </a:lnTo>
                <a:close/>
                <a:moveTo>
                  <a:pt x="139022" y="36475"/>
                </a:moveTo>
                <a:lnTo>
                  <a:pt x="165762" y="2272"/>
                </a:lnTo>
                <a:lnTo>
                  <a:pt x="0" y="2272"/>
                </a:lnTo>
                <a:lnTo>
                  <a:pt x="0" y="155831"/>
                </a:lnTo>
                <a:lnTo>
                  <a:pt x="145058" y="155831"/>
                </a:lnTo>
                <a:lnTo>
                  <a:pt x="179261" y="121627"/>
                </a:lnTo>
                <a:lnTo>
                  <a:pt x="38228" y="121627"/>
                </a:lnTo>
                <a:lnTo>
                  <a:pt x="38228" y="94563"/>
                </a:lnTo>
                <a:lnTo>
                  <a:pt x="105272" y="94563"/>
                </a:lnTo>
                <a:lnTo>
                  <a:pt x="105272" y="60359"/>
                </a:lnTo>
                <a:lnTo>
                  <a:pt x="38228" y="60359"/>
                </a:lnTo>
                <a:lnTo>
                  <a:pt x="38228" y="36410"/>
                </a:lnTo>
                <a:lnTo>
                  <a:pt x="139022" y="36410"/>
                </a:lnTo>
                <a:close/>
                <a:moveTo>
                  <a:pt x="667849" y="121497"/>
                </a:moveTo>
                <a:lnTo>
                  <a:pt x="701988" y="155571"/>
                </a:lnTo>
                <a:lnTo>
                  <a:pt x="563226" y="155571"/>
                </a:lnTo>
                <a:lnTo>
                  <a:pt x="563226" y="2531"/>
                </a:lnTo>
                <a:lnTo>
                  <a:pt x="601129" y="2531"/>
                </a:lnTo>
                <a:lnTo>
                  <a:pt x="601129" y="121497"/>
                </a:lnTo>
                <a:lnTo>
                  <a:pt x="667849" y="121497"/>
                </a:lnTo>
                <a:close/>
                <a:moveTo>
                  <a:pt x="683361" y="78921"/>
                </a:moveTo>
                <a:cubicBezTo>
                  <a:pt x="683361" y="36021"/>
                  <a:pt x="720940" y="0"/>
                  <a:pt x="765398" y="0"/>
                </a:cubicBezTo>
                <a:cubicBezTo>
                  <a:pt x="809857" y="0"/>
                  <a:pt x="847695" y="36021"/>
                  <a:pt x="847695" y="78921"/>
                </a:cubicBezTo>
                <a:cubicBezTo>
                  <a:pt x="847695" y="121822"/>
                  <a:pt x="810116" y="158103"/>
                  <a:pt x="765398" y="158103"/>
                </a:cubicBezTo>
                <a:cubicBezTo>
                  <a:pt x="720680" y="158103"/>
                  <a:pt x="683361" y="121822"/>
                  <a:pt x="683361" y="78921"/>
                </a:cubicBezTo>
                <a:close/>
                <a:moveTo>
                  <a:pt x="808559" y="78921"/>
                </a:moveTo>
                <a:cubicBezTo>
                  <a:pt x="808559" y="54908"/>
                  <a:pt x="788763" y="34463"/>
                  <a:pt x="765398" y="34463"/>
                </a:cubicBezTo>
                <a:cubicBezTo>
                  <a:pt x="742033" y="34463"/>
                  <a:pt x="722238" y="54908"/>
                  <a:pt x="722238" y="78921"/>
                </a:cubicBezTo>
                <a:cubicBezTo>
                  <a:pt x="722238" y="102935"/>
                  <a:pt x="742033" y="123639"/>
                  <a:pt x="765398" y="123639"/>
                </a:cubicBezTo>
                <a:cubicBezTo>
                  <a:pt x="788763" y="123639"/>
                  <a:pt x="808559" y="103195"/>
                  <a:pt x="808559" y="78921"/>
                </a:cubicBezTo>
                <a:close/>
                <a:moveTo>
                  <a:pt x="1021505" y="57633"/>
                </a:moveTo>
                <a:cubicBezTo>
                  <a:pt x="1021505" y="56790"/>
                  <a:pt x="1021570" y="55881"/>
                  <a:pt x="1021570" y="54972"/>
                </a:cubicBezTo>
                <a:lnTo>
                  <a:pt x="1021570" y="54972"/>
                </a:lnTo>
                <a:cubicBezTo>
                  <a:pt x="1021570" y="23884"/>
                  <a:pt x="996971" y="2207"/>
                  <a:pt x="963222" y="2207"/>
                </a:cubicBezTo>
                <a:lnTo>
                  <a:pt x="863272" y="2207"/>
                </a:lnTo>
                <a:lnTo>
                  <a:pt x="863272" y="155831"/>
                </a:lnTo>
                <a:lnTo>
                  <a:pt x="901499" y="155831"/>
                </a:lnTo>
                <a:lnTo>
                  <a:pt x="901499" y="107738"/>
                </a:lnTo>
                <a:lnTo>
                  <a:pt x="926682" y="107738"/>
                </a:lnTo>
                <a:lnTo>
                  <a:pt x="974839" y="155831"/>
                </a:lnTo>
                <a:lnTo>
                  <a:pt x="1021570" y="155831"/>
                </a:lnTo>
                <a:lnTo>
                  <a:pt x="972828" y="107154"/>
                </a:lnTo>
                <a:cubicBezTo>
                  <a:pt x="1000671" y="103584"/>
                  <a:pt x="1020336" y="84308"/>
                  <a:pt x="1021505" y="57633"/>
                </a:cubicBezTo>
                <a:close/>
                <a:moveTo>
                  <a:pt x="901499" y="72886"/>
                </a:moveTo>
                <a:lnTo>
                  <a:pt x="901499" y="37124"/>
                </a:lnTo>
                <a:lnTo>
                  <a:pt x="959652" y="37124"/>
                </a:lnTo>
                <a:cubicBezTo>
                  <a:pt x="972828" y="37124"/>
                  <a:pt x="983342" y="44264"/>
                  <a:pt x="983342" y="55037"/>
                </a:cubicBezTo>
                <a:cubicBezTo>
                  <a:pt x="983342" y="65811"/>
                  <a:pt x="972828" y="72950"/>
                  <a:pt x="959652" y="72950"/>
                </a:cubicBezTo>
                <a:lnTo>
                  <a:pt x="901499" y="729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834"/>
        <p:cNvGrpSpPr/>
        <p:nvPr/>
      </p:nvGrpSpPr>
      <p:grpSpPr>
        <a:xfrm>
          <a:off x="0" y="0"/>
          <a:ext cx="0" cy="0"/>
          <a:chOff x="0" y="0"/>
          <a:chExt cx="0" cy="0"/>
        </a:xfrm>
      </p:grpSpPr>
      <p:sp>
        <p:nvSpPr>
          <p:cNvPr id="835" name="Google Shape;835;g2800d3fcf52_16_1125"/>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6" name="Google Shape;836;g2800d3fcf52_16_1125"/>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837" name="Google Shape;837;g2800d3fcf52_16_1125"/>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838"/>
        <p:cNvGrpSpPr/>
        <p:nvPr/>
      </p:nvGrpSpPr>
      <p:grpSpPr>
        <a:xfrm>
          <a:off x="0" y="0"/>
          <a:ext cx="0" cy="0"/>
          <a:chOff x="0" y="0"/>
          <a:chExt cx="0" cy="0"/>
        </a:xfrm>
      </p:grpSpPr>
      <p:sp>
        <p:nvSpPr>
          <p:cNvPr id="839" name="Google Shape;839;g2800d3fcf52_16_1083"/>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2800"/>
              <a:buFont typeface="Arial"/>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0" name="Google Shape;840;g2800d3fcf52_16_1083"/>
          <p:cNvSpPr txBox="1">
            <a:spLocks noGrp="1"/>
          </p:cNvSpPr>
          <p:nvPr>
            <p:ph type="subTitle" idx="1"/>
          </p:nvPr>
        </p:nvSpPr>
        <p:spPr>
          <a:xfrm>
            <a:off x="592866" y="811830"/>
            <a:ext cx="109878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rgbClr val="06070D"/>
                </a:solidFill>
                <a:latin typeface="Arial"/>
                <a:ea typeface="Arial"/>
                <a:cs typeface="Arial"/>
                <a:sym typeface="Arial"/>
              </a:defRPr>
            </a:lvl1pPr>
            <a:lvl2pPr lvl="1" algn="ctr">
              <a:lnSpc>
                <a:spcPct val="100000"/>
              </a:lnSpc>
              <a:spcBef>
                <a:spcPts val="1200"/>
              </a:spcBef>
              <a:spcAft>
                <a:spcPts val="0"/>
              </a:spcAft>
              <a:buSzPts val="1620"/>
              <a:buNone/>
              <a:defRPr sz="2000"/>
            </a:lvl2pPr>
            <a:lvl3pPr lvl="2" algn="ctr">
              <a:lnSpc>
                <a:spcPct val="100000"/>
              </a:lnSpc>
              <a:spcBef>
                <a:spcPts val="1200"/>
              </a:spcBef>
              <a:spcAft>
                <a:spcPts val="0"/>
              </a:spcAft>
              <a:buSzPts val="1440"/>
              <a:buNone/>
              <a:defRPr sz="1800"/>
            </a:lvl3pPr>
            <a:lvl4pPr lvl="3" algn="ctr">
              <a:lnSpc>
                <a:spcPct val="100000"/>
              </a:lnSpc>
              <a:spcBef>
                <a:spcPts val="1200"/>
              </a:spcBef>
              <a:spcAft>
                <a:spcPts val="0"/>
              </a:spcAft>
              <a:buSzPts val="1260"/>
              <a:buNone/>
              <a:defRPr sz="1600"/>
            </a:lvl4pPr>
            <a:lvl5pPr lvl="4" algn="ctr">
              <a:lnSpc>
                <a:spcPct val="100000"/>
              </a:lnSpc>
              <a:spcBef>
                <a:spcPts val="1200"/>
              </a:spcBef>
              <a:spcAft>
                <a:spcPts val="0"/>
              </a:spcAft>
              <a:buSzPts val="1260"/>
              <a:buNone/>
              <a:defRPr sz="1600"/>
            </a:lvl5pPr>
            <a:lvl6pPr lvl="5" algn="ctr">
              <a:lnSpc>
                <a:spcPct val="100000"/>
              </a:lnSpc>
              <a:spcBef>
                <a:spcPts val="1200"/>
              </a:spcBef>
              <a:spcAft>
                <a:spcPts val="0"/>
              </a:spcAft>
              <a:buSzPts val="1260"/>
              <a:buNone/>
              <a:defRPr sz="1600"/>
            </a:lvl6pPr>
            <a:lvl7pPr lvl="6" algn="ctr">
              <a:lnSpc>
                <a:spcPct val="100000"/>
              </a:lnSpc>
              <a:spcBef>
                <a:spcPts val="1200"/>
              </a:spcBef>
              <a:spcAft>
                <a:spcPts val="0"/>
              </a:spcAft>
              <a:buSzPts val="1260"/>
              <a:buNone/>
              <a:defRPr sz="1600"/>
            </a:lvl7pPr>
            <a:lvl8pPr lvl="7" algn="ctr">
              <a:lnSpc>
                <a:spcPct val="100000"/>
              </a:lnSpc>
              <a:spcBef>
                <a:spcPts val="1200"/>
              </a:spcBef>
              <a:spcAft>
                <a:spcPts val="0"/>
              </a:spcAft>
              <a:buSzPts val="1260"/>
              <a:buNone/>
              <a:defRPr sz="1600"/>
            </a:lvl8pPr>
            <a:lvl9pPr lvl="8" algn="ctr">
              <a:lnSpc>
                <a:spcPct val="100000"/>
              </a:lnSpc>
              <a:spcBef>
                <a:spcPts val="1200"/>
              </a:spcBef>
              <a:spcAft>
                <a:spcPts val="0"/>
              </a:spcAft>
              <a:buSzPts val="1260"/>
              <a:buNone/>
              <a:defRPr sz="1600"/>
            </a:lvl9pPr>
          </a:lstStyle>
          <a:p>
            <a:endParaRPr/>
          </a:p>
        </p:txBody>
      </p:sp>
      <p:sp>
        <p:nvSpPr>
          <p:cNvPr id="841" name="Google Shape;841;g2800d3fcf52_16_1083"/>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1200"/>
              </a:spcBef>
              <a:spcAft>
                <a:spcPts val="0"/>
              </a:spcAft>
              <a:buSzPts val="1800"/>
              <a:buChar char="​"/>
              <a:defRPr>
                <a:solidFill>
                  <a:srgbClr val="06070D"/>
                </a:solidFill>
              </a:defRPr>
            </a:lvl1pPr>
            <a:lvl2pPr marL="914400" lvl="1" indent="-331469" algn="l">
              <a:lnSpc>
                <a:spcPct val="100000"/>
              </a:lnSpc>
              <a:spcBef>
                <a:spcPts val="1200"/>
              </a:spcBef>
              <a:spcAft>
                <a:spcPts val="0"/>
              </a:spcAft>
              <a:buSzPts val="1620"/>
              <a:buChar char="•"/>
              <a:defRPr>
                <a:solidFill>
                  <a:srgbClr val="06070D"/>
                </a:solidFill>
              </a:defRPr>
            </a:lvl2pPr>
            <a:lvl3pPr marL="1371600" lvl="2" indent="-320039" algn="l">
              <a:lnSpc>
                <a:spcPct val="100000"/>
              </a:lnSpc>
              <a:spcBef>
                <a:spcPts val="1200"/>
              </a:spcBef>
              <a:spcAft>
                <a:spcPts val="0"/>
              </a:spcAft>
              <a:buSzPts val="1440"/>
              <a:buChar char="–"/>
              <a:defRPr>
                <a:solidFill>
                  <a:srgbClr val="06070D"/>
                </a:solidFill>
              </a:defRPr>
            </a:lvl3pPr>
            <a:lvl4pPr marL="1828800" lvl="3" indent="-308610" algn="l">
              <a:lnSpc>
                <a:spcPct val="100000"/>
              </a:lnSpc>
              <a:spcBef>
                <a:spcPts val="1200"/>
              </a:spcBef>
              <a:spcAft>
                <a:spcPts val="0"/>
              </a:spcAft>
              <a:buSzPts val="1260"/>
              <a:buChar char="•"/>
              <a:defRPr>
                <a:solidFill>
                  <a:srgbClr val="06070D"/>
                </a:solidFill>
              </a:defRPr>
            </a:lvl4pPr>
            <a:lvl5pPr marL="2286000" lvl="4" indent="-308610" algn="l">
              <a:lnSpc>
                <a:spcPct val="100000"/>
              </a:lnSpc>
              <a:spcBef>
                <a:spcPts val="1200"/>
              </a:spcBef>
              <a:spcAft>
                <a:spcPts val="0"/>
              </a:spcAft>
              <a:buSzPts val="1260"/>
              <a:buChar char="–"/>
              <a:defRPr>
                <a:solidFill>
                  <a:srgbClr val="06070D"/>
                </a:solidFill>
              </a:defRPr>
            </a:lvl5pPr>
            <a:lvl6pPr marL="2743200" lvl="5" indent="-308610" algn="l">
              <a:lnSpc>
                <a:spcPct val="100000"/>
              </a:lnSpc>
              <a:spcBef>
                <a:spcPts val="1200"/>
              </a:spcBef>
              <a:spcAft>
                <a:spcPts val="0"/>
              </a:spcAft>
              <a:buSzPts val="1260"/>
              <a:buChar char="•"/>
              <a:defRPr/>
            </a:lvl6pPr>
            <a:lvl7pPr marL="3200400" lvl="6" indent="-308610" algn="l">
              <a:lnSpc>
                <a:spcPct val="100000"/>
              </a:lnSpc>
              <a:spcBef>
                <a:spcPts val="1200"/>
              </a:spcBef>
              <a:spcAft>
                <a:spcPts val="0"/>
              </a:spcAft>
              <a:buSzPts val="1260"/>
              <a:buChar char="-"/>
              <a:defRPr/>
            </a:lvl7pPr>
            <a:lvl8pPr marL="3657600" lvl="7" indent="-308609" algn="l">
              <a:lnSpc>
                <a:spcPct val="100000"/>
              </a:lnSpc>
              <a:spcBef>
                <a:spcPts val="1200"/>
              </a:spcBef>
              <a:spcAft>
                <a:spcPts val="0"/>
              </a:spcAft>
              <a:buSzPts val="1260"/>
              <a:buChar char="•"/>
              <a:defRPr/>
            </a:lvl8pPr>
            <a:lvl9pPr marL="4114800" lvl="8" indent="-308609" algn="l">
              <a:lnSpc>
                <a:spcPct val="100000"/>
              </a:lnSpc>
              <a:spcBef>
                <a:spcPts val="1200"/>
              </a:spcBef>
              <a:spcAft>
                <a:spcPts val="0"/>
              </a:spcAft>
              <a:buSzPts val="1260"/>
              <a:buChar char="-"/>
              <a:defRPr/>
            </a:lvl9pPr>
          </a:lstStyle>
          <a:p>
            <a:endParaRPr/>
          </a:p>
        </p:txBody>
      </p:sp>
      <p:sp>
        <p:nvSpPr>
          <p:cNvPr id="842" name="Google Shape;842;g2800d3fcf52_16_1083"/>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chemeClr val="lt2"/>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Title Slide – Leaf">
  <p:cSld name="Title Slide – Leaf">
    <p:spTree>
      <p:nvGrpSpPr>
        <p:cNvPr id="1" name="Shape 843"/>
        <p:cNvGrpSpPr/>
        <p:nvPr/>
      </p:nvGrpSpPr>
      <p:grpSpPr>
        <a:xfrm>
          <a:off x="0" y="0"/>
          <a:ext cx="0" cy="0"/>
          <a:chOff x="0" y="0"/>
          <a:chExt cx="0" cy="0"/>
        </a:xfrm>
      </p:grpSpPr>
      <p:pic>
        <p:nvPicPr>
          <p:cNvPr id="844" name="Google Shape;844;g2800d3fcf52_16_1088"/>
          <p:cNvPicPr preferRelativeResize="0"/>
          <p:nvPr/>
        </p:nvPicPr>
        <p:blipFill rotWithShape="1">
          <a:blip r:embed="rId2">
            <a:alphaModFix/>
          </a:blip>
          <a:srcRect l="1037" r="1978" b="1787"/>
          <a:stretch/>
        </p:blipFill>
        <p:spPr>
          <a:xfrm>
            <a:off x="0" y="658109"/>
            <a:ext cx="12192401" cy="6207660"/>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3333"/>
              </a:schemeClr>
            </a:outerShdw>
          </a:effectLst>
        </p:spPr>
      </p:pic>
      <p:sp>
        <p:nvSpPr>
          <p:cNvPr id="845" name="Google Shape;845;g2800d3fcf52_16_1088"/>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4"/>
              </a:gs>
              <a:gs pos="7000">
                <a:schemeClr val="accent4"/>
              </a:gs>
              <a:gs pos="83000">
                <a:schemeClr val="accent3"/>
              </a:gs>
              <a:gs pos="100000">
                <a:schemeClr val="accent3"/>
              </a:gs>
            </a:gsLst>
            <a:lin ang="1920016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46" name="Google Shape;846;g2800d3fcf52_16_1088"/>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47" name="Google Shape;847;g2800d3fcf52_16_1088"/>
          <p:cNvSpPr txBox="1">
            <a:spLocks noGrp="1"/>
          </p:cNvSpPr>
          <p:nvPr>
            <p:ph type="title"/>
          </p:nvPr>
        </p:nvSpPr>
        <p:spPr>
          <a:xfrm>
            <a:off x="6592949" y="1701846"/>
            <a:ext cx="5103000" cy="12345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8" name="Google Shape;848;g2800d3fcf52_16_1088"/>
          <p:cNvSpPr txBox="1">
            <a:spLocks noGrp="1"/>
          </p:cNvSpPr>
          <p:nvPr>
            <p:ph type="subTitle" idx="1"/>
          </p:nvPr>
        </p:nvSpPr>
        <p:spPr>
          <a:xfrm>
            <a:off x="6592948" y="2986547"/>
            <a:ext cx="5116500" cy="416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849" name="Google Shape;849;g2800d3fcf52_16_1088"/>
          <p:cNvSpPr txBox="1">
            <a:spLocks noGrp="1"/>
          </p:cNvSpPr>
          <p:nvPr>
            <p:ph type="body" idx="2"/>
          </p:nvPr>
        </p:nvSpPr>
        <p:spPr>
          <a:xfrm>
            <a:off x="6592948" y="4737425"/>
            <a:ext cx="5402100" cy="355500"/>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50" name="Google Shape;850;g2800d3fcf52_16_1088"/>
          <p:cNvSpPr txBox="1">
            <a:spLocks noGrp="1"/>
          </p:cNvSpPr>
          <p:nvPr>
            <p:ph type="body" idx="3"/>
          </p:nvPr>
        </p:nvSpPr>
        <p:spPr>
          <a:xfrm>
            <a:off x="6592948" y="5117480"/>
            <a:ext cx="5402100" cy="355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51" name="Google Shape;851;g2800d3fcf52_16_1088"/>
          <p:cNvSpPr txBox="1">
            <a:spLocks noGrp="1"/>
          </p:cNvSpPr>
          <p:nvPr>
            <p:ph type="body" idx="4"/>
          </p:nvPr>
        </p:nvSpPr>
        <p:spPr>
          <a:xfrm>
            <a:off x="6592948" y="5485986"/>
            <a:ext cx="5402100" cy="355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852" name="Google Shape;852;g2800d3fcf52_16_1088"/>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853" name="Google Shape;853;g2800d3fcf52_16_1088"/>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854" name="Google Shape;854;g2800d3fcf52_16_1088"/>
          <p:cNvGrpSpPr/>
          <p:nvPr/>
        </p:nvGrpSpPr>
        <p:grpSpPr>
          <a:xfrm>
            <a:off x="265625" y="6323271"/>
            <a:ext cx="1249222" cy="369649"/>
            <a:chOff x="265625" y="6323271"/>
            <a:chExt cx="1249222" cy="369649"/>
          </a:xfrm>
        </p:grpSpPr>
        <p:grpSp>
          <p:nvGrpSpPr>
            <p:cNvPr id="855" name="Google Shape;855;g2800d3fcf52_16_1088"/>
            <p:cNvGrpSpPr/>
            <p:nvPr/>
          </p:nvGrpSpPr>
          <p:grpSpPr>
            <a:xfrm>
              <a:off x="745455" y="6594444"/>
              <a:ext cx="722663" cy="98476"/>
              <a:chOff x="745455" y="6594444"/>
              <a:chExt cx="722663" cy="98476"/>
            </a:xfrm>
          </p:grpSpPr>
          <p:sp>
            <p:nvSpPr>
              <p:cNvPr id="856" name="Google Shape;856;g2800d3fcf52_16_1088"/>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7" name="Google Shape;857;g2800d3fcf52_16_1088"/>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8" name="Google Shape;858;g2800d3fcf52_16_1088"/>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59" name="Google Shape;859;g2800d3fcf52_16_1088"/>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0" name="Google Shape;860;g2800d3fcf52_16_1088"/>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1" name="Google Shape;861;g2800d3fcf52_16_1088"/>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2" name="Google Shape;862;g2800d3fcf52_16_1088"/>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3" name="Google Shape;863;g2800d3fcf52_16_1088"/>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4" name="Google Shape;864;g2800d3fcf52_16_1088"/>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5" name="Google Shape;865;g2800d3fcf52_16_1088"/>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866" name="Google Shape;866;g2800d3fcf52_16_1088"/>
            <p:cNvGrpSpPr/>
            <p:nvPr/>
          </p:nvGrpSpPr>
          <p:grpSpPr>
            <a:xfrm>
              <a:off x="265625" y="6323271"/>
              <a:ext cx="1249222" cy="190348"/>
              <a:chOff x="265625" y="6323271"/>
              <a:chExt cx="1249222" cy="190348"/>
            </a:xfrm>
          </p:grpSpPr>
          <p:sp>
            <p:nvSpPr>
              <p:cNvPr id="867" name="Google Shape;867;g2800d3fcf52_16_1088"/>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8" name="Google Shape;868;g2800d3fcf52_16_1088"/>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69" name="Google Shape;869;g2800d3fcf52_16_1088"/>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70" name="Google Shape;870;g2800d3fcf52_16_1088"/>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71" name="Google Shape;871;g2800d3fcf52_16_1088"/>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72" name="Google Shape;872;g2800d3fcf52_16_1088"/>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73" name="Google Shape;873;g2800d3fcf52_16_1088"/>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2_Title and Subtitle">
  <p:cSld name="2_Title and Subtitle">
    <p:spTree>
      <p:nvGrpSpPr>
        <p:cNvPr id="1" name="Shape 874"/>
        <p:cNvGrpSpPr/>
        <p:nvPr/>
      </p:nvGrpSpPr>
      <p:grpSpPr>
        <a:xfrm>
          <a:off x="0" y="0"/>
          <a:ext cx="0" cy="0"/>
          <a:chOff x="0" y="0"/>
          <a:chExt cx="0" cy="0"/>
        </a:xfrm>
      </p:grpSpPr>
      <p:sp>
        <p:nvSpPr>
          <p:cNvPr id="875" name="Google Shape;875;g2800d3fcf52_16_1119"/>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6" name="Google Shape;876;g2800d3fcf52_16_1119"/>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620"/>
              <a:buNone/>
              <a:defRPr sz="2000"/>
            </a:lvl2pPr>
            <a:lvl3pPr lvl="2" algn="ctr">
              <a:lnSpc>
                <a:spcPct val="100000"/>
              </a:lnSpc>
              <a:spcBef>
                <a:spcPts val="1200"/>
              </a:spcBef>
              <a:spcAft>
                <a:spcPts val="0"/>
              </a:spcAft>
              <a:buSzPts val="1440"/>
              <a:buNone/>
              <a:defRPr sz="1800"/>
            </a:lvl3pPr>
            <a:lvl4pPr lvl="3" algn="ctr">
              <a:lnSpc>
                <a:spcPct val="100000"/>
              </a:lnSpc>
              <a:spcBef>
                <a:spcPts val="1200"/>
              </a:spcBef>
              <a:spcAft>
                <a:spcPts val="0"/>
              </a:spcAft>
              <a:buSzPts val="1260"/>
              <a:buNone/>
              <a:defRPr sz="1600"/>
            </a:lvl4pPr>
            <a:lvl5pPr lvl="4" algn="ctr">
              <a:lnSpc>
                <a:spcPct val="100000"/>
              </a:lnSpc>
              <a:spcBef>
                <a:spcPts val="1200"/>
              </a:spcBef>
              <a:spcAft>
                <a:spcPts val="0"/>
              </a:spcAft>
              <a:buSzPts val="1260"/>
              <a:buNone/>
              <a:defRPr sz="1600"/>
            </a:lvl5pPr>
            <a:lvl6pPr lvl="5" algn="ctr">
              <a:lnSpc>
                <a:spcPct val="100000"/>
              </a:lnSpc>
              <a:spcBef>
                <a:spcPts val="1200"/>
              </a:spcBef>
              <a:spcAft>
                <a:spcPts val="0"/>
              </a:spcAft>
              <a:buSzPts val="1260"/>
              <a:buNone/>
              <a:defRPr sz="1600"/>
            </a:lvl6pPr>
            <a:lvl7pPr lvl="6" algn="ctr">
              <a:lnSpc>
                <a:spcPct val="100000"/>
              </a:lnSpc>
              <a:spcBef>
                <a:spcPts val="1200"/>
              </a:spcBef>
              <a:spcAft>
                <a:spcPts val="0"/>
              </a:spcAft>
              <a:buSzPts val="1260"/>
              <a:buNone/>
              <a:defRPr sz="1600"/>
            </a:lvl7pPr>
            <a:lvl8pPr lvl="7" algn="ctr">
              <a:lnSpc>
                <a:spcPct val="100000"/>
              </a:lnSpc>
              <a:spcBef>
                <a:spcPts val="1200"/>
              </a:spcBef>
              <a:spcAft>
                <a:spcPts val="0"/>
              </a:spcAft>
              <a:buSzPts val="1260"/>
              <a:buNone/>
              <a:defRPr sz="1600"/>
            </a:lvl8pPr>
            <a:lvl9pPr lvl="8" algn="ctr">
              <a:lnSpc>
                <a:spcPct val="100000"/>
              </a:lnSpc>
              <a:spcBef>
                <a:spcPts val="1200"/>
              </a:spcBef>
              <a:spcAft>
                <a:spcPts val="0"/>
              </a:spcAft>
              <a:buSzPts val="1260"/>
              <a:buNone/>
              <a:defRPr sz="1600"/>
            </a:lvl9pPr>
          </a:lstStyle>
          <a:p>
            <a:endParaRPr/>
          </a:p>
        </p:txBody>
      </p:sp>
      <p:sp>
        <p:nvSpPr>
          <p:cNvPr id="877" name="Google Shape;877;g2800d3fcf52_16_1119"/>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2"/>
                </a:solidFill>
                <a:latin typeface="Arial"/>
                <a:ea typeface="Arial"/>
                <a:cs typeface="Arial"/>
                <a:sym typeface="Arial"/>
              </a:rPr>
              <a:t>‹#›</a:t>
            </a:fld>
            <a:endParaRPr sz="800" b="0" i="0" u="none" strike="noStrike" cap="none">
              <a:solidFill>
                <a:schemeClr val="lt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78"/>
        <p:cNvGrpSpPr/>
        <p:nvPr/>
      </p:nvGrpSpPr>
      <p:grpSpPr>
        <a:xfrm>
          <a:off x="0" y="0"/>
          <a:ext cx="0" cy="0"/>
          <a:chOff x="0" y="0"/>
          <a:chExt cx="0" cy="0"/>
        </a:xfrm>
      </p:grpSpPr>
      <p:sp>
        <p:nvSpPr>
          <p:cNvPr id="879" name="Google Shape;879;g2800d3fcf52_16_1123"/>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Thank You / Closing - Leaf">
  <p:cSld name="Thank You / Closing - Leaf">
    <p:spTree>
      <p:nvGrpSpPr>
        <p:cNvPr id="1" name="Shape 880"/>
        <p:cNvGrpSpPr/>
        <p:nvPr/>
      </p:nvGrpSpPr>
      <p:grpSpPr>
        <a:xfrm>
          <a:off x="0" y="0"/>
          <a:ext cx="0" cy="0"/>
          <a:chOff x="0" y="0"/>
          <a:chExt cx="0" cy="0"/>
        </a:xfrm>
      </p:grpSpPr>
      <p:sp>
        <p:nvSpPr>
          <p:cNvPr id="881" name="Google Shape;881;g2800d3fcf52_16_1129"/>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rgbClr val="61A30E"/>
              </a:gs>
              <a:gs pos="12000">
                <a:srgbClr val="61A30E"/>
              </a:gs>
              <a:gs pos="85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82" name="Google Shape;882;g2800d3fcf52_16_1129"/>
          <p:cNvSpPr/>
          <p:nvPr/>
        </p:nvSpPr>
        <p:spPr>
          <a:xfrm>
            <a:off x="0" y="0"/>
            <a:ext cx="12189334"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a:effectLst>
            <a:outerShdw blurRad="241300" sx="102000" sy="102000" algn="ctr" rotWithShape="0">
              <a:schemeClr val="accent3">
                <a:alpha val="1333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83" name="Google Shape;883;g2800d3fcf52_16_1129"/>
          <p:cNvSpPr txBox="1"/>
          <p:nvPr/>
        </p:nvSpPr>
        <p:spPr>
          <a:xfrm>
            <a:off x="7122912" y="4133697"/>
            <a:ext cx="3585600" cy="692700"/>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i="0" u="none" strike="noStrike" cap="none">
                <a:solidFill>
                  <a:schemeClr val="accent2"/>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
        <p:nvSpPr>
          <p:cNvPr id="884" name="Google Shape;884;g2800d3fcf52_16_1129"/>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885" name="Google Shape;885;g2800d3fcf52_16_1129"/>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886" name="Google Shape;886;g2800d3fcf52_16_1129"/>
          <p:cNvGrpSpPr/>
          <p:nvPr/>
        </p:nvGrpSpPr>
        <p:grpSpPr>
          <a:xfrm>
            <a:off x="265625" y="6323271"/>
            <a:ext cx="1249222" cy="369649"/>
            <a:chOff x="265625" y="6323271"/>
            <a:chExt cx="1249222" cy="369649"/>
          </a:xfrm>
        </p:grpSpPr>
        <p:grpSp>
          <p:nvGrpSpPr>
            <p:cNvPr id="887" name="Google Shape;887;g2800d3fcf52_16_1129"/>
            <p:cNvGrpSpPr/>
            <p:nvPr/>
          </p:nvGrpSpPr>
          <p:grpSpPr>
            <a:xfrm>
              <a:off x="745455" y="6594444"/>
              <a:ext cx="722663" cy="98476"/>
              <a:chOff x="745455" y="6594444"/>
              <a:chExt cx="722663" cy="98476"/>
            </a:xfrm>
          </p:grpSpPr>
          <p:sp>
            <p:nvSpPr>
              <p:cNvPr id="888" name="Google Shape;888;g2800d3fcf52_16_1129"/>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89" name="Google Shape;889;g2800d3fcf52_16_1129"/>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0" name="Google Shape;890;g2800d3fcf52_16_1129"/>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1" name="Google Shape;891;g2800d3fcf52_16_1129"/>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2" name="Google Shape;892;g2800d3fcf52_16_1129"/>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3" name="Google Shape;893;g2800d3fcf52_16_1129"/>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4" name="Google Shape;894;g2800d3fcf52_16_1129"/>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5" name="Google Shape;895;g2800d3fcf52_16_1129"/>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6" name="Google Shape;896;g2800d3fcf52_16_1129"/>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97" name="Google Shape;897;g2800d3fcf52_16_1129"/>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898" name="Google Shape;898;g2800d3fcf52_16_1129"/>
            <p:cNvGrpSpPr/>
            <p:nvPr/>
          </p:nvGrpSpPr>
          <p:grpSpPr>
            <a:xfrm>
              <a:off x="265625" y="6323271"/>
              <a:ext cx="1249222" cy="190348"/>
              <a:chOff x="265625" y="6323271"/>
              <a:chExt cx="1249222" cy="190348"/>
            </a:xfrm>
          </p:grpSpPr>
          <p:sp>
            <p:nvSpPr>
              <p:cNvPr id="899" name="Google Shape;899;g2800d3fcf52_16_1129"/>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0" name="Google Shape;900;g2800d3fcf52_16_1129"/>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1" name="Google Shape;901;g2800d3fcf52_16_1129"/>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2" name="Google Shape;902;g2800d3fcf52_16_1129"/>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3" name="Google Shape;903;g2800d3fcf52_16_1129"/>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4" name="Google Shape;904;g2800d3fcf52_16_1129"/>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5" name="Google Shape;905;g2800d3fcf52_16_1129"/>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906" name="Google Shape;906;g2800d3fcf52_16_1129"/>
          <p:cNvSpPr/>
          <p:nvPr/>
        </p:nvSpPr>
        <p:spPr>
          <a:xfrm>
            <a:off x="0" y="0"/>
            <a:ext cx="8364202" cy="5151382"/>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Title Slide – Aqua">
  <p:cSld name="Title Slide – Aqua">
    <p:spTree>
      <p:nvGrpSpPr>
        <p:cNvPr id="1" name="Shape 907"/>
        <p:cNvGrpSpPr/>
        <p:nvPr/>
      </p:nvGrpSpPr>
      <p:grpSpPr>
        <a:xfrm>
          <a:off x="0" y="0"/>
          <a:ext cx="0" cy="0"/>
          <a:chOff x="0" y="0"/>
          <a:chExt cx="0" cy="0"/>
        </a:xfrm>
      </p:grpSpPr>
      <p:pic>
        <p:nvPicPr>
          <p:cNvPr id="908" name="Google Shape;908;g2800d3fcf52_16_1156"/>
          <p:cNvPicPr preferRelativeResize="0"/>
          <p:nvPr/>
        </p:nvPicPr>
        <p:blipFill rotWithShape="1">
          <a:blip r:embed="rId2">
            <a:alphaModFix/>
          </a:blip>
          <a:srcRect l="1037" r="1978" b="1787"/>
          <a:stretch/>
        </p:blipFill>
        <p:spPr>
          <a:xfrm>
            <a:off x="0" y="658109"/>
            <a:ext cx="12192401" cy="6207660"/>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3333"/>
              </a:schemeClr>
            </a:outerShdw>
          </a:effectLst>
        </p:spPr>
      </p:pic>
      <p:sp>
        <p:nvSpPr>
          <p:cNvPr id="909" name="Google Shape;909;g2800d3fcf52_16_1156"/>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2"/>
              </a:gs>
              <a:gs pos="16000">
                <a:schemeClr val="accent2"/>
              </a:gs>
              <a:gs pos="90000">
                <a:schemeClr val="accent3"/>
              </a:gs>
              <a:gs pos="100000">
                <a:schemeClr val="accent3"/>
              </a:gs>
            </a:gsLst>
            <a:lin ang="1920016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10" name="Google Shape;910;g2800d3fcf52_16_1156"/>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11" name="Google Shape;911;g2800d3fcf52_16_1156"/>
          <p:cNvSpPr txBox="1">
            <a:spLocks noGrp="1"/>
          </p:cNvSpPr>
          <p:nvPr>
            <p:ph type="body" idx="1"/>
          </p:nvPr>
        </p:nvSpPr>
        <p:spPr>
          <a:xfrm>
            <a:off x="6592948" y="4737425"/>
            <a:ext cx="5402100" cy="355500"/>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12" name="Google Shape;912;g2800d3fcf52_16_1156"/>
          <p:cNvSpPr txBox="1">
            <a:spLocks noGrp="1"/>
          </p:cNvSpPr>
          <p:nvPr>
            <p:ph type="body" idx="2"/>
          </p:nvPr>
        </p:nvSpPr>
        <p:spPr>
          <a:xfrm>
            <a:off x="6592948" y="5117480"/>
            <a:ext cx="5402100" cy="355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13" name="Google Shape;913;g2800d3fcf52_16_1156"/>
          <p:cNvSpPr txBox="1">
            <a:spLocks noGrp="1"/>
          </p:cNvSpPr>
          <p:nvPr>
            <p:ph type="body" idx="3"/>
          </p:nvPr>
        </p:nvSpPr>
        <p:spPr>
          <a:xfrm>
            <a:off x="6592948" y="5485986"/>
            <a:ext cx="5402100" cy="355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14" name="Google Shape;914;g2800d3fcf52_16_1156"/>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915" name="Google Shape;915;g2800d3fcf52_16_1156"/>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916" name="Google Shape;916;g2800d3fcf52_16_1156"/>
          <p:cNvGrpSpPr/>
          <p:nvPr/>
        </p:nvGrpSpPr>
        <p:grpSpPr>
          <a:xfrm>
            <a:off x="265625" y="6323271"/>
            <a:ext cx="1249222" cy="369649"/>
            <a:chOff x="265625" y="6323271"/>
            <a:chExt cx="1249222" cy="369649"/>
          </a:xfrm>
        </p:grpSpPr>
        <p:grpSp>
          <p:nvGrpSpPr>
            <p:cNvPr id="917" name="Google Shape;917;g2800d3fcf52_16_1156"/>
            <p:cNvGrpSpPr/>
            <p:nvPr/>
          </p:nvGrpSpPr>
          <p:grpSpPr>
            <a:xfrm>
              <a:off x="745455" y="6594444"/>
              <a:ext cx="722663" cy="98476"/>
              <a:chOff x="745455" y="6594444"/>
              <a:chExt cx="722663" cy="98476"/>
            </a:xfrm>
          </p:grpSpPr>
          <p:sp>
            <p:nvSpPr>
              <p:cNvPr id="918" name="Google Shape;918;g2800d3fcf52_16_115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19" name="Google Shape;919;g2800d3fcf52_16_115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0" name="Google Shape;920;g2800d3fcf52_16_115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1" name="Google Shape;921;g2800d3fcf52_16_115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2" name="Google Shape;922;g2800d3fcf52_16_115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3" name="Google Shape;923;g2800d3fcf52_16_115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4" name="Google Shape;924;g2800d3fcf52_16_115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5" name="Google Shape;925;g2800d3fcf52_16_115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6" name="Google Shape;926;g2800d3fcf52_16_115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27" name="Google Shape;927;g2800d3fcf52_16_115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928" name="Google Shape;928;g2800d3fcf52_16_1156"/>
            <p:cNvGrpSpPr/>
            <p:nvPr/>
          </p:nvGrpSpPr>
          <p:grpSpPr>
            <a:xfrm>
              <a:off x="265625" y="6323271"/>
              <a:ext cx="1249222" cy="190348"/>
              <a:chOff x="265625" y="6323271"/>
              <a:chExt cx="1249222" cy="190348"/>
            </a:xfrm>
          </p:grpSpPr>
          <p:sp>
            <p:nvSpPr>
              <p:cNvPr id="929" name="Google Shape;929;g2800d3fcf52_16_115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0" name="Google Shape;930;g2800d3fcf52_16_115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1" name="Google Shape;931;g2800d3fcf52_16_115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2" name="Google Shape;932;g2800d3fcf52_16_115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3" name="Google Shape;933;g2800d3fcf52_16_115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4" name="Google Shape;934;g2800d3fcf52_16_115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5" name="Google Shape;935;g2800d3fcf52_16_115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936" name="Google Shape;936;g2800d3fcf52_16_1156"/>
          <p:cNvSpPr txBox="1">
            <a:spLocks noGrp="1"/>
          </p:cNvSpPr>
          <p:nvPr>
            <p:ph type="title"/>
          </p:nvPr>
        </p:nvSpPr>
        <p:spPr>
          <a:xfrm>
            <a:off x="6592949" y="1701846"/>
            <a:ext cx="5103000" cy="12345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7" name="Google Shape;937;g2800d3fcf52_16_1156"/>
          <p:cNvSpPr txBox="1">
            <a:spLocks noGrp="1"/>
          </p:cNvSpPr>
          <p:nvPr>
            <p:ph type="subTitle" idx="4"/>
          </p:nvPr>
        </p:nvSpPr>
        <p:spPr>
          <a:xfrm>
            <a:off x="6592948" y="2986547"/>
            <a:ext cx="5116500" cy="416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Title Slide – Plum">
  <p:cSld name="Title Slide – Plum">
    <p:spTree>
      <p:nvGrpSpPr>
        <p:cNvPr id="1" name="Shape 938"/>
        <p:cNvGrpSpPr/>
        <p:nvPr/>
      </p:nvGrpSpPr>
      <p:grpSpPr>
        <a:xfrm>
          <a:off x="0" y="0"/>
          <a:ext cx="0" cy="0"/>
          <a:chOff x="0" y="0"/>
          <a:chExt cx="0" cy="0"/>
        </a:xfrm>
      </p:grpSpPr>
      <p:pic>
        <p:nvPicPr>
          <p:cNvPr id="939" name="Google Shape;939;g2800d3fcf52_16_1187"/>
          <p:cNvPicPr preferRelativeResize="0"/>
          <p:nvPr/>
        </p:nvPicPr>
        <p:blipFill rotWithShape="1">
          <a:blip r:embed="rId2">
            <a:alphaModFix/>
          </a:blip>
          <a:srcRect l="1037" r="1978" b="1787"/>
          <a:stretch/>
        </p:blipFill>
        <p:spPr>
          <a:xfrm>
            <a:off x="0" y="658109"/>
            <a:ext cx="12192401" cy="6207660"/>
          </a:xfrm>
          <a:custGeom>
            <a:avLst/>
            <a:gdLst/>
            <a:ahLst/>
            <a:cxnLst/>
            <a:rect l="l" t="t" r="r" b="b"/>
            <a:pathLst>
              <a:path w="12192401" h="6207660" extrusionOk="0">
                <a:moveTo>
                  <a:pt x="0" y="0"/>
                </a:moveTo>
                <a:lnTo>
                  <a:pt x="12192401" y="0"/>
                </a:lnTo>
                <a:lnTo>
                  <a:pt x="12192401" y="6207660"/>
                </a:lnTo>
                <a:lnTo>
                  <a:pt x="0" y="6207660"/>
                </a:lnTo>
                <a:close/>
              </a:path>
            </a:pathLst>
          </a:custGeom>
          <a:noFill/>
          <a:ln>
            <a:noFill/>
          </a:ln>
          <a:effectLst>
            <a:outerShdw blurRad="241300" sx="102000" sy="102000" algn="ctr" rotWithShape="0">
              <a:schemeClr val="accent3">
                <a:alpha val="13333"/>
              </a:schemeClr>
            </a:outerShdw>
          </a:effectLst>
        </p:spPr>
      </p:pic>
      <p:sp>
        <p:nvSpPr>
          <p:cNvPr id="940" name="Google Shape;940;g2800d3fcf52_16_1187"/>
          <p:cNvSpPr/>
          <p:nvPr/>
        </p:nvSpPr>
        <p:spPr>
          <a:xfrm>
            <a:off x="-3811" y="-260"/>
            <a:ext cx="6334843" cy="4737302"/>
          </a:xfrm>
          <a:custGeom>
            <a:avLst/>
            <a:gdLst/>
            <a:ahLst/>
            <a:cxnLst/>
            <a:rect l="l" t="t" r="r" b="b"/>
            <a:pathLst>
              <a:path w="6334843" h="4737302" extrusionOk="0">
                <a:moveTo>
                  <a:pt x="0" y="0"/>
                </a:moveTo>
                <a:lnTo>
                  <a:pt x="6334843" y="0"/>
                </a:lnTo>
                <a:lnTo>
                  <a:pt x="1987292" y="4347552"/>
                </a:lnTo>
                <a:cubicBezTo>
                  <a:pt x="1737727" y="4597117"/>
                  <a:pt x="1399274" y="4737302"/>
                  <a:pt x="1046384" y="4737302"/>
                </a:cubicBezTo>
                <a:lnTo>
                  <a:pt x="0" y="4737302"/>
                </a:lnTo>
                <a:close/>
              </a:path>
            </a:pathLst>
          </a:custGeom>
          <a:gradFill>
            <a:gsLst>
              <a:gs pos="0">
                <a:schemeClr val="accent5"/>
              </a:gs>
              <a:gs pos="16000">
                <a:schemeClr val="accent5"/>
              </a:gs>
              <a:gs pos="45000">
                <a:srgbClr val="4764A1"/>
              </a:gs>
              <a:gs pos="90000">
                <a:schemeClr val="accent3"/>
              </a:gs>
              <a:gs pos="100000">
                <a:schemeClr val="accent3"/>
              </a:gs>
            </a:gsLst>
            <a:lin ang="1920016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1" name="Google Shape;941;g2800d3fcf52_16_1187"/>
          <p:cNvSpPr txBox="1">
            <a:spLocks noGrp="1"/>
          </p:cNvSpPr>
          <p:nvPr>
            <p:ph type="body" idx="1"/>
          </p:nvPr>
        </p:nvSpPr>
        <p:spPr>
          <a:xfrm>
            <a:off x="6592948" y="4737425"/>
            <a:ext cx="5402100" cy="355500"/>
          </a:xfrm>
          <a:prstGeom prst="rect">
            <a:avLst/>
          </a:prstGeom>
          <a:noFill/>
          <a:ln>
            <a:noFill/>
          </a:ln>
        </p:spPr>
        <p:txBody>
          <a:bodyPr spcFirstLastPara="1" wrap="square" lIns="0" tIns="0" rIns="0" bIns="0" anchor="b" anchorCtr="0">
            <a:noAutofit/>
          </a:bodyPr>
          <a:lstStyle>
            <a:lvl1pPr marL="457200" marR="0" lvl="0" indent="-228600" algn="l">
              <a:lnSpc>
                <a:spcPct val="100000"/>
              </a:lnSpc>
              <a:spcBef>
                <a:spcPts val="1800"/>
              </a:spcBef>
              <a:spcAft>
                <a:spcPts val="0"/>
              </a:spcAft>
              <a:buClr>
                <a:srgbClr val="666666"/>
              </a:buClr>
              <a:buSzPts val="1440"/>
              <a:buFont typeface="Arial"/>
              <a:buNone/>
              <a:defRPr sz="1600" b="0" i="0" u="none" strike="noStrike">
                <a:solidFill>
                  <a:schemeClr val="dk1"/>
                </a:solidFill>
              </a:defRPr>
            </a:lvl1pPr>
            <a:lvl2pPr marL="914400" lvl="1" indent="-331469" algn="l">
              <a:lnSpc>
                <a:spcPct val="100000"/>
              </a:lnSpc>
              <a:spcBef>
                <a:spcPts val="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2" name="Google Shape;942;g2800d3fcf52_16_1187"/>
          <p:cNvSpPr txBox="1">
            <a:spLocks noGrp="1"/>
          </p:cNvSpPr>
          <p:nvPr>
            <p:ph type="body" idx="2"/>
          </p:nvPr>
        </p:nvSpPr>
        <p:spPr>
          <a:xfrm>
            <a:off x="6592948" y="5117480"/>
            <a:ext cx="5402100" cy="355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440"/>
              <a:buNone/>
              <a:defRPr sz="16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3" name="Google Shape;943;g2800d3fcf52_16_1187"/>
          <p:cNvSpPr txBox="1">
            <a:spLocks noGrp="1"/>
          </p:cNvSpPr>
          <p:nvPr>
            <p:ph type="body" idx="3"/>
          </p:nvPr>
        </p:nvSpPr>
        <p:spPr>
          <a:xfrm>
            <a:off x="6592948" y="5485986"/>
            <a:ext cx="5402100" cy="355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260"/>
              <a:buNone/>
              <a:defRPr sz="14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944" name="Google Shape;944;g2800d3fcf52_16_1187"/>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945" name="Google Shape;945;g2800d3fcf52_16_1187"/>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946" name="Google Shape;946;g2800d3fcf52_16_1187"/>
          <p:cNvGrpSpPr/>
          <p:nvPr/>
        </p:nvGrpSpPr>
        <p:grpSpPr>
          <a:xfrm>
            <a:off x="265625" y="6323271"/>
            <a:ext cx="1249222" cy="369649"/>
            <a:chOff x="265625" y="6323271"/>
            <a:chExt cx="1249222" cy="369649"/>
          </a:xfrm>
        </p:grpSpPr>
        <p:grpSp>
          <p:nvGrpSpPr>
            <p:cNvPr id="947" name="Google Shape;947;g2800d3fcf52_16_1187"/>
            <p:cNvGrpSpPr/>
            <p:nvPr/>
          </p:nvGrpSpPr>
          <p:grpSpPr>
            <a:xfrm>
              <a:off x="745455" y="6594444"/>
              <a:ext cx="722663" cy="98476"/>
              <a:chOff x="745455" y="6594444"/>
              <a:chExt cx="722663" cy="98476"/>
            </a:xfrm>
          </p:grpSpPr>
          <p:sp>
            <p:nvSpPr>
              <p:cNvPr id="948" name="Google Shape;948;g2800d3fcf52_16_118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9" name="Google Shape;949;g2800d3fcf52_16_118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0" name="Google Shape;950;g2800d3fcf52_16_118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1" name="Google Shape;951;g2800d3fcf52_16_118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2" name="Google Shape;952;g2800d3fcf52_16_118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3" name="Google Shape;953;g2800d3fcf52_16_118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4" name="Google Shape;954;g2800d3fcf52_16_118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5" name="Google Shape;955;g2800d3fcf52_16_118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6" name="Google Shape;956;g2800d3fcf52_16_118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7" name="Google Shape;957;g2800d3fcf52_16_118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958" name="Google Shape;958;g2800d3fcf52_16_1187"/>
            <p:cNvGrpSpPr/>
            <p:nvPr/>
          </p:nvGrpSpPr>
          <p:grpSpPr>
            <a:xfrm>
              <a:off x="265625" y="6323271"/>
              <a:ext cx="1249222" cy="190348"/>
              <a:chOff x="265625" y="6323271"/>
              <a:chExt cx="1249222" cy="190348"/>
            </a:xfrm>
          </p:grpSpPr>
          <p:sp>
            <p:nvSpPr>
              <p:cNvPr id="959" name="Google Shape;959;g2800d3fcf52_16_118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0" name="Google Shape;960;g2800d3fcf52_16_118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1" name="Google Shape;961;g2800d3fcf52_16_118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2" name="Google Shape;962;g2800d3fcf52_16_118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3" name="Google Shape;963;g2800d3fcf52_16_118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4" name="Google Shape;964;g2800d3fcf52_16_118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5" name="Google Shape;965;g2800d3fcf52_16_118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966" name="Google Shape;966;g2800d3fcf52_16_1187"/>
          <p:cNvSpPr txBox="1">
            <a:spLocks noGrp="1"/>
          </p:cNvSpPr>
          <p:nvPr>
            <p:ph type="title"/>
          </p:nvPr>
        </p:nvSpPr>
        <p:spPr>
          <a:xfrm>
            <a:off x="6592949" y="1701846"/>
            <a:ext cx="5103000" cy="12345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4000"/>
              <a:buFont typeface="Arial"/>
              <a:buNone/>
              <a:defRPr sz="40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7" name="Google Shape;967;g2800d3fcf52_16_1187"/>
          <p:cNvSpPr txBox="1">
            <a:spLocks noGrp="1"/>
          </p:cNvSpPr>
          <p:nvPr>
            <p:ph type="subTitle" idx="4"/>
          </p:nvPr>
        </p:nvSpPr>
        <p:spPr>
          <a:xfrm>
            <a:off x="6592948" y="2986547"/>
            <a:ext cx="5116500" cy="416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68" name="Google Shape;968;g2800d3fcf52_16_1187"/>
          <p:cNvSpPr/>
          <p:nvPr/>
        </p:nvSpPr>
        <p:spPr>
          <a:xfrm>
            <a:off x="-7657" y="648483"/>
            <a:ext cx="12205474" cy="5413289"/>
          </a:xfrm>
          <a:custGeom>
            <a:avLst/>
            <a:gdLst/>
            <a:ahLst/>
            <a:cxnLst/>
            <a:rect l="l" t="t" r="r" b="b"/>
            <a:pathLst>
              <a:path w="12205474" h="5413289" extrusionOk="0">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0">
                <a:srgbClr val="0095C4"/>
              </a:gs>
              <a:gs pos="20000">
                <a:srgbClr val="0095C4"/>
              </a:gs>
              <a:gs pos="80000">
                <a:srgbClr val="6C4B91"/>
              </a:gs>
              <a:gs pos="100000">
                <a:srgbClr val="6C4B9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969"/>
        <p:cNvGrpSpPr/>
        <p:nvPr/>
      </p:nvGrpSpPr>
      <p:grpSpPr>
        <a:xfrm>
          <a:off x="0" y="0"/>
          <a:ext cx="0" cy="0"/>
          <a:chOff x="0" y="0"/>
          <a:chExt cx="0" cy="0"/>
        </a:xfrm>
      </p:grpSpPr>
      <p:sp>
        <p:nvSpPr>
          <p:cNvPr id="970" name="Google Shape;970;g2800d3fcf52_16_1218"/>
          <p:cNvSpPr txBox="1">
            <a:spLocks noGrp="1"/>
          </p:cNvSpPr>
          <p:nvPr>
            <p:ph type="body" idx="1"/>
          </p:nvPr>
        </p:nvSpPr>
        <p:spPr>
          <a:xfrm>
            <a:off x="2894013" y="1359907"/>
            <a:ext cx="7315200" cy="43227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1800"/>
              </a:spcBef>
              <a:spcAft>
                <a:spcPts val="0"/>
              </a:spcAft>
              <a:buClr>
                <a:schemeClr val="accent2"/>
              </a:buClr>
              <a:buSzPts val="1800"/>
              <a:buFont typeface="Open Sans"/>
              <a:buChar char="​"/>
              <a:defRPr sz="2000">
                <a:solidFill>
                  <a:schemeClr val="dk1"/>
                </a:solidFill>
                <a:latin typeface="Arial"/>
                <a:ea typeface="Arial"/>
                <a:cs typeface="Arial"/>
                <a:sym typeface="Arial"/>
              </a:defRPr>
            </a:lvl1pPr>
            <a:lvl2pPr marL="914400" lvl="1" indent="-228600" algn="l">
              <a:lnSpc>
                <a:spcPct val="100000"/>
              </a:lnSpc>
              <a:spcBef>
                <a:spcPts val="1200"/>
              </a:spcBef>
              <a:spcAft>
                <a:spcPts val="0"/>
              </a:spcAft>
              <a:buSzPts val="1620"/>
              <a:buFont typeface="Open Sans"/>
              <a:buNone/>
              <a:defRPr/>
            </a:lvl2pPr>
            <a:lvl3pPr marL="1371600" lvl="2" indent="-228600" algn="l">
              <a:lnSpc>
                <a:spcPct val="100000"/>
              </a:lnSpc>
              <a:spcBef>
                <a:spcPts val="1200"/>
              </a:spcBef>
              <a:spcAft>
                <a:spcPts val="0"/>
              </a:spcAft>
              <a:buSzPts val="1620"/>
              <a:buFont typeface="Open Sans"/>
              <a:buNone/>
              <a:defRPr sz="1800"/>
            </a:lvl3pPr>
            <a:lvl4pPr marL="1828800" lvl="3" indent="-331469" algn="l">
              <a:lnSpc>
                <a:spcPct val="100000"/>
              </a:lnSpc>
              <a:spcBef>
                <a:spcPts val="1200"/>
              </a:spcBef>
              <a:spcAft>
                <a:spcPts val="0"/>
              </a:spcAft>
              <a:buSzPts val="1620"/>
              <a:buFont typeface="Open Sans"/>
              <a:buChar char="​"/>
              <a:defRPr sz="1800">
                <a:solidFill>
                  <a:schemeClr val="dk2"/>
                </a:solidFill>
              </a:defRPr>
            </a:lvl4pPr>
            <a:lvl5pPr marL="2286000" lvl="4" indent="-331470" algn="l">
              <a:lnSpc>
                <a:spcPct val="100000"/>
              </a:lnSpc>
              <a:spcBef>
                <a:spcPts val="1200"/>
              </a:spcBef>
              <a:spcAft>
                <a:spcPts val="0"/>
              </a:spcAft>
              <a:buSzPts val="1620"/>
              <a:buFont typeface="Open Sans"/>
              <a:buChar char="​"/>
              <a:defRPr sz="1800">
                <a:solidFill>
                  <a:schemeClr val="dk2"/>
                </a:solidFill>
              </a:defRPr>
            </a:lvl5pPr>
            <a:lvl6pPr marL="2743200" lvl="5" indent="-331470" algn="l">
              <a:lnSpc>
                <a:spcPct val="100000"/>
              </a:lnSpc>
              <a:spcBef>
                <a:spcPts val="1200"/>
              </a:spcBef>
              <a:spcAft>
                <a:spcPts val="0"/>
              </a:spcAft>
              <a:buSzPts val="1620"/>
              <a:buFont typeface="Open Sans"/>
              <a:buChar char="​"/>
              <a:defRPr sz="1800">
                <a:solidFill>
                  <a:schemeClr val="dk2"/>
                </a:solidFill>
              </a:defRPr>
            </a:lvl6pPr>
            <a:lvl7pPr marL="3200400" lvl="6" indent="-228600" algn="l">
              <a:lnSpc>
                <a:spcPct val="100000"/>
              </a:lnSpc>
              <a:spcBef>
                <a:spcPts val="1200"/>
              </a:spcBef>
              <a:spcAft>
                <a:spcPts val="0"/>
              </a:spcAft>
              <a:buSzPts val="1620"/>
              <a:buFont typeface="Open Sans"/>
              <a:buNone/>
              <a:defRPr sz="1800">
                <a:solidFill>
                  <a:schemeClr val="dk2"/>
                </a:solidFill>
              </a:defRPr>
            </a:lvl7pPr>
            <a:lvl8pPr marL="3657600" lvl="7" indent="-331470" algn="l">
              <a:lnSpc>
                <a:spcPct val="100000"/>
              </a:lnSpc>
              <a:spcBef>
                <a:spcPts val="1200"/>
              </a:spcBef>
              <a:spcAft>
                <a:spcPts val="0"/>
              </a:spcAft>
              <a:buSzPts val="1620"/>
              <a:buFont typeface="Open Sans"/>
              <a:buChar char="​"/>
              <a:defRPr sz="1800">
                <a:solidFill>
                  <a:schemeClr val="dk2"/>
                </a:solidFill>
              </a:defRPr>
            </a:lvl8pPr>
            <a:lvl9pPr marL="4114800" lvl="8" indent="-331470" algn="l">
              <a:lnSpc>
                <a:spcPct val="100000"/>
              </a:lnSpc>
              <a:spcBef>
                <a:spcPts val="1200"/>
              </a:spcBef>
              <a:spcAft>
                <a:spcPts val="1200"/>
              </a:spcAft>
              <a:buSzPts val="1620"/>
              <a:buFont typeface="Open Sans"/>
              <a:buChar char="​"/>
              <a:defRPr sz="1800">
                <a:solidFill>
                  <a:schemeClr val="dk2"/>
                </a:solidFill>
              </a:defRPr>
            </a:lvl9pPr>
          </a:lstStyle>
          <a:p>
            <a:endParaRPr/>
          </a:p>
        </p:txBody>
      </p:sp>
      <p:sp>
        <p:nvSpPr>
          <p:cNvPr id="971" name="Google Shape;971;g2800d3fcf52_16_1218"/>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972" name="Google Shape;972;g2800d3fcf52_16_1218"/>
          <p:cNvSpPr txBox="1"/>
          <p:nvPr/>
        </p:nvSpPr>
        <p:spPr>
          <a:xfrm>
            <a:off x="610289" y="1257625"/>
            <a:ext cx="1939800" cy="4431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accent2"/>
              </a:buClr>
              <a:buSzPts val="3200"/>
              <a:buFont typeface="Arial"/>
              <a:buNone/>
            </a:pPr>
            <a:r>
              <a:rPr lang="en-US" sz="3200" b="0" i="0" u="none" strike="noStrike" cap="none">
                <a:solidFill>
                  <a:schemeClr val="accent2"/>
                </a:solidFill>
                <a:latin typeface="Arial"/>
                <a:ea typeface="Arial"/>
                <a:cs typeface="Arial"/>
                <a:sym typeface="Arial"/>
              </a:rPr>
              <a:t>Agenda</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Header – Leaf">
  <p:cSld name="Section Header – Leaf">
    <p:spTree>
      <p:nvGrpSpPr>
        <p:cNvPr id="1" name="Shape 973"/>
        <p:cNvGrpSpPr/>
        <p:nvPr/>
      </p:nvGrpSpPr>
      <p:grpSpPr>
        <a:xfrm>
          <a:off x="0" y="0"/>
          <a:ext cx="0" cy="0"/>
          <a:chOff x="0" y="0"/>
          <a:chExt cx="0" cy="0"/>
        </a:xfrm>
      </p:grpSpPr>
      <p:sp>
        <p:nvSpPr>
          <p:cNvPr id="974" name="Google Shape;974;g2800d3fcf52_16_1222"/>
          <p:cNvSpPr txBox="1">
            <a:spLocks noGrp="1"/>
          </p:cNvSpPr>
          <p:nvPr>
            <p:ph type="title"/>
          </p:nvPr>
        </p:nvSpPr>
        <p:spPr>
          <a:xfrm>
            <a:off x="589108" y="938794"/>
            <a:ext cx="6427500" cy="1229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5" name="Google Shape;975;g2800d3fcf52_16_1222"/>
          <p:cNvSpPr txBox="1">
            <a:spLocks noGrp="1"/>
          </p:cNvSpPr>
          <p:nvPr>
            <p:ph type="subTitle" idx="1"/>
          </p:nvPr>
        </p:nvSpPr>
        <p:spPr>
          <a:xfrm>
            <a:off x="602966" y="2267712"/>
            <a:ext cx="6408300" cy="700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76" name="Google Shape;976;g2800d3fcf52_16_1222"/>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977" name="Google Shape;977;g2800d3fcf52_16_1222"/>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4"/>
              </a:gs>
              <a:gs pos="21000">
                <a:schemeClr val="accent4"/>
              </a:gs>
              <a:gs pos="89000">
                <a:schemeClr val="accent3"/>
              </a:gs>
              <a:gs pos="100000">
                <a:schemeClr val="accent3"/>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Section Header – Aqua">
  <p:cSld name="Section Header – Aqua">
    <p:spTree>
      <p:nvGrpSpPr>
        <p:cNvPr id="1" name="Shape 978"/>
        <p:cNvGrpSpPr/>
        <p:nvPr/>
      </p:nvGrpSpPr>
      <p:grpSpPr>
        <a:xfrm>
          <a:off x="0" y="0"/>
          <a:ext cx="0" cy="0"/>
          <a:chOff x="0" y="0"/>
          <a:chExt cx="0" cy="0"/>
        </a:xfrm>
      </p:grpSpPr>
      <p:sp>
        <p:nvSpPr>
          <p:cNvPr id="979" name="Google Shape;979;g2800d3fcf52_16_1227"/>
          <p:cNvSpPr txBox="1">
            <a:spLocks noGrp="1"/>
          </p:cNvSpPr>
          <p:nvPr>
            <p:ph type="title"/>
          </p:nvPr>
        </p:nvSpPr>
        <p:spPr>
          <a:xfrm>
            <a:off x="589107" y="938794"/>
            <a:ext cx="6588000" cy="1229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0" name="Google Shape;980;g2800d3fcf52_16_1227"/>
          <p:cNvSpPr txBox="1">
            <a:spLocks noGrp="1"/>
          </p:cNvSpPr>
          <p:nvPr>
            <p:ph type="subTitle" idx="1"/>
          </p:nvPr>
        </p:nvSpPr>
        <p:spPr>
          <a:xfrm>
            <a:off x="602966" y="2267712"/>
            <a:ext cx="6573900" cy="700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81" name="Google Shape;981;g2800d3fcf52_16_1227"/>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982" name="Google Shape;982;g2800d3fcf52_16_1227"/>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2"/>
              </a:gs>
              <a:gs pos="21000">
                <a:schemeClr val="accent2"/>
              </a:gs>
              <a:gs pos="89000">
                <a:schemeClr val="accent3"/>
              </a:gs>
              <a:gs pos="100000">
                <a:schemeClr val="accent3"/>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Section Header – Plum">
  <p:cSld name="Section Header – Plum">
    <p:spTree>
      <p:nvGrpSpPr>
        <p:cNvPr id="1" name="Shape 983"/>
        <p:cNvGrpSpPr/>
        <p:nvPr/>
      </p:nvGrpSpPr>
      <p:grpSpPr>
        <a:xfrm>
          <a:off x="0" y="0"/>
          <a:ext cx="0" cy="0"/>
          <a:chOff x="0" y="0"/>
          <a:chExt cx="0" cy="0"/>
        </a:xfrm>
      </p:grpSpPr>
      <p:sp>
        <p:nvSpPr>
          <p:cNvPr id="984" name="Google Shape;984;g2800d3fcf52_16_1232"/>
          <p:cNvSpPr txBox="1">
            <a:spLocks noGrp="1"/>
          </p:cNvSpPr>
          <p:nvPr>
            <p:ph type="title"/>
          </p:nvPr>
        </p:nvSpPr>
        <p:spPr>
          <a:xfrm>
            <a:off x="589107" y="938794"/>
            <a:ext cx="6555900" cy="1229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5" name="Google Shape;985;g2800d3fcf52_16_1232"/>
          <p:cNvSpPr txBox="1">
            <a:spLocks noGrp="1"/>
          </p:cNvSpPr>
          <p:nvPr>
            <p:ph type="subTitle" idx="1"/>
          </p:nvPr>
        </p:nvSpPr>
        <p:spPr>
          <a:xfrm>
            <a:off x="602966" y="2267712"/>
            <a:ext cx="6542100" cy="700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86" name="Google Shape;986;g2800d3fcf52_16_1232"/>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987" name="Google Shape;987;g2800d3fcf52_16_1232"/>
          <p:cNvSpPr/>
          <p:nvPr/>
        </p:nvSpPr>
        <p:spPr>
          <a:xfrm>
            <a:off x="6524631" y="635863"/>
            <a:ext cx="5663315" cy="5331994"/>
          </a:xfrm>
          <a:custGeom>
            <a:avLst/>
            <a:gdLst/>
            <a:ahLst/>
            <a:cxnLst/>
            <a:rect l="l" t="t" r="r" b="b"/>
            <a:pathLst>
              <a:path w="5663315" h="5331994" extrusionOk="0">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0">
                <a:schemeClr val="accent5"/>
              </a:gs>
              <a:gs pos="21000">
                <a:schemeClr val="accent5"/>
              </a:gs>
              <a:gs pos="89000">
                <a:schemeClr val="accent3"/>
              </a:gs>
              <a:gs pos="100000">
                <a:schemeClr val="accent3"/>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Section Header – Photo 4">
  <p:cSld name="Section Header – Photo 4">
    <p:bg>
      <p:bgPr>
        <a:solidFill>
          <a:schemeClr val="lt1"/>
        </a:solidFill>
        <a:effectLst/>
      </p:bgPr>
    </p:bg>
    <p:spTree>
      <p:nvGrpSpPr>
        <p:cNvPr id="1" name="Shape 988"/>
        <p:cNvGrpSpPr/>
        <p:nvPr/>
      </p:nvGrpSpPr>
      <p:grpSpPr>
        <a:xfrm>
          <a:off x="0" y="0"/>
          <a:ext cx="0" cy="0"/>
          <a:chOff x="0" y="0"/>
          <a:chExt cx="0" cy="0"/>
        </a:xfrm>
      </p:grpSpPr>
      <p:pic>
        <p:nvPicPr>
          <p:cNvPr id="989" name="Google Shape;989;g2800d3fcf52_16_1237" descr="A blue sky with white clouds&#10;&#10;Description automatically generated"/>
          <p:cNvPicPr preferRelativeResize="0"/>
          <p:nvPr/>
        </p:nvPicPr>
        <p:blipFill rotWithShape="1">
          <a:blip r:embed="rId2">
            <a:alphaModFix/>
          </a:blip>
          <a:srcRect/>
          <a:stretch/>
        </p:blipFill>
        <p:spPr>
          <a:xfrm>
            <a:off x="4679974" y="1239062"/>
            <a:ext cx="7508852" cy="5631639"/>
          </a:xfrm>
          <a:prstGeom prst="rect">
            <a:avLst/>
          </a:prstGeom>
          <a:noFill/>
          <a:ln>
            <a:noFill/>
          </a:ln>
        </p:spPr>
      </p:pic>
      <p:pic>
        <p:nvPicPr>
          <p:cNvPr id="990" name="Google Shape;990;g2800d3fcf52_16_1237"/>
          <p:cNvPicPr preferRelativeResize="0"/>
          <p:nvPr/>
        </p:nvPicPr>
        <p:blipFill rotWithShape="1">
          <a:blip r:embed="rId3">
            <a:alphaModFix/>
          </a:blip>
          <a:srcRect/>
          <a:stretch/>
        </p:blipFill>
        <p:spPr>
          <a:xfrm>
            <a:off x="879" y="-496"/>
            <a:ext cx="12187946" cy="6858495"/>
          </a:xfrm>
          <a:prstGeom prst="rect">
            <a:avLst/>
          </a:prstGeom>
          <a:noFill/>
          <a:ln>
            <a:noFill/>
          </a:ln>
        </p:spPr>
      </p:pic>
      <p:sp>
        <p:nvSpPr>
          <p:cNvPr id="991" name="Google Shape;991;g2800d3fcf52_16_1237"/>
          <p:cNvSpPr/>
          <p:nvPr/>
        </p:nvSpPr>
        <p:spPr>
          <a:xfrm>
            <a:off x="5801096" y="1239062"/>
            <a:ext cx="6406144" cy="5618939"/>
          </a:xfrm>
          <a:custGeom>
            <a:avLst/>
            <a:gdLst/>
            <a:ahLst/>
            <a:cxnLst/>
            <a:rect l="l" t="t" r="r" b="b"/>
            <a:pathLst>
              <a:path w="6406144" h="5618939" extrusionOk="0">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0">
                <a:schemeClr val="accent3"/>
              </a:gs>
              <a:gs pos="22000">
                <a:schemeClr val="accent3"/>
              </a:gs>
              <a:gs pos="80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92" name="Google Shape;992;g2800d3fcf52_16_1237"/>
          <p:cNvSpPr txBox="1">
            <a:spLocks noGrp="1"/>
          </p:cNvSpPr>
          <p:nvPr>
            <p:ph type="title"/>
          </p:nvPr>
        </p:nvSpPr>
        <p:spPr>
          <a:xfrm>
            <a:off x="589108" y="938794"/>
            <a:ext cx="6427500" cy="1229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3" name="Google Shape;993;g2800d3fcf52_16_1237"/>
          <p:cNvSpPr txBox="1">
            <a:spLocks noGrp="1"/>
          </p:cNvSpPr>
          <p:nvPr>
            <p:ph type="subTitle" idx="1"/>
          </p:nvPr>
        </p:nvSpPr>
        <p:spPr>
          <a:xfrm>
            <a:off x="602966" y="2267712"/>
            <a:ext cx="6408300" cy="700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994" name="Google Shape;994;g2800d3fcf52_16_1237"/>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995" name="Google Shape;995;g2800d3fcf52_16_1237"/>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996" name="Google Shape;996;g2800d3fcf52_16_1237"/>
          <p:cNvGrpSpPr/>
          <p:nvPr/>
        </p:nvGrpSpPr>
        <p:grpSpPr>
          <a:xfrm>
            <a:off x="265625" y="6323271"/>
            <a:ext cx="1249222" cy="369649"/>
            <a:chOff x="265625" y="6323271"/>
            <a:chExt cx="1249222" cy="369649"/>
          </a:xfrm>
        </p:grpSpPr>
        <p:grpSp>
          <p:nvGrpSpPr>
            <p:cNvPr id="997" name="Google Shape;997;g2800d3fcf52_16_1237"/>
            <p:cNvGrpSpPr/>
            <p:nvPr/>
          </p:nvGrpSpPr>
          <p:grpSpPr>
            <a:xfrm>
              <a:off x="745455" y="6594444"/>
              <a:ext cx="722663" cy="98476"/>
              <a:chOff x="745455" y="6594444"/>
              <a:chExt cx="722663" cy="98476"/>
            </a:xfrm>
          </p:grpSpPr>
          <p:sp>
            <p:nvSpPr>
              <p:cNvPr id="998" name="Google Shape;998;g2800d3fcf52_16_1237"/>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99" name="Google Shape;999;g2800d3fcf52_16_1237"/>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0" name="Google Shape;1000;g2800d3fcf52_16_1237"/>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1" name="Google Shape;1001;g2800d3fcf52_16_1237"/>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2" name="Google Shape;1002;g2800d3fcf52_16_1237"/>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3" name="Google Shape;1003;g2800d3fcf52_16_1237"/>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4" name="Google Shape;1004;g2800d3fcf52_16_1237"/>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5" name="Google Shape;1005;g2800d3fcf52_16_1237"/>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6" name="Google Shape;1006;g2800d3fcf52_16_1237"/>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7" name="Google Shape;1007;g2800d3fcf52_16_1237"/>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008" name="Google Shape;1008;g2800d3fcf52_16_1237"/>
            <p:cNvGrpSpPr/>
            <p:nvPr/>
          </p:nvGrpSpPr>
          <p:grpSpPr>
            <a:xfrm>
              <a:off x="265625" y="6323271"/>
              <a:ext cx="1249222" cy="190348"/>
              <a:chOff x="265625" y="6323271"/>
              <a:chExt cx="1249222" cy="190348"/>
            </a:xfrm>
          </p:grpSpPr>
          <p:sp>
            <p:nvSpPr>
              <p:cNvPr id="1009" name="Google Shape;1009;g2800d3fcf52_16_1237"/>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10" name="Google Shape;1010;g2800d3fcf52_16_1237"/>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11" name="Google Shape;1011;g2800d3fcf52_16_1237"/>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12" name="Google Shape;1012;g2800d3fcf52_16_1237"/>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13" name="Google Shape;1013;g2800d3fcf52_16_1237"/>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14" name="Google Shape;1014;g2800d3fcf52_16_1237"/>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15" name="Google Shape;1015;g2800d3fcf52_16_1237"/>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016" name="Google Shape;1016;g2800d3fcf52_16_1237"/>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1"/>
                </a:solidFill>
                <a:latin typeface="Arial"/>
                <a:ea typeface="Arial"/>
                <a:cs typeface="Arial"/>
                <a:sym typeface="Arial"/>
              </a:rPr>
              <a:t>‹#›</a:t>
            </a:fld>
            <a:endParaRPr sz="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Quote – Leaf">
  <p:cSld name="Quote – Leaf">
    <p:spTree>
      <p:nvGrpSpPr>
        <p:cNvPr id="1" name="Shape 1017"/>
        <p:cNvGrpSpPr/>
        <p:nvPr/>
      </p:nvGrpSpPr>
      <p:grpSpPr>
        <a:xfrm>
          <a:off x="0" y="0"/>
          <a:ext cx="0" cy="0"/>
          <a:chOff x="0" y="0"/>
          <a:chExt cx="0" cy="0"/>
        </a:xfrm>
      </p:grpSpPr>
      <p:sp>
        <p:nvSpPr>
          <p:cNvPr id="1018" name="Google Shape;1018;g2800d3fcf52_16_1266"/>
          <p:cNvSpPr/>
          <p:nvPr/>
        </p:nvSpPr>
        <p:spPr>
          <a:xfrm>
            <a:off x="0" y="0"/>
            <a:ext cx="12197292" cy="6026415"/>
          </a:xfrm>
          <a:custGeom>
            <a:avLst/>
            <a:gdLst/>
            <a:ahLst/>
            <a:cxnLst/>
            <a:rect l="l" t="t" r="r" b="b"/>
            <a:pathLst>
              <a:path w="12197292" h="6041519" extrusionOk="0">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lt1"/>
          </a:solidFill>
          <a:ln>
            <a:noFill/>
          </a:ln>
          <a:effectLst>
            <a:outerShdw blurRad="241300" sx="102000" sy="102000" algn="ctr" rotWithShape="0">
              <a:schemeClr val="accent3">
                <a:alpha val="784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19" name="Google Shape;1019;g2800d3fcf52_16_1266"/>
          <p:cNvSpPr txBox="1">
            <a:spLocks noGrp="1"/>
          </p:cNvSpPr>
          <p:nvPr>
            <p:ph type="body" idx="1"/>
          </p:nvPr>
        </p:nvSpPr>
        <p:spPr>
          <a:xfrm>
            <a:off x="438912" y="1600200"/>
            <a:ext cx="5413200"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020" name="Google Shape;1020;g2800d3fcf52_16_1266"/>
          <p:cNvSpPr txBox="1">
            <a:spLocks noGrp="1"/>
          </p:cNvSpPr>
          <p:nvPr>
            <p:ph type="body" idx="2"/>
          </p:nvPr>
        </p:nvSpPr>
        <p:spPr>
          <a:xfrm>
            <a:off x="612648" y="5065776"/>
            <a:ext cx="4581000" cy="2742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021" name="Google Shape;1021;g2800d3fcf52_16_1266" descr="logo placeholder: click to insert logo or delete box if not needed"/>
          <p:cNvSpPr>
            <a:spLocks noGrp="1"/>
          </p:cNvSpPr>
          <p:nvPr>
            <p:ph type="pic" idx="3"/>
          </p:nvPr>
        </p:nvSpPr>
        <p:spPr>
          <a:xfrm>
            <a:off x="8925484" y="4619335"/>
            <a:ext cx="2739900" cy="1371600"/>
          </a:xfrm>
          <a:prstGeom prst="rect">
            <a:avLst/>
          </a:prstGeom>
          <a:noFill/>
          <a:ln>
            <a:noFill/>
          </a:ln>
        </p:spPr>
      </p:sp>
      <p:sp>
        <p:nvSpPr>
          <p:cNvPr id="1022" name="Google Shape;1022;g2800d3fcf52_16_1266"/>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023" name="Google Shape;1023;g2800d3fcf52_16_1266"/>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024" name="Google Shape;1024;g2800d3fcf52_16_1266"/>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025" name="Google Shape;1025;g2800d3fcf52_16_1266"/>
          <p:cNvGrpSpPr/>
          <p:nvPr/>
        </p:nvGrpSpPr>
        <p:grpSpPr>
          <a:xfrm>
            <a:off x="265625" y="6323271"/>
            <a:ext cx="1249222" cy="369649"/>
            <a:chOff x="265625" y="6323271"/>
            <a:chExt cx="1249222" cy="369649"/>
          </a:xfrm>
        </p:grpSpPr>
        <p:grpSp>
          <p:nvGrpSpPr>
            <p:cNvPr id="1026" name="Google Shape;1026;g2800d3fcf52_16_1266"/>
            <p:cNvGrpSpPr/>
            <p:nvPr/>
          </p:nvGrpSpPr>
          <p:grpSpPr>
            <a:xfrm>
              <a:off x="745455" y="6594444"/>
              <a:ext cx="722663" cy="98476"/>
              <a:chOff x="745455" y="6594444"/>
              <a:chExt cx="722663" cy="98476"/>
            </a:xfrm>
          </p:grpSpPr>
          <p:sp>
            <p:nvSpPr>
              <p:cNvPr id="1027" name="Google Shape;1027;g2800d3fcf52_16_1266"/>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8" name="Google Shape;1028;g2800d3fcf52_16_1266"/>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9" name="Google Shape;1029;g2800d3fcf52_16_1266"/>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0" name="Google Shape;1030;g2800d3fcf52_16_1266"/>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1" name="Google Shape;1031;g2800d3fcf52_16_1266"/>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2" name="Google Shape;1032;g2800d3fcf52_16_1266"/>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3" name="Google Shape;1033;g2800d3fcf52_16_1266"/>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4" name="Google Shape;1034;g2800d3fcf52_16_1266"/>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5" name="Google Shape;1035;g2800d3fcf52_16_1266"/>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6" name="Google Shape;1036;g2800d3fcf52_16_1266"/>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037" name="Google Shape;1037;g2800d3fcf52_16_1266"/>
            <p:cNvGrpSpPr/>
            <p:nvPr/>
          </p:nvGrpSpPr>
          <p:grpSpPr>
            <a:xfrm>
              <a:off x="265625" y="6323271"/>
              <a:ext cx="1249222" cy="190348"/>
              <a:chOff x="265625" y="6323271"/>
              <a:chExt cx="1249222" cy="190348"/>
            </a:xfrm>
          </p:grpSpPr>
          <p:sp>
            <p:nvSpPr>
              <p:cNvPr id="1038" name="Google Shape;1038;g2800d3fcf52_16_1266"/>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9" name="Google Shape;1039;g2800d3fcf52_16_1266"/>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0" name="Google Shape;1040;g2800d3fcf52_16_1266"/>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1" name="Google Shape;1041;g2800d3fcf52_16_1266"/>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2" name="Google Shape;1042;g2800d3fcf52_16_1266"/>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3" name="Google Shape;1043;g2800d3fcf52_16_1266"/>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4" name="Google Shape;1044;g2800d3fcf52_16_1266"/>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045" name="Google Shape;1045;g2800d3fcf52_16_1266"/>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matchingName="Quote – Aqua">
  <p:cSld name="Quote – Aqua">
    <p:spTree>
      <p:nvGrpSpPr>
        <p:cNvPr id="1" name="Shape 1046"/>
        <p:cNvGrpSpPr/>
        <p:nvPr/>
      </p:nvGrpSpPr>
      <p:grpSpPr>
        <a:xfrm>
          <a:off x="0" y="0"/>
          <a:ext cx="0" cy="0"/>
          <a:chOff x="0" y="0"/>
          <a:chExt cx="0" cy="0"/>
        </a:xfrm>
      </p:grpSpPr>
      <p:sp>
        <p:nvSpPr>
          <p:cNvPr id="1047" name="Google Shape;1047;g2800d3fcf52_16_1295"/>
          <p:cNvSpPr/>
          <p:nvPr/>
        </p:nvSpPr>
        <p:spPr>
          <a:xfrm>
            <a:off x="0" y="0"/>
            <a:ext cx="12197292" cy="6026415"/>
          </a:xfrm>
          <a:custGeom>
            <a:avLst/>
            <a:gdLst/>
            <a:ahLst/>
            <a:cxnLst/>
            <a:rect l="l" t="t" r="r" b="b"/>
            <a:pathLst>
              <a:path w="12197292" h="6041519" extrusionOk="0">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lt1"/>
          </a:solidFill>
          <a:ln>
            <a:noFill/>
          </a:ln>
          <a:effectLst>
            <a:outerShdw blurRad="241300" sx="102000" sy="102000" algn="ctr" rotWithShape="0">
              <a:schemeClr val="accent3">
                <a:alpha val="784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8" name="Google Shape;1048;g2800d3fcf52_16_1295"/>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9" name="Google Shape;1049;g2800d3fcf52_16_1295"/>
          <p:cNvSpPr txBox="1">
            <a:spLocks noGrp="1"/>
          </p:cNvSpPr>
          <p:nvPr>
            <p:ph type="body" idx="1"/>
          </p:nvPr>
        </p:nvSpPr>
        <p:spPr>
          <a:xfrm>
            <a:off x="438912" y="1600200"/>
            <a:ext cx="5413200"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050" name="Google Shape;1050;g2800d3fcf52_16_1295"/>
          <p:cNvSpPr txBox="1">
            <a:spLocks noGrp="1"/>
          </p:cNvSpPr>
          <p:nvPr>
            <p:ph type="body" idx="2"/>
          </p:nvPr>
        </p:nvSpPr>
        <p:spPr>
          <a:xfrm>
            <a:off x="612648" y="5065776"/>
            <a:ext cx="4581000" cy="2742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051" name="Google Shape;1051;g2800d3fcf52_16_1295" descr="logo placeholder: click to insert logo or delete box if not needed"/>
          <p:cNvSpPr>
            <a:spLocks noGrp="1"/>
          </p:cNvSpPr>
          <p:nvPr>
            <p:ph type="pic" idx="3"/>
          </p:nvPr>
        </p:nvSpPr>
        <p:spPr>
          <a:xfrm>
            <a:off x="8925484" y="4619335"/>
            <a:ext cx="2739900" cy="1371600"/>
          </a:xfrm>
          <a:prstGeom prst="rect">
            <a:avLst/>
          </a:prstGeom>
          <a:noFill/>
          <a:ln>
            <a:noFill/>
          </a:ln>
        </p:spPr>
      </p:sp>
      <p:sp>
        <p:nvSpPr>
          <p:cNvPr id="1052" name="Google Shape;1052;g2800d3fcf52_16_1295"/>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053" name="Google Shape;1053;g2800d3fcf52_16_1295"/>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054" name="Google Shape;1054;g2800d3fcf52_16_1295"/>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055" name="Google Shape;1055;g2800d3fcf52_16_1295"/>
          <p:cNvGrpSpPr/>
          <p:nvPr/>
        </p:nvGrpSpPr>
        <p:grpSpPr>
          <a:xfrm>
            <a:off x="265625" y="6323271"/>
            <a:ext cx="1249222" cy="369649"/>
            <a:chOff x="265625" y="6323271"/>
            <a:chExt cx="1249222" cy="369649"/>
          </a:xfrm>
        </p:grpSpPr>
        <p:grpSp>
          <p:nvGrpSpPr>
            <p:cNvPr id="1056" name="Google Shape;1056;g2800d3fcf52_16_1295"/>
            <p:cNvGrpSpPr/>
            <p:nvPr/>
          </p:nvGrpSpPr>
          <p:grpSpPr>
            <a:xfrm>
              <a:off x="745455" y="6594444"/>
              <a:ext cx="722663" cy="98476"/>
              <a:chOff x="745455" y="6594444"/>
              <a:chExt cx="722663" cy="98476"/>
            </a:xfrm>
          </p:grpSpPr>
          <p:sp>
            <p:nvSpPr>
              <p:cNvPr id="1057" name="Google Shape;1057;g2800d3fcf52_16_129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58" name="Google Shape;1058;g2800d3fcf52_16_129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59" name="Google Shape;1059;g2800d3fcf52_16_129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0" name="Google Shape;1060;g2800d3fcf52_16_129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1" name="Google Shape;1061;g2800d3fcf52_16_129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2" name="Google Shape;1062;g2800d3fcf52_16_129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3" name="Google Shape;1063;g2800d3fcf52_16_129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4" name="Google Shape;1064;g2800d3fcf52_16_129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5" name="Google Shape;1065;g2800d3fcf52_16_129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6" name="Google Shape;1066;g2800d3fcf52_16_129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067" name="Google Shape;1067;g2800d3fcf52_16_1295"/>
            <p:cNvGrpSpPr/>
            <p:nvPr/>
          </p:nvGrpSpPr>
          <p:grpSpPr>
            <a:xfrm>
              <a:off x="265625" y="6323271"/>
              <a:ext cx="1249222" cy="190348"/>
              <a:chOff x="265625" y="6323271"/>
              <a:chExt cx="1249222" cy="190348"/>
            </a:xfrm>
          </p:grpSpPr>
          <p:sp>
            <p:nvSpPr>
              <p:cNvPr id="1068" name="Google Shape;1068;g2800d3fcf52_16_129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69" name="Google Shape;1069;g2800d3fcf52_16_129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0" name="Google Shape;1070;g2800d3fcf52_16_129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1" name="Google Shape;1071;g2800d3fcf52_16_129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2" name="Google Shape;1072;g2800d3fcf52_16_129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3" name="Google Shape;1073;g2800d3fcf52_16_129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4" name="Google Shape;1074;g2800d3fcf52_16_129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Quote – Plum">
  <p:cSld name="Quote – Plum">
    <p:spTree>
      <p:nvGrpSpPr>
        <p:cNvPr id="1" name="Shape 1075"/>
        <p:cNvGrpSpPr/>
        <p:nvPr/>
      </p:nvGrpSpPr>
      <p:grpSpPr>
        <a:xfrm>
          <a:off x="0" y="0"/>
          <a:ext cx="0" cy="0"/>
          <a:chOff x="0" y="0"/>
          <a:chExt cx="0" cy="0"/>
        </a:xfrm>
      </p:grpSpPr>
      <p:sp>
        <p:nvSpPr>
          <p:cNvPr id="1076" name="Google Shape;1076;g2800d3fcf52_16_1324"/>
          <p:cNvSpPr/>
          <p:nvPr/>
        </p:nvSpPr>
        <p:spPr>
          <a:xfrm>
            <a:off x="0" y="0"/>
            <a:ext cx="12197292" cy="6026415"/>
          </a:xfrm>
          <a:custGeom>
            <a:avLst/>
            <a:gdLst/>
            <a:ahLst/>
            <a:cxnLst/>
            <a:rect l="l" t="t" r="r" b="b"/>
            <a:pathLst>
              <a:path w="12197292" h="6041519" extrusionOk="0">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lt1"/>
          </a:solidFill>
          <a:ln>
            <a:noFill/>
          </a:ln>
          <a:effectLst>
            <a:outerShdw blurRad="241300" sx="102000" sy="102000" algn="ctr" rotWithShape="0">
              <a:schemeClr val="accent3">
                <a:alpha val="784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7" name="Google Shape;1077;g2800d3fcf52_16_1324"/>
          <p:cNvSpPr/>
          <p:nvPr/>
        </p:nvSpPr>
        <p:spPr>
          <a:xfrm>
            <a:off x="-8466" y="1838847"/>
            <a:ext cx="12203641" cy="4206431"/>
          </a:xfrm>
          <a:custGeom>
            <a:avLst/>
            <a:gdLst/>
            <a:ahLst/>
            <a:cxnLst/>
            <a:rect l="l" t="t" r="r" b="b"/>
            <a:pathLst>
              <a:path w="12203641" h="4206431" extrusionOk="0">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0">
                <a:srgbClr val="0095C4"/>
              </a:gs>
              <a:gs pos="20000">
                <a:srgbClr val="0095C4"/>
              </a:gs>
              <a:gs pos="9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78" name="Google Shape;1078;g2800d3fcf52_16_1324"/>
          <p:cNvSpPr txBox="1">
            <a:spLocks noGrp="1"/>
          </p:cNvSpPr>
          <p:nvPr>
            <p:ph type="body" idx="1"/>
          </p:nvPr>
        </p:nvSpPr>
        <p:spPr>
          <a:xfrm>
            <a:off x="438912" y="1600200"/>
            <a:ext cx="5462100"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079" name="Google Shape;1079;g2800d3fcf52_16_1324"/>
          <p:cNvSpPr txBox="1">
            <a:spLocks noGrp="1"/>
          </p:cNvSpPr>
          <p:nvPr>
            <p:ph type="body" idx="2"/>
          </p:nvPr>
        </p:nvSpPr>
        <p:spPr>
          <a:xfrm>
            <a:off x="612648" y="5065776"/>
            <a:ext cx="4581000" cy="2742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080" name="Google Shape;1080;g2800d3fcf52_16_1324" descr="logo placeholder: click to insert logo or delete box if not needed"/>
          <p:cNvSpPr>
            <a:spLocks noGrp="1"/>
          </p:cNvSpPr>
          <p:nvPr>
            <p:ph type="pic" idx="3"/>
          </p:nvPr>
        </p:nvSpPr>
        <p:spPr>
          <a:xfrm>
            <a:off x="8925484" y="4619335"/>
            <a:ext cx="2739900" cy="1371600"/>
          </a:xfrm>
          <a:prstGeom prst="rect">
            <a:avLst/>
          </a:prstGeom>
          <a:noFill/>
          <a:ln>
            <a:noFill/>
          </a:ln>
        </p:spPr>
      </p:sp>
      <p:sp>
        <p:nvSpPr>
          <p:cNvPr id="1081" name="Google Shape;1081;g2800d3fcf52_16_1324"/>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082" name="Google Shape;1082;g2800d3fcf52_16_1324"/>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083" name="Google Shape;1083;g2800d3fcf52_16_1324"/>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084" name="Google Shape;1084;g2800d3fcf52_16_1324"/>
          <p:cNvGrpSpPr/>
          <p:nvPr/>
        </p:nvGrpSpPr>
        <p:grpSpPr>
          <a:xfrm>
            <a:off x="265625" y="6323271"/>
            <a:ext cx="1249222" cy="369649"/>
            <a:chOff x="265625" y="6323271"/>
            <a:chExt cx="1249222" cy="369649"/>
          </a:xfrm>
        </p:grpSpPr>
        <p:grpSp>
          <p:nvGrpSpPr>
            <p:cNvPr id="1085" name="Google Shape;1085;g2800d3fcf52_16_1324"/>
            <p:cNvGrpSpPr/>
            <p:nvPr/>
          </p:nvGrpSpPr>
          <p:grpSpPr>
            <a:xfrm>
              <a:off x="745455" y="6594444"/>
              <a:ext cx="722663" cy="98476"/>
              <a:chOff x="745455" y="6594444"/>
              <a:chExt cx="722663" cy="98476"/>
            </a:xfrm>
          </p:grpSpPr>
          <p:sp>
            <p:nvSpPr>
              <p:cNvPr id="1086" name="Google Shape;1086;g2800d3fcf52_16_132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87" name="Google Shape;1087;g2800d3fcf52_16_132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88" name="Google Shape;1088;g2800d3fcf52_16_132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89" name="Google Shape;1089;g2800d3fcf52_16_132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0" name="Google Shape;1090;g2800d3fcf52_16_132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1" name="Google Shape;1091;g2800d3fcf52_16_132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2" name="Google Shape;1092;g2800d3fcf52_16_132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3" name="Google Shape;1093;g2800d3fcf52_16_132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4" name="Google Shape;1094;g2800d3fcf52_16_132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5" name="Google Shape;1095;g2800d3fcf52_16_132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096" name="Google Shape;1096;g2800d3fcf52_16_1324"/>
            <p:cNvGrpSpPr/>
            <p:nvPr/>
          </p:nvGrpSpPr>
          <p:grpSpPr>
            <a:xfrm>
              <a:off x="265625" y="6323271"/>
              <a:ext cx="1249222" cy="190348"/>
              <a:chOff x="265625" y="6323271"/>
              <a:chExt cx="1249222" cy="190348"/>
            </a:xfrm>
          </p:grpSpPr>
          <p:sp>
            <p:nvSpPr>
              <p:cNvPr id="1097" name="Google Shape;1097;g2800d3fcf52_16_132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8" name="Google Shape;1098;g2800d3fcf52_16_132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9" name="Google Shape;1099;g2800d3fcf52_16_132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0" name="Google Shape;1100;g2800d3fcf52_16_132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1" name="Google Shape;1101;g2800d3fcf52_16_132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2" name="Google Shape;1102;g2800d3fcf52_16_132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3" name="Google Shape;1103;g2800d3fcf52_16_132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matchingName="Quote – Photo 5">
  <p:cSld name="Quote – Photo 5">
    <p:bg>
      <p:bgPr>
        <a:solidFill>
          <a:schemeClr val="lt1"/>
        </a:solidFill>
        <a:effectLst/>
      </p:bgPr>
    </p:bg>
    <p:spTree>
      <p:nvGrpSpPr>
        <p:cNvPr id="1" name="Shape 1104"/>
        <p:cNvGrpSpPr/>
        <p:nvPr/>
      </p:nvGrpSpPr>
      <p:grpSpPr>
        <a:xfrm>
          <a:off x="0" y="0"/>
          <a:ext cx="0" cy="0"/>
          <a:chOff x="0" y="0"/>
          <a:chExt cx="0" cy="0"/>
        </a:xfrm>
      </p:grpSpPr>
      <p:pic>
        <p:nvPicPr>
          <p:cNvPr id="1105" name="Google Shape;1105;g2800d3fcf52_16_1353" descr="Looking up view of a tall building with glass windows&#10;&#10;Description automatically generated"/>
          <p:cNvPicPr preferRelativeResize="0"/>
          <p:nvPr/>
        </p:nvPicPr>
        <p:blipFill rotWithShape="1">
          <a:blip r:embed="rId2">
            <a:alphaModFix/>
          </a:blip>
          <a:srcRect/>
          <a:stretch/>
        </p:blipFill>
        <p:spPr>
          <a:xfrm>
            <a:off x="1829993" y="0"/>
            <a:ext cx="10358831" cy="6858000"/>
          </a:xfrm>
          <a:prstGeom prst="rect">
            <a:avLst/>
          </a:prstGeom>
          <a:noFill/>
          <a:ln>
            <a:noFill/>
          </a:ln>
        </p:spPr>
      </p:pic>
      <p:sp>
        <p:nvSpPr>
          <p:cNvPr id="1106" name="Google Shape;1106;g2800d3fcf52_16_1353"/>
          <p:cNvSpPr/>
          <p:nvPr/>
        </p:nvSpPr>
        <p:spPr>
          <a:xfrm>
            <a:off x="0" y="0"/>
            <a:ext cx="12182400" cy="6858000"/>
          </a:xfrm>
          <a:prstGeom prst="rect">
            <a:avLst/>
          </a:prstGeom>
          <a:gradFill>
            <a:gsLst>
              <a:gs pos="0">
                <a:srgbClr val="FFFFFF"/>
              </a:gs>
              <a:gs pos="35000">
                <a:srgbClr val="FFFFFF"/>
              </a:gs>
              <a:gs pos="59550">
                <a:srgbClr val="FFFFFF">
                  <a:alpha val="0"/>
                </a:srgbClr>
              </a:gs>
              <a:gs pos="78000">
                <a:srgbClr val="FFFFFF">
                  <a:alpha val="0"/>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07" name="Google Shape;1107;g2800d3fcf52_16_1353"/>
          <p:cNvSpPr/>
          <p:nvPr/>
        </p:nvSpPr>
        <p:spPr>
          <a:xfrm>
            <a:off x="6477"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12000">
                <a:schemeClr val="accent3"/>
              </a:gs>
              <a:gs pos="85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8" name="Google Shape;1108;g2800d3fcf52_16_1353"/>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109" name="Google Shape;1109;g2800d3fcf52_16_1353"/>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110" name="Google Shape;1110;g2800d3fcf52_16_1353"/>
          <p:cNvGrpSpPr/>
          <p:nvPr/>
        </p:nvGrpSpPr>
        <p:grpSpPr>
          <a:xfrm>
            <a:off x="265625" y="6323271"/>
            <a:ext cx="1249222" cy="369649"/>
            <a:chOff x="265625" y="6323271"/>
            <a:chExt cx="1249222" cy="369649"/>
          </a:xfrm>
        </p:grpSpPr>
        <p:grpSp>
          <p:nvGrpSpPr>
            <p:cNvPr id="1111" name="Google Shape;1111;g2800d3fcf52_16_1353"/>
            <p:cNvGrpSpPr/>
            <p:nvPr/>
          </p:nvGrpSpPr>
          <p:grpSpPr>
            <a:xfrm>
              <a:off x="745455" y="6594444"/>
              <a:ext cx="722663" cy="98476"/>
              <a:chOff x="745455" y="6594444"/>
              <a:chExt cx="722663" cy="98476"/>
            </a:xfrm>
          </p:grpSpPr>
          <p:sp>
            <p:nvSpPr>
              <p:cNvPr id="1112" name="Google Shape;1112;g2800d3fcf52_16_1353"/>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3" name="Google Shape;1113;g2800d3fcf52_16_1353"/>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4" name="Google Shape;1114;g2800d3fcf52_16_1353"/>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5" name="Google Shape;1115;g2800d3fcf52_16_1353"/>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6" name="Google Shape;1116;g2800d3fcf52_16_1353"/>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7" name="Google Shape;1117;g2800d3fcf52_16_1353"/>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8" name="Google Shape;1118;g2800d3fcf52_16_1353"/>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9" name="Google Shape;1119;g2800d3fcf52_16_1353"/>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0" name="Google Shape;1120;g2800d3fcf52_16_1353"/>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1" name="Google Shape;1121;g2800d3fcf52_16_1353"/>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122" name="Google Shape;1122;g2800d3fcf52_16_1353"/>
            <p:cNvGrpSpPr/>
            <p:nvPr/>
          </p:nvGrpSpPr>
          <p:grpSpPr>
            <a:xfrm>
              <a:off x="265625" y="6323271"/>
              <a:ext cx="1249222" cy="190348"/>
              <a:chOff x="265625" y="6323271"/>
              <a:chExt cx="1249222" cy="190348"/>
            </a:xfrm>
          </p:grpSpPr>
          <p:sp>
            <p:nvSpPr>
              <p:cNvPr id="1123" name="Google Shape;1123;g2800d3fcf52_16_1353"/>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4" name="Google Shape;1124;g2800d3fcf52_16_1353"/>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5" name="Google Shape;1125;g2800d3fcf52_16_1353"/>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6" name="Google Shape;1126;g2800d3fcf52_16_1353"/>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7" name="Google Shape;1127;g2800d3fcf52_16_1353"/>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8" name="Google Shape;1128;g2800d3fcf52_16_1353"/>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29" name="Google Shape;1129;g2800d3fcf52_16_1353"/>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130" name="Google Shape;1130;g2800d3fcf52_16_1353"/>
          <p:cNvSpPr txBox="1">
            <a:spLocks noGrp="1"/>
          </p:cNvSpPr>
          <p:nvPr>
            <p:ph type="body" idx="1"/>
          </p:nvPr>
        </p:nvSpPr>
        <p:spPr>
          <a:xfrm>
            <a:off x="438912" y="1600200"/>
            <a:ext cx="4755000" cy="3200400"/>
          </a:xfrm>
          <a:prstGeom prst="rect">
            <a:avLst/>
          </a:prstGeom>
          <a:noFill/>
          <a:ln>
            <a:noFill/>
          </a:ln>
        </p:spPr>
        <p:txBody>
          <a:bodyPr spcFirstLastPara="1" wrap="square" lIns="0" tIns="0" rIns="0" bIns="0" anchor="b" anchorCtr="0">
            <a:noAutofit/>
          </a:bodyPr>
          <a:lstStyle>
            <a:lvl1pPr marL="457200" lvl="0" indent="-406400" algn="l">
              <a:lnSpc>
                <a:spcPct val="100000"/>
              </a:lnSpc>
              <a:spcBef>
                <a:spcPts val="0"/>
              </a:spcBef>
              <a:spcAft>
                <a:spcPts val="0"/>
              </a:spcAft>
              <a:buClr>
                <a:schemeClr val="accent2"/>
              </a:buClr>
              <a:buSzPts val="2800"/>
              <a:buFont typeface="Arial"/>
              <a:buChar char="“"/>
              <a:defRPr sz="2800">
                <a:solidFill>
                  <a:schemeClr val="accent2"/>
                </a:solidFill>
              </a:defRPr>
            </a:lvl1pPr>
            <a:lvl2pPr marL="914400" lvl="1" indent="-331469" algn="l">
              <a:lnSpc>
                <a:spcPct val="100000"/>
              </a:lnSpc>
              <a:spcBef>
                <a:spcPts val="1200"/>
              </a:spcBef>
              <a:spcAft>
                <a:spcPts val="0"/>
              </a:spcAft>
              <a:buClr>
                <a:schemeClr val="lt1"/>
              </a:buClr>
              <a:buSzPts val="1620"/>
              <a:buFont typeface="Arial"/>
              <a:buChar char="“"/>
              <a:defRPr>
                <a:solidFill>
                  <a:schemeClr val="lt1"/>
                </a:solidFill>
              </a:defRPr>
            </a:lvl2pPr>
            <a:lvl3pPr marL="1371600" lvl="2" indent="-320039" algn="l">
              <a:lnSpc>
                <a:spcPct val="100000"/>
              </a:lnSpc>
              <a:spcBef>
                <a:spcPts val="1200"/>
              </a:spcBef>
              <a:spcAft>
                <a:spcPts val="0"/>
              </a:spcAft>
              <a:buClr>
                <a:schemeClr val="lt1"/>
              </a:buClr>
              <a:buSzPts val="1440"/>
              <a:buFont typeface="Arial"/>
              <a:buChar char="“"/>
              <a:defRPr>
                <a:solidFill>
                  <a:schemeClr val="lt1"/>
                </a:solidFill>
              </a:defRPr>
            </a:lvl3pPr>
            <a:lvl4pPr marL="1828800" lvl="3" indent="-308610" algn="l">
              <a:lnSpc>
                <a:spcPct val="100000"/>
              </a:lnSpc>
              <a:spcBef>
                <a:spcPts val="1200"/>
              </a:spcBef>
              <a:spcAft>
                <a:spcPts val="0"/>
              </a:spcAft>
              <a:buClr>
                <a:schemeClr val="lt1"/>
              </a:buClr>
              <a:buSzPts val="1260"/>
              <a:buFont typeface="Arial"/>
              <a:buChar char="“"/>
              <a:defRPr>
                <a:solidFill>
                  <a:schemeClr val="lt1"/>
                </a:solidFill>
              </a:defRPr>
            </a:lvl4pPr>
            <a:lvl5pPr marL="2286000" lvl="4" indent="-308610" algn="l">
              <a:lnSpc>
                <a:spcPct val="100000"/>
              </a:lnSpc>
              <a:spcBef>
                <a:spcPts val="1200"/>
              </a:spcBef>
              <a:spcAft>
                <a:spcPts val="0"/>
              </a:spcAft>
              <a:buClr>
                <a:schemeClr val="lt1"/>
              </a:buClr>
              <a:buSzPts val="1260"/>
              <a:buFont typeface="Arial"/>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31" name="Google Shape;1131;g2800d3fcf52_16_1353"/>
          <p:cNvSpPr txBox="1">
            <a:spLocks noGrp="1"/>
          </p:cNvSpPr>
          <p:nvPr>
            <p:ph type="body" idx="2"/>
          </p:nvPr>
        </p:nvSpPr>
        <p:spPr>
          <a:xfrm>
            <a:off x="612648" y="5065776"/>
            <a:ext cx="3591000" cy="6747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latin typeface="Arial"/>
                <a:ea typeface="Arial"/>
                <a:cs typeface="Arial"/>
                <a:sym typeface="Aria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32" name="Google Shape;1132;g2800d3fcf52_16_1353"/>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lt1"/>
                </a:solidFill>
                <a:latin typeface="Arial"/>
                <a:ea typeface="Arial"/>
                <a:cs typeface="Arial"/>
                <a:sym typeface="Arial"/>
              </a:rPr>
              <a:t>‹#›</a:t>
            </a:fld>
            <a:endParaRPr sz="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1133"/>
        <p:cNvGrpSpPr/>
        <p:nvPr/>
      </p:nvGrpSpPr>
      <p:grpSpPr>
        <a:xfrm>
          <a:off x="0" y="0"/>
          <a:ext cx="0" cy="0"/>
          <a:chOff x="0" y="0"/>
          <a:chExt cx="0" cy="0"/>
        </a:xfrm>
      </p:grpSpPr>
      <p:sp>
        <p:nvSpPr>
          <p:cNvPr id="1134" name="Google Shape;1134;g2800d3fcf52_16_1382"/>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5" name="Google Shape;1135;g2800d3fcf52_16_1382"/>
          <p:cNvSpPr txBox="1">
            <a:spLocks noGrp="1"/>
          </p:cNvSpPr>
          <p:nvPr>
            <p:ph type="subTitle" idx="1"/>
          </p:nvPr>
        </p:nvSpPr>
        <p:spPr>
          <a:xfrm>
            <a:off x="592866" y="811830"/>
            <a:ext cx="109878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36" name="Google Shape;1136;g2800d3fcf52_16_1382"/>
          <p:cNvSpPr txBox="1">
            <a:spLocks noGrp="1"/>
          </p:cNvSpPr>
          <p:nvPr>
            <p:ph type="body" idx="2"/>
          </p:nvPr>
        </p:nvSpPr>
        <p:spPr>
          <a:xfrm>
            <a:off x="616505" y="1600201"/>
            <a:ext cx="10972800" cy="4572000"/>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Clr>
                <a:srgbClr val="3C3C3C"/>
              </a:buClr>
              <a:buSzPts val="1620"/>
              <a:buChar char="•"/>
              <a:defRPr>
                <a:solidFill>
                  <a:schemeClr val="dk1"/>
                </a:solidFill>
              </a:defRPr>
            </a:lvl2pPr>
            <a:lvl3pPr marL="1371600" lvl="2" indent="-320039" algn="l">
              <a:lnSpc>
                <a:spcPct val="100000"/>
              </a:lnSpc>
              <a:spcBef>
                <a:spcPts val="1200"/>
              </a:spcBef>
              <a:spcAft>
                <a:spcPts val="0"/>
              </a:spcAft>
              <a:buClr>
                <a:srgbClr val="3C3C3C"/>
              </a:buClr>
              <a:buSzPts val="1440"/>
              <a:buChar char="–"/>
              <a:defRPr>
                <a:solidFill>
                  <a:schemeClr val="dk1"/>
                </a:solidFill>
              </a:defRPr>
            </a:lvl3pPr>
            <a:lvl4pPr marL="1828800" lvl="3" indent="-308610" algn="l">
              <a:lnSpc>
                <a:spcPct val="100000"/>
              </a:lnSpc>
              <a:spcBef>
                <a:spcPts val="1200"/>
              </a:spcBef>
              <a:spcAft>
                <a:spcPts val="0"/>
              </a:spcAft>
              <a:buClr>
                <a:srgbClr val="3C3C3C"/>
              </a:buClr>
              <a:buSzPts val="1260"/>
              <a:buChar char="•"/>
              <a:defRPr>
                <a:solidFill>
                  <a:schemeClr val="dk1"/>
                </a:solidFill>
              </a:defRPr>
            </a:lvl4pPr>
            <a:lvl5pPr marL="2286000" lvl="4" indent="-308610" algn="l">
              <a:lnSpc>
                <a:spcPct val="100000"/>
              </a:lnSpc>
              <a:spcBef>
                <a:spcPts val="1200"/>
              </a:spcBef>
              <a:spcAft>
                <a:spcPts val="0"/>
              </a:spcAft>
              <a:buClr>
                <a:srgbClr val="3C3C3C"/>
              </a:buClr>
              <a:buSzPts val="1260"/>
              <a:buChar char="–"/>
              <a:defRPr>
                <a:solidFill>
                  <a:schemeClr val="dk1"/>
                </a:solidFill>
              </a:defRPr>
            </a:lvl5pPr>
            <a:lvl6pPr marL="2743200" lvl="5" indent="-308610" algn="l">
              <a:lnSpc>
                <a:spcPct val="100000"/>
              </a:lnSpc>
              <a:spcBef>
                <a:spcPts val="1200"/>
              </a:spcBef>
              <a:spcAft>
                <a:spcPts val="0"/>
              </a:spcAft>
              <a:buClr>
                <a:srgbClr val="3C3C3C"/>
              </a:buClr>
              <a:buSzPts val="1260"/>
              <a:buChar char="•"/>
              <a:defRPr>
                <a:solidFill>
                  <a:srgbClr val="3C3C3C"/>
                </a:solidFill>
              </a:defRPr>
            </a:lvl6pPr>
            <a:lvl7pPr marL="3200400" lvl="6" indent="-308610" algn="l">
              <a:lnSpc>
                <a:spcPct val="100000"/>
              </a:lnSpc>
              <a:spcBef>
                <a:spcPts val="1200"/>
              </a:spcBef>
              <a:spcAft>
                <a:spcPts val="0"/>
              </a:spcAft>
              <a:buSzPts val="1260"/>
              <a:buChar char="-"/>
              <a:defRPr/>
            </a:lvl7pPr>
            <a:lvl8pPr marL="3657600" lvl="7" indent="-308609" algn="l">
              <a:lnSpc>
                <a:spcPct val="100000"/>
              </a:lnSpc>
              <a:spcBef>
                <a:spcPts val="1200"/>
              </a:spcBef>
              <a:spcAft>
                <a:spcPts val="0"/>
              </a:spcAft>
              <a:buSzPts val="126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37" name="Google Shape;1137;g2800d3fcf52_16_1382"/>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wo-Content Balanced">
  <p:cSld name="Two-Content Balanced">
    <p:spTree>
      <p:nvGrpSpPr>
        <p:cNvPr id="1" name="Shape 1138"/>
        <p:cNvGrpSpPr/>
        <p:nvPr/>
      </p:nvGrpSpPr>
      <p:grpSpPr>
        <a:xfrm>
          <a:off x="0" y="0"/>
          <a:ext cx="0" cy="0"/>
          <a:chOff x="0" y="0"/>
          <a:chExt cx="0" cy="0"/>
        </a:xfrm>
      </p:grpSpPr>
      <p:sp>
        <p:nvSpPr>
          <p:cNvPr id="1139" name="Google Shape;1139;g2800d3fcf52_16_1387"/>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0" name="Google Shape;1140;g2800d3fcf52_16_1387"/>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41" name="Google Shape;1141;g2800d3fcf52_16_1387"/>
          <p:cNvSpPr txBox="1">
            <a:spLocks noGrp="1"/>
          </p:cNvSpPr>
          <p:nvPr>
            <p:ph type="body" idx="2"/>
          </p:nvPr>
        </p:nvSpPr>
        <p:spPr>
          <a:xfrm>
            <a:off x="608013" y="1600200"/>
            <a:ext cx="5313900"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1142" name="Google Shape;1142;g2800d3fcf52_16_1387"/>
          <p:cNvSpPr txBox="1">
            <a:spLocks noGrp="1"/>
          </p:cNvSpPr>
          <p:nvPr>
            <p:ph type="body" idx="3"/>
          </p:nvPr>
        </p:nvSpPr>
        <p:spPr>
          <a:xfrm>
            <a:off x="6321287" y="1600200"/>
            <a:ext cx="5313900" cy="45720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297179" algn="l">
              <a:lnSpc>
                <a:spcPct val="100000"/>
              </a:lnSpc>
              <a:spcBef>
                <a:spcPts val="1200"/>
              </a:spcBef>
              <a:spcAft>
                <a:spcPts val="0"/>
              </a:spcAft>
              <a:buSzPts val="1080"/>
              <a:buChar char="•"/>
              <a:defRPr sz="1200">
                <a:solidFill>
                  <a:schemeClr val="dk1"/>
                </a:solidFill>
              </a:defRPr>
            </a:lvl6pPr>
            <a:lvl7pPr marL="3200400" lvl="6" indent="-297179" algn="l">
              <a:lnSpc>
                <a:spcPct val="100000"/>
              </a:lnSpc>
              <a:spcBef>
                <a:spcPts val="1200"/>
              </a:spcBef>
              <a:spcAft>
                <a:spcPts val="0"/>
              </a:spcAft>
              <a:buSzPts val="1080"/>
              <a:buChar char="-"/>
              <a:defRPr sz="1200">
                <a:solidFill>
                  <a:schemeClr val="dk1"/>
                </a:solidFill>
              </a:defRPr>
            </a:lvl7pPr>
            <a:lvl8pPr marL="3657600" lvl="7" indent="-297179" algn="l">
              <a:lnSpc>
                <a:spcPct val="100000"/>
              </a:lnSpc>
              <a:spcBef>
                <a:spcPts val="1200"/>
              </a:spcBef>
              <a:spcAft>
                <a:spcPts val="0"/>
              </a:spcAft>
              <a:buSzPts val="1080"/>
              <a:buChar char="•"/>
              <a:defRPr sz="1200">
                <a:solidFill>
                  <a:schemeClr val="dk1"/>
                </a:solidFill>
              </a:defRPr>
            </a:lvl8pPr>
            <a:lvl9pPr marL="4114800" lvl="8" indent="-297179" algn="l">
              <a:lnSpc>
                <a:spcPct val="100000"/>
              </a:lnSpc>
              <a:spcBef>
                <a:spcPts val="1200"/>
              </a:spcBef>
              <a:spcAft>
                <a:spcPts val="1200"/>
              </a:spcAft>
              <a:buSzPts val="1080"/>
              <a:buChar char="-"/>
              <a:defRPr sz="1200">
                <a:solidFill>
                  <a:schemeClr val="dk1"/>
                </a:solidFill>
              </a:defRPr>
            </a:lvl9pPr>
          </a:lstStyle>
          <a:p>
            <a:endParaRPr/>
          </a:p>
        </p:txBody>
      </p:sp>
      <p:sp>
        <p:nvSpPr>
          <p:cNvPr id="1143" name="Google Shape;1143;g2800d3fcf52_16_1387"/>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wo-Content Balanced Color on Right">
  <p:cSld name="Two-Content Balanced Color on Right">
    <p:spTree>
      <p:nvGrpSpPr>
        <p:cNvPr id="1" name="Shape 1144"/>
        <p:cNvGrpSpPr/>
        <p:nvPr/>
      </p:nvGrpSpPr>
      <p:grpSpPr>
        <a:xfrm>
          <a:off x="0" y="0"/>
          <a:ext cx="0" cy="0"/>
          <a:chOff x="0" y="0"/>
          <a:chExt cx="0" cy="0"/>
        </a:xfrm>
      </p:grpSpPr>
      <p:sp>
        <p:nvSpPr>
          <p:cNvPr id="1145" name="Google Shape;1145;g2800d3fcf52_16_1393"/>
          <p:cNvSpPr txBox="1">
            <a:spLocks noGrp="1"/>
          </p:cNvSpPr>
          <p:nvPr>
            <p:ph type="body" idx="1"/>
          </p:nvPr>
        </p:nvSpPr>
        <p:spPr>
          <a:xfrm>
            <a:off x="6323381" y="1600201"/>
            <a:ext cx="5865300" cy="4572000"/>
          </a:xfrm>
          <a:prstGeom prst="rect">
            <a:avLst/>
          </a:prstGeom>
          <a:solidFill>
            <a:srgbClr val="F4F8FA"/>
          </a:solid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1146" name="Google Shape;1146;g2800d3fcf52_16_1393"/>
          <p:cNvSpPr txBox="1">
            <a:spLocks noGrp="1"/>
          </p:cNvSpPr>
          <p:nvPr>
            <p:ph type="subTitle" idx="2"/>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47" name="Google Shape;1147;g2800d3fcf52_16_1393"/>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8" name="Google Shape;1148;g2800d3fcf52_16_1393"/>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149" name="Google Shape;1149;g2800d3fcf52_16_1393"/>
          <p:cNvSpPr txBox="1">
            <a:spLocks noGrp="1"/>
          </p:cNvSpPr>
          <p:nvPr>
            <p:ph type="body" idx="3"/>
          </p:nvPr>
        </p:nvSpPr>
        <p:spPr>
          <a:xfrm>
            <a:off x="0" y="1600201"/>
            <a:ext cx="5893500" cy="4572000"/>
          </a:xfrm>
          <a:prstGeom prst="rect">
            <a:avLst/>
          </a:prstGeom>
          <a:no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wo-Content Balanced Color on Left">
  <p:cSld name="Two-Content Balanced Color on Left">
    <p:spTree>
      <p:nvGrpSpPr>
        <p:cNvPr id="1" name="Shape 1150"/>
        <p:cNvGrpSpPr/>
        <p:nvPr/>
      </p:nvGrpSpPr>
      <p:grpSpPr>
        <a:xfrm>
          <a:off x="0" y="0"/>
          <a:ext cx="0" cy="0"/>
          <a:chOff x="0" y="0"/>
          <a:chExt cx="0" cy="0"/>
        </a:xfrm>
      </p:grpSpPr>
      <p:sp>
        <p:nvSpPr>
          <p:cNvPr id="1151" name="Google Shape;1151;g2800d3fcf52_16_1399"/>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2" name="Google Shape;1152;g2800d3fcf52_16_1399"/>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53" name="Google Shape;1153;g2800d3fcf52_16_1399"/>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154" name="Google Shape;1154;g2800d3fcf52_16_1399"/>
          <p:cNvSpPr txBox="1">
            <a:spLocks noGrp="1"/>
          </p:cNvSpPr>
          <p:nvPr>
            <p:ph type="body" idx="2"/>
          </p:nvPr>
        </p:nvSpPr>
        <p:spPr>
          <a:xfrm>
            <a:off x="6323381" y="1600201"/>
            <a:ext cx="5865300" cy="4572000"/>
          </a:xfrm>
          <a:prstGeom prst="rect">
            <a:avLst/>
          </a:prstGeom>
          <a:noFill/>
          <a:ln>
            <a:noFill/>
          </a:ln>
        </p:spPr>
        <p:txBody>
          <a:bodyPr spcFirstLastPara="1" wrap="square" lIns="4572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
        <p:nvSpPr>
          <p:cNvPr id="1155" name="Google Shape;1155;g2800d3fcf52_16_1399"/>
          <p:cNvSpPr txBox="1">
            <a:spLocks noGrp="1"/>
          </p:cNvSpPr>
          <p:nvPr>
            <p:ph type="body" idx="3"/>
          </p:nvPr>
        </p:nvSpPr>
        <p:spPr>
          <a:xfrm>
            <a:off x="0" y="1600201"/>
            <a:ext cx="5893500" cy="4572000"/>
          </a:xfrm>
          <a:prstGeom prst="rect">
            <a:avLst/>
          </a:prstGeom>
          <a:solidFill>
            <a:srgbClr val="F4F8FA"/>
          </a:solidFill>
          <a:ln>
            <a:noFill/>
          </a:ln>
        </p:spPr>
        <p:txBody>
          <a:bodyPr spcFirstLastPara="1" wrap="square" lIns="59435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08609" algn="l">
              <a:lnSpc>
                <a:spcPct val="100000"/>
              </a:lnSpc>
              <a:spcBef>
                <a:spcPts val="1200"/>
              </a:spcBef>
              <a:spcAft>
                <a:spcPts val="1200"/>
              </a:spcAft>
              <a:buSzPts val="1260"/>
              <a:buChar char="-"/>
              <a:defRPr>
                <a:solidFill>
                  <a:schemeClr val="dk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156"/>
        <p:cNvGrpSpPr/>
        <p:nvPr/>
      </p:nvGrpSpPr>
      <p:grpSpPr>
        <a:xfrm>
          <a:off x="0" y="0"/>
          <a:ext cx="0" cy="0"/>
          <a:chOff x="0" y="0"/>
          <a:chExt cx="0" cy="0"/>
        </a:xfrm>
      </p:grpSpPr>
      <p:sp>
        <p:nvSpPr>
          <p:cNvPr id="1157" name="Google Shape;1157;g2800d3fcf52_16_1405"/>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8" name="Google Shape;1158;g2800d3fcf52_16_1405"/>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59" name="Google Shape;1159;g2800d3fcf52_16_1405"/>
          <p:cNvSpPr txBox="1">
            <a:spLocks noGrp="1"/>
          </p:cNvSpPr>
          <p:nvPr>
            <p:ph type="body" idx="2"/>
          </p:nvPr>
        </p:nvSpPr>
        <p:spPr>
          <a:xfrm>
            <a:off x="592866" y="1600202"/>
            <a:ext cx="5287200" cy="875400"/>
          </a:xfrm>
          <a:prstGeom prst="rect">
            <a:avLst/>
          </a:prstGeom>
          <a:noFill/>
          <a:ln>
            <a:noFill/>
          </a:ln>
        </p:spPr>
        <p:txBody>
          <a:bodyPr spcFirstLastPara="1" wrap="square" lIns="0" tIns="91425" rIns="457200" bIns="91425" anchor="b" anchorCtr="0">
            <a:noAutofit/>
          </a:bodyPr>
          <a:lstStyle>
            <a:lvl1pPr marL="457200" lvl="0" indent="-342900" algn="l">
              <a:lnSpc>
                <a:spcPct val="100000"/>
              </a:lnSpc>
              <a:spcBef>
                <a:spcPts val="0"/>
              </a:spcBef>
              <a:spcAft>
                <a:spcPts val="0"/>
              </a:spcAft>
              <a:buSzPts val="1800"/>
              <a:buChar char="​"/>
              <a:defRPr>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60" name="Google Shape;1160;g2800d3fcf52_16_1405"/>
          <p:cNvSpPr/>
          <p:nvPr/>
        </p:nvSpPr>
        <p:spPr>
          <a:xfrm>
            <a:off x="592865" y="2484176"/>
            <a:ext cx="5287200" cy="4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61" name="Google Shape;1161;g2800d3fcf52_16_1405"/>
          <p:cNvSpPr txBox="1">
            <a:spLocks noGrp="1"/>
          </p:cNvSpPr>
          <p:nvPr>
            <p:ph type="body" idx="3"/>
          </p:nvPr>
        </p:nvSpPr>
        <p:spPr>
          <a:xfrm>
            <a:off x="592865" y="2621020"/>
            <a:ext cx="5315700" cy="35439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62" name="Google Shape;1162;g2800d3fcf52_16_1405"/>
          <p:cNvSpPr txBox="1">
            <a:spLocks noGrp="1"/>
          </p:cNvSpPr>
          <p:nvPr>
            <p:ph type="body" idx="4"/>
          </p:nvPr>
        </p:nvSpPr>
        <p:spPr>
          <a:xfrm>
            <a:off x="6308726" y="1600202"/>
            <a:ext cx="5287200" cy="875400"/>
          </a:xfrm>
          <a:prstGeom prst="rect">
            <a:avLst/>
          </a:prstGeom>
          <a:noFill/>
          <a:ln>
            <a:noFill/>
          </a:ln>
        </p:spPr>
        <p:txBody>
          <a:bodyPr spcFirstLastPara="1" wrap="square" lIns="0" tIns="91425" rIns="457200" bIns="91425" anchor="b" anchorCtr="0">
            <a:noAutofit/>
          </a:bodyPr>
          <a:lstStyle>
            <a:lvl1pPr marL="457200" lvl="0" indent="-342900" algn="l">
              <a:lnSpc>
                <a:spcPct val="100000"/>
              </a:lnSpc>
              <a:spcBef>
                <a:spcPts val="0"/>
              </a:spcBef>
              <a:spcAft>
                <a:spcPts val="0"/>
              </a:spcAft>
              <a:buSzPts val="1800"/>
              <a:buChar char="​"/>
              <a:defRPr sz="2000">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63" name="Google Shape;1163;g2800d3fcf52_16_1405"/>
          <p:cNvSpPr/>
          <p:nvPr/>
        </p:nvSpPr>
        <p:spPr>
          <a:xfrm>
            <a:off x="6303874" y="2484176"/>
            <a:ext cx="5287200" cy="456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64" name="Google Shape;1164;g2800d3fcf52_16_1405"/>
          <p:cNvSpPr txBox="1">
            <a:spLocks noGrp="1"/>
          </p:cNvSpPr>
          <p:nvPr>
            <p:ph type="body" idx="5"/>
          </p:nvPr>
        </p:nvSpPr>
        <p:spPr>
          <a:xfrm>
            <a:off x="6308143" y="2621280"/>
            <a:ext cx="5287200" cy="3575100"/>
          </a:xfrm>
          <a:prstGeom prst="rect">
            <a:avLst/>
          </a:prstGeom>
          <a:noFill/>
          <a:ln>
            <a:noFill/>
          </a:ln>
        </p:spPr>
        <p:txBody>
          <a:bodyPr spcFirstLastPara="1" wrap="square" lIns="0" tIns="0" rIns="0" bIns="0" anchor="t" anchorCtr="0">
            <a:noAutofit/>
          </a:bodyPr>
          <a:lstStyle>
            <a:lvl1pPr marL="457200" lvl="0" indent="-331470" algn="l">
              <a:lnSpc>
                <a:spcPct val="100000"/>
              </a:lnSpc>
              <a:spcBef>
                <a:spcPts val="0"/>
              </a:spcBef>
              <a:spcAft>
                <a:spcPts val="0"/>
              </a:spcAft>
              <a:buSzPts val="1620"/>
              <a:buChar char="​"/>
              <a:defRPr sz="1800">
                <a:solidFill>
                  <a:schemeClr val="dk1"/>
                </a:solidFill>
              </a:defRPr>
            </a:lvl1pPr>
            <a:lvl2pPr marL="914400" lvl="1" indent="-320040" algn="l">
              <a:lnSpc>
                <a:spcPct val="100000"/>
              </a:lnSpc>
              <a:spcBef>
                <a:spcPts val="1200"/>
              </a:spcBef>
              <a:spcAft>
                <a:spcPts val="0"/>
              </a:spcAft>
              <a:buSzPts val="1440"/>
              <a:buChar char="•"/>
              <a:defRPr sz="16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297180" algn="l">
              <a:lnSpc>
                <a:spcPct val="100000"/>
              </a:lnSpc>
              <a:spcBef>
                <a:spcPts val="1200"/>
              </a:spcBef>
              <a:spcAft>
                <a:spcPts val="0"/>
              </a:spcAft>
              <a:buSzPts val="1080"/>
              <a:buChar char="•"/>
              <a:defRPr sz="1200">
                <a:solidFill>
                  <a:schemeClr val="dk1"/>
                </a:solidFill>
              </a:defRPr>
            </a:lvl4pPr>
            <a:lvl5pPr marL="2286000" lvl="4" indent="-297179" algn="l">
              <a:lnSpc>
                <a:spcPct val="100000"/>
              </a:lnSpc>
              <a:spcBef>
                <a:spcPts val="1200"/>
              </a:spcBef>
              <a:spcAft>
                <a:spcPts val="0"/>
              </a:spcAft>
              <a:buSzPts val="1080"/>
              <a:buChar char="–"/>
              <a:defRPr sz="12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65" name="Google Shape;1165;g2800d3fcf52_16_1405"/>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hree-Content Comparison">
  <p:cSld name="Three-Content Comparison">
    <p:spTree>
      <p:nvGrpSpPr>
        <p:cNvPr id="1" name="Shape 1166"/>
        <p:cNvGrpSpPr/>
        <p:nvPr/>
      </p:nvGrpSpPr>
      <p:grpSpPr>
        <a:xfrm>
          <a:off x="0" y="0"/>
          <a:ext cx="0" cy="0"/>
          <a:chOff x="0" y="0"/>
          <a:chExt cx="0" cy="0"/>
        </a:xfrm>
      </p:grpSpPr>
      <p:sp>
        <p:nvSpPr>
          <p:cNvPr id="1167" name="Google Shape;1167;g2800d3fcf52_16_1415"/>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8" name="Google Shape;1168;g2800d3fcf52_16_1415"/>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69" name="Google Shape;1169;g2800d3fcf52_16_1415"/>
          <p:cNvSpPr txBox="1">
            <a:spLocks noGrp="1"/>
          </p:cNvSpPr>
          <p:nvPr>
            <p:ph type="body" idx="2"/>
          </p:nvPr>
        </p:nvSpPr>
        <p:spPr>
          <a:xfrm>
            <a:off x="592866" y="1600200"/>
            <a:ext cx="3593700"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70" name="Google Shape;1170;g2800d3fcf52_16_1415"/>
          <p:cNvSpPr/>
          <p:nvPr/>
        </p:nvSpPr>
        <p:spPr>
          <a:xfrm>
            <a:off x="592866" y="2509480"/>
            <a:ext cx="3593700" cy="45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71" name="Google Shape;1171;g2800d3fcf52_16_1415"/>
          <p:cNvSpPr txBox="1">
            <a:spLocks noGrp="1"/>
          </p:cNvSpPr>
          <p:nvPr>
            <p:ph type="body" idx="3"/>
          </p:nvPr>
        </p:nvSpPr>
        <p:spPr>
          <a:xfrm>
            <a:off x="4297616" y="1600200"/>
            <a:ext cx="3593700"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3"/>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72" name="Google Shape;1172;g2800d3fcf52_16_1415"/>
          <p:cNvSpPr txBox="1">
            <a:spLocks noGrp="1"/>
          </p:cNvSpPr>
          <p:nvPr>
            <p:ph type="body" idx="4"/>
          </p:nvPr>
        </p:nvSpPr>
        <p:spPr>
          <a:xfrm>
            <a:off x="8001859" y="1600200"/>
            <a:ext cx="3593700" cy="914400"/>
          </a:xfrm>
          <a:prstGeom prst="rect">
            <a:avLst/>
          </a:prstGeom>
          <a:noFill/>
          <a:ln>
            <a:noFill/>
          </a:ln>
        </p:spPr>
        <p:txBody>
          <a:bodyPr spcFirstLastPara="1" wrap="square" lIns="0" tIns="91425" rIns="182875" bIns="91425" anchor="b" anchorCtr="0">
            <a:noAutofit/>
          </a:bodyPr>
          <a:lstStyle>
            <a:lvl1pPr marL="457200" lvl="0" indent="-331470" algn="l">
              <a:lnSpc>
                <a:spcPct val="100000"/>
              </a:lnSpc>
              <a:spcBef>
                <a:spcPts val="0"/>
              </a:spcBef>
              <a:spcAft>
                <a:spcPts val="0"/>
              </a:spcAft>
              <a:buSzPts val="1620"/>
              <a:buChar char="​"/>
              <a:defRPr sz="1800">
                <a:solidFill>
                  <a:schemeClr val="accent4"/>
                </a:solidFill>
              </a:defRPr>
            </a:lvl1pPr>
            <a:lvl2pPr marL="914400" lvl="1" indent="-331469" algn="l">
              <a:lnSpc>
                <a:spcPct val="100000"/>
              </a:lnSpc>
              <a:spcBef>
                <a:spcPts val="1200"/>
              </a:spcBef>
              <a:spcAft>
                <a:spcPts val="0"/>
              </a:spcAft>
              <a:buSzPts val="1620"/>
              <a:buFont typeface="Open Sans"/>
              <a:buChar char="​"/>
              <a:defRPr sz="1800">
                <a:solidFill>
                  <a:schemeClr val="lt1"/>
                </a:solidFill>
              </a:defRPr>
            </a:lvl2pPr>
            <a:lvl3pPr marL="1371600" lvl="2" indent="-320039" algn="l">
              <a:lnSpc>
                <a:spcPct val="100000"/>
              </a:lnSpc>
              <a:spcBef>
                <a:spcPts val="1200"/>
              </a:spcBef>
              <a:spcAft>
                <a:spcPts val="0"/>
              </a:spcAft>
              <a:buSzPts val="1440"/>
              <a:buChar char="–"/>
              <a:defRPr>
                <a:solidFill>
                  <a:schemeClr val="lt1"/>
                </a:solidFill>
              </a:defRPr>
            </a:lvl3pPr>
            <a:lvl4pPr marL="1828800" lvl="3" indent="-308610" algn="l">
              <a:lnSpc>
                <a:spcPct val="100000"/>
              </a:lnSpc>
              <a:spcBef>
                <a:spcPts val="1200"/>
              </a:spcBef>
              <a:spcAft>
                <a:spcPts val="0"/>
              </a:spcAft>
              <a:buSzPts val="1260"/>
              <a:buChar char="•"/>
              <a:defRPr>
                <a:solidFill>
                  <a:schemeClr val="lt1"/>
                </a:solidFill>
              </a:defRPr>
            </a:lvl4pPr>
            <a:lvl5pPr marL="2286000" lvl="4" indent="-308610" algn="l">
              <a:lnSpc>
                <a:spcPct val="100000"/>
              </a:lnSpc>
              <a:spcBef>
                <a:spcPts val="1200"/>
              </a:spcBef>
              <a:spcAft>
                <a:spcPts val="0"/>
              </a:spcAft>
              <a:buSzPts val="1260"/>
              <a:buChar char="–"/>
              <a:defRPr>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73" name="Google Shape;1173;g2800d3fcf52_16_1415"/>
          <p:cNvSpPr/>
          <p:nvPr/>
        </p:nvSpPr>
        <p:spPr>
          <a:xfrm>
            <a:off x="8001859" y="2509480"/>
            <a:ext cx="3593700" cy="456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74" name="Google Shape;1174;g2800d3fcf52_16_1415"/>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175" name="Google Shape;1175;g2800d3fcf52_16_1415"/>
          <p:cNvSpPr/>
          <p:nvPr/>
        </p:nvSpPr>
        <p:spPr>
          <a:xfrm>
            <a:off x="4297616" y="2509480"/>
            <a:ext cx="3593700" cy="456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76" name="Google Shape;1176;g2800d3fcf52_16_1415"/>
          <p:cNvSpPr txBox="1">
            <a:spLocks noGrp="1"/>
          </p:cNvSpPr>
          <p:nvPr>
            <p:ph type="body" idx="5"/>
          </p:nvPr>
        </p:nvSpPr>
        <p:spPr>
          <a:xfrm>
            <a:off x="592866" y="2649538"/>
            <a:ext cx="3594000" cy="35226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77" name="Google Shape;1177;g2800d3fcf52_16_1415"/>
          <p:cNvSpPr txBox="1">
            <a:spLocks noGrp="1"/>
          </p:cNvSpPr>
          <p:nvPr>
            <p:ph type="body" idx="6"/>
          </p:nvPr>
        </p:nvSpPr>
        <p:spPr>
          <a:xfrm>
            <a:off x="4297616" y="2649538"/>
            <a:ext cx="3594000" cy="35226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78" name="Google Shape;1178;g2800d3fcf52_16_1415"/>
          <p:cNvSpPr txBox="1">
            <a:spLocks noGrp="1"/>
          </p:cNvSpPr>
          <p:nvPr>
            <p:ph type="body" idx="7"/>
          </p:nvPr>
        </p:nvSpPr>
        <p:spPr>
          <a:xfrm>
            <a:off x="8001859" y="2649538"/>
            <a:ext cx="3594000" cy="35226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297180" algn="l">
              <a:lnSpc>
                <a:spcPct val="100000"/>
              </a:lnSpc>
              <a:spcBef>
                <a:spcPts val="1200"/>
              </a:spcBef>
              <a:spcAft>
                <a:spcPts val="0"/>
              </a:spcAft>
              <a:buSzPts val="1080"/>
              <a:buChar char="–"/>
              <a:defRPr sz="1200">
                <a:solidFill>
                  <a:schemeClr val="dk1"/>
                </a:solidFill>
              </a:defRPr>
            </a:lvl3pPr>
            <a:lvl4pPr marL="1828800" lvl="3" indent="-291464" algn="l">
              <a:lnSpc>
                <a:spcPct val="100000"/>
              </a:lnSpc>
              <a:spcBef>
                <a:spcPts val="1200"/>
              </a:spcBef>
              <a:spcAft>
                <a:spcPts val="0"/>
              </a:spcAft>
              <a:buSzPts val="990"/>
              <a:buChar char="•"/>
              <a:defRPr sz="1100">
                <a:solidFill>
                  <a:schemeClr val="dk1"/>
                </a:solidFill>
              </a:defRPr>
            </a:lvl4pPr>
            <a:lvl5pPr marL="2286000" lvl="4" indent="-291464" algn="l">
              <a:lnSpc>
                <a:spcPct val="100000"/>
              </a:lnSpc>
              <a:spcBef>
                <a:spcPts val="1200"/>
              </a:spcBef>
              <a:spcAft>
                <a:spcPts val="0"/>
              </a:spcAft>
              <a:buSzPts val="990"/>
              <a:buChar char="–"/>
              <a:defRPr sz="1100">
                <a:solidFill>
                  <a:schemeClr val="dk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wo Content Dynamic – Left">
  <p:cSld name="Two Content Dynamic – Left">
    <p:spTree>
      <p:nvGrpSpPr>
        <p:cNvPr id="1" name="Shape 1179"/>
        <p:cNvGrpSpPr/>
        <p:nvPr/>
      </p:nvGrpSpPr>
      <p:grpSpPr>
        <a:xfrm>
          <a:off x="0" y="0"/>
          <a:ext cx="0" cy="0"/>
          <a:chOff x="0" y="0"/>
          <a:chExt cx="0" cy="0"/>
        </a:xfrm>
      </p:grpSpPr>
      <p:sp>
        <p:nvSpPr>
          <p:cNvPr id="1180" name="Google Shape;1180;g2800d3fcf52_16_1428"/>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1" name="Google Shape;1181;g2800d3fcf52_16_1428"/>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82" name="Google Shape;1182;g2800d3fcf52_16_1428"/>
          <p:cNvSpPr/>
          <p:nvPr/>
        </p:nvSpPr>
        <p:spPr>
          <a:xfrm rot="10800000" flipH="1">
            <a:off x="0" y="1552565"/>
            <a:ext cx="2894100" cy="549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83" name="Google Shape;1183;g2800d3fcf52_16_1428"/>
          <p:cNvSpPr txBox="1">
            <a:spLocks noGrp="1"/>
          </p:cNvSpPr>
          <p:nvPr>
            <p:ph type="body" idx="2"/>
          </p:nvPr>
        </p:nvSpPr>
        <p:spPr>
          <a:xfrm>
            <a:off x="0" y="1609531"/>
            <a:ext cx="2894100" cy="4572000"/>
          </a:xfrm>
          <a:prstGeom prst="rect">
            <a:avLst/>
          </a:prstGeom>
          <a:solidFill>
            <a:srgbClr val="F4F8FA"/>
          </a:solidFill>
          <a:ln>
            <a:noFill/>
          </a:ln>
        </p:spPr>
        <p:txBody>
          <a:bodyPr spcFirstLastPara="1" wrap="square" lIns="2743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20040" algn="l">
              <a:lnSpc>
                <a:spcPct val="100000"/>
              </a:lnSpc>
              <a:spcBef>
                <a:spcPts val="1200"/>
              </a:spcBef>
              <a:spcAft>
                <a:spcPts val="0"/>
              </a:spcAft>
              <a:buClr>
                <a:schemeClr val="accent2"/>
              </a:buClr>
              <a:buSzPts val="1440"/>
              <a:buChar char="•"/>
              <a:defRPr sz="1600">
                <a:solidFill>
                  <a:schemeClr val="accent2"/>
                </a:solidFill>
              </a:defRPr>
            </a:lvl2pPr>
            <a:lvl3pPr marL="1371600" lvl="2" indent="-308610" algn="l">
              <a:lnSpc>
                <a:spcPct val="100000"/>
              </a:lnSpc>
              <a:spcBef>
                <a:spcPts val="1200"/>
              </a:spcBef>
              <a:spcAft>
                <a:spcPts val="0"/>
              </a:spcAft>
              <a:buClr>
                <a:schemeClr val="accent2"/>
              </a:buClr>
              <a:buSzPts val="1260"/>
              <a:buChar char="–"/>
              <a:defRPr sz="1400">
                <a:solidFill>
                  <a:schemeClr val="accent2"/>
                </a:solidFill>
              </a:defRPr>
            </a:lvl3pPr>
            <a:lvl4pPr marL="1828800" lvl="3" indent="-297180" algn="l">
              <a:lnSpc>
                <a:spcPct val="100000"/>
              </a:lnSpc>
              <a:spcBef>
                <a:spcPts val="1200"/>
              </a:spcBef>
              <a:spcAft>
                <a:spcPts val="0"/>
              </a:spcAft>
              <a:buClr>
                <a:schemeClr val="accent2"/>
              </a:buClr>
              <a:buSzPts val="1080"/>
              <a:buChar char="•"/>
              <a:defRPr sz="1200">
                <a:solidFill>
                  <a:schemeClr val="accent2"/>
                </a:solidFill>
              </a:defRPr>
            </a:lvl4pPr>
            <a:lvl5pPr marL="2286000" lvl="4" indent="-297179" algn="l">
              <a:lnSpc>
                <a:spcPct val="100000"/>
              </a:lnSpc>
              <a:spcBef>
                <a:spcPts val="1200"/>
              </a:spcBef>
              <a:spcAft>
                <a:spcPts val="0"/>
              </a:spcAft>
              <a:buClr>
                <a:schemeClr val="accent2"/>
              </a:buClr>
              <a:buSzPts val="1080"/>
              <a:buChar char="–"/>
              <a:defRPr sz="1200">
                <a:solidFill>
                  <a:schemeClr val="accent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84" name="Google Shape;1184;g2800d3fcf52_16_1428"/>
          <p:cNvSpPr txBox="1">
            <a:spLocks noGrp="1"/>
          </p:cNvSpPr>
          <p:nvPr>
            <p:ph type="body" idx="3"/>
          </p:nvPr>
        </p:nvSpPr>
        <p:spPr>
          <a:xfrm>
            <a:off x="3351213" y="1609531"/>
            <a:ext cx="8229600" cy="4572000"/>
          </a:xfrm>
          <a:prstGeom prst="rect">
            <a:avLst/>
          </a:prstGeom>
          <a:noFill/>
          <a:ln>
            <a:noFill/>
          </a:ln>
        </p:spPr>
        <p:txBody>
          <a:bodyPr spcFirstLastPara="1" wrap="square" lIns="0" tIns="45720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SzPts val="1620"/>
              <a:buChar char="•"/>
              <a:defRPr>
                <a:solidFill>
                  <a:schemeClr val="dk1"/>
                </a:solidFill>
              </a:defRPr>
            </a:lvl2pPr>
            <a:lvl3pPr marL="1371600" lvl="2" indent="-320039" algn="l">
              <a:lnSpc>
                <a:spcPct val="100000"/>
              </a:lnSpc>
              <a:spcBef>
                <a:spcPts val="1200"/>
              </a:spcBef>
              <a:spcAft>
                <a:spcPts val="0"/>
              </a:spcAft>
              <a:buSzPts val="1440"/>
              <a:buChar char="–"/>
              <a:defRPr>
                <a:solidFill>
                  <a:schemeClr val="dk1"/>
                </a:solidFill>
              </a:defRPr>
            </a:lvl3pPr>
            <a:lvl4pPr marL="1828800" lvl="3" indent="-308610" algn="l">
              <a:lnSpc>
                <a:spcPct val="100000"/>
              </a:lnSpc>
              <a:spcBef>
                <a:spcPts val="1200"/>
              </a:spcBef>
              <a:spcAft>
                <a:spcPts val="0"/>
              </a:spcAft>
              <a:buSzPts val="1260"/>
              <a:buChar char="•"/>
              <a:defRPr>
                <a:solidFill>
                  <a:schemeClr val="dk1"/>
                </a:solidFill>
              </a:defRPr>
            </a:lvl4pPr>
            <a:lvl5pPr marL="2286000" lvl="4" indent="-308610" algn="l">
              <a:lnSpc>
                <a:spcPct val="100000"/>
              </a:lnSpc>
              <a:spcBef>
                <a:spcPts val="1200"/>
              </a:spcBef>
              <a:spcAft>
                <a:spcPts val="0"/>
              </a:spcAft>
              <a:buSzPts val="1260"/>
              <a:buChar char="–"/>
              <a:defRPr>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31470" algn="l">
              <a:lnSpc>
                <a:spcPct val="100000"/>
              </a:lnSpc>
              <a:spcBef>
                <a:spcPts val="1200"/>
              </a:spcBef>
              <a:spcAft>
                <a:spcPts val="1200"/>
              </a:spcAft>
              <a:buSzPts val="1620"/>
              <a:buChar char="-"/>
              <a:defRPr/>
            </a:lvl9pPr>
          </a:lstStyle>
          <a:p>
            <a:endParaRPr/>
          </a:p>
        </p:txBody>
      </p:sp>
      <p:sp>
        <p:nvSpPr>
          <p:cNvPr id="1185" name="Google Shape;1185;g2800d3fcf52_16_1428"/>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wo Content Dynamic – Right">
  <p:cSld name="Two Content Dynamic – Right">
    <p:spTree>
      <p:nvGrpSpPr>
        <p:cNvPr id="1" name="Shape 1186"/>
        <p:cNvGrpSpPr/>
        <p:nvPr/>
      </p:nvGrpSpPr>
      <p:grpSpPr>
        <a:xfrm>
          <a:off x="0" y="0"/>
          <a:ext cx="0" cy="0"/>
          <a:chOff x="0" y="0"/>
          <a:chExt cx="0" cy="0"/>
        </a:xfrm>
      </p:grpSpPr>
      <p:sp>
        <p:nvSpPr>
          <p:cNvPr id="1187" name="Google Shape;1187;g2800d3fcf52_16_1435"/>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8" name="Google Shape;1188;g2800d3fcf52_16_1435"/>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89" name="Google Shape;1189;g2800d3fcf52_16_1435"/>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190" name="Google Shape;1190;g2800d3fcf52_16_1435"/>
          <p:cNvSpPr/>
          <p:nvPr/>
        </p:nvSpPr>
        <p:spPr>
          <a:xfrm rot="10800000" flipH="1">
            <a:off x="9294812" y="1552565"/>
            <a:ext cx="2894100" cy="549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91" name="Google Shape;1191;g2800d3fcf52_16_1435"/>
          <p:cNvSpPr txBox="1">
            <a:spLocks noGrp="1"/>
          </p:cNvSpPr>
          <p:nvPr>
            <p:ph type="body" idx="2"/>
          </p:nvPr>
        </p:nvSpPr>
        <p:spPr>
          <a:xfrm>
            <a:off x="9294812" y="1609531"/>
            <a:ext cx="2894100" cy="4572000"/>
          </a:xfrm>
          <a:prstGeom prst="rect">
            <a:avLst/>
          </a:prstGeom>
          <a:solidFill>
            <a:srgbClr val="F4F8FA"/>
          </a:solidFill>
          <a:ln>
            <a:noFill/>
          </a:ln>
        </p:spPr>
        <p:txBody>
          <a:bodyPr spcFirstLastPara="1" wrap="square" lIns="274300" tIns="457200" rIns="457200" bIns="457200" anchor="t"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20040" algn="l">
              <a:lnSpc>
                <a:spcPct val="100000"/>
              </a:lnSpc>
              <a:spcBef>
                <a:spcPts val="1200"/>
              </a:spcBef>
              <a:spcAft>
                <a:spcPts val="0"/>
              </a:spcAft>
              <a:buClr>
                <a:schemeClr val="accent2"/>
              </a:buClr>
              <a:buSzPts val="1440"/>
              <a:buChar char="•"/>
              <a:defRPr sz="1600">
                <a:solidFill>
                  <a:schemeClr val="accent2"/>
                </a:solidFill>
              </a:defRPr>
            </a:lvl2pPr>
            <a:lvl3pPr marL="1371600" lvl="2" indent="-308610" algn="l">
              <a:lnSpc>
                <a:spcPct val="100000"/>
              </a:lnSpc>
              <a:spcBef>
                <a:spcPts val="1200"/>
              </a:spcBef>
              <a:spcAft>
                <a:spcPts val="0"/>
              </a:spcAft>
              <a:buClr>
                <a:schemeClr val="accent2"/>
              </a:buClr>
              <a:buSzPts val="1260"/>
              <a:buChar char="–"/>
              <a:defRPr sz="1400">
                <a:solidFill>
                  <a:schemeClr val="accent2"/>
                </a:solidFill>
              </a:defRPr>
            </a:lvl3pPr>
            <a:lvl4pPr marL="1828800" lvl="3" indent="-297180" algn="l">
              <a:lnSpc>
                <a:spcPct val="100000"/>
              </a:lnSpc>
              <a:spcBef>
                <a:spcPts val="1200"/>
              </a:spcBef>
              <a:spcAft>
                <a:spcPts val="0"/>
              </a:spcAft>
              <a:buClr>
                <a:schemeClr val="accent2"/>
              </a:buClr>
              <a:buSzPts val="1080"/>
              <a:buChar char="•"/>
              <a:defRPr sz="1200">
                <a:solidFill>
                  <a:schemeClr val="accent2"/>
                </a:solidFill>
              </a:defRPr>
            </a:lvl4pPr>
            <a:lvl5pPr marL="2286000" lvl="4" indent="-297179" algn="l">
              <a:lnSpc>
                <a:spcPct val="100000"/>
              </a:lnSpc>
              <a:spcBef>
                <a:spcPts val="1200"/>
              </a:spcBef>
              <a:spcAft>
                <a:spcPts val="0"/>
              </a:spcAft>
              <a:buClr>
                <a:schemeClr val="accent2"/>
              </a:buClr>
              <a:buSzPts val="1080"/>
              <a:buChar char="–"/>
              <a:defRPr sz="1200">
                <a:solidFill>
                  <a:schemeClr val="accent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192" name="Google Shape;1192;g2800d3fcf52_16_1435"/>
          <p:cNvSpPr txBox="1">
            <a:spLocks noGrp="1"/>
          </p:cNvSpPr>
          <p:nvPr>
            <p:ph type="body" idx="3"/>
          </p:nvPr>
        </p:nvSpPr>
        <p:spPr>
          <a:xfrm>
            <a:off x="0" y="1609531"/>
            <a:ext cx="8229600" cy="4572000"/>
          </a:xfrm>
          <a:prstGeom prst="rect">
            <a:avLst/>
          </a:prstGeom>
          <a:noFill/>
          <a:ln>
            <a:noFill/>
          </a:ln>
        </p:spPr>
        <p:txBody>
          <a:bodyPr spcFirstLastPara="1" wrap="square" lIns="594350" tIns="457200" rIns="0" bIns="0" anchor="t" anchorCtr="0">
            <a:noAutofit/>
          </a:bodyPr>
          <a:lstStyle>
            <a:lvl1pPr marL="457200" lvl="0" indent="-342900" algn="l">
              <a:lnSpc>
                <a:spcPct val="100000"/>
              </a:lnSpc>
              <a:spcBef>
                <a:spcPts val="0"/>
              </a:spcBef>
              <a:spcAft>
                <a:spcPts val="0"/>
              </a:spcAft>
              <a:buSzPts val="1800"/>
              <a:buChar char="​"/>
              <a:defRPr>
                <a:solidFill>
                  <a:schemeClr val="dk1"/>
                </a:solidFill>
              </a:defRPr>
            </a:lvl1pPr>
            <a:lvl2pPr marL="914400" lvl="1" indent="-331469" algn="l">
              <a:lnSpc>
                <a:spcPct val="100000"/>
              </a:lnSpc>
              <a:spcBef>
                <a:spcPts val="1200"/>
              </a:spcBef>
              <a:spcAft>
                <a:spcPts val="0"/>
              </a:spcAft>
              <a:buSzPts val="1620"/>
              <a:buChar char="•"/>
              <a:defRPr>
                <a:solidFill>
                  <a:schemeClr val="dk1"/>
                </a:solidFill>
              </a:defRPr>
            </a:lvl2pPr>
            <a:lvl3pPr marL="1371600" lvl="2" indent="-320039" algn="l">
              <a:lnSpc>
                <a:spcPct val="100000"/>
              </a:lnSpc>
              <a:spcBef>
                <a:spcPts val="1200"/>
              </a:spcBef>
              <a:spcAft>
                <a:spcPts val="0"/>
              </a:spcAft>
              <a:buSzPts val="1440"/>
              <a:buChar char="–"/>
              <a:defRPr>
                <a:solidFill>
                  <a:schemeClr val="dk1"/>
                </a:solidFill>
              </a:defRPr>
            </a:lvl3pPr>
            <a:lvl4pPr marL="1828800" lvl="3" indent="-308610" algn="l">
              <a:lnSpc>
                <a:spcPct val="100000"/>
              </a:lnSpc>
              <a:spcBef>
                <a:spcPts val="1200"/>
              </a:spcBef>
              <a:spcAft>
                <a:spcPts val="0"/>
              </a:spcAft>
              <a:buSzPts val="1260"/>
              <a:buChar char="•"/>
              <a:defRPr>
                <a:solidFill>
                  <a:schemeClr val="dk1"/>
                </a:solidFill>
              </a:defRPr>
            </a:lvl4pPr>
            <a:lvl5pPr marL="2286000" lvl="4" indent="-308610" algn="l">
              <a:lnSpc>
                <a:spcPct val="100000"/>
              </a:lnSpc>
              <a:spcBef>
                <a:spcPts val="1200"/>
              </a:spcBef>
              <a:spcAft>
                <a:spcPts val="0"/>
              </a:spcAft>
              <a:buSzPts val="1260"/>
              <a:buChar char="–"/>
              <a:defRPr>
                <a:solidFill>
                  <a:schemeClr val="dk1"/>
                </a:solidFill>
              </a:defRPr>
            </a:lvl5pPr>
            <a:lvl6pPr marL="2743200" lvl="5" indent="-308610" algn="l">
              <a:lnSpc>
                <a:spcPct val="100000"/>
              </a:lnSpc>
              <a:spcBef>
                <a:spcPts val="1200"/>
              </a:spcBef>
              <a:spcAft>
                <a:spcPts val="0"/>
              </a:spcAft>
              <a:buSzPts val="1260"/>
              <a:buChar char="•"/>
              <a:defRPr>
                <a:solidFill>
                  <a:schemeClr val="dk1"/>
                </a:solidFill>
              </a:defRPr>
            </a:lvl6pPr>
            <a:lvl7pPr marL="3200400" lvl="6" indent="-308610" algn="l">
              <a:lnSpc>
                <a:spcPct val="100000"/>
              </a:lnSpc>
              <a:spcBef>
                <a:spcPts val="1200"/>
              </a:spcBef>
              <a:spcAft>
                <a:spcPts val="0"/>
              </a:spcAft>
              <a:buSzPts val="1260"/>
              <a:buChar char="-"/>
              <a:defRPr>
                <a:solidFill>
                  <a:schemeClr val="dk1"/>
                </a:solidFill>
              </a:defRPr>
            </a:lvl7pPr>
            <a:lvl8pPr marL="3657600" lvl="7" indent="-308609" algn="l">
              <a:lnSpc>
                <a:spcPct val="100000"/>
              </a:lnSpc>
              <a:spcBef>
                <a:spcPts val="1200"/>
              </a:spcBef>
              <a:spcAft>
                <a:spcPts val="0"/>
              </a:spcAft>
              <a:buSzPts val="1260"/>
              <a:buChar char="•"/>
              <a:defRPr>
                <a:solidFill>
                  <a:schemeClr val="dk1"/>
                </a:solidFill>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Diagram with Content on Right">
  <p:cSld name="Diagram with Content on Right">
    <p:spTree>
      <p:nvGrpSpPr>
        <p:cNvPr id="1" name="Shape 1193"/>
        <p:cNvGrpSpPr/>
        <p:nvPr/>
      </p:nvGrpSpPr>
      <p:grpSpPr>
        <a:xfrm>
          <a:off x="0" y="0"/>
          <a:ext cx="0" cy="0"/>
          <a:chOff x="0" y="0"/>
          <a:chExt cx="0" cy="0"/>
        </a:xfrm>
      </p:grpSpPr>
      <p:sp>
        <p:nvSpPr>
          <p:cNvPr id="1194" name="Google Shape;1194;g2800d3fcf52_16_1442"/>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5" name="Google Shape;1195;g2800d3fcf52_16_1442"/>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196" name="Google Shape;1196;g2800d3fcf52_16_1442"/>
          <p:cNvSpPr/>
          <p:nvPr/>
        </p:nvSpPr>
        <p:spPr>
          <a:xfrm rot="10800000" flipH="1">
            <a:off x="8380072" y="1590041"/>
            <a:ext cx="3808800" cy="825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197" name="Google Shape;1197;g2800d3fcf52_16_1442"/>
          <p:cNvSpPr txBox="1">
            <a:spLocks noGrp="1"/>
          </p:cNvSpPr>
          <p:nvPr>
            <p:ph type="body" idx="2"/>
          </p:nvPr>
        </p:nvSpPr>
        <p:spPr>
          <a:xfrm>
            <a:off x="8380413" y="1600200"/>
            <a:ext cx="3808500" cy="4572000"/>
          </a:xfrm>
          <a:prstGeom prst="rect">
            <a:avLst/>
          </a:prstGeom>
          <a:noFill/>
          <a:ln>
            <a:noFill/>
          </a:ln>
        </p:spPr>
        <p:txBody>
          <a:bodyPr spcFirstLastPara="1" wrap="square" lIns="0" tIns="457200" rIns="594350" bIns="457200" anchor="t" anchorCtr="0">
            <a:noAutofit/>
          </a:bodyPr>
          <a:lstStyle>
            <a:lvl1pPr marL="457200" lvl="0" indent="-320040" algn="l">
              <a:lnSpc>
                <a:spcPct val="100000"/>
              </a:lnSpc>
              <a:spcBef>
                <a:spcPts val="0"/>
              </a:spcBef>
              <a:spcAft>
                <a:spcPts val="0"/>
              </a:spcAft>
              <a:buSzPts val="1440"/>
              <a:buChar char="​"/>
              <a:defRPr sz="1600">
                <a:solidFill>
                  <a:schemeClr val="accent2"/>
                </a:solidFill>
              </a:defRPr>
            </a:lvl1pPr>
            <a:lvl2pPr marL="914400" lvl="1" indent="-308610" algn="l">
              <a:lnSpc>
                <a:spcPct val="100000"/>
              </a:lnSpc>
              <a:spcBef>
                <a:spcPts val="1200"/>
              </a:spcBef>
              <a:spcAft>
                <a:spcPts val="0"/>
              </a:spcAft>
              <a:buClr>
                <a:schemeClr val="accent2"/>
              </a:buClr>
              <a:buSzPts val="1260"/>
              <a:buChar char="•"/>
              <a:defRPr sz="1400">
                <a:solidFill>
                  <a:schemeClr val="accent2"/>
                </a:solidFill>
              </a:defRPr>
            </a:lvl2pPr>
            <a:lvl3pPr marL="1371600" lvl="2" indent="-297180" algn="l">
              <a:lnSpc>
                <a:spcPct val="100000"/>
              </a:lnSpc>
              <a:spcBef>
                <a:spcPts val="1200"/>
              </a:spcBef>
              <a:spcAft>
                <a:spcPts val="0"/>
              </a:spcAft>
              <a:buClr>
                <a:schemeClr val="accent2"/>
              </a:buClr>
              <a:buSzPts val="1080"/>
              <a:buChar char="–"/>
              <a:defRPr sz="1200">
                <a:solidFill>
                  <a:schemeClr val="accent2"/>
                </a:solidFill>
              </a:defRPr>
            </a:lvl3pPr>
            <a:lvl4pPr marL="1828800" lvl="3" indent="-291464" algn="l">
              <a:lnSpc>
                <a:spcPct val="100000"/>
              </a:lnSpc>
              <a:spcBef>
                <a:spcPts val="1200"/>
              </a:spcBef>
              <a:spcAft>
                <a:spcPts val="0"/>
              </a:spcAft>
              <a:buClr>
                <a:schemeClr val="accent2"/>
              </a:buClr>
              <a:buSzPts val="990"/>
              <a:buChar char="•"/>
              <a:defRPr sz="1100">
                <a:solidFill>
                  <a:schemeClr val="accent2"/>
                </a:solidFill>
              </a:defRPr>
            </a:lvl4pPr>
            <a:lvl5pPr marL="2286000" lvl="4" indent="-291464" algn="l">
              <a:lnSpc>
                <a:spcPct val="100000"/>
              </a:lnSpc>
              <a:spcBef>
                <a:spcPts val="1200"/>
              </a:spcBef>
              <a:spcAft>
                <a:spcPts val="0"/>
              </a:spcAft>
              <a:buClr>
                <a:schemeClr val="accent2"/>
              </a:buClr>
              <a:buSzPts val="990"/>
              <a:buChar char="–"/>
              <a:defRPr sz="1100">
                <a:solidFill>
                  <a:schemeClr val="accent2"/>
                </a:solidFill>
              </a:defRPr>
            </a:lvl5pPr>
            <a:lvl6pPr marL="2743200" lvl="5" indent="-291464" algn="l">
              <a:lnSpc>
                <a:spcPct val="100000"/>
              </a:lnSpc>
              <a:spcBef>
                <a:spcPts val="1200"/>
              </a:spcBef>
              <a:spcAft>
                <a:spcPts val="0"/>
              </a:spcAft>
              <a:buClr>
                <a:schemeClr val="accent2"/>
              </a:buClr>
              <a:buSzPts val="990"/>
              <a:buChar char="•"/>
              <a:defRPr sz="1100">
                <a:solidFill>
                  <a:schemeClr val="accent2"/>
                </a:solidFill>
              </a:defRPr>
            </a:lvl6pPr>
            <a:lvl7pPr marL="3200400" lvl="6" indent="-291464" algn="l">
              <a:lnSpc>
                <a:spcPct val="100000"/>
              </a:lnSpc>
              <a:spcBef>
                <a:spcPts val="1200"/>
              </a:spcBef>
              <a:spcAft>
                <a:spcPts val="0"/>
              </a:spcAft>
              <a:buClr>
                <a:schemeClr val="accent2"/>
              </a:buClr>
              <a:buSzPts val="990"/>
              <a:buChar char="-"/>
              <a:defRPr sz="1100">
                <a:solidFill>
                  <a:schemeClr val="accent2"/>
                </a:solidFill>
              </a:defRPr>
            </a:lvl7pPr>
            <a:lvl8pPr marL="3657600" lvl="7" indent="-291465" algn="l">
              <a:lnSpc>
                <a:spcPct val="100000"/>
              </a:lnSpc>
              <a:spcBef>
                <a:spcPts val="1200"/>
              </a:spcBef>
              <a:spcAft>
                <a:spcPts val="0"/>
              </a:spcAft>
              <a:buClr>
                <a:schemeClr val="accent2"/>
              </a:buClr>
              <a:buSzPts val="990"/>
              <a:buChar char="•"/>
              <a:defRPr sz="1100">
                <a:solidFill>
                  <a:schemeClr val="accent2"/>
                </a:solidFill>
              </a:defRPr>
            </a:lvl8pPr>
            <a:lvl9pPr marL="4114800" lvl="8" indent="-291465" algn="l">
              <a:lnSpc>
                <a:spcPct val="100000"/>
              </a:lnSpc>
              <a:spcBef>
                <a:spcPts val="1200"/>
              </a:spcBef>
              <a:spcAft>
                <a:spcPts val="1200"/>
              </a:spcAft>
              <a:buClr>
                <a:schemeClr val="accent2"/>
              </a:buClr>
              <a:buSzPts val="990"/>
              <a:buChar char="-"/>
              <a:defRPr sz="1100">
                <a:solidFill>
                  <a:schemeClr val="accent2"/>
                </a:solidFill>
              </a:defRPr>
            </a:lvl9pPr>
          </a:lstStyle>
          <a:p>
            <a:endParaRPr/>
          </a:p>
        </p:txBody>
      </p:sp>
      <p:sp>
        <p:nvSpPr>
          <p:cNvPr id="1198" name="Google Shape;1198;g2800d3fcf52_16_1442"/>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199" name="Google Shape;1199;g2800d3fcf52_16_1442"/>
          <p:cNvSpPr txBox="1">
            <a:spLocks noGrp="1"/>
          </p:cNvSpPr>
          <p:nvPr>
            <p:ph type="body" idx="3"/>
          </p:nvPr>
        </p:nvSpPr>
        <p:spPr>
          <a:xfrm>
            <a:off x="608012" y="1600201"/>
            <a:ext cx="7398300"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Diagram with Outcome, Benefit">
  <p:cSld name="Diagram with Outcome, Benefit">
    <p:spTree>
      <p:nvGrpSpPr>
        <p:cNvPr id="1" name="Shape 1200"/>
        <p:cNvGrpSpPr/>
        <p:nvPr/>
      </p:nvGrpSpPr>
      <p:grpSpPr>
        <a:xfrm>
          <a:off x="0" y="0"/>
          <a:ext cx="0" cy="0"/>
          <a:chOff x="0" y="0"/>
          <a:chExt cx="0" cy="0"/>
        </a:xfrm>
      </p:grpSpPr>
      <p:sp>
        <p:nvSpPr>
          <p:cNvPr id="1201" name="Google Shape;1201;g2800d3fcf52_16_1449"/>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2" name="Google Shape;1202;g2800d3fcf52_16_1449"/>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1203" name="Google Shape;1203;g2800d3fcf52_16_1449"/>
          <p:cNvCxnSpPr/>
          <p:nvPr/>
        </p:nvCxnSpPr>
        <p:spPr>
          <a:xfrm>
            <a:off x="8380413" y="1608668"/>
            <a:ext cx="3808500" cy="0"/>
          </a:xfrm>
          <a:prstGeom prst="straightConnector1">
            <a:avLst/>
          </a:prstGeom>
          <a:noFill/>
          <a:ln w="25400" cap="flat" cmpd="sng">
            <a:solidFill>
              <a:schemeClr val="accent2"/>
            </a:solidFill>
            <a:prstDash val="solid"/>
            <a:miter lim="800000"/>
            <a:headEnd type="none" w="sm" len="sm"/>
            <a:tailEnd type="none" w="sm" len="sm"/>
          </a:ln>
        </p:spPr>
      </p:cxnSp>
      <p:sp>
        <p:nvSpPr>
          <p:cNvPr id="1204" name="Google Shape;1204;g2800d3fcf52_16_1449"/>
          <p:cNvSpPr txBox="1">
            <a:spLocks noGrp="1"/>
          </p:cNvSpPr>
          <p:nvPr>
            <p:ph type="body" idx="2"/>
          </p:nvPr>
        </p:nvSpPr>
        <p:spPr>
          <a:xfrm>
            <a:off x="8380413" y="1699688"/>
            <a:ext cx="2006700" cy="298500"/>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0"/>
              </a:spcBef>
              <a:spcAft>
                <a:spcPts val="0"/>
              </a:spcAft>
              <a:buSzPts val="1620"/>
              <a:buChar char="​"/>
              <a:defRPr sz="1800">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05" name="Google Shape;1205;g2800d3fcf52_16_1449"/>
          <p:cNvSpPr txBox="1">
            <a:spLocks noGrp="1"/>
          </p:cNvSpPr>
          <p:nvPr>
            <p:ph type="body" idx="3"/>
          </p:nvPr>
        </p:nvSpPr>
        <p:spPr>
          <a:xfrm>
            <a:off x="8378825" y="2063048"/>
            <a:ext cx="3201900"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206" name="Google Shape;1206;g2800d3fcf52_16_1449"/>
          <p:cNvCxnSpPr/>
          <p:nvPr/>
        </p:nvCxnSpPr>
        <p:spPr>
          <a:xfrm>
            <a:off x="8380413" y="3872441"/>
            <a:ext cx="3808500" cy="0"/>
          </a:xfrm>
          <a:prstGeom prst="straightConnector1">
            <a:avLst/>
          </a:prstGeom>
          <a:noFill/>
          <a:ln w="25400" cap="flat" cmpd="sng">
            <a:solidFill>
              <a:schemeClr val="accent4"/>
            </a:solidFill>
            <a:prstDash val="solid"/>
            <a:miter lim="800000"/>
            <a:headEnd type="none" w="sm" len="sm"/>
            <a:tailEnd type="none" w="sm" len="sm"/>
          </a:ln>
        </p:spPr>
      </p:cxnSp>
      <p:sp>
        <p:nvSpPr>
          <p:cNvPr id="1207" name="Google Shape;1207;g2800d3fcf52_16_1449"/>
          <p:cNvSpPr txBox="1">
            <a:spLocks noGrp="1"/>
          </p:cNvSpPr>
          <p:nvPr>
            <p:ph type="body" idx="4"/>
          </p:nvPr>
        </p:nvSpPr>
        <p:spPr>
          <a:xfrm>
            <a:off x="8380413" y="3972469"/>
            <a:ext cx="2006700" cy="298500"/>
          </a:xfrm>
          <a:prstGeom prst="rect">
            <a:avLst/>
          </a:prstGeom>
          <a:noFill/>
          <a:ln>
            <a:noFill/>
          </a:ln>
        </p:spPr>
        <p:txBody>
          <a:bodyPr spcFirstLastPara="1" wrap="square" lIns="0" tIns="0" rIns="0" bIns="0" anchor="b" anchorCtr="0">
            <a:noAutofit/>
          </a:bodyPr>
          <a:lstStyle>
            <a:lvl1pPr marL="457200" lvl="0" indent="-331470" algn="l">
              <a:lnSpc>
                <a:spcPct val="100000"/>
              </a:lnSpc>
              <a:spcBef>
                <a:spcPts val="0"/>
              </a:spcBef>
              <a:spcAft>
                <a:spcPts val="0"/>
              </a:spcAft>
              <a:buSzPts val="1620"/>
              <a:buChar char="​"/>
              <a:defRPr sz="1800">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08" name="Google Shape;1208;g2800d3fcf52_16_1449"/>
          <p:cNvSpPr txBox="1">
            <a:spLocks noGrp="1"/>
          </p:cNvSpPr>
          <p:nvPr>
            <p:ph type="body" idx="5"/>
          </p:nvPr>
        </p:nvSpPr>
        <p:spPr>
          <a:xfrm>
            <a:off x="8378825" y="4347904"/>
            <a:ext cx="3201900" cy="1600200"/>
          </a:xfrm>
          <a:prstGeom prst="rect">
            <a:avLst/>
          </a:prstGeom>
          <a:noFill/>
          <a:ln>
            <a:noFill/>
          </a:ln>
        </p:spPr>
        <p:txBody>
          <a:bodyPr spcFirstLastPara="1" wrap="square" lIns="0" tIns="0" rIns="0" bIns="0" anchor="t" anchorCtr="0">
            <a:noAutofit/>
          </a:bodyPr>
          <a:lstStyle>
            <a:lvl1pPr marL="457200" lvl="0" indent="-320040" algn="l">
              <a:lnSpc>
                <a:spcPct val="100000"/>
              </a:lnSpc>
              <a:spcBef>
                <a:spcPts val="0"/>
              </a:spcBef>
              <a:spcAft>
                <a:spcPts val="0"/>
              </a:spcAft>
              <a:buSzPts val="1440"/>
              <a:buChar char="​"/>
              <a:defRPr sz="1600">
                <a:solidFill>
                  <a:schemeClr val="dk1"/>
                </a:solidFill>
              </a:defRPr>
            </a:lvl1pPr>
            <a:lvl2pPr marL="914400" lvl="1" indent="-308610" algn="l">
              <a:lnSpc>
                <a:spcPct val="100000"/>
              </a:lnSpc>
              <a:spcBef>
                <a:spcPts val="1200"/>
              </a:spcBef>
              <a:spcAft>
                <a:spcPts val="0"/>
              </a:spcAft>
              <a:buSzPts val="1260"/>
              <a:buChar char="•"/>
              <a:defRPr sz="1400">
                <a:solidFill>
                  <a:schemeClr val="dk1"/>
                </a:solidFill>
              </a:defRPr>
            </a:lvl2pPr>
            <a:lvl3pPr marL="1371600" lvl="2" indent="-308610" algn="l">
              <a:lnSpc>
                <a:spcPct val="100000"/>
              </a:lnSpc>
              <a:spcBef>
                <a:spcPts val="1200"/>
              </a:spcBef>
              <a:spcAft>
                <a:spcPts val="0"/>
              </a:spcAft>
              <a:buSzPts val="1260"/>
              <a:buChar char="–"/>
              <a:defRPr sz="1400">
                <a:solidFill>
                  <a:schemeClr val="dk1"/>
                </a:solidFill>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09" name="Google Shape;1209;g2800d3fcf52_16_1449"/>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210" name="Google Shape;1210;g2800d3fcf52_16_1449"/>
          <p:cNvSpPr txBox="1">
            <a:spLocks noGrp="1"/>
          </p:cNvSpPr>
          <p:nvPr>
            <p:ph type="body" idx="6"/>
          </p:nvPr>
        </p:nvSpPr>
        <p:spPr>
          <a:xfrm>
            <a:off x="608012" y="1600201"/>
            <a:ext cx="7398300"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a:solidFill>
                  <a:schemeClr val="dk1"/>
                </a:solidFill>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Customer Success">
  <p:cSld name="Customer Success">
    <p:spTree>
      <p:nvGrpSpPr>
        <p:cNvPr id="1" name="Shape 1211"/>
        <p:cNvGrpSpPr/>
        <p:nvPr/>
      </p:nvGrpSpPr>
      <p:grpSpPr>
        <a:xfrm>
          <a:off x="0" y="0"/>
          <a:ext cx="0" cy="0"/>
          <a:chOff x="0" y="0"/>
          <a:chExt cx="0" cy="0"/>
        </a:xfrm>
      </p:grpSpPr>
      <p:sp>
        <p:nvSpPr>
          <p:cNvPr id="1212" name="Google Shape;1212;g2800d3fcf52_16_1460"/>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3" name="Google Shape;1213;g2800d3fcf52_16_1460"/>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1214" name="Google Shape;1214;g2800d3fcf52_16_1460"/>
          <p:cNvCxnSpPr/>
          <p:nvPr/>
        </p:nvCxnSpPr>
        <p:spPr>
          <a:xfrm>
            <a:off x="609600" y="1552248"/>
            <a:ext cx="3471600" cy="0"/>
          </a:xfrm>
          <a:prstGeom prst="straightConnector1">
            <a:avLst/>
          </a:prstGeom>
          <a:noFill/>
          <a:ln w="22225" cap="flat" cmpd="sng">
            <a:solidFill>
              <a:schemeClr val="accent2"/>
            </a:solidFill>
            <a:prstDash val="solid"/>
            <a:miter lim="800000"/>
            <a:headEnd type="none" w="sm" len="sm"/>
            <a:tailEnd type="none" w="sm" len="sm"/>
          </a:ln>
        </p:spPr>
      </p:cxnSp>
      <p:sp>
        <p:nvSpPr>
          <p:cNvPr id="1215" name="Google Shape;1215;g2800d3fcf52_16_1460"/>
          <p:cNvSpPr txBox="1">
            <a:spLocks noGrp="1"/>
          </p:cNvSpPr>
          <p:nvPr>
            <p:ph type="body" idx="2"/>
          </p:nvPr>
        </p:nvSpPr>
        <p:spPr>
          <a:xfrm>
            <a:off x="611645" y="1901093"/>
            <a:ext cx="3201900" cy="1214700"/>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216" name="Google Shape;1216;g2800d3fcf52_16_1460"/>
          <p:cNvCxnSpPr/>
          <p:nvPr/>
        </p:nvCxnSpPr>
        <p:spPr>
          <a:xfrm>
            <a:off x="4412165" y="1552248"/>
            <a:ext cx="3471600" cy="0"/>
          </a:xfrm>
          <a:prstGeom prst="straightConnector1">
            <a:avLst/>
          </a:prstGeom>
          <a:noFill/>
          <a:ln w="22225" cap="flat" cmpd="sng">
            <a:solidFill>
              <a:schemeClr val="accent2"/>
            </a:solidFill>
            <a:prstDash val="solid"/>
            <a:miter lim="800000"/>
            <a:headEnd type="none" w="sm" len="sm"/>
            <a:tailEnd type="none" w="sm" len="sm"/>
          </a:ln>
        </p:spPr>
      </p:cxnSp>
      <p:sp>
        <p:nvSpPr>
          <p:cNvPr id="1217" name="Google Shape;1217;g2800d3fcf52_16_1460"/>
          <p:cNvSpPr txBox="1">
            <a:spLocks noGrp="1"/>
          </p:cNvSpPr>
          <p:nvPr>
            <p:ph type="body" idx="3"/>
          </p:nvPr>
        </p:nvSpPr>
        <p:spPr>
          <a:xfrm>
            <a:off x="4414210" y="1901094"/>
            <a:ext cx="3201900" cy="1225500"/>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218" name="Google Shape;1218;g2800d3fcf52_16_1460"/>
          <p:cNvCxnSpPr/>
          <p:nvPr/>
        </p:nvCxnSpPr>
        <p:spPr>
          <a:xfrm>
            <a:off x="609600" y="3325372"/>
            <a:ext cx="3471600" cy="0"/>
          </a:xfrm>
          <a:prstGeom prst="straightConnector1">
            <a:avLst/>
          </a:prstGeom>
          <a:noFill/>
          <a:ln w="22225" cap="flat" cmpd="sng">
            <a:solidFill>
              <a:schemeClr val="accent3"/>
            </a:solidFill>
            <a:prstDash val="solid"/>
            <a:miter lim="800000"/>
            <a:headEnd type="none" w="sm" len="sm"/>
            <a:tailEnd type="none" w="sm" len="sm"/>
          </a:ln>
        </p:spPr>
      </p:cxnSp>
      <p:sp>
        <p:nvSpPr>
          <p:cNvPr id="1219" name="Google Shape;1219;g2800d3fcf52_16_1460"/>
          <p:cNvSpPr txBox="1">
            <a:spLocks noGrp="1"/>
          </p:cNvSpPr>
          <p:nvPr>
            <p:ph type="body" idx="4"/>
          </p:nvPr>
        </p:nvSpPr>
        <p:spPr>
          <a:xfrm>
            <a:off x="611645" y="3693430"/>
            <a:ext cx="3201900" cy="1110000"/>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220" name="Google Shape;1220;g2800d3fcf52_16_1460"/>
          <p:cNvCxnSpPr/>
          <p:nvPr/>
        </p:nvCxnSpPr>
        <p:spPr>
          <a:xfrm>
            <a:off x="4412165" y="3325372"/>
            <a:ext cx="3471600" cy="0"/>
          </a:xfrm>
          <a:prstGeom prst="straightConnector1">
            <a:avLst/>
          </a:prstGeom>
          <a:noFill/>
          <a:ln w="22225" cap="flat" cmpd="sng">
            <a:solidFill>
              <a:schemeClr val="accent3"/>
            </a:solidFill>
            <a:prstDash val="solid"/>
            <a:miter lim="800000"/>
            <a:headEnd type="none" w="sm" len="sm"/>
            <a:tailEnd type="none" w="sm" len="sm"/>
          </a:ln>
        </p:spPr>
      </p:cxnSp>
      <p:sp>
        <p:nvSpPr>
          <p:cNvPr id="1221" name="Google Shape;1221;g2800d3fcf52_16_1460"/>
          <p:cNvSpPr txBox="1">
            <a:spLocks noGrp="1"/>
          </p:cNvSpPr>
          <p:nvPr>
            <p:ph type="body" idx="5"/>
          </p:nvPr>
        </p:nvSpPr>
        <p:spPr>
          <a:xfrm>
            <a:off x="4414210" y="3693430"/>
            <a:ext cx="3201900" cy="1132500"/>
          </a:xfrm>
          <a:prstGeom prst="rect">
            <a:avLst/>
          </a:prstGeom>
          <a:noFill/>
          <a:ln>
            <a:noFill/>
          </a:ln>
        </p:spPr>
        <p:txBody>
          <a:bodyPr spcFirstLastPara="1" wrap="square" lIns="0" tIns="0" rIns="0" bIns="457200" anchor="t" anchorCtr="0">
            <a:noAutofit/>
          </a:bodyPr>
          <a:lstStyle>
            <a:lvl1pPr marL="457200" lvl="0" indent="-288607" algn="l">
              <a:lnSpc>
                <a:spcPct val="100000"/>
              </a:lnSpc>
              <a:spcBef>
                <a:spcPts val="0"/>
              </a:spcBef>
              <a:spcAft>
                <a:spcPts val="0"/>
              </a:spcAft>
              <a:buSzPts val="945"/>
              <a:buChar char="​"/>
              <a:defRPr sz="1050">
                <a:solidFill>
                  <a:schemeClr val="dk1"/>
                </a:solidFill>
              </a:defRPr>
            </a:lvl1pPr>
            <a:lvl2pPr marL="914400" lvl="1" indent="-285750" algn="l">
              <a:lnSpc>
                <a:spcPct val="100000"/>
              </a:lnSpc>
              <a:spcBef>
                <a:spcPts val="300"/>
              </a:spcBef>
              <a:spcAft>
                <a:spcPts val="0"/>
              </a:spcAft>
              <a:buSzPts val="900"/>
              <a:buChar char="•"/>
              <a:defRPr sz="1000">
                <a:solidFill>
                  <a:schemeClr val="dk1"/>
                </a:solidFill>
              </a:defRPr>
            </a:lvl2pPr>
            <a:lvl3pPr marL="1371600" lvl="2" indent="-308610" algn="l">
              <a:lnSpc>
                <a:spcPct val="100000"/>
              </a:lnSpc>
              <a:spcBef>
                <a:spcPts val="300"/>
              </a:spcBef>
              <a:spcAft>
                <a:spcPts val="0"/>
              </a:spcAft>
              <a:buSzPts val="1260"/>
              <a:buChar char="–"/>
              <a:defRPr sz="1400">
                <a:solidFill>
                  <a:schemeClr val="dk2"/>
                </a:solidFill>
              </a:defRPr>
            </a:lvl3pPr>
            <a:lvl4pPr marL="1828800" lvl="3" indent="-297180" algn="l">
              <a:lnSpc>
                <a:spcPct val="100000"/>
              </a:lnSpc>
              <a:spcBef>
                <a:spcPts val="1200"/>
              </a:spcBef>
              <a:spcAft>
                <a:spcPts val="0"/>
              </a:spcAft>
              <a:buSzPts val="1080"/>
              <a:buChar char="•"/>
              <a:defRPr sz="1200">
                <a:solidFill>
                  <a:schemeClr val="dk2"/>
                </a:solidFill>
              </a:defRPr>
            </a:lvl4pPr>
            <a:lvl5pPr marL="2286000" lvl="4" indent="-297179" algn="l">
              <a:lnSpc>
                <a:spcPct val="100000"/>
              </a:lnSpc>
              <a:spcBef>
                <a:spcPts val="1200"/>
              </a:spcBef>
              <a:spcAft>
                <a:spcPts val="0"/>
              </a:spcAft>
              <a:buSzPts val="1080"/>
              <a:buChar char="–"/>
              <a:defRPr sz="1200">
                <a:solidFill>
                  <a:schemeClr val="dk2"/>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222" name="Google Shape;1222;g2800d3fcf52_16_1460"/>
          <p:cNvCxnSpPr/>
          <p:nvPr/>
        </p:nvCxnSpPr>
        <p:spPr>
          <a:xfrm>
            <a:off x="608739" y="5022214"/>
            <a:ext cx="3471600" cy="0"/>
          </a:xfrm>
          <a:prstGeom prst="straightConnector1">
            <a:avLst/>
          </a:prstGeom>
          <a:noFill/>
          <a:ln w="22225" cap="flat" cmpd="sng">
            <a:solidFill>
              <a:schemeClr val="accent4"/>
            </a:solidFill>
            <a:prstDash val="solid"/>
            <a:miter lim="800000"/>
            <a:headEnd type="none" w="sm" len="sm"/>
            <a:tailEnd type="none" w="sm" len="sm"/>
          </a:ln>
        </p:spPr>
      </p:cxnSp>
      <p:sp>
        <p:nvSpPr>
          <p:cNvPr id="1223" name="Google Shape;1223;g2800d3fcf52_16_1460"/>
          <p:cNvSpPr txBox="1">
            <a:spLocks noGrp="1"/>
          </p:cNvSpPr>
          <p:nvPr>
            <p:ph type="body" idx="6"/>
          </p:nvPr>
        </p:nvSpPr>
        <p:spPr>
          <a:xfrm>
            <a:off x="613093" y="5327336"/>
            <a:ext cx="3200400" cy="227400"/>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24" name="Google Shape;1224;g2800d3fcf52_16_1460"/>
          <p:cNvSpPr txBox="1">
            <a:spLocks noGrp="1"/>
          </p:cNvSpPr>
          <p:nvPr>
            <p:ph type="body" idx="7"/>
          </p:nvPr>
        </p:nvSpPr>
        <p:spPr>
          <a:xfrm>
            <a:off x="613093" y="5593624"/>
            <a:ext cx="3200400" cy="227400"/>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25" name="Google Shape;1225;g2800d3fcf52_16_1460"/>
          <p:cNvSpPr txBox="1">
            <a:spLocks noGrp="1"/>
          </p:cNvSpPr>
          <p:nvPr>
            <p:ph type="body" idx="8"/>
          </p:nvPr>
        </p:nvSpPr>
        <p:spPr>
          <a:xfrm>
            <a:off x="613093" y="5859911"/>
            <a:ext cx="3200400" cy="227400"/>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26" name="Google Shape;1226;g2800d3fcf52_16_1460"/>
          <p:cNvSpPr txBox="1">
            <a:spLocks noGrp="1"/>
          </p:cNvSpPr>
          <p:nvPr>
            <p:ph type="body" idx="9"/>
          </p:nvPr>
        </p:nvSpPr>
        <p:spPr>
          <a:xfrm>
            <a:off x="4400790" y="5327336"/>
            <a:ext cx="3200400" cy="227400"/>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27" name="Google Shape;1227;g2800d3fcf52_16_1460"/>
          <p:cNvSpPr txBox="1">
            <a:spLocks noGrp="1"/>
          </p:cNvSpPr>
          <p:nvPr>
            <p:ph type="body" idx="13"/>
          </p:nvPr>
        </p:nvSpPr>
        <p:spPr>
          <a:xfrm>
            <a:off x="4400790" y="5593624"/>
            <a:ext cx="3200400" cy="227400"/>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28" name="Google Shape;1228;g2800d3fcf52_16_1460"/>
          <p:cNvSpPr txBox="1">
            <a:spLocks noGrp="1"/>
          </p:cNvSpPr>
          <p:nvPr>
            <p:ph type="body" idx="14"/>
          </p:nvPr>
        </p:nvSpPr>
        <p:spPr>
          <a:xfrm>
            <a:off x="4400790" y="5859911"/>
            <a:ext cx="3200400" cy="227400"/>
          </a:xfrm>
          <a:prstGeom prst="rect">
            <a:avLst/>
          </a:prstGeom>
          <a:noFill/>
          <a:ln>
            <a:noFill/>
          </a:ln>
        </p:spPr>
        <p:txBody>
          <a:bodyPr spcFirstLastPara="1" wrap="square" lIns="0" tIns="0" rIns="0" bIns="0" anchor="b" anchorCtr="0">
            <a:noAutofit/>
          </a:bodyPr>
          <a:lstStyle>
            <a:lvl1pPr marL="457200" lvl="0" indent="-285750" algn="l">
              <a:lnSpc>
                <a:spcPct val="100000"/>
              </a:lnSpc>
              <a:spcBef>
                <a:spcPts val="0"/>
              </a:spcBef>
              <a:spcAft>
                <a:spcPts val="0"/>
              </a:spcAft>
              <a:buSzPts val="900"/>
              <a:buChar char="​"/>
              <a:defRPr sz="10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08610" algn="l">
              <a:lnSpc>
                <a:spcPct val="100000"/>
              </a:lnSpc>
              <a:spcBef>
                <a:spcPts val="1200"/>
              </a:spcBef>
              <a:spcAft>
                <a:spcPts val="0"/>
              </a:spcAft>
              <a:buSzPts val="126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29" name="Google Shape;1229;g2800d3fcf52_16_1460"/>
          <p:cNvSpPr>
            <a:spLocks noGrp="1"/>
          </p:cNvSpPr>
          <p:nvPr>
            <p:ph type="pic" idx="15"/>
          </p:nvPr>
        </p:nvSpPr>
        <p:spPr>
          <a:xfrm>
            <a:off x="9207965" y="1600200"/>
            <a:ext cx="1841400" cy="660300"/>
          </a:xfrm>
          <a:prstGeom prst="rect">
            <a:avLst/>
          </a:prstGeom>
          <a:noFill/>
          <a:ln>
            <a:noFill/>
          </a:ln>
        </p:spPr>
      </p:sp>
      <p:sp>
        <p:nvSpPr>
          <p:cNvPr id="1230" name="Google Shape;1230;g2800d3fcf52_16_1460"/>
          <p:cNvSpPr txBox="1">
            <a:spLocks noGrp="1"/>
          </p:cNvSpPr>
          <p:nvPr>
            <p:ph type="body" idx="16"/>
          </p:nvPr>
        </p:nvSpPr>
        <p:spPr>
          <a:xfrm>
            <a:off x="8509465" y="2347933"/>
            <a:ext cx="3206700" cy="241200"/>
          </a:xfrm>
          <a:prstGeom prst="rect">
            <a:avLst/>
          </a:prstGeom>
          <a:noFill/>
          <a:ln>
            <a:noFill/>
          </a:ln>
        </p:spPr>
        <p:txBody>
          <a:bodyPr spcFirstLastPara="1" wrap="square" lIns="0" tIns="0" rIns="0" bIns="0" anchor="ctr" anchorCtr="0">
            <a:noAutofit/>
          </a:bodyPr>
          <a:lstStyle>
            <a:lvl1pPr marL="457200" lvl="0" indent="-297180" algn="ctr">
              <a:lnSpc>
                <a:spcPct val="100000"/>
              </a:lnSpc>
              <a:spcBef>
                <a:spcPts val="0"/>
              </a:spcBef>
              <a:spcAft>
                <a:spcPts val="0"/>
              </a:spcAft>
              <a:buSzPts val="1080"/>
              <a:buChar char="​"/>
              <a:defRPr sz="12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accent1"/>
                </a:solidFill>
              </a:defRPr>
            </a:lvl2pPr>
            <a:lvl3pPr marL="1371600" lvl="2" indent="-297180" algn="ctr">
              <a:lnSpc>
                <a:spcPct val="100000"/>
              </a:lnSpc>
              <a:spcBef>
                <a:spcPts val="1200"/>
              </a:spcBef>
              <a:spcAft>
                <a:spcPts val="0"/>
              </a:spcAft>
              <a:buSzPts val="1080"/>
              <a:buFont typeface="Open Sans"/>
              <a:buChar char="​"/>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31" name="Google Shape;1231;g2800d3fcf52_16_1460"/>
          <p:cNvSpPr txBox="1">
            <a:spLocks noGrp="1"/>
          </p:cNvSpPr>
          <p:nvPr>
            <p:ph type="body" idx="17"/>
          </p:nvPr>
        </p:nvSpPr>
        <p:spPr>
          <a:xfrm>
            <a:off x="8509465" y="2647290"/>
            <a:ext cx="3206700" cy="241200"/>
          </a:xfrm>
          <a:prstGeom prst="rect">
            <a:avLst/>
          </a:prstGeom>
          <a:noFill/>
          <a:ln>
            <a:noFill/>
          </a:ln>
        </p:spPr>
        <p:txBody>
          <a:bodyPr spcFirstLastPara="1" wrap="square" lIns="0" tIns="0" rIns="0" bIns="0" anchor="ctr" anchorCtr="0">
            <a:noAutofit/>
          </a:bodyPr>
          <a:lstStyle>
            <a:lvl1pPr marL="457200" lvl="0" indent="-297180" algn="ctr">
              <a:lnSpc>
                <a:spcPct val="100000"/>
              </a:lnSpc>
              <a:spcBef>
                <a:spcPts val="0"/>
              </a:spcBef>
              <a:spcAft>
                <a:spcPts val="0"/>
              </a:spcAft>
              <a:buSzPts val="1080"/>
              <a:buChar char="​"/>
              <a:defRPr sz="12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accent1"/>
                </a:solidFill>
              </a:defRPr>
            </a:lvl2pPr>
            <a:lvl3pPr marL="1371600" lvl="2" indent="-297180" algn="ctr">
              <a:lnSpc>
                <a:spcPct val="100000"/>
              </a:lnSpc>
              <a:spcBef>
                <a:spcPts val="1200"/>
              </a:spcBef>
              <a:spcAft>
                <a:spcPts val="0"/>
              </a:spcAft>
              <a:buSzPts val="1080"/>
              <a:buFont typeface="Open Sans"/>
              <a:buChar char="​"/>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32" name="Google Shape;1232;g2800d3fcf52_16_1460"/>
          <p:cNvSpPr>
            <a:spLocks noGrp="1"/>
          </p:cNvSpPr>
          <p:nvPr>
            <p:ph type="pic" idx="18"/>
          </p:nvPr>
        </p:nvSpPr>
        <p:spPr>
          <a:xfrm>
            <a:off x="8515815" y="2971800"/>
            <a:ext cx="3194100" cy="1828800"/>
          </a:xfrm>
          <a:prstGeom prst="rect">
            <a:avLst/>
          </a:prstGeom>
          <a:noFill/>
          <a:ln>
            <a:noFill/>
          </a:ln>
        </p:spPr>
      </p:sp>
      <p:sp>
        <p:nvSpPr>
          <p:cNvPr id="1233" name="Google Shape;1233;g2800d3fcf52_16_1460"/>
          <p:cNvSpPr txBox="1">
            <a:spLocks noGrp="1"/>
          </p:cNvSpPr>
          <p:nvPr>
            <p:ph type="body" idx="19"/>
          </p:nvPr>
        </p:nvSpPr>
        <p:spPr>
          <a:xfrm>
            <a:off x="8515815" y="5022214"/>
            <a:ext cx="3200400" cy="1153800"/>
          </a:xfrm>
          <a:prstGeom prst="rect">
            <a:avLst/>
          </a:prstGeom>
          <a:noFill/>
          <a:ln>
            <a:noFill/>
          </a:ln>
        </p:spPr>
        <p:txBody>
          <a:bodyPr spcFirstLastPara="1" wrap="square" lIns="0" tIns="0" rIns="0" bIns="0" anchor="t" anchorCtr="0">
            <a:noAutofit/>
          </a:bodyPr>
          <a:lstStyle>
            <a:lvl1pPr marL="457200" lvl="0" indent="-308610" algn="ctr">
              <a:lnSpc>
                <a:spcPct val="100000"/>
              </a:lnSpc>
              <a:spcBef>
                <a:spcPts val="0"/>
              </a:spcBef>
              <a:spcAft>
                <a:spcPts val="0"/>
              </a:spcAft>
              <a:buSzPts val="1260"/>
              <a:buChar char="​"/>
              <a:defRPr sz="1400">
                <a:solidFill>
                  <a:schemeClr val="dk1"/>
                </a:solidFill>
              </a:defRPr>
            </a:lvl1pPr>
            <a:lvl2pPr marL="914400" lvl="1" indent="-297180" algn="ctr">
              <a:lnSpc>
                <a:spcPct val="100000"/>
              </a:lnSpc>
              <a:spcBef>
                <a:spcPts val="1200"/>
              </a:spcBef>
              <a:spcAft>
                <a:spcPts val="0"/>
              </a:spcAft>
              <a:buSzPts val="1080"/>
              <a:buFont typeface="Open Sans"/>
              <a:buChar char="​"/>
              <a:defRPr sz="1200">
                <a:solidFill>
                  <a:schemeClr val="dk1"/>
                </a:solidFill>
              </a:defRPr>
            </a:lvl2pPr>
            <a:lvl3pPr marL="1371600" lvl="2" indent="-228600" algn="ctr">
              <a:lnSpc>
                <a:spcPct val="100000"/>
              </a:lnSpc>
              <a:spcBef>
                <a:spcPts val="1200"/>
              </a:spcBef>
              <a:spcAft>
                <a:spcPts val="0"/>
              </a:spcAft>
              <a:buSzPts val="1080"/>
              <a:buFont typeface="Open Sans"/>
              <a:buNone/>
              <a:defRPr sz="1200">
                <a:solidFill>
                  <a:schemeClr val="accent1"/>
                </a:solidFill>
              </a:defRPr>
            </a:lvl3pPr>
            <a:lvl4pPr marL="1828800" lvl="3" indent="-297180" algn="ctr">
              <a:lnSpc>
                <a:spcPct val="100000"/>
              </a:lnSpc>
              <a:spcBef>
                <a:spcPts val="1200"/>
              </a:spcBef>
              <a:spcAft>
                <a:spcPts val="0"/>
              </a:spcAft>
              <a:buSzPts val="1080"/>
              <a:buFont typeface="Open Sans"/>
              <a:buChar char="​"/>
              <a:defRPr sz="1200">
                <a:solidFill>
                  <a:schemeClr val="accent1"/>
                </a:solidFill>
              </a:defRPr>
            </a:lvl4pPr>
            <a:lvl5pPr marL="2286000" lvl="4" indent="-297179" algn="ctr">
              <a:lnSpc>
                <a:spcPct val="100000"/>
              </a:lnSpc>
              <a:spcBef>
                <a:spcPts val="1200"/>
              </a:spcBef>
              <a:spcAft>
                <a:spcPts val="0"/>
              </a:spcAft>
              <a:buSzPts val="1080"/>
              <a:buFont typeface="Open Sans"/>
              <a:buChar char="​"/>
              <a:defRPr sz="1200">
                <a:solidFill>
                  <a:schemeClr val="accen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34" name="Google Shape;1234;g2800d3fcf52_16_1460"/>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cxnSp>
        <p:nvCxnSpPr>
          <p:cNvPr id="1235" name="Google Shape;1235;g2800d3fcf52_16_1460"/>
          <p:cNvCxnSpPr/>
          <p:nvPr/>
        </p:nvCxnSpPr>
        <p:spPr>
          <a:xfrm>
            <a:off x="4412165" y="5022214"/>
            <a:ext cx="3471600" cy="0"/>
          </a:xfrm>
          <a:prstGeom prst="straightConnector1">
            <a:avLst/>
          </a:prstGeom>
          <a:noFill/>
          <a:ln w="22225" cap="flat" cmpd="sng">
            <a:solidFill>
              <a:schemeClr val="accent4"/>
            </a:solidFill>
            <a:prstDash val="solid"/>
            <a:miter lim="800000"/>
            <a:headEnd type="none" w="sm" len="sm"/>
            <a:tailEnd type="none" w="sm" len="sm"/>
          </a:ln>
        </p:spPr>
      </p:cxnSp>
      <p:sp>
        <p:nvSpPr>
          <p:cNvPr id="1236" name="Google Shape;1236;g2800d3fcf52_16_1460"/>
          <p:cNvSpPr txBox="1">
            <a:spLocks noGrp="1"/>
          </p:cNvSpPr>
          <p:nvPr>
            <p:ph type="body" idx="20"/>
          </p:nvPr>
        </p:nvSpPr>
        <p:spPr>
          <a:xfrm>
            <a:off x="608013" y="1552575"/>
            <a:ext cx="3201900" cy="219000"/>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37" name="Google Shape;1237;g2800d3fcf52_16_1460"/>
          <p:cNvSpPr txBox="1">
            <a:spLocks noGrp="1"/>
          </p:cNvSpPr>
          <p:nvPr>
            <p:ph type="body" idx="21"/>
          </p:nvPr>
        </p:nvSpPr>
        <p:spPr>
          <a:xfrm>
            <a:off x="4411663" y="1552575"/>
            <a:ext cx="3201900" cy="219000"/>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38" name="Google Shape;1238;g2800d3fcf52_16_1460"/>
          <p:cNvSpPr txBox="1">
            <a:spLocks noGrp="1"/>
          </p:cNvSpPr>
          <p:nvPr>
            <p:ph type="body" idx="22"/>
          </p:nvPr>
        </p:nvSpPr>
        <p:spPr>
          <a:xfrm>
            <a:off x="608013" y="3338514"/>
            <a:ext cx="3201900" cy="219000"/>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3"/>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39" name="Google Shape;1239;g2800d3fcf52_16_1460"/>
          <p:cNvSpPr txBox="1">
            <a:spLocks noGrp="1"/>
          </p:cNvSpPr>
          <p:nvPr>
            <p:ph type="body" idx="23"/>
          </p:nvPr>
        </p:nvSpPr>
        <p:spPr>
          <a:xfrm>
            <a:off x="4427538" y="3338514"/>
            <a:ext cx="3201900" cy="219000"/>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3"/>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40" name="Google Shape;1240;g2800d3fcf52_16_1460"/>
          <p:cNvSpPr txBox="1">
            <a:spLocks noGrp="1"/>
          </p:cNvSpPr>
          <p:nvPr>
            <p:ph type="body" idx="24"/>
          </p:nvPr>
        </p:nvSpPr>
        <p:spPr>
          <a:xfrm>
            <a:off x="608013" y="5022850"/>
            <a:ext cx="3243300" cy="227100"/>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41" name="Google Shape;1241;g2800d3fcf52_16_1460"/>
          <p:cNvSpPr txBox="1">
            <a:spLocks noGrp="1"/>
          </p:cNvSpPr>
          <p:nvPr>
            <p:ph type="body" idx="25"/>
          </p:nvPr>
        </p:nvSpPr>
        <p:spPr>
          <a:xfrm>
            <a:off x="4427538" y="5022850"/>
            <a:ext cx="3243300" cy="227100"/>
          </a:xfrm>
          <a:prstGeom prst="rect">
            <a:avLst/>
          </a:prstGeom>
          <a:noFill/>
          <a:ln>
            <a:noFill/>
          </a:ln>
        </p:spPr>
        <p:txBody>
          <a:bodyPr spcFirstLastPara="1" wrap="square" lIns="0" tIns="0" rIns="0" bIns="0" anchor="b" anchorCtr="0">
            <a:noAutofit/>
          </a:bodyPr>
          <a:lstStyle>
            <a:lvl1pPr marL="457200" lvl="0" indent="-297180" algn="l">
              <a:lnSpc>
                <a:spcPct val="100000"/>
              </a:lnSpc>
              <a:spcBef>
                <a:spcPts val="0"/>
              </a:spcBef>
              <a:spcAft>
                <a:spcPts val="0"/>
              </a:spcAft>
              <a:buSzPts val="1080"/>
              <a:buChar char="​"/>
              <a:defRPr sz="1200" cap="none">
                <a:solidFill>
                  <a:schemeClr val="accent4"/>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hree Icon ">
  <p:cSld name="Three Icon ">
    <p:spTree>
      <p:nvGrpSpPr>
        <p:cNvPr id="1" name="Shape 1242"/>
        <p:cNvGrpSpPr/>
        <p:nvPr/>
      </p:nvGrpSpPr>
      <p:grpSpPr>
        <a:xfrm>
          <a:off x="0" y="0"/>
          <a:ext cx="0" cy="0"/>
          <a:chOff x="0" y="0"/>
          <a:chExt cx="0" cy="0"/>
        </a:xfrm>
      </p:grpSpPr>
      <p:sp>
        <p:nvSpPr>
          <p:cNvPr id="1243" name="Google Shape;1243;g2800d3fcf52_16_1491"/>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4" name="Google Shape;1244;g2800d3fcf52_16_1491"/>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245" name="Google Shape;1245;g2800d3fcf52_16_1491"/>
          <p:cNvSpPr/>
          <p:nvPr/>
        </p:nvSpPr>
        <p:spPr>
          <a:xfrm>
            <a:off x="1981877" y="2055429"/>
            <a:ext cx="1829100" cy="1829100"/>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4"/>
              </a:solidFill>
              <a:latin typeface="Arial"/>
              <a:ea typeface="Arial"/>
              <a:cs typeface="Arial"/>
              <a:sym typeface="Arial"/>
            </a:endParaRPr>
          </a:p>
        </p:txBody>
      </p:sp>
      <p:sp>
        <p:nvSpPr>
          <p:cNvPr id="1246" name="Google Shape;1246;g2800d3fcf52_16_1491"/>
          <p:cNvSpPr txBox="1">
            <a:spLocks noGrp="1"/>
          </p:cNvSpPr>
          <p:nvPr>
            <p:ph type="body" idx="2"/>
          </p:nvPr>
        </p:nvSpPr>
        <p:spPr>
          <a:xfrm>
            <a:off x="2188103" y="2419650"/>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47" name="Google Shape;1247;g2800d3fcf52_16_1491"/>
          <p:cNvSpPr txBox="1">
            <a:spLocks noGrp="1"/>
          </p:cNvSpPr>
          <p:nvPr>
            <p:ph type="body" idx="3"/>
          </p:nvPr>
        </p:nvSpPr>
        <p:spPr>
          <a:xfrm>
            <a:off x="1525905" y="4267940"/>
            <a:ext cx="2744700" cy="1458900"/>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4"/>
                </a:solidFill>
              </a:defRPr>
            </a:lvl1pPr>
            <a:lvl2pPr marL="914400" lvl="1" indent="-331469" algn="ctr">
              <a:lnSpc>
                <a:spcPct val="100000"/>
              </a:lnSpc>
              <a:spcBef>
                <a:spcPts val="1200"/>
              </a:spcBef>
              <a:spcAft>
                <a:spcPts val="0"/>
              </a:spcAft>
              <a:buSzPts val="1620"/>
              <a:buFont typeface="Open Sans"/>
              <a:buChar char="​"/>
              <a:defRPr>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48" name="Google Shape;1248;g2800d3fcf52_16_1491"/>
          <p:cNvSpPr/>
          <p:nvPr/>
        </p:nvSpPr>
        <p:spPr>
          <a:xfrm>
            <a:off x="5184924" y="2055429"/>
            <a:ext cx="1829100" cy="1829100"/>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49" name="Google Shape;1249;g2800d3fcf52_16_1491"/>
          <p:cNvSpPr txBox="1">
            <a:spLocks noGrp="1"/>
          </p:cNvSpPr>
          <p:nvPr>
            <p:ph type="body" idx="4"/>
          </p:nvPr>
        </p:nvSpPr>
        <p:spPr>
          <a:xfrm>
            <a:off x="5408612" y="2419650"/>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50" name="Google Shape;1250;g2800d3fcf52_16_1491"/>
          <p:cNvSpPr txBox="1">
            <a:spLocks noGrp="1"/>
          </p:cNvSpPr>
          <p:nvPr>
            <p:ph type="body" idx="5"/>
          </p:nvPr>
        </p:nvSpPr>
        <p:spPr>
          <a:xfrm>
            <a:off x="4721225" y="4267940"/>
            <a:ext cx="2744700" cy="1458900"/>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3"/>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51" name="Google Shape;1251;g2800d3fcf52_16_1491"/>
          <p:cNvSpPr/>
          <p:nvPr/>
        </p:nvSpPr>
        <p:spPr>
          <a:xfrm>
            <a:off x="8389301" y="2055429"/>
            <a:ext cx="1829100" cy="1829100"/>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52" name="Google Shape;1252;g2800d3fcf52_16_1491"/>
          <p:cNvSpPr txBox="1">
            <a:spLocks noGrp="1"/>
          </p:cNvSpPr>
          <p:nvPr>
            <p:ph type="body" idx="6"/>
          </p:nvPr>
        </p:nvSpPr>
        <p:spPr>
          <a:xfrm>
            <a:off x="7923213" y="4267940"/>
            <a:ext cx="2744700" cy="1458900"/>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2"/>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53" name="Google Shape;1253;g2800d3fcf52_16_1491"/>
          <p:cNvSpPr txBox="1">
            <a:spLocks noGrp="1"/>
          </p:cNvSpPr>
          <p:nvPr>
            <p:ph type="body" idx="7"/>
          </p:nvPr>
        </p:nvSpPr>
        <p:spPr>
          <a:xfrm>
            <a:off x="8609012" y="2419650"/>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54" name="Google Shape;1254;g2800d3fcf52_16_1491"/>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Four Icon ">
  <p:cSld name="Four Icon ">
    <p:spTree>
      <p:nvGrpSpPr>
        <p:cNvPr id="1" name="Shape 1255"/>
        <p:cNvGrpSpPr/>
        <p:nvPr/>
      </p:nvGrpSpPr>
      <p:grpSpPr>
        <a:xfrm>
          <a:off x="0" y="0"/>
          <a:ext cx="0" cy="0"/>
          <a:chOff x="0" y="0"/>
          <a:chExt cx="0" cy="0"/>
        </a:xfrm>
      </p:grpSpPr>
      <p:sp>
        <p:nvSpPr>
          <p:cNvPr id="1256" name="Google Shape;1256;g2800d3fcf52_16_1504"/>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7" name="Google Shape;1257;g2800d3fcf52_16_1504"/>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258" name="Google Shape;1258;g2800d3fcf52_16_1504"/>
          <p:cNvSpPr/>
          <p:nvPr/>
        </p:nvSpPr>
        <p:spPr>
          <a:xfrm>
            <a:off x="1065749" y="2060872"/>
            <a:ext cx="1829100" cy="1829100"/>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4"/>
              </a:solidFill>
              <a:latin typeface="Arial"/>
              <a:ea typeface="Arial"/>
              <a:cs typeface="Arial"/>
              <a:sym typeface="Arial"/>
            </a:endParaRPr>
          </a:p>
        </p:txBody>
      </p:sp>
      <p:sp>
        <p:nvSpPr>
          <p:cNvPr id="1259" name="Google Shape;1259;g2800d3fcf52_16_1504"/>
          <p:cNvSpPr txBox="1">
            <a:spLocks noGrp="1"/>
          </p:cNvSpPr>
          <p:nvPr>
            <p:ph type="body" idx="2"/>
          </p:nvPr>
        </p:nvSpPr>
        <p:spPr>
          <a:xfrm>
            <a:off x="1273703" y="2425093"/>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60" name="Google Shape;1260;g2800d3fcf52_16_1504"/>
          <p:cNvSpPr txBox="1">
            <a:spLocks noGrp="1"/>
          </p:cNvSpPr>
          <p:nvPr>
            <p:ph type="body" idx="3"/>
          </p:nvPr>
        </p:nvSpPr>
        <p:spPr>
          <a:xfrm>
            <a:off x="842673" y="4269508"/>
            <a:ext cx="2286000" cy="1458900"/>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4"/>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61" name="Google Shape;1261;g2800d3fcf52_16_1504"/>
          <p:cNvSpPr/>
          <p:nvPr/>
        </p:nvSpPr>
        <p:spPr>
          <a:xfrm>
            <a:off x="3806932" y="2060872"/>
            <a:ext cx="1829100" cy="1829100"/>
          </a:xfrm>
          <a:prstGeom prst="ellipse">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2" name="Google Shape;1262;g2800d3fcf52_16_1504"/>
          <p:cNvSpPr txBox="1">
            <a:spLocks noGrp="1"/>
          </p:cNvSpPr>
          <p:nvPr>
            <p:ph type="body" idx="4"/>
          </p:nvPr>
        </p:nvSpPr>
        <p:spPr>
          <a:xfrm>
            <a:off x="4000597" y="2425093"/>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63" name="Google Shape;1263;g2800d3fcf52_16_1504"/>
          <p:cNvSpPr txBox="1">
            <a:spLocks noGrp="1"/>
          </p:cNvSpPr>
          <p:nvPr>
            <p:ph type="body" idx="5"/>
          </p:nvPr>
        </p:nvSpPr>
        <p:spPr>
          <a:xfrm>
            <a:off x="3579813" y="4269508"/>
            <a:ext cx="2286000" cy="1458900"/>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3"/>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64" name="Google Shape;1264;g2800d3fcf52_16_1504"/>
          <p:cNvSpPr/>
          <p:nvPr/>
        </p:nvSpPr>
        <p:spPr>
          <a:xfrm>
            <a:off x="6562100" y="2060872"/>
            <a:ext cx="1829100" cy="1829100"/>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5" name="Google Shape;1265;g2800d3fcf52_16_1504"/>
          <p:cNvSpPr txBox="1">
            <a:spLocks noGrp="1"/>
          </p:cNvSpPr>
          <p:nvPr>
            <p:ph type="body" idx="6"/>
          </p:nvPr>
        </p:nvSpPr>
        <p:spPr>
          <a:xfrm>
            <a:off x="6772120" y="2425093"/>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66" name="Google Shape;1266;g2800d3fcf52_16_1504"/>
          <p:cNvSpPr txBox="1">
            <a:spLocks noGrp="1"/>
          </p:cNvSpPr>
          <p:nvPr>
            <p:ph type="body" idx="7"/>
          </p:nvPr>
        </p:nvSpPr>
        <p:spPr>
          <a:xfrm>
            <a:off x="6323013" y="4269508"/>
            <a:ext cx="2286000" cy="1458900"/>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2"/>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67" name="Google Shape;1267;g2800d3fcf52_16_1504"/>
          <p:cNvSpPr/>
          <p:nvPr/>
        </p:nvSpPr>
        <p:spPr>
          <a:xfrm>
            <a:off x="9302132" y="2060872"/>
            <a:ext cx="1829100" cy="1829100"/>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68" name="Google Shape;1268;g2800d3fcf52_16_1504"/>
          <p:cNvSpPr txBox="1">
            <a:spLocks noGrp="1"/>
          </p:cNvSpPr>
          <p:nvPr>
            <p:ph type="body" idx="8"/>
          </p:nvPr>
        </p:nvSpPr>
        <p:spPr>
          <a:xfrm>
            <a:off x="9538248" y="2425093"/>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5"/>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69" name="Google Shape;1269;g2800d3fcf52_16_1504"/>
          <p:cNvSpPr txBox="1">
            <a:spLocks noGrp="1"/>
          </p:cNvSpPr>
          <p:nvPr>
            <p:ph type="body" idx="9"/>
          </p:nvPr>
        </p:nvSpPr>
        <p:spPr>
          <a:xfrm>
            <a:off x="9066213" y="4269508"/>
            <a:ext cx="2286000" cy="1458900"/>
          </a:xfrm>
          <a:prstGeom prst="rect">
            <a:avLst/>
          </a:prstGeom>
          <a:noFill/>
          <a:ln>
            <a:noFill/>
          </a:ln>
        </p:spPr>
        <p:txBody>
          <a:bodyPr spcFirstLastPara="1" wrap="square" lIns="0" tIns="0" rIns="0" bIns="0" anchor="t" anchorCtr="0">
            <a:noAutofit/>
          </a:bodyPr>
          <a:lstStyle>
            <a:lvl1pPr marL="457200" lvl="0" indent="-365760" algn="ctr">
              <a:lnSpc>
                <a:spcPct val="100000"/>
              </a:lnSpc>
              <a:spcBef>
                <a:spcPts val="600"/>
              </a:spcBef>
              <a:spcAft>
                <a:spcPts val="0"/>
              </a:spcAft>
              <a:buSzPts val="2160"/>
              <a:buChar char="​"/>
              <a:defRPr sz="2400">
                <a:solidFill>
                  <a:schemeClr val="accent5"/>
                </a:solidFill>
              </a:defRPr>
            </a:lvl1pPr>
            <a:lvl2pPr marL="914400" lvl="1" indent="-331469" algn="ctr">
              <a:lnSpc>
                <a:spcPct val="100000"/>
              </a:lnSpc>
              <a:spcBef>
                <a:spcPts val="1200"/>
              </a:spcBef>
              <a:spcAft>
                <a:spcPts val="0"/>
              </a:spcAft>
              <a:buSzPts val="1620"/>
              <a:buFont typeface="Open Sans"/>
              <a:buChar char="​"/>
              <a:defRPr sz="18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70" name="Google Shape;1270;g2800d3fcf52_16_1504"/>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Five Icon ">
  <p:cSld name="Five Icon ">
    <p:spTree>
      <p:nvGrpSpPr>
        <p:cNvPr id="1" name="Shape 1271"/>
        <p:cNvGrpSpPr/>
        <p:nvPr/>
      </p:nvGrpSpPr>
      <p:grpSpPr>
        <a:xfrm>
          <a:off x="0" y="0"/>
          <a:ext cx="0" cy="0"/>
          <a:chOff x="0" y="0"/>
          <a:chExt cx="0" cy="0"/>
        </a:xfrm>
      </p:grpSpPr>
      <p:sp>
        <p:nvSpPr>
          <p:cNvPr id="1272" name="Google Shape;1272;g2800d3fcf52_16_1520"/>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3" name="Google Shape;1273;g2800d3fcf52_16_1520"/>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274" name="Google Shape;1274;g2800d3fcf52_16_1520"/>
          <p:cNvSpPr/>
          <p:nvPr/>
        </p:nvSpPr>
        <p:spPr>
          <a:xfrm>
            <a:off x="609800" y="2064663"/>
            <a:ext cx="1829100" cy="1829100"/>
          </a:xfrm>
          <a:prstGeom prst="ellipse">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4"/>
              </a:solidFill>
              <a:latin typeface="Arial"/>
              <a:ea typeface="Arial"/>
              <a:cs typeface="Arial"/>
              <a:sym typeface="Arial"/>
            </a:endParaRPr>
          </a:p>
        </p:txBody>
      </p:sp>
      <p:sp>
        <p:nvSpPr>
          <p:cNvPr id="1275" name="Google Shape;1275;g2800d3fcf52_16_1520"/>
          <p:cNvSpPr txBox="1">
            <a:spLocks noGrp="1"/>
          </p:cNvSpPr>
          <p:nvPr>
            <p:ph type="body" idx="2"/>
          </p:nvPr>
        </p:nvSpPr>
        <p:spPr>
          <a:xfrm>
            <a:off x="820549" y="2428884"/>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4"/>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76" name="Google Shape;1276;g2800d3fcf52_16_1520"/>
          <p:cNvSpPr txBox="1">
            <a:spLocks noGrp="1"/>
          </p:cNvSpPr>
          <p:nvPr>
            <p:ph type="body" idx="3"/>
          </p:nvPr>
        </p:nvSpPr>
        <p:spPr>
          <a:xfrm>
            <a:off x="610850" y="4282873"/>
            <a:ext cx="1828800" cy="1458900"/>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4"/>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77" name="Google Shape;1277;g2800d3fcf52_16_1520"/>
          <p:cNvSpPr/>
          <p:nvPr/>
        </p:nvSpPr>
        <p:spPr>
          <a:xfrm>
            <a:off x="2892452" y="2064663"/>
            <a:ext cx="1829100" cy="1829100"/>
          </a:xfrm>
          <a:prstGeom prst="ellipse">
            <a:avLst/>
          </a:prstGeom>
          <a:noFill/>
          <a:ln w="381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78" name="Google Shape;1278;g2800d3fcf52_16_1520"/>
          <p:cNvSpPr txBox="1">
            <a:spLocks noGrp="1"/>
          </p:cNvSpPr>
          <p:nvPr>
            <p:ph type="body" idx="4"/>
          </p:nvPr>
        </p:nvSpPr>
        <p:spPr>
          <a:xfrm>
            <a:off x="3110473" y="2428884"/>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79" name="Google Shape;1279;g2800d3fcf52_16_1520"/>
          <p:cNvSpPr txBox="1">
            <a:spLocks noGrp="1"/>
          </p:cNvSpPr>
          <p:nvPr>
            <p:ph type="body" idx="5"/>
          </p:nvPr>
        </p:nvSpPr>
        <p:spPr>
          <a:xfrm>
            <a:off x="2894013" y="4282873"/>
            <a:ext cx="1828800" cy="1458900"/>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3"/>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80" name="Google Shape;1280;g2800d3fcf52_16_1520"/>
          <p:cNvSpPr/>
          <p:nvPr/>
        </p:nvSpPr>
        <p:spPr>
          <a:xfrm>
            <a:off x="5201380" y="2064663"/>
            <a:ext cx="1829100" cy="1829100"/>
          </a:xfrm>
          <a:prstGeom prst="ellipse">
            <a:avLst/>
          </a:prstGeom>
          <a:noFill/>
          <a:ln w="381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81" name="Google Shape;1281;g2800d3fcf52_16_1520"/>
          <p:cNvSpPr txBox="1">
            <a:spLocks noGrp="1"/>
          </p:cNvSpPr>
          <p:nvPr>
            <p:ph type="body" idx="6"/>
          </p:nvPr>
        </p:nvSpPr>
        <p:spPr>
          <a:xfrm>
            <a:off x="5412658" y="2428884"/>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2"/>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82" name="Google Shape;1282;g2800d3fcf52_16_1520"/>
          <p:cNvSpPr txBox="1">
            <a:spLocks noGrp="1"/>
          </p:cNvSpPr>
          <p:nvPr>
            <p:ph type="body" idx="7"/>
          </p:nvPr>
        </p:nvSpPr>
        <p:spPr>
          <a:xfrm>
            <a:off x="5185093" y="4282873"/>
            <a:ext cx="1828800" cy="1458900"/>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2"/>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83" name="Google Shape;1283;g2800d3fcf52_16_1520"/>
          <p:cNvSpPr/>
          <p:nvPr/>
        </p:nvSpPr>
        <p:spPr>
          <a:xfrm>
            <a:off x="7464921" y="2064663"/>
            <a:ext cx="1829100" cy="1829100"/>
          </a:xfrm>
          <a:prstGeom prst="ellipse">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84" name="Google Shape;1284;g2800d3fcf52_16_1520"/>
          <p:cNvSpPr txBox="1">
            <a:spLocks noGrp="1"/>
          </p:cNvSpPr>
          <p:nvPr>
            <p:ph type="body" idx="8"/>
          </p:nvPr>
        </p:nvSpPr>
        <p:spPr>
          <a:xfrm>
            <a:off x="7677080" y="2428884"/>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chemeClr val="accent5"/>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85" name="Google Shape;1285;g2800d3fcf52_16_1520"/>
          <p:cNvSpPr txBox="1">
            <a:spLocks noGrp="1"/>
          </p:cNvSpPr>
          <p:nvPr>
            <p:ph type="body" idx="9"/>
          </p:nvPr>
        </p:nvSpPr>
        <p:spPr>
          <a:xfrm>
            <a:off x="7470001" y="4282873"/>
            <a:ext cx="1894200" cy="1458900"/>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chemeClr val="accent5"/>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86" name="Google Shape;1286;g2800d3fcf52_16_1520"/>
          <p:cNvSpPr/>
          <p:nvPr/>
        </p:nvSpPr>
        <p:spPr>
          <a:xfrm>
            <a:off x="9744473" y="2064663"/>
            <a:ext cx="1829100" cy="1829100"/>
          </a:xfrm>
          <a:prstGeom prst="ellipse">
            <a:avLst/>
          </a:prstGeom>
          <a:noFill/>
          <a:ln w="381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6"/>
              </a:solidFill>
              <a:latin typeface="Arial"/>
              <a:ea typeface="Arial"/>
              <a:cs typeface="Arial"/>
              <a:sym typeface="Arial"/>
            </a:endParaRPr>
          </a:p>
        </p:txBody>
      </p:sp>
      <p:sp>
        <p:nvSpPr>
          <p:cNvPr id="1287" name="Google Shape;1287;g2800d3fcf52_16_1520"/>
          <p:cNvSpPr txBox="1">
            <a:spLocks noGrp="1"/>
          </p:cNvSpPr>
          <p:nvPr>
            <p:ph type="body" idx="13"/>
          </p:nvPr>
        </p:nvSpPr>
        <p:spPr>
          <a:xfrm>
            <a:off x="9980612" y="2428884"/>
            <a:ext cx="1396800" cy="1100400"/>
          </a:xfrm>
          <a:prstGeom prst="rect">
            <a:avLst/>
          </a:prstGeom>
          <a:noFill/>
          <a:ln>
            <a:noFill/>
          </a:ln>
        </p:spPr>
        <p:txBody>
          <a:bodyPr spcFirstLastPara="1" wrap="square" lIns="0" tIns="0" rIns="0" bIns="0" anchor="ctr" anchorCtr="0">
            <a:noAutofit/>
          </a:bodyPr>
          <a:lstStyle>
            <a:lvl1pPr marL="457200" lvl="0" indent="-331470" algn="ctr">
              <a:lnSpc>
                <a:spcPct val="100000"/>
              </a:lnSpc>
              <a:spcBef>
                <a:spcPts val="600"/>
              </a:spcBef>
              <a:spcAft>
                <a:spcPts val="0"/>
              </a:spcAft>
              <a:buSzPts val="1620"/>
              <a:buChar char="​"/>
              <a:defRPr sz="1800">
                <a:solidFill>
                  <a:srgbClr val="3C3C3C"/>
                </a:solidFill>
              </a:defRPr>
            </a:lvl1pPr>
            <a:lvl2pPr marL="914400" lvl="1" indent="-331469" algn="ctr">
              <a:lnSpc>
                <a:spcPct val="100000"/>
              </a:lnSpc>
              <a:spcBef>
                <a:spcPts val="1200"/>
              </a:spcBef>
              <a:spcAft>
                <a:spcPts val="0"/>
              </a:spcAft>
              <a:buSzPts val="1620"/>
              <a:buFont typeface="Open Sans"/>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88" name="Google Shape;1288;g2800d3fcf52_16_1520"/>
          <p:cNvSpPr txBox="1">
            <a:spLocks noGrp="1"/>
          </p:cNvSpPr>
          <p:nvPr>
            <p:ph type="body" idx="14"/>
          </p:nvPr>
        </p:nvSpPr>
        <p:spPr>
          <a:xfrm>
            <a:off x="9752013" y="4282873"/>
            <a:ext cx="1828800" cy="1458900"/>
          </a:xfrm>
          <a:prstGeom prst="rect">
            <a:avLst/>
          </a:prstGeom>
          <a:noFill/>
          <a:ln>
            <a:noFill/>
          </a:ln>
        </p:spPr>
        <p:txBody>
          <a:bodyPr spcFirstLastPara="1" wrap="square" lIns="0" tIns="0" rIns="0" bIns="0" anchor="t" anchorCtr="0">
            <a:noAutofit/>
          </a:bodyPr>
          <a:lstStyle>
            <a:lvl1pPr marL="457200" lvl="0" indent="-342900" algn="ctr">
              <a:lnSpc>
                <a:spcPct val="100000"/>
              </a:lnSpc>
              <a:spcBef>
                <a:spcPts val="600"/>
              </a:spcBef>
              <a:spcAft>
                <a:spcPts val="0"/>
              </a:spcAft>
              <a:buSzPts val="1800"/>
              <a:buChar char="​"/>
              <a:defRPr sz="2000">
                <a:solidFill>
                  <a:srgbClr val="3C3C3C"/>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289" name="Google Shape;1289;g2800d3fcf52_16_1520"/>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Five Numbered ">
  <p:cSld name="Five Numbered ">
    <p:spTree>
      <p:nvGrpSpPr>
        <p:cNvPr id="1" name="Shape 1290"/>
        <p:cNvGrpSpPr/>
        <p:nvPr/>
      </p:nvGrpSpPr>
      <p:grpSpPr>
        <a:xfrm>
          <a:off x="0" y="0"/>
          <a:ext cx="0" cy="0"/>
          <a:chOff x="0" y="0"/>
          <a:chExt cx="0" cy="0"/>
        </a:xfrm>
      </p:grpSpPr>
      <p:sp>
        <p:nvSpPr>
          <p:cNvPr id="1291" name="Google Shape;1291;g2800d3fcf52_16_1539"/>
          <p:cNvSpPr/>
          <p:nvPr/>
        </p:nvSpPr>
        <p:spPr>
          <a:xfrm>
            <a:off x="2894013" y="2529075"/>
            <a:ext cx="1828800" cy="2871300"/>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292" name="Google Shape;1292;g2800d3fcf52_16_1539"/>
          <p:cNvSpPr/>
          <p:nvPr/>
        </p:nvSpPr>
        <p:spPr>
          <a:xfrm>
            <a:off x="5185093" y="2529075"/>
            <a:ext cx="1828800" cy="2871300"/>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293" name="Google Shape;1293;g2800d3fcf52_16_1539"/>
          <p:cNvSpPr/>
          <p:nvPr/>
        </p:nvSpPr>
        <p:spPr>
          <a:xfrm>
            <a:off x="7470001" y="2529075"/>
            <a:ext cx="1828800" cy="2871300"/>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294" name="Google Shape;1294;g2800d3fcf52_16_1539"/>
          <p:cNvSpPr/>
          <p:nvPr/>
        </p:nvSpPr>
        <p:spPr>
          <a:xfrm>
            <a:off x="9752013" y="2529075"/>
            <a:ext cx="1828800" cy="2871300"/>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295" name="Google Shape;1295;g2800d3fcf52_16_1539"/>
          <p:cNvSpPr/>
          <p:nvPr/>
        </p:nvSpPr>
        <p:spPr>
          <a:xfrm>
            <a:off x="610851" y="2529075"/>
            <a:ext cx="1828800" cy="2871300"/>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296" name="Google Shape;1296;g2800d3fcf52_16_1539"/>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7" name="Google Shape;1297;g2800d3fcf52_16_1539"/>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cxnSp>
        <p:nvCxnSpPr>
          <p:cNvPr id="1298" name="Google Shape;1298;g2800d3fcf52_16_1539"/>
          <p:cNvCxnSpPr/>
          <p:nvPr/>
        </p:nvCxnSpPr>
        <p:spPr>
          <a:xfrm>
            <a:off x="610850" y="2512464"/>
            <a:ext cx="1828800" cy="0"/>
          </a:xfrm>
          <a:prstGeom prst="straightConnector1">
            <a:avLst/>
          </a:prstGeom>
          <a:noFill/>
          <a:ln w="25400" cap="flat" cmpd="sng">
            <a:solidFill>
              <a:schemeClr val="accent4"/>
            </a:solidFill>
            <a:prstDash val="solid"/>
            <a:miter lim="800000"/>
            <a:headEnd type="none" w="sm" len="sm"/>
            <a:tailEnd type="none" w="sm" len="sm"/>
          </a:ln>
        </p:spPr>
      </p:cxnSp>
      <p:sp>
        <p:nvSpPr>
          <p:cNvPr id="1299" name="Google Shape;1299;g2800d3fcf52_16_1539"/>
          <p:cNvSpPr txBox="1">
            <a:spLocks noGrp="1"/>
          </p:cNvSpPr>
          <p:nvPr>
            <p:ph type="body" idx="2"/>
          </p:nvPr>
        </p:nvSpPr>
        <p:spPr>
          <a:xfrm>
            <a:off x="610851" y="2529075"/>
            <a:ext cx="1828800" cy="2871300"/>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4"/>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300" name="Google Shape;1300;g2800d3fcf52_16_1539"/>
          <p:cNvCxnSpPr/>
          <p:nvPr/>
        </p:nvCxnSpPr>
        <p:spPr>
          <a:xfrm>
            <a:off x="2894013" y="2512464"/>
            <a:ext cx="1828800" cy="0"/>
          </a:xfrm>
          <a:prstGeom prst="straightConnector1">
            <a:avLst/>
          </a:prstGeom>
          <a:noFill/>
          <a:ln w="25400" cap="flat" cmpd="sng">
            <a:solidFill>
              <a:schemeClr val="accent3"/>
            </a:solidFill>
            <a:prstDash val="solid"/>
            <a:miter lim="800000"/>
            <a:headEnd type="none" w="sm" len="sm"/>
            <a:tailEnd type="none" w="sm" len="sm"/>
          </a:ln>
        </p:spPr>
      </p:cxnSp>
      <p:sp>
        <p:nvSpPr>
          <p:cNvPr id="1301" name="Google Shape;1301;g2800d3fcf52_16_1539"/>
          <p:cNvSpPr txBox="1">
            <a:spLocks noGrp="1"/>
          </p:cNvSpPr>
          <p:nvPr>
            <p:ph type="body" idx="3"/>
          </p:nvPr>
        </p:nvSpPr>
        <p:spPr>
          <a:xfrm>
            <a:off x="2894013" y="2529075"/>
            <a:ext cx="1828800" cy="2871300"/>
          </a:xfrm>
          <a:prstGeom prst="rect">
            <a:avLst/>
          </a:prstGeom>
          <a:noFill/>
          <a:ln>
            <a:noFill/>
          </a:ln>
        </p:spPr>
        <p:txBody>
          <a:bodyPr spcFirstLastPara="1" wrap="square" lIns="182875" tIns="548625" rIns="182875" bIns="182875" anchor="t" anchorCtr="0">
            <a:noAutofit/>
          </a:bodyPr>
          <a:lstStyle>
            <a:lvl1pPr marL="457200" lvl="0" indent="-342900" algn="ctr">
              <a:lnSpc>
                <a:spcPct val="90000"/>
              </a:lnSpc>
              <a:spcBef>
                <a:spcPts val="600"/>
              </a:spcBef>
              <a:spcAft>
                <a:spcPts val="0"/>
              </a:spcAft>
              <a:buSzPts val="1800"/>
              <a:buChar char="​"/>
              <a:defRPr sz="2000">
                <a:solidFill>
                  <a:schemeClr val="accent3"/>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302" name="Google Shape;1302;g2800d3fcf52_16_1539"/>
          <p:cNvCxnSpPr/>
          <p:nvPr/>
        </p:nvCxnSpPr>
        <p:spPr>
          <a:xfrm>
            <a:off x="5185093" y="2512464"/>
            <a:ext cx="1828800" cy="0"/>
          </a:xfrm>
          <a:prstGeom prst="straightConnector1">
            <a:avLst/>
          </a:prstGeom>
          <a:noFill/>
          <a:ln w="25400" cap="flat" cmpd="sng">
            <a:solidFill>
              <a:schemeClr val="accent2"/>
            </a:solidFill>
            <a:prstDash val="solid"/>
            <a:miter lim="800000"/>
            <a:headEnd type="none" w="sm" len="sm"/>
            <a:tailEnd type="none" w="sm" len="sm"/>
          </a:ln>
        </p:spPr>
      </p:cxnSp>
      <p:sp>
        <p:nvSpPr>
          <p:cNvPr id="1303" name="Google Shape;1303;g2800d3fcf52_16_1539"/>
          <p:cNvSpPr txBox="1">
            <a:spLocks noGrp="1"/>
          </p:cNvSpPr>
          <p:nvPr>
            <p:ph type="body" idx="4"/>
          </p:nvPr>
        </p:nvSpPr>
        <p:spPr>
          <a:xfrm>
            <a:off x="5185093" y="2529075"/>
            <a:ext cx="1828800" cy="2871300"/>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2"/>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304" name="Google Shape;1304;g2800d3fcf52_16_1539"/>
          <p:cNvCxnSpPr/>
          <p:nvPr/>
        </p:nvCxnSpPr>
        <p:spPr>
          <a:xfrm>
            <a:off x="7470001" y="2512464"/>
            <a:ext cx="1828800" cy="0"/>
          </a:xfrm>
          <a:prstGeom prst="straightConnector1">
            <a:avLst/>
          </a:prstGeom>
          <a:noFill/>
          <a:ln w="25400" cap="flat" cmpd="sng">
            <a:solidFill>
              <a:schemeClr val="accent5"/>
            </a:solidFill>
            <a:prstDash val="solid"/>
            <a:miter lim="800000"/>
            <a:headEnd type="none" w="sm" len="sm"/>
            <a:tailEnd type="none" w="sm" len="sm"/>
          </a:ln>
        </p:spPr>
      </p:cxnSp>
      <p:sp>
        <p:nvSpPr>
          <p:cNvPr id="1305" name="Google Shape;1305;g2800d3fcf52_16_1539"/>
          <p:cNvSpPr txBox="1">
            <a:spLocks noGrp="1"/>
          </p:cNvSpPr>
          <p:nvPr>
            <p:ph type="body" idx="5"/>
          </p:nvPr>
        </p:nvSpPr>
        <p:spPr>
          <a:xfrm>
            <a:off x="7470001" y="2529075"/>
            <a:ext cx="1828800" cy="2871300"/>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chemeClr val="accent5"/>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306" name="Google Shape;1306;g2800d3fcf52_16_1539"/>
          <p:cNvCxnSpPr/>
          <p:nvPr/>
        </p:nvCxnSpPr>
        <p:spPr>
          <a:xfrm>
            <a:off x="9752013" y="2512464"/>
            <a:ext cx="1828800" cy="0"/>
          </a:xfrm>
          <a:prstGeom prst="straightConnector1">
            <a:avLst/>
          </a:prstGeom>
          <a:noFill/>
          <a:ln w="25400" cap="flat" cmpd="sng">
            <a:solidFill>
              <a:srgbClr val="53565A"/>
            </a:solidFill>
            <a:prstDash val="solid"/>
            <a:miter lim="800000"/>
            <a:headEnd type="none" w="sm" len="sm"/>
            <a:tailEnd type="none" w="sm" len="sm"/>
          </a:ln>
        </p:spPr>
      </p:cxnSp>
      <p:sp>
        <p:nvSpPr>
          <p:cNvPr id="1307" name="Google Shape;1307;g2800d3fcf52_16_1539"/>
          <p:cNvSpPr txBox="1">
            <a:spLocks noGrp="1"/>
          </p:cNvSpPr>
          <p:nvPr>
            <p:ph type="body" idx="6"/>
          </p:nvPr>
        </p:nvSpPr>
        <p:spPr>
          <a:xfrm>
            <a:off x="9752013" y="2529075"/>
            <a:ext cx="1828800" cy="2871300"/>
          </a:xfrm>
          <a:prstGeom prst="rect">
            <a:avLst/>
          </a:prstGeom>
          <a:noFill/>
          <a:ln>
            <a:noFill/>
          </a:ln>
        </p:spPr>
        <p:txBody>
          <a:bodyPr spcFirstLastPara="1" wrap="square" lIns="182875" tIns="548625" rIns="182875" bIns="182875" anchor="t" anchorCtr="0">
            <a:noAutofit/>
          </a:bodyPr>
          <a:lstStyle>
            <a:lvl1pPr marL="457200" lvl="0" indent="-228600" algn="ctr">
              <a:lnSpc>
                <a:spcPct val="90000"/>
              </a:lnSpc>
              <a:spcBef>
                <a:spcPts val="600"/>
              </a:spcBef>
              <a:spcAft>
                <a:spcPts val="0"/>
              </a:spcAft>
              <a:buSzPts val="1800"/>
              <a:buNone/>
              <a:defRPr sz="2000">
                <a:solidFill>
                  <a:srgbClr val="3C3C3C"/>
                </a:solidFill>
              </a:defRPr>
            </a:lvl1pPr>
            <a:lvl2pPr marL="914400" lvl="1" indent="-320040" algn="ctr">
              <a:lnSpc>
                <a:spcPct val="100000"/>
              </a:lnSpc>
              <a:spcBef>
                <a:spcPts val="1200"/>
              </a:spcBef>
              <a:spcAft>
                <a:spcPts val="0"/>
              </a:spcAft>
              <a:buSzPts val="1440"/>
              <a:buFont typeface="Open Sans"/>
              <a:buChar char="​"/>
              <a:defRPr sz="16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08" name="Google Shape;1308;g2800d3fcf52_16_1539"/>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309" name="Google Shape;1309;g2800d3fcf52_16_1539"/>
          <p:cNvSpPr/>
          <p:nvPr/>
        </p:nvSpPr>
        <p:spPr>
          <a:xfrm>
            <a:off x="1131007" y="2118221"/>
            <a:ext cx="788400" cy="788400"/>
          </a:xfrm>
          <a:prstGeom prst="ellipse">
            <a:avLst/>
          </a:prstGeom>
          <a:solidFill>
            <a:schemeClr val="lt1"/>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4"/>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310" name="Google Shape;1310;g2800d3fcf52_16_1539"/>
          <p:cNvSpPr/>
          <p:nvPr/>
        </p:nvSpPr>
        <p:spPr>
          <a:xfrm>
            <a:off x="3414170" y="2118221"/>
            <a:ext cx="788400" cy="788400"/>
          </a:xfrm>
          <a:prstGeom prst="ellipse">
            <a:avLst/>
          </a:prstGeom>
          <a:solidFill>
            <a:schemeClr val="lt1"/>
          </a:solidFill>
          <a:ln w="25400" cap="flat" cmpd="sng">
            <a:solidFill>
              <a:schemeClr val="accent3"/>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3"/>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311" name="Google Shape;1311;g2800d3fcf52_16_1539"/>
          <p:cNvSpPr/>
          <p:nvPr/>
        </p:nvSpPr>
        <p:spPr>
          <a:xfrm>
            <a:off x="5705250" y="2118221"/>
            <a:ext cx="788400" cy="788400"/>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2"/>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312" name="Google Shape;1312;g2800d3fcf52_16_1539"/>
          <p:cNvSpPr/>
          <p:nvPr/>
        </p:nvSpPr>
        <p:spPr>
          <a:xfrm>
            <a:off x="7990158" y="2118221"/>
            <a:ext cx="788400" cy="788400"/>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accent5"/>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313" name="Google Shape;1313;g2800d3fcf52_16_1539"/>
          <p:cNvSpPr/>
          <p:nvPr/>
        </p:nvSpPr>
        <p:spPr>
          <a:xfrm>
            <a:off x="10272170" y="2118221"/>
            <a:ext cx="788400" cy="788400"/>
          </a:xfrm>
          <a:prstGeom prst="ellipse">
            <a:avLst/>
          </a:prstGeom>
          <a:solidFill>
            <a:schemeClr val="lt1"/>
          </a:solidFill>
          <a:ln w="25400" cap="flat" cmpd="sng">
            <a:solidFill>
              <a:srgbClr val="53565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3C3C3C"/>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1314"/>
        <p:cNvGrpSpPr/>
        <p:nvPr/>
      </p:nvGrpSpPr>
      <p:grpSpPr>
        <a:xfrm>
          <a:off x="0" y="0"/>
          <a:ext cx="0" cy="0"/>
          <a:chOff x="0" y="0"/>
          <a:chExt cx="0" cy="0"/>
        </a:xfrm>
      </p:grpSpPr>
      <p:sp>
        <p:nvSpPr>
          <p:cNvPr id="1315" name="Google Shape;1315;g2800d3fcf52_16_1563"/>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6" name="Google Shape;1316;g2800d3fcf52_16_1563"/>
          <p:cNvSpPr txBox="1">
            <a:spLocks noGrp="1"/>
          </p:cNvSpPr>
          <p:nvPr>
            <p:ph type="subTitle" idx="1"/>
          </p:nvPr>
        </p:nvSpPr>
        <p:spPr>
          <a:xfrm>
            <a:off x="592866" y="811830"/>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317" name="Google Shape;1317;g2800d3fcf52_16_1563" descr="Row 1 label"/>
          <p:cNvSpPr txBox="1">
            <a:spLocks noGrp="1"/>
          </p:cNvSpPr>
          <p:nvPr>
            <p:ph type="body" idx="2"/>
          </p:nvPr>
        </p:nvSpPr>
        <p:spPr>
          <a:xfrm>
            <a:off x="271464" y="1546789"/>
            <a:ext cx="574500" cy="439200"/>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18" name="Google Shape;1318;g2800d3fcf52_16_1563" descr="Row 1 text box is a long horizontal box the width of the slide acting as a header. "/>
          <p:cNvSpPr txBox="1">
            <a:spLocks noGrp="1"/>
          </p:cNvSpPr>
          <p:nvPr>
            <p:ph type="body" idx="3"/>
          </p:nvPr>
        </p:nvSpPr>
        <p:spPr>
          <a:xfrm>
            <a:off x="1034040" y="1561701"/>
            <a:ext cx="10631100" cy="429600"/>
          </a:xfrm>
          <a:prstGeom prst="rect">
            <a:avLst/>
          </a:prstGeom>
          <a:solidFill>
            <a:srgbClr val="F4F8FA"/>
          </a:solidFill>
          <a:ln w="12700" cap="flat" cmpd="sng">
            <a:solidFill>
              <a:schemeClr val="accent3">
                <a:alpha val="22745"/>
              </a:schemeClr>
            </a:solidFill>
            <a:prstDash val="solid"/>
            <a:round/>
            <a:headEnd type="none" w="sm" len="sm"/>
            <a:tailEnd type="none" w="sm" len="sm"/>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1440"/>
              <a:buNone/>
              <a:defRPr sz="16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19" name="Google Shape;1319;g2800d3fcf52_16_1563" descr="Row 2 label; this row shows 4 content boxes labeled A through D, each is a different color and holds text."/>
          <p:cNvSpPr txBox="1">
            <a:spLocks noGrp="1"/>
          </p:cNvSpPr>
          <p:nvPr>
            <p:ph type="body" idx="4"/>
          </p:nvPr>
        </p:nvSpPr>
        <p:spPr>
          <a:xfrm>
            <a:off x="285750" y="3304775"/>
            <a:ext cx="560400" cy="657900"/>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320" name="Google Shape;1320;g2800d3fcf52_16_1563"/>
          <p:cNvCxnSpPr/>
          <p:nvPr/>
        </p:nvCxnSpPr>
        <p:spPr>
          <a:xfrm>
            <a:off x="1093076" y="2680138"/>
            <a:ext cx="2459400" cy="0"/>
          </a:xfrm>
          <a:prstGeom prst="straightConnector1">
            <a:avLst/>
          </a:prstGeom>
          <a:noFill/>
          <a:ln w="25400" cap="flat" cmpd="sng">
            <a:solidFill>
              <a:schemeClr val="accent4"/>
            </a:solidFill>
            <a:prstDash val="solid"/>
            <a:miter lim="800000"/>
            <a:headEnd type="none" w="sm" len="sm"/>
            <a:tailEnd type="none" w="sm" len="sm"/>
          </a:ln>
        </p:spPr>
      </p:cxnSp>
      <p:sp>
        <p:nvSpPr>
          <p:cNvPr id="1321" name="Google Shape;1321;g2800d3fcf52_16_1563" descr="Row 2, box 1: text in plum"/>
          <p:cNvSpPr txBox="1">
            <a:spLocks noGrp="1"/>
          </p:cNvSpPr>
          <p:nvPr>
            <p:ph type="body" idx="5"/>
          </p:nvPr>
        </p:nvSpPr>
        <p:spPr>
          <a:xfrm>
            <a:off x="1102407" y="2699834"/>
            <a:ext cx="2459400" cy="1949100"/>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4"/>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322" name="Google Shape;1322;g2800d3fcf52_16_1563"/>
          <p:cNvCxnSpPr/>
          <p:nvPr/>
        </p:nvCxnSpPr>
        <p:spPr>
          <a:xfrm>
            <a:off x="3805092" y="2680138"/>
            <a:ext cx="2459400" cy="0"/>
          </a:xfrm>
          <a:prstGeom prst="straightConnector1">
            <a:avLst/>
          </a:prstGeom>
          <a:noFill/>
          <a:ln w="25400" cap="flat" cmpd="sng">
            <a:solidFill>
              <a:schemeClr val="accent3"/>
            </a:solidFill>
            <a:prstDash val="solid"/>
            <a:miter lim="800000"/>
            <a:headEnd type="none" w="sm" len="sm"/>
            <a:tailEnd type="none" w="sm" len="sm"/>
          </a:ln>
        </p:spPr>
      </p:cxnSp>
      <p:sp>
        <p:nvSpPr>
          <p:cNvPr id="1323" name="Google Shape;1323;g2800d3fcf52_16_1563" descr="Row 2, box 3: text in indigo"/>
          <p:cNvSpPr txBox="1">
            <a:spLocks noGrp="1"/>
          </p:cNvSpPr>
          <p:nvPr>
            <p:ph type="body" idx="6"/>
          </p:nvPr>
        </p:nvSpPr>
        <p:spPr>
          <a:xfrm>
            <a:off x="3816081" y="2699834"/>
            <a:ext cx="2459400" cy="1949100"/>
          </a:xfrm>
          <a:prstGeom prst="rect">
            <a:avLst/>
          </a:prstGeom>
          <a:noFill/>
          <a:ln>
            <a:noFill/>
          </a:ln>
        </p:spPr>
        <p:txBody>
          <a:bodyPr spcFirstLastPara="1" wrap="square" lIns="0" tIns="365750" rIns="0" bIns="0" anchor="t" anchorCtr="0">
            <a:noAutofit/>
          </a:bodyPr>
          <a:lstStyle>
            <a:lvl1pPr marL="457200" lvl="0" indent="-331470" algn="ctr">
              <a:lnSpc>
                <a:spcPct val="100000"/>
              </a:lnSpc>
              <a:spcBef>
                <a:spcPts val="600"/>
              </a:spcBef>
              <a:spcAft>
                <a:spcPts val="0"/>
              </a:spcAft>
              <a:buSzPts val="1620"/>
              <a:buChar char="​"/>
              <a:defRPr sz="1800">
                <a:solidFill>
                  <a:schemeClr val="accent3"/>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324" name="Google Shape;1324;g2800d3fcf52_16_1563"/>
          <p:cNvCxnSpPr/>
          <p:nvPr/>
        </p:nvCxnSpPr>
        <p:spPr>
          <a:xfrm>
            <a:off x="6517108" y="2680138"/>
            <a:ext cx="2459400" cy="0"/>
          </a:xfrm>
          <a:prstGeom prst="straightConnector1">
            <a:avLst/>
          </a:prstGeom>
          <a:noFill/>
          <a:ln w="25400" cap="flat" cmpd="sng">
            <a:solidFill>
              <a:schemeClr val="accent2"/>
            </a:solidFill>
            <a:prstDash val="solid"/>
            <a:miter lim="800000"/>
            <a:headEnd type="none" w="sm" len="sm"/>
            <a:tailEnd type="none" w="sm" len="sm"/>
          </a:ln>
        </p:spPr>
      </p:cxnSp>
      <p:sp>
        <p:nvSpPr>
          <p:cNvPr id="1325" name="Google Shape;1325;g2800d3fcf52_16_1563" descr="Row 2, box 2: text in ocean"/>
          <p:cNvSpPr txBox="1">
            <a:spLocks noGrp="1"/>
          </p:cNvSpPr>
          <p:nvPr>
            <p:ph type="body" idx="7"/>
          </p:nvPr>
        </p:nvSpPr>
        <p:spPr>
          <a:xfrm>
            <a:off x="6529755" y="2699834"/>
            <a:ext cx="2459400" cy="1949100"/>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2"/>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cxnSp>
        <p:nvCxnSpPr>
          <p:cNvPr id="1326" name="Google Shape;1326;g2800d3fcf52_16_1563"/>
          <p:cNvCxnSpPr/>
          <p:nvPr/>
        </p:nvCxnSpPr>
        <p:spPr>
          <a:xfrm>
            <a:off x="9229123" y="2680138"/>
            <a:ext cx="2459400" cy="0"/>
          </a:xfrm>
          <a:prstGeom prst="straightConnector1">
            <a:avLst/>
          </a:prstGeom>
          <a:noFill/>
          <a:ln w="25400" cap="flat" cmpd="sng">
            <a:solidFill>
              <a:schemeClr val="accent5"/>
            </a:solidFill>
            <a:prstDash val="solid"/>
            <a:miter lim="800000"/>
            <a:headEnd type="none" w="sm" len="sm"/>
            <a:tailEnd type="none" w="sm" len="sm"/>
          </a:ln>
        </p:spPr>
      </p:cxnSp>
      <p:sp>
        <p:nvSpPr>
          <p:cNvPr id="1327" name="Google Shape;1327;g2800d3fcf52_16_1563" descr="Row 2, box 4: text in dark green"/>
          <p:cNvSpPr txBox="1">
            <a:spLocks noGrp="1"/>
          </p:cNvSpPr>
          <p:nvPr>
            <p:ph type="body" idx="8"/>
          </p:nvPr>
        </p:nvSpPr>
        <p:spPr>
          <a:xfrm>
            <a:off x="9243428" y="2699834"/>
            <a:ext cx="2459400" cy="1949100"/>
          </a:xfrm>
          <a:prstGeom prst="rect">
            <a:avLst/>
          </a:prstGeom>
          <a:noFill/>
          <a:ln>
            <a:noFill/>
          </a:ln>
        </p:spPr>
        <p:txBody>
          <a:bodyPr spcFirstLastPara="1" wrap="square" lIns="0" tIns="365750" rIns="0" bIns="0" anchor="t" anchorCtr="0">
            <a:noAutofit/>
          </a:bodyPr>
          <a:lstStyle>
            <a:lvl1pPr marL="457200" lvl="0" indent="-228600" algn="ctr">
              <a:lnSpc>
                <a:spcPct val="100000"/>
              </a:lnSpc>
              <a:spcBef>
                <a:spcPts val="600"/>
              </a:spcBef>
              <a:spcAft>
                <a:spcPts val="0"/>
              </a:spcAft>
              <a:buSzPts val="1620"/>
              <a:buNone/>
              <a:defRPr sz="1800">
                <a:solidFill>
                  <a:schemeClr val="accent5"/>
                </a:solidFill>
              </a:defRPr>
            </a:lvl1pPr>
            <a:lvl2pPr marL="914400" lvl="1" indent="-308610" algn="ctr">
              <a:lnSpc>
                <a:spcPct val="100000"/>
              </a:lnSpc>
              <a:spcBef>
                <a:spcPts val="1200"/>
              </a:spcBef>
              <a:spcAft>
                <a:spcPts val="0"/>
              </a:spcAft>
              <a:buSzPts val="1260"/>
              <a:buFont typeface="Open Sans"/>
              <a:buChar char="​"/>
              <a:defRPr sz="1400">
                <a:solidFill>
                  <a:schemeClr val="dk1"/>
                </a:solidFill>
                <a:latin typeface="Arial"/>
                <a:ea typeface="Arial"/>
                <a:cs typeface="Arial"/>
                <a:sym typeface="Aria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28" name="Google Shape;1328;g2800d3fcf52_16_1563" descr="Row 3 label: this row shows six, small content boxes in a horiztonal row"/>
          <p:cNvSpPr txBox="1">
            <a:spLocks noGrp="1"/>
          </p:cNvSpPr>
          <p:nvPr>
            <p:ph type="body" idx="9"/>
          </p:nvPr>
        </p:nvSpPr>
        <p:spPr>
          <a:xfrm>
            <a:off x="300038" y="5065521"/>
            <a:ext cx="546000" cy="657900"/>
          </a:xfrm>
          <a:prstGeom prst="rect">
            <a:avLst/>
          </a:prstGeom>
          <a:solidFill>
            <a:schemeClr val="lt1"/>
          </a:solidFill>
          <a:ln>
            <a:noFill/>
          </a:ln>
        </p:spPr>
        <p:txBody>
          <a:bodyPr spcFirstLastPara="1" wrap="square" lIns="0" tIns="91425" rIns="0" bIns="0" anchor="t" anchorCtr="0">
            <a:noAutofit/>
          </a:bodyPr>
          <a:lstStyle>
            <a:lvl1pPr marL="457200" lvl="0" indent="-228600" algn="ctr">
              <a:lnSpc>
                <a:spcPct val="100000"/>
              </a:lnSpc>
              <a:spcBef>
                <a:spcPts val="600"/>
              </a:spcBef>
              <a:spcAft>
                <a:spcPts val="0"/>
              </a:spcAft>
              <a:buSzPts val="900"/>
              <a:buNone/>
              <a:defRPr sz="1000">
                <a:solidFill>
                  <a:schemeClr val="dk1"/>
                </a:solidFill>
              </a:defRPr>
            </a:lvl1pPr>
            <a:lvl2pPr marL="914400" lvl="1" indent="-308610" algn="ctr">
              <a:lnSpc>
                <a:spcPct val="100000"/>
              </a:lnSpc>
              <a:spcBef>
                <a:spcPts val="1200"/>
              </a:spcBef>
              <a:spcAft>
                <a:spcPts val="0"/>
              </a:spcAft>
              <a:buSzPts val="1260"/>
              <a:buFont typeface="Open Sans"/>
              <a:buChar char="​"/>
              <a:defRPr sz="1400"/>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29" name="Google Shape;1329;g2800d3fcf52_16_1563" descr="Row 3, text box 1"/>
          <p:cNvSpPr txBox="1">
            <a:spLocks noGrp="1"/>
          </p:cNvSpPr>
          <p:nvPr>
            <p:ph type="body" idx="13"/>
          </p:nvPr>
        </p:nvSpPr>
        <p:spPr>
          <a:xfrm>
            <a:off x="1115051" y="4956561"/>
            <a:ext cx="1713600" cy="915300"/>
          </a:xfrm>
          <a:prstGeom prst="rect">
            <a:avLst/>
          </a:prstGeom>
          <a:solidFill>
            <a:srgbClr val="F4F8FA"/>
          </a:solidFill>
          <a:ln w="12700" cap="flat" cmpd="sng">
            <a:solidFill>
              <a:schemeClr val="accent3">
                <a:alpha val="2274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30" name="Google Shape;1330;g2800d3fcf52_16_1563" descr="Row 3, text box 2"/>
          <p:cNvSpPr txBox="1">
            <a:spLocks noGrp="1"/>
          </p:cNvSpPr>
          <p:nvPr>
            <p:ph type="body" idx="14"/>
          </p:nvPr>
        </p:nvSpPr>
        <p:spPr>
          <a:xfrm>
            <a:off x="2886312" y="4956561"/>
            <a:ext cx="1713600" cy="915300"/>
          </a:xfrm>
          <a:prstGeom prst="rect">
            <a:avLst/>
          </a:prstGeom>
          <a:solidFill>
            <a:srgbClr val="F4F8FA"/>
          </a:solidFill>
          <a:ln w="12700" cap="flat" cmpd="sng">
            <a:solidFill>
              <a:schemeClr val="accent3">
                <a:alpha val="2274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31" name="Google Shape;1331;g2800d3fcf52_16_1563" descr="Row 3, text box 3"/>
          <p:cNvSpPr txBox="1">
            <a:spLocks noGrp="1"/>
          </p:cNvSpPr>
          <p:nvPr>
            <p:ph type="body" idx="15"/>
          </p:nvPr>
        </p:nvSpPr>
        <p:spPr>
          <a:xfrm>
            <a:off x="4657573" y="4956561"/>
            <a:ext cx="1713600" cy="915300"/>
          </a:xfrm>
          <a:prstGeom prst="rect">
            <a:avLst/>
          </a:prstGeom>
          <a:solidFill>
            <a:srgbClr val="F4F8FA"/>
          </a:solidFill>
          <a:ln w="12700" cap="flat" cmpd="sng">
            <a:solidFill>
              <a:schemeClr val="accent3">
                <a:alpha val="2274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32" name="Google Shape;1332;g2800d3fcf52_16_1563" descr="Row 3, text box 4"/>
          <p:cNvSpPr txBox="1">
            <a:spLocks noGrp="1"/>
          </p:cNvSpPr>
          <p:nvPr>
            <p:ph type="body" idx="16"/>
          </p:nvPr>
        </p:nvSpPr>
        <p:spPr>
          <a:xfrm>
            <a:off x="6428834" y="4956561"/>
            <a:ext cx="1713600" cy="915300"/>
          </a:xfrm>
          <a:prstGeom prst="rect">
            <a:avLst/>
          </a:prstGeom>
          <a:solidFill>
            <a:srgbClr val="F4F8FA"/>
          </a:solidFill>
          <a:ln w="12700" cap="flat" cmpd="sng">
            <a:solidFill>
              <a:schemeClr val="accent3">
                <a:alpha val="2274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33" name="Google Shape;1333;g2800d3fcf52_16_1563" descr="Row 3, text box 5"/>
          <p:cNvSpPr txBox="1">
            <a:spLocks noGrp="1"/>
          </p:cNvSpPr>
          <p:nvPr>
            <p:ph type="body" idx="17"/>
          </p:nvPr>
        </p:nvSpPr>
        <p:spPr>
          <a:xfrm>
            <a:off x="8200095" y="4956561"/>
            <a:ext cx="1713600" cy="915300"/>
          </a:xfrm>
          <a:prstGeom prst="rect">
            <a:avLst/>
          </a:prstGeom>
          <a:solidFill>
            <a:srgbClr val="F4F8FA"/>
          </a:solidFill>
          <a:ln w="12700" cap="flat" cmpd="sng">
            <a:solidFill>
              <a:schemeClr val="accent3">
                <a:alpha val="2274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34" name="Google Shape;1334;g2800d3fcf52_16_1563" descr="Row 3, text box 6"/>
          <p:cNvSpPr txBox="1">
            <a:spLocks noGrp="1"/>
          </p:cNvSpPr>
          <p:nvPr>
            <p:ph type="body" idx="18"/>
          </p:nvPr>
        </p:nvSpPr>
        <p:spPr>
          <a:xfrm>
            <a:off x="9971354" y="4956561"/>
            <a:ext cx="1713600" cy="915300"/>
          </a:xfrm>
          <a:prstGeom prst="rect">
            <a:avLst/>
          </a:prstGeom>
          <a:solidFill>
            <a:srgbClr val="F4F8FA"/>
          </a:solidFill>
          <a:ln w="12700" cap="flat" cmpd="sng">
            <a:solidFill>
              <a:schemeClr val="accent3">
                <a:alpha val="22745"/>
              </a:schemeClr>
            </a:solidFill>
            <a:prstDash val="solid"/>
            <a:round/>
            <a:headEnd type="none" w="sm" len="sm"/>
            <a:tailEnd type="none" w="sm" len="sm"/>
          </a:ln>
        </p:spPr>
        <p:txBody>
          <a:bodyPr spcFirstLastPara="1" wrap="square" lIns="0" tIns="182875" rIns="0" bIns="0" anchor="t" anchorCtr="0">
            <a:noAutofit/>
          </a:bodyPr>
          <a:lstStyle>
            <a:lvl1pPr marL="457200" lvl="0" indent="-297180" algn="ctr">
              <a:lnSpc>
                <a:spcPct val="100000"/>
              </a:lnSpc>
              <a:spcBef>
                <a:spcPts val="600"/>
              </a:spcBef>
              <a:spcAft>
                <a:spcPts val="0"/>
              </a:spcAft>
              <a:buSzPts val="1080"/>
              <a:buChar char="​"/>
              <a:defRPr sz="1200">
                <a:solidFill>
                  <a:schemeClr val="dk1"/>
                </a:solidFill>
              </a:defRPr>
            </a:lvl1pPr>
            <a:lvl2pPr marL="914400" lvl="1" indent="-285750" algn="ctr">
              <a:lnSpc>
                <a:spcPct val="100000"/>
              </a:lnSpc>
              <a:spcBef>
                <a:spcPts val="1200"/>
              </a:spcBef>
              <a:spcAft>
                <a:spcPts val="0"/>
              </a:spcAft>
              <a:buSzPts val="900"/>
              <a:buFont typeface="Open Sans"/>
              <a:buChar char="​"/>
              <a:defRPr sz="1000">
                <a:solidFill>
                  <a:schemeClr val="dk1"/>
                </a:solidFill>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35" name="Google Shape;1335;g2800d3fcf52_16_1563"/>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Big Statement - Leaf">
  <p:cSld name="Big Statement - Leaf">
    <p:spTree>
      <p:nvGrpSpPr>
        <p:cNvPr id="1" name="Shape 1336"/>
        <p:cNvGrpSpPr/>
        <p:nvPr/>
      </p:nvGrpSpPr>
      <p:grpSpPr>
        <a:xfrm>
          <a:off x="0" y="0"/>
          <a:ext cx="0" cy="0"/>
          <a:chOff x="0" y="0"/>
          <a:chExt cx="0" cy="0"/>
        </a:xfrm>
      </p:grpSpPr>
      <p:grpSp>
        <p:nvGrpSpPr>
          <p:cNvPr id="1337" name="Google Shape;1337;g2800d3fcf52_16_1585"/>
          <p:cNvGrpSpPr/>
          <p:nvPr/>
        </p:nvGrpSpPr>
        <p:grpSpPr>
          <a:xfrm>
            <a:off x="5111737" y="1408637"/>
            <a:ext cx="7077088" cy="4553747"/>
            <a:chOff x="5111737" y="1408637"/>
            <a:chExt cx="7077088" cy="4553747"/>
          </a:xfrm>
        </p:grpSpPr>
        <p:sp>
          <p:nvSpPr>
            <p:cNvPr id="1338" name="Google Shape;1338;g2800d3fcf52_16_1585"/>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rgbClr val="61A30E"/>
                </a:gs>
                <a:gs pos="5000">
                  <a:srgbClr val="61A30E"/>
                </a:gs>
                <a:gs pos="80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39" name="Google Shape;1339;g2800d3fcf52_16_1585"/>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rgbClr val="61A30E"/>
                </a:gs>
                <a:gs pos="5000">
                  <a:srgbClr val="61A30E"/>
                </a:gs>
                <a:gs pos="80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340" name="Google Shape;1340;g2800d3fcf52_16_1585"/>
          <p:cNvSpPr txBox="1">
            <a:spLocks noGrp="1"/>
          </p:cNvSpPr>
          <p:nvPr>
            <p:ph type="body" idx="1"/>
          </p:nvPr>
        </p:nvSpPr>
        <p:spPr>
          <a:xfrm>
            <a:off x="608013" y="2233670"/>
            <a:ext cx="6498000" cy="2286000"/>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4"/>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41" name="Google Shape;1341;g2800d3fcf52_16_1585"/>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Big Statement - Aqua">
  <p:cSld name="Big Statement - Aqua">
    <p:spTree>
      <p:nvGrpSpPr>
        <p:cNvPr id="1" name="Shape 1342"/>
        <p:cNvGrpSpPr/>
        <p:nvPr/>
      </p:nvGrpSpPr>
      <p:grpSpPr>
        <a:xfrm>
          <a:off x="0" y="0"/>
          <a:ext cx="0" cy="0"/>
          <a:chOff x="0" y="0"/>
          <a:chExt cx="0" cy="0"/>
        </a:xfrm>
      </p:grpSpPr>
      <p:grpSp>
        <p:nvGrpSpPr>
          <p:cNvPr id="1343" name="Google Shape;1343;g2800d3fcf52_16_1591"/>
          <p:cNvGrpSpPr/>
          <p:nvPr/>
        </p:nvGrpSpPr>
        <p:grpSpPr>
          <a:xfrm>
            <a:off x="5111737" y="1408637"/>
            <a:ext cx="7077088" cy="4553747"/>
            <a:chOff x="5111737" y="1408637"/>
            <a:chExt cx="7077088" cy="4553747"/>
          </a:xfrm>
        </p:grpSpPr>
        <p:sp>
          <p:nvSpPr>
            <p:cNvPr id="1344" name="Google Shape;1344;g2800d3fcf52_16_1591"/>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chemeClr val="accent2"/>
                </a:gs>
                <a:gs pos="21000">
                  <a:schemeClr val="accent2"/>
                </a:gs>
                <a:gs pos="83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45" name="Google Shape;1345;g2800d3fcf52_16_1591"/>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chemeClr val="accent2"/>
                </a:gs>
                <a:gs pos="21000">
                  <a:schemeClr val="accent2"/>
                </a:gs>
                <a:gs pos="83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346" name="Google Shape;1346;g2800d3fcf52_16_1591"/>
          <p:cNvSpPr txBox="1">
            <a:spLocks noGrp="1"/>
          </p:cNvSpPr>
          <p:nvPr>
            <p:ph type="body" idx="1"/>
          </p:nvPr>
        </p:nvSpPr>
        <p:spPr>
          <a:xfrm>
            <a:off x="608013" y="2233670"/>
            <a:ext cx="6498000" cy="2286000"/>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47" name="Google Shape;1347;g2800d3fcf52_16_1591"/>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Big Statement - Plum">
  <p:cSld name="Big Statement - Plum">
    <p:spTree>
      <p:nvGrpSpPr>
        <p:cNvPr id="1" name="Shape 1348"/>
        <p:cNvGrpSpPr/>
        <p:nvPr/>
      </p:nvGrpSpPr>
      <p:grpSpPr>
        <a:xfrm>
          <a:off x="0" y="0"/>
          <a:ext cx="0" cy="0"/>
          <a:chOff x="0" y="0"/>
          <a:chExt cx="0" cy="0"/>
        </a:xfrm>
      </p:grpSpPr>
      <p:grpSp>
        <p:nvGrpSpPr>
          <p:cNvPr id="1349" name="Google Shape;1349;g2800d3fcf52_16_1597"/>
          <p:cNvGrpSpPr/>
          <p:nvPr/>
        </p:nvGrpSpPr>
        <p:grpSpPr>
          <a:xfrm>
            <a:off x="5111737" y="1408637"/>
            <a:ext cx="7077088" cy="4553747"/>
            <a:chOff x="5111737" y="1408637"/>
            <a:chExt cx="7077088" cy="4553747"/>
          </a:xfrm>
        </p:grpSpPr>
        <p:sp>
          <p:nvSpPr>
            <p:cNvPr id="1350" name="Google Shape;1350;g2800d3fcf52_16_1597"/>
            <p:cNvSpPr/>
            <p:nvPr/>
          </p:nvSpPr>
          <p:spPr>
            <a:xfrm>
              <a:off x="9152842" y="1408637"/>
              <a:ext cx="3035983" cy="3162295"/>
            </a:xfrm>
            <a:custGeom>
              <a:avLst/>
              <a:gdLst/>
              <a:ahLst/>
              <a:cxnLst/>
              <a:rect l="l" t="t" r="r" b="b"/>
              <a:pathLst>
                <a:path w="3035983" h="3162295" extrusionOk="0">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0">
                  <a:schemeClr val="accent5"/>
                </a:gs>
                <a:gs pos="6000">
                  <a:schemeClr val="accent5"/>
                </a:gs>
                <a:gs pos="73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51" name="Google Shape;1351;g2800d3fcf52_16_1597"/>
            <p:cNvSpPr/>
            <p:nvPr/>
          </p:nvSpPr>
          <p:spPr>
            <a:xfrm>
              <a:off x="5111737" y="2041036"/>
              <a:ext cx="5910657" cy="3921348"/>
            </a:xfrm>
            <a:custGeom>
              <a:avLst/>
              <a:gdLst/>
              <a:ahLst/>
              <a:cxnLst/>
              <a:rect l="l" t="t" r="r" b="b"/>
              <a:pathLst>
                <a:path w="5910657" h="3921348" extrusionOk="0">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0">
                  <a:schemeClr val="accent5"/>
                </a:gs>
                <a:gs pos="21000">
                  <a:schemeClr val="accent5"/>
                </a:gs>
                <a:gs pos="83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352" name="Google Shape;1352;g2800d3fcf52_16_1597"/>
          <p:cNvSpPr txBox="1">
            <a:spLocks noGrp="1"/>
          </p:cNvSpPr>
          <p:nvPr>
            <p:ph type="body" idx="1"/>
          </p:nvPr>
        </p:nvSpPr>
        <p:spPr>
          <a:xfrm>
            <a:off x="608013" y="2233670"/>
            <a:ext cx="6498000" cy="2286000"/>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5"/>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53" name="Google Shape;1353;g2800d3fcf52_16_1597"/>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Big Statement 2 - Leaf ">
  <p:cSld name="Big Statement 2 - Leaf ">
    <p:spTree>
      <p:nvGrpSpPr>
        <p:cNvPr id="1" name="Shape 1354"/>
        <p:cNvGrpSpPr/>
        <p:nvPr/>
      </p:nvGrpSpPr>
      <p:grpSpPr>
        <a:xfrm>
          <a:off x="0" y="0"/>
          <a:ext cx="0" cy="0"/>
          <a:chOff x="0" y="0"/>
          <a:chExt cx="0" cy="0"/>
        </a:xfrm>
      </p:grpSpPr>
      <p:sp>
        <p:nvSpPr>
          <p:cNvPr id="1355" name="Google Shape;1355;g2800d3fcf52_16_1603"/>
          <p:cNvSpPr/>
          <p:nvPr/>
        </p:nvSpPr>
        <p:spPr>
          <a:xfrm>
            <a:off x="-9731" y="-5428"/>
            <a:ext cx="12203580" cy="6058734"/>
          </a:xfrm>
          <a:custGeom>
            <a:avLst/>
            <a:gdLst/>
            <a:ahLst/>
            <a:cxnLst/>
            <a:rect l="l" t="t" r="r" b="b"/>
            <a:pathLst>
              <a:path w="12203580" h="6058734" extrusionOk="0">
                <a:moveTo>
                  <a:pt x="0" y="0"/>
                </a:moveTo>
                <a:lnTo>
                  <a:pt x="12203580" y="0"/>
                </a:lnTo>
                <a:lnTo>
                  <a:pt x="12203580" y="1909982"/>
                </a:lnTo>
                <a:lnTo>
                  <a:pt x="11206700" y="1909982"/>
                </a:lnTo>
                <a:cubicBezTo>
                  <a:pt x="10785051" y="1909982"/>
                  <a:pt x="10380638" y="2077495"/>
                  <a:pt x="10082432" y="2375639"/>
                </a:cubicBezTo>
                <a:lnTo>
                  <a:pt x="6864995" y="5593077"/>
                </a:lnTo>
                <a:cubicBezTo>
                  <a:pt x="6566852" y="5891219"/>
                  <a:pt x="6162438" y="6058734"/>
                  <a:pt x="5740726" y="6058734"/>
                </a:cubicBezTo>
                <a:lnTo>
                  <a:pt x="0" y="6058734"/>
                </a:lnTo>
                <a:close/>
              </a:path>
            </a:pathLst>
          </a:custGeom>
          <a:solidFill>
            <a:schemeClr val="lt1"/>
          </a:solidFill>
          <a:ln>
            <a:noFill/>
          </a:ln>
          <a:effectLst>
            <a:outerShdw blurRad="241300" sx="102000" sy="102000" algn="ctr" rotWithShape="0">
              <a:schemeClr val="accent3">
                <a:alpha val="784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56" name="Google Shape;1356;g2800d3fcf52_16_1603"/>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57" name="Google Shape;1357;g2800d3fcf52_16_1603"/>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rgbClr val="61A30E"/>
              </a:gs>
              <a:gs pos="21000">
                <a:srgbClr val="61A30E"/>
              </a:gs>
              <a:gs pos="83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58" name="Google Shape;1358;g2800d3fcf52_16_1603"/>
          <p:cNvSpPr txBox="1">
            <a:spLocks noGrp="1"/>
          </p:cNvSpPr>
          <p:nvPr>
            <p:ph type="title"/>
          </p:nvPr>
        </p:nvSpPr>
        <p:spPr>
          <a:xfrm>
            <a:off x="589108" y="938794"/>
            <a:ext cx="6427500" cy="1229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9" name="Google Shape;1359;g2800d3fcf52_16_1603"/>
          <p:cNvSpPr txBox="1">
            <a:spLocks noGrp="1"/>
          </p:cNvSpPr>
          <p:nvPr>
            <p:ph type="subTitle" idx="1"/>
          </p:nvPr>
        </p:nvSpPr>
        <p:spPr>
          <a:xfrm>
            <a:off x="602966" y="2267712"/>
            <a:ext cx="6408300" cy="700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360" name="Google Shape;1360;g2800d3fcf52_16_1603"/>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Big Statement 2 - Aqua">
  <p:cSld name="Big Statement 2 - Aqua">
    <p:spTree>
      <p:nvGrpSpPr>
        <p:cNvPr id="1" name="Shape 1361"/>
        <p:cNvGrpSpPr/>
        <p:nvPr/>
      </p:nvGrpSpPr>
      <p:grpSpPr>
        <a:xfrm>
          <a:off x="0" y="0"/>
          <a:ext cx="0" cy="0"/>
          <a:chOff x="0" y="0"/>
          <a:chExt cx="0" cy="0"/>
        </a:xfrm>
      </p:grpSpPr>
      <p:sp>
        <p:nvSpPr>
          <p:cNvPr id="1362" name="Google Shape;1362;g2800d3fcf52_16_1610"/>
          <p:cNvSpPr/>
          <p:nvPr/>
        </p:nvSpPr>
        <p:spPr>
          <a:xfrm>
            <a:off x="-9731" y="-5428"/>
            <a:ext cx="12203580" cy="6058734"/>
          </a:xfrm>
          <a:custGeom>
            <a:avLst/>
            <a:gdLst/>
            <a:ahLst/>
            <a:cxnLst/>
            <a:rect l="l" t="t" r="r" b="b"/>
            <a:pathLst>
              <a:path w="12203580" h="6058734" extrusionOk="0">
                <a:moveTo>
                  <a:pt x="0" y="0"/>
                </a:moveTo>
                <a:lnTo>
                  <a:pt x="12203580" y="0"/>
                </a:lnTo>
                <a:lnTo>
                  <a:pt x="12203580" y="1909982"/>
                </a:lnTo>
                <a:lnTo>
                  <a:pt x="11206700" y="1909982"/>
                </a:lnTo>
                <a:cubicBezTo>
                  <a:pt x="10785051" y="1909982"/>
                  <a:pt x="10380638" y="2077495"/>
                  <a:pt x="10082432" y="2375639"/>
                </a:cubicBezTo>
                <a:lnTo>
                  <a:pt x="6864995" y="5593077"/>
                </a:lnTo>
                <a:cubicBezTo>
                  <a:pt x="6566852" y="5891219"/>
                  <a:pt x="6162438" y="6058734"/>
                  <a:pt x="5740726" y="6058734"/>
                </a:cubicBezTo>
                <a:lnTo>
                  <a:pt x="0" y="6058734"/>
                </a:lnTo>
                <a:close/>
              </a:path>
            </a:pathLst>
          </a:custGeom>
          <a:solidFill>
            <a:schemeClr val="lt1"/>
          </a:solidFill>
          <a:ln>
            <a:noFill/>
          </a:ln>
          <a:effectLst>
            <a:outerShdw blurRad="241300" sx="102000" sy="102000" algn="ctr" rotWithShape="0">
              <a:schemeClr val="accent3">
                <a:alpha val="784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63" name="Google Shape;1363;g2800d3fcf52_16_1610"/>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64" name="Google Shape;1364;g2800d3fcf52_16_1610"/>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chemeClr val="accent2"/>
              </a:gs>
              <a:gs pos="21000">
                <a:schemeClr val="accent2"/>
              </a:gs>
              <a:gs pos="83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65" name="Google Shape;1365;g2800d3fcf52_16_1610"/>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366" name="Google Shape;1366;g2800d3fcf52_16_1610"/>
          <p:cNvSpPr txBox="1">
            <a:spLocks noGrp="1"/>
          </p:cNvSpPr>
          <p:nvPr>
            <p:ph type="title"/>
          </p:nvPr>
        </p:nvSpPr>
        <p:spPr>
          <a:xfrm>
            <a:off x="589108" y="938794"/>
            <a:ext cx="6427500" cy="1229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7" name="Google Shape;1367;g2800d3fcf52_16_1610"/>
          <p:cNvSpPr txBox="1">
            <a:spLocks noGrp="1"/>
          </p:cNvSpPr>
          <p:nvPr>
            <p:ph type="subTitle" idx="1"/>
          </p:nvPr>
        </p:nvSpPr>
        <p:spPr>
          <a:xfrm>
            <a:off x="602966" y="2267712"/>
            <a:ext cx="6408300" cy="700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Big Statement 2 - Plum">
  <p:cSld name="Big Statement 2 - Plum">
    <p:spTree>
      <p:nvGrpSpPr>
        <p:cNvPr id="1" name="Shape 1368"/>
        <p:cNvGrpSpPr/>
        <p:nvPr/>
      </p:nvGrpSpPr>
      <p:grpSpPr>
        <a:xfrm>
          <a:off x="0" y="0"/>
          <a:ext cx="0" cy="0"/>
          <a:chOff x="0" y="0"/>
          <a:chExt cx="0" cy="0"/>
        </a:xfrm>
      </p:grpSpPr>
      <p:sp>
        <p:nvSpPr>
          <p:cNvPr id="1369" name="Google Shape;1369;g2800d3fcf52_16_1617"/>
          <p:cNvSpPr/>
          <p:nvPr/>
        </p:nvSpPr>
        <p:spPr>
          <a:xfrm>
            <a:off x="-9731" y="-5428"/>
            <a:ext cx="12203580" cy="6058734"/>
          </a:xfrm>
          <a:custGeom>
            <a:avLst/>
            <a:gdLst/>
            <a:ahLst/>
            <a:cxnLst/>
            <a:rect l="l" t="t" r="r" b="b"/>
            <a:pathLst>
              <a:path w="12203580" h="6058734" extrusionOk="0">
                <a:moveTo>
                  <a:pt x="0" y="0"/>
                </a:moveTo>
                <a:lnTo>
                  <a:pt x="12203580" y="0"/>
                </a:lnTo>
                <a:lnTo>
                  <a:pt x="12203580" y="1909982"/>
                </a:lnTo>
                <a:lnTo>
                  <a:pt x="11206700" y="1909982"/>
                </a:lnTo>
                <a:cubicBezTo>
                  <a:pt x="10785051" y="1909982"/>
                  <a:pt x="10380638" y="2077495"/>
                  <a:pt x="10082432" y="2375639"/>
                </a:cubicBezTo>
                <a:lnTo>
                  <a:pt x="6864995" y="5593077"/>
                </a:lnTo>
                <a:cubicBezTo>
                  <a:pt x="6566852" y="5891219"/>
                  <a:pt x="6162438" y="6058734"/>
                  <a:pt x="5740726" y="6058734"/>
                </a:cubicBezTo>
                <a:lnTo>
                  <a:pt x="0" y="6058734"/>
                </a:lnTo>
                <a:close/>
              </a:path>
            </a:pathLst>
          </a:custGeom>
          <a:solidFill>
            <a:schemeClr val="lt1"/>
          </a:solidFill>
          <a:ln>
            <a:noFill/>
          </a:ln>
          <a:effectLst>
            <a:outerShdw blurRad="241300" sx="102000" sy="102000" algn="ctr" rotWithShape="0">
              <a:schemeClr val="accent3">
                <a:alpha val="784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70" name="Google Shape;1370;g2800d3fcf52_16_1617"/>
          <p:cNvSpPr/>
          <p:nvPr/>
        </p:nvSpPr>
        <p:spPr>
          <a:xfrm>
            <a:off x="-9731" y="1828236"/>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80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71" name="Google Shape;1371;g2800d3fcf52_16_1617"/>
          <p:cNvSpPr/>
          <p:nvPr/>
        </p:nvSpPr>
        <p:spPr>
          <a:xfrm>
            <a:off x="6457030" y="3564299"/>
            <a:ext cx="5731795" cy="3298781"/>
          </a:xfrm>
          <a:custGeom>
            <a:avLst/>
            <a:gdLst/>
            <a:ahLst/>
            <a:cxnLst/>
            <a:rect l="l" t="t" r="r" b="b"/>
            <a:pathLst>
              <a:path w="5731795" h="3298781" extrusionOk="0">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0">
                <a:schemeClr val="accent5"/>
              </a:gs>
              <a:gs pos="21000">
                <a:schemeClr val="accent5"/>
              </a:gs>
              <a:gs pos="83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72" name="Google Shape;1372;g2800d3fcf52_16_1617"/>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373" name="Google Shape;1373;g2800d3fcf52_16_1617"/>
          <p:cNvSpPr txBox="1">
            <a:spLocks noGrp="1"/>
          </p:cNvSpPr>
          <p:nvPr>
            <p:ph type="title"/>
          </p:nvPr>
        </p:nvSpPr>
        <p:spPr>
          <a:xfrm>
            <a:off x="589108" y="938794"/>
            <a:ext cx="6427500" cy="1229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3600"/>
              <a:buFont typeface="Arial"/>
              <a:buNone/>
              <a:defRPr sz="3600" b="0" cap="none">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4" name="Google Shape;1374;g2800d3fcf52_16_1617"/>
          <p:cNvSpPr txBox="1">
            <a:spLocks noGrp="1"/>
          </p:cNvSpPr>
          <p:nvPr>
            <p:ph type="subTitle" idx="1"/>
          </p:nvPr>
        </p:nvSpPr>
        <p:spPr>
          <a:xfrm>
            <a:off x="602966" y="2267712"/>
            <a:ext cx="6408300" cy="700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160"/>
              <a:buNone/>
              <a:defRPr sz="2400">
                <a:solidFill>
                  <a:schemeClr val="dk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ig Statement with Photo">
  <p:cSld name="Big Statement with Photo">
    <p:spTree>
      <p:nvGrpSpPr>
        <p:cNvPr id="1" name="Shape 1375"/>
        <p:cNvGrpSpPr/>
        <p:nvPr/>
      </p:nvGrpSpPr>
      <p:grpSpPr>
        <a:xfrm>
          <a:off x="0" y="0"/>
          <a:ext cx="0" cy="0"/>
          <a:chOff x="0" y="0"/>
          <a:chExt cx="0" cy="0"/>
        </a:xfrm>
      </p:grpSpPr>
      <p:sp>
        <p:nvSpPr>
          <p:cNvPr id="1376" name="Google Shape;1376;g2800d3fcf52_16_1624"/>
          <p:cNvSpPr txBox="1">
            <a:spLocks noGrp="1"/>
          </p:cNvSpPr>
          <p:nvPr>
            <p:ph type="body" idx="1"/>
          </p:nvPr>
        </p:nvSpPr>
        <p:spPr>
          <a:xfrm>
            <a:off x="608014" y="2514600"/>
            <a:ext cx="5485800" cy="1828800"/>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228600" algn="l">
              <a:lnSpc>
                <a:spcPct val="100000"/>
              </a:lnSpc>
              <a:spcBef>
                <a:spcPts val="1200"/>
              </a:spcBef>
              <a:spcAft>
                <a:spcPts val="0"/>
              </a:spcAft>
              <a:buSzPts val="1620"/>
              <a:buNone/>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77" name="Google Shape;1377;g2800d3fcf52_16_1624"/>
          <p:cNvSpPr>
            <a:spLocks noGrp="1"/>
          </p:cNvSpPr>
          <p:nvPr>
            <p:ph type="pic" idx="2"/>
          </p:nvPr>
        </p:nvSpPr>
        <p:spPr>
          <a:xfrm>
            <a:off x="6785687" y="69850"/>
            <a:ext cx="5403000" cy="6788100"/>
          </a:xfrm>
          <a:prstGeom prst="rect">
            <a:avLst/>
          </a:prstGeom>
          <a:noFill/>
          <a:ln>
            <a:noFill/>
          </a:ln>
        </p:spPr>
      </p:sp>
      <p:sp>
        <p:nvSpPr>
          <p:cNvPr id="1378" name="Google Shape;1378;g2800d3fcf52_16_1624"/>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Big Statistic">
  <p:cSld name="Big Statistic">
    <p:spTree>
      <p:nvGrpSpPr>
        <p:cNvPr id="1" name="Shape 1379"/>
        <p:cNvGrpSpPr/>
        <p:nvPr/>
      </p:nvGrpSpPr>
      <p:grpSpPr>
        <a:xfrm>
          <a:off x="0" y="0"/>
          <a:ext cx="0" cy="0"/>
          <a:chOff x="0" y="0"/>
          <a:chExt cx="0" cy="0"/>
        </a:xfrm>
      </p:grpSpPr>
      <p:sp>
        <p:nvSpPr>
          <p:cNvPr id="1380" name="Google Shape;1380;g2800d3fcf52_16_1628"/>
          <p:cNvSpPr/>
          <p:nvPr/>
        </p:nvSpPr>
        <p:spPr>
          <a:xfrm>
            <a:off x="0" y="4332288"/>
            <a:ext cx="12188700" cy="2525700"/>
          </a:xfrm>
          <a:prstGeom prst="rect">
            <a:avLst/>
          </a:prstGeom>
          <a:solidFill>
            <a:srgbClr val="F4F8F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81" name="Google Shape;1381;g2800d3fcf52_16_1628"/>
          <p:cNvSpPr/>
          <p:nvPr/>
        </p:nvSpPr>
        <p:spPr>
          <a:xfrm>
            <a:off x="667600" y="722997"/>
            <a:ext cx="4470300" cy="44703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82" name="Google Shape;1382;g2800d3fcf52_16_1628" descr="Doughnut chart label 3"/>
          <p:cNvSpPr txBox="1">
            <a:spLocks noGrp="1"/>
          </p:cNvSpPr>
          <p:nvPr>
            <p:ph type="body" idx="1"/>
          </p:nvPr>
        </p:nvSpPr>
        <p:spPr>
          <a:xfrm>
            <a:off x="6096000" y="2514599"/>
            <a:ext cx="5027700" cy="1371600"/>
          </a:xfrm>
          <a:prstGeom prst="rect">
            <a:avLst/>
          </a:prstGeom>
          <a:noFill/>
          <a:ln>
            <a:noFill/>
          </a:ln>
        </p:spPr>
        <p:txBody>
          <a:bodyPr spcFirstLastPara="1" wrap="square" lIns="0" tIns="0" rIns="0" bIns="0" anchor="ctr" anchorCtr="0">
            <a:noAutofit/>
          </a:bodyPr>
          <a:lstStyle>
            <a:lvl1pPr marL="457200" lvl="0" indent="-434340" algn="l">
              <a:lnSpc>
                <a:spcPct val="100000"/>
              </a:lnSpc>
              <a:spcBef>
                <a:spcPts val="0"/>
              </a:spcBef>
              <a:spcAft>
                <a:spcPts val="0"/>
              </a:spcAft>
              <a:buSzPts val="3240"/>
              <a:buChar char="​"/>
              <a:defRPr sz="3600">
                <a:solidFill>
                  <a:schemeClr val="accent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83" name="Google Shape;1383;g2800d3fcf52_16_1628"/>
          <p:cNvSpPr>
            <a:spLocks noGrp="1"/>
          </p:cNvSpPr>
          <p:nvPr>
            <p:ph type="chart" idx="2"/>
          </p:nvPr>
        </p:nvSpPr>
        <p:spPr>
          <a:xfrm>
            <a:off x="662672" y="722997"/>
            <a:ext cx="4480200" cy="4480200"/>
          </a:xfrm>
          <a:prstGeom prst="rect">
            <a:avLst/>
          </a:prstGeom>
          <a:noFill/>
          <a:ln>
            <a:noFill/>
          </a:ln>
        </p:spPr>
        <p:txBody>
          <a:bodyPr spcFirstLastPara="1" wrap="square" lIns="0" tIns="0" rIns="0" bIns="0" anchor="ctr" anchorCtr="0">
            <a:noAutofit/>
          </a:bodyPr>
          <a:lstStyle>
            <a:lvl1pPr marR="0" lvl="0" algn="ctr" rtl="0">
              <a:lnSpc>
                <a:spcPct val="100000"/>
              </a:lnSpc>
              <a:spcBef>
                <a:spcPts val="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R="0" lvl="1" algn="l" rtl="0">
              <a:lnSpc>
                <a:spcPct val="100000"/>
              </a:lnSpc>
              <a:spcBef>
                <a:spcPts val="1200"/>
              </a:spcBef>
              <a:spcAft>
                <a:spcPts val="0"/>
              </a:spcAft>
              <a:buClr>
                <a:srgbClr val="3C3C3C"/>
              </a:buClr>
              <a:buSzPts val="1620"/>
              <a:buFont typeface="Arial"/>
              <a:buChar char="•"/>
              <a:defRPr sz="1800" b="0" i="0" u="none" strike="noStrike" cap="none">
                <a:solidFill>
                  <a:schemeClr val="dk1"/>
                </a:solidFill>
                <a:latin typeface="Arial"/>
                <a:ea typeface="Arial"/>
                <a:cs typeface="Arial"/>
                <a:sym typeface="Arial"/>
              </a:defRPr>
            </a:lvl2pPr>
            <a:lvl3pPr marR="0" lvl="2" algn="l" rtl="0">
              <a:lnSpc>
                <a:spcPct val="100000"/>
              </a:lnSpc>
              <a:spcBef>
                <a:spcPts val="1200"/>
              </a:spcBef>
              <a:spcAft>
                <a:spcPts val="0"/>
              </a:spcAft>
              <a:buClr>
                <a:srgbClr val="3C3C3C"/>
              </a:buClr>
              <a:buSzPts val="144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4pPr>
            <a:lvl5pPr marR="0" lvl="4"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5pPr>
            <a:lvl6pPr marR="0" lvl="5"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6pPr>
            <a:lvl7pPr marR="0" lvl="6" algn="l" rtl="0">
              <a:lnSpc>
                <a:spcPct val="100000"/>
              </a:lnSpc>
              <a:spcBef>
                <a:spcPts val="1200"/>
              </a:spcBef>
              <a:spcAft>
                <a:spcPts val="0"/>
              </a:spcAft>
              <a:buClr>
                <a:srgbClr val="3C3C3C"/>
              </a:buClr>
              <a:buSzPts val="1260"/>
              <a:buFont typeface="NTR"/>
              <a:buChar char="-"/>
              <a:defRPr sz="1400" b="0" i="0" u="none" strike="noStrike" cap="none">
                <a:solidFill>
                  <a:schemeClr val="dk1"/>
                </a:solidFill>
                <a:latin typeface="Arial"/>
                <a:ea typeface="Arial"/>
                <a:cs typeface="Arial"/>
                <a:sym typeface="Arial"/>
              </a:defRPr>
            </a:lvl7pPr>
            <a:lvl8pPr marR="0" lvl="7"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8pPr>
            <a:lvl9pPr marR="0" lvl="8" algn="l" rtl="0">
              <a:lnSpc>
                <a:spcPct val="100000"/>
              </a:lnSpc>
              <a:spcBef>
                <a:spcPts val="1200"/>
              </a:spcBef>
              <a:spcAft>
                <a:spcPts val="1200"/>
              </a:spcAft>
              <a:buClr>
                <a:srgbClr val="3C3C3C"/>
              </a:buClr>
              <a:buSzPts val="1260"/>
              <a:buFont typeface="NTR"/>
              <a:buChar char="-"/>
              <a:defRPr sz="1400" b="0" i="0" u="none" strike="noStrike" cap="none">
                <a:solidFill>
                  <a:schemeClr val="dk1"/>
                </a:solidFill>
                <a:latin typeface="Arial"/>
                <a:ea typeface="Arial"/>
                <a:cs typeface="Arial"/>
                <a:sym typeface="Arial"/>
              </a:defRPr>
            </a:lvl9pPr>
          </a:lstStyle>
          <a:p>
            <a:endParaRPr/>
          </a:p>
        </p:txBody>
      </p:sp>
      <p:sp>
        <p:nvSpPr>
          <p:cNvPr id="1384" name="Google Shape;1384;g2800d3fcf52_16_1628" descr="Doughnut chart label 1"/>
          <p:cNvSpPr txBox="1">
            <a:spLocks noGrp="1"/>
          </p:cNvSpPr>
          <p:nvPr>
            <p:ph type="body" idx="3"/>
          </p:nvPr>
        </p:nvSpPr>
        <p:spPr>
          <a:xfrm>
            <a:off x="608330" y="5507147"/>
            <a:ext cx="1371000" cy="423900"/>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85" name="Google Shape;1385;g2800d3fcf52_16_1628" descr="Doughnut chart label 2"/>
          <p:cNvSpPr txBox="1">
            <a:spLocks noGrp="1"/>
          </p:cNvSpPr>
          <p:nvPr>
            <p:ph type="body" idx="4"/>
          </p:nvPr>
        </p:nvSpPr>
        <p:spPr>
          <a:xfrm>
            <a:off x="2436416" y="5507147"/>
            <a:ext cx="1371000" cy="423900"/>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86" name="Google Shape;1386;g2800d3fcf52_16_1628" descr="Doughnut chart label 4"/>
          <p:cNvSpPr txBox="1">
            <a:spLocks noGrp="1"/>
          </p:cNvSpPr>
          <p:nvPr>
            <p:ph type="body" idx="5"/>
          </p:nvPr>
        </p:nvSpPr>
        <p:spPr>
          <a:xfrm>
            <a:off x="4261103" y="5507147"/>
            <a:ext cx="1371000" cy="423900"/>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87" name="Google Shape;1387;g2800d3fcf52_16_1628" descr="Doughnut chart label 5"/>
          <p:cNvSpPr txBox="1">
            <a:spLocks noGrp="1"/>
          </p:cNvSpPr>
          <p:nvPr>
            <p:ph type="body" idx="6"/>
          </p:nvPr>
        </p:nvSpPr>
        <p:spPr>
          <a:xfrm>
            <a:off x="6088109" y="5507147"/>
            <a:ext cx="1371000" cy="423900"/>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88" name="Google Shape;1388;g2800d3fcf52_16_1628" descr="Doughnut chart label 6"/>
          <p:cNvSpPr txBox="1">
            <a:spLocks noGrp="1"/>
          </p:cNvSpPr>
          <p:nvPr>
            <p:ph type="body" idx="7"/>
          </p:nvPr>
        </p:nvSpPr>
        <p:spPr>
          <a:xfrm>
            <a:off x="7920672" y="5507147"/>
            <a:ext cx="1371000" cy="423900"/>
          </a:xfrm>
          <a:prstGeom prst="rect">
            <a:avLst/>
          </a:prstGeom>
          <a:noFill/>
          <a:ln>
            <a:noFill/>
          </a:ln>
        </p:spPr>
        <p:txBody>
          <a:bodyPr spcFirstLastPara="1" wrap="square" lIns="0" tIns="0" rIns="0" bIns="0" anchor="t" anchorCtr="0">
            <a:noAutofit/>
          </a:bodyPr>
          <a:lstStyle>
            <a:lvl1pPr marL="457200" lvl="0" indent="-297180" algn="l">
              <a:lnSpc>
                <a:spcPct val="100000"/>
              </a:lnSpc>
              <a:spcBef>
                <a:spcPts val="0"/>
              </a:spcBef>
              <a:spcAft>
                <a:spcPts val="0"/>
              </a:spcAft>
              <a:buSzPts val="1080"/>
              <a:buChar char="​"/>
              <a:defRPr sz="1200">
                <a:solidFill>
                  <a:schemeClr val="dk1"/>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389" name="Google Shape;1389;g2800d3fcf52_16_1628"/>
          <p:cNvSpPr txBox="1"/>
          <p:nvPr/>
        </p:nvSpPr>
        <p:spPr>
          <a:xfrm>
            <a:off x="11490941" y="6464808"/>
            <a:ext cx="438000" cy="1830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a:t>
            </a:fld>
            <a:endParaRPr sz="800" b="0" i="0" u="none" strike="noStrike" cap="none">
              <a:solidFill>
                <a:schemeClr val="dk2"/>
              </a:solidFill>
              <a:latin typeface="Arial"/>
              <a:ea typeface="Arial"/>
              <a:cs typeface="Arial"/>
              <a:sym typeface="Arial"/>
            </a:endParaRPr>
          </a:p>
        </p:txBody>
      </p:sp>
      <p:sp>
        <p:nvSpPr>
          <p:cNvPr id="1390" name="Google Shape;1390;g2800d3fcf52_16_1628"/>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391" name="Google Shape;1391;g2800d3fcf52_16_1628"/>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392" name="Google Shape;1392;g2800d3fcf52_16_1628"/>
          <p:cNvGrpSpPr/>
          <p:nvPr/>
        </p:nvGrpSpPr>
        <p:grpSpPr>
          <a:xfrm>
            <a:off x="265625" y="6323271"/>
            <a:ext cx="1249222" cy="369649"/>
            <a:chOff x="265625" y="6323271"/>
            <a:chExt cx="1249222" cy="369649"/>
          </a:xfrm>
        </p:grpSpPr>
        <p:grpSp>
          <p:nvGrpSpPr>
            <p:cNvPr id="1393" name="Google Shape;1393;g2800d3fcf52_16_1628"/>
            <p:cNvGrpSpPr/>
            <p:nvPr/>
          </p:nvGrpSpPr>
          <p:grpSpPr>
            <a:xfrm>
              <a:off x="745455" y="6594444"/>
              <a:ext cx="722663" cy="98476"/>
              <a:chOff x="745455" y="6594444"/>
              <a:chExt cx="722663" cy="98476"/>
            </a:xfrm>
          </p:grpSpPr>
          <p:sp>
            <p:nvSpPr>
              <p:cNvPr id="1394" name="Google Shape;1394;g2800d3fcf52_16_1628"/>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95" name="Google Shape;1395;g2800d3fcf52_16_1628"/>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96" name="Google Shape;1396;g2800d3fcf52_16_1628"/>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97" name="Google Shape;1397;g2800d3fcf52_16_1628"/>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98" name="Google Shape;1398;g2800d3fcf52_16_1628"/>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99" name="Google Shape;1399;g2800d3fcf52_16_1628"/>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0" name="Google Shape;1400;g2800d3fcf52_16_1628"/>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1" name="Google Shape;1401;g2800d3fcf52_16_1628"/>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2" name="Google Shape;1402;g2800d3fcf52_16_1628"/>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3" name="Google Shape;1403;g2800d3fcf52_16_1628"/>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404" name="Google Shape;1404;g2800d3fcf52_16_1628"/>
            <p:cNvGrpSpPr/>
            <p:nvPr/>
          </p:nvGrpSpPr>
          <p:grpSpPr>
            <a:xfrm>
              <a:off x="265625" y="6323271"/>
              <a:ext cx="1249222" cy="190348"/>
              <a:chOff x="265625" y="6323271"/>
              <a:chExt cx="1249222" cy="190348"/>
            </a:xfrm>
          </p:grpSpPr>
          <p:sp>
            <p:nvSpPr>
              <p:cNvPr id="1405" name="Google Shape;1405;g2800d3fcf52_16_1628"/>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6" name="Google Shape;1406;g2800d3fcf52_16_1628"/>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7" name="Google Shape;1407;g2800d3fcf52_16_1628"/>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8" name="Google Shape;1408;g2800d3fcf52_16_1628"/>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09" name="Google Shape;1409;g2800d3fcf52_16_1628"/>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10" name="Google Shape;1410;g2800d3fcf52_16_1628"/>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11" name="Google Shape;1411;g2800d3fcf52_16_1628"/>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matchingName="Thank You / Closing - Aqua">
  <p:cSld name="Thank You / Closing - Aqua">
    <p:spTree>
      <p:nvGrpSpPr>
        <p:cNvPr id="1" name="Shape 1412"/>
        <p:cNvGrpSpPr/>
        <p:nvPr/>
      </p:nvGrpSpPr>
      <p:grpSpPr>
        <a:xfrm>
          <a:off x="0" y="0"/>
          <a:ext cx="0" cy="0"/>
          <a:chOff x="0" y="0"/>
          <a:chExt cx="0" cy="0"/>
        </a:xfrm>
      </p:grpSpPr>
      <p:sp>
        <p:nvSpPr>
          <p:cNvPr id="1413" name="Google Shape;1413;g2800d3fcf52_16_1661"/>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chemeClr val="accent2"/>
              </a:gs>
              <a:gs pos="12000">
                <a:schemeClr val="accent2"/>
              </a:gs>
              <a:gs pos="85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14" name="Google Shape;1414;g2800d3fcf52_16_1661"/>
          <p:cNvSpPr/>
          <p:nvPr/>
        </p:nvSpPr>
        <p:spPr>
          <a:xfrm>
            <a:off x="0" y="0"/>
            <a:ext cx="12189334"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a:effectLst>
            <a:outerShdw blurRad="241300" sx="102000" sy="102000" algn="ctr" rotWithShape="0">
              <a:schemeClr val="accent3">
                <a:alpha val="1333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15" name="Google Shape;1415;g2800d3fcf52_16_1661"/>
          <p:cNvSpPr/>
          <p:nvPr/>
        </p:nvSpPr>
        <p:spPr>
          <a:xfrm>
            <a:off x="0" y="0"/>
            <a:ext cx="8364202" cy="5151382"/>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2"/>
              </a:gs>
              <a:gs pos="100000">
                <a:schemeClr val="accent2"/>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16" name="Google Shape;1416;g2800d3fcf52_16_1661"/>
          <p:cNvSpPr txBox="1"/>
          <p:nvPr/>
        </p:nvSpPr>
        <p:spPr>
          <a:xfrm>
            <a:off x="7122912" y="4133697"/>
            <a:ext cx="3585600" cy="692700"/>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i="0" u="none" strike="noStrike" cap="none">
                <a:solidFill>
                  <a:schemeClr val="accent2"/>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
        <p:nvSpPr>
          <p:cNvPr id="1417" name="Google Shape;1417;g2800d3fcf52_16_1661"/>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418" name="Google Shape;1418;g2800d3fcf52_16_1661"/>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419" name="Google Shape;1419;g2800d3fcf52_16_1661"/>
          <p:cNvGrpSpPr/>
          <p:nvPr/>
        </p:nvGrpSpPr>
        <p:grpSpPr>
          <a:xfrm>
            <a:off x="265625" y="6323271"/>
            <a:ext cx="1249222" cy="369649"/>
            <a:chOff x="265625" y="6323271"/>
            <a:chExt cx="1249222" cy="369649"/>
          </a:xfrm>
        </p:grpSpPr>
        <p:grpSp>
          <p:nvGrpSpPr>
            <p:cNvPr id="1420" name="Google Shape;1420;g2800d3fcf52_16_1661"/>
            <p:cNvGrpSpPr/>
            <p:nvPr/>
          </p:nvGrpSpPr>
          <p:grpSpPr>
            <a:xfrm>
              <a:off x="745455" y="6594444"/>
              <a:ext cx="722663" cy="98476"/>
              <a:chOff x="745455" y="6594444"/>
              <a:chExt cx="722663" cy="98476"/>
            </a:xfrm>
          </p:grpSpPr>
          <p:sp>
            <p:nvSpPr>
              <p:cNvPr id="1421" name="Google Shape;1421;g2800d3fcf52_16_1661"/>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2" name="Google Shape;1422;g2800d3fcf52_16_1661"/>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3" name="Google Shape;1423;g2800d3fcf52_16_1661"/>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4" name="Google Shape;1424;g2800d3fcf52_16_1661"/>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5" name="Google Shape;1425;g2800d3fcf52_16_1661"/>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6" name="Google Shape;1426;g2800d3fcf52_16_1661"/>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7" name="Google Shape;1427;g2800d3fcf52_16_1661"/>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8" name="Google Shape;1428;g2800d3fcf52_16_1661"/>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9" name="Google Shape;1429;g2800d3fcf52_16_1661"/>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0" name="Google Shape;1430;g2800d3fcf52_16_1661"/>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431" name="Google Shape;1431;g2800d3fcf52_16_1661"/>
            <p:cNvGrpSpPr/>
            <p:nvPr/>
          </p:nvGrpSpPr>
          <p:grpSpPr>
            <a:xfrm>
              <a:off x="265625" y="6323271"/>
              <a:ext cx="1249222" cy="190348"/>
              <a:chOff x="265625" y="6323271"/>
              <a:chExt cx="1249222" cy="190348"/>
            </a:xfrm>
          </p:grpSpPr>
          <p:sp>
            <p:nvSpPr>
              <p:cNvPr id="1432" name="Google Shape;1432;g2800d3fcf52_16_1661"/>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3" name="Google Shape;1433;g2800d3fcf52_16_1661"/>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4" name="Google Shape;1434;g2800d3fcf52_16_1661"/>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5" name="Google Shape;1435;g2800d3fcf52_16_1661"/>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6" name="Google Shape;1436;g2800d3fcf52_16_1661"/>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7" name="Google Shape;1437;g2800d3fcf52_16_1661"/>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8" name="Google Shape;1438;g2800d3fcf52_16_1661"/>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matchingName="Thank You / Closing - Plum">
  <p:cSld name="Thank You / Closing - Plum">
    <p:spTree>
      <p:nvGrpSpPr>
        <p:cNvPr id="1" name="Shape 1439"/>
        <p:cNvGrpSpPr/>
        <p:nvPr/>
      </p:nvGrpSpPr>
      <p:grpSpPr>
        <a:xfrm>
          <a:off x="0" y="0"/>
          <a:ext cx="0" cy="0"/>
          <a:chOff x="0" y="0"/>
          <a:chExt cx="0" cy="0"/>
        </a:xfrm>
      </p:grpSpPr>
      <p:sp>
        <p:nvSpPr>
          <p:cNvPr id="1440" name="Google Shape;1440;g2800d3fcf52_16_1688"/>
          <p:cNvSpPr/>
          <p:nvPr/>
        </p:nvSpPr>
        <p:spPr>
          <a:xfrm>
            <a:off x="0" y="0"/>
            <a:ext cx="6635783" cy="4452826"/>
          </a:xfrm>
          <a:custGeom>
            <a:avLst/>
            <a:gdLst/>
            <a:ahLst/>
            <a:cxnLst/>
            <a:rect l="l" t="t" r="r" b="b"/>
            <a:pathLst>
              <a:path w="6635783" h="4452826" extrusionOk="0">
                <a:moveTo>
                  <a:pt x="0" y="0"/>
                </a:moveTo>
                <a:lnTo>
                  <a:pt x="6635783" y="0"/>
                </a:lnTo>
                <a:lnTo>
                  <a:pt x="2550426" y="4085358"/>
                </a:lnTo>
                <a:cubicBezTo>
                  <a:pt x="2315128" y="4320656"/>
                  <a:pt x="1996025" y="4452826"/>
                  <a:pt x="1663310" y="4452826"/>
                </a:cubicBezTo>
                <a:lnTo>
                  <a:pt x="0" y="4452826"/>
                </a:lnTo>
                <a:close/>
              </a:path>
            </a:pathLst>
          </a:custGeom>
          <a:gradFill>
            <a:gsLst>
              <a:gs pos="0">
                <a:schemeClr val="accent5"/>
              </a:gs>
              <a:gs pos="12000">
                <a:schemeClr val="accent5"/>
              </a:gs>
              <a:gs pos="85000">
                <a:srgbClr val="0095C4"/>
              </a:gs>
              <a:gs pos="100000">
                <a:srgbClr val="0095C4"/>
              </a:gs>
            </a:gsLst>
            <a:lin ang="1890004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41" name="Google Shape;1441;g2800d3fcf52_16_1688"/>
          <p:cNvSpPr/>
          <p:nvPr/>
        </p:nvSpPr>
        <p:spPr>
          <a:xfrm>
            <a:off x="0" y="0"/>
            <a:ext cx="12189334" cy="6858000"/>
          </a:xfrm>
          <a:custGeom>
            <a:avLst/>
            <a:gdLst/>
            <a:ahLst/>
            <a:cxnLst/>
            <a:rect l="l" t="t" r="r" b="b"/>
            <a:pathLst>
              <a:path w="12219884" h="6858000" extrusionOk="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lt1"/>
          </a:solidFill>
          <a:ln>
            <a:noFill/>
          </a:ln>
          <a:effectLst>
            <a:outerShdw blurRad="241300" sx="102000" sy="102000" algn="ctr" rotWithShape="0">
              <a:schemeClr val="accent3">
                <a:alpha val="13333"/>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42" name="Google Shape;1442;g2800d3fcf52_16_1688"/>
          <p:cNvSpPr txBox="1"/>
          <p:nvPr/>
        </p:nvSpPr>
        <p:spPr>
          <a:xfrm>
            <a:off x="7122912" y="4133697"/>
            <a:ext cx="3585600" cy="692700"/>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chemeClr val="accent2"/>
              </a:buClr>
              <a:buSzPts val="5000"/>
              <a:buFont typeface="Arial"/>
              <a:buNone/>
            </a:pPr>
            <a:r>
              <a:rPr lang="en-US" sz="5000" b="0" i="0" u="none" strike="noStrike" cap="none">
                <a:solidFill>
                  <a:schemeClr val="accent2"/>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
        <p:nvSpPr>
          <p:cNvPr id="1443" name="Google Shape;1443;g2800d3fcf52_16_1688"/>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444" name="Google Shape;1444;g2800d3fcf52_16_1688"/>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445" name="Google Shape;1445;g2800d3fcf52_16_1688"/>
          <p:cNvGrpSpPr/>
          <p:nvPr/>
        </p:nvGrpSpPr>
        <p:grpSpPr>
          <a:xfrm>
            <a:off x="265625" y="6323271"/>
            <a:ext cx="1249222" cy="369649"/>
            <a:chOff x="265625" y="6323271"/>
            <a:chExt cx="1249222" cy="369649"/>
          </a:xfrm>
        </p:grpSpPr>
        <p:grpSp>
          <p:nvGrpSpPr>
            <p:cNvPr id="1446" name="Google Shape;1446;g2800d3fcf52_16_1688"/>
            <p:cNvGrpSpPr/>
            <p:nvPr/>
          </p:nvGrpSpPr>
          <p:grpSpPr>
            <a:xfrm>
              <a:off x="745455" y="6594444"/>
              <a:ext cx="722663" cy="98476"/>
              <a:chOff x="745455" y="6594444"/>
              <a:chExt cx="722663" cy="98476"/>
            </a:xfrm>
          </p:grpSpPr>
          <p:sp>
            <p:nvSpPr>
              <p:cNvPr id="1447" name="Google Shape;1447;g2800d3fcf52_16_1688"/>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48" name="Google Shape;1448;g2800d3fcf52_16_1688"/>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49" name="Google Shape;1449;g2800d3fcf52_16_1688"/>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0" name="Google Shape;1450;g2800d3fcf52_16_1688"/>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1" name="Google Shape;1451;g2800d3fcf52_16_1688"/>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2" name="Google Shape;1452;g2800d3fcf52_16_1688"/>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3" name="Google Shape;1453;g2800d3fcf52_16_1688"/>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4" name="Google Shape;1454;g2800d3fcf52_16_1688"/>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5" name="Google Shape;1455;g2800d3fcf52_16_1688"/>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6" name="Google Shape;1456;g2800d3fcf52_16_1688"/>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457" name="Google Shape;1457;g2800d3fcf52_16_1688"/>
            <p:cNvGrpSpPr/>
            <p:nvPr/>
          </p:nvGrpSpPr>
          <p:grpSpPr>
            <a:xfrm>
              <a:off x="265625" y="6323271"/>
              <a:ext cx="1249222" cy="190348"/>
              <a:chOff x="265625" y="6323271"/>
              <a:chExt cx="1249222" cy="190348"/>
            </a:xfrm>
          </p:grpSpPr>
          <p:sp>
            <p:nvSpPr>
              <p:cNvPr id="1458" name="Google Shape;1458;g2800d3fcf52_16_1688"/>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9" name="Google Shape;1459;g2800d3fcf52_16_1688"/>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60" name="Google Shape;1460;g2800d3fcf52_16_1688"/>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61" name="Google Shape;1461;g2800d3fcf52_16_1688"/>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62" name="Google Shape;1462;g2800d3fcf52_16_1688"/>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63" name="Google Shape;1463;g2800d3fcf52_16_1688"/>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64" name="Google Shape;1464;g2800d3fcf52_16_1688"/>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465" name="Google Shape;1465;g2800d3fcf52_16_1688"/>
          <p:cNvSpPr/>
          <p:nvPr/>
        </p:nvSpPr>
        <p:spPr>
          <a:xfrm>
            <a:off x="0" y="0"/>
            <a:ext cx="8364202" cy="5151382"/>
          </a:xfrm>
          <a:custGeom>
            <a:avLst/>
            <a:gdLst/>
            <a:ahLst/>
            <a:cxnLst/>
            <a:rect l="l" t="t" r="r" b="b"/>
            <a:pathLst>
              <a:path w="8406233" h="5164293" extrusionOk="0">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0">
                <a:srgbClr val="0095C4"/>
              </a:gs>
              <a:gs pos="31000">
                <a:srgbClr val="0095C4"/>
              </a:gs>
              <a:gs pos="94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matchingName="Font Check">
  <p:cSld name="Font Check">
    <p:bg>
      <p:bgPr>
        <a:solidFill>
          <a:schemeClr val="accent5"/>
        </a:solidFill>
        <a:effectLst/>
      </p:bgPr>
    </p:bg>
    <p:spTree>
      <p:nvGrpSpPr>
        <p:cNvPr id="1" name="Shape 1466"/>
        <p:cNvGrpSpPr/>
        <p:nvPr/>
      </p:nvGrpSpPr>
      <p:grpSpPr>
        <a:xfrm>
          <a:off x="0" y="0"/>
          <a:ext cx="0" cy="0"/>
          <a:chOff x="0" y="0"/>
          <a:chExt cx="0" cy="0"/>
        </a:xfrm>
      </p:grpSpPr>
      <p:sp>
        <p:nvSpPr>
          <p:cNvPr id="1467" name="Google Shape;1467;g2800d3fcf52_16_1715"/>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8" name="Google Shape;1468;g2800d3fcf52_16_1715"/>
          <p:cNvSpPr txBox="1">
            <a:spLocks noGrp="1"/>
          </p:cNvSpPr>
          <p:nvPr>
            <p:ph type="subTitle" idx="1"/>
          </p:nvPr>
        </p:nvSpPr>
        <p:spPr>
          <a:xfrm>
            <a:off x="592866" y="838105"/>
            <a:ext cx="10962600" cy="2478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a:solidFill>
                  <a:schemeClr val="lt1"/>
                </a:solidFill>
                <a:latin typeface="Arial"/>
                <a:ea typeface="Arial"/>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a:p>
        </p:txBody>
      </p:sp>
      <p:sp>
        <p:nvSpPr>
          <p:cNvPr id="1469" name="Google Shape;1469;g2800d3fcf52_16_1715" descr="Do the fonts in the words below match on your screen?"/>
          <p:cNvSpPr/>
          <p:nvPr/>
        </p:nvSpPr>
        <p:spPr>
          <a:xfrm>
            <a:off x="623364" y="1613035"/>
            <a:ext cx="2884500" cy="24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accent5"/>
                </a:solidFill>
                <a:latin typeface="Arial"/>
                <a:ea typeface="Arial"/>
                <a:cs typeface="Arial"/>
                <a:sym typeface="Arial"/>
              </a:rPr>
              <a:t>Do the fonts in the words below match?</a:t>
            </a:r>
            <a:endParaRPr sz="1400" b="0" i="0" u="none" strike="noStrike" cap="none">
              <a:solidFill>
                <a:srgbClr val="000000"/>
              </a:solidFill>
              <a:latin typeface="Arial"/>
              <a:ea typeface="Arial"/>
              <a:cs typeface="Arial"/>
              <a:sym typeface="Arial"/>
            </a:endParaRPr>
          </a:p>
        </p:txBody>
      </p:sp>
      <p:cxnSp>
        <p:nvCxnSpPr>
          <p:cNvPr id="1470" name="Google Shape;1470;g2800d3fcf52_16_1715"/>
          <p:cNvCxnSpPr/>
          <p:nvPr/>
        </p:nvCxnSpPr>
        <p:spPr>
          <a:xfrm>
            <a:off x="623364" y="1860778"/>
            <a:ext cx="10150800" cy="0"/>
          </a:xfrm>
          <a:prstGeom prst="straightConnector1">
            <a:avLst/>
          </a:prstGeom>
          <a:noFill/>
          <a:ln w="25400" cap="flat" cmpd="sng">
            <a:solidFill>
              <a:schemeClr val="lt1"/>
            </a:solidFill>
            <a:prstDash val="solid"/>
            <a:miter lim="800000"/>
            <a:headEnd type="none" w="sm" len="sm"/>
            <a:tailEnd type="none" w="sm" len="sm"/>
          </a:ln>
        </p:spPr>
      </p:cxnSp>
      <p:pic>
        <p:nvPicPr>
          <p:cNvPr id="1471" name="Google Shape;1471;g2800d3fcf52_16_1715"/>
          <p:cNvPicPr preferRelativeResize="0"/>
          <p:nvPr/>
        </p:nvPicPr>
        <p:blipFill rotWithShape="1">
          <a:blip r:embed="rId2">
            <a:alphaModFix/>
          </a:blip>
          <a:srcRect/>
          <a:stretch/>
        </p:blipFill>
        <p:spPr>
          <a:xfrm>
            <a:off x="657155" y="2219739"/>
            <a:ext cx="3088310" cy="557972"/>
          </a:xfrm>
          <a:prstGeom prst="rect">
            <a:avLst/>
          </a:prstGeom>
          <a:noFill/>
          <a:ln>
            <a:noFill/>
          </a:ln>
        </p:spPr>
      </p:pic>
      <p:sp>
        <p:nvSpPr>
          <p:cNvPr id="1472" name="Google Shape;1472;g2800d3fcf52_16_1715"/>
          <p:cNvSpPr txBox="1">
            <a:spLocks noGrp="1"/>
          </p:cNvSpPr>
          <p:nvPr>
            <p:ph type="body" idx="2"/>
          </p:nvPr>
        </p:nvSpPr>
        <p:spPr>
          <a:xfrm>
            <a:off x="598114" y="2908233"/>
            <a:ext cx="5354700" cy="895500"/>
          </a:xfrm>
          <a:prstGeom prst="rect">
            <a:avLst/>
          </a:prstGeom>
          <a:noFill/>
          <a:ln>
            <a:noFill/>
          </a:ln>
        </p:spPr>
        <p:txBody>
          <a:bodyPr spcFirstLastPara="1" wrap="square" lIns="0" tIns="0" rIns="0" bIns="0" anchor="t" anchorCtr="0">
            <a:noAutofit/>
          </a:bodyPr>
          <a:lstStyle>
            <a:lvl1pPr marL="457200" lvl="0" indent="-508635" algn="l">
              <a:lnSpc>
                <a:spcPct val="100000"/>
              </a:lnSpc>
              <a:spcBef>
                <a:spcPts val="0"/>
              </a:spcBef>
              <a:spcAft>
                <a:spcPts val="0"/>
              </a:spcAft>
              <a:buSzPts val="4410"/>
              <a:buChar char="​"/>
              <a:defRPr sz="4900">
                <a:solidFill>
                  <a:schemeClr val="lt1"/>
                </a:solidFill>
              </a:defRPr>
            </a:lvl1pPr>
            <a:lvl2pPr marL="914400" lvl="1" indent="-434340" algn="l">
              <a:lnSpc>
                <a:spcPct val="100000"/>
              </a:lnSpc>
              <a:spcBef>
                <a:spcPts val="1200"/>
              </a:spcBef>
              <a:spcAft>
                <a:spcPts val="0"/>
              </a:spcAft>
              <a:buSzPts val="3240"/>
              <a:buChar char="•"/>
              <a:defRPr sz="3600">
                <a:solidFill>
                  <a:schemeClr val="lt1"/>
                </a:solidFill>
              </a:defRPr>
            </a:lvl2pPr>
            <a:lvl3pPr marL="1371600" lvl="2" indent="-411480" algn="l">
              <a:lnSpc>
                <a:spcPct val="100000"/>
              </a:lnSpc>
              <a:spcBef>
                <a:spcPts val="1200"/>
              </a:spcBef>
              <a:spcAft>
                <a:spcPts val="0"/>
              </a:spcAft>
              <a:buSzPts val="2880"/>
              <a:buChar char="–"/>
              <a:defRPr sz="3200">
                <a:solidFill>
                  <a:schemeClr val="lt1"/>
                </a:solidFill>
              </a:defRPr>
            </a:lvl3pPr>
            <a:lvl4pPr marL="1828800" lvl="3" indent="-388619" algn="l">
              <a:lnSpc>
                <a:spcPct val="100000"/>
              </a:lnSpc>
              <a:spcBef>
                <a:spcPts val="1200"/>
              </a:spcBef>
              <a:spcAft>
                <a:spcPts val="0"/>
              </a:spcAft>
              <a:buSzPts val="2520"/>
              <a:buChar char="•"/>
              <a:defRPr sz="2800">
                <a:solidFill>
                  <a:schemeClr val="lt1"/>
                </a:solidFill>
              </a:defRPr>
            </a:lvl4pPr>
            <a:lvl5pPr marL="2286000" lvl="4" indent="-388620" algn="l">
              <a:lnSpc>
                <a:spcPct val="100000"/>
              </a:lnSpc>
              <a:spcBef>
                <a:spcPts val="1200"/>
              </a:spcBef>
              <a:spcAft>
                <a:spcPts val="0"/>
              </a:spcAft>
              <a:buSzPts val="2520"/>
              <a:buChar char="–"/>
              <a:defRPr sz="2800">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pic>
        <p:nvPicPr>
          <p:cNvPr id="1473" name="Google Shape;1473;g2800d3fcf52_16_1715"/>
          <p:cNvPicPr preferRelativeResize="0"/>
          <p:nvPr/>
        </p:nvPicPr>
        <p:blipFill rotWithShape="1">
          <a:blip r:embed="rId3">
            <a:alphaModFix/>
          </a:blip>
          <a:srcRect/>
          <a:stretch/>
        </p:blipFill>
        <p:spPr>
          <a:xfrm>
            <a:off x="6030912" y="2242892"/>
            <a:ext cx="4743106" cy="538407"/>
          </a:xfrm>
          <a:prstGeom prst="rect">
            <a:avLst/>
          </a:prstGeom>
          <a:noFill/>
          <a:ln>
            <a:noFill/>
          </a:ln>
        </p:spPr>
      </p:pic>
      <p:sp>
        <p:nvSpPr>
          <p:cNvPr id="1474" name="Google Shape;1474;g2800d3fcf52_16_1715"/>
          <p:cNvSpPr txBox="1">
            <a:spLocks noGrp="1"/>
          </p:cNvSpPr>
          <p:nvPr>
            <p:ph type="body" idx="3"/>
          </p:nvPr>
        </p:nvSpPr>
        <p:spPr>
          <a:xfrm>
            <a:off x="5983683" y="2908233"/>
            <a:ext cx="5354700" cy="895500"/>
          </a:xfrm>
          <a:prstGeom prst="rect">
            <a:avLst/>
          </a:prstGeom>
          <a:noFill/>
          <a:ln>
            <a:noFill/>
          </a:ln>
        </p:spPr>
        <p:txBody>
          <a:bodyPr spcFirstLastPara="1" wrap="square" lIns="0" tIns="0" rIns="0" bIns="0" anchor="t" anchorCtr="0">
            <a:noAutofit/>
          </a:bodyPr>
          <a:lstStyle>
            <a:lvl1pPr marL="457200" lvl="0" indent="-508635" algn="l">
              <a:lnSpc>
                <a:spcPct val="100000"/>
              </a:lnSpc>
              <a:spcBef>
                <a:spcPts val="0"/>
              </a:spcBef>
              <a:spcAft>
                <a:spcPts val="0"/>
              </a:spcAft>
              <a:buSzPts val="4410"/>
              <a:buChar char="​"/>
              <a:defRPr sz="4900">
                <a:solidFill>
                  <a:schemeClr val="lt1"/>
                </a:solidFill>
                <a:latin typeface="Arial"/>
                <a:ea typeface="Arial"/>
                <a:cs typeface="Arial"/>
                <a:sym typeface="Arial"/>
              </a:defRPr>
            </a:lvl1pPr>
            <a:lvl2pPr marL="914400" lvl="1" indent="-434340" algn="l">
              <a:lnSpc>
                <a:spcPct val="100000"/>
              </a:lnSpc>
              <a:spcBef>
                <a:spcPts val="1200"/>
              </a:spcBef>
              <a:spcAft>
                <a:spcPts val="0"/>
              </a:spcAft>
              <a:buSzPts val="3240"/>
              <a:buChar char="•"/>
              <a:defRPr sz="3600">
                <a:solidFill>
                  <a:schemeClr val="lt1"/>
                </a:solidFill>
              </a:defRPr>
            </a:lvl2pPr>
            <a:lvl3pPr marL="1371600" lvl="2" indent="-411480" algn="l">
              <a:lnSpc>
                <a:spcPct val="100000"/>
              </a:lnSpc>
              <a:spcBef>
                <a:spcPts val="1200"/>
              </a:spcBef>
              <a:spcAft>
                <a:spcPts val="0"/>
              </a:spcAft>
              <a:buSzPts val="2880"/>
              <a:buChar char="–"/>
              <a:defRPr sz="3200">
                <a:solidFill>
                  <a:schemeClr val="lt1"/>
                </a:solidFill>
              </a:defRPr>
            </a:lvl3pPr>
            <a:lvl4pPr marL="1828800" lvl="3" indent="-388619" algn="l">
              <a:lnSpc>
                <a:spcPct val="100000"/>
              </a:lnSpc>
              <a:spcBef>
                <a:spcPts val="1200"/>
              </a:spcBef>
              <a:spcAft>
                <a:spcPts val="0"/>
              </a:spcAft>
              <a:buSzPts val="2520"/>
              <a:buChar char="•"/>
              <a:defRPr sz="2800">
                <a:solidFill>
                  <a:schemeClr val="lt1"/>
                </a:solidFill>
              </a:defRPr>
            </a:lvl4pPr>
            <a:lvl5pPr marL="2286000" lvl="4" indent="-388620" algn="l">
              <a:lnSpc>
                <a:spcPct val="100000"/>
              </a:lnSpc>
              <a:spcBef>
                <a:spcPts val="1200"/>
              </a:spcBef>
              <a:spcAft>
                <a:spcPts val="0"/>
              </a:spcAft>
              <a:buSzPts val="2520"/>
              <a:buChar char="–"/>
              <a:defRPr sz="2800">
                <a:solidFill>
                  <a:schemeClr val="lt1"/>
                </a:solidFill>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Grid">
  <p:cSld name="Grid">
    <p:spTree>
      <p:nvGrpSpPr>
        <p:cNvPr id="1" name="Shape 1475"/>
        <p:cNvGrpSpPr/>
        <p:nvPr/>
      </p:nvGrpSpPr>
      <p:grpSpPr>
        <a:xfrm>
          <a:off x="0" y="0"/>
          <a:ext cx="0" cy="0"/>
          <a:chOff x="0" y="0"/>
          <a:chExt cx="0" cy="0"/>
        </a:xfrm>
      </p:grpSpPr>
      <p:grpSp>
        <p:nvGrpSpPr>
          <p:cNvPr id="1476" name="Google Shape;1476;g2800d3fcf52_16_1724"/>
          <p:cNvGrpSpPr/>
          <p:nvPr/>
        </p:nvGrpSpPr>
        <p:grpSpPr>
          <a:xfrm>
            <a:off x="-254" y="0"/>
            <a:ext cx="12189127" cy="6858000"/>
            <a:chOff x="-254" y="0"/>
            <a:chExt cx="12189127" cy="6858000"/>
          </a:xfrm>
        </p:grpSpPr>
        <p:grpSp>
          <p:nvGrpSpPr>
            <p:cNvPr id="1477" name="Google Shape;1477;g2800d3fcf52_16_1724"/>
            <p:cNvGrpSpPr/>
            <p:nvPr/>
          </p:nvGrpSpPr>
          <p:grpSpPr>
            <a:xfrm>
              <a:off x="-254" y="0"/>
              <a:ext cx="12189127" cy="6858000"/>
              <a:chOff x="-127" y="-4574"/>
              <a:chExt cx="12189127" cy="6858000"/>
            </a:xfrm>
          </p:grpSpPr>
          <p:grpSp>
            <p:nvGrpSpPr>
              <p:cNvPr id="1478" name="Google Shape;1478;g2800d3fcf52_16_1724"/>
              <p:cNvGrpSpPr/>
              <p:nvPr/>
            </p:nvGrpSpPr>
            <p:grpSpPr>
              <a:xfrm>
                <a:off x="0" y="-4574"/>
                <a:ext cx="12189000" cy="6858000"/>
                <a:chOff x="12729307" y="-4574"/>
                <a:chExt cx="12189000" cy="6858000"/>
              </a:xfrm>
            </p:grpSpPr>
            <p:cxnSp>
              <p:nvCxnSpPr>
                <p:cNvPr id="1479" name="Google Shape;1479;g2800d3fcf52_16_1724"/>
                <p:cNvCxnSpPr/>
                <p:nvPr/>
              </p:nvCxnSpPr>
              <p:spPr>
                <a:xfrm>
                  <a:off x="12729307" y="13670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0" name="Google Shape;1480;g2800d3fcf52_16_1724"/>
                <p:cNvCxnSpPr/>
                <p:nvPr/>
              </p:nvCxnSpPr>
              <p:spPr>
                <a:xfrm>
                  <a:off x="12729307" y="17099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1" name="Google Shape;1481;g2800d3fcf52_16_1724"/>
                <p:cNvCxnSpPr/>
                <p:nvPr/>
              </p:nvCxnSpPr>
              <p:spPr>
                <a:xfrm>
                  <a:off x="12729307" y="10241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2" name="Google Shape;1482;g2800d3fcf52_16_1724"/>
                <p:cNvCxnSpPr/>
                <p:nvPr/>
              </p:nvCxnSpPr>
              <p:spPr>
                <a:xfrm>
                  <a:off x="12729307" y="6812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3" name="Google Shape;1483;g2800d3fcf52_16_1724"/>
                <p:cNvCxnSpPr/>
                <p:nvPr/>
              </p:nvCxnSpPr>
              <p:spPr>
                <a:xfrm>
                  <a:off x="12729307" y="3383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4" name="Google Shape;1484;g2800d3fcf52_16_1724"/>
                <p:cNvCxnSpPr/>
                <p:nvPr/>
              </p:nvCxnSpPr>
              <p:spPr>
                <a:xfrm>
                  <a:off x="12729307" y="-4574"/>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5" name="Google Shape;1485;g2800d3fcf52_16_1724"/>
                <p:cNvCxnSpPr/>
                <p:nvPr/>
              </p:nvCxnSpPr>
              <p:spPr>
                <a:xfrm>
                  <a:off x="12729307" y="30815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6" name="Google Shape;1486;g2800d3fcf52_16_1724"/>
                <p:cNvCxnSpPr/>
                <p:nvPr/>
              </p:nvCxnSpPr>
              <p:spPr>
                <a:xfrm>
                  <a:off x="12729307" y="34244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7" name="Google Shape;1487;g2800d3fcf52_16_1724"/>
                <p:cNvCxnSpPr/>
                <p:nvPr/>
              </p:nvCxnSpPr>
              <p:spPr>
                <a:xfrm>
                  <a:off x="12729307" y="27386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8" name="Google Shape;1488;g2800d3fcf52_16_1724"/>
                <p:cNvCxnSpPr/>
                <p:nvPr/>
              </p:nvCxnSpPr>
              <p:spPr>
                <a:xfrm>
                  <a:off x="12729307" y="23957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89" name="Google Shape;1489;g2800d3fcf52_16_1724"/>
                <p:cNvCxnSpPr/>
                <p:nvPr/>
              </p:nvCxnSpPr>
              <p:spPr>
                <a:xfrm>
                  <a:off x="12729307" y="20528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0" name="Google Shape;1490;g2800d3fcf52_16_1724"/>
                <p:cNvCxnSpPr/>
                <p:nvPr/>
              </p:nvCxnSpPr>
              <p:spPr>
                <a:xfrm>
                  <a:off x="12729307" y="47960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1" name="Google Shape;1491;g2800d3fcf52_16_1724"/>
                <p:cNvCxnSpPr/>
                <p:nvPr/>
              </p:nvCxnSpPr>
              <p:spPr>
                <a:xfrm>
                  <a:off x="12729307" y="51389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2" name="Google Shape;1492;g2800d3fcf52_16_1724"/>
                <p:cNvCxnSpPr/>
                <p:nvPr/>
              </p:nvCxnSpPr>
              <p:spPr>
                <a:xfrm>
                  <a:off x="12729307" y="44531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3" name="Google Shape;1493;g2800d3fcf52_16_1724"/>
                <p:cNvCxnSpPr/>
                <p:nvPr/>
              </p:nvCxnSpPr>
              <p:spPr>
                <a:xfrm>
                  <a:off x="12729307" y="41102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4" name="Google Shape;1494;g2800d3fcf52_16_1724"/>
                <p:cNvCxnSpPr/>
                <p:nvPr/>
              </p:nvCxnSpPr>
              <p:spPr>
                <a:xfrm>
                  <a:off x="12729307" y="37673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5" name="Google Shape;1495;g2800d3fcf52_16_1724"/>
                <p:cNvCxnSpPr/>
                <p:nvPr/>
              </p:nvCxnSpPr>
              <p:spPr>
                <a:xfrm>
                  <a:off x="12729307" y="65105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6" name="Google Shape;1496;g2800d3fcf52_16_1724"/>
                <p:cNvCxnSpPr/>
                <p:nvPr/>
              </p:nvCxnSpPr>
              <p:spPr>
                <a:xfrm>
                  <a:off x="12729307" y="68534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7" name="Google Shape;1497;g2800d3fcf52_16_1724"/>
                <p:cNvCxnSpPr/>
                <p:nvPr/>
              </p:nvCxnSpPr>
              <p:spPr>
                <a:xfrm>
                  <a:off x="12729307" y="58247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8" name="Google Shape;1498;g2800d3fcf52_16_1724"/>
                <p:cNvCxnSpPr/>
                <p:nvPr/>
              </p:nvCxnSpPr>
              <p:spPr>
                <a:xfrm>
                  <a:off x="12729307" y="5481826"/>
                  <a:ext cx="12189000" cy="0"/>
                </a:xfrm>
                <a:prstGeom prst="straightConnector1">
                  <a:avLst/>
                </a:prstGeom>
                <a:noFill/>
                <a:ln w="9525" cap="rnd" cmpd="sng">
                  <a:solidFill>
                    <a:schemeClr val="accent3"/>
                  </a:solidFill>
                  <a:prstDash val="solid"/>
                  <a:round/>
                  <a:headEnd type="none" w="sm" len="sm"/>
                  <a:tailEnd type="none" w="sm" len="sm"/>
                </a:ln>
              </p:spPr>
            </p:cxnSp>
            <p:cxnSp>
              <p:nvCxnSpPr>
                <p:cNvPr id="1499" name="Google Shape;1499;g2800d3fcf52_16_1724"/>
                <p:cNvCxnSpPr/>
                <p:nvPr/>
              </p:nvCxnSpPr>
              <p:spPr>
                <a:xfrm>
                  <a:off x="12729307" y="6167626"/>
                  <a:ext cx="12189000" cy="0"/>
                </a:xfrm>
                <a:prstGeom prst="straightConnector1">
                  <a:avLst/>
                </a:prstGeom>
                <a:noFill/>
                <a:ln w="9525" cap="rnd" cmpd="sng">
                  <a:solidFill>
                    <a:schemeClr val="accent3"/>
                  </a:solidFill>
                  <a:prstDash val="solid"/>
                  <a:round/>
                  <a:headEnd type="none" w="sm" len="sm"/>
                  <a:tailEnd type="none" w="sm" len="sm"/>
                </a:ln>
              </p:spPr>
            </p:cxnSp>
          </p:grpSp>
          <p:grpSp>
            <p:nvGrpSpPr>
              <p:cNvPr id="1500" name="Google Shape;1500;g2800d3fcf52_16_1724"/>
              <p:cNvGrpSpPr/>
              <p:nvPr/>
            </p:nvGrpSpPr>
            <p:grpSpPr>
              <a:xfrm>
                <a:off x="-127" y="109726"/>
                <a:ext cx="12189000" cy="6629400"/>
                <a:chOff x="12729307" y="109726"/>
                <a:chExt cx="12189000" cy="6629400"/>
              </a:xfrm>
            </p:grpSpPr>
            <p:cxnSp>
              <p:nvCxnSpPr>
                <p:cNvPr id="1501" name="Google Shape;1501;g2800d3fcf52_16_1724"/>
                <p:cNvCxnSpPr/>
                <p:nvPr/>
              </p:nvCxnSpPr>
              <p:spPr>
                <a:xfrm>
                  <a:off x="12729307" y="14813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02" name="Google Shape;1502;g2800d3fcf52_16_1724"/>
                <p:cNvCxnSpPr/>
                <p:nvPr/>
              </p:nvCxnSpPr>
              <p:spPr>
                <a:xfrm>
                  <a:off x="12729307" y="18242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03" name="Google Shape;1503;g2800d3fcf52_16_1724"/>
                <p:cNvCxnSpPr/>
                <p:nvPr/>
              </p:nvCxnSpPr>
              <p:spPr>
                <a:xfrm>
                  <a:off x="12729307" y="11384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04" name="Google Shape;1504;g2800d3fcf52_16_1724"/>
                <p:cNvCxnSpPr/>
                <p:nvPr/>
              </p:nvCxnSpPr>
              <p:spPr>
                <a:xfrm>
                  <a:off x="12729307" y="7955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05" name="Google Shape;1505;g2800d3fcf52_16_1724"/>
                <p:cNvCxnSpPr/>
                <p:nvPr/>
              </p:nvCxnSpPr>
              <p:spPr>
                <a:xfrm>
                  <a:off x="12729307" y="4526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06" name="Google Shape;1506;g2800d3fcf52_16_1724"/>
                <p:cNvCxnSpPr/>
                <p:nvPr/>
              </p:nvCxnSpPr>
              <p:spPr>
                <a:xfrm>
                  <a:off x="12729307" y="1097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07" name="Google Shape;1507;g2800d3fcf52_16_1724"/>
                <p:cNvCxnSpPr/>
                <p:nvPr/>
              </p:nvCxnSpPr>
              <p:spPr>
                <a:xfrm>
                  <a:off x="12729307" y="31958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08" name="Google Shape;1508;g2800d3fcf52_16_1724"/>
                <p:cNvCxnSpPr/>
                <p:nvPr/>
              </p:nvCxnSpPr>
              <p:spPr>
                <a:xfrm>
                  <a:off x="12729307" y="35387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09" name="Google Shape;1509;g2800d3fcf52_16_1724"/>
                <p:cNvCxnSpPr/>
                <p:nvPr/>
              </p:nvCxnSpPr>
              <p:spPr>
                <a:xfrm>
                  <a:off x="12729307" y="28529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0" name="Google Shape;1510;g2800d3fcf52_16_1724"/>
                <p:cNvCxnSpPr/>
                <p:nvPr/>
              </p:nvCxnSpPr>
              <p:spPr>
                <a:xfrm>
                  <a:off x="12729307" y="25100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1" name="Google Shape;1511;g2800d3fcf52_16_1724"/>
                <p:cNvCxnSpPr/>
                <p:nvPr/>
              </p:nvCxnSpPr>
              <p:spPr>
                <a:xfrm>
                  <a:off x="12729307" y="21671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2" name="Google Shape;1512;g2800d3fcf52_16_1724"/>
                <p:cNvCxnSpPr/>
                <p:nvPr/>
              </p:nvCxnSpPr>
              <p:spPr>
                <a:xfrm>
                  <a:off x="12729307" y="49103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3" name="Google Shape;1513;g2800d3fcf52_16_1724"/>
                <p:cNvCxnSpPr/>
                <p:nvPr/>
              </p:nvCxnSpPr>
              <p:spPr>
                <a:xfrm>
                  <a:off x="12729307" y="52532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4" name="Google Shape;1514;g2800d3fcf52_16_1724"/>
                <p:cNvCxnSpPr/>
                <p:nvPr/>
              </p:nvCxnSpPr>
              <p:spPr>
                <a:xfrm>
                  <a:off x="12729307" y="45674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5" name="Google Shape;1515;g2800d3fcf52_16_1724"/>
                <p:cNvCxnSpPr/>
                <p:nvPr/>
              </p:nvCxnSpPr>
              <p:spPr>
                <a:xfrm>
                  <a:off x="12729307" y="42245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6" name="Google Shape;1516;g2800d3fcf52_16_1724"/>
                <p:cNvCxnSpPr/>
                <p:nvPr/>
              </p:nvCxnSpPr>
              <p:spPr>
                <a:xfrm>
                  <a:off x="12729307" y="38816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7" name="Google Shape;1517;g2800d3fcf52_16_1724"/>
                <p:cNvCxnSpPr/>
                <p:nvPr/>
              </p:nvCxnSpPr>
              <p:spPr>
                <a:xfrm>
                  <a:off x="12729307" y="66248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8" name="Google Shape;1518;g2800d3fcf52_16_1724"/>
                <p:cNvCxnSpPr/>
                <p:nvPr/>
              </p:nvCxnSpPr>
              <p:spPr>
                <a:xfrm>
                  <a:off x="12729307" y="62819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19" name="Google Shape;1519;g2800d3fcf52_16_1724"/>
                <p:cNvCxnSpPr/>
                <p:nvPr/>
              </p:nvCxnSpPr>
              <p:spPr>
                <a:xfrm>
                  <a:off x="12729307" y="59390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0" name="Google Shape;1520;g2800d3fcf52_16_1724"/>
                <p:cNvCxnSpPr/>
                <p:nvPr/>
              </p:nvCxnSpPr>
              <p:spPr>
                <a:xfrm>
                  <a:off x="12729307" y="55961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1" name="Google Shape;1521;g2800d3fcf52_16_1724"/>
                <p:cNvCxnSpPr/>
                <p:nvPr/>
              </p:nvCxnSpPr>
              <p:spPr>
                <a:xfrm>
                  <a:off x="12729307" y="15956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2" name="Google Shape;1522;g2800d3fcf52_16_1724"/>
                <p:cNvCxnSpPr/>
                <p:nvPr/>
              </p:nvCxnSpPr>
              <p:spPr>
                <a:xfrm>
                  <a:off x="12729307" y="19385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3" name="Google Shape;1523;g2800d3fcf52_16_1724"/>
                <p:cNvCxnSpPr/>
                <p:nvPr/>
              </p:nvCxnSpPr>
              <p:spPr>
                <a:xfrm>
                  <a:off x="12729307" y="12527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4" name="Google Shape;1524;g2800d3fcf52_16_1724"/>
                <p:cNvCxnSpPr/>
                <p:nvPr/>
              </p:nvCxnSpPr>
              <p:spPr>
                <a:xfrm>
                  <a:off x="12729307" y="9098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5" name="Google Shape;1525;g2800d3fcf52_16_1724"/>
                <p:cNvCxnSpPr/>
                <p:nvPr/>
              </p:nvCxnSpPr>
              <p:spPr>
                <a:xfrm>
                  <a:off x="12729307" y="5669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6" name="Google Shape;1526;g2800d3fcf52_16_1724"/>
                <p:cNvCxnSpPr/>
                <p:nvPr/>
              </p:nvCxnSpPr>
              <p:spPr>
                <a:xfrm>
                  <a:off x="12729307" y="2240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7" name="Google Shape;1527;g2800d3fcf52_16_1724"/>
                <p:cNvCxnSpPr/>
                <p:nvPr/>
              </p:nvCxnSpPr>
              <p:spPr>
                <a:xfrm>
                  <a:off x="12729307" y="33101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8" name="Google Shape;1528;g2800d3fcf52_16_1724"/>
                <p:cNvCxnSpPr/>
                <p:nvPr/>
              </p:nvCxnSpPr>
              <p:spPr>
                <a:xfrm>
                  <a:off x="12729307" y="36530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29" name="Google Shape;1529;g2800d3fcf52_16_1724"/>
                <p:cNvCxnSpPr/>
                <p:nvPr/>
              </p:nvCxnSpPr>
              <p:spPr>
                <a:xfrm>
                  <a:off x="12729307" y="29672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0" name="Google Shape;1530;g2800d3fcf52_16_1724"/>
                <p:cNvCxnSpPr/>
                <p:nvPr/>
              </p:nvCxnSpPr>
              <p:spPr>
                <a:xfrm>
                  <a:off x="12729307" y="26243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1" name="Google Shape;1531;g2800d3fcf52_16_1724"/>
                <p:cNvCxnSpPr/>
                <p:nvPr/>
              </p:nvCxnSpPr>
              <p:spPr>
                <a:xfrm>
                  <a:off x="12729307" y="22814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2" name="Google Shape;1532;g2800d3fcf52_16_1724"/>
                <p:cNvCxnSpPr/>
                <p:nvPr/>
              </p:nvCxnSpPr>
              <p:spPr>
                <a:xfrm>
                  <a:off x="12729307" y="50246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3" name="Google Shape;1533;g2800d3fcf52_16_1724"/>
                <p:cNvCxnSpPr/>
                <p:nvPr/>
              </p:nvCxnSpPr>
              <p:spPr>
                <a:xfrm>
                  <a:off x="12729307" y="53675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4" name="Google Shape;1534;g2800d3fcf52_16_1724"/>
                <p:cNvCxnSpPr/>
                <p:nvPr/>
              </p:nvCxnSpPr>
              <p:spPr>
                <a:xfrm>
                  <a:off x="12729307" y="46817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5" name="Google Shape;1535;g2800d3fcf52_16_1724"/>
                <p:cNvCxnSpPr/>
                <p:nvPr/>
              </p:nvCxnSpPr>
              <p:spPr>
                <a:xfrm>
                  <a:off x="12729307" y="43388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6" name="Google Shape;1536;g2800d3fcf52_16_1724"/>
                <p:cNvCxnSpPr/>
                <p:nvPr/>
              </p:nvCxnSpPr>
              <p:spPr>
                <a:xfrm>
                  <a:off x="12729307" y="39959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7" name="Google Shape;1537;g2800d3fcf52_16_1724"/>
                <p:cNvCxnSpPr/>
                <p:nvPr/>
              </p:nvCxnSpPr>
              <p:spPr>
                <a:xfrm>
                  <a:off x="12729307" y="67391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8" name="Google Shape;1538;g2800d3fcf52_16_1724"/>
                <p:cNvCxnSpPr/>
                <p:nvPr/>
              </p:nvCxnSpPr>
              <p:spPr>
                <a:xfrm>
                  <a:off x="12729307" y="63962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39" name="Google Shape;1539;g2800d3fcf52_16_1724"/>
                <p:cNvCxnSpPr/>
                <p:nvPr/>
              </p:nvCxnSpPr>
              <p:spPr>
                <a:xfrm>
                  <a:off x="12729307" y="6053326"/>
                  <a:ext cx="12189000" cy="0"/>
                </a:xfrm>
                <a:prstGeom prst="straightConnector1">
                  <a:avLst/>
                </a:prstGeom>
                <a:noFill/>
                <a:ln w="9525" cap="rnd" cmpd="sng">
                  <a:solidFill>
                    <a:schemeClr val="accent3"/>
                  </a:solidFill>
                  <a:prstDash val="dash"/>
                  <a:round/>
                  <a:headEnd type="none" w="sm" len="sm"/>
                  <a:tailEnd type="none" w="sm" len="sm"/>
                </a:ln>
              </p:spPr>
            </p:cxnSp>
            <p:cxnSp>
              <p:nvCxnSpPr>
                <p:cNvPr id="1540" name="Google Shape;1540;g2800d3fcf52_16_1724"/>
                <p:cNvCxnSpPr/>
                <p:nvPr/>
              </p:nvCxnSpPr>
              <p:spPr>
                <a:xfrm>
                  <a:off x="12729307" y="5710426"/>
                  <a:ext cx="12189000" cy="0"/>
                </a:xfrm>
                <a:prstGeom prst="straightConnector1">
                  <a:avLst/>
                </a:prstGeom>
                <a:noFill/>
                <a:ln w="9525" cap="rnd" cmpd="sng">
                  <a:solidFill>
                    <a:schemeClr val="accent3"/>
                  </a:solidFill>
                  <a:prstDash val="dash"/>
                  <a:round/>
                  <a:headEnd type="none" w="sm" len="sm"/>
                  <a:tailEnd type="none" w="sm" len="sm"/>
                </a:ln>
              </p:spPr>
            </p:cxnSp>
          </p:grpSp>
        </p:grpSp>
        <p:grpSp>
          <p:nvGrpSpPr>
            <p:cNvPr id="1541" name="Google Shape;1541;g2800d3fcf52_16_1724"/>
            <p:cNvGrpSpPr/>
            <p:nvPr/>
          </p:nvGrpSpPr>
          <p:grpSpPr>
            <a:xfrm>
              <a:off x="971126" y="0"/>
              <a:ext cx="10247334" cy="6858000"/>
              <a:chOff x="971253" y="0"/>
              <a:chExt cx="10247334" cy="6858000"/>
            </a:xfrm>
          </p:grpSpPr>
          <p:cxnSp>
            <p:nvCxnSpPr>
              <p:cNvPr id="1542" name="Google Shape;1542;g2800d3fcf52_16_1724"/>
              <p:cNvCxnSpPr/>
              <p:nvPr/>
            </p:nvCxnSpPr>
            <p:spPr>
              <a:xfrm flipH="1">
                <a:off x="971253"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43" name="Google Shape;1543;g2800d3fcf52_16_1724"/>
              <p:cNvCxnSpPr/>
              <p:nvPr/>
            </p:nvCxnSpPr>
            <p:spPr>
              <a:xfrm flipH="1">
                <a:off x="1902720"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44" name="Google Shape;1544;g2800d3fcf52_16_1724"/>
              <p:cNvCxnSpPr/>
              <p:nvPr/>
            </p:nvCxnSpPr>
            <p:spPr>
              <a:xfrm flipH="1">
                <a:off x="2834187"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45" name="Google Shape;1545;g2800d3fcf52_16_1724"/>
              <p:cNvCxnSpPr/>
              <p:nvPr/>
            </p:nvCxnSpPr>
            <p:spPr>
              <a:xfrm flipH="1">
                <a:off x="3765654"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46" name="Google Shape;1546;g2800d3fcf52_16_1724"/>
              <p:cNvCxnSpPr/>
              <p:nvPr/>
            </p:nvCxnSpPr>
            <p:spPr>
              <a:xfrm flipH="1">
                <a:off x="4697121"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47" name="Google Shape;1547;g2800d3fcf52_16_1724"/>
              <p:cNvCxnSpPr/>
              <p:nvPr/>
            </p:nvCxnSpPr>
            <p:spPr>
              <a:xfrm flipH="1">
                <a:off x="5628588"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48" name="Google Shape;1548;g2800d3fcf52_16_1724"/>
              <p:cNvCxnSpPr/>
              <p:nvPr/>
            </p:nvCxnSpPr>
            <p:spPr>
              <a:xfrm flipH="1">
                <a:off x="6560055"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49" name="Google Shape;1549;g2800d3fcf52_16_1724"/>
              <p:cNvCxnSpPr/>
              <p:nvPr/>
            </p:nvCxnSpPr>
            <p:spPr>
              <a:xfrm flipH="1">
                <a:off x="7491522"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50" name="Google Shape;1550;g2800d3fcf52_16_1724"/>
              <p:cNvCxnSpPr/>
              <p:nvPr/>
            </p:nvCxnSpPr>
            <p:spPr>
              <a:xfrm flipH="1">
                <a:off x="8422989"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51" name="Google Shape;1551;g2800d3fcf52_16_1724"/>
              <p:cNvCxnSpPr/>
              <p:nvPr/>
            </p:nvCxnSpPr>
            <p:spPr>
              <a:xfrm flipH="1">
                <a:off x="9354456"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52" name="Google Shape;1552;g2800d3fcf52_16_1724"/>
              <p:cNvCxnSpPr/>
              <p:nvPr/>
            </p:nvCxnSpPr>
            <p:spPr>
              <a:xfrm flipH="1">
                <a:off x="10285923" y="0"/>
                <a:ext cx="1200" cy="6858000"/>
              </a:xfrm>
              <a:prstGeom prst="straightConnector1">
                <a:avLst/>
              </a:prstGeom>
              <a:noFill/>
              <a:ln w="9525" cap="flat" cmpd="sng">
                <a:solidFill>
                  <a:schemeClr val="accent2"/>
                </a:solidFill>
                <a:prstDash val="solid"/>
                <a:miter lim="800000"/>
                <a:headEnd type="none" w="sm" len="sm"/>
                <a:tailEnd type="none" w="sm" len="sm"/>
              </a:ln>
            </p:spPr>
          </p:cxnSp>
          <p:cxnSp>
            <p:nvCxnSpPr>
              <p:cNvPr id="1553" name="Google Shape;1553;g2800d3fcf52_16_1724"/>
              <p:cNvCxnSpPr/>
              <p:nvPr/>
            </p:nvCxnSpPr>
            <p:spPr>
              <a:xfrm flipH="1">
                <a:off x="11217387" y="0"/>
                <a:ext cx="1200" cy="6858000"/>
              </a:xfrm>
              <a:prstGeom prst="straightConnector1">
                <a:avLst/>
              </a:prstGeom>
              <a:noFill/>
              <a:ln w="9525" cap="flat" cmpd="sng">
                <a:solidFill>
                  <a:schemeClr val="accent2"/>
                </a:solidFill>
                <a:prstDash val="solid"/>
                <a:miter lim="800000"/>
                <a:headEnd type="none" w="sm" len="sm"/>
                <a:tailEnd type="none" w="sm" len="sm"/>
              </a:ln>
            </p:spPr>
          </p:cxnSp>
        </p:grpSp>
        <p:grpSp>
          <p:nvGrpSpPr>
            <p:cNvPr id="1554" name="Google Shape;1554;g2800d3fcf52_16_1724"/>
            <p:cNvGrpSpPr/>
            <p:nvPr/>
          </p:nvGrpSpPr>
          <p:grpSpPr>
            <a:xfrm>
              <a:off x="608758" y="448685"/>
              <a:ext cx="10971834" cy="5722702"/>
              <a:chOff x="608885" y="1604366"/>
              <a:chExt cx="10971834" cy="4567200"/>
            </a:xfrm>
          </p:grpSpPr>
          <p:sp>
            <p:nvSpPr>
              <p:cNvPr id="1555" name="Google Shape;1555;g2800d3fcf52_16_1724"/>
              <p:cNvSpPr/>
              <p:nvPr/>
            </p:nvSpPr>
            <p:spPr>
              <a:xfrm>
                <a:off x="608885"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56" name="Google Shape;1556;g2800d3fcf52_16_1724"/>
              <p:cNvSpPr/>
              <p:nvPr/>
            </p:nvSpPr>
            <p:spPr>
              <a:xfrm>
                <a:off x="1540352"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57" name="Google Shape;1557;g2800d3fcf52_16_1724"/>
              <p:cNvSpPr/>
              <p:nvPr/>
            </p:nvSpPr>
            <p:spPr>
              <a:xfrm>
                <a:off x="2471819"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58" name="Google Shape;1558;g2800d3fcf52_16_1724"/>
              <p:cNvSpPr/>
              <p:nvPr/>
            </p:nvSpPr>
            <p:spPr>
              <a:xfrm>
                <a:off x="3403286"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59" name="Google Shape;1559;g2800d3fcf52_16_1724"/>
              <p:cNvSpPr/>
              <p:nvPr/>
            </p:nvSpPr>
            <p:spPr>
              <a:xfrm>
                <a:off x="4334753"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60" name="Google Shape;1560;g2800d3fcf52_16_1724"/>
              <p:cNvSpPr/>
              <p:nvPr/>
            </p:nvSpPr>
            <p:spPr>
              <a:xfrm>
                <a:off x="5266220"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61" name="Google Shape;1561;g2800d3fcf52_16_1724"/>
              <p:cNvSpPr/>
              <p:nvPr/>
            </p:nvSpPr>
            <p:spPr>
              <a:xfrm>
                <a:off x="6197687"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62" name="Google Shape;1562;g2800d3fcf52_16_1724"/>
              <p:cNvSpPr/>
              <p:nvPr/>
            </p:nvSpPr>
            <p:spPr>
              <a:xfrm>
                <a:off x="7129154"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63" name="Google Shape;1563;g2800d3fcf52_16_1724"/>
              <p:cNvSpPr/>
              <p:nvPr/>
            </p:nvSpPr>
            <p:spPr>
              <a:xfrm>
                <a:off x="8060621"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64" name="Google Shape;1564;g2800d3fcf52_16_1724"/>
              <p:cNvSpPr/>
              <p:nvPr/>
            </p:nvSpPr>
            <p:spPr>
              <a:xfrm>
                <a:off x="8992088"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65" name="Google Shape;1565;g2800d3fcf52_16_1724"/>
              <p:cNvSpPr/>
              <p:nvPr/>
            </p:nvSpPr>
            <p:spPr>
              <a:xfrm>
                <a:off x="9923555"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566" name="Google Shape;1566;g2800d3fcf52_16_1724"/>
              <p:cNvSpPr/>
              <p:nvPr/>
            </p:nvSpPr>
            <p:spPr>
              <a:xfrm>
                <a:off x="10855019" y="1604366"/>
                <a:ext cx="725700" cy="4567200"/>
              </a:xfrm>
              <a:prstGeom prst="rect">
                <a:avLst/>
              </a:prstGeom>
              <a:solidFill>
                <a:srgbClr val="B3E7FF">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matchingName="End of Template">
  <p:cSld name="End of Template">
    <p:bg>
      <p:bgPr>
        <a:solidFill>
          <a:schemeClr val="accent6"/>
        </a:solidFill>
        <a:effectLst/>
      </p:bgPr>
    </p:bg>
    <p:spTree>
      <p:nvGrpSpPr>
        <p:cNvPr id="1" name="Shape 1567"/>
        <p:cNvGrpSpPr/>
        <p:nvPr/>
      </p:nvGrpSpPr>
      <p:grpSpPr>
        <a:xfrm>
          <a:off x="0" y="0"/>
          <a:ext cx="0" cy="0"/>
          <a:chOff x="0" y="0"/>
          <a:chExt cx="0" cy="0"/>
        </a:xfrm>
      </p:grpSpPr>
      <p:sp>
        <p:nvSpPr>
          <p:cNvPr id="1568" name="Google Shape;1568;g2800d3fcf52_16_1816"/>
          <p:cNvSpPr txBox="1"/>
          <p:nvPr/>
        </p:nvSpPr>
        <p:spPr>
          <a:xfrm>
            <a:off x="606392" y="721895"/>
            <a:ext cx="10876500" cy="48801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5400"/>
              <a:buFont typeface="Arial"/>
              <a:buNone/>
            </a:pPr>
            <a:r>
              <a:rPr lang="en-US" sz="5400" b="0" i="0" u="none" strike="noStrike" cap="none">
                <a:solidFill>
                  <a:schemeClr val="dk2"/>
                </a:solidFill>
                <a:latin typeface="Arial"/>
                <a:ea typeface="Arial"/>
                <a:cs typeface="Arial"/>
                <a:sym typeface="Arial"/>
              </a:rPr>
              <a:t>DO NOT USE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5400"/>
              <a:buFont typeface="Arial"/>
              <a:buNone/>
            </a:pPr>
            <a:endParaRPr sz="5400" b="0" i="0" u="none" strike="noStrike" cap="none">
              <a:solidFill>
                <a:schemeClr val="dk2"/>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5400"/>
              <a:buFont typeface="Arial"/>
              <a:buNone/>
            </a:pPr>
            <a:r>
              <a:rPr lang="en-US" sz="5400" b="0" i="0" u="none" strike="noStrike" cap="none">
                <a:solidFill>
                  <a:schemeClr val="dk2"/>
                </a:solidFill>
                <a:latin typeface="Arial"/>
                <a:ea typeface="Arial"/>
                <a:cs typeface="Arial"/>
                <a:sym typeface="Arial"/>
              </a:rPr>
              <a:t>ALL LAYOUTS PAST THIS ARE NOT PART OF THIS TEMPLATE</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CONTENT | Quote (Aqua)">
  <p:cSld name="CONTENT | Quote (Aqua)">
    <p:spTree>
      <p:nvGrpSpPr>
        <p:cNvPr id="1" name="Shape 1569"/>
        <p:cNvGrpSpPr/>
        <p:nvPr/>
      </p:nvGrpSpPr>
      <p:grpSpPr>
        <a:xfrm>
          <a:off x="0" y="0"/>
          <a:ext cx="0" cy="0"/>
          <a:chOff x="0" y="0"/>
          <a:chExt cx="0" cy="0"/>
        </a:xfrm>
      </p:grpSpPr>
      <p:pic>
        <p:nvPicPr>
          <p:cNvPr id="1570" name="Google Shape;1570;g2800d3fcf52_16_1818" descr="A blue and black background&#10;&#10;Description automatically generated"/>
          <p:cNvPicPr preferRelativeResize="0"/>
          <p:nvPr/>
        </p:nvPicPr>
        <p:blipFill rotWithShape="1">
          <a:blip r:embed="rId2">
            <a:alphaModFix/>
          </a:blip>
          <a:srcRect/>
          <a:stretch/>
        </p:blipFill>
        <p:spPr>
          <a:xfrm>
            <a:off x="1" y="199"/>
            <a:ext cx="12188825" cy="6857603"/>
          </a:xfrm>
          <a:prstGeom prst="rect">
            <a:avLst/>
          </a:prstGeom>
          <a:noFill/>
          <a:ln>
            <a:noFill/>
          </a:ln>
        </p:spPr>
      </p:pic>
      <p:sp>
        <p:nvSpPr>
          <p:cNvPr id="1571" name="Google Shape;1571;g2800d3fcf52_16_1818"/>
          <p:cNvSpPr txBox="1">
            <a:spLocks noGrp="1"/>
          </p:cNvSpPr>
          <p:nvPr>
            <p:ph type="body" idx="1"/>
          </p:nvPr>
        </p:nvSpPr>
        <p:spPr>
          <a:xfrm>
            <a:off x="660953" y="1550171"/>
            <a:ext cx="8616600" cy="2780400"/>
          </a:xfrm>
          <a:prstGeom prst="rect">
            <a:avLst/>
          </a:prstGeom>
          <a:noFill/>
          <a:ln>
            <a:noFill/>
          </a:ln>
        </p:spPr>
        <p:txBody>
          <a:bodyPr spcFirstLastPara="1" wrap="square" lIns="0" tIns="0" rIns="0" bIns="0" anchor="ctr" anchorCtr="0">
            <a:noAutofit/>
          </a:bodyPr>
          <a:lstStyle>
            <a:lvl1pPr marL="457200" lvl="0" indent="-228600" algn="l">
              <a:lnSpc>
                <a:spcPct val="89000"/>
              </a:lnSpc>
              <a:spcBef>
                <a:spcPts val="0"/>
              </a:spcBef>
              <a:spcAft>
                <a:spcPts val="0"/>
              </a:spcAft>
              <a:buSzPts val="4499"/>
              <a:buFont typeface="Arial"/>
              <a:buNone/>
              <a:defRPr sz="4999">
                <a:solidFill>
                  <a:schemeClr val="dk2"/>
                </a:solidFill>
                <a:latin typeface="Arial"/>
                <a:ea typeface="Arial"/>
                <a:cs typeface="Arial"/>
                <a:sym typeface="Arial"/>
              </a:defRPr>
            </a:lvl1pPr>
            <a:lvl2pPr marL="914400" lvl="1" indent="-514286" algn="l">
              <a:lnSpc>
                <a:spcPct val="100000"/>
              </a:lnSpc>
              <a:spcBef>
                <a:spcPts val="1200"/>
              </a:spcBef>
              <a:spcAft>
                <a:spcPts val="0"/>
              </a:spcAft>
              <a:buSzPts val="4499"/>
              <a:buChar char="•"/>
              <a:defRPr sz="4999"/>
            </a:lvl2pPr>
            <a:lvl3pPr marL="1371600" lvl="2" indent="-514286" algn="l">
              <a:lnSpc>
                <a:spcPct val="100000"/>
              </a:lnSpc>
              <a:spcBef>
                <a:spcPts val="1200"/>
              </a:spcBef>
              <a:spcAft>
                <a:spcPts val="0"/>
              </a:spcAft>
              <a:buSzPts val="4499"/>
              <a:buChar char="–"/>
              <a:defRPr sz="4999"/>
            </a:lvl3pPr>
            <a:lvl4pPr marL="1828800" lvl="3" indent="-514286" algn="l">
              <a:lnSpc>
                <a:spcPct val="100000"/>
              </a:lnSpc>
              <a:spcBef>
                <a:spcPts val="1200"/>
              </a:spcBef>
              <a:spcAft>
                <a:spcPts val="0"/>
              </a:spcAft>
              <a:buSzPts val="4499"/>
              <a:buChar char="•"/>
              <a:defRPr sz="4999"/>
            </a:lvl4pPr>
            <a:lvl5pPr marL="2286000" lvl="4" indent="-514286" algn="l">
              <a:lnSpc>
                <a:spcPct val="100000"/>
              </a:lnSpc>
              <a:spcBef>
                <a:spcPts val="1200"/>
              </a:spcBef>
              <a:spcAft>
                <a:spcPts val="0"/>
              </a:spcAft>
              <a:buSzPts val="4499"/>
              <a:buChar char="–"/>
              <a:defRPr sz="4999"/>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572" name="Google Shape;1572;g2800d3fcf52_16_1818"/>
          <p:cNvSpPr txBox="1">
            <a:spLocks noGrp="1"/>
          </p:cNvSpPr>
          <p:nvPr>
            <p:ph type="body" idx="2"/>
          </p:nvPr>
        </p:nvSpPr>
        <p:spPr>
          <a:xfrm>
            <a:off x="1055484" y="5021963"/>
            <a:ext cx="5409600" cy="346800"/>
          </a:xfrm>
          <a:prstGeom prst="rect">
            <a:avLst/>
          </a:prstGeom>
          <a:noFill/>
          <a:ln>
            <a:noFill/>
          </a:ln>
        </p:spPr>
        <p:txBody>
          <a:bodyPr spcFirstLastPara="1" wrap="square" lIns="0" tIns="0" rIns="0" bIns="0" anchor="t" anchorCtr="0">
            <a:noAutofit/>
          </a:bodyPr>
          <a:lstStyle>
            <a:lvl1pPr marL="457200" lvl="0" indent="-331406" algn="l">
              <a:lnSpc>
                <a:spcPct val="100000"/>
              </a:lnSpc>
              <a:spcBef>
                <a:spcPts val="0"/>
              </a:spcBef>
              <a:spcAft>
                <a:spcPts val="0"/>
              </a:spcAft>
              <a:buSzPts val="1619"/>
              <a:buChar char="​"/>
              <a:defRPr sz="1799">
                <a:solidFill>
                  <a:schemeClr val="dk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CONTENT | Quote (Lavender)">
  <p:cSld name="CONTENT | Quote (Lavender)">
    <p:spTree>
      <p:nvGrpSpPr>
        <p:cNvPr id="1" name="Shape 1573"/>
        <p:cNvGrpSpPr/>
        <p:nvPr/>
      </p:nvGrpSpPr>
      <p:grpSpPr>
        <a:xfrm>
          <a:off x="0" y="0"/>
          <a:ext cx="0" cy="0"/>
          <a:chOff x="0" y="0"/>
          <a:chExt cx="0" cy="0"/>
        </a:xfrm>
      </p:grpSpPr>
      <p:pic>
        <p:nvPicPr>
          <p:cNvPr id="1574" name="Google Shape;1574;g2800d3fcf52_16_1822" descr="A blue and purple background&#10;&#10;Description automatically generated"/>
          <p:cNvPicPr preferRelativeResize="0"/>
          <p:nvPr/>
        </p:nvPicPr>
        <p:blipFill rotWithShape="1">
          <a:blip r:embed="rId2">
            <a:alphaModFix/>
          </a:blip>
          <a:srcRect/>
          <a:stretch/>
        </p:blipFill>
        <p:spPr>
          <a:xfrm>
            <a:off x="1" y="199"/>
            <a:ext cx="12188825" cy="6857603"/>
          </a:xfrm>
          <a:prstGeom prst="rect">
            <a:avLst/>
          </a:prstGeom>
          <a:noFill/>
          <a:ln>
            <a:noFill/>
          </a:ln>
        </p:spPr>
      </p:pic>
      <p:sp>
        <p:nvSpPr>
          <p:cNvPr id="1575" name="Google Shape;1575;g2800d3fcf52_16_1822"/>
          <p:cNvSpPr txBox="1">
            <a:spLocks noGrp="1"/>
          </p:cNvSpPr>
          <p:nvPr>
            <p:ph type="body" idx="1"/>
          </p:nvPr>
        </p:nvSpPr>
        <p:spPr>
          <a:xfrm>
            <a:off x="656239" y="1550171"/>
            <a:ext cx="8616600" cy="2780400"/>
          </a:xfrm>
          <a:prstGeom prst="rect">
            <a:avLst/>
          </a:prstGeom>
          <a:noFill/>
          <a:ln>
            <a:noFill/>
          </a:ln>
        </p:spPr>
        <p:txBody>
          <a:bodyPr spcFirstLastPara="1" wrap="square" lIns="0" tIns="0" rIns="0" bIns="0" anchor="ctr" anchorCtr="0">
            <a:noAutofit/>
          </a:bodyPr>
          <a:lstStyle>
            <a:lvl1pPr marL="457200" lvl="0" indent="-228600" algn="l">
              <a:lnSpc>
                <a:spcPct val="89000"/>
              </a:lnSpc>
              <a:spcBef>
                <a:spcPts val="0"/>
              </a:spcBef>
              <a:spcAft>
                <a:spcPts val="0"/>
              </a:spcAft>
              <a:buSzPts val="4499"/>
              <a:buFont typeface="Arial"/>
              <a:buNone/>
              <a:defRPr sz="4999">
                <a:solidFill>
                  <a:schemeClr val="dk2"/>
                </a:solidFill>
                <a:latin typeface="Arial"/>
                <a:ea typeface="Arial"/>
                <a:cs typeface="Arial"/>
                <a:sym typeface="Arial"/>
              </a:defRPr>
            </a:lvl1pPr>
            <a:lvl2pPr marL="914400" lvl="1" indent="-514286" algn="l">
              <a:lnSpc>
                <a:spcPct val="100000"/>
              </a:lnSpc>
              <a:spcBef>
                <a:spcPts val="1200"/>
              </a:spcBef>
              <a:spcAft>
                <a:spcPts val="0"/>
              </a:spcAft>
              <a:buSzPts val="4499"/>
              <a:buChar char="•"/>
              <a:defRPr sz="4999"/>
            </a:lvl2pPr>
            <a:lvl3pPr marL="1371600" lvl="2" indent="-514286" algn="l">
              <a:lnSpc>
                <a:spcPct val="100000"/>
              </a:lnSpc>
              <a:spcBef>
                <a:spcPts val="1200"/>
              </a:spcBef>
              <a:spcAft>
                <a:spcPts val="0"/>
              </a:spcAft>
              <a:buSzPts val="4499"/>
              <a:buChar char="–"/>
              <a:defRPr sz="4999"/>
            </a:lvl3pPr>
            <a:lvl4pPr marL="1828800" lvl="3" indent="-514286" algn="l">
              <a:lnSpc>
                <a:spcPct val="100000"/>
              </a:lnSpc>
              <a:spcBef>
                <a:spcPts val="1200"/>
              </a:spcBef>
              <a:spcAft>
                <a:spcPts val="0"/>
              </a:spcAft>
              <a:buSzPts val="4499"/>
              <a:buChar char="•"/>
              <a:defRPr sz="4999"/>
            </a:lvl4pPr>
            <a:lvl5pPr marL="2286000" lvl="4" indent="-514286" algn="l">
              <a:lnSpc>
                <a:spcPct val="100000"/>
              </a:lnSpc>
              <a:spcBef>
                <a:spcPts val="1200"/>
              </a:spcBef>
              <a:spcAft>
                <a:spcPts val="0"/>
              </a:spcAft>
              <a:buSzPts val="4499"/>
              <a:buChar char="–"/>
              <a:defRPr sz="4999"/>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
        <p:nvSpPr>
          <p:cNvPr id="1576" name="Google Shape;1576;g2800d3fcf52_16_1822"/>
          <p:cNvSpPr txBox="1">
            <a:spLocks noGrp="1"/>
          </p:cNvSpPr>
          <p:nvPr>
            <p:ph type="body" idx="2"/>
          </p:nvPr>
        </p:nvSpPr>
        <p:spPr>
          <a:xfrm>
            <a:off x="1050769" y="5021963"/>
            <a:ext cx="5409600" cy="346800"/>
          </a:xfrm>
          <a:prstGeom prst="rect">
            <a:avLst/>
          </a:prstGeom>
          <a:noFill/>
          <a:ln>
            <a:noFill/>
          </a:ln>
        </p:spPr>
        <p:txBody>
          <a:bodyPr spcFirstLastPara="1" wrap="square" lIns="0" tIns="0" rIns="0" bIns="0" anchor="t" anchorCtr="0">
            <a:noAutofit/>
          </a:bodyPr>
          <a:lstStyle>
            <a:lvl1pPr marL="457200" lvl="0" indent="-331406" algn="l">
              <a:lnSpc>
                <a:spcPct val="100000"/>
              </a:lnSpc>
              <a:spcBef>
                <a:spcPts val="0"/>
              </a:spcBef>
              <a:spcAft>
                <a:spcPts val="0"/>
              </a:spcAft>
              <a:buSzPts val="1619"/>
              <a:buChar char="​"/>
              <a:defRPr sz="1799">
                <a:solidFill>
                  <a:schemeClr val="dk2"/>
                </a:solidFill>
              </a:defRPr>
            </a:lvl1pPr>
            <a:lvl2pPr marL="914400" lvl="1" indent="-331469" algn="l">
              <a:lnSpc>
                <a:spcPct val="100000"/>
              </a:lnSpc>
              <a:spcBef>
                <a:spcPts val="1200"/>
              </a:spcBef>
              <a:spcAft>
                <a:spcPts val="0"/>
              </a:spcAft>
              <a:buSzPts val="1620"/>
              <a:buChar char="•"/>
              <a:defRPr/>
            </a:lvl2pPr>
            <a:lvl3pPr marL="1371600" lvl="2" indent="-331469" algn="l">
              <a:lnSpc>
                <a:spcPct val="100000"/>
              </a:lnSpc>
              <a:spcBef>
                <a:spcPts val="1200"/>
              </a:spcBef>
              <a:spcAft>
                <a:spcPts val="0"/>
              </a:spcAft>
              <a:buSzPts val="1620"/>
              <a:buChar char="–"/>
              <a:defRPr/>
            </a:lvl3pPr>
            <a:lvl4pPr marL="1828800" lvl="3" indent="-331469" algn="l">
              <a:lnSpc>
                <a:spcPct val="100000"/>
              </a:lnSpc>
              <a:spcBef>
                <a:spcPts val="1200"/>
              </a:spcBef>
              <a:spcAft>
                <a:spcPts val="0"/>
              </a:spcAft>
              <a:buSzPts val="1620"/>
              <a:buChar char="•"/>
              <a:defRPr/>
            </a:lvl4pPr>
            <a:lvl5pPr marL="2286000" lvl="4" indent="-331470" algn="l">
              <a:lnSpc>
                <a:spcPct val="100000"/>
              </a:lnSpc>
              <a:spcBef>
                <a:spcPts val="1200"/>
              </a:spcBef>
              <a:spcAft>
                <a:spcPts val="0"/>
              </a:spcAft>
              <a:buSzPts val="1620"/>
              <a:buChar char="–"/>
              <a:defRPr/>
            </a:lvl5pPr>
            <a:lvl6pPr marL="2743200" lvl="5" indent="-331470" algn="l">
              <a:lnSpc>
                <a:spcPct val="100000"/>
              </a:lnSpc>
              <a:spcBef>
                <a:spcPts val="1200"/>
              </a:spcBef>
              <a:spcAft>
                <a:spcPts val="0"/>
              </a:spcAft>
              <a:buSzPts val="1620"/>
              <a:buChar char="•"/>
              <a:defRPr/>
            </a:lvl6pPr>
            <a:lvl7pPr marL="3200400" lvl="6" indent="-331470" algn="l">
              <a:lnSpc>
                <a:spcPct val="100000"/>
              </a:lnSpc>
              <a:spcBef>
                <a:spcPts val="1200"/>
              </a:spcBef>
              <a:spcAft>
                <a:spcPts val="0"/>
              </a:spcAft>
              <a:buSzPts val="1620"/>
              <a:buChar char="-"/>
              <a:defRPr/>
            </a:lvl7pPr>
            <a:lvl8pPr marL="3657600" lvl="7" indent="-331470" algn="l">
              <a:lnSpc>
                <a:spcPct val="100000"/>
              </a:lnSpc>
              <a:spcBef>
                <a:spcPts val="1200"/>
              </a:spcBef>
              <a:spcAft>
                <a:spcPts val="0"/>
              </a:spcAft>
              <a:buSzPts val="1620"/>
              <a:buChar char="•"/>
              <a:defRPr/>
            </a:lvl8pPr>
            <a:lvl9pPr marL="4114800" lvl="8" indent="-331470" algn="l">
              <a:lnSpc>
                <a:spcPct val="100000"/>
              </a:lnSpc>
              <a:spcBef>
                <a:spcPts val="1200"/>
              </a:spcBef>
              <a:spcAft>
                <a:spcPts val="1200"/>
              </a:spcAft>
              <a:buSzPts val="162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CONTENT | Blank">
  <p:cSld name="CONTENT | Blank">
    <p:spTree>
      <p:nvGrpSpPr>
        <p:cNvPr id="1" name="Shape 1577"/>
        <p:cNvGrpSpPr/>
        <p:nvPr/>
      </p:nvGrpSpPr>
      <p:grpSpPr>
        <a:xfrm>
          <a:off x="0" y="0"/>
          <a:ext cx="0" cy="0"/>
          <a:chOff x="0" y="0"/>
          <a:chExt cx="0" cy="0"/>
        </a:xfrm>
      </p:grpSpPr>
      <p:grpSp>
        <p:nvGrpSpPr>
          <p:cNvPr id="1578" name="Google Shape;1578;g2800d3fcf52_16_1826"/>
          <p:cNvGrpSpPr/>
          <p:nvPr/>
        </p:nvGrpSpPr>
        <p:grpSpPr>
          <a:xfrm>
            <a:off x="1" y="6450012"/>
            <a:ext cx="12188825" cy="407988"/>
            <a:chOff x="0" y="6450012"/>
            <a:chExt cx="12188825" cy="407988"/>
          </a:xfrm>
        </p:grpSpPr>
        <p:sp>
          <p:nvSpPr>
            <p:cNvPr id="1579" name="Google Shape;1579;g2800d3fcf52_16_1826"/>
            <p:cNvSpPr/>
            <p:nvPr/>
          </p:nvSpPr>
          <p:spPr>
            <a:xfrm>
              <a:off x="0" y="6450012"/>
              <a:ext cx="12188825" cy="407988"/>
            </a:xfrm>
            <a:custGeom>
              <a:avLst/>
              <a:gdLst/>
              <a:ahLst/>
              <a:cxnLst/>
              <a:rect l="l" t="t" r="r" b="b"/>
              <a:pathLst>
                <a:path w="12188825" h="407988" extrusionOk="0">
                  <a:moveTo>
                    <a:pt x="12188825" y="0"/>
                  </a:moveTo>
                  <a:lnTo>
                    <a:pt x="12188825" y="407988"/>
                  </a:lnTo>
                  <a:lnTo>
                    <a:pt x="0" y="407988"/>
                  </a:lnTo>
                  <a:lnTo>
                    <a:pt x="0" y="65962"/>
                  </a:lnTo>
                  <a:lnTo>
                    <a:pt x="151110" y="84285"/>
                  </a:lnTo>
                  <a:cubicBezTo>
                    <a:pt x="2687535" y="496640"/>
                    <a:pt x="3715090" y="321904"/>
                    <a:pt x="5490317" y="145956"/>
                  </a:cubicBezTo>
                  <a:cubicBezTo>
                    <a:pt x="5942103" y="101215"/>
                    <a:pt x="6415146" y="87308"/>
                    <a:pt x="6858818" y="104238"/>
                  </a:cubicBezTo>
                  <a:cubicBezTo>
                    <a:pt x="7843552" y="141845"/>
                    <a:pt x="9019203" y="252492"/>
                    <a:pt x="9828478" y="239554"/>
                  </a:cubicBezTo>
                  <a:cubicBezTo>
                    <a:pt x="10287299" y="231815"/>
                    <a:pt x="11228517" y="165184"/>
                    <a:pt x="12188825" y="0"/>
                  </a:cubicBezTo>
                  <a:close/>
                </a:path>
              </a:pathLst>
            </a:custGeom>
            <a:gradFill>
              <a:gsLst>
                <a:gs pos="0">
                  <a:srgbClr val="004BD3">
                    <a:alpha val="47843"/>
                  </a:srgbClr>
                </a:gs>
                <a:gs pos="100000">
                  <a:srgbClr val="0037A8">
                    <a:alpha val="47843"/>
                  </a:srgbClr>
                </a:gs>
              </a:gsLst>
              <a:lin ang="16200038"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sp>
          <p:nvSpPr>
            <p:cNvPr id="1580" name="Google Shape;1580;g2800d3fcf52_16_1826"/>
            <p:cNvSpPr/>
            <p:nvPr/>
          </p:nvSpPr>
          <p:spPr>
            <a:xfrm>
              <a:off x="0" y="6613780"/>
              <a:ext cx="12174943" cy="244220"/>
            </a:xfrm>
            <a:custGeom>
              <a:avLst/>
              <a:gdLst/>
              <a:ahLst/>
              <a:cxnLst/>
              <a:rect l="l" t="t" r="r" b="b"/>
              <a:pathLst>
                <a:path w="12329056" h="244220" extrusionOk="0">
                  <a:moveTo>
                    <a:pt x="12329056" y="0"/>
                  </a:moveTo>
                  <a:cubicBezTo>
                    <a:pt x="11531401" y="86718"/>
                    <a:pt x="10749603" y="121698"/>
                    <a:pt x="10368495" y="125761"/>
                  </a:cubicBezTo>
                  <a:cubicBezTo>
                    <a:pt x="9696292" y="132553"/>
                    <a:pt x="8719768" y="74466"/>
                    <a:pt x="7901824" y="54723"/>
                  </a:cubicBezTo>
                  <a:cubicBezTo>
                    <a:pt x="7533300" y="45835"/>
                    <a:pt x="7140379" y="53136"/>
                    <a:pt x="6765113" y="76624"/>
                  </a:cubicBezTo>
                  <a:cubicBezTo>
                    <a:pt x="5290568" y="168993"/>
                    <a:pt x="4437056" y="260726"/>
                    <a:pt x="2330241" y="44248"/>
                  </a:cubicBezTo>
                  <a:cubicBezTo>
                    <a:pt x="1607317" y="-30091"/>
                    <a:pt x="687163" y="41010"/>
                    <a:pt x="0" y="72879"/>
                  </a:cubicBezTo>
                  <a:lnTo>
                    <a:pt x="0" y="244221"/>
                  </a:lnTo>
                  <a:lnTo>
                    <a:pt x="12329056" y="244221"/>
                  </a:lnTo>
                  <a:lnTo>
                    <a:pt x="12329056" y="0"/>
                  </a:lnTo>
                  <a:close/>
                </a:path>
              </a:pathLst>
            </a:custGeom>
            <a:gradFill>
              <a:gsLst>
                <a:gs pos="0">
                  <a:srgbClr val="004BD3">
                    <a:alpha val="47843"/>
                  </a:srgbClr>
                </a:gs>
                <a:gs pos="100000">
                  <a:srgbClr val="0037A8">
                    <a:alpha val="47843"/>
                  </a:srgbClr>
                </a:gs>
              </a:gsLst>
              <a:lin ang="16200038"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CONTENT | Title Only">
  <p:cSld name="CONTENT | Title Only">
    <p:spTree>
      <p:nvGrpSpPr>
        <p:cNvPr id="1" name="Shape 1581"/>
        <p:cNvGrpSpPr/>
        <p:nvPr/>
      </p:nvGrpSpPr>
      <p:grpSpPr>
        <a:xfrm>
          <a:off x="0" y="0"/>
          <a:ext cx="0" cy="0"/>
          <a:chOff x="0" y="0"/>
          <a:chExt cx="0" cy="0"/>
        </a:xfrm>
      </p:grpSpPr>
      <p:sp>
        <p:nvSpPr>
          <p:cNvPr id="1582" name="Google Shape;1582;g2800d3fcf52_16_1830"/>
          <p:cNvSpPr txBox="1">
            <a:spLocks noGrp="1"/>
          </p:cNvSpPr>
          <p:nvPr>
            <p:ph type="title"/>
          </p:nvPr>
        </p:nvSpPr>
        <p:spPr>
          <a:xfrm>
            <a:off x="613069" y="726379"/>
            <a:ext cx="10962600" cy="416700"/>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Clr>
                <a:schemeClr val="dk1"/>
              </a:buClr>
              <a:buSzPts val="3999"/>
              <a:buFont typeface="Arial"/>
              <a:buNone/>
              <a:defRPr sz="39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1583" name="Google Shape;1583;g2800d3fcf52_16_1830"/>
          <p:cNvGrpSpPr/>
          <p:nvPr/>
        </p:nvGrpSpPr>
        <p:grpSpPr>
          <a:xfrm>
            <a:off x="1" y="6450012"/>
            <a:ext cx="12188825" cy="407988"/>
            <a:chOff x="0" y="6450012"/>
            <a:chExt cx="12188825" cy="407988"/>
          </a:xfrm>
        </p:grpSpPr>
        <p:sp>
          <p:nvSpPr>
            <p:cNvPr id="1584" name="Google Shape;1584;g2800d3fcf52_16_1830"/>
            <p:cNvSpPr/>
            <p:nvPr/>
          </p:nvSpPr>
          <p:spPr>
            <a:xfrm>
              <a:off x="0" y="6450012"/>
              <a:ext cx="12188825" cy="407988"/>
            </a:xfrm>
            <a:custGeom>
              <a:avLst/>
              <a:gdLst/>
              <a:ahLst/>
              <a:cxnLst/>
              <a:rect l="l" t="t" r="r" b="b"/>
              <a:pathLst>
                <a:path w="12188825" h="407988" extrusionOk="0">
                  <a:moveTo>
                    <a:pt x="12188825" y="0"/>
                  </a:moveTo>
                  <a:lnTo>
                    <a:pt x="12188825" y="407988"/>
                  </a:lnTo>
                  <a:lnTo>
                    <a:pt x="0" y="407988"/>
                  </a:lnTo>
                  <a:lnTo>
                    <a:pt x="0" y="65962"/>
                  </a:lnTo>
                  <a:lnTo>
                    <a:pt x="151110" y="84285"/>
                  </a:lnTo>
                  <a:cubicBezTo>
                    <a:pt x="2687535" y="496640"/>
                    <a:pt x="3715090" y="321904"/>
                    <a:pt x="5490317" y="145956"/>
                  </a:cubicBezTo>
                  <a:cubicBezTo>
                    <a:pt x="5942103" y="101215"/>
                    <a:pt x="6415146" y="87308"/>
                    <a:pt x="6858818" y="104238"/>
                  </a:cubicBezTo>
                  <a:cubicBezTo>
                    <a:pt x="7843552" y="141845"/>
                    <a:pt x="9019203" y="252492"/>
                    <a:pt x="9828478" y="239554"/>
                  </a:cubicBezTo>
                  <a:cubicBezTo>
                    <a:pt x="10287299" y="231815"/>
                    <a:pt x="11228517" y="165184"/>
                    <a:pt x="12188825" y="0"/>
                  </a:cubicBezTo>
                  <a:close/>
                </a:path>
              </a:pathLst>
            </a:custGeom>
            <a:gradFill>
              <a:gsLst>
                <a:gs pos="0">
                  <a:srgbClr val="004BD3">
                    <a:alpha val="47843"/>
                  </a:srgbClr>
                </a:gs>
                <a:gs pos="100000">
                  <a:srgbClr val="0037A8">
                    <a:alpha val="47843"/>
                  </a:srgbClr>
                </a:gs>
              </a:gsLst>
              <a:lin ang="16200038"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sp>
          <p:nvSpPr>
            <p:cNvPr id="1585" name="Google Shape;1585;g2800d3fcf52_16_1830"/>
            <p:cNvSpPr/>
            <p:nvPr/>
          </p:nvSpPr>
          <p:spPr>
            <a:xfrm>
              <a:off x="0" y="6613780"/>
              <a:ext cx="12174943" cy="244220"/>
            </a:xfrm>
            <a:custGeom>
              <a:avLst/>
              <a:gdLst/>
              <a:ahLst/>
              <a:cxnLst/>
              <a:rect l="l" t="t" r="r" b="b"/>
              <a:pathLst>
                <a:path w="12329056" h="244220" extrusionOk="0">
                  <a:moveTo>
                    <a:pt x="12329056" y="0"/>
                  </a:moveTo>
                  <a:cubicBezTo>
                    <a:pt x="11531401" y="86718"/>
                    <a:pt x="10749603" y="121698"/>
                    <a:pt x="10368495" y="125761"/>
                  </a:cubicBezTo>
                  <a:cubicBezTo>
                    <a:pt x="9696292" y="132553"/>
                    <a:pt x="8719768" y="74466"/>
                    <a:pt x="7901824" y="54723"/>
                  </a:cubicBezTo>
                  <a:cubicBezTo>
                    <a:pt x="7533300" y="45835"/>
                    <a:pt x="7140379" y="53136"/>
                    <a:pt x="6765113" y="76624"/>
                  </a:cubicBezTo>
                  <a:cubicBezTo>
                    <a:pt x="5290568" y="168993"/>
                    <a:pt x="4437056" y="260726"/>
                    <a:pt x="2330241" y="44248"/>
                  </a:cubicBezTo>
                  <a:cubicBezTo>
                    <a:pt x="1607317" y="-30091"/>
                    <a:pt x="687163" y="41010"/>
                    <a:pt x="0" y="72879"/>
                  </a:cubicBezTo>
                  <a:lnTo>
                    <a:pt x="0" y="244221"/>
                  </a:lnTo>
                  <a:lnTo>
                    <a:pt x="12329056" y="244221"/>
                  </a:lnTo>
                  <a:lnTo>
                    <a:pt x="12329056" y="0"/>
                  </a:lnTo>
                  <a:close/>
                </a:path>
              </a:pathLst>
            </a:custGeom>
            <a:gradFill>
              <a:gsLst>
                <a:gs pos="0">
                  <a:srgbClr val="004BD3">
                    <a:alpha val="47843"/>
                  </a:srgbClr>
                </a:gs>
                <a:gs pos="100000">
                  <a:srgbClr val="0037A8">
                    <a:alpha val="47843"/>
                  </a:srgbClr>
                </a:gs>
              </a:gsLst>
              <a:lin ang="16200038"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CONTENT | Thank You">
  <p:cSld name="CONTENT | Thank You">
    <p:spTree>
      <p:nvGrpSpPr>
        <p:cNvPr id="1" name="Shape 1586"/>
        <p:cNvGrpSpPr/>
        <p:nvPr/>
      </p:nvGrpSpPr>
      <p:grpSpPr>
        <a:xfrm>
          <a:off x="0" y="0"/>
          <a:ext cx="0" cy="0"/>
          <a:chOff x="0" y="0"/>
          <a:chExt cx="0" cy="0"/>
        </a:xfrm>
      </p:grpSpPr>
      <p:pic>
        <p:nvPicPr>
          <p:cNvPr id="1587" name="Google Shape;1587;g2800d3fcf52_16_1835" descr="A picture containing electric blue, sky, blue, azure&#10;&#10;Description automatically generated"/>
          <p:cNvPicPr preferRelativeResize="0"/>
          <p:nvPr/>
        </p:nvPicPr>
        <p:blipFill rotWithShape="1">
          <a:blip r:embed="rId2">
            <a:alphaModFix/>
          </a:blip>
          <a:srcRect/>
          <a:stretch/>
        </p:blipFill>
        <p:spPr>
          <a:xfrm>
            <a:off x="1" y="1786"/>
            <a:ext cx="12188825" cy="6856215"/>
          </a:xfrm>
          <a:prstGeom prst="rect">
            <a:avLst/>
          </a:prstGeom>
          <a:noFill/>
          <a:ln>
            <a:noFill/>
          </a:ln>
        </p:spPr>
      </p:pic>
      <p:pic>
        <p:nvPicPr>
          <p:cNvPr id="1588" name="Google Shape;1588;g2800d3fcf52_16_1835" descr="A colorful waves on a black background&#10;&#10;Description automatically generated with low confidence"/>
          <p:cNvPicPr preferRelativeResize="0"/>
          <p:nvPr/>
        </p:nvPicPr>
        <p:blipFill rotWithShape="1">
          <a:blip r:embed="rId3">
            <a:alphaModFix/>
          </a:blip>
          <a:srcRect/>
          <a:stretch/>
        </p:blipFill>
        <p:spPr>
          <a:xfrm>
            <a:off x="-1" y="893"/>
            <a:ext cx="12188825" cy="6856215"/>
          </a:xfrm>
          <a:prstGeom prst="rect">
            <a:avLst/>
          </a:prstGeom>
          <a:noFill/>
          <a:ln>
            <a:noFill/>
          </a:ln>
        </p:spPr>
      </p:pic>
      <p:sp>
        <p:nvSpPr>
          <p:cNvPr id="1589" name="Google Shape;1589;g2800d3fcf52_16_1835"/>
          <p:cNvSpPr txBox="1"/>
          <p:nvPr/>
        </p:nvSpPr>
        <p:spPr>
          <a:xfrm>
            <a:off x="554285" y="2210205"/>
            <a:ext cx="5997300" cy="9972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dk2"/>
              </a:buClr>
              <a:buSzPts val="7198"/>
              <a:buFont typeface="Arial"/>
              <a:buNone/>
            </a:pPr>
            <a:r>
              <a:rPr lang="en-US" sz="7198" b="0" i="0" u="none" strike="noStrike" cap="none">
                <a:solidFill>
                  <a:schemeClr val="dk2"/>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
        <p:nvSpPr>
          <p:cNvPr id="1590" name="Google Shape;1590;g2800d3fcf52_16_1835"/>
          <p:cNvSpPr/>
          <p:nvPr/>
        </p:nvSpPr>
        <p:spPr>
          <a:xfrm>
            <a:off x="616954" y="457200"/>
            <a:ext cx="1681752" cy="220847"/>
          </a:xfrm>
          <a:custGeom>
            <a:avLst/>
            <a:gdLst/>
            <a:ahLst/>
            <a:cxnLst/>
            <a:rect l="l" t="t" r="r" b="b"/>
            <a:pathLst>
              <a:path w="1681752" h="220847" extrusionOk="0">
                <a:moveTo>
                  <a:pt x="766444" y="76880"/>
                </a:moveTo>
                <a:cubicBezTo>
                  <a:pt x="766444" y="120306"/>
                  <a:pt x="732084" y="150586"/>
                  <a:pt x="684940" y="150586"/>
                </a:cubicBezTo>
                <a:lnTo>
                  <a:pt x="598722" y="150586"/>
                </a:lnTo>
                <a:lnTo>
                  <a:pt x="598722" y="217765"/>
                </a:lnTo>
                <a:lnTo>
                  <a:pt x="545323" y="217765"/>
                </a:lnTo>
                <a:lnTo>
                  <a:pt x="545323" y="3173"/>
                </a:lnTo>
                <a:lnTo>
                  <a:pt x="684940" y="3173"/>
                </a:lnTo>
                <a:cubicBezTo>
                  <a:pt x="732084" y="3173"/>
                  <a:pt x="766444" y="33454"/>
                  <a:pt x="766444" y="76880"/>
                </a:cubicBezTo>
                <a:close/>
                <a:moveTo>
                  <a:pt x="713045" y="76880"/>
                </a:moveTo>
                <a:cubicBezTo>
                  <a:pt x="713045" y="61921"/>
                  <a:pt x="698358" y="51858"/>
                  <a:pt x="679954" y="51858"/>
                </a:cubicBezTo>
                <a:lnTo>
                  <a:pt x="598722" y="51858"/>
                </a:lnTo>
                <a:lnTo>
                  <a:pt x="598722" y="101811"/>
                </a:lnTo>
                <a:lnTo>
                  <a:pt x="679954" y="101811"/>
                </a:lnTo>
                <a:cubicBezTo>
                  <a:pt x="698358" y="101811"/>
                  <a:pt x="713045" y="91839"/>
                  <a:pt x="713045" y="76789"/>
                </a:cubicBezTo>
                <a:close/>
                <a:moveTo>
                  <a:pt x="460555" y="3173"/>
                </a:moveTo>
                <a:lnTo>
                  <a:pt x="384673" y="79056"/>
                </a:lnTo>
                <a:lnTo>
                  <a:pt x="308790" y="3173"/>
                </a:lnTo>
                <a:lnTo>
                  <a:pt x="241338" y="3173"/>
                </a:lnTo>
                <a:lnTo>
                  <a:pt x="348590" y="110424"/>
                </a:lnTo>
                <a:lnTo>
                  <a:pt x="241338" y="217675"/>
                </a:lnTo>
                <a:lnTo>
                  <a:pt x="308790" y="217675"/>
                </a:lnTo>
                <a:lnTo>
                  <a:pt x="384673" y="141792"/>
                </a:lnTo>
                <a:lnTo>
                  <a:pt x="460555" y="217675"/>
                </a:lnTo>
                <a:lnTo>
                  <a:pt x="527282" y="217675"/>
                </a:lnTo>
                <a:lnTo>
                  <a:pt x="420030" y="110424"/>
                </a:lnTo>
                <a:lnTo>
                  <a:pt x="527282" y="3173"/>
                </a:lnTo>
                <a:lnTo>
                  <a:pt x="460555" y="3173"/>
                </a:lnTo>
                <a:close/>
                <a:moveTo>
                  <a:pt x="1640502" y="50951"/>
                </a:moveTo>
                <a:lnTo>
                  <a:pt x="1675497" y="3173"/>
                </a:lnTo>
                <a:lnTo>
                  <a:pt x="1455555" y="3173"/>
                </a:lnTo>
                <a:lnTo>
                  <a:pt x="1455555" y="217675"/>
                </a:lnTo>
                <a:lnTo>
                  <a:pt x="1633974" y="217675"/>
                </a:lnTo>
                <a:lnTo>
                  <a:pt x="1681753" y="169897"/>
                </a:lnTo>
                <a:lnTo>
                  <a:pt x="1509044" y="169897"/>
                </a:lnTo>
                <a:lnTo>
                  <a:pt x="1509044" y="132092"/>
                </a:lnTo>
                <a:lnTo>
                  <a:pt x="1602697" y="132092"/>
                </a:lnTo>
                <a:lnTo>
                  <a:pt x="1602697" y="84314"/>
                </a:lnTo>
                <a:lnTo>
                  <a:pt x="1509044" y="84314"/>
                </a:lnTo>
                <a:lnTo>
                  <a:pt x="1509044" y="50860"/>
                </a:lnTo>
                <a:lnTo>
                  <a:pt x="1640502" y="50860"/>
                </a:lnTo>
                <a:close/>
                <a:moveTo>
                  <a:pt x="194195" y="50951"/>
                </a:moveTo>
                <a:lnTo>
                  <a:pt x="231547" y="3173"/>
                </a:lnTo>
                <a:lnTo>
                  <a:pt x="0" y="3173"/>
                </a:lnTo>
                <a:lnTo>
                  <a:pt x="0" y="217675"/>
                </a:lnTo>
                <a:lnTo>
                  <a:pt x="202626" y="217675"/>
                </a:lnTo>
                <a:lnTo>
                  <a:pt x="250404" y="169897"/>
                </a:lnTo>
                <a:lnTo>
                  <a:pt x="53399" y="169897"/>
                </a:lnTo>
                <a:lnTo>
                  <a:pt x="53399" y="132092"/>
                </a:lnTo>
                <a:lnTo>
                  <a:pt x="147051" y="132092"/>
                </a:lnTo>
                <a:lnTo>
                  <a:pt x="147051" y="84314"/>
                </a:lnTo>
                <a:lnTo>
                  <a:pt x="53399" y="84314"/>
                </a:lnTo>
                <a:lnTo>
                  <a:pt x="53399" y="50860"/>
                </a:lnTo>
                <a:lnTo>
                  <a:pt x="194195" y="50860"/>
                </a:lnTo>
                <a:close/>
                <a:moveTo>
                  <a:pt x="932897" y="169716"/>
                </a:moveTo>
                <a:lnTo>
                  <a:pt x="980584" y="217312"/>
                </a:lnTo>
                <a:lnTo>
                  <a:pt x="786752" y="217312"/>
                </a:lnTo>
                <a:lnTo>
                  <a:pt x="786752" y="3536"/>
                </a:lnTo>
                <a:lnTo>
                  <a:pt x="839698" y="3536"/>
                </a:lnTo>
                <a:lnTo>
                  <a:pt x="839698" y="169716"/>
                </a:lnTo>
                <a:lnTo>
                  <a:pt x="932897" y="169716"/>
                </a:lnTo>
                <a:close/>
                <a:moveTo>
                  <a:pt x="954564" y="110243"/>
                </a:moveTo>
                <a:cubicBezTo>
                  <a:pt x="954564" y="50316"/>
                  <a:pt x="1007057" y="0"/>
                  <a:pt x="1069159" y="0"/>
                </a:cubicBezTo>
                <a:cubicBezTo>
                  <a:pt x="1131262" y="0"/>
                  <a:pt x="1184117" y="50316"/>
                  <a:pt x="1184117" y="110243"/>
                </a:cubicBezTo>
                <a:cubicBezTo>
                  <a:pt x="1184117" y="170169"/>
                  <a:pt x="1131624" y="220848"/>
                  <a:pt x="1069159" y="220848"/>
                </a:cubicBezTo>
                <a:cubicBezTo>
                  <a:pt x="1006694" y="220848"/>
                  <a:pt x="954564" y="170169"/>
                  <a:pt x="954564" y="110243"/>
                </a:cubicBezTo>
                <a:close/>
                <a:moveTo>
                  <a:pt x="1129449" y="110243"/>
                </a:moveTo>
                <a:cubicBezTo>
                  <a:pt x="1129449" y="76698"/>
                  <a:pt x="1101797" y="48140"/>
                  <a:pt x="1069159" y="48140"/>
                </a:cubicBezTo>
                <a:cubicBezTo>
                  <a:pt x="1036522" y="48140"/>
                  <a:pt x="1008870" y="76698"/>
                  <a:pt x="1008870" y="110243"/>
                </a:cubicBezTo>
                <a:cubicBezTo>
                  <a:pt x="1008870" y="143787"/>
                  <a:pt x="1036522" y="172707"/>
                  <a:pt x="1069159" y="172707"/>
                </a:cubicBezTo>
                <a:cubicBezTo>
                  <a:pt x="1101797" y="172707"/>
                  <a:pt x="1129449" y="144149"/>
                  <a:pt x="1129449" y="110243"/>
                </a:cubicBezTo>
                <a:close/>
                <a:moveTo>
                  <a:pt x="1426906" y="80506"/>
                </a:moveTo>
                <a:cubicBezTo>
                  <a:pt x="1426906" y="79328"/>
                  <a:pt x="1426997" y="78058"/>
                  <a:pt x="1426997" y="76789"/>
                </a:cubicBezTo>
                <a:lnTo>
                  <a:pt x="1426997" y="76789"/>
                </a:lnTo>
                <a:cubicBezTo>
                  <a:pt x="1426997" y="33363"/>
                  <a:pt x="1392636" y="3082"/>
                  <a:pt x="1345493" y="3082"/>
                </a:cubicBezTo>
                <a:lnTo>
                  <a:pt x="1205875" y="3082"/>
                </a:lnTo>
                <a:lnTo>
                  <a:pt x="1205875" y="217675"/>
                </a:lnTo>
                <a:lnTo>
                  <a:pt x="1259275" y="217675"/>
                </a:lnTo>
                <a:lnTo>
                  <a:pt x="1259275" y="150496"/>
                </a:lnTo>
                <a:lnTo>
                  <a:pt x="1294451" y="150496"/>
                </a:lnTo>
                <a:lnTo>
                  <a:pt x="1361721" y="217675"/>
                </a:lnTo>
                <a:lnTo>
                  <a:pt x="1426997" y="217675"/>
                </a:lnTo>
                <a:lnTo>
                  <a:pt x="1358910" y="149680"/>
                </a:lnTo>
                <a:cubicBezTo>
                  <a:pt x="1397804" y="144693"/>
                  <a:pt x="1425274" y="117767"/>
                  <a:pt x="1426906" y="80506"/>
                </a:cubicBezTo>
                <a:close/>
                <a:moveTo>
                  <a:pt x="1259275" y="101811"/>
                </a:moveTo>
                <a:lnTo>
                  <a:pt x="1259275" y="51858"/>
                </a:lnTo>
                <a:lnTo>
                  <a:pt x="1340506" y="51858"/>
                </a:lnTo>
                <a:cubicBezTo>
                  <a:pt x="1358910" y="51858"/>
                  <a:pt x="1373597" y="61830"/>
                  <a:pt x="1373597" y="76880"/>
                </a:cubicBezTo>
                <a:cubicBezTo>
                  <a:pt x="1373597" y="91929"/>
                  <a:pt x="1358910" y="101902"/>
                  <a:pt x="1340506" y="101902"/>
                </a:cubicBezTo>
                <a:lnTo>
                  <a:pt x="1259275" y="10190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9" Type="http://schemas.openxmlformats.org/officeDocument/2006/relationships/slideLayout" Target="../slideLayouts/slideLayout92.xml"/><Relationship Id="rId21" Type="http://schemas.openxmlformats.org/officeDocument/2006/relationships/slideLayout" Target="../slideLayouts/slideLayout74.xml"/><Relationship Id="rId34" Type="http://schemas.openxmlformats.org/officeDocument/2006/relationships/slideLayout" Target="../slideLayouts/slideLayout87.xml"/><Relationship Id="rId42" Type="http://schemas.openxmlformats.org/officeDocument/2006/relationships/slideLayout" Target="../slideLayouts/slideLayout95.xml"/><Relationship Id="rId47" Type="http://schemas.openxmlformats.org/officeDocument/2006/relationships/slideLayout" Target="../slideLayouts/slideLayout100.xml"/><Relationship Id="rId50" Type="http://schemas.openxmlformats.org/officeDocument/2006/relationships/slideLayout" Target="../slideLayouts/slideLayout103.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9" Type="http://schemas.openxmlformats.org/officeDocument/2006/relationships/slideLayout" Target="../slideLayouts/slideLayout82.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slideLayout" Target="../slideLayouts/slideLayout85.xml"/><Relationship Id="rId37" Type="http://schemas.openxmlformats.org/officeDocument/2006/relationships/slideLayout" Target="../slideLayouts/slideLayout90.xml"/><Relationship Id="rId40" Type="http://schemas.openxmlformats.org/officeDocument/2006/relationships/slideLayout" Target="../slideLayouts/slideLayout93.xml"/><Relationship Id="rId45" Type="http://schemas.openxmlformats.org/officeDocument/2006/relationships/slideLayout" Target="../slideLayouts/slideLayout98.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slideLayout" Target="../slideLayouts/slideLayout89.xml"/><Relationship Id="rId49" Type="http://schemas.openxmlformats.org/officeDocument/2006/relationships/slideLayout" Target="../slideLayouts/slideLayout102.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4" Type="http://schemas.openxmlformats.org/officeDocument/2006/relationships/slideLayout" Target="../slideLayouts/slideLayout97.xml"/><Relationship Id="rId52" Type="http://schemas.openxmlformats.org/officeDocument/2006/relationships/theme" Target="../theme/theme2.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slideLayout" Target="../slideLayouts/slideLayout88.xml"/><Relationship Id="rId43" Type="http://schemas.openxmlformats.org/officeDocument/2006/relationships/slideLayout" Target="../slideLayouts/slideLayout96.xml"/><Relationship Id="rId48" Type="http://schemas.openxmlformats.org/officeDocument/2006/relationships/slideLayout" Target="../slideLayouts/slideLayout101.xml"/><Relationship Id="rId8" Type="http://schemas.openxmlformats.org/officeDocument/2006/relationships/slideLayout" Target="../slideLayouts/slideLayout61.xml"/><Relationship Id="rId51" Type="http://schemas.openxmlformats.org/officeDocument/2006/relationships/slideLayout" Target="../slideLayouts/slideLayout104.xml"/><Relationship Id="rId3" Type="http://schemas.openxmlformats.org/officeDocument/2006/relationships/slideLayout" Target="../slideLayouts/slideLayout56.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slideLayout" Target="../slideLayouts/slideLayout86.xml"/><Relationship Id="rId38" Type="http://schemas.openxmlformats.org/officeDocument/2006/relationships/slideLayout" Target="../slideLayouts/slideLayout91.xml"/><Relationship Id="rId46" Type="http://schemas.openxmlformats.org/officeDocument/2006/relationships/slideLayout" Target="../slideLayouts/slideLayout99.xml"/><Relationship Id="rId20" Type="http://schemas.openxmlformats.org/officeDocument/2006/relationships/slideLayout" Target="../slideLayouts/slideLayout73.xml"/><Relationship Id="rId41" Type="http://schemas.openxmlformats.org/officeDocument/2006/relationships/slideLayout" Target="../slideLayouts/slideLayout94.xml"/><Relationship Id="rId1" Type="http://schemas.openxmlformats.org/officeDocument/2006/relationships/slideLayout" Target="../slideLayouts/slideLayout54.xml"/><Relationship Id="rId6"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609441" y="1600203"/>
            <a:ext cx="10969943" cy="4580461"/>
          </a:xfrm>
          <a:prstGeom prst="rect">
            <a:avLst/>
          </a:prstGeom>
          <a:noFill/>
          <a:ln>
            <a:noFill/>
          </a:ln>
        </p:spPr>
        <p:txBody>
          <a:bodyPr spcFirstLastPara="1" wrap="square" lIns="0" tIns="0" rIns="0" bIns="0" anchor="t" anchorCtr="0">
            <a:noAutofit/>
          </a:bodyPr>
          <a:lstStyle>
            <a:lvl1pPr marL="457200" marR="0" lvl="0" indent="-342900" algn="l" rtl="0">
              <a:lnSpc>
                <a:spcPct val="100000"/>
              </a:lnSpc>
              <a:spcBef>
                <a:spcPts val="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L="914400" marR="0" lvl="1" indent="-331469" algn="l" rtl="0">
              <a:lnSpc>
                <a:spcPct val="100000"/>
              </a:lnSpc>
              <a:spcBef>
                <a:spcPts val="1200"/>
              </a:spcBef>
              <a:spcAft>
                <a:spcPts val="0"/>
              </a:spcAft>
              <a:buClr>
                <a:srgbClr val="3C3C3C"/>
              </a:buClr>
              <a:buSzPts val="1620"/>
              <a:buFont typeface="Arial"/>
              <a:buChar char="•"/>
              <a:defRPr sz="1800" b="0" i="0" u="none" strike="noStrike" cap="none">
                <a:solidFill>
                  <a:schemeClr val="dk1"/>
                </a:solidFill>
                <a:latin typeface="Arial"/>
                <a:ea typeface="Arial"/>
                <a:cs typeface="Arial"/>
                <a:sym typeface="Arial"/>
              </a:defRPr>
            </a:lvl2pPr>
            <a:lvl3pPr marL="1371600" marR="0" lvl="2" indent="-320039" algn="l" rtl="0">
              <a:lnSpc>
                <a:spcPct val="100000"/>
              </a:lnSpc>
              <a:spcBef>
                <a:spcPts val="1200"/>
              </a:spcBef>
              <a:spcAft>
                <a:spcPts val="0"/>
              </a:spcAft>
              <a:buClr>
                <a:srgbClr val="3C3C3C"/>
              </a:buClr>
              <a:buSzPts val="1440"/>
              <a:buFont typeface="Arial"/>
              <a:buChar char="–"/>
              <a:defRPr sz="1600" b="0" i="0" u="none" strike="noStrike" cap="none">
                <a:solidFill>
                  <a:schemeClr val="dk1"/>
                </a:solidFill>
                <a:latin typeface="Arial"/>
                <a:ea typeface="Arial"/>
                <a:cs typeface="Arial"/>
                <a:sym typeface="Arial"/>
              </a:defRPr>
            </a:lvl3pPr>
            <a:lvl4pPr marL="1828800" marR="0" lvl="3" indent="-308610"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4pPr>
            <a:lvl5pPr marL="2286000" marR="0" lvl="4" indent="-308610"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5pPr>
            <a:lvl6pPr marL="2743200" marR="0" lvl="5" indent="-308610"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6pPr>
            <a:lvl7pPr marL="3200400" marR="0" lvl="6" indent="-308610" algn="l" rtl="0">
              <a:lnSpc>
                <a:spcPct val="100000"/>
              </a:lnSpc>
              <a:spcBef>
                <a:spcPts val="1200"/>
              </a:spcBef>
              <a:spcAft>
                <a:spcPts val="0"/>
              </a:spcAft>
              <a:buClr>
                <a:srgbClr val="3C3C3C"/>
              </a:buClr>
              <a:buSzPts val="1260"/>
              <a:buFont typeface="NTR"/>
              <a:buChar char="-"/>
              <a:defRPr sz="1400" b="0" i="0" u="none" strike="noStrike" cap="none">
                <a:solidFill>
                  <a:schemeClr val="dk1"/>
                </a:solidFill>
                <a:latin typeface="Arial"/>
                <a:ea typeface="Arial"/>
                <a:cs typeface="Arial"/>
                <a:sym typeface="Arial"/>
              </a:defRPr>
            </a:lvl7pPr>
            <a:lvl8pPr marL="3657600" marR="0" lvl="7" indent="-308609"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8pPr>
            <a:lvl9pPr marL="4114800" marR="0" lvl="8" indent="-308609" algn="l" rtl="0">
              <a:lnSpc>
                <a:spcPct val="100000"/>
              </a:lnSpc>
              <a:spcBef>
                <a:spcPts val="1200"/>
              </a:spcBef>
              <a:spcAft>
                <a:spcPts val="1200"/>
              </a:spcAft>
              <a:buClr>
                <a:srgbClr val="3C3C3C"/>
              </a:buClr>
              <a:buSzPts val="1260"/>
              <a:buFont typeface="NTR"/>
              <a:buChar char="-"/>
              <a:defRPr sz="1400" b="0" i="0" u="none" strike="noStrike" cap="none">
                <a:solidFill>
                  <a:schemeClr val="dk1"/>
                </a:solidFill>
                <a:latin typeface="Arial"/>
                <a:ea typeface="Arial"/>
                <a:cs typeface="Arial"/>
                <a:sym typeface="Arial"/>
              </a:defRPr>
            </a:lvl9pPr>
          </a:lstStyle>
          <a:p>
            <a:endParaRPr/>
          </a:p>
        </p:txBody>
      </p:sp>
      <p:sp>
        <p:nvSpPr>
          <p:cNvPr id="12" name="Google Shape;12;p18"/>
          <p:cNvSpPr txBox="1">
            <a:spLocks noGrp="1"/>
          </p:cNvSpPr>
          <p:nvPr>
            <p:ph type="ftr" idx="11"/>
          </p:nvPr>
        </p:nvSpPr>
        <p:spPr>
          <a:xfrm>
            <a:off x="4037013" y="735203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8"/>
          <p:cNvSpPr txBox="1">
            <a:spLocks noGrp="1"/>
          </p:cNvSpPr>
          <p:nvPr>
            <p:ph type="sldNum" idx="12"/>
          </p:nvPr>
        </p:nvSpPr>
        <p:spPr>
          <a:xfrm>
            <a:off x="8609013" y="7352030"/>
            <a:ext cx="2741612"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8"/>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5" name="Google Shape;15;p18"/>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6" name="Google Shape;16;p18"/>
          <p:cNvGrpSpPr/>
          <p:nvPr/>
        </p:nvGrpSpPr>
        <p:grpSpPr>
          <a:xfrm>
            <a:off x="265625" y="6323271"/>
            <a:ext cx="1249222" cy="369649"/>
            <a:chOff x="265625" y="6323271"/>
            <a:chExt cx="1249222" cy="369649"/>
          </a:xfrm>
        </p:grpSpPr>
        <p:grpSp>
          <p:nvGrpSpPr>
            <p:cNvPr id="17" name="Google Shape;17;p18"/>
            <p:cNvGrpSpPr/>
            <p:nvPr/>
          </p:nvGrpSpPr>
          <p:grpSpPr>
            <a:xfrm>
              <a:off x="745455" y="6594444"/>
              <a:ext cx="722663" cy="98476"/>
              <a:chOff x="745455" y="6594444"/>
              <a:chExt cx="722663" cy="98476"/>
            </a:xfrm>
          </p:grpSpPr>
          <p:sp>
            <p:nvSpPr>
              <p:cNvPr id="18" name="Google Shape;18;p18"/>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 name="Google Shape;19;p18"/>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 name="Google Shape;20;p18"/>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 name="Google Shape;21;p18"/>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 name="Google Shape;22;p18"/>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 name="Google Shape;23;p18"/>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18"/>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18"/>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 name="Google Shape;26;p18"/>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 name="Google Shape;27;p18"/>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8" name="Google Shape;28;p18"/>
            <p:cNvGrpSpPr/>
            <p:nvPr/>
          </p:nvGrpSpPr>
          <p:grpSpPr>
            <a:xfrm>
              <a:off x="265625" y="6323271"/>
              <a:ext cx="1249222" cy="190348"/>
              <a:chOff x="265625" y="6323271"/>
              <a:chExt cx="1249222" cy="190348"/>
            </a:xfrm>
          </p:grpSpPr>
          <p:sp>
            <p:nvSpPr>
              <p:cNvPr id="29" name="Google Shape;29;p18"/>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18"/>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1" name="Google Shape;31;p18"/>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2" name="Google Shape;32;p18"/>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 name="Google Shape;33;p18"/>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 name="Google Shape;34;p18"/>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 name="Google Shape;35;p18"/>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36" name="Google Shape;36;p18"/>
          <p:cNvSpPr/>
          <p:nvPr/>
        </p:nvSpPr>
        <p:spPr>
          <a:xfrm>
            <a:off x="0" y="0"/>
            <a:ext cx="1218882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6"/>
        <p:cNvGrpSpPr/>
        <p:nvPr/>
      </p:nvGrpSpPr>
      <p:grpSpPr>
        <a:xfrm>
          <a:off x="0" y="0"/>
          <a:ext cx="0" cy="0"/>
          <a:chOff x="0" y="0"/>
          <a:chExt cx="0" cy="0"/>
        </a:xfrm>
      </p:grpSpPr>
      <p:sp>
        <p:nvSpPr>
          <p:cNvPr id="807" name="Google Shape;807;g2800d3fcf52_16_1055"/>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08" name="Google Shape;808;g2800d3fcf52_16_1055"/>
          <p:cNvSpPr txBox="1">
            <a:spLocks noGrp="1"/>
          </p:cNvSpPr>
          <p:nvPr>
            <p:ph type="body" idx="1"/>
          </p:nvPr>
        </p:nvSpPr>
        <p:spPr>
          <a:xfrm>
            <a:off x="609441" y="1600203"/>
            <a:ext cx="10969800" cy="4580400"/>
          </a:xfrm>
          <a:prstGeom prst="rect">
            <a:avLst/>
          </a:prstGeom>
          <a:noFill/>
          <a:ln>
            <a:noFill/>
          </a:ln>
        </p:spPr>
        <p:txBody>
          <a:bodyPr spcFirstLastPara="1" wrap="square" lIns="0" tIns="0" rIns="0" bIns="0" anchor="t" anchorCtr="0">
            <a:noAutofit/>
          </a:bodyPr>
          <a:lstStyle>
            <a:lvl1pPr marL="457200" marR="0" lvl="0" indent="-342900" algn="l" rtl="0">
              <a:lnSpc>
                <a:spcPct val="100000"/>
              </a:lnSpc>
              <a:spcBef>
                <a:spcPts val="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L="914400" marR="0" lvl="1" indent="-331469" algn="l" rtl="0">
              <a:lnSpc>
                <a:spcPct val="100000"/>
              </a:lnSpc>
              <a:spcBef>
                <a:spcPts val="1200"/>
              </a:spcBef>
              <a:spcAft>
                <a:spcPts val="0"/>
              </a:spcAft>
              <a:buClr>
                <a:srgbClr val="3C3C3C"/>
              </a:buClr>
              <a:buSzPts val="1620"/>
              <a:buFont typeface="Arial"/>
              <a:buChar char="•"/>
              <a:defRPr sz="1800" b="0" i="0" u="none" strike="noStrike" cap="none">
                <a:solidFill>
                  <a:schemeClr val="dk1"/>
                </a:solidFill>
                <a:latin typeface="Arial"/>
                <a:ea typeface="Arial"/>
                <a:cs typeface="Arial"/>
                <a:sym typeface="Arial"/>
              </a:defRPr>
            </a:lvl2pPr>
            <a:lvl3pPr marL="1371600" marR="0" lvl="2" indent="-320039" algn="l" rtl="0">
              <a:lnSpc>
                <a:spcPct val="100000"/>
              </a:lnSpc>
              <a:spcBef>
                <a:spcPts val="1200"/>
              </a:spcBef>
              <a:spcAft>
                <a:spcPts val="0"/>
              </a:spcAft>
              <a:buClr>
                <a:srgbClr val="3C3C3C"/>
              </a:buClr>
              <a:buSzPts val="1440"/>
              <a:buFont typeface="Arial"/>
              <a:buChar char="–"/>
              <a:defRPr sz="1600" b="0" i="0" u="none" strike="noStrike" cap="none">
                <a:solidFill>
                  <a:schemeClr val="dk1"/>
                </a:solidFill>
                <a:latin typeface="Arial"/>
                <a:ea typeface="Arial"/>
                <a:cs typeface="Arial"/>
                <a:sym typeface="Arial"/>
              </a:defRPr>
            </a:lvl3pPr>
            <a:lvl4pPr marL="1828800" marR="0" lvl="3" indent="-308610"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4pPr>
            <a:lvl5pPr marL="2286000" marR="0" lvl="4" indent="-308610"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5pPr>
            <a:lvl6pPr marL="2743200" marR="0" lvl="5" indent="-308610"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6pPr>
            <a:lvl7pPr marL="3200400" marR="0" lvl="6" indent="-308610" algn="l" rtl="0">
              <a:lnSpc>
                <a:spcPct val="100000"/>
              </a:lnSpc>
              <a:spcBef>
                <a:spcPts val="1200"/>
              </a:spcBef>
              <a:spcAft>
                <a:spcPts val="0"/>
              </a:spcAft>
              <a:buClr>
                <a:srgbClr val="3C3C3C"/>
              </a:buClr>
              <a:buSzPts val="1260"/>
              <a:buFont typeface="NTR"/>
              <a:buChar char="-"/>
              <a:defRPr sz="1400" b="0" i="0" u="none" strike="noStrike" cap="none">
                <a:solidFill>
                  <a:schemeClr val="dk1"/>
                </a:solidFill>
                <a:latin typeface="Arial"/>
                <a:ea typeface="Arial"/>
                <a:cs typeface="Arial"/>
                <a:sym typeface="Arial"/>
              </a:defRPr>
            </a:lvl7pPr>
            <a:lvl8pPr marL="3657600" marR="0" lvl="7" indent="-308609"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8pPr>
            <a:lvl9pPr marL="4114800" marR="0" lvl="8" indent="-308609" algn="l" rtl="0">
              <a:lnSpc>
                <a:spcPct val="100000"/>
              </a:lnSpc>
              <a:spcBef>
                <a:spcPts val="1200"/>
              </a:spcBef>
              <a:spcAft>
                <a:spcPts val="1200"/>
              </a:spcAft>
              <a:buClr>
                <a:srgbClr val="3C3C3C"/>
              </a:buClr>
              <a:buSzPts val="1260"/>
              <a:buFont typeface="NTR"/>
              <a:buChar char="-"/>
              <a:defRPr sz="1400" b="0" i="0" u="none" strike="noStrike" cap="none">
                <a:solidFill>
                  <a:schemeClr val="dk1"/>
                </a:solidFill>
                <a:latin typeface="Arial"/>
                <a:ea typeface="Arial"/>
                <a:cs typeface="Arial"/>
                <a:sym typeface="Arial"/>
              </a:defRPr>
            </a:lvl9pPr>
          </a:lstStyle>
          <a:p>
            <a:endParaRPr/>
          </a:p>
        </p:txBody>
      </p:sp>
      <p:sp>
        <p:nvSpPr>
          <p:cNvPr id="809" name="Google Shape;809;g2800d3fcf52_16_1055"/>
          <p:cNvSpPr txBox="1">
            <a:spLocks noGrp="1"/>
          </p:cNvSpPr>
          <p:nvPr>
            <p:ph type="ftr" idx="11"/>
          </p:nvPr>
        </p:nvSpPr>
        <p:spPr>
          <a:xfrm>
            <a:off x="4037013" y="735203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10" name="Google Shape;810;g2800d3fcf52_16_1055"/>
          <p:cNvSpPr txBox="1">
            <a:spLocks noGrp="1"/>
          </p:cNvSpPr>
          <p:nvPr>
            <p:ph type="sldNum" idx="12"/>
          </p:nvPr>
        </p:nvSpPr>
        <p:spPr>
          <a:xfrm>
            <a:off x="8609013" y="7352030"/>
            <a:ext cx="27417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11" name="Google Shape;811;g2800d3fcf52_16_1055"/>
          <p:cNvSpPr txBox="1"/>
          <p:nvPr/>
        </p:nvSpPr>
        <p:spPr>
          <a:xfrm>
            <a:off x="1645084" y="6461498"/>
            <a:ext cx="30522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812" name="Google Shape;812;g2800d3fcf52_16_1055"/>
          <p:cNvSpPr txBox="1"/>
          <p:nvPr/>
        </p:nvSpPr>
        <p:spPr>
          <a:xfrm>
            <a:off x="1645084" y="6569434"/>
            <a:ext cx="38553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813" name="Google Shape;813;g2800d3fcf52_16_1055"/>
          <p:cNvGrpSpPr/>
          <p:nvPr/>
        </p:nvGrpSpPr>
        <p:grpSpPr>
          <a:xfrm>
            <a:off x="265625" y="6323271"/>
            <a:ext cx="1249222" cy="369649"/>
            <a:chOff x="265625" y="6323271"/>
            <a:chExt cx="1249222" cy="369649"/>
          </a:xfrm>
        </p:grpSpPr>
        <p:grpSp>
          <p:nvGrpSpPr>
            <p:cNvPr id="814" name="Google Shape;814;g2800d3fcf52_16_1055"/>
            <p:cNvGrpSpPr/>
            <p:nvPr/>
          </p:nvGrpSpPr>
          <p:grpSpPr>
            <a:xfrm>
              <a:off x="745455" y="6594444"/>
              <a:ext cx="722663" cy="98476"/>
              <a:chOff x="745455" y="6594444"/>
              <a:chExt cx="722663" cy="98476"/>
            </a:xfrm>
          </p:grpSpPr>
          <p:sp>
            <p:nvSpPr>
              <p:cNvPr id="815" name="Google Shape;815;g2800d3fcf52_16_105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16" name="Google Shape;816;g2800d3fcf52_16_105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17" name="Google Shape;817;g2800d3fcf52_16_105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18" name="Google Shape;818;g2800d3fcf52_16_105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19" name="Google Shape;819;g2800d3fcf52_16_105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0" name="Google Shape;820;g2800d3fcf52_16_105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1" name="Google Shape;821;g2800d3fcf52_16_105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2" name="Google Shape;822;g2800d3fcf52_16_105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3" name="Google Shape;823;g2800d3fcf52_16_105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4" name="Google Shape;824;g2800d3fcf52_16_105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825" name="Google Shape;825;g2800d3fcf52_16_1055"/>
            <p:cNvGrpSpPr/>
            <p:nvPr/>
          </p:nvGrpSpPr>
          <p:grpSpPr>
            <a:xfrm>
              <a:off x="265625" y="6323271"/>
              <a:ext cx="1249222" cy="190348"/>
              <a:chOff x="265625" y="6323271"/>
              <a:chExt cx="1249222" cy="190348"/>
            </a:xfrm>
          </p:grpSpPr>
          <p:sp>
            <p:nvSpPr>
              <p:cNvPr id="826" name="Google Shape;826;g2800d3fcf52_16_105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7" name="Google Shape;827;g2800d3fcf52_16_105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8" name="Google Shape;828;g2800d3fcf52_16_105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9" name="Google Shape;829;g2800d3fcf52_16_105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0" name="Google Shape;830;g2800d3fcf52_16_105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1" name="Google Shape;831;g2800d3fcf52_16_105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2" name="Google Shape;832;g2800d3fcf52_16_105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833" name="Google Shape;833;g2800d3fcf52_16_1055"/>
          <p:cNvSpPr/>
          <p:nvPr/>
        </p:nvSpPr>
        <p:spPr>
          <a:xfrm>
            <a:off x="0" y="0"/>
            <a:ext cx="1218571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37" r:id="rId35"/>
    <p:sldLayoutId id="2147483738" r:id="rId36"/>
    <p:sldLayoutId id="2147483739" r:id="rId37"/>
    <p:sldLayoutId id="2147483740" r:id="rId38"/>
    <p:sldLayoutId id="2147483741" r:id="rId39"/>
    <p:sldLayoutId id="2147483742" r:id="rId40"/>
    <p:sldLayoutId id="2147483743" r:id="rId41"/>
    <p:sldLayoutId id="2147483744" r:id="rId42"/>
    <p:sldLayoutId id="2147483745" r:id="rId43"/>
    <p:sldLayoutId id="2147483746" r:id="rId44"/>
    <p:sldLayoutId id="2147483747" r:id="rId45"/>
    <p:sldLayoutId id="2147483748" r:id="rId46"/>
    <p:sldLayoutId id="2147483749" r:id="rId47"/>
    <p:sldLayoutId id="2147483750" r:id="rId48"/>
    <p:sldLayoutId id="2147483751" r:id="rId49"/>
    <p:sldLayoutId id="2147483752" r:id="rId50"/>
    <p:sldLayoutId id="2147483753" r:id="rId51"/>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54.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27.png"/><Relationship Id="rId3" Type="http://schemas.openxmlformats.org/officeDocument/2006/relationships/image" Target="../media/image28.png"/><Relationship Id="rId7" Type="http://schemas.openxmlformats.org/officeDocument/2006/relationships/image" Target="../media/image42.png"/><Relationship Id="rId12"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38.png"/><Relationship Id="rId7"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44.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44.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54.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44.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44.png"/><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44.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94"/>
        <p:cNvGrpSpPr/>
        <p:nvPr/>
      </p:nvGrpSpPr>
      <p:grpSpPr>
        <a:xfrm>
          <a:off x="0" y="0"/>
          <a:ext cx="0" cy="0"/>
          <a:chOff x="0" y="0"/>
          <a:chExt cx="0" cy="0"/>
        </a:xfrm>
      </p:grpSpPr>
      <p:sp>
        <p:nvSpPr>
          <p:cNvPr id="1595" name="Google Shape;1595;p1"/>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2800"/>
              <a:buFont typeface="Arial"/>
              <a:buNone/>
            </a:pPr>
            <a:r>
              <a:rPr lang="en-US"/>
              <a:t>Disclaimer</a:t>
            </a:r>
            <a:endParaRPr/>
          </a:p>
        </p:txBody>
      </p:sp>
      <p:sp>
        <p:nvSpPr>
          <p:cNvPr id="1596" name="Google Shape;1596;p1"/>
          <p:cNvSpPr txBox="1">
            <a:spLocks noGrp="1"/>
          </p:cNvSpPr>
          <p:nvPr>
            <p:ph type="body" idx="2"/>
          </p:nvPr>
        </p:nvSpPr>
        <p:spPr>
          <a:xfrm>
            <a:off x="616505" y="957943"/>
            <a:ext cx="10972800" cy="5214258"/>
          </a:xfrm>
          <a:prstGeom prst="rect">
            <a:avLst/>
          </a:prstGeom>
          <a:noFill/>
          <a:ln>
            <a:noFill/>
          </a:ln>
        </p:spPr>
        <p:txBody>
          <a:bodyPr spcFirstLastPara="1" wrap="square" lIns="0" tIns="0" rIns="0" bIns="0" anchor="t" anchorCtr="0">
            <a:noAutofit/>
          </a:bodyPr>
          <a:lstStyle/>
          <a:p>
            <a:pPr marL="285750" lvl="0" indent="-285750" algn="l" rtl="0">
              <a:lnSpc>
                <a:spcPct val="100000"/>
              </a:lnSpc>
              <a:spcBef>
                <a:spcPts val="0"/>
              </a:spcBef>
              <a:spcAft>
                <a:spcPts val="0"/>
              </a:spcAft>
              <a:buClr>
                <a:srgbClr val="3F3F3F"/>
              </a:buClr>
              <a:buSzPts val="1798"/>
              <a:buFont typeface="Arial"/>
              <a:buChar char="•"/>
            </a:pPr>
            <a:r>
              <a:rPr lang="en-US" sz="1600" b="0" i="0" u="none" strike="noStrike" cap="none">
                <a:latin typeface="Arial"/>
                <a:ea typeface="Arial"/>
                <a:cs typeface="Arial"/>
                <a:sym typeface="Arial"/>
              </a:rPr>
              <a:t>Certain information in this presentation may outline Broadcom's general product direction. </a:t>
            </a:r>
            <a:endParaRPr/>
          </a:p>
          <a:p>
            <a:pPr marL="285750" lvl="0" indent="-171577" algn="l" rtl="0">
              <a:lnSpc>
                <a:spcPct val="100000"/>
              </a:lnSpc>
              <a:spcBef>
                <a:spcPts val="0"/>
              </a:spcBef>
              <a:spcAft>
                <a:spcPts val="0"/>
              </a:spcAft>
              <a:buClr>
                <a:srgbClr val="3F3F3F"/>
              </a:buClr>
              <a:buSzPts val="1798"/>
              <a:buFont typeface="Arial"/>
              <a:buNone/>
            </a:pPr>
            <a:endParaRPr sz="1600">
              <a:latin typeface="Arial"/>
              <a:ea typeface="Arial"/>
              <a:cs typeface="Arial"/>
              <a:sym typeface="Arial"/>
            </a:endParaRPr>
          </a:p>
          <a:p>
            <a:pPr marL="285750" lvl="0" indent="-285750" algn="l" rtl="0">
              <a:lnSpc>
                <a:spcPct val="100000"/>
              </a:lnSpc>
              <a:spcBef>
                <a:spcPts val="0"/>
              </a:spcBef>
              <a:spcAft>
                <a:spcPts val="0"/>
              </a:spcAft>
              <a:buClr>
                <a:srgbClr val="3F3F3F"/>
              </a:buClr>
              <a:buSzPts val="1798"/>
              <a:buFont typeface="Arial"/>
              <a:buChar char="•"/>
            </a:pPr>
            <a:r>
              <a:rPr lang="en-US" sz="1600" b="0" i="0" u="none" strike="noStrike" cap="none">
                <a:latin typeface="Arial"/>
                <a:ea typeface="Arial"/>
                <a:cs typeface="Arial"/>
                <a:sym typeface="Arial"/>
              </a:rPr>
              <a:t>This presentation shall not serve to (i) affect the rights and/or obligations of Broadcom or its licensees under any existing or future license agreement or services agreement relating to any Broadcom software product; or (ii) amend any product documentation or specifications for any Broadcom software product. </a:t>
            </a:r>
            <a:endParaRPr/>
          </a:p>
          <a:p>
            <a:pPr marL="285750" lvl="0" indent="-171577" algn="l" rtl="0">
              <a:lnSpc>
                <a:spcPct val="100000"/>
              </a:lnSpc>
              <a:spcBef>
                <a:spcPts val="0"/>
              </a:spcBef>
              <a:spcAft>
                <a:spcPts val="0"/>
              </a:spcAft>
              <a:buClr>
                <a:srgbClr val="3F3F3F"/>
              </a:buClr>
              <a:buSzPts val="1798"/>
              <a:buFont typeface="Arial"/>
              <a:buNone/>
            </a:pPr>
            <a:endParaRPr sz="1600">
              <a:latin typeface="Arial"/>
              <a:ea typeface="Arial"/>
              <a:cs typeface="Arial"/>
              <a:sym typeface="Arial"/>
            </a:endParaRPr>
          </a:p>
          <a:p>
            <a:pPr marL="285750" lvl="0" indent="-285750" algn="l" rtl="0">
              <a:lnSpc>
                <a:spcPct val="100000"/>
              </a:lnSpc>
              <a:spcBef>
                <a:spcPts val="0"/>
              </a:spcBef>
              <a:spcAft>
                <a:spcPts val="0"/>
              </a:spcAft>
              <a:buClr>
                <a:srgbClr val="3F3F3F"/>
              </a:buClr>
              <a:buSzPts val="1798"/>
              <a:buFont typeface="Arial"/>
              <a:buChar char="•"/>
            </a:pPr>
            <a:r>
              <a:rPr lang="en-US" sz="1600" b="0" i="0" u="none" strike="noStrike" cap="none">
                <a:latin typeface="Arial"/>
                <a:ea typeface="Arial"/>
                <a:cs typeface="Arial"/>
                <a:sym typeface="Arial"/>
              </a:rPr>
              <a:t>This presentation is based on current information and resource allocations and is subject to change or withdrawal by Broadcom at any time without notice. </a:t>
            </a:r>
            <a:endParaRPr/>
          </a:p>
          <a:p>
            <a:pPr marL="285750" lvl="0" indent="-171577" algn="l" rtl="0">
              <a:lnSpc>
                <a:spcPct val="100000"/>
              </a:lnSpc>
              <a:spcBef>
                <a:spcPts val="0"/>
              </a:spcBef>
              <a:spcAft>
                <a:spcPts val="0"/>
              </a:spcAft>
              <a:buClr>
                <a:srgbClr val="3F3F3F"/>
              </a:buClr>
              <a:buSzPts val="1798"/>
              <a:buFont typeface="Arial"/>
              <a:buNone/>
            </a:pPr>
            <a:endParaRPr sz="1600">
              <a:latin typeface="Arial"/>
              <a:ea typeface="Arial"/>
              <a:cs typeface="Arial"/>
              <a:sym typeface="Arial"/>
            </a:endParaRPr>
          </a:p>
          <a:p>
            <a:pPr marL="285750" lvl="0" indent="-285750" algn="l" rtl="0">
              <a:lnSpc>
                <a:spcPct val="100000"/>
              </a:lnSpc>
              <a:spcBef>
                <a:spcPts val="0"/>
              </a:spcBef>
              <a:spcAft>
                <a:spcPts val="0"/>
              </a:spcAft>
              <a:buClr>
                <a:srgbClr val="3F3F3F"/>
              </a:buClr>
              <a:buSzPts val="1798"/>
              <a:buFont typeface="Arial"/>
              <a:buChar char="•"/>
            </a:pPr>
            <a:r>
              <a:rPr lang="en-US" sz="1600" b="0" i="0" u="none" strike="noStrike" cap="none">
                <a:latin typeface="Arial"/>
                <a:ea typeface="Arial"/>
                <a:cs typeface="Arial"/>
                <a:sym typeface="Arial"/>
              </a:rPr>
              <a:t>The development, release and timing of any features or functionality described in this presentation remain at Broadcom's sole discretion. </a:t>
            </a:r>
            <a:endParaRPr/>
          </a:p>
          <a:p>
            <a:pPr marL="285750" lvl="0" indent="-171577" algn="l" rtl="0">
              <a:lnSpc>
                <a:spcPct val="100000"/>
              </a:lnSpc>
              <a:spcBef>
                <a:spcPts val="0"/>
              </a:spcBef>
              <a:spcAft>
                <a:spcPts val="0"/>
              </a:spcAft>
              <a:buClr>
                <a:srgbClr val="3F3F3F"/>
              </a:buClr>
              <a:buSzPts val="1798"/>
              <a:buFont typeface="Arial"/>
              <a:buNone/>
            </a:pPr>
            <a:endParaRPr sz="1600">
              <a:latin typeface="Arial"/>
              <a:ea typeface="Arial"/>
              <a:cs typeface="Arial"/>
              <a:sym typeface="Arial"/>
            </a:endParaRPr>
          </a:p>
          <a:p>
            <a:pPr marL="285750" lvl="0" indent="-285750" algn="l" rtl="0">
              <a:lnSpc>
                <a:spcPct val="100000"/>
              </a:lnSpc>
              <a:spcBef>
                <a:spcPts val="0"/>
              </a:spcBef>
              <a:spcAft>
                <a:spcPts val="0"/>
              </a:spcAft>
              <a:buClr>
                <a:srgbClr val="3F3F3F"/>
              </a:buClr>
              <a:buSzPts val="1798"/>
              <a:buFont typeface="Arial"/>
              <a:buChar char="•"/>
            </a:pPr>
            <a:r>
              <a:rPr lang="en-US" sz="1600" b="0" i="0" u="none" strike="noStrike" cap="none">
                <a:latin typeface="Arial"/>
                <a:ea typeface="Arial"/>
                <a:cs typeface="Arial"/>
                <a:sym typeface="Arial"/>
              </a:rPr>
              <a:t>Notwithstanding anything in this presentation to the contrary, upon the general availability of any future Broadcom product release referenced in this presentation, Broadcom may make such release available to new licensees in the form of a regularly scheduled major product release. </a:t>
            </a:r>
            <a:endParaRPr/>
          </a:p>
          <a:p>
            <a:pPr marL="285750" lvl="0" indent="-171577" algn="l" rtl="0">
              <a:lnSpc>
                <a:spcPct val="100000"/>
              </a:lnSpc>
              <a:spcBef>
                <a:spcPts val="0"/>
              </a:spcBef>
              <a:spcAft>
                <a:spcPts val="0"/>
              </a:spcAft>
              <a:buClr>
                <a:srgbClr val="3F3F3F"/>
              </a:buClr>
              <a:buSzPts val="1798"/>
              <a:buFont typeface="Arial"/>
              <a:buNone/>
            </a:pPr>
            <a:endParaRPr sz="1600">
              <a:latin typeface="Arial"/>
              <a:ea typeface="Arial"/>
              <a:cs typeface="Arial"/>
              <a:sym typeface="Arial"/>
            </a:endParaRPr>
          </a:p>
          <a:p>
            <a:pPr marL="285750" lvl="0" indent="-285750" algn="l" rtl="0">
              <a:lnSpc>
                <a:spcPct val="100000"/>
              </a:lnSpc>
              <a:spcBef>
                <a:spcPts val="0"/>
              </a:spcBef>
              <a:spcAft>
                <a:spcPts val="0"/>
              </a:spcAft>
              <a:buClr>
                <a:srgbClr val="3F3F3F"/>
              </a:buClr>
              <a:buSzPts val="1798"/>
              <a:buFont typeface="Arial"/>
              <a:buChar char="•"/>
            </a:pPr>
            <a:r>
              <a:rPr lang="en-US" sz="1600" b="0" i="0" u="none" strike="noStrike" cap="none">
                <a:latin typeface="Arial"/>
                <a:ea typeface="Arial"/>
                <a:cs typeface="Arial"/>
                <a:sym typeface="Arial"/>
              </a:rPr>
              <a:t>Such release may be made available to licensees of the product who are active subscribers to  Broadcom maintenance and support, on a when and if-available basis. </a:t>
            </a:r>
            <a:endParaRPr/>
          </a:p>
          <a:p>
            <a:pPr marL="285750" lvl="0" indent="-171577" algn="l" rtl="0">
              <a:lnSpc>
                <a:spcPct val="100000"/>
              </a:lnSpc>
              <a:spcBef>
                <a:spcPts val="0"/>
              </a:spcBef>
              <a:spcAft>
                <a:spcPts val="0"/>
              </a:spcAft>
              <a:buClr>
                <a:srgbClr val="3F3F3F"/>
              </a:buClr>
              <a:buSzPts val="1798"/>
              <a:buFont typeface="Arial"/>
              <a:buNone/>
            </a:pPr>
            <a:endParaRPr sz="1600">
              <a:latin typeface="Arial"/>
              <a:ea typeface="Arial"/>
              <a:cs typeface="Arial"/>
              <a:sym typeface="Arial"/>
            </a:endParaRPr>
          </a:p>
          <a:p>
            <a:pPr marL="285750" lvl="0" indent="-285750" algn="l" rtl="0">
              <a:lnSpc>
                <a:spcPct val="100000"/>
              </a:lnSpc>
              <a:spcBef>
                <a:spcPts val="0"/>
              </a:spcBef>
              <a:spcAft>
                <a:spcPts val="0"/>
              </a:spcAft>
              <a:buClr>
                <a:srgbClr val="3F3F3F"/>
              </a:buClr>
              <a:buSzPts val="1798"/>
              <a:buFont typeface="Arial"/>
              <a:buChar char="•"/>
            </a:pPr>
            <a:r>
              <a:rPr lang="en-US" sz="1600" b="0" i="0" u="none" strike="noStrike" cap="none">
                <a:latin typeface="Arial"/>
                <a:ea typeface="Arial"/>
                <a:cs typeface="Arial"/>
                <a:sym typeface="Arial"/>
              </a:rPr>
              <a:t>The information in this presentation is not deemed to be incorporated into any contract.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01"/>
        <p:cNvGrpSpPr/>
        <p:nvPr/>
      </p:nvGrpSpPr>
      <p:grpSpPr>
        <a:xfrm>
          <a:off x="0" y="0"/>
          <a:ext cx="0" cy="0"/>
          <a:chOff x="0" y="0"/>
          <a:chExt cx="0" cy="0"/>
        </a:xfrm>
      </p:grpSpPr>
      <p:sp>
        <p:nvSpPr>
          <p:cNvPr id="1602" name="Google Shape;1602;p2" title="Title"/>
          <p:cNvSpPr txBox="1">
            <a:spLocks noGrp="1"/>
          </p:cNvSpPr>
          <p:nvPr>
            <p:ph type="title"/>
          </p:nvPr>
        </p:nvSpPr>
        <p:spPr>
          <a:xfrm>
            <a:off x="6592949" y="1701846"/>
            <a:ext cx="5102866" cy="123444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4000"/>
              <a:buFont typeface="Arial"/>
              <a:buNone/>
            </a:pPr>
            <a:r>
              <a:rPr lang="en-US"/>
              <a:t>VMware Cloud Foundation 9</a:t>
            </a:r>
            <a:endParaRPr>
              <a:solidFill>
                <a:schemeClr val="accent2"/>
              </a:solidFill>
            </a:endParaRPr>
          </a:p>
        </p:txBody>
      </p:sp>
      <p:sp>
        <p:nvSpPr>
          <p:cNvPr id="1603" name="Google Shape;1603;p2" title="Subtitle"/>
          <p:cNvSpPr txBox="1">
            <a:spLocks noGrp="1"/>
          </p:cNvSpPr>
          <p:nvPr>
            <p:ph type="subTitle" idx="1"/>
          </p:nvPr>
        </p:nvSpPr>
        <p:spPr>
          <a:xfrm>
            <a:off x="6592948" y="3503329"/>
            <a:ext cx="5116452" cy="914399"/>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260"/>
              <a:buNone/>
            </a:pPr>
            <a:r>
              <a:rPr lang="en-US" sz="1400"/>
              <a:t>This deck is meant for General Informational Usage.</a:t>
            </a:r>
            <a:endParaRPr/>
          </a:p>
          <a:p>
            <a:pPr marL="0" lvl="0" indent="0" algn="l" rtl="0">
              <a:lnSpc>
                <a:spcPct val="100000"/>
              </a:lnSpc>
              <a:spcBef>
                <a:spcPts val="1200"/>
              </a:spcBef>
              <a:spcAft>
                <a:spcPts val="0"/>
              </a:spcAft>
              <a:buSzPts val="1260"/>
              <a:buNone/>
            </a:pPr>
            <a:r>
              <a:rPr lang="en-US" sz="1400"/>
              <a:t>Use accordingly and note that references are called out, together with correct RevRec and Legal slide language.</a:t>
            </a:r>
            <a:endParaRPr sz="1400"/>
          </a:p>
          <a:p>
            <a:pPr marL="0" lvl="0" indent="0" algn="l" rtl="0">
              <a:lnSpc>
                <a:spcPct val="100000"/>
              </a:lnSpc>
              <a:spcBef>
                <a:spcPts val="1200"/>
              </a:spcBef>
              <a:spcAft>
                <a:spcPts val="0"/>
              </a:spcAft>
              <a:buSzPts val="1260"/>
              <a:buNone/>
            </a:pPr>
            <a:endParaRPr sz="1400"/>
          </a:p>
          <a:p>
            <a:pPr marL="0" lvl="0" indent="0" algn="l" rtl="0">
              <a:lnSpc>
                <a:spcPct val="100000"/>
              </a:lnSpc>
              <a:spcBef>
                <a:spcPts val="1200"/>
              </a:spcBef>
              <a:spcAft>
                <a:spcPts val="0"/>
              </a:spcAft>
              <a:buSzPts val="1260"/>
              <a:buNone/>
            </a:pPr>
            <a:endParaRPr sz="1400"/>
          </a:p>
        </p:txBody>
      </p:sp>
      <p:sp>
        <p:nvSpPr>
          <p:cNvPr id="1604" name="Google Shape;1604;p2"/>
          <p:cNvSpPr txBox="1">
            <a:spLocks noGrp="1"/>
          </p:cNvSpPr>
          <p:nvPr>
            <p:ph type="body" idx="2"/>
          </p:nvPr>
        </p:nvSpPr>
        <p:spPr>
          <a:xfrm>
            <a:off x="6592948" y="4737425"/>
            <a:ext cx="5402202" cy="355601"/>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666666"/>
              </a:buClr>
              <a:buSzPts val="1440"/>
              <a:buFont typeface="Arial"/>
              <a:buNone/>
            </a:pPr>
            <a:endParaRPr/>
          </a:p>
        </p:txBody>
      </p:sp>
      <p:sp>
        <p:nvSpPr>
          <p:cNvPr id="1605" name="Google Shape;1605;p2"/>
          <p:cNvSpPr txBox="1">
            <a:spLocks noGrp="1"/>
          </p:cNvSpPr>
          <p:nvPr>
            <p:ph type="body" idx="4"/>
          </p:nvPr>
        </p:nvSpPr>
        <p:spPr>
          <a:xfrm>
            <a:off x="6592948" y="5485986"/>
            <a:ext cx="5402202" cy="35560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260"/>
              <a:buNone/>
            </a:pPr>
            <a:endParaRPr/>
          </a:p>
        </p:txBody>
      </p:sp>
      <p:pic>
        <p:nvPicPr>
          <p:cNvPr id="1606" name="Google Shape;1606;p2"/>
          <p:cNvPicPr preferRelativeResize="0"/>
          <p:nvPr/>
        </p:nvPicPr>
        <p:blipFill rotWithShape="1">
          <a:blip r:embed="rId3">
            <a:alphaModFix/>
          </a:blip>
          <a:srcRect/>
          <a:stretch/>
        </p:blipFill>
        <p:spPr>
          <a:xfrm>
            <a:off x="7342625" y="765471"/>
            <a:ext cx="5116452" cy="914400"/>
          </a:xfrm>
          <a:prstGeom prst="rect">
            <a:avLst/>
          </a:prstGeom>
          <a:noFill/>
          <a:ln>
            <a:noFill/>
          </a:ln>
        </p:spPr>
      </p:pic>
      <p:sp>
        <p:nvSpPr>
          <p:cNvPr id="1607" name="Google Shape;1607;p2"/>
          <p:cNvSpPr txBox="1"/>
          <p:nvPr/>
        </p:nvSpPr>
        <p:spPr>
          <a:xfrm>
            <a:off x="6365033" y="1068782"/>
            <a:ext cx="69699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Arial"/>
                <a:ea typeface="Arial"/>
                <a:cs typeface="Arial"/>
                <a:sym typeface="Arial"/>
              </a:rPr>
              <a:t>Revision Date: </a:t>
            </a:r>
            <a:r>
              <a:rPr lang="en-US" sz="2000" b="1">
                <a:solidFill>
                  <a:srgbClr val="FFFFFF"/>
                </a:solidFill>
              </a:rPr>
              <a:t>September 13th,</a:t>
            </a:r>
            <a:r>
              <a:rPr lang="en-US" sz="2000" b="1" i="0" u="none" strike="noStrike" cap="none">
                <a:solidFill>
                  <a:srgbClr val="FFFFFF"/>
                </a:solidFill>
                <a:latin typeface="Arial"/>
                <a:ea typeface="Arial"/>
                <a:cs typeface="Arial"/>
                <a:sym typeface="Arial"/>
              </a:rPr>
              <a:t>  2024</a:t>
            </a:r>
            <a:endParaRPr sz="2000" b="0" i="0" u="none" strike="noStrike" cap="none">
              <a:solidFill>
                <a:schemeClr val="dk1"/>
              </a:solidFill>
              <a:latin typeface="Arial"/>
              <a:ea typeface="Arial"/>
              <a:cs typeface="Arial"/>
              <a:sym typeface="Arial"/>
            </a:endParaRPr>
          </a:p>
        </p:txBody>
      </p:sp>
      <p:sp>
        <p:nvSpPr>
          <p:cNvPr id="1608" name="Google Shape;1608;p2"/>
          <p:cNvSpPr txBox="1"/>
          <p:nvPr/>
        </p:nvSpPr>
        <p:spPr>
          <a:xfrm>
            <a:off x="5302849" y="6234525"/>
            <a:ext cx="6581400" cy="4308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11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11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1100" b="0" i="0" u="none" strike="noStrike" cap="none">
                <a:solidFill>
                  <a:srgbClr val="3F3F3F"/>
                </a:solidFill>
                <a:latin typeface="Arial"/>
                <a:ea typeface="Arial"/>
                <a:cs typeface="Arial"/>
                <a:sym typeface="Arial"/>
              </a:rPr>
              <a:t>into any contract. There is no commitment or obligation to deliver any items presented herein</a:t>
            </a:r>
            <a:endParaRPr sz="1100" b="0" i="0" u="none" strike="noStrike" cap="none">
              <a:solidFill>
                <a:srgbClr val="3F3F3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3"/>
        <p:cNvGrpSpPr/>
        <p:nvPr/>
      </p:nvGrpSpPr>
      <p:grpSpPr>
        <a:xfrm>
          <a:off x="0" y="0"/>
          <a:ext cx="0" cy="0"/>
          <a:chOff x="0" y="0"/>
          <a:chExt cx="0" cy="0"/>
        </a:xfrm>
      </p:grpSpPr>
      <p:sp>
        <p:nvSpPr>
          <p:cNvPr id="1614" name="Google Shape;1614;p3"/>
          <p:cNvSpPr/>
          <p:nvPr/>
        </p:nvSpPr>
        <p:spPr>
          <a:xfrm>
            <a:off x="6266929" y="1432391"/>
            <a:ext cx="5533338" cy="4630952"/>
          </a:xfrm>
          <a:prstGeom prst="roundRect">
            <a:avLst>
              <a:gd name="adj" fmla="val 3072"/>
            </a:avLst>
          </a:prstGeom>
          <a:solidFill>
            <a:srgbClr val="F2F2F2"/>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15" name="Google Shape;1615;p3"/>
          <p:cNvSpPr/>
          <p:nvPr/>
        </p:nvSpPr>
        <p:spPr>
          <a:xfrm>
            <a:off x="6857472" y="1192698"/>
            <a:ext cx="4358973" cy="396600"/>
          </a:xfrm>
          <a:prstGeom prst="roundRect">
            <a:avLst>
              <a:gd name="adj" fmla="val 50000"/>
            </a:avLst>
          </a:prstGeom>
          <a:solidFill>
            <a:schemeClr val="dk1"/>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PUBLIC CLOUD</a:t>
            </a:r>
            <a:endParaRPr sz="1400" b="0" i="0" u="none" strike="noStrike" cap="none">
              <a:solidFill>
                <a:srgbClr val="000000"/>
              </a:solidFill>
              <a:latin typeface="Arial"/>
              <a:ea typeface="Arial"/>
              <a:cs typeface="Arial"/>
              <a:sym typeface="Arial"/>
            </a:endParaRPr>
          </a:p>
        </p:txBody>
      </p:sp>
      <p:sp>
        <p:nvSpPr>
          <p:cNvPr id="1616" name="Google Shape;1616;p3"/>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rgbClr val="000000"/>
              </a:buClr>
              <a:buSzPts val="2800"/>
              <a:buFont typeface="Arial"/>
              <a:buNone/>
            </a:pPr>
            <a:r>
              <a:rPr lang="en-US"/>
              <a:t>Your Current Cloud Strategy is Not Working</a:t>
            </a:r>
            <a:endParaRPr sz="2700"/>
          </a:p>
        </p:txBody>
      </p:sp>
      <p:sp>
        <p:nvSpPr>
          <p:cNvPr id="1617" name="Google Shape;1617;p3"/>
          <p:cNvSpPr/>
          <p:nvPr/>
        </p:nvSpPr>
        <p:spPr>
          <a:xfrm>
            <a:off x="6317864" y="3770126"/>
            <a:ext cx="1572973" cy="556901"/>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lt1"/>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18" name="Google Shape;1618;p3"/>
          <p:cNvSpPr/>
          <p:nvPr/>
        </p:nvSpPr>
        <p:spPr>
          <a:xfrm flipH="1">
            <a:off x="10528500" y="2200542"/>
            <a:ext cx="769929" cy="272589"/>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lt1"/>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619" name="Google Shape;1619;p3"/>
          <p:cNvGrpSpPr/>
          <p:nvPr/>
        </p:nvGrpSpPr>
        <p:grpSpPr>
          <a:xfrm>
            <a:off x="6993120" y="2303413"/>
            <a:ext cx="3896052" cy="2278917"/>
            <a:chOff x="7319304" y="2476806"/>
            <a:chExt cx="3897221" cy="2279601"/>
          </a:xfrm>
        </p:grpSpPr>
        <p:sp>
          <p:nvSpPr>
            <p:cNvPr id="1620" name="Google Shape;1620;p3"/>
            <p:cNvSpPr/>
            <p:nvPr/>
          </p:nvSpPr>
          <p:spPr>
            <a:xfrm>
              <a:off x="7319304" y="2476806"/>
              <a:ext cx="3897221" cy="2279601"/>
            </a:xfrm>
            <a:custGeom>
              <a:avLst/>
              <a:gdLst/>
              <a:ahLst/>
              <a:cxnLst/>
              <a:rect l="l" t="t" r="r" b="b"/>
              <a:pathLst>
                <a:path w="3783710" h="2202513" extrusionOk="0">
                  <a:moveTo>
                    <a:pt x="3267924" y="796115"/>
                  </a:moveTo>
                  <a:cubicBezTo>
                    <a:pt x="3210686" y="350169"/>
                    <a:pt x="2865351" y="10939"/>
                    <a:pt x="2450821" y="382"/>
                  </a:cubicBezTo>
                  <a:cubicBezTo>
                    <a:pt x="2443698" y="127"/>
                    <a:pt x="2436321" y="0"/>
                    <a:pt x="2429198" y="0"/>
                  </a:cubicBezTo>
                  <a:cubicBezTo>
                    <a:pt x="2103196" y="0"/>
                    <a:pt x="1808484" y="203894"/>
                    <a:pt x="1666153" y="523409"/>
                  </a:cubicBezTo>
                  <a:cubicBezTo>
                    <a:pt x="1588055" y="492246"/>
                    <a:pt x="1504488" y="475074"/>
                    <a:pt x="1416850" y="472530"/>
                  </a:cubicBezTo>
                  <a:lnTo>
                    <a:pt x="1398407" y="472530"/>
                  </a:lnTo>
                  <a:cubicBezTo>
                    <a:pt x="1074694" y="472530"/>
                    <a:pt x="788123" y="694105"/>
                    <a:pt x="699850" y="1005860"/>
                  </a:cubicBezTo>
                  <a:cubicBezTo>
                    <a:pt x="668178" y="1000009"/>
                    <a:pt x="635362" y="996702"/>
                    <a:pt x="601782" y="995939"/>
                  </a:cubicBezTo>
                  <a:lnTo>
                    <a:pt x="587536" y="995939"/>
                  </a:lnTo>
                  <a:cubicBezTo>
                    <a:pt x="271074" y="995939"/>
                    <a:pt x="7525" y="1254400"/>
                    <a:pt x="148" y="1572006"/>
                  </a:cubicBezTo>
                  <a:cubicBezTo>
                    <a:pt x="-3541" y="1726676"/>
                    <a:pt x="61838" y="1884907"/>
                    <a:pt x="179494" y="2005997"/>
                  </a:cubicBezTo>
                  <a:cubicBezTo>
                    <a:pt x="296513" y="2126578"/>
                    <a:pt x="453600" y="2198061"/>
                    <a:pt x="610940" y="2202386"/>
                  </a:cubicBezTo>
                  <a:cubicBezTo>
                    <a:pt x="618445" y="2202513"/>
                    <a:pt x="640831" y="2202513"/>
                    <a:pt x="675301" y="2202513"/>
                  </a:cubicBezTo>
                  <a:cubicBezTo>
                    <a:pt x="675301" y="2202513"/>
                    <a:pt x="675301" y="2202513"/>
                    <a:pt x="675428" y="2202513"/>
                  </a:cubicBezTo>
                  <a:cubicBezTo>
                    <a:pt x="828571" y="2202513"/>
                    <a:pt x="1232035" y="2201114"/>
                    <a:pt x="1659157" y="2199588"/>
                  </a:cubicBezTo>
                  <a:lnTo>
                    <a:pt x="1917491" y="2198697"/>
                  </a:lnTo>
                  <a:cubicBezTo>
                    <a:pt x="2434922" y="2196917"/>
                    <a:pt x="2923733" y="2195136"/>
                    <a:pt x="3098118" y="2195136"/>
                  </a:cubicBezTo>
                  <a:cubicBezTo>
                    <a:pt x="3145181" y="2195136"/>
                    <a:pt x="3156119" y="2195390"/>
                    <a:pt x="3158409" y="2195518"/>
                  </a:cubicBezTo>
                  <a:lnTo>
                    <a:pt x="3173418" y="2195518"/>
                  </a:lnTo>
                  <a:cubicBezTo>
                    <a:pt x="3501455" y="2195518"/>
                    <a:pt x="3775179" y="1886687"/>
                    <a:pt x="3783447" y="1507391"/>
                  </a:cubicBezTo>
                  <a:cubicBezTo>
                    <a:pt x="3792478" y="1151244"/>
                    <a:pt x="3568741" y="846993"/>
                    <a:pt x="3267797" y="796115"/>
                  </a:cubicBezTo>
                  <a:close/>
                </a:path>
              </a:pathLst>
            </a:custGeom>
            <a:gradFill>
              <a:gsLst>
                <a:gs pos="0">
                  <a:schemeClr val="accent5"/>
                </a:gs>
                <a:gs pos="33000">
                  <a:schemeClr val="accent3"/>
                </a:gs>
                <a:gs pos="68000">
                  <a:schemeClr val="accent1"/>
                </a:gs>
                <a:gs pos="100000">
                  <a:schemeClr val="accent4"/>
                </a:gs>
              </a:gsLst>
              <a:lin ang="18900044" scaled="0"/>
            </a:gradFill>
            <a:ln>
              <a:noFill/>
            </a:ln>
          </p:spPr>
          <p:txBody>
            <a:bodyPr spcFirstLastPara="1" wrap="square" lIns="74000" tIns="37000" rIns="74000" bIns="370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21" name="Google Shape;1621;p3"/>
            <p:cNvSpPr/>
            <p:nvPr/>
          </p:nvSpPr>
          <p:spPr>
            <a:xfrm>
              <a:off x="7473407" y="2616477"/>
              <a:ext cx="3599089" cy="2015357"/>
            </a:xfrm>
            <a:custGeom>
              <a:avLst/>
              <a:gdLst/>
              <a:ahLst/>
              <a:cxnLst/>
              <a:rect l="l" t="t" r="r" b="b"/>
              <a:pathLst>
                <a:path w="2473601" h="1385125" extrusionOk="0">
                  <a:moveTo>
                    <a:pt x="399371" y="1385126"/>
                  </a:moveTo>
                  <a:cubicBezTo>
                    <a:pt x="376225" y="1385126"/>
                    <a:pt x="361271" y="1385126"/>
                    <a:pt x="356223" y="1385030"/>
                  </a:cubicBezTo>
                  <a:cubicBezTo>
                    <a:pt x="165532" y="1379887"/>
                    <a:pt x="-4299" y="1205008"/>
                    <a:pt x="83" y="1018222"/>
                  </a:cubicBezTo>
                  <a:cubicBezTo>
                    <a:pt x="4369" y="834866"/>
                    <a:pt x="156388" y="685705"/>
                    <a:pt x="338792" y="685705"/>
                  </a:cubicBezTo>
                  <a:lnTo>
                    <a:pt x="347079" y="685705"/>
                  </a:lnTo>
                  <a:cubicBezTo>
                    <a:pt x="376416" y="686372"/>
                    <a:pt x="404514" y="690372"/>
                    <a:pt x="430803" y="697611"/>
                  </a:cubicBezTo>
                  <a:lnTo>
                    <a:pt x="464998" y="707041"/>
                  </a:lnTo>
                  <a:lnTo>
                    <a:pt x="472428" y="672370"/>
                  </a:lnTo>
                  <a:cubicBezTo>
                    <a:pt x="515576" y="471297"/>
                    <a:pt x="694075" y="325374"/>
                    <a:pt x="897052" y="325374"/>
                  </a:cubicBezTo>
                  <a:lnTo>
                    <a:pt x="907816" y="325374"/>
                  </a:lnTo>
                  <a:cubicBezTo>
                    <a:pt x="970490" y="327184"/>
                    <a:pt x="1029831" y="341376"/>
                    <a:pt x="1083838" y="367570"/>
                  </a:cubicBezTo>
                  <a:lnTo>
                    <a:pt x="1116508" y="383381"/>
                  </a:lnTo>
                  <a:lnTo>
                    <a:pt x="1129653" y="349567"/>
                  </a:lnTo>
                  <a:cubicBezTo>
                    <a:pt x="1211949" y="137255"/>
                    <a:pt x="1399210" y="0"/>
                    <a:pt x="1606665" y="0"/>
                  </a:cubicBezTo>
                  <a:cubicBezTo>
                    <a:pt x="1610856" y="0"/>
                    <a:pt x="1615142" y="0"/>
                    <a:pt x="1619333" y="190"/>
                  </a:cubicBezTo>
                  <a:cubicBezTo>
                    <a:pt x="1879556" y="6572"/>
                    <a:pt x="2095393" y="227457"/>
                    <a:pt x="2121491" y="514064"/>
                  </a:cubicBezTo>
                  <a:lnTo>
                    <a:pt x="2123968" y="541687"/>
                  </a:lnTo>
                  <a:lnTo>
                    <a:pt x="2151590" y="544354"/>
                  </a:lnTo>
                  <a:cubicBezTo>
                    <a:pt x="2337613" y="562166"/>
                    <a:pt x="2479060" y="749332"/>
                    <a:pt x="2473440" y="970502"/>
                  </a:cubicBezTo>
                  <a:cubicBezTo>
                    <a:pt x="2468487" y="1196531"/>
                    <a:pt x="2309610" y="1380363"/>
                    <a:pt x="2119110" y="1380363"/>
                  </a:cubicBezTo>
                  <a:lnTo>
                    <a:pt x="2111204" y="1380363"/>
                  </a:lnTo>
                  <a:cubicBezTo>
                    <a:pt x="2106061" y="1380173"/>
                    <a:pt x="2090916" y="1380077"/>
                    <a:pt x="2067294" y="1380077"/>
                  </a:cubicBezTo>
                  <a:cubicBezTo>
                    <a:pt x="1945088" y="1380077"/>
                    <a:pt x="1591330" y="1381316"/>
                    <a:pt x="1236714" y="1382554"/>
                  </a:cubicBezTo>
                  <a:cubicBezTo>
                    <a:pt x="880384" y="1383792"/>
                    <a:pt x="523196" y="1385126"/>
                    <a:pt x="399276" y="1385126"/>
                  </a:cubicBezTo>
                </a:path>
              </a:pathLst>
            </a:custGeom>
            <a:gradFill>
              <a:gsLst>
                <a:gs pos="0">
                  <a:schemeClr val="accent5"/>
                </a:gs>
                <a:gs pos="13000">
                  <a:schemeClr val="accent5"/>
                </a:gs>
                <a:gs pos="49000">
                  <a:schemeClr val="accent2"/>
                </a:gs>
                <a:gs pos="100000">
                  <a:schemeClr val="accent3"/>
                </a:gs>
              </a:gsLst>
              <a:lin ang="18900044" scaled="0"/>
            </a:gradFill>
            <a:ln>
              <a:noFill/>
            </a:ln>
          </p:spPr>
          <p:txBody>
            <a:bodyPr spcFirstLastPara="1" wrap="square" lIns="74000" tIns="37000" rIns="74000" bIns="370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22" name="Google Shape;1622;p3"/>
            <p:cNvSpPr/>
            <p:nvPr/>
          </p:nvSpPr>
          <p:spPr>
            <a:xfrm>
              <a:off x="7473407" y="2616477"/>
              <a:ext cx="3599089" cy="2015357"/>
            </a:xfrm>
            <a:custGeom>
              <a:avLst/>
              <a:gdLst/>
              <a:ahLst/>
              <a:cxnLst/>
              <a:rect l="l" t="t" r="r" b="b"/>
              <a:pathLst>
                <a:path w="2473601" h="1385125" extrusionOk="0">
                  <a:moveTo>
                    <a:pt x="399371" y="1385126"/>
                  </a:moveTo>
                  <a:cubicBezTo>
                    <a:pt x="376225" y="1385126"/>
                    <a:pt x="361271" y="1385126"/>
                    <a:pt x="356223" y="1385030"/>
                  </a:cubicBezTo>
                  <a:cubicBezTo>
                    <a:pt x="165532" y="1379887"/>
                    <a:pt x="-4299" y="1205008"/>
                    <a:pt x="83" y="1018222"/>
                  </a:cubicBezTo>
                  <a:cubicBezTo>
                    <a:pt x="4369" y="834866"/>
                    <a:pt x="156388" y="685705"/>
                    <a:pt x="338792" y="685705"/>
                  </a:cubicBezTo>
                  <a:lnTo>
                    <a:pt x="347079" y="685705"/>
                  </a:lnTo>
                  <a:cubicBezTo>
                    <a:pt x="376416" y="686372"/>
                    <a:pt x="404514" y="690372"/>
                    <a:pt x="430803" y="697611"/>
                  </a:cubicBezTo>
                  <a:lnTo>
                    <a:pt x="464998" y="707041"/>
                  </a:lnTo>
                  <a:lnTo>
                    <a:pt x="472428" y="672370"/>
                  </a:lnTo>
                  <a:cubicBezTo>
                    <a:pt x="515576" y="471297"/>
                    <a:pt x="694075" y="325374"/>
                    <a:pt x="897052" y="325374"/>
                  </a:cubicBezTo>
                  <a:lnTo>
                    <a:pt x="907816" y="325374"/>
                  </a:lnTo>
                  <a:cubicBezTo>
                    <a:pt x="970490" y="327184"/>
                    <a:pt x="1029831" y="341376"/>
                    <a:pt x="1083838" y="367570"/>
                  </a:cubicBezTo>
                  <a:lnTo>
                    <a:pt x="1116508" y="383381"/>
                  </a:lnTo>
                  <a:lnTo>
                    <a:pt x="1129653" y="349567"/>
                  </a:lnTo>
                  <a:cubicBezTo>
                    <a:pt x="1211949" y="137255"/>
                    <a:pt x="1399210" y="0"/>
                    <a:pt x="1606665" y="0"/>
                  </a:cubicBezTo>
                  <a:cubicBezTo>
                    <a:pt x="1610856" y="0"/>
                    <a:pt x="1615142" y="0"/>
                    <a:pt x="1619333" y="190"/>
                  </a:cubicBezTo>
                  <a:cubicBezTo>
                    <a:pt x="1879556" y="6572"/>
                    <a:pt x="2095393" y="227457"/>
                    <a:pt x="2121491" y="514064"/>
                  </a:cubicBezTo>
                  <a:lnTo>
                    <a:pt x="2123968" y="541687"/>
                  </a:lnTo>
                  <a:lnTo>
                    <a:pt x="2151590" y="544354"/>
                  </a:lnTo>
                  <a:cubicBezTo>
                    <a:pt x="2337613" y="562166"/>
                    <a:pt x="2479060" y="749332"/>
                    <a:pt x="2473440" y="970502"/>
                  </a:cubicBezTo>
                  <a:cubicBezTo>
                    <a:pt x="2468487" y="1196531"/>
                    <a:pt x="2309610" y="1380363"/>
                    <a:pt x="2119110" y="1380363"/>
                  </a:cubicBezTo>
                  <a:lnTo>
                    <a:pt x="2111204" y="1380363"/>
                  </a:lnTo>
                  <a:cubicBezTo>
                    <a:pt x="2106061" y="1380173"/>
                    <a:pt x="2090916" y="1380077"/>
                    <a:pt x="2067294" y="1380077"/>
                  </a:cubicBezTo>
                  <a:cubicBezTo>
                    <a:pt x="1945088" y="1380077"/>
                    <a:pt x="1591330" y="1381316"/>
                    <a:pt x="1236714" y="1382554"/>
                  </a:cubicBezTo>
                  <a:cubicBezTo>
                    <a:pt x="880384" y="1383792"/>
                    <a:pt x="523196" y="1385126"/>
                    <a:pt x="399276" y="1385126"/>
                  </a:cubicBezTo>
                </a:path>
              </a:pathLst>
            </a:custGeom>
            <a:noFill/>
            <a:ln w="38100" cap="flat" cmpd="sng">
              <a:solidFill>
                <a:srgbClr val="F2F2F2"/>
              </a:solidFill>
              <a:prstDash val="solid"/>
              <a:miter lim="800000"/>
              <a:headEnd type="none" w="sm" len="sm"/>
              <a:tailEnd type="none" w="sm" len="sm"/>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000000"/>
                </a:solidFill>
                <a:latin typeface="Arial"/>
                <a:ea typeface="Arial"/>
                <a:cs typeface="Arial"/>
                <a:sym typeface="Arial"/>
              </a:endParaRPr>
            </a:p>
          </p:txBody>
        </p:sp>
      </p:grpSp>
      <p:sp>
        <p:nvSpPr>
          <p:cNvPr id="1623" name="Google Shape;1623;p3"/>
          <p:cNvSpPr txBox="1"/>
          <p:nvPr/>
        </p:nvSpPr>
        <p:spPr>
          <a:xfrm>
            <a:off x="8300037" y="3713772"/>
            <a:ext cx="14484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FFFFF"/>
                </a:solidFill>
                <a:latin typeface="Arial"/>
                <a:ea typeface="Arial"/>
                <a:cs typeface="Arial"/>
                <a:sym typeface="Arial"/>
              </a:rPr>
              <a:t>ORCHESTRATION</a:t>
            </a:r>
            <a:endParaRPr sz="1000" b="0" i="0" u="none" strike="noStrike" cap="none">
              <a:solidFill>
                <a:srgbClr val="FFFFFF"/>
              </a:solidFill>
              <a:latin typeface="Arial"/>
              <a:ea typeface="Arial"/>
              <a:cs typeface="Arial"/>
              <a:sym typeface="Arial"/>
            </a:endParaRPr>
          </a:p>
        </p:txBody>
      </p:sp>
      <p:sp>
        <p:nvSpPr>
          <p:cNvPr id="1624" name="Google Shape;1624;p3"/>
          <p:cNvSpPr txBox="1"/>
          <p:nvPr/>
        </p:nvSpPr>
        <p:spPr>
          <a:xfrm>
            <a:off x="8300036" y="4072288"/>
            <a:ext cx="14484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FFFFF"/>
                </a:solidFill>
                <a:latin typeface="Arial"/>
                <a:ea typeface="Arial"/>
                <a:cs typeface="Arial"/>
                <a:sym typeface="Arial"/>
              </a:rPr>
              <a:t>INFRASTRUCTURE</a:t>
            </a:r>
            <a:endParaRPr sz="1000" b="0" i="0" u="none" strike="noStrike" cap="none">
              <a:solidFill>
                <a:srgbClr val="FFFFFF"/>
              </a:solidFill>
              <a:latin typeface="Arial"/>
              <a:ea typeface="Arial"/>
              <a:cs typeface="Arial"/>
              <a:sym typeface="Arial"/>
            </a:endParaRPr>
          </a:p>
        </p:txBody>
      </p:sp>
      <p:sp>
        <p:nvSpPr>
          <p:cNvPr id="1625" name="Google Shape;1625;p3"/>
          <p:cNvSpPr txBox="1"/>
          <p:nvPr/>
        </p:nvSpPr>
        <p:spPr>
          <a:xfrm>
            <a:off x="8149350" y="3355256"/>
            <a:ext cx="17499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FFFFF"/>
                </a:solidFill>
                <a:latin typeface="Arial"/>
                <a:ea typeface="Arial"/>
                <a:cs typeface="Arial"/>
                <a:sym typeface="Arial"/>
              </a:rPr>
              <a:t>IaaS CONSUMPTION</a:t>
            </a:r>
            <a:endParaRPr sz="1000" b="0" i="0" u="none" strike="noStrike" cap="none">
              <a:solidFill>
                <a:srgbClr val="FFFFFF"/>
              </a:solidFill>
              <a:latin typeface="Arial"/>
              <a:ea typeface="Arial"/>
              <a:cs typeface="Arial"/>
              <a:sym typeface="Arial"/>
            </a:endParaRPr>
          </a:p>
        </p:txBody>
      </p:sp>
      <p:cxnSp>
        <p:nvCxnSpPr>
          <p:cNvPr id="1626" name="Google Shape;1626;p3"/>
          <p:cNvCxnSpPr/>
          <p:nvPr/>
        </p:nvCxnSpPr>
        <p:spPr>
          <a:xfrm>
            <a:off x="7800997" y="3946875"/>
            <a:ext cx="2446500" cy="0"/>
          </a:xfrm>
          <a:prstGeom prst="straightConnector1">
            <a:avLst/>
          </a:prstGeom>
          <a:noFill/>
          <a:ln w="25400" cap="flat" cmpd="sng">
            <a:solidFill>
              <a:schemeClr val="lt1">
                <a:alpha val="20000"/>
              </a:schemeClr>
            </a:solidFill>
            <a:prstDash val="solid"/>
            <a:miter lim="800000"/>
            <a:headEnd type="none" w="sm" len="sm"/>
            <a:tailEnd type="none" w="sm" len="sm"/>
          </a:ln>
        </p:spPr>
      </p:cxnSp>
      <p:cxnSp>
        <p:nvCxnSpPr>
          <p:cNvPr id="1627" name="Google Shape;1627;p3"/>
          <p:cNvCxnSpPr/>
          <p:nvPr/>
        </p:nvCxnSpPr>
        <p:spPr>
          <a:xfrm>
            <a:off x="7800997" y="3607644"/>
            <a:ext cx="2446500" cy="0"/>
          </a:xfrm>
          <a:prstGeom prst="straightConnector1">
            <a:avLst/>
          </a:prstGeom>
          <a:noFill/>
          <a:ln w="25400" cap="flat" cmpd="sng">
            <a:solidFill>
              <a:schemeClr val="lt1">
                <a:alpha val="20000"/>
              </a:schemeClr>
            </a:solidFill>
            <a:prstDash val="solid"/>
            <a:miter lim="800000"/>
            <a:headEnd type="none" w="sm" len="sm"/>
            <a:tailEnd type="none" w="sm" len="sm"/>
          </a:ln>
        </p:spPr>
      </p:cxnSp>
      <p:pic>
        <p:nvPicPr>
          <p:cNvPr id="1628" name="Google Shape;1628;p3"/>
          <p:cNvPicPr preferRelativeResize="0"/>
          <p:nvPr/>
        </p:nvPicPr>
        <p:blipFill rotWithShape="1">
          <a:blip r:embed="rId3">
            <a:alphaModFix/>
          </a:blip>
          <a:srcRect b="6244"/>
          <a:stretch/>
        </p:blipFill>
        <p:spPr>
          <a:xfrm>
            <a:off x="9783423" y="3615495"/>
            <a:ext cx="1716910" cy="631436"/>
          </a:xfrm>
          <a:prstGeom prst="rect">
            <a:avLst/>
          </a:prstGeom>
          <a:noFill/>
          <a:ln>
            <a:noFill/>
          </a:ln>
        </p:spPr>
      </p:pic>
      <p:grpSp>
        <p:nvGrpSpPr>
          <p:cNvPr id="1629" name="Google Shape;1629;p3"/>
          <p:cNvGrpSpPr/>
          <p:nvPr/>
        </p:nvGrpSpPr>
        <p:grpSpPr>
          <a:xfrm>
            <a:off x="8433447" y="2157230"/>
            <a:ext cx="1051140" cy="1051140"/>
            <a:chOff x="9022186" y="4337910"/>
            <a:chExt cx="729300" cy="729300"/>
          </a:xfrm>
        </p:grpSpPr>
        <p:sp>
          <p:nvSpPr>
            <p:cNvPr id="1630" name="Google Shape;1630;p3"/>
            <p:cNvSpPr/>
            <p:nvPr/>
          </p:nvSpPr>
          <p:spPr>
            <a:xfrm>
              <a:off x="9022186" y="4337910"/>
              <a:ext cx="729300" cy="729300"/>
            </a:xfrm>
            <a:prstGeom prst="ellipse">
              <a:avLst/>
            </a:prstGeom>
            <a:gradFill>
              <a:gsLst>
                <a:gs pos="0">
                  <a:srgbClr val="FFFFFF"/>
                </a:gs>
                <a:gs pos="29000">
                  <a:srgbClr val="FFFFFF"/>
                </a:gs>
                <a:gs pos="47000">
                  <a:srgbClr val="F8FBFD"/>
                </a:gs>
                <a:gs pos="72000">
                  <a:srgbClr val="E7F2FA"/>
                </a:gs>
                <a:gs pos="100000">
                  <a:srgbClr val="CCE4F6"/>
                </a:gs>
              </a:gsLst>
              <a:lin ang="2700006" scaled="0"/>
            </a:gradFill>
            <a:ln w="25400" cap="flat" cmpd="sng">
              <a:solidFill>
                <a:schemeClr val="accent5"/>
              </a:solidFill>
              <a:prstDash val="solid"/>
              <a:miter lim="8000"/>
              <a:headEnd type="none" w="sm" len="sm"/>
              <a:tailEnd type="none" w="sm" len="sm"/>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grpSp>
          <p:nvGrpSpPr>
            <p:cNvPr id="1631" name="Google Shape;1631;p3"/>
            <p:cNvGrpSpPr/>
            <p:nvPr/>
          </p:nvGrpSpPr>
          <p:grpSpPr>
            <a:xfrm>
              <a:off x="9144434" y="4449238"/>
              <a:ext cx="503847" cy="508985"/>
              <a:chOff x="6414246" y="2081970"/>
              <a:chExt cx="607704" cy="613901"/>
            </a:xfrm>
          </p:grpSpPr>
          <p:sp>
            <p:nvSpPr>
              <p:cNvPr id="1632" name="Google Shape;1632;p3"/>
              <p:cNvSpPr/>
              <p:nvPr/>
            </p:nvSpPr>
            <p:spPr>
              <a:xfrm>
                <a:off x="6614477" y="2242940"/>
                <a:ext cx="218375" cy="215613"/>
              </a:xfrm>
              <a:custGeom>
                <a:avLst/>
                <a:gdLst/>
                <a:ahLst/>
                <a:cxnLst/>
                <a:rect l="l" t="t" r="r" b="b"/>
                <a:pathLst>
                  <a:path w="218375" h="215613" extrusionOk="0">
                    <a:moveTo>
                      <a:pt x="181748" y="129217"/>
                    </a:moveTo>
                    <a:lnTo>
                      <a:pt x="181748" y="86464"/>
                    </a:lnTo>
                    <a:cubicBezTo>
                      <a:pt x="191570" y="84875"/>
                      <a:pt x="200598" y="79948"/>
                      <a:pt x="207273" y="72510"/>
                    </a:cubicBezTo>
                    <a:cubicBezTo>
                      <a:pt x="215029" y="63832"/>
                      <a:pt x="218970" y="52675"/>
                      <a:pt x="218303" y="41073"/>
                    </a:cubicBezTo>
                    <a:cubicBezTo>
                      <a:pt x="216968" y="17138"/>
                      <a:pt x="196275" y="-1267"/>
                      <a:pt x="172308" y="68"/>
                    </a:cubicBezTo>
                    <a:cubicBezTo>
                      <a:pt x="152250" y="1181"/>
                      <a:pt x="135372" y="16152"/>
                      <a:pt x="131812" y="35796"/>
                    </a:cubicBezTo>
                    <a:lnTo>
                      <a:pt x="86516" y="35796"/>
                    </a:lnTo>
                    <a:cubicBezTo>
                      <a:pt x="82352" y="14372"/>
                      <a:pt x="62199" y="-790"/>
                      <a:pt x="40330" y="1181"/>
                    </a:cubicBezTo>
                    <a:cubicBezTo>
                      <a:pt x="28855" y="2198"/>
                      <a:pt x="18461" y="7602"/>
                      <a:pt x="11054" y="16438"/>
                    </a:cubicBezTo>
                    <a:cubicBezTo>
                      <a:pt x="3648" y="25243"/>
                      <a:pt x="152" y="36400"/>
                      <a:pt x="1169" y="47875"/>
                    </a:cubicBezTo>
                    <a:cubicBezTo>
                      <a:pt x="2885" y="67233"/>
                      <a:pt x="17285" y="82904"/>
                      <a:pt x="36325" y="86369"/>
                    </a:cubicBezTo>
                    <a:lnTo>
                      <a:pt x="36325" y="129217"/>
                    </a:lnTo>
                    <a:cubicBezTo>
                      <a:pt x="26503" y="130870"/>
                      <a:pt x="17507" y="135861"/>
                      <a:pt x="10895" y="143362"/>
                    </a:cubicBezTo>
                    <a:cubicBezTo>
                      <a:pt x="3203" y="152072"/>
                      <a:pt x="-643" y="163261"/>
                      <a:pt x="88" y="174863"/>
                    </a:cubicBezTo>
                    <a:cubicBezTo>
                      <a:pt x="1550" y="197717"/>
                      <a:pt x="20654" y="215613"/>
                      <a:pt x="43604" y="215613"/>
                    </a:cubicBezTo>
                    <a:cubicBezTo>
                      <a:pt x="44526" y="215613"/>
                      <a:pt x="45447" y="215613"/>
                      <a:pt x="46369" y="215518"/>
                    </a:cubicBezTo>
                    <a:cubicBezTo>
                      <a:pt x="66490" y="214246"/>
                      <a:pt x="83273" y="199116"/>
                      <a:pt x="86643" y="179376"/>
                    </a:cubicBezTo>
                    <a:lnTo>
                      <a:pt x="131716" y="179376"/>
                    </a:lnTo>
                    <a:cubicBezTo>
                      <a:pt x="135690" y="200801"/>
                      <a:pt x="155588" y="216153"/>
                      <a:pt x="177489" y="214437"/>
                    </a:cubicBezTo>
                    <a:cubicBezTo>
                      <a:pt x="188964" y="213547"/>
                      <a:pt x="199422" y="208239"/>
                      <a:pt x="206892" y="199529"/>
                    </a:cubicBezTo>
                    <a:cubicBezTo>
                      <a:pt x="214393" y="190788"/>
                      <a:pt x="218017" y="179694"/>
                      <a:pt x="217127" y="168219"/>
                    </a:cubicBezTo>
                    <a:cubicBezTo>
                      <a:pt x="215601" y="148543"/>
                      <a:pt x="201106" y="132650"/>
                      <a:pt x="181780" y="129249"/>
                    </a:cubicBezTo>
                    <a:close/>
                    <a:moveTo>
                      <a:pt x="137629" y="90724"/>
                    </a:moveTo>
                    <a:lnTo>
                      <a:pt x="149135" y="79249"/>
                    </a:lnTo>
                    <a:cubicBezTo>
                      <a:pt x="154317" y="82936"/>
                      <a:pt x="160292" y="85447"/>
                      <a:pt x="166586" y="86560"/>
                    </a:cubicBezTo>
                    <a:lnTo>
                      <a:pt x="166586" y="129376"/>
                    </a:lnTo>
                    <a:cubicBezTo>
                      <a:pt x="160197" y="130489"/>
                      <a:pt x="154094" y="133063"/>
                      <a:pt x="148849" y="136846"/>
                    </a:cubicBezTo>
                    <a:lnTo>
                      <a:pt x="137279" y="125689"/>
                    </a:lnTo>
                    <a:cubicBezTo>
                      <a:pt x="143922" y="115040"/>
                      <a:pt x="144049" y="101499"/>
                      <a:pt x="137660" y="90724"/>
                    </a:cubicBezTo>
                    <a:close/>
                    <a:moveTo>
                      <a:pt x="174215" y="15103"/>
                    </a:moveTo>
                    <a:lnTo>
                      <a:pt x="174660" y="15103"/>
                    </a:lnTo>
                    <a:cubicBezTo>
                      <a:pt x="182130" y="15103"/>
                      <a:pt x="189186" y="17964"/>
                      <a:pt x="194527" y="23114"/>
                    </a:cubicBezTo>
                    <a:cubicBezTo>
                      <a:pt x="199994" y="28390"/>
                      <a:pt x="203077" y="35510"/>
                      <a:pt x="203204" y="43107"/>
                    </a:cubicBezTo>
                    <a:cubicBezTo>
                      <a:pt x="203331" y="50704"/>
                      <a:pt x="200471" y="57888"/>
                      <a:pt x="195162" y="63355"/>
                    </a:cubicBezTo>
                    <a:cubicBezTo>
                      <a:pt x="189854" y="68823"/>
                      <a:pt x="182734" y="71874"/>
                      <a:pt x="175073" y="72001"/>
                    </a:cubicBezTo>
                    <a:lnTo>
                      <a:pt x="174628" y="72001"/>
                    </a:lnTo>
                    <a:cubicBezTo>
                      <a:pt x="159116" y="72001"/>
                      <a:pt x="146306" y="59446"/>
                      <a:pt x="146084" y="43997"/>
                    </a:cubicBezTo>
                    <a:lnTo>
                      <a:pt x="146084" y="43521"/>
                    </a:lnTo>
                    <a:cubicBezTo>
                      <a:pt x="145957" y="27977"/>
                      <a:pt x="158576" y="15230"/>
                      <a:pt x="174215" y="15103"/>
                    </a:cubicBezTo>
                    <a:close/>
                    <a:moveTo>
                      <a:pt x="153045" y="152262"/>
                    </a:moveTo>
                    <a:cubicBezTo>
                      <a:pt x="158353" y="146795"/>
                      <a:pt x="165474" y="143712"/>
                      <a:pt x="173102" y="143585"/>
                    </a:cubicBezTo>
                    <a:lnTo>
                      <a:pt x="173579" y="143585"/>
                    </a:lnTo>
                    <a:cubicBezTo>
                      <a:pt x="189059" y="143585"/>
                      <a:pt x="201869" y="156140"/>
                      <a:pt x="202124" y="171557"/>
                    </a:cubicBezTo>
                    <a:lnTo>
                      <a:pt x="202124" y="172065"/>
                    </a:lnTo>
                    <a:cubicBezTo>
                      <a:pt x="202219" y="187577"/>
                      <a:pt x="189631" y="200324"/>
                      <a:pt x="174024" y="200483"/>
                    </a:cubicBezTo>
                    <a:cubicBezTo>
                      <a:pt x="173897" y="200483"/>
                      <a:pt x="173738" y="200483"/>
                      <a:pt x="173611" y="200483"/>
                    </a:cubicBezTo>
                    <a:cubicBezTo>
                      <a:pt x="158067" y="200483"/>
                      <a:pt x="145257" y="188022"/>
                      <a:pt x="145003" y="172479"/>
                    </a:cubicBezTo>
                    <a:cubicBezTo>
                      <a:pt x="144876" y="164882"/>
                      <a:pt x="147737" y="157698"/>
                      <a:pt x="153045" y="152231"/>
                    </a:cubicBezTo>
                    <a:close/>
                    <a:moveTo>
                      <a:pt x="109052" y="126197"/>
                    </a:moveTo>
                    <a:cubicBezTo>
                      <a:pt x="104125" y="126293"/>
                      <a:pt x="99485" y="124417"/>
                      <a:pt x="95925" y="120984"/>
                    </a:cubicBezTo>
                    <a:cubicBezTo>
                      <a:pt x="92364" y="117551"/>
                      <a:pt x="90394" y="112974"/>
                      <a:pt x="90330" y="108079"/>
                    </a:cubicBezTo>
                    <a:cubicBezTo>
                      <a:pt x="90267" y="103184"/>
                      <a:pt x="92110" y="98511"/>
                      <a:pt x="95543" y="94983"/>
                    </a:cubicBezTo>
                    <a:cubicBezTo>
                      <a:pt x="98976" y="91455"/>
                      <a:pt x="103585" y="89484"/>
                      <a:pt x="108544" y="89389"/>
                    </a:cubicBezTo>
                    <a:lnTo>
                      <a:pt x="108830" y="89389"/>
                    </a:lnTo>
                    <a:cubicBezTo>
                      <a:pt x="119033" y="89389"/>
                      <a:pt x="127139" y="97494"/>
                      <a:pt x="127298" y="107793"/>
                    </a:cubicBezTo>
                    <a:cubicBezTo>
                      <a:pt x="127361" y="117838"/>
                      <a:pt x="119192" y="126070"/>
                      <a:pt x="109084" y="126166"/>
                    </a:cubicBezTo>
                    <a:close/>
                    <a:moveTo>
                      <a:pt x="109148" y="74322"/>
                    </a:moveTo>
                    <a:cubicBezTo>
                      <a:pt x="102759" y="74322"/>
                      <a:pt x="96624" y="76102"/>
                      <a:pt x="91347" y="79503"/>
                    </a:cubicBezTo>
                    <a:lnTo>
                      <a:pt x="80540" y="69045"/>
                    </a:lnTo>
                    <a:lnTo>
                      <a:pt x="79618" y="68187"/>
                    </a:lnTo>
                    <a:lnTo>
                      <a:pt x="79968" y="67710"/>
                    </a:lnTo>
                    <a:cubicBezTo>
                      <a:pt x="83305" y="62656"/>
                      <a:pt x="85594" y="56871"/>
                      <a:pt x="86611" y="50895"/>
                    </a:cubicBezTo>
                    <a:lnTo>
                      <a:pt x="131621" y="50895"/>
                    </a:lnTo>
                    <a:cubicBezTo>
                      <a:pt x="132670" y="57093"/>
                      <a:pt x="135086" y="63038"/>
                      <a:pt x="138646" y="68250"/>
                    </a:cubicBezTo>
                    <a:lnTo>
                      <a:pt x="127203" y="79662"/>
                    </a:lnTo>
                    <a:cubicBezTo>
                      <a:pt x="121862" y="76165"/>
                      <a:pt x="115632" y="74322"/>
                      <a:pt x="109148" y="74322"/>
                    </a:cubicBezTo>
                    <a:close/>
                    <a:moveTo>
                      <a:pt x="91665" y="136465"/>
                    </a:moveTo>
                    <a:cubicBezTo>
                      <a:pt x="102345" y="143108"/>
                      <a:pt x="115823" y="143108"/>
                      <a:pt x="126503" y="136433"/>
                    </a:cubicBezTo>
                    <a:lnTo>
                      <a:pt x="138360" y="147781"/>
                    </a:lnTo>
                    <a:cubicBezTo>
                      <a:pt x="135022" y="152803"/>
                      <a:pt x="132829" y="158365"/>
                      <a:pt x="131780" y="164278"/>
                    </a:cubicBezTo>
                    <a:lnTo>
                      <a:pt x="86548" y="164278"/>
                    </a:lnTo>
                    <a:cubicBezTo>
                      <a:pt x="85530" y="158429"/>
                      <a:pt x="83337" y="152962"/>
                      <a:pt x="80095" y="148003"/>
                    </a:cubicBezTo>
                    <a:lnTo>
                      <a:pt x="91665" y="136496"/>
                    </a:lnTo>
                    <a:close/>
                    <a:moveTo>
                      <a:pt x="43159" y="143585"/>
                    </a:moveTo>
                    <a:lnTo>
                      <a:pt x="43636" y="143585"/>
                    </a:lnTo>
                    <a:cubicBezTo>
                      <a:pt x="59116" y="143585"/>
                      <a:pt x="71926" y="156140"/>
                      <a:pt x="72180" y="171557"/>
                    </a:cubicBezTo>
                    <a:lnTo>
                      <a:pt x="72180" y="172065"/>
                    </a:lnTo>
                    <a:cubicBezTo>
                      <a:pt x="72275" y="187577"/>
                      <a:pt x="59688" y="200324"/>
                      <a:pt x="44081" y="200483"/>
                    </a:cubicBezTo>
                    <a:cubicBezTo>
                      <a:pt x="28442" y="200610"/>
                      <a:pt x="15314" y="188149"/>
                      <a:pt x="15059" y="172510"/>
                    </a:cubicBezTo>
                    <a:cubicBezTo>
                      <a:pt x="14932" y="164913"/>
                      <a:pt x="17793" y="157730"/>
                      <a:pt x="23101" y="152262"/>
                    </a:cubicBezTo>
                    <a:cubicBezTo>
                      <a:pt x="28410" y="146795"/>
                      <a:pt x="35530" y="143712"/>
                      <a:pt x="43159" y="143585"/>
                    </a:cubicBezTo>
                    <a:close/>
                    <a:moveTo>
                      <a:pt x="44208" y="72001"/>
                    </a:moveTo>
                    <a:cubicBezTo>
                      <a:pt x="28632" y="71874"/>
                      <a:pt x="16045" y="59128"/>
                      <a:pt x="16140" y="43616"/>
                    </a:cubicBezTo>
                    <a:cubicBezTo>
                      <a:pt x="16267" y="36178"/>
                      <a:pt x="19319" y="29185"/>
                      <a:pt x="24723" y="23972"/>
                    </a:cubicBezTo>
                    <a:cubicBezTo>
                      <a:pt x="30126" y="18759"/>
                      <a:pt x="37151" y="15962"/>
                      <a:pt x="44589" y="16120"/>
                    </a:cubicBezTo>
                    <a:cubicBezTo>
                      <a:pt x="52091" y="16248"/>
                      <a:pt x="59084" y="19236"/>
                      <a:pt x="64297" y="24608"/>
                    </a:cubicBezTo>
                    <a:cubicBezTo>
                      <a:pt x="69510" y="29948"/>
                      <a:pt x="72307" y="37004"/>
                      <a:pt x="72212" y="44474"/>
                    </a:cubicBezTo>
                    <a:cubicBezTo>
                      <a:pt x="71989" y="59636"/>
                      <a:pt x="59434" y="71970"/>
                      <a:pt x="44208" y="71970"/>
                    </a:cubicBezTo>
                    <a:close/>
                    <a:moveTo>
                      <a:pt x="51455" y="129249"/>
                    </a:moveTo>
                    <a:lnTo>
                      <a:pt x="51455" y="86401"/>
                    </a:lnTo>
                    <a:cubicBezTo>
                      <a:pt x="57812" y="85288"/>
                      <a:pt x="63852" y="82777"/>
                      <a:pt x="69097" y="79026"/>
                    </a:cubicBezTo>
                    <a:lnTo>
                      <a:pt x="80762" y="90342"/>
                    </a:lnTo>
                    <a:cubicBezTo>
                      <a:pt x="74087" y="101277"/>
                      <a:pt x="74214" y="114977"/>
                      <a:pt x="81080" y="125784"/>
                    </a:cubicBezTo>
                    <a:lnTo>
                      <a:pt x="69732" y="137100"/>
                    </a:lnTo>
                    <a:cubicBezTo>
                      <a:pt x="64360" y="133095"/>
                      <a:pt x="58067" y="130425"/>
                      <a:pt x="51487" y="129281"/>
                    </a:cubicBezTo>
                    <a:close/>
                  </a:path>
                </a:pathLst>
              </a:custGeom>
              <a:gradFill>
                <a:gsLst>
                  <a:gs pos="0">
                    <a:schemeClr val="accent5"/>
                  </a:gs>
                  <a:gs pos="52999">
                    <a:schemeClr val="accent1"/>
                  </a:gs>
                  <a:gs pos="100000">
                    <a:schemeClr val="accent4"/>
                  </a:gs>
                </a:gsLst>
                <a:lin ang="18900044" scaled="0"/>
              </a:gradFill>
              <a:ln>
                <a:noFill/>
              </a:ln>
            </p:spPr>
            <p:txBody>
              <a:bodyPr spcFirstLastPara="1" wrap="square" lIns="89550" tIns="44775" rIns="89550" bIns="44775"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633" name="Google Shape;1633;p3"/>
              <p:cNvSpPr/>
              <p:nvPr/>
            </p:nvSpPr>
            <p:spPr>
              <a:xfrm>
                <a:off x="6414246" y="2294820"/>
                <a:ext cx="394853" cy="289988"/>
              </a:xfrm>
              <a:custGeom>
                <a:avLst/>
                <a:gdLst/>
                <a:ahLst/>
                <a:cxnLst/>
                <a:rect l="l" t="t" r="r" b="b"/>
                <a:pathLst>
                  <a:path w="394853" h="289988" extrusionOk="0">
                    <a:moveTo>
                      <a:pt x="28862" y="0"/>
                    </a:moveTo>
                    <a:lnTo>
                      <a:pt x="188399" y="0"/>
                    </a:lnTo>
                    <a:lnTo>
                      <a:pt x="188685" y="16020"/>
                    </a:lnTo>
                    <a:lnTo>
                      <a:pt x="28862" y="16020"/>
                    </a:lnTo>
                    <a:cubicBezTo>
                      <a:pt x="21806" y="16020"/>
                      <a:pt x="16084" y="21742"/>
                      <a:pt x="16084" y="28830"/>
                    </a:cubicBezTo>
                    <a:lnTo>
                      <a:pt x="16084" y="261063"/>
                    </a:lnTo>
                    <a:cubicBezTo>
                      <a:pt x="16084" y="268152"/>
                      <a:pt x="21806" y="273873"/>
                      <a:pt x="28862" y="273873"/>
                    </a:cubicBezTo>
                    <a:lnTo>
                      <a:pt x="366023" y="273873"/>
                    </a:lnTo>
                    <a:cubicBezTo>
                      <a:pt x="373079" y="273873"/>
                      <a:pt x="378801" y="268152"/>
                      <a:pt x="378801" y="261063"/>
                    </a:cubicBezTo>
                    <a:lnTo>
                      <a:pt x="378801" y="176447"/>
                    </a:lnTo>
                    <a:lnTo>
                      <a:pt x="394853" y="176447"/>
                    </a:lnTo>
                    <a:lnTo>
                      <a:pt x="394853" y="261127"/>
                    </a:lnTo>
                    <a:cubicBezTo>
                      <a:pt x="394853" y="277084"/>
                      <a:pt x="381884" y="289989"/>
                      <a:pt x="365991" y="289989"/>
                    </a:cubicBezTo>
                    <a:lnTo>
                      <a:pt x="28862" y="289989"/>
                    </a:lnTo>
                    <a:cubicBezTo>
                      <a:pt x="12937" y="289989"/>
                      <a:pt x="0" y="276988"/>
                      <a:pt x="0" y="261127"/>
                    </a:cubicBezTo>
                    <a:lnTo>
                      <a:pt x="0" y="28894"/>
                    </a:lnTo>
                    <a:cubicBezTo>
                      <a:pt x="0" y="12937"/>
                      <a:pt x="12969" y="32"/>
                      <a:pt x="28862" y="32"/>
                    </a:cubicBezTo>
                    <a:lnTo>
                      <a:pt x="28862" y="32"/>
                    </a:lnTo>
                    <a:close/>
                  </a:path>
                </a:pathLst>
              </a:custGeom>
              <a:gradFill>
                <a:gsLst>
                  <a:gs pos="0">
                    <a:schemeClr val="accent5"/>
                  </a:gs>
                  <a:gs pos="52999">
                    <a:schemeClr val="accent1"/>
                  </a:gs>
                  <a:gs pos="100000">
                    <a:schemeClr val="accent4"/>
                  </a:gs>
                </a:gsLst>
                <a:lin ang="18900044" scaled="0"/>
              </a:gradFill>
              <a:ln>
                <a:noFill/>
              </a:ln>
            </p:spPr>
            <p:txBody>
              <a:bodyPr spcFirstLastPara="1" wrap="square" lIns="89550" tIns="44775" rIns="89550" bIns="44775"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grpSp>
            <p:nvGrpSpPr>
              <p:cNvPr id="1634" name="Google Shape;1634;p3"/>
              <p:cNvGrpSpPr/>
              <p:nvPr/>
            </p:nvGrpSpPr>
            <p:grpSpPr>
              <a:xfrm>
                <a:off x="6469745" y="2081970"/>
                <a:ext cx="552205" cy="613901"/>
                <a:chOff x="6469745" y="2081970"/>
                <a:chExt cx="552205" cy="613901"/>
              </a:xfrm>
            </p:grpSpPr>
            <p:sp>
              <p:nvSpPr>
                <p:cNvPr id="1635" name="Google Shape;1635;p3"/>
                <p:cNvSpPr/>
                <p:nvPr/>
              </p:nvSpPr>
              <p:spPr>
                <a:xfrm>
                  <a:off x="6525297" y="2600218"/>
                  <a:ext cx="172760" cy="95653"/>
                </a:xfrm>
                <a:custGeom>
                  <a:avLst/>
                  <a:gdLst/>
                  <a:ahLst/>
                  <a:cxnLst/>
                  <a:rect l="l" t="t" r="r" b="b"/>
                  <a:pathLst>
                    <a:path w="172760" h="95653" extrusionOk="0">
                      <a:moveTo>
                        <a:pt x="162504" y="95653"/>
                      </a:moveTo>
                      <a:lnTo>
                        <a:pt x="10564" y="95653"/>
                      </a:lnTo>
                      <a:cubicBezTo>
                        <a:pt x="5700" y="95653"/>
                        <a:pt x="1473" y="92411"/>
                        <a:pt x="297" y="87675"/>
                      </a:cubicBezTo>
                      <a:cubicBezTo>
                        <a:pt x="-816" y="83225"/>
                        <a:pt x="1282" y="78679"/>
                        <a:pt x="5224" y="76391"/>
                      </a:cubicBezTo>
                      <a:lnTo>
                        <a:pt x="39966" y="53568"/>
                      </a:lnTo>
                      <a:lnTo>
                        <a:pt x="42827" y="7509"/>
                      </a:lnTo>
                      <a:cubicBezTo>
                        <a:pt x="43081" y="3123"/>
                        <a:pt x="46800" y="-342"/>
                        <a:pt x="51410" y="71"/>
                      </a:cubicBezTo>
                      <a:cubicBezTo>
                        <a:pt x="55891" y="325"/>
                        <a:pt x="59261" y="4076"/>
                        <a:pt x="59007" y="8495"/>
                      </a:cubicBezTo>
                      <a:lnTo>
                        <a:pt x="55891" y="58495"/>
                      </a:lnTo>
                      <a:cubicBezTo>
                        <a:pt x="55764" y="60974"/>
                        <a:pt x="54397" y="63263"/>
                        <a:pt x="52331" y="64598"/>
                      </a:cubicBezTo>
                      <a:lnTo>
                        <a:pt x="29413" y="79633"/>
                      </a:lnTo>
                      <a:lnTo>
                        <a:pt x="142319" y="79633"/>
                      </a:lnTo>
                      <a:lnTo>
                        <a:pt x="118543" y="64661"/>
                      </a:lnTo>
                      <a:cubicBezTo>
                        <a:pt x="116350" y="63263"/>
                        <a:pt x="114919" y="60847"/>
                        <a:pt x="114856" y="58240"/>
                      </a:cubicBezTo>
                      <a:lnTo>
                        <a:pt x="113044" y="8240"/>
                      </a:lnTo>
                      <a:cubicBezTo>
                        <a:pt x="112917" y="3854"/>
                        <a:pt x="116350" y="135"/>
                        <a:pt x="120895" y="7"/>
                      </a:cubicBezTo>
                      <a:cubicBezTo>
                        <a:pt x="125441" y="-183"/>
                        <a:pt x="129128" y="3313"/>
                        <a:pt x="129255" y="7700"/>
                      </a:cubicBezTo>
                      <a:lnTo>
                        <a:pt x="130876" y="53568"/>
                      </a:lnTo>
                      <a:lnTo>
                        <a:pt x="167494" y="76645"/>
                      </a:lnTo>
                      <a:cubicBezTo>
                        <a:pt x="171531" y="78806"/>
                        <a:pt x="173534" y="83320"/>
                        <a:pt x="172485" y="87738"/>
                      </a:cubicBezTo>
                      <a:cubicBezTo>
                        <a:pt x="171372" y="92379"/>
                        <a:pt x="167240" y="95653"/>
                        <a:pt x="162408" y="95653"/>
                      </a:cubicBezTo>
                      <a:lnTo>
                        <a:pt x="162472" y="95653"/>
                      </a:lnTo>
                      <a:close/>
                    </a:path>
                  </a:pathLst>
                </a:custGeom>
                <a:gradFill>
                  <a:gsLst>
                    <a:gs pos="0">
                      <a:schemeClr val="accent5"/>
                    </a:gs>
                    <a:gs pos="52999">
                      <a:schemeClr val="accent1"/>
                    </a:gs>
                    <a:gs pos="100000">
                      <a:schemeClr val="accent4"/>
                    </a:gs>
                  </a:gsLst>
                  <a:lin ang="18900044" scaled="0"/>
                </a:gradFill>
                <a:ln>
                  <a:noFill/>
                </a:ln>
              </p:spPr>
              <p:txBody>
                <a:bodyPr spcFirstLastPara="1" wrap="square" lIns="89550" tIns="44775" rIns="89550" bIns="44775"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grpSp>
              <p:nvGrpSpPr>
                <p:cNvPr id="1636" name="Google Shape;1636;p3"/>
                <p:cNvGrpSpPr/>
                <p:nvPr/>
              </p:nvGrpSpPr>
              <p:grpSpPr>
                <a:xfrm>
                  <a:off x="6469745" y="2081970"/>
                  <a:ext cx="552205" cy="456557"/>
                  <a:chOff x="6469745" y="2081970"/>
                  <a:chExt cx="552205" cy="456557"/>
                </a:xfrm>
              </p:grpSpPr>
              <p:sp>
                <p:nvSpPr>
                  <p:cNvPr id="1637" name="Google Shape;1637;p3"/>
                  <p:cNvSpPr/>
                  <p:nvPr/>
                </p:nvSpPr>
                <p:spPr>
                  <a:xfrm>
                    <a:off x="6469745" y="2081970"/>
                    <a:ext cx="552205" cy="336278"/>
                  </a:xfrm>
                  <a:custGeom>
                    <a:avLst/>
                    <a:gdLst/>
                    <a:ahLst/>
                    <a:cxnLst/>
                    <a:rect l="l" t="t" r="r" b="b"/>
                    <a:pathLst>
                      <a:path w="552205" h="336278" extrusionOk="0">
                        <a:moveTo>
                          <a:pt x="459126" y="336246"/>
                        </a:moveTo>
                        <a:lnTo>
                          <a:pt x="372825" y="336246"/>
                        </a:lnTo>
                        <a:lnTo>
                          <a:pt x="372825" y="320003"/>
                        </a:lnTo>
                        <a:lnTo>
                          <a:pt x="457187" y="320003"/>
                        </a:lnTo>
                        <a:cubicBezTo>
                          <a:pt x="475241" y="320512"/>
                          <a:pt x="493010" y="313233"/>
                          <a:pt x="507123" y="299724"/>
                        </a:cubicBezTo>
                        <a:cubicBezTo>
                          <a:pt x="524987" y="282559"/>
                          <a:pt x="535541" y="257225"/>
                          <a:pt x="536113" y="230143"/>
                        </a:cubicBezTo>
                        <a:cubicBezTo>
                          <a:pt x="537352" y="181605"/>
                          <a:pt x="506583" y="140473"/>
                          <a:pt x="466182" y="136595"/>
                        </a:cubicBezTo>
                        <a:lnTo>
                          <a:pt x="459539" y="135959"/>
                        </a:lnTo>
                        <a:lnTo>
                          <a:pt x="458967" y="129252"/>
                        </a:lnTo>
                        <a:cubicBezTo>
                          <a:pt x="453309" y="66219"/>
                          <a:pt x="406233" y="17713"/>
                          <a:pt x="349525" y="16283"/>
                        </a:cubicBezTo>
                        <a:cubicBezTo>
                          <a:pt x="302990" y="14979"/>
                          <a:pt x="261159" y="45208"/>
                          <a:pt x="242786" y="93079"/>
                        </a:cubicBezTo>
                        <a:lnTo>
                          <a:pt x="239639" y="101280"/>
                        </a:lnTo>
                        <a:lnTo>
                          <a:pt x="231788" y="97434"/>
                        </a:lnTo>
                        <a:cubicBezTo>
                          <a:pt x="219995" y="91712"/>
                          <a:pt x="207090" y="88597"/>
                          <a:pt x="193453" y="88216"/>
                        </a:cubicBezTo>
                        <a:cubicBezTo>
                          <a:pt x="147871" y="87103"/>
                          <a:pt x="108329" y="119144"/>
                          <a:pt x="98697" y="164345"/>
                        </a:cubicBezTo>
                        <a:lnTo>
                          <a:pt x="96886" y="172800"/>
                        </a:lnTo>
                        <a:lnTo>
                          <a:pt x="88621" y="170511"/>
                        </a:lnTo>
                        <a:cubicBezTo>
                          <a:pt x="82899" y="168890"/>
                          <a:pt x="76828" y="168032"/>
                          <a:pt x="70439" y="167905"/>
                        </a:cubicBezTo>
                        <a:cubicBezTo>
                          <a:pt x="48188" y="167396"/>
                          <a:pt x="26796" y="176996"/>
                          <a:pt x="12301" y="194415"/>
                        </a:cubicBezTo>
                        <a:lnTo>
                          <a:pt x="0" y="183957"/>
                        </a:lnTo>
                        <a:cubicBezTo>
                          <a:pt x="17673" y="162787"/>
                          <a:pt x="43452" y="150962"/>
                          <a:pt x="70821" y="151662"/>
                        </a:cubicBezTo>
                        <a:cubicBezTo>
                          <a:pt x="75589" y="151725"/>
                          <a:pt x="80293" y="152170"/>
                          <a:pt x="84870" y="153029"/>
                        </a:cubicBezTo>
                        <a:cubicBezTo>
                          <a:pt x="98666" y="105285"/>
                          <a:pt x="141895" y="72005"/>
                          <a:pt x="191101" y="72005"/>
                        </a:cubicBezTo>
                        <a:lnTo>
                          <a:pt x="193803" y="72005"/>
                        </a:lnTo>
                        <a:cubicBezTo>
                          <a:pt x="206899" y="72386"/>
                          <a:pt x="219328" y="74865"/>
                          <a:pt x="230993" y="79411"/>
                        </a:cubicBezTo>
                        <a:cubicBezTo>
                          <a:pt x="253307" y="29601"/>
                          <a:pt x="299462" y="-1264"/>
                          <a:pt x="349875" y="40"/>
                        </a:cubicBezTo>
                        <a:cubicBezTo>
                          <a:pt x="412781" y="1597"/>
                          <a:pt x="465229" y="53250"/>
                          <a:pt x="474192" y="121337"/>
                        </a:cubicBezTo>
                        <a:cubicBezTo>
                          <a:pt x="519774" y="129538"/>
                          <a:pt x="553532" y="176042"/>
                          <a:pt x="552165" y="230492"/>
                        </a:cubicBezTo>
                        <a:cubicBezTo>
                          <a:pt x="551466" y="261802"/>
                          <a:pt x="539069" y="291364"/>
                          <a:pt x="518185" y="311453"/>
                        </a:cubicBezTo>
                        <a:cubicBezTo>
                          <a:pt x="501497" y="327505"/>
                          <a:pt x="480550" y="336278"/>
                          <a:pt x="459030" y="336278"/>
                        </a:cubicBezTo>
                        <a:lnTo>
                          <a:pt x="459094" y="336278"/>
                        </a:lnTo>
                        <a:close/>
                      </a:path>
                    </a:pathLst>
                  </a:custGeom>
                  <a:gradFill>
                    <a:gsLst>
                      <a:gs pos="0">
                        <a:schemeClr val="accent5"/>
                      </a:gs>
                      <a:gs pos="52999">
                        <a:schemeClr val="accent1"/>
                      </a:gs>
                      <a:gs pos="100000">
                        <a:schemeClr val="accent4"/>
                      </a:gs>
                    </a:gsLst>
                    <a:lin ang="18900044" scaled="0"/>
                  </a:gradFill>
                  <a:ln>
                    <a:noFill/>
                  </a:ln>
                </p:spPr>
                <p:txBody>
                  <a:bodyPr spcFirstLastPara="1" wrap="square" lIns="89550" tIns="44775" rIns="89550" bIns="44775"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638" name="Google Shape;1638;p3"/>
                  <p:cNvSpPr/>
                  <p:nvPr/>
                </p:nvSpPr>
                <p:spPr>
                  <a:xfrm>
                    <a:off x="6475943" y="2520028"/>
                    <a:ext cx="277624" cy="18499"/>
                  </a:xfrm>
                  <a:custGeom>
                    <a:avLst/>
                    <a:gdLst/>
                    <a:ahLst/>
                    <a:cxnLst/>
                    <a:rect l="l" t="t" r="r" b="b"/>
                    <a:pathLst>
                      <a:path w="277624" h="18499" extrusionOk="0">
                        <a:moveTo>
                          <a:pt x="0" y="0"/>
                        </a:moveTo>
                        <a:lnTo>
                          <a:pt x="277624" y="0"/>
                        </a:lnTo>
                        <a:lnTo>
                          <a:pt x="277624" y="18500"/>
                        </a:lnTo>
                        <a:lnTo>
                          <a:pt x="0" y="18500"/>
                        </a:lnTo>
                        <a:lnTo>
                          <a:pt x="0" y="0"/>
                        </a:lnTo>
                        <a:lnTo>
                          <a:pt x="0" y="0"/>
                        </a:lnTo>
                        <a:close/>
                      </a:path>
                    </a:pathLst>
                  </a:custGeom>
                  <a:gradFill>
                    <a:gsLst>
                      <a:gs pos="0">
                        <a:schemeClr val="accent5"/>
                      </a:gs>
                      <a:gs pos="52999">
                        <a:schemeClr val="accent1"/>
                      </a:gs>
                      <a:gs pos="100000">
                        <a:schemeClr val="accent4"/>
                      </a:gs>
                    </a:gsLst>
                    <a:lin ang="18900044" scaled="0"/>
                  </a:gradFill>
                  <a:ln>
                    <a:noFill/>
                  </a:ln>
                </p:spPr>
                <p:txBody>
                  <a:bodyPr spcFirstLastPara="1" wrap="square" lIns="89550" tIns="44775" rIns="89550" bIns="44775"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grpSp>
          </p:grpSp>
        </p:grpSp>
      </p:grpSp>
      <p:sp>
        <p:nvSpPr>
          <p:cNvPr id="1639" name="Google Shape;1639;p3"/>
          <p:cNvSpPr/>
          <p:nvPr/>
        </p:nvSpPr>
        <p:spPr>
          <a:xfrm>
            <a:off x="1588" y="894"/>
            <a:ext cx="1218571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640" name="Google Shape;1640;p3"/>
          <p:cNvSpPr txBox="1"/>
          <p:nvPr/>
        </p:nvSpPr>
        <p:spPr>
          <a:xfrm>
            <a:off x="11489536" y="6464018"/>
            <a:ext cx="438000" cy="1827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1B1E35"/>
                </a:solidFill>
                <a:latin typeface="Arial"/>
                <a:ea typeface="Arial"/>
                <a:cs typeface="Arial"/>
                <a:sym typeface="Arial"/>
              </a:rPr>
              <a:t>3</a:t>
            </a:fld>
            <a:endParaRPr sz="800" b="0" i="0" u="none" strike="noStrike" cap="none">
              <a:solidFill>
                <a:srgbClr val="1B1E35"/>
              </a:solidFill>
              <a:latin typeface="Arial"/>
              <a:ea typeface="Arial"/>
              <a:cs typeface="Arial"/>
              <a:sym typeface="Arial"/>
            </a:endParaRPr>
          </a:p>
        </p:txBody>
      </p:sp>
      <p:sp>
        <p:nvSpPr>
          <p:cNvPr id="1641" name="Google Shape;1641;p3"/>
          <p:cNvSpPr/>
          <p:nvPr/>
        </p:nvSpPr>
        <p:spPr>
          <a:xfrm>
            <a:off x="251977" y="1432390"/>
            <a:ext cx="5702927" cy="4630951"/>
          </a:xfrm>
          <a:prstGeom prst="roundRect">
            <a:avLst>
              <a:gd name="adj" fmla="val 3072"/>
            </a:avLst>
          </a:prstGeom>
          <a:solidFill>
            <a:srgbClr val="F2F2F2"/>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42" name="Google Shape;1642;p3"/>
          <p:cNvSpPr/>
          <p:nvPr/>
        </p:nvSpPr>
        <p:spPr>
          <a:xfrm>
            <a:off x="364386" y="2428657"/>
            <a:ext cx="1210549" cy="428699"/>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lt1"/>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43" name="Google Shape;1643;p3"/>
          <p:cNvSpPr/>
          <p:nvPr/>
        </p:nvSpPr>
        <p:spPr>
          <a:xfrm flipH="1">
            <a:off x="1290678" y="4298470"/>
            <a:ext cx="1284873" cy="455020"/>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lt1"/>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44" name="Google Shape;1644;p3"/>
          <p:cNvSpPr/>
          <p:nvPr/>
        </p:nvSpPr>
        <p:spPr>
          <a:xfrm>
            <a:off x="349193" y="1843427"/>
            <a:ext cx="1316791" cy="2266309"/>
          </a:xfrm>
          <a:prstGeom prst="roundRect">
            <a:avLst>
              <a:gd name="adj" fmla="val 15192"/>
            </a:avLst>
          </a:prstGeom>
          <a:gradFill>
            <a:gsLst>
              <a:gs pos="0">
                <a:srgbClr val="6C4B93">
                  <a:alpha val="0"/>
                </a:srgbClr>
              </a:gs>
              <a:gs pos="100000">
                <a:srgbClr val="6C4B93">
                  <a:alpha val="21960"/>
                </a:srgbClr>
              </a:gs>
            </a:gsLst>
            <a:lin ang="5400000" scaled="0"/>
          </a:gra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645" name="Google Shape;1645;p3"/>
          <p:cNvSpPr/>
          <p:nvPr/>
        </p:nvSpPr>
        <p:spPr>
          <a:xfrm>
            <a:off x="1773621" y="1860695"/>
            <a:ext cx="1299149" cy="1990131"/>
          </a:xfrm>
          <a:prstGeom prst="roundRect">
            <a:avLst>
              <a:gd name="adj" fmla="val 12273"/>
            </a:avLst>
          </a:prstGeom>
          <a:gradFill>
            <a:gsLst>
              <a:gs pos="0">
                <a:srgbClr val="005C8A">
                  <a:alpha val="0"/>
                </a:srgbClr>
              </a:gs>
              <a:gs pos="100000">
                <a:srgbClr val="005C8A">
                  <a:alpha val="21960"/>
                </a:srgbClr>
              </a:gs>
            </a:gsLst>
            <a:lin ang="5400000" scaled="0"/>
          </a:gra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46" name="Google Shape;1646;p3"/>
          <p:cNvSpPr/>
          <p:nvPr/>
        </p:nvSpPr>
        <p:spPr>
          <a:xfrm>
            <a:off x="3166345" y="1928388"/>
            <a:ext cx="1335217" cy="2326685"/>
          </a:xfrm>
          <a:prstGeom prst="roundRect">
            <a:avLst>
              <a:gd name="adj" fmla="val 16828"/>
            </a:avLst>
          </a:prstGeom>
          <a:gradFill>
            <a:gsLst>
              <a:gs pos="0">
                <a:srgbClr val="007B8C">
                  <a:alpha val="0"/>
                </a:srgbClr>
              </a:gs>
              <a:gs pos="100000">
                <a:srgbClr val="007B8C">
                  <a:alpha val="21960"/>
                </a:srgbClr>
              </a:gs>
            </a:gsLst>
            <a:lin ang="5400000" scaled="0"/>
          </a:gra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47" name="Google Shape;1647;p3"/>
          <p:cNvSpPr/>
          <p:nvPr/>
        </p:nvSpPr>
        <p:spPr>
          <a:xfrm>
            <a:off x="4595797" y="2112397"/>
            <a:ext cx="1271053" cy="1860073"/>
          </a:xfrm>
          <a:prstGeom prst="roundRect">
            <a:avLst>
              <a:gd name="adj" fmla="val 12273"/>
            </a:avLst>
          </a:prstGeom>
          <a:gradFill>
            <a:gsLst>
              <a:gs pos="0">
                <a:srgbClr val="61A60E">
                  <a:alpha val="0"/>
                </a:srgbClr>
              </a:gs>
              <a:gs pos="100000">
                <a:srgbClr val="61A60E">
                  <a:alpha val="21960"/>
                </a:srgbClr>
              </a:gs>
            </a:gsLst>
            <a:lin ang="5400000" scaled="0"/>
          </a:gra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48" name="Google Shape;1648;p3"/>
          <p:cNvSpPr txBox="1"/>
          <p:nvPr/>
        </p:nvSpPr>
        <p:spPr>
          <a:xfrm>
            <a:off x="1925844" y="1643306"/>
            <a:ext cx="2313641" cy="1384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3C3C3C"/>
                </a:solidFill>
                <a:latin typeface="Arial"/>
                <a:ea typeface="Arial"/>
                <a:cs typeface="Arial"/>
                <a:sym typeface="Arial"/>
              </a:rPr>
              <a:t>TRADITIONAL, SILOED  3-TIER</a:t>
            </a:r>
            <a:endParaRPr sz="1000" b="0" i="0" u="none" strike="noStrike" cap="none">
              <a:solidFill>
                <a:srgbClr val="3C3C3C"/>
              </a:solidFill>
              <a:latin typeface="Arial"/>
              <a:ea typeface="Arial"/>
              <a:cs typeface="Arial"/>
              <a:sym typeface="Arial"/>
            </a:endParaRPr>
          </a:p>
        </p:txBody>
      </p:sp>
      <p:sp>
        <p:nvSpPr>
          <p:cNvPr id="1649" name="Google Shape;1649;p3"/>
          <p:cNvSpPr txBox="1"/>
          <p:nvPr/>
        </p:nvSpPr>
        <p:spPr>
          <a:xfrm>
            <a:off x="721449" y="4343768"/>
            <a:ext cx="645506" cy="10387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750"/>
              <a:buFont typeface="Arial"/>
              <a:buNone/>
            </a:pPr>
            <a:r>
              <a:rPr lang="en-US" sz="750" b="0" i="0" u="none" strike="noStrike" cap="none">
                <a:solidFill>
                  <a:srgbClr val="3C3C3C"/>
                </a:solidFill>
                <a:latin typeface="Arial"/>
                <a:ea typeface="Arial"/>
                <a:cs typeface="Arial"/>
                <a:sym typeface="Arial"/>
              </a:rPr>
              <a:t>COMPUTE</a:t>
            </a:r>
            <a:endParaRPr sz="750" b="0" i="0" u="none" strike="noStrike" cap="none">
              <a:solidFill>
                <a:srgbClr val="3C3C3C"/>
              </a:solidFill>
              <a:latin typeface="Arial"/>
              <a:ea typeface="Arial"/>
              <a:cs typeface="Arial"/>
              <a:sym typeface="Arial"/>
            </a:endParaRPr>
          </a:p>
        </p:txBody>
      </p:sp>
      <p:sp>
        <p:nvSpPr>
          <p:cNvPr id="1650" name="Google Shape;1650;p3"/>
          <p:cNvSpPr txBox="1"/>
          <p:nvPr/>
        </p:nvSpPr>
        <p:spPr>
          <a:xfrm>
            <a:off x="2100442" y="4100306"/>
            <a:ext cx="645506" cy="10387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750"/>
              <a:buFont typeface="Arial"/>
              <a:buNone/>
            </a:pPr>
            <a:r>
              <a:rPr lang="en-US" sz="750" b="0" i="0" u="none" strike="noStrike" cap="none">
                <a:solidFill>
                  <a:srgbClr val="3C3C3C"/>
                </a:solidFill>
                <a:latin typeface="Arial"/>
                <a:ea typeface="Arial"/>
                <a:cs typeface="Arial"/>
                <a:sym typeface="Arial"/>
              </a:rPr>
              <a:t>STORAGE</a:t>
            </a:r>
            <a:endParaRPr sz="750" b="0" i="0" u="none" strike="noStrike" cap="none">
              <a:solidFill>
                <a:srgbClr val="3C3C3C"/>
              </a:solidFill>
              <a:latin typeface="Arial"/>
              <a:ea typeface="Arial"/>
              <a:cs typeface="Arial"/>
              <a:sym typeface="Arial"/>
            </a:endParaRPr>
          </a:p>
        </p:txBody>
      </p:sp>
      <p:sp>
        <p:nvSpPr>
          <p:cNvPr id="1651" name="Google Shape;1651;p3"/>
          <p:cNvSpPr txBox="1"/>
          <p:nvPr/>
        </p:nvSpPr>
        <p:spPr>
          <a:xfrm>
            <a:off x="3428186" y="4487307"/>
            <a:ext cx="857374" cy="10387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750"/>
              <a:buFont typeface="Arial"/>
              <a:buNone/>
            </a:pPr>
            <a:r>
              <a:rPr lang="en-US" sz="750" b="0" i="0" u="none" strike="noStrike" cap="none">
                <a:solidFill>
                  <a:srgbClr val="3C3C3C"/>
                </a:solidFill>
                <a:latin typeface="Arial"/>
                <a:ea typeface="Arial"/>
                <a:cs typeface="Arial"/>
                <a:sym typeface="Arial"/>
              </a:rPr>
              <a:t>NETWORKING</a:t>
            </a:r>
            <a:endParaRPr sz="750" b="0" i="0" u="none" strike="noStrike" cap="none">
              <a:solidFill>
                <a:srgbClr val="3C3C3C"/>
              </a:solidFill>
              <a:latin typeface="Arial"/>
              <a:ea typeface="Arial"/>
              <a:cs typeface="Arial"/>
              <a:sym typeface="Arial"/>
            </a:endParaRPr>
          </a:p>
        </p:txBody>
      </p:sp>
      <p:sp>
        <p:nvSpPr>
          <p:cNvPr id="1652" name="Google Shape;1652;p3"/>
          <p:cNvSpPr txBox="1"/>
          <p:nvPr/>
        </p:nvSpPr>
        <p:spPr>
          <a:xfrm>
            <a:off x="4921959" y="4254395"/>
            <a:ext cx="645506" cy="10387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750"/>
              <a:buFont typeface="Arial"/>
              <a:buNone/>
            </a:pPr>
            <a:r>
              <a:rPr lang="en-US" sz="750" b="0" i="0" u="none" strike="noStrike" cap="none">
                <a:solidFill>
                  <a:srgbClr val="3C3C3C"/>
                </a:solidFill>
                <a:latin typeface="Arial"/>
                <a:ea typeface="Arial"/>
                <a:cs typeface="Arial"/>
                <a:sym typeface="Arial"/>
              </a:rPr>
              <a:t>SECURITY</a:t>
            </a:r>
            <a:endParaRPr sz="750" b="0" i="0" u="none" strike="noStrike" cap="none">
              <a:solidFill>
                <a:srgbClr val="3C3C3C"/>
              </a:solidFill>
              <a:latin typeface="Arial"/>
              <a:ea typeface="Arial"/>
              <a:cs typeface="Arial"/>
              <a:sym typeface="Arial"/>
            </a:endParaRPr>
          </a:p>
        </p:txBody>
      </p:sp>
      <p:grpSp>
        <p:nvGrpSpPr>
          <p:cNvPr id="1653" name="Google Shape;1653;p3"/>
          <p:cNvGrpSpPr/>
          <p:nvPr/>
        </p:nvGrpSpPr>
        <p:grpSpPr>
          <a:xfrm>
            <a:off x="3497953" y="2194443"/>
            <a:ext cx="315692" cy="315600"/>
            <a:chOff x="9035205" y="2035597"/>
            <a:chExt cx="405016" cy="405016"/>
          </a:xfrm>
        </p:grpSpPr>
        <p:sp>
          <p:nvSpPr>
            <p:cNvPr id="1654" name="Google Shape;1654;p3"/>
            <p:cNvSpPr/>
            <p:nvPr/>
          </p:nvSpPr>
          <p:spPr>
            <a:xfrm>
              <a:off x="9035205" y="2035597"/>
              <a:ext cx="405016" cy="405016"/>
            </a:xfrm>
            <a:prstGeom prst="ellipse">
              <a:avLst/>
            </a:prstGeom>
            <a:solidFill>
              <a:srgbClr val="EC7700"/>
            </a:soli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655" name="Google Shape;1655;p3" descr="Clock&#10;"/>
            <p:cNvGrpSpPr/>
            <p:nvPr/>
          </p:nvGrpSpPr>
          <p:grpSpPr>
            <a:xfrm>
              <a:off x="9116691" y="2118056"/>
              <a:ext cx="185089" cy="240098"/>
              <a:chOff x="5879961" y="4546406"/>
              <a:chExt cx="351230" cy="455618"/>
            </a:xfrm>
          </p:grpSpPr>
          <p:sp>
            <p:nvSpPr>
              <p:cNvPr id="1656" name="Google Shape;1656;p3"/>
              <p:cNvSpPr/>
              <p:nvPr/>
            </p:nvSpPr>
            <p:spPr>
              <a:xfrm>
                <a:off x="5879961" y="4546406"/>
                <a:ext cx="351230" cy="455618"/>
              </a:xfrm>
              <a:custGeom>
                <a:avLst/>
                <a:gdLst/>
                <a:ahLst/>
                <a:cxnLst/>
                <a:rect l="l" t="t" r="r" b="b"/>
                <a:pathLst>
                  <a:path w="351230" h="455618" extrusionOk="0">
                    <a:moveTo>
                      <a:pt x="183629" y="455618"/>
                    </a:moveTo>
                    <a:cubicBezTo>
                      <a:pt x="59376" y="430125"/>
                      <a:pt x="-20727" y="308523"/>
                      <a:pt x="4713" y="184011"/>
                    </a:cubicBezTo>
                    <a:cubicBezTo>
                      <a:pt x="30153" y="59500"/>
                      <a:pt x="151502" y="-20771"/>
                      <a:pt x="275755" y="4722"/>
                    </a:cubicBezTo>
                    <a:cubicBezTo>
                      <a:pt x="302504" y="10210"/>
                      <a:pt x="328063" y="20435"/>
                      <a:pt x="351230" y="34916"/>
                    </a:cubicBezTo>
                    <a:lnTo>
                      <a:pt x="342882" y="48352"/>
                    </a:lnTo>
                    <a:cubicBezTo>
                      <a:pt x="242630" y="-14200"/>
                      <a:pt x="110756" y="16530"/>
                      <a:pt x="48333" y="116991"/>
                    </a:cubicBezTo>
                    <a:cubicBezTo>
                      <a:pt x="-14089" y="217452"/>
                      <a:pt x="16578" y="349601"/>
                      <a:pt x="116829" y="412154"/>
                    </a:cubicBezTo>
                    <a:cubicBezTo>
                      <a:pt x="138239" y="425513"/>
                      <a:pt x="161840" y="434971"/>
                      <a:pt x="186538" y="440091"/>
                    </a:cubicBez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7" name="Google Shape;1657;p3"/>
              <p:cNvSpPr/>
              <p:nvPr/>
            </p:nvSpPr>
            <p:spPr>
              <a:xfrm>
                <a:off x="6099260" y="4616623"/>
                <a:ext cx="127260" cy="258264"/>
              </a:xfrm>
              <a:custGeom>
                <a:avLst/>
                <a:gdLst/>
                <a:ahLst/>
                <a:cxnLst/>
                <a:rect l="l" t="t" r="r" b="b"/>
                <a:pathLst>
                  <a:path w="127260" h="258264" extrusionOk="0">
                    <a:moveTo>
                      <a:pt x="119345" y="258265"/>
                    </a:moveTo>
                    <a:cubicBezTo>
                      <a:pt x="117734" y="258256"/>
                      <a:pt x="116165" y="257747"/>
                      <a:pt x="114855" y="256807"/>
                    </a:cubicBezTo>
                    <a:lnTo>
                      <a:pt x="0" y="177331"/>
                    </a:lnTo>
                    <a:lnTo>
                      <a:pt x="0" y="7922"/>
                    </a:lnTo>
                    <a:cubicBezTo>
                      <a:pt x="0" y="3547"/>
                      <a:pt x="3539" y="0"/>
                      <a:pt x="7906" y="0"/>
                    </a:cubicBezTo>
                    <a:cubicBezTo>
                      <a:pt x="12272" y="0"/>
                      <a:pt x="15812" y="3547"/>
                      <a:pt x="15812" y="7922"/>
                    </a:cubicBezTo>
                    <a:lnTo>
                      <a:pt x="15812" y="169029"/>
                    </a:lnTo>
                    <a:lnTo>
                      <a:pt x="123836" y="243815"/>
                    </a:lnTo>
                    <a:cubicBezTo>
                      <a:pt x="127432" y="246295"/>
                      <a:pt x="128342" y="251227"/>
                      <a:pt x="125867" y="254831"/>
                    </a:cubicBezTo>
                    <a:cubicBezTo>
                      <a:pt x="125865" y="254835"/>
                      <a:pt x="125862" y="254838"/>
                      <a:pt x="125860" y="254842"/>
                    </a:cubicBezTo>
                    <a:cubicBezTo>
                      <a:pt x="124368" y="256971"/>
                      <a:pt x="121941" y="258246"/>
                      <a:pt x="119345" y="258265"/>
                    </a:cubicBez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658" name="Google Shape;1658;p3"/>
          <p:cNvGrpSpPr/>
          <p:nvPr/>
        </p:nvGrpSpPr>
        <p:grpSpPr>
          <a:xfrm>
            <a:off x="2265349" y="1870199"/>
            <a:ext cx="315692" cy="315600"/>
            <a:chOff x="7800823" y="2112717"/>
            <a:chExt cx="405016" cy="405016"/>
          </a:xfrm>
        </p:grpSpPr>
        <p:sp>
          <p:nvSpPr>
            <p:cNvPr id="1659" name="Google Shape;1659;p3"/>
            <p:cNvSpPr/>
            <p:nvPr/>
          </p:nvSpPr>
          <p:spPr>
            <a:xfrm>
              <a:off x="7800823" y="2112717"/>
              <a:ext cx="405016" cy="405016"/>
            </a:xfrm>
            <a:prstGeom prst="ellipse">
              <a:avLst/>
            </a:prstGeom>
            <a:solidFill>
              <a:srgbClr val="B72835"/>
            </a:soli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60" name="Google Shape;1660;p3"/>
            <p:cNvSpPr/>
            <p:nvPr/>
          </p:nvSpPr>
          <p:spPr>
            <a:xfrm>
              <a:off x="7944005" y="2225303"/>
              <a:ext cx="111552" cy="184878"/>
            </a:xfrm>
            <a:custGeom>
              <a:avLst/>
              <a:gdLst/>
              <a:ahLst/>
              <a:cxnLst/>
              <a:rect l="l" t="t" r="r" b="b"/>
              <a:pathLst>
                <a:path w="326897" h="541782" extrusionOk="0">
                  <a:moveTo>
                    <a:pt x="125730" y="249174"/>
                  </a:moveTo>
                  <a:cubicBezTo>
                    <a:pt x="155162" y="246602"/>
                    <a:pt x="181451" y="240411"/>
                    <a:pt x="204597" y="230505"/>
                  </a:cubicBezTo>
                  <a:cubicBezTo>
                    <a:pt x="227743" y="220599"/>
                    <a:pt x="245745" y="208121"/>
                    <a:pt x="258699" y="193167"/>
                  </a:cubicBezTo>
                  <a:cubicBezTo>
                    <a:pt x="271653" y="178213"/>
                    <a:pt x="278130" y="161830"/>
                    <a:pt x="278130" y="144018"/>
                  </a:cubicBezTo>
                  <a:cubicBezTo>
                    <a:pt x="278130" y="126206"/>
                    <a:pt x="273558" y="110490"/>
                    <a:pt x="264414" y="95250"/>
                  </a:cubicBezTo>
                  <a:cubicBezTo>
                    <a:pt x="255270" y="80010"/>
                    <a:pt x="242411" y="67818"/>
                    <a:pt x="225933" y="58674"/>
                  </a:cubicBezTo>
                  <a:cubicBezTo>
                    <a:pt x="209455" y="49530"/>
                    <a:pt x="190786" y="44958"/>
                    <a:pt x="169926" y="44958"/>
                  </a:cubicBezTo>
                  <a:cubicBezTo>
                    <a:pt x="141446" y="44958"/>
                    <a:pt x="116205" y="51435"/>
                    <a:pt x="94107" y="64389"/>
                  </a:cubicBezTo>
                  <a:cubicBezTo>
                    <a:pt x="72009" y="77343"/>
                    <a:pt x="51530" y="95726"/>
                    <a:pt x="32766" y="119634"/>
                  </a:cubicBezTo>
                  <a:lnTo>
                    <a:pt x="0" y="87630"/>
                  </a:lnTo>
                  <a:cubicBezTo>
                    <a:pt x="46768" y="29242"/>
                    <a:pt x="104108" y="0"/>
                    <a:pt x="172212" y="0"/>
                  </a:cubicBezTo>
                  <a:cubicBezTo>
                    <a:pt x="201644" y="0"/>
                    <a:pt x="228219" y="6191"/>
                    <a:pt x="251841" y="18669"/>
                  </a:cubicBezTo>
                  <a:cubicBezTo>
                    <a:pt x="275463" y="31147"/>
                    <a:pt x="293846" y="48006"/>
                    <a:pt x="307086" y="69342"/>
                  </a:cubicBezTo>
                  <a:cubicBezTo>
                    <a:pt x="320326" y="90678"/>
                    <a:pt x="326898" y="114300"/>
                    <a:pt x="326898" y="140208"/>
                  </a:cubicBezTo>
                  <a:cubicBezTo>
                    <a:pt x="326898" y="162592"/>
                    <a:pt x="320421" y="183928"/>
                    <a:pt x="307467" y="204216"/>
                  </a:cubicBezTo>
                  <a:cubicBezTo>
                    <a:pt x="294513" y="224504"/>
                    <a:pt x="276511" y="241935"/>
                    <a:pt x="253365" y="256413"/>
                  </a:cubicBezTo>
                  <a:cubicBezTo>
                    <a:pt x="230219" y="270891"/>
                    <a:pt x="203930" y="280892"/>
                    <a:pt x="174498" y="286512"/>
                  </a:cubicBezTo>
                  <a:lnTo>
                    <a:pt x="174498" y="385572"/>
                  </a:lnTo>
                  <a:lnTo>
                    <a:pt x="125730" y="385572"/>
                  </a:lnTo>
                  <a:lnTo>
                    <a:pt x="125730" y="249174"/>
                  </a:lnTo>
                  <a:close/>
                  <a:moveTo>
                    <a:pt x="124587" y="531495"/>
                  </a:moveTo>
                  <a:cubicBezTo>
                    <a:pt x="117729" y="524637"/>
                    <a:pt x="114300" y="516160"/>
                    <a:pt x="114300" y="505968"/>
                  </a:cubicBezTo>
                  <a:cubicBezTo>
                    <a:pt x="114300" y="496824"/>
                    <a:pt x="117729" y="488823"/>
                    <a:pt x="124587" y="481965"/>
                  </a:cubicBezTo>
                  <a:cubicBezTo>
                    <a:pt x="131445" y="475107"/>
                    <a:pt x="139922" y="471678"/>
                    <a:pt x="150114" y="471678"/>
                  </a:cubicBezTo>
                  <a:cubicBezTo>
                    <a:pt x="159258" y="471678"/>
                    <a:pt x="167259" y="475107"/>
                    <a:pt x="174117" y="481965"/>
                  </a:cubicBezTo>
                  <a:cubicBezTo>
                    <a:pt x="180975" y="488823"/>
                    <a:pt x="184404" y="496824"/>
                    <a:pt x="184404" y="505968"/>
                  </a:cubicBezTo>
                  <a:cubicBezTo>
                    <a:pt x="184404" y="515588"/>
                    <a:pt x="180975" y="523970"/>
                    <a:pt x="174117" y="531114"/>
                  </a:cubicBezTo>
                  <a:cubicBezTo>
                    <a:pt x="167259" y="538258"/>
                    <a:pt x="159258" y="541782"/>
                    <a:pt x="150114" y="541782"/>
                  </a:cubicBezTo>
                  <a:cubicBezTo>
                    <a:pt x="139922" y="541782"/>
                    <a:pt x="131445" y="538353"/>
                    <a:pt x="124587" y="531495"/>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61" name="Google Shape;1661;p3"/>
          <p:cNvGrpSpPr/>
          <p:nvPr/>
        </p:nvGrpSpPr>
        <p:grpSpPr>
          <a:xfrm>
            <a:off x="499148" y="2299038"/>
            <a:ext cx="315692" cy="315600"/>
            <a:chOff x="7105632" y="2112717"/>
            <a:chExt cx="405016" cy="405016"/>
          </a:xfrm>
        </p:grpSpPr>
        <p:sp>
          <p:nvSpPr>
            <p:cNvPr id="1662" name="Google Shape;1662;p3"/>
            <p:cNvSpPr/>
            <p:nvPr/>
          </p:nvSpPr>
          <p:spPr>
            <a:xfrm>
              <a:off x="7105632" y="2112717"/>
              <a:ext cx="405016" cy="405016"/>
            </a:xfrm>
            <a:prstGeom prst="ellipse">
              <a:avLst/>
            </a:prstGeom>
            <a:solidFill>
              <a:schemeClr val="accent4"/>
            </a:soli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63" name="Google Shape;1663;p3"/>
            <p:cNvSpPr/>
            <p:nvPr/>
          </p:nvSpPr>
          <p:spPr>
            <a:xfrm>
              <a:off x="7209873" y="2262768"/>
              <a:ext cx="183486" cy="129386"/>
            </a:xfrm>
            <a:custGeom>
              <a:avLst/>
              <a:gdLst/>
              <a:ahLst/>
              <a:cxnLst/>
              <a:rect l="l" t="t" r="r" b="b"/>
              <a:pathLst>
                <a:path w="112830" h="79563" extrusionOk="0">
                  <a:moveTo>
                    <a:pt x="44462" y="79563"/>
                  </a:moveTo>
                  <a:lnTo>
                    <a:pt x="0" y="35165"/>
                  </a:lnTo>
                  <a:lnTo>
                    <a:pt x="11195" y="23970"/>
                  </a:lnTo>
                  <a:lnTo>
                    <a:pt x="44462" y="57238"/>
                  </a:lnTo>
                  <a:lnTo>
                    <a:pt x="101636" y="0"/>
                  </a:lnTo>
                  <a:lnTo>
                    <a:pt x="112831" y="11195"/>
                  </a:lnTo>
                  <a:lnTo>
                    <a:pt x="44462" y="79563"/>
                  </a:lnTo>
                  <a:close/>
                </a:path>
              </a:pathLst>
            </a:custGeom>
            <a:solidFill>
              <a:schemeClr val="lt1"/>
            </a:solidFill>
            <a:ln>
              <a:noFill/>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64" name="Google Shape;1664;p3"/>
          <p:cNvGrpSpPr/>
          <p:nvPr/>
        </p:nvGrpSpPr>
        <p:grpSpPr>
          <a:xfrm>
            <a:off x="5388644" y="2028111"/>
            <a:ext cx="322598" cy="322502"/>
            <a:chOff x="7526011" y="1112437"/>
            <a:chExt cx="261608" cy="261608"/>
          </a:xfrm>
        </p:grpSpPr>
        <p:sp>
          <p:nvSpPr>
            <p:cNvPr id="1665" name="Google Shape;1665;p3"/>
            <p:cNvSpPr/>
            <p:nvPr/>
          </p:nvSpPr>
          <p:spPr>
            <a:xfrm>
              <a:off x="7526011" y="1112437"/>
              <a:ext cx="261608" cy="261608"/>
            </a:xfrm>
            <a:prstGeom prst="ellipse">
              <a:avLst/>
            </a:prstGeom>
            <a:solidFill>
              <a:srgbClr val="B72835"/>
            </a:soli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666" name="Google Shape;1666;p3"/>
            <p:cNvSpPr/>
            <p:nvPr/>
          </p:nvSpPr>
          <p:spPr>
            <a:xfrm rot="-2700000">
              <a:off x="7593524" y="1179992"/>
              <a:ext cx="126492" cy="126493"/>
            </a:xfrm>
            <a:custGeom>
              <a:avLst/>
              <a:gdLst/>
              <a:ahLst/>
              <a:cxnLst/>
              <a:rect l="l" t="t" r="r" b="b"/>
              <a:pathLst>
                <a:path w="126492" h="126492" extrusionOk="0">
                  <a:moveTo>
                    <a:pt x="47479" y="0"/>
                  </a:moveTo>
                  <a:lnTo>
                    <a:pt x="79102" y="0"/>
                  </a:lnTo>
                  <a:lnTo>
                    <a:pt x="79102" y="47479"/>
                  </a:lnTo>
                  <a:lnTo>
                    <a:pt x="126492" y="47479"/>
                  </a:lnTo>
                  <a:lnTo>
                    <a:pt x="126492" y="79102"/>
                  </a:lnTo>
                  <a:lnTo>
                    <a:pt x="79102" y="79102"/>
                  </a:lnTo>
                  <a:lnTo>
                    <a:pt x="79102" y="126492"/>
                  </a:lnTo>
                  <a:lnTo>
                    <a:pt x="47479" y="126492"/>
                  </a:lnTo>
                  <a:lnTo>
                    <a:pt x="47479" y="79102"/>
                  </a:lnTo>
                  <a:lnTo>
                    <a:pt x="0" y="79102"/>
                  </a:lnTo>
                  <a:lnTo>
                    <a:pt x="0" y="47479"/>
                  </a:lnTo>
                  <a:lnTo>
                    <a:pt x="47479" y="47479"/>
                  </a:lnTo>
                  <a:close/>
                </a:path>
              </a:pathLst>
            </a:custGeom>
            <a:solidFill>
              <a:schemeClr val="lt1"/>
            </a:solidFill>
            <a:ln w="11425" cap="flat" cmpd="sng">
              <a:solidFill>
                <a:srgbClr val="B72835"/>
              </a:solidFill>
              <a:prstDash val="solid"/>
              <a:miter lim="8000"/>
              <a:headEnd type="none" w="sm" len="sm"/>
              <a:tailEnd type="none" w="sm" len="sm"/>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67" name="Google Shape;1667;p3"/>
          <p:cNvGrpSpPr/>
          <p:nvPr/>
        </p:nvGrpSpPr>
        <p:grpSpPr>
          <a:xfrm>
            <a:off x="839077" y="3840496"/>
            <a:ext cx="410251" cy="410249"/>
            <a:chOff x="506872" y="5229970"/>
            <a:chExt cx="902850" cy="902850"/>
          </a:xfrm>
        </p:grpSpPr>
        <p:sp>
          <p:nvSpPr>
            <p:cNvPr id="1668" name="Google Shape;1668;p3"/>
            <p:cNvSpPr/>
            <p:nvPr/>
          </p:nvSpPr>
          <p:spPr>
            <a:xfrm>
              <a:off x="506872" y="5229970"/>
              <a:ext cx="902850" cy="902850"/>
            </a:xfrm>
            <a:prstGeom prst="ellipse">
              <a:avLst/>
            </a:prstGeom>
            <a:gradFill>
              <a:gsLst>
                <a:gs pos="0">
                  <a:schemeClr val="accent5"/>
                </a:gs>
                <a:gs pos="100000">
                  <a:srgbClr val="36538F"/>
                </a:gs>
              </a:gsLst>
              <a:lin ang="0" scaled="0"/>
            </a:gradFill>
            <a:ln>
              <a:noFill/>
            </a:ln>
          </p:spPr>
          <p:txBody>
            <a:bodyPr spcFirstLastPara="1" wrap="square" lIns="82225" tIns="41100" rIns="82225" bIns="41100" anchor="ctr" anchorCtr="0">
              <a:noAutofit/>
            </a:bodyPr>
            <a:lstStyle/>
            <a:p>
              <a:pPr marL="0" marR="0" lvl="0" indent="0" algn="ctr" rtl="0">
                <a:lnSpc>
                  <a:spcPct val="100000"/>
                </a:lnSpc>
                <a:spcBef>
                  <a:spcPts val="0"/>
                </a:spcBef>
                <a:spcAft>
                  <a:spcPts val="0"/>
                </a:spcAft>
                <a:buClr>
                  <a:srgbClr val="000000"/>
                </a:buClr>
                <a:buSzPts val="1795"/>
                <a:buFont typeface="Arial"/>
                <a:buNone/>
              </a:pPr>
              <a:endParaRPr sz="1795" b="0" i="0" u="none" strike="noStrike" cap="none">
                <a:solidFill>
                  <a:srgbClr val="FFFFFF"/>
                </a:solidFill>
                <a:latin typeface="Arial"/>
                <a:ea typeface="Arial"/>
                <a:cs typeface="Arial"/>
                <a:sym typeface="Arial"/>
              </a:endParaRPr>
            </a:p>
          </p:txBody>
        </p:sp>
        <p:sp>
          <p:nvSpPr>
            <p:cNvPr id="1669" name="Google Shape;1669;p3"/>
            <p:cNvSpPr/>
            <p:nvPr/>
          </p:nvSpPr>
          <p:spPr>
            <a:xfrm>
              <a:off x="677425" y="5425363"/>
              <a:ext cx="561744" cy="5120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70" name="Google Shape;1670;p3"/>
          <p:cNvSpPr/>
          <p:nvPr/>
        </p:nvSpPr>
        <p:spPr>
          <a:xfrm>
            <a:off x="825870" y="2552775"/>
            <a:ext cx="552664" cy="443082"/>
          </a:xfrm>
          <a:custGeom>
            <a:avLst/>
            <a:gdLst/>
            <a:ahLst/>
            <a:cxnLst/>
            <a:rect l="l" t="t" r="r" b="b"/>
            <a:pathLst>
              <a:path w="659994" h="529132" extrusionOk="0">
                <a:moveTo>
                  <a:pt x="363186" y="199610"/>
                </a:moveTo>
                <a:lnTo>
                  <a:pt x="370772" y="316721"/>
                </a:lnTo>
                <a:cubicBezTo>
                  <a:pt x="370772" y="316721"/>
                  <a:pt x="384048" y="303445"/>
                  <a:pt x="395901" y="291592"/>
                </a:cubicBezTo>
                <a:cubicBezTo>
                  <a:pt x="410125" y="305816"/>
                  <a:pt x="473659" y="369350"/>
                  <a:pt x="473659" y="369350"/>
                </a:cubicBezTo>
                <a:cubicBezTo>
                  <a:pt x="476030" y="371720"/>
                  <a:pt x="479823" y="371720"/>
                  <a:pt x="482194" y="369350"/>
                </a:cubicBezTo>
                <a:lnTo>
                  <a:pt x="490254" y="361289"/>
                </a:lnTo>
                <a:lnTo>
                  <a:pt x="526288" y="325255"/>
                </a:lnTo>
                <a:lnTo>
                  <a:pt x="532926" y="318617"/>
                </a:lnTo>
                <a:cubicBezTo>
                  <a:pt x="535297" y="316247"/>
                  <a:pt x="535297" y="312454"/>
                  <a:pt x="532452" y="310083"/>
                </a:cubicBezTo>
                <a:cubicBezTo>
                  <a:pt x="532452" y="310083"/>
                  <a:pt x="469392" y="247023"/>
                  <a:pt x="454694" y="232325"/>
                </a:cubicBezTo>
                <a:cubicBezTo>
                  <a:pt x="467970" y="219049"/>
                  <a:pt x="479823" y="207196"/>
                  <a:pt x="479823" y="207196"/>
                </a:cubicBezTo>
                <a:close/>
                <a:moveTo>
                  <a:pt x="0" y="111421"/>
                </a:moveTo>
                <a:lnTo>
                  <a:pt x="659519" y="111421"/>
                </a:lnTo>
                <a:cubicBezTo>
                  <a:pt x="659519" y="111421"/>
                  <a:pt x="659519" y="111421"/>
                  <a:pt x="659519" y="508745"/>
                </a:cubicBezTo>
                <a:cubicBezTo>
                  <a:pt x="659519" y="519650"/>
                  <a:pt x="650511" y="529132"/>
                  <a:pt x="639132" y="529132"/>
                </a:cubicBezTo>
                <a:cubicBezTo>
                  <a:pt x="639132" y="529132"/>
                  <a:pt x="639132" y="529132"/>
                  <a:pt x="18491" y="529132"/>
                </a:cubicBezTo>
                <a:cubicBezTo>
                  <a:pt x="7586" y="529132"/>
                  <a:pt x="0" y="520124"/>
                  <a:pt x="0" y="508745"/>
                </a:cubicBezTo>
                <a:cubicBezTo>
                  <a:pt x="0" y="508745"/>
                  <a:pt x="0" y="508745"/>
                  <a:pt x="0" y="111421"/>
                </a:cubicBezTo>
                <a:close/>
                <a:moveTo>
                  <a:pt x="162628" y="22284"/>
                </a:moveTo>
                <a:cubicBezTo>
                  <a:pt x="153619" y="22284"/>
                  <a:pt x="144137" y="29870"/>
                  <a:pt x="144137" y="41250"/>
                </a:cubicBezTo>
                <a:cubicBezTo>
                  <a:pt x="144137" y="50732"/>
                  <a:pt x="153145" y="60215"/>
                  <a:pt x="162628" y="60215"/>
                </a:cubicBezTo>
                <a:cubicBezTo>
                  <a:pt x="174007" y="60215"/>
                  <a:pt x="181593" y="50732"/>
                  <a:pt x="181119" y="41250"/>
                </a:cubicBezTo>
                <a:cubicBezTo>
                  <a:pt x="181119" y="29870"/>
                  <a:pt x="174007" y="22284"/>
                  <a:pt x="162628" y="22284"/>
                </a:cubicBezTo>
                <a:close/>
                <a:moveTo>
                  <a:pt x="102887" y="22284"/>
                </a:moveTo>
                <a:cubicBezTo>
                  <a:pt x="91982" y="22284"/>
                  <a:pt x="84396" y="29870"/>
                  <a:pt x="84396" y="41250"/>
                </a:cubicBezTo>
                <a:cubicBezTo>
                  <a:pt x="84396" y="50732"/>
                  <a:pt x="91508" y="60215"/>
                  <a:pt x="102887" y="60215"/>
                </a:cubicBezTo>
                <a:cubicBezTo>
                  <a:pt x="112370" y="60215"/>
                  <a:pt x="121378" y="50732"/>
                  <a:pt x="121378" y="41250"/>
                </a:cubicBezTo>
                <a:cubicBezTo>
                  <a:pt x="121378" y="29870"/>
                  <a:pt x="112370" y="22284"/>
                  <a:pt x="102887" y="22284"/>
                </a:cubicBezTo>
                <a:close/>
                <a:moveTo>
                  <a:pt x="41250" y="22284"/>
                </a:moveTo>
                <a:cubicBezTo>
                  <a:pt x="32241" y="22284"/>
                  <a:pt x="22758" y="29870"/>
                  <a:pt x="22758" y="41250"/>
                </a:cubicBezTo>
                <a:cubicBezTo>
                  <a:pt x="22758" y="50732"/>
                  <a:pt x="31767" y="60215"/>
                  <a:pt x="41250" y="60215"/>
                </a:cubicBezTo>
                <a:cubicBezTo>
                  <a:pt x="52629" y="60215"/>
                  <a:pt x="61637" y="50732"/>
                  <a:pt x="61637" y="41250"/>
                </a:cubicBezTo>
                <a:cubicBezTo>
                  <a:pt x="61637" y="29870"/>
                  <a:pt x="52629" y="22284"/>
                  <a:pt x="41250" y="22284"/>
                </a:cubicBezTo>
                <a:close/>
                <a:moveTo>
                  <a:pt x="0" y="0"/>
                </a:moveTo>
                <a:lnTo>
                  <a:pt x="659994" y="0"/>
                </a:lnTo>
                <a:cubicBezTo>
                  <a:pt x="659994" y="0"/>
                  <a:pt x="659994" y="0"/>
                  <a:pt x="659994" y="84870"/>
                </a:cubicBezTo>
                <a:cubicBezTo>
                  <a:pt x="659994" y="84870"/>
                  <a:pt x="659994" y="84870"/>
                  <a:pt x="0" y="84870"/>
                </a:cubicBezTo>
                <a:cubicBezTo>
                  <a:pt x="0" y="84870"/>
                  <a:pt x="0" y="84870"/>
                  <a:pt x="0" y="0"/>
                </a:cubicBezTo>
                <a:close/>
              </a:path>
            </a:pathLst>
          </a:custGeom>
          <a:gradFill>
            <a:gsLst>
              <a:gs pos="0">
                <a:schemeClr val="accent5"/>
              </a:gs>
              <a:gs pos="100000">
                <a:srgbClr val="36538F"/>
              </a:gs>
            </a:gsLst>
            <a:lin ang="0" scaled="0"/>
          </a:gradFill>
          <a:ln>
            <a:noFill/>
          </a:ln>
        </p:spPr>
        <p:txBody>
          <a:bodyPr spcFirstLastPara="1" wrap="square" lIns="82225" tIns="41100" rIns="82225" bIns="41100" anchor="ctr" anchorCtr="0">
            <a:noAutofit/>
          </a:bodyPr>
          <a:lstStyle/>
          <a:p>
            <a:pPr marL="0" marR="0" lvl="0" indent="0" algn="ctr" rtl="0">
              <a:lnSpc>
                <a:spcPct val="100000"/>
              </a:lnSpc>
              <a:spcBef>
                <a:spcPts val="0"/>
              </a:spcBef>
              <a:spcAft>
                <a:spcPts val="0"/>
              </a:spcAft>
              <a:buClr>
                <a:srgbClr val="000000"/>
              </a:buClr>
              <a:buSzPts val="1795"/>
              <a:buFont typeface="Arial"/>
              <a:buNone/>
            </a:pPr>
            <a:endParaRPr sz="1795" b="0" i="0" u="none" strike="noStrike" cap="none">
              <a:solidFill>
                <a:srgbClr val="FFFFFF"/>
              </a:solidFill>
              <a:latin typeface="Arial"/>
              <a:ea typeface="Arial"/>
              <a:cs typeface="Arial"/>
              <a:sym typeface="Arial"/>
            </a:endParaRPr>
          </a:p>
        </p:txBody>
      </p:sp>
      <p:grpSp>
        <p:nvGrpSpPr>
          <p:cNvPr id="1671" name="Google Shape;1671;p3"/>
          <p:cNvGrpSpPr/>
          <p:nvPr/>
        </p:nvGrpSpPr>
        <p:grpSpPr>
          <a:xfrm>
            <a:off x="3651748" y="4027599"/>
            <a:ext cx="410251" cy="410249"/>
            <a:chOff x="10656543" y="2484407"/>
            <a:chExt cx="902850" cy="902850"/>
          </a:xfrm>
        </p:grpSpPr>
        <p:sp>
          <p:nvSpPr>
            <p:cNvPr id="1672" name="Google Shape;1672;p3"/>
            <p:cNvSpPr/>
            <p:nvPr/>
          </p:nvSpPr>
          <p:spPr>
            <a:xfrm>
              <a:off x="10656543" y="2484407"/>
              <a:ext cx="902850" cy="902850"/>
            </a:xfrm>
            <a:prstGeom prst="ellipse">
              <a:avLst/>
            </a:prstGeom>
            <a:gradFill>
              <a:gsLst>
                <a:gs pos="0">
                  <a:srgbClr val="008EB4"/>
                </a:gs>
                <a:gs pos="100000">
                  <a:srgbClr val="008198"/>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1673" name="Google Shape;1673;p3"/>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74" name="Google Shape;1674;p3"/>
          <p:cNvGrpSpPr/>
          <p:nvPr/>
        </p:nvGrpSpPr>
        <p:grpSpPr>
          <a:xfrm>
            <a:off x="2218070" y="3638542"/>
            <a:ext cx="410251" cy="410249"/>
            <a:chOff x="9206590" y="5229970"/>
            <a:chExt cx="902850" cy="902850"/>
          </a:xfrm>
        </p:grpSpPr>
        <p:sp>
          <p:nvSpPr>
            <p:cNvPr id="1675" name="Google Shape;1675;p3"/>
            <p:cNvSpPr/>
            <p:nvPr/>
          </p:nvSpPr>
          <p:spPr>
            <a:xfrm>
              <a:off x="9206590" y="5229970"/>
              <a:ext cx="902850" cy="902850"/>
            </a:xfrm>
            <a:prstGeom prst="ellipse">
              <a:avLst/>
            </a:prstGeom>
            <a:gradFill>
              <a:gsLst>
                <a:gs pos="0">
                  <a:srgbClr val="006896"/>
                </a:gs>
                <a:gs pos="100000">
                  <a:srgbClr val="0085B3"/>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1676" name="Google Shape;1676;p3"/>
            <p:cNvSpPr/>
            <p:nvPr/>
          </p:nvSpPr>
          <p:spPr>
            <a:xfrm>
              <a:off x="9414720" y="5397931"/>
              <a:ext cx="486590" cy="566928"/>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77" name="Google Shape;1677;p3"/>
          <p:cNvGrpSpPr/>
          <p:nvPr/>
        </p:nvGrpSpPr>
        <p:grpSpPr>
          <a:xfrm>
            <a:off x="5047588" y="3767940"/>
            <a:ext cx="410251" cy="410249"/>
            <a:chOff x="7756637" y="1111625"/>
            <a:chExt cx="902850" cy="902850"/>
          </a:xfrm>
        </p:grpSpPr>
        <p:sp>
          <p:nvSpPr>
            <p:cNvPr id="1678" name="Google Shape;1678;p3"/>
            <p:cNvSpPr/>
            <p:nvPr/>
          </p:nvSpPr>
          <p:spPr>
            <a:xfrm>
              <a:off x="7756637" y="1111625"/>
              <a:ext cx="902850" cy="902850"/>
            </a:xfrm>
            <a:prstGeom prst="ellipse">
              <a:avLst/>
            </a:prstGeom>
            <a:gradFill>
              <a:gsLst>
                <a:gs pos="0">
                  <a:srgbClr val="31914C"/>
                </a:gs>
                <a:gs pos="100000">
                  <a:srgbClr val="61A60E"/>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grpSp>
          <p:nvGrpSpPr>
            <p:cNvPr id="1679" name="Google Shape;1679;p3"/>
            <p:cNvGrpSpPr/>
            <p:nvPr/>
          </p:nvGrpSpPr>
          <p:grpSpPr>
            <a:xfrm>
              <a:off x="7931636" y="1246750"/>
              <a:ext cx="549957" cy="649868"/>
              <a:chOff x="7931636" y="1246750"/>
              <a:chExt cx="549957" cy="649868"/>
            </a:xfrm>
          </p:grpSpPr>
          <p:sp>
            <p:nvSpPr>
              <p:cNvPr id="1680" name="Google Shape;1680;p3"/>
              <p:cNvSpPr/>
              <p:nvPr/>
            </p:nvSpPr>
            <p:spPr>
              <a:xfrm>
                <a:off x="8166570" y="1440767"/>
                <a:ext cx="80090" cy="87557"/>
              </a:xfrm>
              <a:custGeom>
                <a:avLst/>
                <a:gdLst/>
                <a:ahLst/>
                <a:cxnLst/>
                <a:rect l="l" t="t" r="r" b="b"/>
                <a:pathLst>
                  <a:path w="80090" h="87557" extrusionOk="0">
                    <a:moveTo>
                      <a:pt x="80090" y="87558"/>
                    </a:moveTo>
                    <a:lnTo>
                      <a:pt x="80090" y="40045"/>
                    </a:lnTo>
                    <a:cubicBezTo>
                      <a:pt x="80090" y="17922"/>
                      <a:pt x="62168" y="0"/>
                      <a:pt x="40045" y="0"/>
                    </a:cubicBezTo>
                    <a:cubicBezTo>
                      <a:pt x="17922" y="0"/>
                      <a:pt x="0" y="17922"/>
                      <a:pt x="0" y="40045"/>
                    </a:cubicBezTo>
                    <a:lnTo>
                      <a:pt x="0" y="87558"/>
                    </a:lnTo>
                    <a:cubicBezTo>
                      <a:pt x="12368" y="82610"/>
                      <a:pt x="25903" y="79857"/>
                      <a:pt x="40045" y="79857"/>
                    </a:cubicBezTo>
                    <a:cubicBezTo>
                      <a:pt x="54187" y="79857"/>
                      <a:pt x="67722" y="82564"/>
                      <a:pt x="80090" y="8755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1" name="Google Shape;1681;p3"/>
              <p:cNvSpPr/>
              <p:nvPr/>
            </p:nvSpPr>
            <p:spPr>
              <a:xfrm>
                <a:off x="8129605" y="1551475"/>
                <a:ext cx="154019" cy="154019"/>
              </a:xfrm>
              <a:custGeom>
                <a:avLst/>
                <a:gdLst/>
                <a:ahLst/>
                <a:cxnLst/>
                <a:rect l="l" t="t" r="r" b="b"/>
                <a:pathLst>
                  <a:path w="154019" h="154019" extrusionOk="0">
                    <a:moveTo>
                      <a:pt x="77010" y="0"/>
                    </a:moveTo>
                    <a:cubicBezTo>
                      <a:pt x="34444" y="0"/>
                      <a:pt x="0" y="34491"/>
                      <a:pt x="0" y="77010"/>
                    </a:cubicBezTo>
                    <a:cubicBezTo>
                      <a:pt x="0" y="119528"/>
                      <a:pt x="34491" y="154019"/>
                      <a:pt x="77010" y="154019"/>
                    </a:cubicBezTo>
                    <a:cubicBezTo>
                      <a:pt x="119528" y="154019"/>
                      <a:pt x="154019" y="119528"/>
                      <a:pt x="154019" y="77010"/>
                    </a:cubicBezTo>
                    <a:cubicBezTo>
                      <a:pt x="154019" y="34491"/>
                      <a:pt x="119528" y="0"/>
                      <a:pt x="77010" y="0"/>
                    </a:cubicBezTo>
                    <a:close/>
                    <a:moveTo>
                      <a:pt x="89331" y="79343"/>
                    </a:moveTo>
                    <a:lnTo>
                      <a:pt x="89331" y="98619"/>
                    </a:lnTo>
                    <a:cubicBezTo>
                      <a:pt x="89331" y="105433"/>
                      <a:pt x="83824" y="110941"/>
                      <a:pt x="77010" y="110941"/>
                    </a:cubicBezTo>
                    <a:cubicBezTo>
                      <a:pt x="70196" y="110941"/>
                      <a:pt x="64688" y="105433"/>
                      <a:pt x="64688" y="98619"/>
                    </a:cubicBezTo>
                    <a:lnTo>
                      <a:pt x="64688" y="79343"/>
                    </a:lnTo>
                    <a:cubicBezTo>
                      <a:pt x="59087" y="75423"/>
                      <a:pt x="55447" y="68982"/>
                      <a:pt x="55447" y="61654"/>
                    </a:cubicBezTo>
                    <a:cubicBezTo>
                      <a:pt x="55447" y="49753"/>
                      <a:pt x="65108" y="40092"/>
                      <a:pt x="77010" y="40092"/>
                    </a:cubicBezTo>
                    <a:cubicBezTo>
                      <a:pt x="88911" y="40092"/>
                      <a:pt x="98572" y="49753"/>
                      <a:pt x="98572" y="61654"/>
                    </a:cubicBezTo>
                    <a:cubicBezTo>
                      <a:pt x="98572" y="68982"/>
                      <a:pt x="94932" y="75470"/>
                      <a:pt x="89331" y="793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2" name="Google Shape;1682;p3"/>
              <p:cNvSpPr/>
              <p:nvPr/>
            </p:nvSpPr>
            <p:spPr>
              <a:xfrm>
                <a:off x="7931636" y="1246750"/>
                <a:ext cx="549957" cy="649868"/>
              </a:xfrm>
              <a:custGeom>
                <a:avLst/>
                <a:gdLst/>
                <a:ahLst/>
                <a:cxnLst/>
                <a:rect l="l" t="t" r="r" b="b"/>
                <a:pathLst>
                  <a:path w="549957" h="649868" extrusionOk="0">
                    <a:moveTo>
                      <a:pt x="541059" y="72202"/>
                    </a:moveTo>
                    <a:cubicBezTo>
                      <a:pt x="378125" y="72202"/>
                      <a:pt x="274979" y="0"/>
                      <a:pt x="274979" y="0"/>
                    </a:cubicBezTo>
                    <a:cubicBezTo>
                      <a:pt x="274979" y="0"/>
                      <a:pt x="171786" y="72202"/>
                      <a:pt x="8899" y="72202"/>
                    </a:cubicBezTo>
                    <a:cubicBezTo>
                      <a:pt x="-58076" y="527120"/>
                      <a:pt x="274979" y="649868"/>
                      <a:pt x="274979" y="649868"/>
                    </a:cubicBezTo>
                    <a:cubicBezTo>
                      <a:pt x="274979" y="649868"/>
                      <a:pt x="608034" y="527120"/>
                      <a:pt x="541059" y="72202"/>
                    </a:cubicBezTo>
                    <a:close/>
                    <a:moveTo>
                      <a:pt x="274979" y="489595"/>
                    </a:moveTo>
                    <a:cubicBezTo>
                      <a:pt x="215425" y="489595"/>
                      <a:pt x="167119" y="441335"/>
                      <a:pt x="167119" y="381735"/>
                    </a:cubicBezTo>
                    <a:cubicBezTo>
                      <a:pt x="167119" y="349297"/>
                      <a:pt x="181447" y="320220"/>
                      <a:pt x="204083" y="300431"/>
                    </a:cubicBezTo>
                    <a:lnTo>
                      <a:pt x="204083" y="234063"/>
                    </a:lnTo>
                    <a:cubicBezTo>
                      <a:pt x="204083" y="194905"/>
                      <a:pt x="235821" y="163214"/>
                      <a:pt x="274932" y="163214"/>
                    </a:cubicBezTo>
                    <a:cubicBezTo>
                      <a:pt x="314044" y="163214"/>
                      <a:pt x="345781" y="194951"/>
                      <a:pt x="345781" y="234063"/>
                    </a:cubicBezTo>
                    <a:lnTo>
                      <a:pt x="345781" y="300431"/>
                    </a:lnTo>
                    <a:cubicBezTo>
                      <a:pt x="368417" y="320220"/>
                      <a:pt x="382746" y="349297"/>
                      <a:pt x="382746" y="381735"/>
                    </a:cubicBezTo>
                    <a:cubicBezTo>
                      <a:pt x="382746" y="441289"/>
                      <a:pt x="334486" y="489595"/>
                      <a:pt x="274886" y="4895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683" name="Google Shape;1683;p3"/>
          <p:cNvSpPr/>
          <p:nvPr/>
        </p:nvSpPr>
        <p:spPr>
          <a:xfrm>
            <a:off x="2154327" y="3078377"/>
            <a:ext cx="552664" cy="443082"/>
          </a:xfrm>
          <a:custGeom>
            <a:avLst/>
            <a:gdLst/>
            <a:ahLst/>
            <a:cxnLst/>
            <a:rect l="l" t="t" r="r" b="b"/>
            <a:pathLst>
              <a:path w="659994" h="529132" extrusionOk="0">
                <a:moveTo>
                  <a:pt x="363186" y="199610"/>
                </a:moveTo>
                <a:lnTo>
                  <a:pt x="370772" y="316721"/>
                </a:lnTo>
                <a:cubicBezTo>
                  <a:pt x="370772" y="316721"/>
                  <a:pt x="384048" y="303445"/>
                  <a:pt x="395901" y="291592"/>
                </a:cubicBezTo>
                <a:cubicBezTo>
                  <a:pt x="410125" y="305816"/>
                  <a:pt x="473659" y="369350"/>
                  <a:pt x="473659" y="369350"/>
                </a:cubicBezTo>
                <a:cubicBezTo>
                  <a:pt x="476030" y="371720"/>
                  <a:pt x="479823" y="371720"/>
                  <a:pt x="482194" y="369350"/>
                </a:cubicBezTo>
                <a:lnTo>
                  <a:pt x="490254" y="361289"/>
                </a:lnTo>
                <a:lnTo>
                  <a:pt x="526288" y="325255"/>
                </a:lnTo>
                <a:lnTo>
                  <a:pt x="532926" y="318617"/>
                </a:lnTo>
                <a:cubicBezTo>
                  <a:pt x="535297" y="316247"/>
                  <a:pt x="535297" y="312454"/>
                  <a:pt x="532452" y="310083"/>
                </a:cubicBezTo>
                <a:cubicBezTo>
                  <a:pt x="532452" y="310083"/>
                  <a:pt x="469392" y="247023"/>
                  <a:pt x="454694" y="232325"/>
                </a:cubicBezTo>
                <a:cubicBezTo>
                  <a:pt x="467970" y="219049"/>
                  <a:pt x="479823" y="207196"/>
                  <a:pt x="479823" y="207196"/>
                </a:cubicBezTo>
                <a:close/>
                <a:moveTo>
                  <a:pt x="0" y="111421"/>
                </a:moveTo>
                <a:lnTo>
                  <a:pt x="659519" y="111421"/>
                </a:lnTo>
                <a:cubicBezTo>
                  <a:pt x="659519" y="111421"/>
                  <a:pt x="659519" y="111421"/>
                  <a:pt x="659519" y="508745"/>
                </a:cubicBezTo>
                <a:cubicBezTo>
                  <a:pt x="659519" y="519650"/>
                  <a:pt x="650511" y="529132"/>
                  <a:pt x="639132" y="529132"/>
                </a:cubicBezTo>
                <a:cubicBezTo>
                  <a:pt x="639132" y="529132"/>
                  <a:pt x="639132" y="529132"/>
                  <a:pt x="18491" y="529132"/>
                </a:cubicBezTo>
                <a:cubicBezTo>
                  <a:pt x="7586" y="529132"/>
                  <a:pt x="0" y="520124"/>
                  <a:pt x="0" y="508745"/>
                </a:cubicBezTo>
                <a:cubicBezTo>
                  <a:pt x="0" y="508745"/>
                  <a:pt x="0" y="508745"/>
                  <a:pt x="0" y="111421"/>
                </a:cubicBezTo>
                <a:close/>
                <a:moveTo>
                  <a:pt x="162628" y="22284"/>
                </a:moveTo>
                <a:cubicBezTo>
                  <a:pt x="153619" y="22284"/>
                  <a:pt x="144137" y="29870"/>
                  <a:pt x="144137" y="41250"/>
                </a:cubicBezTo>
                <a:cubicBezTo>
                  <a:pt x="144137" y="50732"/>
                  <a:pt x="153145" y="60215"/>
                  <a:pt x="162628" y="60215"/>
                </a:cubicBezTo>
                <a:cubicBezTo>
                  <a:pt x="174007" y="60215"/>
                  <a:pt x="181593" y="50732"/>
                  <a:pt x="181119" y="41250"/>
                </a:cubicBezTo>
                <a:cubicBezTo>
                  <a:pt x="181119" y="29870"/>
                  <a:pt x="174007" y="22284"/>
                  <a:pt x="162628" y="22284"/>
                </a:cubicBezTo>
                <a:close/>
                <a:moveTo>
                  <a:pt x="102887" y="22284"/>
                </a:moveTo>
                <a:cubicBezTo>
                  <a:pt x="91982" y="22284"/>
                  <a:pt x="84396" y="29870"/>
                  <a:pt x="84396" y="41250"/>
                </a:cubicBezTo>
                <a:cubicBezTo>
                  <a:pt x="84396" y="50732"/>
                  <a:pt x="91508" y="60215"/>
                  <a:pt x="102887" y="60215"/>
                </a:cubicBezTo>
                <a:cubicBezTo>
                  <a:pt x="112370" y="60215"/>
                  <a:pt x="121378" y="50732"/>
                  <a:pt x="121378" y="41250"/>
                </a:cubicBezTo>
                <a:cubicBezTo>
                  <a:pt x="121378" y="29870"/>
                  <a:pt x="112370" y="22284"/>
                  <a:pt x="102887" y="22284"/>
                </a:cubicBezTo>
                <a:close/>
                <a:moveTo>
                  <a:pt x="41250" y="22284"/>
                </a:moveTo>
                <a:cubicBezTo>
                  <a:pt x="32241" y="22284"/>
                  <a:pt x="22758" y="29870"/>
                  <a:pt x="22758" y="41250"/>
                </a:cubicBezTo>
                <a:cubicBezTo>
                  <a:pt x="22758" y="50732"/>
                  <a:pt x="31767" y="60215"/>
                  <a:pt x="41250" y="60215"/>
                </a:cubicBezTo>
                <a:cubicBezTo>
                  <a:pt x="52629" y="60215"/>
                  <a:pt x="61637" y="50732"/>
                  <a:pt x="61637" y="41250"/>
                </a:cubicBezTo>
                <a:cubicBezTo>
                  <a:pt x="61637" y="29870"/>
                  <a:pt x="52629" y="22284"/>
                  <a:pt x="41250" y="22284"/>
                </a:cubicBezTo>
                <a:close/>
                <a:moveTo>
                  <a:pt x="0" y="0"/>
                </a:moveTo>
                <a:lnTo>
                  <a:pt x="659994" y="0"/>
                </a:lnTo>
                <a:cubicBezTo>
                  <a:pt x="659994" y="0"/>
                  <a:pt x="659994" y="0"/>
                  <a:pt x="659994" y="84870"/>
                </a:cubicBezTo>
                <a:cubicBezTo>
                  <a:pt x="659994" y="84870"/>
                  <a:pt x="659994" y="84870"/>
                  <a:pt x="0" y="84870"/>
                </a:cubicBezTo>
                <a:cubicBezTo>
                  <a:pt x="0" y="84870"/>
                  <a:pt x="0" y="84870"/>
                  <a:pt x="0" y="0"/>
                </a:cubicBezTo>
                <a:close/>
              </a:path>
            </a:pathLst>
          </a:custGeom>
          <a:gradFill>
            <a:gsLst>
              <a:gs pos="0">
                <a:srgbClr val="006896"/>
              </a:gs>
              <a:gs pos="100000">
                <a:srgbClr val="0085B3"/>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1684" name="Google Shape;1684;p3"/>
          <p:cNvSpPr/>
          <p:nvPr/>
        </p:nvSpPr>
        <p:spPr>
          <a:xfrm>
            <a:off x="3572290" y="2729687"/>
            <a:ext cx="552664" cy="443082"/>
          </a:xfrm>
          <a:custGeom>
            <a:avLst/>
            <a:gdLst/>
            <a:ahLst/>
            <a:cxnLst/>
            <a:rect l="l" t="t" r="r" b="b"/>
            <a:pathLst>
              <a:path w="659994" h="529132" extrusionOk="0">
                <a:moveTo>
                  <a:pt x="363186" y="199610"/>
                </a:moveTo>
                <a:lnTo>
                  <a:pt x="370772" y="316721"/>
                </a:lnTo>
                <a:cubicBezTo>
                  <a:pt x="370772" y="316721"/>
                  <a:pt x="384048" y="303445"/>
                  <a:pt x="395901" y="291592"/>
                </a:cubicBezTo>
                <a:cubicBezTo>
                  <a:pt x="410125" y="305816"/>
                  <a:pt x="473659" y="369350"/>
                  <a:pt x="473659" y="369350"/>
                </a:cubicBezTo>
                <a:cubicBezTo>
                  <a:pt x="476030" y="371720"/>
                  <a:pt x="479823" y="371720"/>
                  <a:pt x="482194" y="369350"/>
                </a:cubicBezTo>
                <a:lnTo>
                  <a:pt x="490254" y="361289"/>
                </a:lnTo>
                <a:lnTo>
                  <a:pt x="526288" y="325255"/>
                </a:lnTo>
                <a:lnTo>
                  <a:pt x="532926" y="318617"/>
                </a:lnTo>
                <a:cubicBezTo>
                  <a:pt x="535297" y="316247"/>
                  <a:pt x="535297" y="312454"/>
                  <a:pt x="532452" y="310083"/>
                </a:cubicBezTo>
                <a:cubicBezTo>
                  <a:pt x="532452" y="310083"/>
                  <a:pt x="469392" y="247023"/>
                  <a:pt x="454694" y="232325"/>
                </a:cubicBezTo>
                <a:cubicBezTo>
                  <a:pt x="467970" y="219049"/>
                  <a:pt x="479823" y="207196"/>
                  <a:pt x="479823" y="207196"/>
                </a:cubicBezTo>
                <a:close/>
                <a:moveTo>
                  <a:pt x="0" y="111421"/>
                </a:moveTo>
                <a:lnTo>
                  <a:pt x="659519" y="111421"/>
                </a:lnTo>
                <a:cubicBezTo>
                  <a:pt x="659519" y="111421"/>
                  <a:pt x="659519" y="111421"/>
                  <a:pt x="659519" y="508745"/>
                </a:cubicBezTo>
                <a:cubicBezTo>
                  <a:pt x="659519" y="519650"/>
                  <a:pt x="650511" y="529132"/>
                  <a:pt x="639132" y="529132"/>
                </a:cubicBezTo>
                <a:cubicBezTo>
                  <a:pt x="639132" y="529132"/>
                  <a:pt x="639132" y="529132"/>
                  <a:pt x="18491" y="529132"/>
                </a:cubicBezTo>
                <a:cubicBezTo>
                  <a:pt x="7586" y="529132"/>
                  <a:pt x="0" y="520124"/>
                  <a:pt x="0" y="508745"/>
                </a:cubicBezTo>
                <a:cubicBezTo>
                  <a:pt x="0" y="508745"/>
                  <a:pt x="0" y="508745"/>
                  <a:pt x="0" y="111421"/>
                </a:cubicBezTo>
                <a:close/>
                <a:moveTo>
                  <a:pt x="162628" y="22284"/>
                </a:moveTo>
                <a:cubicBezTo>
                  <a:pt x="153619" y="22284"/>
                  <a:pt x="144137" y="29870"/>
                  <a:pt x="144137" y="41250"/>
                </a:cubicBezTo>
                <a:cubicBezTo>
                  <a:pt x="144137" y="50732"/>
                  <a:pt x="153145" y="60215"/>
                  <a:pt x="162628" y="60215"/>
                </a:cubicBezTo>
                <a:cubicBezTo>
                  <a:pt x="174007" y="60215"/>
                  <a:pt x="181593" y="50732"/>
                  <a:pt x="181119" y="41250"/>
                </a:cubicBezTo>
                <a:cubicBezTo>
                  <a:pt x="181119" y="29870"/>
                  <a:pt x="174007" y="22284"/>
                  <a:pt x="162628" y="22284"/>
                </a:cubicBezTo>
                <a:close/>
                <a:moveTo>
                  <a:pt x="102887" y="22284"/>
                </a:moveTo>
                <a:cubicBezTo>
                  <a:pt x="91982" y="22284"/>
                  <a:pt x="84396" y="29870"/>
                  <a:pt x="84396" y="41250"/>
                </a:cubicBezTo>
                <a:cubicBezTo>
                  <a:pt x="84396" y="50732"/>
                  <a:pt x="91508" y="60215"/>
                  <a:pt x="102887" y="60215"/>
                </a:cubicBezTo>
                <a:cubicBezTo>
                  <a:pt x="112370" y="60215"/>
                  <a:pt x="121378" y="50732"/>
                  <a:pt x="121378" y="41250"/>
                </a:cubicBezTo>
                <a:cubicBezTo>
                  <a:pt x="121378" y="29870"/>
                  <a:pt x="112370" y="22284"/>
                  <a:pt x="102887" y="22284"/>
                </a:cubicBezTo>
                <a:close/>
                <a:moveTo>
                  <a:pt x="41250" y="22284"/>
                </a:moveTo>
                <a:cubicBezTo>
                  <a:pt x="32241" y="22284"/>
                  <a:pt x="22758" y="29870"/>
                  <a:pt x="22758" y="41250"/>
                </a:cubicBezTo>
                <a:cubicBezTo>
                  <a:pt x="22758" y="50732"/>
                  <a:pt x="31767" y="60215"/>
                  <a:pt x="41250" y="60215"/>
                </a:cubicBezTo>
                <a:cubicBezTo>
                  <a:pt x="52629" y="60215"/>
                  <a:pt x="61637" y="50732"/>
                  <a:pt x="61637" y="41250"/>
                </a:cubicBezTo>
                <a:cubicBezTo>
                  <a:pt x="61637" y="29870"/>
                  <a:pt x="52629" y="22284"/>
                  <a:pt x="41250" y="22284"/>
                </a:cubicBezTo>
                <a:close/>
                <a:moveTo>
                  <a:pt x="0" y="0"/>
                </a:moveTo>
                <a:lnTo>
                  <a:pt x="659994" y="0"/>
                </a:lnTo>
                <a:cubicBezTo>
                  <a:pt x="659994" y="0"/>
                  <a:pt x="659994" y="0"/>
                  <a:pt x="659994" y="84870"/>
                </a:cubicBezTo>
                <a:cubicBezTo>
                  <a:pt x="659994" y="84870"/>
                  <a:pt x="659994" y="84870"/>
                  <a:pt x="0" y="84870"/>
                </a:cubicBezTo>
                <a:cubicBezTo>
                  <a:pt x="0" y="84870"/>
                  <a:pt x="0" y="84870"/>
                  <a:pt x="0" y="0"/>
                </a:cubicBezTo>
                <a:close/>
              </a:path>
            </a:pathLst>
          </a:custGeom>
          <a:gradFill>
            <a:gsLst>
              <a:gs pos="0">
                <a:srgbClr val="008EB4"/>
              </a:gs>
              <a:gs pos="100000">
                <a:srgbClr val="008198"/>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1685" name="Google Shape;1685;p3"/>
          <p:cNvSpPr/>
          <p:nvPr/>
        </p:nvSpPr>
        <p:spPr>
          <a:xfrm>
            <a:off x="4955932" y="3177025"/>
            <a:ext cx="552664" cy="443082"/>
          </a:xfrm>
          <a:custGeom>
            <a:avLst/>
            <a:gdLst/>
            <a:ahLst/>
            <a:cxnLst/>
            <a:rect l="l" t="t" r="r" b="b"/>
            <a:pathLst>
              <a:path w="659994" h="529132" extrusionOk="0">
                <a:moveTo>
                  <a:pt x="363186" y="199610"/>
                </a:moveTo>
                <a:lnTo>
                  <a:pt x="370772" y="316721"/>
                </a:lnTo>
                <a:cubicBezTo>
                  <a:pt x="370772" y="316721"/>
                  <a:pt x="384048" y="303445"/>
                  <a:pt x="395901" y="291592"/>
                </a:cubicBezTo>
                <a:cubicBezTo>
                  <a:pt x="410125" y="305816"/>
                  <a:pt x="473659" y="369350"/>
                  <a:pt x="473659" y="369350"/>
                </a:cubicBezTo>
                <a:cubicBezTo>
                  <a:pt x="476030" y="371720"/>
                  <a:pt x="479823" y="371720"/>
                  <a:pt x="482194" y="369350"/>
                </a:cubicBezTo>
                <a:lnTo>
                  <a:pt x="490254" y="361289"/>
                </a:lnTo>
                <a:lnTo>
                  <a:pt x="526288" y="325255"/>
                </a:lnTo>
                <a:lnTo>
                  <a:pt x="532926" y="318617"/>
                </a:lnTo>
                <a:cubicBezTo>
                  <a:pt x="535297" y="316247"/>
                  <a:pt x="535297" y="312454"/>
                  <a:pt x="532452" y="310083"/>
                </a:cubicBezTo>
                <a:cubicBezTo>
                  <a:pt x="532452" y="310083"/>
                  <a:pt x="469392" y="247023"/>
                  <a:pt x="454694" y="232325"/>
                </a:cubicBezTo>
                <a:cubicBezTo>
                  <a:pt x="467970" y="219049"/>
                  <a:pt x="479823" y="207196"/>
                  <a:pt x="479823" y="207196"/>
                </a:cubicBezTo>
                <a:close/>
                <a:moveTo>
                  <a:pt x="0" y="111421"/>
                </a:moveTo>
                <a:lnTo>
                  <a:pt x="659519" y="111421"/>
                </a:lnTo>
                <a:cubicBezTo>
                  <a:pt x="659519" y="111421"/>
                  <a:pt x="659519" y="111421"/>
                  <a:pt x="659519" y="508745"/>
                </a:cubicBezTo>
                <a:cubicBezTo>
                  <a:pt x="659519" y="519650"/>
                  <a:pt x="650511" y="529132"/>
                  <a:pt x="639132" y="529132"/>
                </a:cubicBezTo>
                <a:cubicBezTo>
                  <a:pt x="639132" y="529132"/>
                  <a:pt x="639132" y="529132"/>
                  <a:pt x="18491" y="529132"/>
                </a:cubicBezTo>
                <a:cubicBezTo>
                  <a:pt x="7586" y="529132"/>
                  <a:pt x="0" y="520124"/>
                  <a:pt x="0" y="508745"/>
                </a:cubicBezTo>
                <a:cubicBezTo>
                  <a:pt x="0" y="508745"/>
                  <a:pt x="0" y="508745"/>
                  <a:pt x="0" y="111421"/>
                </a:cubicBezTo>
                <a:close/>
                <a:moveTo>
                  <a:pt x="162628" y="22284"/>
                </a:moveTo>
                <a:cubicBezTo>
                  <a:pt x="153619" y="22284"/>
                  <a:pt x="144137" y="29870"/>
                  <a:pt x="144137" y="41250"/>
                </a:cubicBezTo>
                <a:cubicBezTo>
                  <a:pt x="144137" y="50732"/>
                  <a:pt x="153145" y="60215"/>
                  <a:pt x="162628" y="60215"/>
                </a:cubicBezTo>
                <a:cubicBezTo>
                  <a:pt x="174007" y="60215"/>
                  <a:pt x="181593" y="50732"/>
                  <a:pt x="181119" y="41250"/>
                </a:cubicBezTo>
                <a:cubicBezTo>
                  <a:pt x="181119" y="29870"/>
                  <a:pt x="174007" y="22284"/>
                  <a:pt x="162628" y="22284"/>
                </a:cubicBezTo>
                <a:close/>
                <a:moveTo>
                  <a:pt x="102887" y="22284"/>
                </a:moveTo>
                <a:cubicBezTo>
                  <a:pt x="91982" y="22284"/>
                  <a:pt x="84396" y="29870"/>
                  <a:pt x="84396" y="41250"/>
                </a:cubicBezTo>
                <a:cubicBezTo>
                  <a:pt x="84396" y="50732"/>
                  <a:pt x="91508" y="60215"/>
                  <a:pt x="102887" y="60215"/>
                </a:cubicBezTo>
                <a:cubicBezTo>
                  <a:pt x="112370" y="60215"/>
                  <a:pt x="121378" y="50732"/>
                  <a:pt x="121378" y="41250"/>
                </a:cubicBezTo>
                <a:cubicBezTo>
                  <a:pt x="121378" y="29870"/>
                  <a:pt x="112370" y="22284"/>
                  <a:pt x="102887" y="22284"/>
                </a:cubicBezTo>
                <a:close/>
                <a:moveTo>
                  <a:pt x="41250" y="22284"/>
                </a:moveTo>
                <a:cubicBezTo>
                  <a:pt x="32241" y="22284"/>
                  <a:pt x="22758" y="29870"/>
                  <a:pt x="22758" y="41250"/>
                </a:cubicBezTo>
                <a:cubicBezTo>
                  <a:pt x="22758" y="50732"/>
                  <a:pt x="31767" y="60215"/>
                  <a:pt x="41250" y="60215"/>
                </a:cubicBezTo>
                <a:cubicBezTo>
                  <a:pt x="52629" y="60215"/>
                  <a:pt x="61637" y="50732"/>
                  <a:pt x="61637" y="41250"/>
                </a:cubicBezTo>
                <a:cubicBezTo>
                  <a:pt x="61637" y="29870"/>
                  <a:pt x="52629" y="22284"/>
                  <a:pt x="41250" y="22284"/>
                </a:cubicBezTo>
                <a:close/>
                <a:moveTo>
                  <a:pt x="0" y="0"/>
                </a:moveTo>
                <a:lnTo>
                  <a:pt x="659994" y="0"/>
                </a:lnTo>
                <a:cubicBezTo>
                  <a:pt x="659994" y="0"/>
                  <a:pt x="659994" y="0"/>
                  <a:pt x="659994" y="84870"/>
                </a:cubicBezTo>
                <a:cubicBezTo>
                  <a:pt x="659994" y="84870"/>
                  <a:pt x="659994" y="84870"/>
                  <a:pt x="0" y="84870"/>
                </a:cubicBezTo>
                <a:cubicBezTo>
                  <a:pt x="0" y="84870"/>
                  <a:pt x="0" y="84870"/>
                  <a:pt x="0" y="0"/>
                </a:cubicBezTo>
                <a:close/>
              </a:path>
            </a:pathLst>
          </a:custGeom>
          <a:gradFill>
            <a:gsLst>
              <a:gs pos="0">
                <a:srgbClr val="31914C"/>
              </a:gs>
              <a:gs pos="100000">
                <a:srgbClr val="61A60E"/>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grpSp>
        <p:nvGrpSpPr>
          <p:cNvPr id="1686" name="Google Shape;1686;p3"/>
          <p:cNvGrpSpPr/>
          <p:nvPr/>
        </p:nvGrpSpPr>
        <p:grpSpPr>
          <a:xfrm>
            <a:off x="1112223" y="1796780"/>
            <a:ext cx="451291" cy="451157"/>
            <a:chOff x="506872" y="3857189"/>
            <a:chExt cx="902850" cy="902850"/>
          </a:xfrm>
        </p:grpSpPr>
        <p:sp>
          <p:nvSpPr>
            <p:cNvPr id="1687" name="Google Shape;1687;p3"/>
            <p:cNvSpPr/>
            <p:nvPr/>
          </p:nvSpPr>
          <p:spPr>
            <a:xfrm>
              <a:off x="506872" y="3857189"/>
              <a:ext cx="902850" cy="902850"/>
            </a:xfrm>
            <a:prstGeom prst="ellipse">
              <a:avLst/>
            </a:prstGeom>
            <a:gradFill>
              <a:gsLst>
                <a:gs pos="0">
                  <a:schemeClr val="accent5"/>
                </a:gs>
                <a:gs pos="100000">
                  <a:srgbClr val="36538F"/>
                </a:gs>
              </a:gsLst>
              <a:lin ang="0" scaled="0"/>
            </a:gradFill>
            <a:ln>
              <a:noFill/>
            </a:ln>
          </p:spPr>
          <p:txBody>
            <a:bodyPr spcFirstLastPara="1" wrap="square" lIns="82225" tIns="41100" rIns="82225" bIns="41100" anchor="ctr" anchorCtr="0">
              <a:noAutofit/>
            </a:bodyPr>
            <a:lstStyle/>
            <a:p>
              <a:pPr marL="0" marR="0" lvl="0" indent="0" algn="ctr" rtl="0">
                <a:lnSpc>
                  <a:spcPct val="100000"/>
                </a:lnSpc>
                <a:spcBef>
                  <a:spcPts val="0"/>
                </a:spcBef>
                <a:spcAft>
                  <a:spcPts val="0"/>
                </a:spcAft>
                <a:buClr>
                  <a:srgbClr val="000000"/>
                </a:buClr>
                <a:buSzPts val="1795"/>
                <a:buFont typeface="Arial"/>
                <a:buNone/>
              </a:pPr>
              <a:endParaRPr sz="1795" b="0" i="0" u="none" strike="noStrike" cap="none">
                <a:solidFill>
                  <a:srgbClr val="FFFFFF"/>
                </a:solidFill>
                <a:latin typeface="Arial"/>
                <a:ea typeface="Arial"/>
                <a:cs typeface="Arial"/>
                <a:sym typeface="Arial"/>
              </a:endParaRPr>
            </a:p>
          </p:txBody>
        </p:sp>
        <p:sp>
          <p:nvSpPr>
            <p:cNvPr id="1688" name="Google Shape;1688;p3"/>
            <p:cNvSpPr/>
            <p:nvPr/>
          </p:nvSpPr>
          <p:spPr>
            <a:xfrm>
              <a:off x="653073" y="3991127"/>
              <a:ext cx="610448" cy="594373"/>
            </a:xfrm>
            <a:custGeom>
              <a:avLst/>
              <a:gdLst/>
              <a:ahLst/>
              <a:cxnLst/>
              <a:rect l="l" t="t" r="r" b="b"/>
              <a:pathLst>
                <a:path w="610448" h="594373" extrusionOk="0">
                  <a:moveTo>
                    <a:pt x="340200" y="421883"/>
                  </a:moveTo>
                  <a:cubicBezTo>
                    <a:pt x="340635" y="421883"/>
                    <a:pt x="340635" y="421883"/>
                    <a:pt x="340635" y="421883"/>
                  </a:cubicBezTo>
                  <a:lnTo>
                    <a:pt x="341938" y="428401"/>
                  </a:lnTo>
                  <a:lnTo>
                    <a:pt x="340200" y="422318"/>
                  </a:lnTo>
                  <a:close/>
                  <a:moveTo>
                    <a:pt x="305006" y="371917"/>
                  </a:moveTo>
                  <a:cubicBezTo>
                    <a:pt x="306310" y="372351"/>
                    <a:pt x="308047" y="372786"/>
                    <a:pt x="308917" y="374524"/>
                  </a:cubicBezTo>
                  <a:cubicBezTo>
                    <a:pt x="314130" y="383214"/>
                    <a:pt x="318909" y="392337"/>
                    <a:pt x="323689" y="401027"/>
                  </a:cubicBezTo>
                  <a:lnTo>
                    <a:pt x="323255" y="401462"/>
                  </a:lnTo>
                  <a:lnTo>
                    <a:pt x="331510" y="416669"/>
                  </a:lnTo>
                  <a:cubicBezTo>
                    <a:pt x="332813" y="418841"/>
                    <a:pt x="334117" y="421014"/>
                    <a:pt x="335420" y="423621"/>
                  </a:cubicBezTo>
                  <a:cubicBezTo>
                    <a:pt x="325427" y="426228"/>
                    <a:pt x="315000" y="427531"/>
                    <a:pt x="305006" y="427531"/>
                  </a:cubicBezTo>
                  <a:cubicBezTo>
                    <a:pt x="294578" y="427097"/>
                    <a:pt x="284585" y="425794"/>
                    <a:pt x="274158" y="423187"/>
                  </a:cubicBezTo>
                  <a:cubicBezTo>
                    <a:pt x="279372" y="413627"/>
                    <a:pt x="284585" y="404503"/>
                    <a:pt x="289799" y="394944"/>
                  </a:cubicBezTo>
                  <a:lnTo>
                    <a:pt x="301096" y="374524"/>
                  </a:lnTo>
                  <a:cubicBezTo>
                    <a:pt x="301965" y="372786"/>
                    <a:pt x="303703" y="371917"/>
                    <a:pt x="305006" y="371917"/>
                  </a:cubicBezTo>
                  <a:close/>
                  <a:moveTo>
                    <a:pt x="304138" y="358882"/>
                  </a:moveTo>
                  <a:cubicBezTo>
                    <a:pt x="298055" y="358882"/>
                    <a:pt x="292407" y="362358"/>
                    <a:pt x="288931" y="368441"/>
                  </a:cubicBezTo>
                  <a:lnTo>
                    <a:pt x="277634" y="388862"/>
                  </a:lnTo>
                  <a:cubicBezTo>
                    <a:pt x="271552" y="399724"/>
                    <a:pt x="265903" y="410151"/>
                    <a:pt x="259820" y="421013"/>
                  </a:cubicBezTo>
                  <a:cubicBezTo>
                    <a:pt x="258951" y="422317"/>
                    <a:pt x="257648" y="425793"/>
                    <a:pt x="258951" y="429269"/>
                  </a:cubicBezTo>
                  <a:cubicBezTo>
                    <a:pt x="260690" y="433179"/>
                    <a:pt x="264165" y="434483"/>
                    <a:pt x="265469" y="434483"/>
                  </a:cubicBezTo>
                  <a:cubicBezTo>
                    <a:pt x="278503" y="438393"/>
                    <a:pt x="291538" y="440566"/>
                    <a:pt x="305007" y="440566"/>
                  </a:cubicBezTo>
                  <a:cubicBezTo>
                    <a:pt x="318041" y="440566"/>
                    <a:pt x="330642" y="438393"/>
                    <a:pt x="343676" y="434918"/>
                  </a:cubicBezTo>
                  <a:cubicBezTo>
                    <a:pt x="344979" y="434483"/>
                    <a:pt x="348890" y="433179"/>
                    <a:pt x="350627" y="429269"/>
                  </a:cubicBezTo>
                  <a:lnTo>
                    <a:pt x="349324" y="429269"/>
                  </a:lnTo>
                  <a:cubicBezTo>
                    <a:pt x="351062" y="425358"/>
                    <a:pt x="348890" y="421883"/>
                    <a:pt x="348021" y="420579"/>
                  </a:cubicBezTo>
                  <a:cubicBezTo>
                    <a:pt x="346283" y="417103"/>
                    <a:pt x="344111" y="413627"/>
                    <a:pt x="342372" y="410151"/>
                  </a:cubicBezTo>
                  <a:lnTo>
                    <a:pt x="334117" y="394945"/>
                  </a:lnTo>
                  <a:cubicBezTo>
                    <a:pt x="329338" y="386255"/>
                    <a:pt x="324559" y="377130"/>
                    <a:pt x="319345" y="368441"/>
                  </a:cubicBezTo>
                  <a:cubicBezTo>
                    <a:pt x="315869" y="362358"/>
                    <a:pt x="310220" y="358882"/>
                    <a:pt x="304138" y="358882"/>
                  </a:cubicBezTo>
                  <a:close/>
                  <a:moveTo>
                    <a:pt x="359317" y="345848"/>
                  </a:moveTo>
                  <a:lnTo>
                    <a:pt x="414931" y="355406"/>
                  </a:lnTo>
                  <a:cubicBezTo>
                    <a:pt x="406241" y="374958"/>
                    <a:pt x="393641" y="391034"/>
                    <a:pt x="376262" y="404069"/>
                  </a:cubicBezTo>
                  <a:cubicBezTo>
                    <a:pt x="370614" y="391034"/>
                    <a:pt x="365400" y="377565"/>
                    <a:pt x="359752" y="364531"/>
                  </a:cubicBezTo>
                  <a:lnTo>
                    <a:pt x="354538" y="351931"/>
                  </a:lnTo>
                  <a:lnTo>
                    <a:pt x="348455" y="354538"/>
                  </a:lnTo>
                  <a:lnTo>
                    <a:pt x="354103" y="350192"/>
                  </a:lnTo>
                  <a:cubicBezTo>
                    <a:pt x="354103" y="348455"/>
                    <a:pt x="355841" y="346717"/>
                    <a:pt x="355841" y="346717"/>
                  </a:cubicBezTo>
                  <a:cubicBezTo>
                    <a:pt x="356710" y="346282"/>
                    <a:pt x="359317" y="345848"/>
                    <a:pt x="359317" y="345848"/>
                  </a:cubicBezTo>
                  <a:close/>
                  <a:moveTo>
                    <a:pt x="251131" y="345848"/>
                  </a:moveTo>
                  <a:lnTo>
                    <a:pt x="251131" y="346282"/>
                  </a:lnTo>
                  <a:cubicBezTo>
                    <a:pt x="252435" y="346717"/>
                    <a:pt x="253303" y="347151"/>
                    <a:pt x="254173" y="348020"/>
                  </a:cubicBezTo>
                  <a:cubicBezTo>
                    <a:pt x="255042" y="348889"/>
                    <a:pt x="255042" y="350192"/>
                    <a:pt x="255042" y="351062"/>
                  </a:cubicBezTo>
                  <a:cubicBezTo>
                    <a:pt x="254607" y="351931"/>
                    <a:pt x="253738" y="354538"/>
                    <a:pt x="253738" y="354538"/>
                  </a:cubicBezTo>
                  <a:lnTo>
                    <a:pt x="247220" y="370614"/>
                  </a:lnTo>
                  <a:cubicBezTo>
                    <a:pt x="242876" y="381476"/>
                    <a:pt x="238531" y="392338"/>
                    <a:pt x="233752" y="403634"/>
                  </a:cubicBezTo>
                  <a:cubicBezTo>
                    <a:pt x="216807" y="391034"/>
                    <a:pt x="203773" y="374958"/>
                    <a:pt x="195083" y="355406"/>
                  </a:cubicBezTo>
                  <a:cubicBezTo>
                    <a:pt x="208987" y="353234"/>
                    <a:pt x="222456" y="350627"/>
                    <a:pt x="236359" y="348455"/>
                  </a:cubicBezTo>
                  <a:close/>
                  <a:moveTo>
                    <a:pt x="361924" y="333248"/>
                  </a:moveTo>
                  <a:cubicBezTo>
                    <a:pt x="356710" y="332379"/>
                    <a:pt x="351931" y="333683"/>
                    <a:pt x="348021" y="336723"/>
                  </a:cubicBezTo>
                  <a:cubicBezTo>
                    <a:pt x="344111" y="340199"/>
                    <a:pt x="341938" y="344978"/>
                    <a:pt x="341938" y="349324"/>
                  </a:cubicBezTo>
                  <a:cubicBezTo>
                    <a:pt x="341504" y="352365"/>
                    <a:pt x="343241" y="357145"/>
                    <a:pt x="343241" y="357145"/>
                  </a:cubicBezTo>
                  <a:lnTo>
                    <a:pt x="348455" y="369744"/>
                  </a:lnTo>
                  <a:cubicBezTo>
                    <a:pt x="354538" y="384517"/>
                    <a:pt x="360620" y="399289"/>
                    <a:pt x="366703" y="414061"/>
                  </a:cubicBezTo>
                  <a:cubicBezTo>
                    <a:pt x="367138" y="414930"/>
                    <a:pt x="368441" y="418407"/>
                    <a:pt x="372352" y="419710"/>
                  </a:cubicBezTo>
                  <a:cubicBezTo>
                    <a:pt x="373221" y="419710"/>
                    <a:pt x="373655" y="419710"/>
                    <a:pt x="374524" y="419710"/>
                  </a:cubicBezTo>
                  <a:cubicBezTo>
                    <a:pt x="377131" y="419710"/>
                    <a:pt x="379303" y="417972"/>
                    <a:pt x="380172" y="417537"/>
                  </a:cubicBezTo>
                  <a:cubicBezTo>
                    <a:pt x="402331" y="401896"/>
                    <a:pt x="419276" y="381041"/>
                    <a:pt x="429269" y="355406"/>
                  </a:cubicBezTo>
                  <a:lnTo>
                    <a:pt x="429269" y="348020"/>
                  </a:lnTo>
                  <a:cubicBezTo>
                    <a:pt x="427097" y="344545"/>
                    <a:pt x="422317" y="343675"/>
                    <a:pt x="422317" y="343675"/>
                  </a:cubicBezTo>
                  <a:close/>
                  <a:moveTo>
                    <a:pt x="251131" y="332813"/>
                  </a:moveTo>
                  <a:lnTo>
                    <a:pt x="234186" y="335420"/>
                  </a:lnTo>
                  <a:cubicBezTo>
                    <a:pt x="218979" y="338027"/>
                    <a:pt x="203338" y="340634"/>
                    <a:pt x="188131" y="343241"/>
                  </a:cubicBezTo>
                  <a:cubicBezTo>
                    <a:pt x="184655" y="343675"/>
                    <a:pt x="182483" y="345413"/>
                    <a:pt x="181180" y="347585"/>
                  </a:cubicBezTo>
                  <a:cubicBezTo>
                    <a:pt x="179006" y="350627"/>
                    <a:pt x="180310" y="354103"/>
                    <a:pt x="181180" y="355841"/>
                  </a:cubicBezTo>
                  <a:cubicBezTo>
                    <a:pt x="191172" y="380606"/>
                    <a:pt x="207683" y="401027"/>
                    <a:pt x="229406" y="416234"/>
                  </a:cubicBezTo>
                  <a:cubicBezTo>
                    <a:pt x="230710" y="417103"/>
                    <a:pt x="232882" y="418841"/>
                    <a:pt x="235924" y="418841"/>
                  </a:cubicBezTo>
                  <a:cubicBezTo>
                    <a:pt x="236359" y="418841"/>
                    <a:pt x="237228" y="418841"/>
                    <a:pt x="238096" y="418841"/>
                  </a:cubicBezTo>
                  <a:cubicBezTo>
                    <a:pt x="242007" y="417537"/>
                    <a:pt x="244179" y="412324"/>
                    <a:pt x="244179" y="412324"/>
                  </a:cubicBezTo>
                  <a:lnTo>
                    <a:pt x="245048" y="412324"/>
                  </a:lnTo>
                  <a:cubicBezTo>
                    <a:pt x="250262" y="399724"/>
                    <a:pt x="255041" y="387558"/>
                    <a:pt x="260255" y="375393"/>
                  </a:cubicBezTo>
                  <a:lnTo>
                    <a:pt x="266772" y="359317"/>
                  </a:lnTo>
                  <a:cubicBezTo>
                    <a:pt x="267206" y="357145"/>
                    <a:pt x="268510" y="353234"/>
                    <a:pt x="268510" y="353234"/>
                  </a:cubicBezTo>
                  <a:cubicBezTo>
                    <a:pt x="269380" y="348020"/>
                    <a:pt x="268076" y="342806"/>
                    <a:pt x="264600" y="338896"/>
                  </a:cubicBezTo>
                  <a:cubicBezTo>
                    <a:pt x="261124" y="334986"/>
                    <a:pt x="256344" y="332379"/>
                    <a:pt x="251131" y="332813"/>
                  </a:cubicBezTo>
                  <a:close/>
                  <a:moveTo>
                    <a:pt x="299794" y="297186"/>
                  </a:moveTo>
                  <a:lnTo>
                    <a:pt x="310221" y="297186"/>
                  </a:lnTo>
                  <a:lnTo>
                    <a:pt x="316738" y="305441"/>
                  </a:lnTo>
                  <a:lnTo>
                    <a:pt x="314566" y="315434"/>
                  </a:lnTo>
                  <a:lnTo>
                    <a:pt x="305007" y="320213"/>
                  </a:lnTo>
                  <a:lnTo>
                    <a:pt x="295448" y="315434"/>
                  </a:lnTo>
                  <a:lnTo>
                    <a:pt x="293276" y="305441"/>
                  </a:lnTo>
                  <a:close/>
                  <a:moveTo>
                    <a:pt x="290669" y="278068"/>
                  </a:moveTo>
                  <a:lnTo>
                    <a:pt x="272855" y="300662"/>
                  </a:lnTo>
                  <a:lnTo>
                    <a:pt x="279372" y="328903"/>
                  </a:lnTo>
                  <a:lnTo>
                    <a:pt x="305441" y="341503"/>
                  </a:lnTo>
                  <a:lnTo>
                    <a:pt x="331510" y="328903"/>
                  </a:lnTo>
                  <a:lnTo>
                    <a:pt x="337593" y="300662"/>
                  </a:lnTo>
                  <a:lnTo>
                    <a:pt x="319780" y="278068"/>
                  </a:lnTo>
                  <a:close/>
                  <a:moveTo>
                    <a:pt x="411021" y="251131"/>
                  </a:moveTo>
                  <a:cubicBezTo>
                    <a:pt x="418407" y="265903"/>
                    <a:pt x="423187" y="281545"/>
                    <a:pt x="424490" y="298489"/>
                  </a:cubicBezTo>
                  <a:cubicBezTo>
                    <a:pt x="424925" y="301531"/>
                    <a:pt x="424925" y="304572"/>
                    <a:pt x="424925" y="308048"/>
                  </a:cubicBezTo>
                  <a:lnTo>
                    <a:pt x="424925" y="311090"/>
                  </a:lnTo>
                  <a:lnTo>
                    <a:pt x="411021" y="307179"/>
                  </a:lnTo>
                  <a:cubicBezTo>
                    <a:pt x="397987" y="303268"/>
                    <a:pt x="384518" y="299358"/>
                    <a:pt x="371483" y="295448"/>
                  </a:cubicBezTo>
                  <a:cubicBezTo>
                    <a:pt x="369746" y="295014"/>
                    <a:pt x="368007" y="293710"/>
                    <a:pt x="368007" y="292407"/>
                  </a:cubicBezTo>
                  <a:cubicBezTo>
                    <a:pt x="367573" y="291103"/>
                    <a:pt x="369746" y="288062"/>
                    <a:pt x="369746" y="288062"/>
                  </a:cubicBezTo>
                  <a:close/>
                  <a:moveTo>
                    <a:pt x="198993" y="251131"/>
                  </a:moveTo>
                  <a:cubicBezTo>
                    <a:pt x="212462" y="263296"/>
                    <a:pt x="225931" y="275462"/>
                    <a:pt x="239400" y="287627"/>
                  </a:cubicBezTo>
                  <a:cubicBezTo>
                    <a:pt x="242007" y="290234"/>
                    <a:pt x="242007" y="293276"/>
                    <a:pt x="242007" y="293276"/>
                  </a:cubicBezTo>
                  <a:lnTo>
                    <a:pt x="242875" y="292841"/>
                  </a:lnTo>
                  <a:cubicBezTo>
                    <a:pt x="242441" y="293710"/>
                    <a:pt x="242007" y="295014"/>
                    <a:pt x="238096" y="296317"/>
                  </a:cubicBezTo>
                  <a:cubicBezTo>
                    <a:pt x="223759" y="300662"/>
                    <a:pt x="208986" y="304572"/>
                    <a:pt x="194649" y="308917"/>
                  </a:cubicBezTo>
                  <a:lnTo>
                    <a:pt x="185524" y="311524"/>
                  </a:lnTo>
                  <a:cubicBezTo>
                    <a:pt x="185090" y="307179"/>
                    <a:pt x="185524" y="302400"/>
                    <a:pt x="185524" y="298489"/>
                  </a:cubicBezTo>
                  <a:cubicBezTo>
                    <a:pt x="186827" y="281979"/>
                    <a:pt x="191172" y="266337"/>
                    <a:pt x="198993" y="251131"/>
                  </a:cubicBezTo>
                  <a:close/>
                  <a:moveTo>
                    <a:pt x="414062" y="235923"/>
                  </a:moveTo>
                  <a:cubicBezTo>
                    <a:pt x="410152" y="235055"/>
                    <a:pt x="406241" y="238530"/>
                    <a:pt x="406241" y="238530"/>
                  </a:cubicBezTo>
                  <a:lnTo>
                    <a:pt x="361055" y="278937"/>
                  </a:lnTo>
                  <a:cubicBezTo>
                    <a:pt x="355841" y="283282"/>
                    <a:pt x="353669" y="289799"/>
                    <a:pt x="354972" y="295882"/>
                  </a:cubicBezTo>
                  <a:cubicBezTo>
                    <a:pt x="356276" y="301965"/>
                    <a:pt x="361055" y="306745"/>
                    <a:pt x="367573" y="308482"/>
                  </a:cubicBezTo>
                  <a:cubicBezTo>
                    <a:pt x="381042" y="312393"/>
                    <a:pt x="394076" y="316303"/>
                    <a:pt x="407545" y="320214"/>
                  </a:cubicBezTo>
                  <a:lnTo>
                    <a:pt x="426662" y="325861"/>
                  </a:lnTo>
                  <a:cubicBezTo>
                    <a:pt x="427097" y="326296"/>
                    <a:pt x="428400" y="326296"/>
                    <a:pt x="429703" y="326296"/>
                  </a:cubicBezTo>
                  <a:cubicBezTo>
                    <a:pt x="431007" y="326296"/>
                    <a:pt x="432745" y="325861"/>
                    <a:pt x="434048" y="324993"/>
                  </a:cubicBezTo>
                  <a:cubicBezTo>
                    <a:pt x="436221" y="323689"/>
                    <a:pt x="437525" y="321517"/>
                    <a:pt x="437525" y="318475"/>
                  </a:cubicBezTo>
                  <a:lnTo>
                    <a:pt x="437958" y="318910"/>
                  </a:lnTo>
                  <a:cubicBezTo>
                    <a:pt x="438393" y="315434"/>
                    <a:pt x="438393" y="312393"/>
                    <a:pt x="438393" y="308482"/>
                  </a:cubicBezTo>
                  <a:cubicBezTo>
                    <a:pt x="438828" y="305006"/>
                    <a:pt x="437958" y="301531"/>
                    <a:pt x="437958" y="296751"/>
                  </a:cubicBezTo>
                  <a:cubicBezTo>
                    <a:pt x="436655" y="277200"/>
                    <a:pt x="430572" y="258517"/>
                    <a:pt x="420579" y="241137"/>
                  </a:cubicBezTo>
                  <a:cubicBezTo>
                    <a:pt x="419710" y="239834"/>
                    <a:pt x="417973" y="236358"/>
                    <a:pt x="414062" y="235923"/>
                  </a:cubicBezTo>
                  <a:close/>
                  <a:moveTo>
                    <a:pt x="195952" y="235489"/>
                  </a:moveTo>
                  <a:cubicBezTo>
                    <a:pt x="192041" y="235923"/>
                    <a:pt x="190303" y="239400"/>
                    <a:pt x="189434" y="240703"/>
                  </a:cubicBezTo>
                  <a:cubicBezTo>
                    <a:pt x="179441" y="258082"/>
                    <a:pt x="173358" y="277200"/>
                    <a:pt x="172055" y="297620"/>
                  </a:cubicBezTo>
                  <a:cubicBezTo>
                    <a:pt x="171620" y="304571"/>
                    <a:pt x="171186" y="312827"/>
                    <a:pt x="172924" y="321517"/>
                  </a:cubicBezTo>
                  <a:lnTo>
                    <a:pt x="172924" y="321082"/>
                  </a:lnTo>
                  <a:lnTo>
                    <a:pt x="174227" y="328034"/>
                  </a:lnTo>
                  <a:lnTo>
                    <a:pt x="197255" y="321517"/>
                  </a:lnTo>
                  <a:cubicBezTo>
                    <a:pt x="212027" y="317172"/>
                    <a:pt x="226366" y="312827"/>
                    <a:pt x="240703" y="308917"/>
                  </a:cubicBezTo>
                  <a:cubicBezTo>
                    <a:pt x="243745" y="308048"/>
                    <a:pt x="252434" y="305875"/>
                    <a:pt x="254607" y="295882"/>
                  </a:cubicBezTo>
                  <a:cubicBezTo>
                    <a:pt x="256344" y="288930"/>
                    <a:pt x="254172" y="282848"/>
                    <a:pt x="248089" y="277634"/>
                  </a:cubicBezTo>
                  <a:cubicBezTo>
                    <a:pt x="233317" y="264599"/>
                    <a:pt x="218545" y="251565"/>
                    <a:pt x="203772" y="238096"/>
                  </a:cubicBezTo>
                  <a:cubicBezTo>
                    <a:pt x="202469" y="237227"/>
                    <a:pt x="199862" y="235055"/>
                    <a:pt x="195952" y="235489"/>
                  </a:cubicBezTo>
                  <a:close/>
                  <a:moveTo>
                    <a:pt x="327600" y="189434"/>
                  </a:moveTo>
                  <a:cubicBezTo>
                    <a:pt x="347586" y="193345"/>
                    <a:pt x="365835" y="202468"/>
                    <a:pt x="382779" y="216372"/>
                  </a:cubicBezTo>
                  <a:cubicBezTo>
                    <a:pt x="368007" y="226799"/>
                    <a:pt x="353234" y="237227"/>
                    <a:pt x="338462" y="247654"/>
                  </a:cubicBezTo>
                  <a:cubicBezTo>
                    <a:pt x="335421" y="249826"/>
                    <a:pt x="332814" y="248958"/>
                    <a:pt x="332814" y="248958"/>
                  </a:cubicBezTo>
                  <a:lnTo>
                    <a:pt x="332814" y="248523"/>
                  </a:lnTo>
                  <a:cubicBezTo>
                    <a:pt x="331944" y="248089"/>
                    <a:pt x="330641" y="247654"/>
                    <a:pt x="330641" y="243744"/>
                  </a:cubicBezTo>
                  <a:close/>
                  <a:moveTo>
                    <a:pt x="282848" y="189434"/>
                  </a:moveTo>
                  <a:lnTo>
                    <a:pt x="281979" y="202468"/>
                  </a:lnTo>
                  <a:cubicBezTo>
                    <a:pt x="281110" y="216806"/>
                    <a:pt x="280241" y="231579"/>
                    <a:pt x="279372" y="245917"/>
                  </a:cubicBezTo>
                  <a:cubicBezTo>
                    <a:pt x="279372" y="247654"/>
                    <a:pt x="278503" y="248958"/>
                    <a:pt x="277200" y="249393"/>
                  </a:cubicBezTo>
                  <a:cubicBezTo>
                    <a:pt x="275897" y="250261"/>
                    <a:pt x="272855" y="248958"/>
                    <a:pt x="272855" y="248958"/>
                  </a:cubicBezTo>
                  <a:cubicBezTo>
                    <a:pt x="264600" y="242875"/>
                    <a:pt x="255910" y="237227"/>
                    <a:pt x="247655" y="231144"/>
                  </a:cubicBezTo>
                  <a:cubicBezTo>
                    <a:pt x="240704" y="226365"/>
                    <a:pt x="233751" y="221151"/>
                    <a:pt x="226800" y="216372"/>
                  </a:cubicBezTo>
                  <a:cubicBezTo>
                    <a:pt x="242876" y="202903"/>
                    <a:pt x="261124" y="193778"/>
                    <a:pt x="282848" y="189434"/>
                  </a:cubicBezTo>
                  <a:close/>
                  <a:moveTo>
                    <a:pt x="328469" y="176399"/>
                  </a:moveTo>
                  <a:cubicBezTo>
                    <a:pt x="324124" y="175531"/>
                    <a:pt x="320213" y="175096"/>
                    <a:pt x="317173" y="177703"/>
                  </a:cubicBezTo>
                  <a:lnTo>
                    <a:pt x="316738" y="177703"/>
                  </a:lnTo>
                  <a:cubicBezTo>
                    <a:pt x="313697" y="180310"/>
                    <a:pt x="313697" y="184221"/>
                    <a:pt x="313697" y="189434"/>
                  </a:cubicBezTo>
                  <a:lnTo>
                    <a:pt x="316738" y="244613"/>
                  </a:lnTo>
                  <a:cubicBezTo>
                    <a:pt x="317173" y="252434"/>
                    <a:pt x="320648" y="258082"/>
                    <a:pt x="326731" y="260689"/>
                  </a:cubicBezTo>
                  <a:cubicBezTo>
                    <a:pt x="329338" y="261992"/>
                    <a:pt x="331510" y="262427"/>
                    <a:pt x="334117" y="262427"/>
                  </a:cubicBezTo>
                  <a:cubicBezTo>
                    <a:pt x="338028" y="262427"/>
                    <a:pt x="341938" y="261124"/>
                    <a:pt x="345848" y="258517"/>
                  </a:cubicBezTo>
                  <a:cubicBezTo>
                    <a:pt x="361924" y="247220"/>
                    <a:pt x="377566" y="235923"/>
                    <a:pt x="393641" y="224627"/>
                  </a:cubicBezTo>
                  <a:cubicBezTo>
                    <a:pt x="394945" y="223758"/>
                    <a:pt x="398421" y="221151"/>
                    <a:pt x="398421" y="217241"/>
                  </a:cubicBezTo>
                  <a:cubicBezTo>
                    <a:pt x="398855" y="213331"/>
                    <a:pt x="395814" y="210724"/>
                    <a:pt x="394511" y="209420"/>
                  </a:cubicBezTo>
                  <a:cubicBezTo>
                    <a:pt x="375393" y="192041"/>
                    <a:pt x="352800" y="180745"/>
                    <a:pt x="328469" y="176399"/>
                  </a:cubicBezTo>
                  <a:close/>
                  <a:moveTo>
                    <a:pt x="283717" y="176399"/>
                  </a:moveTo>
                  <a:cubicBezTo>
                    <a:pt x="282848" y="176834"/>
                    <a:pt x="281545" y="177268"/>
                    <a:pt x="279807" y="177268"/>
                  </a:cubicBezTo>
                  <a:cubicBezTo>
                    <a:pt x="255041" y="182048"/>
                    <a:pt x="232882" y="192910"/>
                    <a:pt x="214200" y="210289"/>
                  </a:cubicBezTo>
                  <a:lnTo>
                    <a:pt x="218545" y="215068"/>
                  </a:lnTo>
                  <a:lnTo>
                    <a:pt x="214200" y="210724"/>
                  </a:lnTo>
                  <a:lnTo>
                    <a:pt x="210724" y="217675"/>
                  </a:lnTo>
                  <a:cubicBezTo>
                    <a:pt x="211158" y="220282"/>
                    <a:pt x="212462" y="222454"/>
                    <a:pt x="215069" y="224193"/>
                  </a:cubicBezTo>
                  <a:cubicBezTo>
                    <a:pt x="223324" y="230275"/>
                    <a:pt x="232014" y="235923"/>
                    <a:pt x="240268" y="242006"/>
                  </a:cubicBezTo>
                  <a:cubicBezTo>
                    <a:pt x="248524" y="248089"/>
                    <a:pt x="257214" y="253737"/>
                    <a:pt x="265469" y="259820"/>
                  </a:cubicBezTo>
                  <a:cubicBezTo>
                    <a:pt x="268510" y="261558"/>
                    <a:pt x="271986" y="262861"/>
                    <a:pt x="275462" y="262861"/>
                  </a:cubicBezTo>
                  <a:cubicBezTo>
                    <a:pt x="278069" y="262861"/>
                    <a:pt x="280675" y="262427"/>
                    <a:pt x="282848" y="261124"/>
                  </a:cubicBezTo>
                  <a:cubicBezTo>
                    <a:pt x="288496" y="258517"/>
                    <a:pt x="292407" y="253303"/>
                    <a:pt x="292407" y="246786"/>
                  </a:cubicBezTo>
                  <a:cubicBezTo>
                    <a:pt x="293276" y="232447"/>
                    <a:pt x="294144" y="217675"/>
                    <a:pt x="295014" y="203337"/>
                  </a:cubicBezTo>
                  <a:lnTo>
                    <a:pt x="295883" y="187261"/>
                  </a:lnTo>
                  <a:cubicBezTo>
                    <a:pt x="295883" y="184221"/>
                    <a:pt x="296317" y="180745"/>
                    <a:pt x="293276" y="178138"/>
                  </a:cubicBezTo>
                  <a:cubicBezTo>
                    <a:pt x="290235" y="175531"/>
                    <a:pt x="287193" y="175965"/>
                    <a:pt x="283717" y="176399"/>
                  </a:cubicBezTo>
                  <a:close/>
                  <a:moveTo>
                    <a:pt x="305441" y="92110"/>
                  </a:moveTo>
                  <a:cubicBezTo>
                    <a:pt x="308048" y="92545"/>
                    <a:pt x="310655" y="95151"/>
                    <a:pt x="310655" y="98628"/>
                  </a:cubicBezTo>
                  <a:cubicBezTo>
                    <a:pt x="310655" y="98628"/>
                    <a:pt x="310220" y="102537"/>
                    <a:pt x="310220" y="102537"/>
                  </a:cubicBezTo>
                  <a:lnTo>
                    <a:pt x="310220" y="107751"/>
                  </a:lnTo>
                  <a:cubicBezTo>
                    <a:pt x="309352" y="112965"/>
                    <a:pt x="308917" y="117744"/>
                    <a:pt x="308048" y="122958"/>
                  </a:cubicBezTo>
                  <a:cubicBezTo>
                    <a:pt x="307613" y="126869"/>
                    <a:pt x="307613" y="130345"/>
                    <a:pt x="307613" y="134255"/>
                  </a:cubicBezTo>
                  <a:lnTo>
                    <a:pt x="307613" y="135993"/>
                  </a:lnTo>
                  <a:cubicBezTo>
                    <a:pt x="307613" y="139468"/>
                    <a:pt x="308917" y="142510"/>
                    <a:pt x="311959" y="145986"/>
                  </a:cubicBezTo>
                  <a:lnTo>
                    <a:pt x="311959" y="149896"/>
                  </a:lnTo>
                  <a:lnTo>
                    <a:pt x="313697" y="152069"/>
                  </a:lnTo>
                  <a:cubicBezTo>
                    <a:pt x="315869" y="154676"/>
                    <a:pt x="318910" y="154676"/>
                    <a:pt x="320213" y="154676"/>
                  </a:cubicBezTo>
                  <a:cubicBezTo>
                    <a:pt x="332379" y="156413"/>
                    <a:pt x="342807" y="158586"/>
                    <a:pt x="352800" y="162062"/>
                  </a:cubicBezTo>
                  <a:cubicBezTo>
                    <a:pt x="375393" y="169882"/>
                    <a:pt x="395379" y="182048"/>
                    <a:pt x="412324" y="198993"/>
                  </a:cubicBezTo>
                  <a:cubicBezTo>
                    <a:pt x="413628" y="200297"/>
                    <a:pt x="416235" y="202903"/>
                    <a:pt x="420145" y="202903"/>
                  </a:cubicBezTo>
                  <a:cubicBezTo>
                    <a:pt x="422317" y="203337"/>
                    <a:pt x="424489" y="202469"/>
                    <a:pt x="426228" y="200730"/>
                  </a:cubicBezTo>
                  <a:cubicBezTo>
                    <a:pt x="432745" y="201600"/>
                    <a:pt x="437090" y="197689"/>
                    <a:pt x="438828" y="196386"/>
                  </a:cubicBezTo>
                  <a:cubicBezTo>
                    <a:pt x="444911" y="191607"/>
                    <a:pt x="450559" y="185958"/>
                    <a:pt x="455773" y="179875"/>
                  </a:cubicBezTo>
                  <a:cubicBezTo>
                    <a:pt x="458380" y="177268"/>
                    <a:pt x="460986" y="174227"/>
                    <a:pt x="464028" y="172489"/>
                  </a:cubicBezTo>
                  <a:cubicBezTo>
                    <a:pt x="466200" y="171185"/>
                    <a:pt x="468807" y="170752"/>
                    <a:pt x="470545" y="171620"/>
                  </a:cubicBezTo>
                  <a:cubicBezTo>
                    <a:pt x="471414" y="172055"/>
                    <a:pt x="473152" y="173359"/>
                    <a:pt x="473152" y="175531"/>
                  </a:cubicBezTo>
                  <a:cubicBezTo>
                    <a:pt x="473586" y="176834"/>
                    <a:pt x="473586" y="179006"/>
                    <a:pt x="470545" y="181614"/>
                  </a:cubicBezTo>
                  <a:cubicBezTo>
                    <a:pt x="468372" y="184221"/>
                    <a:pt x="465331" y="185958"/>
                    <a:pt x="461855" y="187696"/>
                  </a:cubicBezTo>
                  <a:cubicBezTo>
                    <a:pt x="453166" y="192475"/>
                    <a:pt x="446648" y="196820"/>
                    <a:pt x="441000" y="201600"/>
                  </a:cubicBezTo>
                  <a:cubicBezTo>
                    <a:pt x="437525" y="204641"/>
                    <a:pt x="435351" y="208117"/>
                    <a:pt x="434918" y="212027"/>
                  </a:cubicBezTo>
                  <a:cubicBezTo>
                    <a:pt x="433179" y="213331"/>
                    <a:pt x="431876" y="215068"/>
                    <a:pt x="431442" y="217241"/>
                  </a:cubicBezTo>
                  <a:cubicBezTo>
                    <a:pt x="430572" y="221151"/>
                    <a:pt x="432311" y="224193"/>
                    <a:pt x="433179" y="225496"/>
                  </a:cubicBezTo>
                  <a:cubicBezTo>
                    <a:pt x="447083" y="248089"/>
                    <a:pt x="455338" y="272854"/>
                    <a:pt x="456641" y="299358"/>
                  </a:cubicBezTo>
                  <a:cubicBezTo>
                    <a:pt x="457076" y="307613"/>
                    <a:pt x="456641" y="315868"/>
                    <a:pt x="455773" y="324558"/>
                  </a:cubicBezTo>
                  <a:cubicBezTo>
                    <a:pt x="455338" y="326296"/>
                    <a:pt x="454903" y="329772"/>
                    <a:pt x="457510" y="332813"/>
                  </a:cubicBezTo>
                  <a:cubicBezTo>
                    <a:pt x="458380" y="334116"/>
                    <a:pt x="460117" y="335420"/>
                    <a:pt x="462724" y="335855"/>
                  </a:cubicBezTo>
                  <a:cubicBezTo>
                    <a:pt x="467069" y="342372"/>
                    <a:pt x="474021" y="343241"/>
                    <a:pt x="480104" y="344110"/>
                  </a:cubicBezTo>
                  <a:cubicBezTo>
                    <a:pt x="484448" y="344978"/>
                    <a:pt x="489227" y="345413"/>
                    <a:pt x="494007" y="345848"/>
                  </a:cubicBezTo>
                  <a:lnTo>
                    <a:pt x="494441" y="343241"/>
                  </a:lnTo>
                  <a:cubicBezTo>
                    <a:pt x="498787" y="343675"/>
                    <a:pt x="503131" y="344110"/>
                    <a:pt x="507476" y="344545"/>
                  </a:cubicBezTo>
                  <a:cubicBezTo>
                    <a:pt x="510517" y="344978"/>
                    <a:pt x="512256" y="346282"/>
                    <a:pt x="513559" y="348889"/>
                  </a:cubicBezTo>
                  <a:cubicBezTo>
                    <a:pt x="514428" y="350627"/>
                    <a:pt x="514428" y="351931"/>
                    <a:pt x="513124" y="353668"/>
                  </a:cubicBezTo>
                  <a:cubicBezTo>
                    <a:pt x="511821" y="355406"/>
                    <a:pt x="510083" y="357145"/>
                    <a:pt x="506173" y="356275"/>
                  </a:cubicBezTo>
                  <a:cubicBezTo>
                    <a:pt x="502262" y="355841"/>
                    <a:pt x="498787" y="354538"/>
                    <a:pt x="494876" y="352799"/>
                  </a:cubicBezTo>
                  <a:cubicBezTo>
                    <a:pt x="492704" y="351931"/>
                    <a:pt x="490531" y="351061"/>
                    <a:pt x="487055" y="349759"/>
                  </a:cubicBezTo>
                  <a:cubicBezTo>
                    <a:pt x="482276" y="348020"/>
                    <a:pt x="477062" y="346717"/>
                    <a:pt x="471849" y="345413"/>
                  </a:cubicBezTo>
                  <a:cubicBezTo>
                    <a:pt x="467503" y="344545"/>
                    <a:pt x="463159" y="345413"/>
                    <a:pt x="461421" y="347585"/>
                  </a:cubicBezTo>
                  <a:cubicBezTo>
                    <a:pt x="457076" y="346282"/>
                    <a:pt x="451427" y="347585"/>
                    <a:pt x="449255" y="354538"/>
                  </a:cubicBezTo>
                  <a:cubicBezTo>
                    <a:pt x="444041" y="370614"/>
                    <a:pt x="435786" y="385386"/>
                    <a:pt x="425359" y="398855"/>
                  </a:cubicBezTo>
                  <a:cubicBezTo>
                    <a:pt x="414062" y="413193"/>
                    <a:pt x="400593" y="425358"/>
                    <a:pt x="385386" y="434483"/>
                  </a:cubicBezTo>
                  <a:cubicBezTo>
                    <a:pt x="379738" y="437959"/>
                    <a:pt x="379303" y="442738"/>
                    <a:pt x="381042" y="446648"/>
                  </a:cubicBezTo>
                  <a:cubicBezTo>
                    <a:pt x="378869" y="453166"/>
                    <a:pt x="381910" y="458379"/>
                    <a:pt x="383214" y="460986"/>
                  </a:cubicBezTo>
                  <a:cubicBezTo>
                    <a:pt x="386690" y="467503"/>
                    <a:pt x="391035" y="474021"/>
                    <a:pt x="395814" y="480972"/>
                  </a:cubicBezTo>
                  <a:cubicBezTo>
                    <a:pt x="397986" y="484014"/>
                    <a:pt x="400159" y="487055"/>
                    <a:pt x="401027" y="490531"/>
                  </a:cubicBezTo>
                  <a:cubicBezTo>
                    <a:pt x="401897" y="493138"/>
                    <a:pt x="401027" y="496180"/>
                    <a:pt x="398855" y="497483"/>
                  </a:cubicBezTo>
                  <a:cubicBezTo>
                    <a:pt x="396683" y="498786"/>
                    <a:pt x="394076" y="498352"/>
                    <a:pt x="391904" y="496180"/>
                  </a:cubicBezTo>
                  <a:cubicBezTo>
                    <a:pt x="389731" y="494007"/>
                    <a:pt x="388428" y="490966"/>
                    <a:pt x="387124" y="486620"/>
                  </a:cubicBezTo>
                  <a:cubicBezTo>
                    <a:pt x="384952" y="479234"/>
                    <a:pt x="382345" y="470110"/>
                    <a:pt x="378000" y="461421"/>
                  </a:cubicBezTo>
                  <a:cubicBezTo>
                    <a:pt x="375828" y="457076"/>
                    <a:pt x="373221" y="454469"/>
                    <a:pt x="369310" y="453166"/>
                  </a:cubicBezTo>
                  <a:cubicBezTo>
                    <a:pt x="368441" y="450993"/>
                    <a:pt x="367138" y="449690"/>
                    <a:pt x="365400" y="448820"/>
                  </a:cubicBezTo>
                  <a:cubicBezTo>
                    <a:pt x="361490" y="446648"/>
                    <a:pt x="358013" y="447952"/>
                    <a:pt x="355407" y="448820"/>
                  </a:cubicBezTo>
                  <a:cubicBezTo>
                    <a:pt x="321517" y="460117"/>
                    <a:pt x="288062" y="460117"/>
                    <a:pt x="255041" y="448387"/>
                  </a:cubicBezTo>
                  <a:cubicBezTo>
                    <a:pt x="247221" y="445780"/>
                    <a:pt x="243310" y="450124"/>
                    <a:pt x="242007" y="453166"/>
                  </a:cubicBezTo>
                  <a:cubicBezTo>
                    <a:pt x="235924" y="455338"/>
                    <a:pt x="233317" y="460552"/>
                    <a:pt x="232448" y="462724"/>
                  </a:cubicBezTo>
                  <a:cubicBezTo>
                    <a:pt x="228973" y="469676"/>
                    <a:pt x="226366" y="477497"/>
                    <a:pt x="223759" y="486186"/>
                  </a:cubicBezTo>
                  <a:cubicBezTo>
                    <a:pt x="222890" y="489662"/>
                    <a:pt x="221586" y="492703"/>
                    <a:pt x="220283" y="494876"/>
                  </a:cubicBezTo>
                  <a:cubicBezTo>
                    <a:pt x="218545" y="498352"/>
                    <a:pt x="215069" y="499655"/>
                    <a:pt x="212462" y="498352"/>
                  </a:cubicBezTo>
                  <a:cubicBezTo>
                    <a:pt x="209855" y="497048"/>
                    <a:pt x="208551" y="493573"/>
                    <a:pt x="209855" y="490097"/>
                  </a:cubicBezTo>
                  <a:cubicBezTo>
                    <a:pt x="210724" y="487490"/>
                    <a:pt x="212027" y="484883"/>
                    <a:pt x="214634" y="481407"/>
                  </a:cubicBezTo>
                  <a:cubicBezTo>
                    <a:pt x="220717" y="473151"/>
                    <a:pt x="224627" y="466200"/>
                    <a:pt x="228103" y="459249"/>
                  </a:cubicBezTo>
                  <a:cubicBezTo>
                    <a:pt x="229406" y="457510"/>
                    <a:pt x="231579" y="452731"/>
                    <a:pt x="229406" y="447083"/>
                  </a:cubicBezTo>
                  <a:cubicBezTo>
                    <a:pt x="231579" y="443173"/>
                    <a:pt x="231579" y="437959"/>
                    <a:pt x="225931" y="434483"/>
                  </a:cubicBezTo>
                  <a:cubicBezTo>
                    <a:pt x="195082" y="415365"/>
                    <a:pt x="173793" y="388427"/>
                    <a:pt x="161628" y="354103"/>
                  </a:cubicBezTo>
                  <a:cubicBezTo>
                    <a:pt x="161193" y="352799"/>
                    <a:pt x="160324" y="350192"/>
                    <a:pt x="157282" y="348455"/>
                  </a:cubicBezTo>
                  <a:lnTo>
                    <a:pt x="153372" y="347152"/>
                  </a:lnTo>
                  <a:lnTo>
                    <a:pt x="150765" y="348020"/>
                  </a:lnTo>
                  <a:cubicBezTo>
                    <a:pt x="150765" y="348020"/>
                    <a:pt x="150331" y="348020"/>
                    <a:pt x="149028" y="347152"/>
                  </a:cubicBezTo>
                  <a:cubicBezTo>
                    <a:pt x="144682" y="344545"/>
                    <a:pt x="140338" y="345848"/>
                    <a:pt x="136862" y="346717"/>
                  </a:cubicBezTo>
                  <a:cubicBezTo>
                    <a:pt x="129910" y="348455"/>
                    <a:pt x="122523" y="351061"/>
                    <a:pt x="114269" y="354538"/>
                  </a:cubicBezTo>
                  <a:cubicBezTo>
                    <a:pt x="110358" y="356275"/>
                    <a:pt x="106882" y="357579"/>
                    <a:pt x="103407" y="357579"/>
                  </a:cubicBezTo>
                  <a:cubicBezTo>
                    <a:pt x="100365" y="358448"/>
                    <a:pt x="97324" y="355841"/>
                    <a:pt x="96889" y="353234"/>
                  </a:cubicBezTo>
                  <a:cubicBezTo>
                    <a:pt x="96455" y="351061"/>
                    <a:pt x="97759" y="348020"/>
                    <a:pt x="100800" y="346717"/>
                  </a:cubicBezTo>
                  <a:cubicBezTo>
                    <a:pt x="103841" y="345848"/>
                    <a:pt x="106882" y="344978"/>
                    <a:pt x="110793" y="344978"/>
                  </a:cubicBezTo>
                  <a:cubicBezTo>
                    <a:pt x="119048" y="344545"/>
                    <a:pt x="127738" y="343675"/>
                    <a:pt x="135992" y="341937"/>
                  </a:cubicBezTo>
                  <a:cubicBezTo>
                    <a:pt x="139469" y="341069"/>
                    <a:pt x="144248" y="339765"/>
                    <a:pt x="147289" y="334986"/>
                  </a:cubicBezTo>
                  <a:cubicBezTo>
                    <a:pt x="149896" y="334551"/>
                    <a:pt x="155110" y="331944"/>
                    <a:pt x="154242" y="323689"/>
                  </a:cubicBezTo>
                  <a:cubicBezTo>
                    <a:pt x="149896" y="288930"/>
                    <a:pt x="157282" y="255910"/>
                    <a:pt x="175966" y="225496"/>
                  </a:cubicBezTo>
                  <a:cubicBezTo>
                    <a:pt x="177269" y="223758"/>
                    <a:pt x="179006" y="220282"/>
                    <a:pt x="178138" y="216371"/>
                  </a:cubicBezTo>
                  <a:cubicBezTo>
                    <a:pt x="177703" y="214634"/>
                    <a:pt x="176834" y="212896"/>
                    <a:pt x="175097" y="211592"/>
                  </a:cubicBezTo>
                  <a:cubicBezTo>
                    <a:pt x="174227" y="205510"/>
                    <a:pt x="169883" y="202034"/>
                    <a:pt x="167276" y="199862"/>
                  </a:cubicBezTo>
                  <a:cubicBezTo>
                    <a:pt x="161628" y="195082"/>
                    <a:pt x="155110" y="191172"/>
                    <a:pt x="148159" y="187261"/>
                  </a:cubicBezTo>
                  <a:cubicBezTo>
                    <a:pt x="144682" y="185524"/>
                    <a:pt x="141641" y="183786"/>
                    <a:pt x="139034" y="181179"/>
                  </a:cubicBezTo>
                  <a:cubicBezTo>
                    <a:pt x="136427" y="178572"/>
                    <a:pt x="135992" y="175096"/>
                    <a:pt x="137731" y="172924"/>
                  </a:cubicBezTo>
                  <a:cubicBezTo>
                    <a:pt x="139469" y="170752"/>
                    <a:pt x="142945" y="170317"/>
                    <a:pt x="145986" y="172055"/>
                  </a:cubicBezTo>
                  <a:cubicBezTo>
                    <a:pt x="149028" y="174227"/>
                    <a:pt x="151635" y="176834"/>
                    <a:pt x="154675" y="180310"/>
                  </a:cubicBezTo>
                  <a:cubicBezTo>
                    <a:pt x="160758" y="187261"/>
                    <a:pt x="166407" y="192475"/>
                    <a:pt x="172490" y="197255"/>
                  </a:cubicBezTo>
                  <a:cubicBezTo>
                    <a:pt x="174227" y="198123"/>
                    <a:pt x="178138" y="201165"/>
                    <a:pt x="183786" y="200730"/>
                  </a:cubicBezTo>
                  <a:cubicBezTo>
                    <a:pt x="185524" y="201600"/>
                    <a:pt x="187696" y="202469"/>
                    <a:pt x="189434" y="202469"/>
                  </a:cubicBezTo>
                  <a:cubicBezTo>
                    <a:pt x="193779" y="203337"/>
                    <a:pt x="196386" y="199862"/>
                    <a:pt x="197689" y="198558"/>
                  </a:cubicBezTo>
                  <a:cubicBezTo>
                    <a:pt x="222020" y="173792"/>
                    <a:pt x="252434" y="159455"/>
                    <a:pt x="286758" y="154676"/>
                  </a:cubicBezTo>
                  <a:lnTo>
                    <a:pt x="289800" y="154676"/>
                  </a:lnTo>
                  <a:cubicBezTo>
                    <a:pt x="292841" y="154241"/>
                    <a:pt x="295014" y="153372"/>
                    <a:pt x="296317" y="151634"/>
                  </a:cubicBezTo>
                  <a:cubicBezTo>
                    <a:pt x="297621" y="149896"/>
                    <a:pt x="298490" y="147724"/>
                    <a:pt x="298490" y="144682"/>
                  </a:cubicBezTo>
                  <a:cubicBezTo>
                    <a:pt x="302400" y="140772"/>
                    <a:pt x="302400" y="135993"/>
                    <a:pt x="302400" y="133820"/>
                  </a:cubicBezTo>
                  <a:cubicBezTo>
                    <a:pt x="302400" y="124696"/>
                    <a:pt x="301097" y="116006"/>
                    <a:pt x="299793" y="107751"/>
                  </a:cubicBezTo>
                  <a:cubicBezTo>
                    <a:pt x="299358" y="103407"/>
                    <a:pt x="299358" y="100365"/>
                    <a:pt x="299358" y="97758"/>
                  </a:cubicBezTo>
                  <a:cubicBezTo>
                    <a:pt x="299793" y="94282"/>
                    <a:pt x="302400" y="92110"/>
                    <a:pt x="305441" y="92110"/>
                  </a:cubicBezTo>
                  <a:close/>
                  <a:moveTo>
                    <a:pt x="303269" y="79945"/>
                  </a:moveTo>
                  <a:cubicBezTo>
                    <a:pt x="292841" y="79510"/>
                    <a:pt x="285020" y="86896"/>
                    <a:pt x="283717" y="97324"/>
                  </a:cubicBezTo>
                  <a:cubicBezTo>
                    <a:pt x="283283" y="101234"/>
                    <a:pt x="283283" y="105579"/>
                    <a:pt x="284152" y="110793"/>
                  </a:cubicBezTo>
                  <a:cubicBezTo>
                    <a:pt x="285455" y="118179"/>
                    <a:pt x="286759" y="126435"/>
                    <a:pt x="286759" y="134690"/>
                  </a:cubicBezTo>
                  <a:cubicBezTo>
                    <a:pt x="286759" y="135993"/>
                    <a:pt x="286759" y="135993"/>
                    <a:pt x="286759" y="135993"/>
                  </a:cubicBezTo>
                  <a:cubicBezTo>
                    <a:pt x="285020" y="137731"/>
                    <a:pt x="283283" y="140337"/>
                    <a:pt x="282848" y="142511"/>
                  </a:cubicBezTo>
                  <a:cubicBezTo>
                    <a:pt x="245917" y="146855"/>
                    <a:pt x="214200" y="162062"/>
                    <a:pt x="186828" y="188565"/>
                  </a:cubicBezTo>
                  <a:cubicBezTo>
                    <a:pt x="184655" y="187697"/>
                    <a:pt x="182483" y="186827"/>
                    <a:pt x="179876" y="187697"/>
                  </a:cubicBezTo>
                  <a:cubicBezTo>
                    <a:pt x="179442" y="188131"/>
                    <a:pt x="178138" y="186827"/>
                    <a:pt x="178138" y="186827"/>
                  </a:cubicBezTo>
                  <a:cubicBezTo>
                    <a:pt x="172924" y="182918"/>
                    <a:pt x="167710" y="178138"/>
                    <a:pt x="162062" y="171621"/>
                  </a:cubicBezTo>
                  <a:cubicBezTo>
                    <a:pt x="158587" y="167710"/>
                    <a:pt x="155110" y="163800"/>
                    <a:pt x="150331" y="161193"/>
                  </a:cubicBezTo>
                  <a:cubicBezTo>
                    <a:pt x="141641" y="155980"/>
                    <a:pt x="130779" y="157717"/>
                    <a:pt x="125131" y="165538"/>
                  </a:cubicBezTo>
                  <a:cubicBezTo>
                    <a:pt x="119048" y="172924"/>
                    <a:pt x="120352" y="183786"/>
                    <a:pt x="127303" y="190738"/>
                  </a:cubicBezTo>
                  <a:cubicBezTo>
                    <a:pt x="131214" y="194648"/>
                    <a:pt x="135558" y="197255"/>
                    <a:pt x="139469" y="199427"/>
                  </a:cubicBezTo>
                  <a:cubicBezTo>
                    <a:pt x="145986" y="202903"/>
                    <a:pt x="152069" y="206814"/>
                    <a:pt x="157283" y="210724"/>
                  </a:cubicBezTo>
                  <a:cubicBezTo>
                    <a:pt x="160324" y="212896"/>
                    <a:pt x="160324" y="213331"/>
                    <a:pt x="160324" y="214200"/>
                  </a:cubicBezTo>
                  <a:cubicBezTo>
                    <a:pt x="160324" y="216372"/>
                    <a:pt x="161193" y="218544"/>
                    <a:pt x="162496" y="220283"/>
                  </a:cubicBezTo>
                  <a:cubicBezTo>
                    <a:pt x="142944" y="252434"/>
                    <a:pt x="135124" y="287192"/>
                    <a:pt x="139035" y="324124"/>
                  </a:cubicBezTo>
                  <a:cubicBezTo>
                    <a:pt x="136428" y="325427"/>
                    <a:pt x="135124" y="327166"/>
                    <a:pt x="134255" y="328903"/>
                  </a:cubicBezTo>
                  <a:cubicBezTo>
                    <a:pt x="134255" y="329338"/>
                    <a:pt x="133821" y="329773"/>
                    <a:pt x="131214" y="330206"/>
                  </a:cubicBezTo>
                  <a:cubicBezTo>
                    <a:pt x="123828" y="331945"/>
                    <a:pt x="116007" y="333248"/>
                    <a:pt x="108187" y="333248"/>
                  </a:cubicBezTo>
                  <a:cubicBezTo>
                    <a:pt x="102538" y="333682"/>
                    <a:pt x="98193" y="334552"/>
                    <a:pt x="93848" y="336289"/>
                  </a:cubicBezTo>
                  <a:cubicBezTo>
                    <a:pt x="85593" y="339765"/>
                    <a:pt x="80379" y="348889"/>
                    <a:pt x="82117" y="357579"/>
                  </a:cubicBezTo>
                  <a:cubicBezTo>
                    <a:pt x="83856" y="366269"/>
                    <a:pt x="91676" y="372352"/>
                    <a:pt x="101234" y="372352"/>
                  </a:cubicBezTo>
                  <a:cubicBezTo>
                    <a:pt x="107317" y="372352"/>
                    <a:pt x="112531" y="370613"/>
                    <a:pt x="117310" y="368441"/>
                  </a:cubicBezTo>
                  <a:cubicBezTo>
                    <a:pt x="125131" y="364965"/>
                    <a:pt x="131649" y="362793"/>
                    <a:pt x="139035" y="361055"/>
                  </a:cubicBezTo>
                  <a:cubicBezTo>
                    <a:pt x="139904" y="360620"/>
                    <a:pt x="141207" y="360620"/>
                    <a:pt x="141207" y="360620"/>
                  </a:cubicBezTo>
                  <a:cubicBezTo>
                    <a:pt x="143379" y="361924"/>
                    <a:pt x="145986" y="363227"/>
                    <a:pt x="149027" y="363227"/>
                  </a:cubicBezTo>
                  <a:cubicBezTo>
                    <a:pt x="162062" y="397986"/>
                    <a:pt x="184221" y="425794"/>
                    <a:pt x="215503" y="446214"/>
                  </a:cubicBezTo>
                  <a:cubicBezTo>
                    <a:pt x="214635" y="448386"/>
                    <a:pt x="214635" y="450993"/>
                    <a:pt x="215938" y="453600"/>
                  </a:cubicBezTo>
                  <a:cubicBezTo>
                    <a:pt x="216372" y="454035"/>
                    <a:pt x="216372" y="454469"/>
                    <a:pt x="215503" y="456207"/>
                  </a:cubicBezTo>
                  <a:cubicBezTo>
                    <a:pt x="212462" y="462290"/>
                    <a:pt x="208552" y="468807"/>
                    <a:pt x="203338" y="476194"/>
                  </a:cubicBezTo>
                  <a:cubicBezTo>
                    <a:pt x="201166" y="479235"/>
                    <a:pt x="198559" y="483145"/>
                    <a:pt x="196820" y="487924"/>
                  </a:cubicBezTo>
                  <a:cubicBezTo>
                    <a:pt x="193345" y="497483"/>
                    <a:pt x="197255" y="507911"/>
                    <a:pt x="205945" y="512255"/>
                  </a:cubicBezTo>
                  <a:cubicBezTo>
                    <a:pt x="208552" y="513559"/>
                    <a:pt x="211159" y="513994"/>
                    <a:pt x="213766" y="513994"/>
                  </a:cubicBezTo>
                  <a:cubicBezTo>
                    <a:pt x="220283" y="513994"/>
                    <a:pt x="226800" y="510518"/>
                    <a:pt x="230711" y="504000"/>
                  </a:cubicBezTo>
                  <a:cubicBezTo>
                    <a:pt x="232448" y="500525"/>
                    <a:pt x="234186" y="496614"/>
                    <a:pt x="235490" y="492269"/>
                  </a:cubicBezTo>
                  <a:cubicBezTo>
                    <a:pt x="237662" y="484449"/>
                    <a:pt x="240269" y="477062"/>
                    <a:pt x="243310" y="470545"/>
                  </a:cubicBezTo>
                  <a:cubicBezTo>
                    <a:pt x="244613" y="467504"/>
                    <a:pt x="245048" y="467504"/>
                    <a:pt x="245483" y="467504"/>
                  </a:cubicBezTo>
                  <a:cubicBezTo>
                    <a:pt x="246787" y="467069"/>
                    <a:pt x="249393" y="466200"/>
                    <a:pt x="251131" y="463593"/>
                  </a:cubicBezTo>
                  <a:cubicBezTo>
                    <a:pt x="286324" y="475324"/>
                    <a:pt x="321951" y="475324"/>
                    <a:pt x="357579" y="463593"/>
                  </a:cubicBezTo>
                  <a:cubicBezTo>
                    <a:pt x="358449" y="464897"/>
                    <a:pt x="360186" y="466200"/>
                    <a:pt x="363228" y="467069"/>
                  </a:cubicBezTo>
                  <a:cubicBezTo>
                    <a:pt x="363662" y="467069"/>
                    <a:pt x="364097" y="467069"/>
                    <a:pt x="364965" y="468807"/>
                  </a:cubicBezTo>
                  <a:cubicBezTo>
                    <a:pt x="368876" y="476628"/>
                    <a:pt x="371483" y="485317"/>
                    <a:pt x="373655" y="492269"/>
                  </a:cubicBezTo>
                  <a:cubicBezTo>
                    <a:pt x="375393" y="497483"/>
                    <a:pt x="377131" y="502697"/>
                    <a:pt x="381476" y="507476"/>
                  </a:cubicBezTo>
                  <a:cubicBezTo>
                    <a:pt x="387993" y="513994"/>
                    <a:pt x="397117" y="515731"/>
                    <a:pt x="404504" y="511387"/>
                  </a:cubicBezTo>
                  <a:cubicBezTo>
                    <a:pt x="411890" y="507041"/>
                    <a:pt x="415366" y="498352"/>
                    <a:pt x="413193" y="489663"/>
                  </a:cubicBezTo>
                  <a:cubicBezTo>
                    <a:pt x="411890" y="484014"/>
                    <a:pt x="408849" y="479669"/>
                    <a:pt x="406242" y="475759"/>
                  </a:cubicBezTo>
                  <a:cubicBezTo>
                    <a:pt x="401897" y="469241"/>
                    <a:pt x="397986" y="463159"/>
                    <a:pt x="394945" y="457076"/>
                  </a:cubicBezTo>
                  <a:cubicBezTo>
                    <a:pt x="393207" y="454035"/>
                    <a:pt x="393642" y="453165"/>
                    <a:pt x="393642" y="452297"/>
                  </a:cubicBezTo>
                  <a:cubicBezTo>
                    <a:pt x="394076" y="450993"/>
                    <a:pt x="394510" y="448821"/>
                    <a:pt x="394076" y="446214"/>
                  </a:cubicBezTo>
                  <a:cubicBezTo>
                    <a:pt x="409718" y="436656"/>
                    <a:pt x="423620" y="424055"/>
                    <a:pt x="435352" y="408848"/>
                  </a:cubicBezTo>
                  <a:cubicBezTo>
                    <a:pt x="446214" y="394944"/>
                    <a:pt x="454469" y="379303"/>
                    <a:pt x="460552" y="362793"/>
                  </a:cubicBezTo>
                  <a:cubicBezTo>
                    <a:pt x="462290" y="362793"/>
                    <a:pt x="464897" y="362358"/>
                    <a:pt x="468373" y="360620"/>
                  </a:cubicBezTo>
                  <a:cubicBezTo>
                    <a:pt x="473152" y="361490"/>
                    <a:pt x="477497" y="363227"/>
                    <a:pt x="483145" y="364965"/>
                  </a:cubicBezTo>
                  <a:cubicBezTo>
                    <a:pt x="485317" y="365834"/>
                    <a:pt x="487056" y="366703"/>
                    <a:pt x="489228" y="367572"/>
                  </a:cubicBezTo>
                  <a:cubicBezTo>
                    <a:pt x="493572" y="369310"/>
                    <a:pt x="498352" y="371048"/>
                    <a:pt x="503565" y="371917"/>
                  </a:cubicBezTo>
                  <a:cubicBezTo>
                    <a:pt x="511387" y="372786"/>
                    <a:pt x="517904" y="370179"/>
                    <a:pt x="522683" y="364531"/>
                  </a:cubicBezTo>
                  <a:lnTo>
                    <a:pt x="520945" y="364097"/>
                  </a:lnTo>
                  <a:cubicBezTo>
                    <a:pt x="525290" y="358448"/>
                    <a:pt x="526159" y="351931"/>
                    <a:pt x="523117" y="345414"/>
                  </a:cubicBezTo>
                  <a:cubicBezTo>
                    <a:pt x="520076" y="338896"/>
                    <a:pt x="514427" y="334552"/>
                    <a:pt x="507041" y="333682"/>
                  </a:cubicBezTo>
                  <a:cubicBezTo>
                    <a:pt x="502262" y="332813"/>
                    <a:pt x="497918" y="332379"/>
                    <a:pt x="493572" y="331945"/>
                  </a:cubicBezTo>
                  <a:cubicBezTo>
                    <a:pt x="488793" y="331510"/>
                    <a:pt x="484449" y="331076"/>
                    <a:pt x="478366" y="330206"/>
                  </a:cubicBezTo>
                  <a:cubicBezTo>
                    <a:pt x="473587" y="329773"/>
                    <a:pt x="472283" y="329338"/>
                    <a:pt x="471414" y="327599"/>
                  </a:cubicBezTo>
                  <a:cubicBezTo>
                    <a:pt x="470545" y="326731"/>
                    <a:pt x="469676" y="324559"/>
                    <a:pt x="467069" y="323690"/>
                  </a:cubicBezTo>
                  <a:cubicBezTo>
                    <a:pt x="467938" y="315000"/>
                    <a:pt x="468373" y="306744"/>
                    <a:pt x="467938" y="298489"/>
                  </a:cubicBezTo>
                  <a:cubicBezTo>
                    <a:pt x="466200" y="270683"/>
                    <a:pt x="457945" y="244613"/>
                    <a:pt x="443173" y="220283"/>
                  </a:cubicBezTo>
                  <a:cubicBezTo>
                    <a:pt x="444910" y="218544"/>
                    <a:pt x="445779" y="216372"/>
                    <a:pt x="445779" y="213765"/>
                  </a:cubicBezTo>
                  <a:cubicBezTo>
                    <a:pt x="445779" y="213331"/>
                    <a:pt x="445779" y="212896"/>
                    <a:pt x="447083" y="211593"/>
                  </a:cubicBezTo>
                  <a:cubicBezTo>
                    <a:pt x="451862" y="207248"/>
                    <a:pt x="457945" y="203338"/>
                    <a:pt x="465766" y="198993"/>
                  </a:cubicBezTo>
                  <a:cubicBezTo>
                    <a:pt x="469676" y="197255"/>
                    <a:pt x="474021" y="194648"/>
                    <a:pt x="477497" y="191172"/>
                  </a:cubicBezTo>
                  <a:cubicBezTo>
                    <a:pt x="484014" y="184221"/>
                    <a:pt x="484883" y="177703"/>
                    <a:pt x="484014" y="172924"/>
                  </a:cubicBezTo>
                  <a:cubicBezTo>
                    <a:pt x="482710" y="166842"/>
                    <a:pt x="478800" y="162062"/>
                    <a:pt x="473587" y="159455"/>
                  </a:cubicBezTo>
                  <a:cubicBezTo>
                    <a:pt x="467504" y="156848"/>
                    <a:pt x="460552" y="157283"/>
                    <a:pt x="454904" y="160759"/>
                  </a:cubicBezTo>
                  <a:cubicBezTo>
                    <a:pt x="450125" y="163366"/>
                    <a:pt x="446649" y="167275"/>
                    <a:pt x="443607" y="170752"/>
                  </a:cubicBezTo>
                  <a:cubicBezTo>
                    <a:pt x="438393" y="176400"/>
                    <a:pt x="433180" y="181614"/>
                    <a:pt x="427966" y="185958"/>
                  </a:cubicBezTo>
                  <a:cubicBezTo>
                    <a:pt x="425794" y="187697"/>
                    <a:pt x="424924" y="187697"/>
                    <a:pt x="424924" y="187697"/>
                  </a:cubicBezTo>
                  <a:cubicBezTo>
                    <a:pt x="422318" y="187262"/>
                    <a:pt x="420145" y="187697"/>
                    <a:pt x="417973" y="189000"/>
                  </a:cubicBezTo>
                  <a:cubicBezTo>
                    <a:pt x="399724" y="171621"/>
                    <a:pt x="378434" y="158586"/>
                    <a:pt x="354538" y="150331"/>
                  </a:cubicBezTo>
                  <a:cubicBezTo>
                    <a:pt x="344980" y="146855"/>
                    <a:pt x="334552" y="144683"/>
                    <a:pt x="321951" y="142944"/>
                  </a:cubicBezTo>
                  <a:cubicBezTo>
                    <a:pt x="321083" y="139469"/>
                    <a:pt x="318041" y="136428"/>
                    <a:pt x="318041" y="136428"/>
                  </a:cubicBezTo>
                  <a:lnTo>
                    <a:pt x="318041" y="134255"/>
                  </a:lnTo>
                  <a:cubicBezTo>
                    <a:pt x="318041" y="131214"/>
                    <a:pt x="318041" y="128172"/>
                    <a:pt x="318041" y="125131"/>
                  </a:cubicBezTo>
                  <a:cubicBezTo>
                    <a:pt x="318911" y="119917"/>
                    <a:pt x="319779" y="114703"/>
                    <a:pt x="320214" y="109490"/>
                  </a:cubicBezTo>
                  <a:lnTo>
                    <a:pt x="322821" y="96021"/>
                  </a:lnTo>
                  <a:lnTo>
                    <a:pt x="320648" y="96021"/>
                  </a:lnTo>
                  <a:cubicBezTo>
                    <a:pt x="319344" y="87331"/>
                    <a:pt x="311958" y="79945"/>
                    <a:pt x="303269" y="79945"/>
                  </a:cubicBezTo>
                  <a:close/>
                  <a:moveTo>
                    <a:pt x="305007" y="0"/>
                  </a:moveTo>
                  <a:lnTo>
                    <a:pt x="549621" y="117745"/>
                  </a:lnTo>
                  <a:lnTo>
                    <a:pt x="550055" y="117745"/>
                  </a:lnTo>
                  <a:lnTo>
                    <a:pt x="610448" y="382345"/>
                  </a:lnTo>
                  <a:lnTo>
                    <a:pt x="441000" y="594373"/>
                  </a:lnTo>
                  <a:lnTo>
                    <a:pt x="169449" y="594373"/>
                  </a:lnTo>
                  <a:lnTo>
                    <a:pt x="0" y="382345"/>
                  </a:lnTo>
                  <a:lnTo>
                    <a:pt x="60393" y="1177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89" name="Google Shape;1689;p3"/>
          <p:cNvGrpSpPr/>
          <p:nvPr/>
        </p:nvGrpSpPr>
        <p:grpSpPr>
          <a:xfrm>
            <a:off x="1922990" y="2123812"/>
            <a:ext cx="322598" cy="322502"/>
            <a:chOff x="506872" y="3857189"/>
            <a:chExt cx="902850" cy="902850"/>
          </a:xfrm>
        </p:grpSpPr>
        <p:sp>
          <p:nvSpPr>
            <p:cNvPr id="1690" name="Google Shape;1690;p3"/>
            <p:cNvSpPr/>
            <p:nvPr/>
          </p:nvSpPr>
          <p:spPr>
            <a:xfrm>
              <a:off x="506872" y="3857189"/>
              <a:ext cx="902850" cy="902850"/>
            </a:xfrm>
            <a:prstGeom prst="ellipse">
              <a:avLst/>
            </a:prstGeom>
            <a:gradFill>
              <a:gsLst>
                <a:gs pos="0">
                  <a:srgbClr val="006896"/>
                </a:gs>
                <a:gs pos="100000">
                  <a:srgbClr val="0085B3"/>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1691" name="Google Shape;1691;p3"/>
            <p:cNvSpPr/>
            <p:nvPr/>
          </p:nvSpPr>
          <p:spPr>
            <a:xfrm>
              <a:off x="653073" y="3991127"/>
              <a:ext cx="610448" cy="594373"/>
            </a:xfrm>
            <a:custGeom>
              <a:avLst/>
              <a:gdLst/>
              <a:ahLst/>
              <a:cxnLst/>
              <a:rect l="l" t="t" r="r" b="b"/>
              <a:pathLst>
                <a:path w="610448" h="594373" extrusionOk="0">
                  <a:moveTo>
                    <a:pt x="340200" y="421883"/>
                  </a:moveTo>
                  <a:cubicBezTo>
                    <a:pt x="340635" y="421883"/>
                    <a:pt x="340635" y="421883"/>
                    <a:pt x="340635" y="421883"/>
                  </a:cubicBezTo>
                  <a:lnTo>
                    <a:pt x="341938" y="428401"/>
                  </a:lnTo>
                  <a:lnTo>
                    <a:pt x="340200" y="422318"/>
                  </a:lnTo>
                  <a:close/>
                  <a:moveTo>
                    <a:pt x="305006" y="371917"/>
                  </a:moveTo>
                  <a:cubicBezTo>
                    <a:pt x="306310" y="372351"/>
                    <a:pt x="308047" y="372786"/>
                    <a:pt x="308917" y="374524"/>
                  </a:cubicBezTo>
                  <a:cubicBezTo>
                    <a:pt x="314130" y="383214"/>
                    <a:pt x="318909" y="392337"/>
                    <a:pt x="323689" y="401027"/>
                  </a:cubicBezTo>
                  <a:lnTo>
                    <a:pt x="323255" y="401462"/>
                  </a:lnTo>
                  <a:lnTo>
                    <a:pt x="331510" y="416669"/>
                  </a:lnTo>
                  <a:cubicBezTo>
                    <a:pt x="332813" y="418841"/>
                    <a:pt x="334117" y="421014"/>
                    <a:pt x="335420" y="423621"/>
                  </a:cubicBezTo>
                  <a:cubicBezTo>
                    <a:pt x="325427" y="426228"/>
                    <a:pt x="315000" y="427531"/>
                    <a:pt x="305006" y="427531"/>
                  </a:cubicBezTo>
                  <a:cubicBezTo>
                    <a:pt x="294578" y="427097"/>
                    <a:pt x="284585" y="425794"/>
                    <a:pt x="274158" y="423187"/>
                  </a:cubicBezTo>
                  <a:cubicBezTo>
                    <a:pt x="279372" y="413627"/>
                    <a:pt x="284585" y="404503"/>
                    <a:pt x="289799" y="394944"/>
                  </a:cubicBezTo>
                  <a:lnTo>
                    <a:pt x="301096" y="374524"/>
                  </a:lnTo>
                  <a:cubicBezTo>
                    <a:pt x="301965" y="372786"/>
                    <a:pt x="303703" y="371917"/>
                    <a:pt x="305006" y="371917"/>
                  </a:cubicBezTo>
                  <a:close/>
                  <a:moveTo>
                    <a:pt x="304138" y="358882"/>
                  </a:moveTo>
                  <a:cubicBezTo>
                    <a:pt x="298055" y="358882"/>
                    <a:pt x="292407" y="362358"/>
                    <a:pt x="288931" y="368441"/>
                  </a:cubicBezTo>
                  <a:lnTo>
                    <a:pt x="277634" y="388862"/>
                  </a:lnTo>
                  <a:cubicBezTo>
                    <a:pt x="271552" y="399724"/>
                    <a:pt x="265903" y="410151"/>
                    <a:pt x="259820" y="421013"/>
                  </a:cubicBezTo>
                  <a:cubicBezTo>
                    <a:pt x="258951" y="422317"/>
                    <a:pt x="257648" y="425793"/>
                    <a:pt x="258951" y="429269"/>
                  </a:cubicBezTo>
                  <a:cubicBezTo>
                    <a:pt x="260690" y="433179"/>
                    <a:pt x="264165" y="434483"/>
                    <a:pt x="265469" y="434483"/>
                  </a:cubicBezTo>
                  <a:cubicBezTo>
                    <a:pt x="278503" y="438393"/>
                    <a:pt x="291538" y="440566"/>
                    <a:pt x="305007" y="440566"/>
                  </a:cubicBezTo>
                  <a:cubicBezTo>
                    <a:pt x="318041" y="440566"/>
                    <a:pt x="330642" y="438393"/>
                    <a:pt x="343676" y="434918"/>
                  </a:cubicBezTo>
                  <a:cubicBezTo>
                    <a:pt x="344979" y="434483"/>
                    <a:pt x="348890" y="433179"/>
                    <a:pt x="350627" y="429269"/>
                  </a:cubicBezTo>
                  <a:lnTo>
                    <a:pt x="349324" y="429269"/>
                  </a:lnTo>
                  <a:cubicBezTo>
                    <a:pt x="351062" y="425358"/>
                    <a:pt x="348890" y="421883"/>
                    <a:pt x="348021" y="420579"/>
                  </a:cubicBezTo>
                  <a:cubicBezTo>
                    <a:pt x="346283" y="417103"/>
                    <a:pt x="344111" y="413627"/>
                    <a:pt x="342372" y="410151"/>
                  </a:cubicBezTo>
                  <a:lnTo>
                    <a:pt x="334117" y="394945"/>
                  </a:lnTo>
                  <a:cubicBezTo>
                    <a:pt x="329338" y="386255"/>
                    <a:pt x="324559" y="377130"/>
                    <a:pt x="319345" y="368441"/>
                  </a:cubicBezTo>
                  <a:cubicBezTo>
                    <a:pt x="315869" y="362358"/>
                    <a:pt x="310220" y="358882"/>
                    <a:pt x="304138" y="358882"/>
                  </a:cubicBezTo>
                  <a:close/>
                  <a:moveTo>
                    <a:pt x="359317" y="345848"/>
                  </a:moveTo>
                  <a:lnTo>
                    <a:pt x="414931" y="355406"/>
                  </a:lnTo>
                  <a:cubicBezTo>
                    <a:pt x="406241" y="374958"/>
                    <a:pt x="393641" y="391034"/>
                    <a:pt x="376262" y="404069"/>
                  </a:cubicBezTo>
                  <a:cubicBezTo>
                    <a:pt x="370614" y="391034"/>
                    <a:pt x="365400" y="377565"/>
                    <a:pt x="359752" y="364531"/>
                  </a:cubicBezTo>
                  <a:lnTo>
                    <a:pt x="354538" y="351931"/>
                  </a:lnTo>
                  <a:lnTo>
                    <a:pt x="348455" y="354538"/>
                  </a:lnTo>
                  <a:lnTo>
                    <a:pt x="354103" y="350192"/>
                  </a:lnTo>
                  <a:cubicBezTo>
                    <a:pt x="354103" y="348455"/>
                    <a:pt x="355841" y="346717"/>
                    <a:pt x="355841" y="346717"/>
                  </a:cubicBezTo>
                  <a:cubicBezTo>
                    <a:pt x="356710" y="346282"/>
                    <a:pt x="359317" y="345848"/>
                    <a:pt x="359317" y="345848"/>
                  </a:cubicBezTo>
                  <a:close/>
                  <a:moveTo>
                    <a:pt x="251131" y="345848"/>
                  </a:moveTo>
                  <a:lnTo>
                    <a:pt x="251131" y="346282"/>
                  </a:lnTo>
                  <a:cubicBezTo>
                    <a:pt x="252435" y="346717"/>
                    <a:pt x="253303" y="347151"/>
                    <a:pt x="254173" y="348020"/>
                  </a:cubicBezTo>
                  <a:cubicBezTo>
                    <a:pt x="255042" y="348889"/>
                    <a:pt x="255042" y="350192"/>
                    <a:pt x="255042" y="351062"/>
                  </a:cubicBezTo>
                  <a:cubicBezTo>
                    <a:pt x="254607" y="351931"/>
                    <a:pt x="253738" y="354538"/>
                    <a:pt x="253738" y="354538"/>
                  </a:cubicBezTo>
                  <a:lnTo>
                    <a:pt x="247220" y="370614"/>
                  </a:lnTo>
                  <a:cubicBezTo>
                    <a:pt x="242876" y="381476"/>
                    <a:pt x="238531" y="392338"/>
                    <a:pt x="233752" y="403634"/>
                  </a:cubicBezTo>
                  <a:cubicBezTo>
                    <a:pt x="216807" y="391034"/>
                    <a:pt x="203773" y="374958"/>
                    <a:pt x="195083" y="355406"/>
                  </a:cubicBezTo>
                  <a:cubicBezTo>
                    <a:pt x="208987" y="353234"/>
                    <a:pt x="222456" y="350627"/>
                    <a:pt x="236359" y="348455"/>
                  </a:cubicBezTo>
                  <a:close/>
                  <a:moveTo>
                    <a:pt x="361924" y="333248"/>
                  </a:moveTo>
                  <a:cubicBezTo>
                    <a:pt x="356710" y="332379"/>
                    <a:pt x="351931" y="333683"/>
                    <a:pt x="348021" y="336723"/>
                  </a:cubicBezTo>
                  <a:cubicBezTo>
                    <a:pt x="344111" y="340199"/>
                    <a:pt x="341938" y="344978"/>
                    <a:pt x="341938" y="349324"/>
                  </a:cubicBezTo>
                  <a:cubicBezTo>
                    <a:pt x="341504" y="352365"/>
                    <a:pt x="343241" y="357145"/>
                    <a:pt x="343241" y="357145"/>
                  </a:cubicBezTo>
                  <a:lnTo>
                    <a:pt x="348455" y="369744"/>
                  </a:lnTo>
                  <a:cubicBezTo>
                    <a:pt x="354538" y="384517"/>
                    <a:pt x="360620" y="399289"/>
                    <a:pt x="366703" y="414061"/>
                  </a:cubicBezTo>
                  <a:cubicBezTo>
                    <a:pt x="367138" y="414930"/>
                    <a:pt x="368441" y="418407"/>
                    <a:pt x="372352" y="419710"/>
                  </a:cubicBezTo>
                  <a:cubicBezTo>
                    <a:pt x="373221" y="419710"/>
                    <a:pt x="373655" y="419710"/>
                    <a:pt x="374524" y="419710"/>
                  </a:cubicBezTo>
                  <a:cubicBezTo>
                    <a:pt x="377131" y="419710"/>
                    <a:pt x="379303" y="417972"/>
                    <a:pt x="380172" y="417537"/>
                  </a:cubicBezTo>
                  <a:cubicBezTo>
                    <a:pt x="402331" y="401896"/>
                    <a:pt x="419276" y="381041"/>
                    <a:pt x="429269" y="355406"/>
                  </a:cubicBezTo>
                  <a:lnTo>
                    <a:pt x="429269" y="348020"/>
                  </a:lnTo>
                  <a:cubicBezTo>
                    <a:pt x="427097" y="344545"/>
                    <a:pt x="422317" y="343675"/>
                    <a:pt x="422317" y="343675"/>
                  </a:cubicBezTo>
                  <a:close/>
                  <a:moveTo>
                    <a:pt x="251131" y="332813"/>
                  </a:moveTo>
                  <a:lnTo>
                    <a:pt x="234186" y="335420"/>
                  </a:lnTo>
                  <a:cubicBezTo>
                    <a:pt x="218979" y="338027"/>
                    <a:pt x="203338" y="340634"/>
                    <a:pt x="188131" y="343241"/>
                  </a:cubicBezTo>
                  <a:cubicBezTo>
                    <a:pt x="184655" y="343675"/>
                    <a:pt x="182483" y="345413"/>
                    <a:pt x="181180" y="347585"/>
                  </a:cubicBezTo>
                  <a:cubicBezTo>
                    <a:pt x="179006" y="350627"/>
                    <a:pt x="180310" y="354103"/>
                    <a:pt x="181180" y="355841"/>
                  </a:cubicBezTo>
                  <a:cubicBezTo>
                    <a:pt x="191172" y="380606"/>
                    <a:pt x="207683" y="401027"/>
                    <a:pt x="229406" y="416234"/>
                  </a:cubicBezTo>
                  <a:cubicBezTo>
                    <a:pt x="230710" y="417103"/>
                    <a:pt x="232882" y="418841"/>
                    <a:pt x="235924" y="418841"/>
                  </a:cubicBezTo>
                  <a:cubicBezTo>
                    <a:pt x="236359" y="418841"/>
                    <a:pt x="237228" y="418841"/>
                    <a:pt x="238096" y="418841"/>
                  </a:cubicBezTo>
                  <a:cubicBezTo>
                    <a:pt x="242007" y="417537"/>
                    <a:pt x="244179" y="412324"/>
                    <a:pt x="244179" y="412324"/>
                  </a:cubicBezTo>
                  <a:lnTo>
                    <a:pt x="245048" y="412324"/>
                  </a:lnTo>
                  <a:cubicBezTo>
                    <a:pt x="250262" y="399724"/>
                    <a:pt x="255041" y="387558"/>
                    <a:pt x="260255" y="375393"/>
                  </a:cubicBezTo>
                  <a:lnTo>
                    <a:pt x="266772" y="359317"/>
                  </a:lnTo>
                  <a:cubicBezTo>
                    <a:pt x="267206" y="357145"/>
                    <a:pt x="268510" y="353234"/>
                    <a:pt x="268510" y="353234"/>
                  </a:cubicBezTo>
                  <a:cubicBezTo>
                    <a:pt x="269380" y="348020"/>
                    <a:pt x="268076" y="342806"/>
                    <a:pt x="264600" y="338896"/>
                  </a:cubicBezTo>
                  <a:cubicBezTo>
                    <a:pt x="261124" y="334986"/>
                    <a:pt x="256344" y="332379"/>
                    <a:pt x="251131" y="332813"/>
                  </a:cubicBezTo>
                  <a:close/>
                  <a:moveTo>
                    <a:pt x="299794" y="297186"/>
                  </a:moveTo>
                  <a:lnTo>
                    <a:pt x="310221" y="297186"/>
                  </a:lnTo>
                  <a:lnTo>
                    <a:pt x="316738" y="305441"/>
                  </a:lnTo>
                  <a:lnTo>
                    <a:pt x="314566" y="315434"/>
                  </a:lnTo>
                  <a:lnTo>
                    <a:pt x="305007" y="320213"/>
                  </a:lnTo>
                  <a:lnTo>
                    <a:pt x="295448" y="315434"/>
                  </a:lnTo>
                  <a:lnTo>
                    <a:pt x="293276" y="305441"/>
                  </a:lnTo>
                  <a:close/>
                  <a:moveTo>
                    <a:pt x="290669" y="278068"/>
                  </a:moveTo>
                  <a:lnTo>
                    <a:pt x="272855" y="300662"/>
                  </a:lnTo>
                  <a:lnTo>
                    <a:pt x="279372" y="328903"/>
                  </a:lnTo>
                  <a:lnTo>
                    <a:pt x="305441" y="341503"/>
                  </a:lnTo>
                  <a:lnTo>
                    <a:pt x="331510" y="328903"/>
                  </a:lnTo>
                  <a:lnTo>
                    <a:pt x="337593" y="300662"/>
                  </a:lnTo>
                  <a:lnTo>
                    <a:pt x="319780" y="278068"/>
                  </a:lnTo>
                  <a:close/>
                  <a:moveTo>
                    <a:pt x="411021" y="251131"/>
                  </a:moveTo>
                  <a:cubicBezTo>
                    <a:pt x="418407" y="265903"/>
                    <a:pt x="423187" y="281545"/>
                    <a:pt x="424490" y="298489"/>
                  </a:cubicBezTo>
                  <a:cubicBezTo>
                    <a:pt x="424925" y="301531"/>
                    <a:pt x="424925" y="304572"/>
                    <a:pt x="424925" y="308048"/>
                  </a:cubicBezTo>
                  <a:lnTo>
                    <a:pt x="424925" y="311090"/>
                  </a:lnTo>
                  <a:lnTo>
                    <a:pt x="411021" y="307179"/>
                  </a:lnTo>
                  <a:cubicBezTo>
                    <a:pt x="397987" y="303268"/>
                    <a:pt x="384518" y="299358"/>
                    <a:pt x="371483" y="295448"/>
                  </a:cubicBezTo>
                  <a:cubicBezTo>
                    <a:pt x="369746" y="295014"/>
                    <a:pt x="368007" y="293710"/>
                    <a:pt x="368007" y="292407"/>
                  </a:cubicBezTo>
                  <a:cubicBezTo>
                    <a:pt x="367573" y="291103"/>
                    <a:pt x="369746" y="288062"/>
                    <a:pt x="369746" y="288062"/>
                  </a:cubicBezTo>
                  <a:close/>
                  <a:moveTo>
                    <a:pt x="198993" y="251131"/>
                  </a:moveTo>
                  <a:cubicBezTo>
                    <a:pt x="212462" y="263296"/>
                    <a:pt x="225931" y="275462"/>
                    <a:pt x="239400" y="287627"/>
                  </a:cubicBezTo>
                  <a:cubicBezTo>
                    <a:pt x="242007" y="290234"/>
                    <a:pt x="242007" y="293276"/>
                    <a:pt x="242007" y="293276"/>
                  </a:cubicBezTo>
                  <a:lnTo>
                    <a:pt x="242875" y="292841"/>
                  </a:lnTo>
                  <a:cubicBezTo>
                    <a:pt x="242441" y="293710"/>
                    <a:pt x="242007" y="295014"/>
                    <a:pt x="238096" y="296317"/>
                  </a:cubicBezTo>
                  <a:cubicBezTo>
                    <a:pt x="223759" y="300662"/>
                    <a:pt x="208986" y="304572"/>
                    <a:pt x="194649" y="308917"/>
                  </a:cubicBezTo>
                  <a:lnTo>
                    <a:pt x="185524" y="311524"/>
                  </a:lnTo>
                  <a:cubicBezTo>
                    <a:pt x="185090" y="307179"/>
                    <a:pt x="185524" y="302400"/>
                    <a:pt x="185524" y="298489"/>
                  </a:cubicBezTo>
                  <a:cubicBezTo>
                    <a:pt x="186827" y="281979"/>
                    <a:pt x="191172" y="266337"/>
                    <a:pt x="198993" y="251131"/>
                  </a:cubicBezTo>
                  <a:close/>
                  <a:moveTo>
                    <a:pt x="414062" y="235923"/>
                  </a:moveTo>
                  <a:cubicBezTo>
                    <a:pt x="410152" y="235055"/>
                    <a:pt x="406241" y="238530"/>
                    <a:pt x="406241" y="238530"/>
                  </a:cubicBezTo>
                  <a:lnTo>
                    <a:pt x="361055" y="278937"/>
                  </a:lnTo>
                  <a:cubicBezTo>
                    <a:pt x="355841" y="283282"/>
                    <a:pt x="353669" y="289799"/>
                    <a:pt x="354972" y="295882"/>
                  </a:cubicBezTo>
                  <a:cubicBezTo>
                    <a:pt x="356276" y="301965"/>
                    <a:pt x="361055" y="306745"/>
                    <a:pt x="367573" y="308482"/>
                  </a:cubicBezTo>
                  <a:cubicBezTo>
                    <a:pt x="381042" y="312393"/>
                    <a:pt x="394076" y="316303"/>
                    <a:pt x="407545" y="320214"/>
                  </a:cubicBezTo>
                  <a:lnTo>
                    <a:pt x="426662" y="325861"/>
                  </a:lnTo>
                  <a:cubicBezTo>
                    <a:pt x="427097" y="326296"/>
                    <a:pt x="428400" y="326296"/>
                    <a:pt x="429703" y="326296"/>
                  </a:cubicBezTo>
                  <a:cubicBezTo>
                    <a:pt x="431007" y="326296"/>
                    <a:pt x="432745" y="325861"/>
                    <a:pt x="434048" y="324993"/>
                  </a:cubicBezTo>
                  <a:cubicBezTo>
                    <a:pt x="436221" y="323689"/>
                    <a:pt x="437525" y="321517"/>
                    <a:pt x="437525" y="318475"/>
                  </a:cubicBezTo>
                  <a:lnTo>
                    <a:pt x="437958" y="318910"/>
                  </a:lnTo>
                  <a:cubicBezTo>
                    <a:pt x="438393" y="315434"/>
                    <a:pt x="438393" y="312393"/>
                    <a:pt x="438393" y="308482"/>
                  </a:cubicBezTo>
                  <a:cubicBezTo>
                    <a:pt x="438828" y="305006"/>
                    <a:pt x="437958" y="301531"/>
                    <a:pt x="437958" y="296751"/>
                  </a:cubicBezTo>
                  <a:cubicBezTo>
                    <a:pt x="436655" y="277200"/>
                    <a:pt x="430572" y="258517"/>
                    <a:pt x="420579" y="241137"/>
                  </a:cubicBezTo>
                  <a:cubicBezTo>
                    <a:pt x="419710" y="239834"/>
                    <a:pt x="417973" y="236358"/>
                    <a:pt x="414062" y="235923"/>
                  </a:cubicBezTo>
                  <a:close/>
                  <a:moveTo>
                    <a:pt x="195952" y="235489"/>
                  </a:moveTo>
                  <a:cubicBezTo>
                    <a:pt x="192041" y="235923"/>
                    <a:pt x="190303" y="239400"/>
                    <a:pt x="189434" y="240703"/>
                  </a:cubicBezTo>
                  <a:cubicBezTo>
                    <a:pt x="179441" y="258082"/>
                    <a:pt x="173358" y="277200"/>
                    <a:pt x="172055" y="297620"/>
                  </a:cubicBezTo>
                  <a:cubicBezTo>
                    <a:pt x="171620" y="304571"/>
                    <a:pt x="171186" y="312827"/>
                    <a:pt x="172924" y="321517"/>
                  </a:cubicBezTo>
                  <a:lnTo>
                    <a:pt x="172924" y="321082"/>
                  </a:lnTo>
                  <a:lnTo>
                    <a:pt x="174227" y="328034"/>
                  </a:lnTo>
                  <a:lnTo>
                    <a:pt x="197255" y="321517"/>
                  </a:lnTo>
                  <a:cubicBezTo>
                    <a:pt x="212027" y="317172"/>
                    <a:pt x="226366" y="312827"/>
                    <a:pt x="240703" y="308917"/>
                  </a:cubicBezTo>
                  <a:cubicBezTo>
                    <a:pt x="243745" y="308048"/>
                    <a:pt x="252434" y="305875"/>
                    <a:pt x="254607" y="295882"/>
                  </a:cubicBezTo>
                  <a:cubicBezTo>
                    <a:pt x="256344" y="288930"/>
                    <a:pt x="254172" y="282848"/>
                    <a:pt x="248089" y="277634"/>
                  </a:cubicBezTo>
                  <a:cubicBezTo>
                    <a:pt x="233317" y="264599"/>
                    <a:pt x="218545" y="251565"/>
                    <a:pt x="203772" y="238096"/>
                  </a:cubicBezTo>
                  <a:cubicBezTo>
                    <a:pt x="202469" y="237227"/>
                    <a:pt x="199862" y="235055"/>
                    <a:pt x="195952" y="235489"/>
                  </a:cubicBezTo>
                  <a:close/>
                  <a:moveTo>
                    <a:pt x="327600" y="189434"/>
                  </a:moveTo>
                  <a:cubicBezTo>
                    <a:pt x="347586" y="193345"/>
                    <a:pt x="365835" y="202468"/>
                    <a:pt x="382779" y="216372"/>
                  </a:cubicBezTo>
                  <a:cubicBezTo>
                    <a:pt x="368007" y="226799"/>
                    <a:pt x="353234" y="237227"/>
                    <a:pt x="338462" y="247654"/>
                  </a:cubicBezTo>
                  <a:cubicBezTo>
                    <a:pt x="335421" y="249826"/>
                    <a:pt x="332814" y="248958"/>
                    <a:pt x="332814" y="248958"/>
                  </a:cubicBezTo>
                  <a:lnTo>
                    <a:pt x="332814" y="248523"/>
                  </a:lnTo>
                  <a:cubicBezTo>
                    <a:pt x="331944" y="248089"/>
                    <a:pt x="330641" y="247654"/>
                    <a:pt x="330641" y="243744"/>
                  </a:cubicBezTo>
                  <a:close/>
                  <a:moveTo>
                    <a:pt x="282848" y="189434"/>
                  </a:moveTo>
                  <a:lnTo>
                    <a:pt x="281979" y="202468"/>
                  </a:lnTo>
                  <a:cubicBezTo>
                    <a:pt x="281110" y="216806"/>
                    <a:pt x="280241" y="231579"/>
                    <a:pt x="279372" y="245917"/>
                  </a:cubicBezTo>
                  <a:cubicBezTo>
                    <a:pt x="279372" y="247654"/>
                    <a:pt x="278503" y="248958"/>
                    <a:pt x="277200" y="249393"/>
                  </a:cubicBezTo>
                  <a:cubicBezTo>
                    <a:pt x="275897" y="250261"/>
                    <a:pt x="272855" y="248958"/>
                    <a:pt x="272855" y="248958"/>
                  </a:cubicBezTo>
                  <a:cubicBezTo>
                    <a:pt x="264600" y="242875"/>
                    <a:pt x="255910" y="237227"/>
                    <a:pt x="247655" y="231144"/>
                  </a:cubicBezTo>
                  <a:cubicBezTo>
                    <a:pt x="240704" y="226365"/>
                    <a:pt x="233751" y="221151"/>
                    <a:pt x="226800" y="216372"/>
                  </a:cubicBezTo>
                  <a:cubicBezTo>
                    <a:pt x="242876" y="202903"/>
                    <a:pt x="261124" y="193778"/>
                    <a:pt x="282848" y="189434"/>
                  </a:cubicBezTo>
                  <a:close/>
                  <a:moveTo>
                    <a:pt x="328469" y="176399"/>
                  </a:moveTo>
                  <a:cubicBezTo>
                    <a:pt x="324124" y="175531"/>
                    <a:pt x="320213" y="175096"/>
                    <a:pt x="317173" y="177703"/>
                  </a:cubicBezTo>
                  <a:lnTo>
                    <a:pt x="316738" y="177703"/>
                  </a:lnTo>
                  <a:cubicBezTo>
                    <a:pt x="313697" y="180310"/>
                    <a:pt x="313697" y="184221"/>
                    <a:pt x="313697" y="189434"/>
                  </a:cubicBezTo>
                  <a:lnTo>
                    <a:pt x="316738" y="244613"/>
                  </a:lnTo>
                  <a:cubicBezTo>
                    <a:pt x="317173" y="252434"/>
                    <a:pt x="320648" y="258082"/>
                    <a:pt x="326731" y="260689"/>
                  </a:cubicBezTo>
                  <a:cubicBezTo>
                    <a:pt x="329338" y="261992"/>
                    <a:pt x="331510" y="262427"/>
                    <a:pt x="334117" y="262427"/>
                  </a:cubicBezTo>
                  <a:cubicBezTo>
                    <a:pt x="338028" y="262427"/>
                    <a:pt x="341938" y="261124"/>
                    <a:pt x="345848" y="258517"/>
                  </a:cubicBezTo>
                  <a:cubicBezTo>
                    <a:pt x="361924" y="247220"/>
                    <a:pt x="377566" y="235923"/>
                    <a:pt x="393641" y="224627"/>
                  </a:cubicBezTo>
                  <a:cubicBezTo>
                    <a:pt x="394945" y="223758"/>
                    <a:pt x="398421" y="221151"/>
                    <a:pt x="398421" y="217241"/>
                  </a:cubicBezTo>
                  <a:cubicBezTo>
                    <a:pt x="398855" y="213331"/>
                    <a:pt x="395814" y="210724"/>
                    <a:pt x="394511" y="209420"/>
                  </a:cubicBezTo>
                  <a:cubicBezTo>
                    <a:pt x="375393" y="192041"/>
                    <a:pt x="352800" y="180745"/>
                    <a:pt x="328469" y="176399"/>
                  </a:cubicBezTo>
                  <a:close/>
                  <a:moveTo>
                    <a:pt x="283717" y="176399"/>
                  </a:moveTo>
                  <a:cubicBezTo>
                    <a:pt x="282848" y="176834"/>
                    <a:pt x="281545" y="177268"/>
                    <a:pt x="279807" y="177268"/>
                  </a:cubicBezTo>
                  <a:cubicBezTo>
                    <a:pt x="255041" y="182048"/>
                    <a:pt x="232882" y="192910"/>
                    <a:pt x="214200" y="210289"/>
                  </a:cubicBezTo>
                  <a:lnTo>
                    <a:pt x="218545" y="215068"/>
                  </a:lnTo>
                  <a:lnTo>
                    <a:pt x="214200" y="210724"/>
                  </a:lnTo>
                  <a:lnTo>
                    <a:pt x="210724" y="217675"/>
                  </a:lnTo>
                  <a:cubicBezTo>
                    <a:pt x="211158" y="220282"/>
                    <a:pt x="212462" y="222454"/>
                    <a:pt x="215069" y="224193"/>
                  </a:cubicBezTo>
                  <a:cubicBezTo>
                    <a:pt x="223324" y="230275"/>
                    <a:pt x="232014" y="235923"/>
                    <a:pt x="240268" y="242006"/>
                  </a:cubicBezTo>
                  <a:cubicBezTo>
                    <a:pt x="248524" y="248089"/>
                    <a:pt x="257214" y="253737"/>
                    <a:pt x="265469" y="259820"/>
                  </a:cubicBezTo>
                  <a:cubicBezTo>
                    <a:pt x="268510" y="261558"/>
                    <a:pt x="271986" y="262861"/>
                    <a:pt x="275462" y="262861"/>
                  </a:cubicBezTo>
                  <a:cubicBezTo>
                    <a:pt x="278069" y="262861"/>
                    <a:pt x="280675" y="262427"/>
                    <a:pt x="282848" y="261124"/>
                  </a:cubicBezTo>
                  <a:cubicBezTo>
                    <a:pt x="288496" y="258517"/>
                    <a:pt x="292407" y="253303"/>
                    <a:pt x="292407" y="246786"/>
                  </a:cubicBezTo>
                  <a:cubicBezTo>
                    <a:pt x="293276" y="232447"/>
                    <a:pt x="294144" y="217675"/>
                    <a:pt x="295014" y="203337"/>
                  </a:cubicBezTo>
                  <a:lnTo>
                    <a:pt x="295883" y="187261"/>
                  </a:lnTo>
                  <a:cubicBezTo>
                    <a:pt x="295883" y="184221"/>
                    <a:pt x="296317" y="180745"/>
                    <a:pt x="293276" y="178138"/>
                  </a:cubicBezTo>
                  <a:cubicBezTo>
                    <a:pt x="290235" y="175531"/>
                    <a:pt x="287193" y="175965"/>
                    <a:pt x="283717" y="176399"/>
                  </a:cubicBezTo>
                  <a:close/>
                  <a:moveTo>
                    <a:pt x="305441" y="92110"/>
                  </a:moveTo>
                  <a:cubicBezTo>
                    <a:pt x="308048" y="92545"/>
                    <a:pt x="310655" y="95151"/>
                    <a:pt x="310655" y="98628"/>
                  </a:cubicBezTo>
                  <a:cubicBezTo>
                    <a:pt x="310655" y="98628"/>
                    <a:pt x="310220" y="102537"/>
                    <a:pt x="310220" y="102537"/>
                  </a:cubicBezTo>
                  <a:lnTo>
                    <a:pt x="310220" y="107751"/>
                  </a:lnTo>
                  <a:cubicBezTo>
                    <a:pt x="309352" y="112965"/>
                    <a:pt x="308917" y="117744"/>
                    <a:pt x="308048" y="122958"/>
                  </a:cubicBezTo>
                  <a:cubicBezTo>
                    <a:pt x="307613" y="126869"/>
                    <a:pt x="307613" y="130345"/>
                    <a:pt x="307613" y="134255"/>
                  </a:cubicBezTo>
                  <a:lnTo>
                    <a:pt x="307613" y="135993"/>
                  </a:lnTo>
                  <a:cubicBezTo>
                    <a:pt x="307613" y="139468"/>
                    <a:pt x="308917" y="142510"/>
                    <a:pt x="311959" y="145986"/>
                  </a:cubicBezTo>
                  <a:lnTo>
                    <a:pt x="311959" y="149896"/>
                  </a:lnTo>
                  <a:lnTo>
                    <a:pt x="313697" y="152069"/>
                  </a:lnTo>
                  <a:cubicBezTo>
                    <a:pt x="315869" y="154676"/>
                    <a:pt x="318910" y="154676"/>
                    <a:pt x="320213" y="154676"/>
                  </a:cubicBezTo>
                  <a:cubicBezTo>
                    <a:pt x="332379" y="156413"/>
                    <a:pt x="342807" y="158586"/>
                    <a:pt x="352800" y="162062"/>
                  </a:cubicBezTo>
                  <a:cubicBezTo>
                    <a:pt x="375393" y="169882"/>
                    <a:pt x="395379" y="182048"/>
                    <a:pt x="412324" y="198993"/>
                  </a:cubicBezTo>
                  <a:cubicBezTo>
                    <a:pt x="413628" y="200297"/>
                    <a:pt x="416235" y="202903"/>
                    <a:pt x="420145" y="202903"/>
                  </a:cubicBezTo>
                  <a:cubicBezTo>
                    <a:pt x="422317" y="203337"/>
                    <a:pt x="424489" y="202469"/>
                    <a:pt x="426228" y="200730"/>
                  </a:cubicBezTo>
                  <a:cubicBezTo>
                    <a:pt x="432745" y="201600"/>
                    <a:pt x="437090" y="197689"/>
                    <a:pt x="438828" y="196386"/>
                  </a:cubicBezTo>
                  <a:cubicBezTo>
                    <a:pt x="444911" y="191607"/>
                    <a:pt x="450559" y="185958"/>
                    <a:pt x="455773" y="179875"/>
                  </a:cubicBezTo>
                  <a:cubicBezTo>
                    <a:pt x="458380" y="177268"/>
                    <a:pt x="460986" y="174227"/>
                    <a:pt x="464028" y="172489"/>
                  </a:cubicBezTo>
                  <a:cubicBezTo>
                    <a:pt x="466200" y="171185"/>
                    <a:pt x="468807" y="170752"/>
                    <a:pt x="470545" y="171620"/>
                  </a:cubicBezTo>
                  <a:cubicBezTo>
                    <a:pt x="471414" y="172055"/>
                    <a:pt x="473152" y="173359"/>
                    <a:pt x="473152" y="175531"/>
                  </a:cubicBezTo>
                  <a:cubicBezTo>
                    <a:pt x="473586" y="176834"/>
                    <a:pt x="473586" y="179006"/>
                    <a:pt x="470545" y="181614"/>
                  </a:cubicBezTo>
                  <a:cubicBezTo>
                    <a:pt x="468372" y="184221"/>
                    <a:pt x="465331" y="185958"/>
                    <a:pt x="461855" y="187696"/>
                  </a:cubicBezTo>
                  <a:cubicBezTo>
                    <a:pt x="453166" y="192475"/>
                    <a:pt x="446648" y="196820"/>
                    <a:pt x="441000" y="201600"/>
                  </a:cubicBezTo>
                  <a:cubicBezTo>
                    <a:pt x="437525" y="204641"/>
                    <a:pt x="435351" y="208117"/>
                    <a:pt x="434918" y="212027"/>
                  </a:cubicBezTo>
                  <a:cubicBezTo>
                    <a:pt x="433179" y="213331"/>
                    <a:pt x="431876" y="215068"/>
                    <a:pt x="431442" y="217241"/>
                  </a:cubicBezTo>
                  <a:cubicBezTo>
                    <a:pt x="430572" y="221151"/>
                    <a:pt x="432311" y="224193"/>
                    <a:pt x="433179" y="225496"/>
                  </a:cubicBezTo>
                  <a:cubicBezTo>
                    <a:pt x="447083" y="248089"/>
                    <a:pt x="455338" y="272854"/>
                    <a:pt x="456641" y="299358"/>
                  </a:cubicBezTo>
                  <a:cubicBezTo>
                    <a:pt x="457076" y="307613"/>
                    <a:pt x="456641" y="315868"/>
                    <a:pt x="455773" y="324558"/>
                  </a:cubicBezTo>
                  <a:cubicBezTo>
                    <a:pt x="455338" y="326296"/>
                    <a:pt x="454903" y="329772"/>
                    <a:pt x="457510" y="332813"/>
                  </a:cubicBezTo>
                  <a:cubicBezTo>
                    <a:pt x="458380" y="334116"/>
                    <a:pt x="460117" y="335420"/>
                    <a:pt x="462724" y="335855"/>
                  </a:cubicBezTo>
                  <a:cubicBezTo>
                    <a:pt x="467069" y="342372"/>
                    <a:pt x="474021" y="343241"/>
                    <a:pt x="480104" y="344110"/>
                  </a:cubicBezTo>
                  <a:cubicBezTo>
                    <a:pt x="484448" y="344978"/>
                    <a:pt x="489227" y="345413"/>
                    <a:pt x="494007" y="345848"/>
                  </a:cubicBezTo>
                  <a:lnTo>
                    <a:pt x="494441" y="343241"/>
                  </a:lnTo>
                  <a:cubicBezTo>
                    <a:pt x="498787" y="343675"/>
                    <a:pt x="503131" y="344110"/>
                    <a:pt x="507476" y="344545"/>
                  </a:cubicBezTo>
                  <a:cubicBezTo>
                    <a:pt x="510517" y="344978"/>
                    <a:pt x="512256" y="346282"/>
                    <a:pt x="513559" y="348889"/>
                  </a:cubicBezTo>
                  <a:cubicBezTo>
                    <a:pt x="514428" y="350627"/>
                    <a:pt x="514428" y="351931"/>
                    <a:pt x="513124" y="353668"/>
                  </a:cubicBezTo>
                  <a:cubicBezTo>
                    <a:pt x="511821" y="355406"/>
                    <a:pt x="510083" y="357145"/>
                    <a:pt x="506173" y="356275"/>
                  </a:cubicBezTo>
                  <a:cubicBezTo>
                    <a:pt x="502262" y="355841"/>
                    <a:pt x="498787" y="354538"/>
                    <a:pt x="494876" y="352799"/>
                  </a:cubicBezTo>
                  <a:cubicBezTo>
                    <a:pt x="492704" y="351931"/>
                    <a:pt x="490531" y="351061"/>
                    <a:pt x="487055" y="349759"/>
                  </a:cubicBezTo>
                  <a:cubicBezTo>
                    <a:pt x="482276" y="348020"/>
                    <a:pt x="477062" y="346717"/>
                    <a:pt x="471849" y="345413"/>
                  </a:cubicBezTo>
                  <a:cubicBezTo>
                    <a:pt x="467503" y="344545"/>
                    <a:pt x="463159" y="345413"/>
                    <a:pt x="461421" y="347585"/>
                  </a:cubicBezTo>
                  <a:cubicBezTo>
                    <a:pt x="457076" y="346282"/>
                    <a:pt x="451427" y="347585"/>
                    <a:pt x="449255" y="354538"/>
                  </a:cubicBezTo>
                  <a:cubicBezTo>
                    <a:pt x="444041" y="370614"/>
                    <a:pt x="435786" y="385386"/>
                    <a:pt x="425359" y="398855"/>
                  </a:cubicBezTo>
                  <a:cubicBezTo>
                    <a:pt x="414062" y="413193"/>
                    <a:pt x="400593" y="425358"/>
                    <a:pt x="385386" y="434483"/>
                  </a:cubicBezTo>
                  <a:cubicBezTo>
                    <a:pt x="379738" y="437959"/>
                    <a:pt x="379303" y="442738"/>
                    <a:pt x="381042" y="446648"/>
                  </a:cubicBezTo>
                  <a:cubicBezTo>
                    <a:pt x="378869" y="453166"/>
                    <a:pt x="381910" y="458379"/>
                    <a:pt x="383214" y="460986"/>
                  </a:cubicBezTo>
                  <a:cubicBezTo>
                    <a:pt x="386690" y="467503"/>
                    <a:pt x="391035" y="474021"/>
                    <a:pt x="395814" y="480972"/>
                  </a:cubicBezTo>
                  <a:cubicBezTo>
                    <a:pt x="397986" y="484014"/>
                    <a:pt x="400159" y="487055"/>
                    <a:pt x="401027" y="490531"/>
                  </a:cubicBezTo>
                  <a:cubicBezTo>
                    <a:pt x="401897" y="493138"/>
                    <a:pt x="401027" y="496180"/>
                    <a:pt x="398855" y="497483"/>
                  </a:cubicBezTo>
                  <a:cubicBezTo>
                    <a:pt x="396683" y="498786"/>
                    <a:pt x="394076" y="498352"/>
                    <a:pt x="391904" y="496180"/>
                  </a:cubicBezTo>
                  <a:cubicBezTo>
                    <a:pt x="389731" y="494007"/>
                    <a:pt x="388428" y="490966"/>
                    <a:pt x="387124" y="486620"/>
                  </a:cubicBezTo>
                  <a:cubicBezTo>
                    <a:pt x="384952" y="479234"/>
                    <a:pt x="382345" y="470110"/>
                    <a:pt x="378000" y="461421"/>
                  </a:cubicBezTo>
                  <a:cubicBezTo>
                    <a:pt x="375828" y="457076"/>
                    <a:pt x="373221" y="454469"/>
                    <a:pt x="369310" y="453166"/>
                  </a:cubicBezTo>
                  <a:cubicBezTo>
                    <a:pt x="368441" y="450993"/>
                    <a:pt x="367138" y="449690"/>
                    <a:pt x="365400" y="448820"/>
                  </a:cubicBezTo>
                  <a:cubicBezTo>
                    <a:pt x="361490" y="446648"/>
                    <a:pt x="358013" y="447952"/>
                    <a:pt x="355407" y="448820"/>
                  </a:cubicBezTo>
                  <a:cubicBezTo>
                    <a:pt x="321517" y="460117"/>
                    <a:pt x="288062" y="460117"/>
                    <a:pt x="255041" y="448387"/>
                  </a:cubicBezTo>
                  <a:cubicBezTo>
                    <a:pt x="247221" y="445780"/>
                    <a:pt x="243310" y="450124"/>
                    <a:pt x="242007" y="453166"/>
                  </a:cubicBezTo>
                  <a:cubicBezTo>
                    <a:pt x="235924" y="455338"/>
                    <a:pt x="233317" y="460552"/>
                    <a:pt x="232448" y="462724"/>
                  </a:cubicBezTo>
                  <a:cubicBezTo>
                    <a:pt x="228973" y="469676"/>
                    <a:pt x="226366" y="477497"/>
                    <a:pt x="223759" y="486186"/>
                  </a:cubicBezTo>
                  <a:cubicBezTo>
                    <a:pt x="222890" y="489662"/>
                    <a:pt x="221586" y="492703"/>
                    <a:pt x="220283" y="494876"/>
                  </a:cubicBezTo>
                  <a:cubicBezTo>
                    <a:pt x="218545" y="498352"/>
                    <a:pt x="215069" y="499655"/>
                    <a:pt x="212462" y="498352"/>
                  </a:cubicBezTo>
                  <a:cubicBezTo>
                    <a:pt x="209855" y="497048"/>
                    <a:pt x="208551" y="493573"/>
                    <a:pt x="209855" y="490097"/>
                  </a:cubicBezTo>
                  <a:cubicBezTo>
                    <a:pt x="210724" y="487490"/>
                    <a:pt x="212027" y="484883"/>
                    <a:pt x="214634" y="481407"/>
                  </a:cubicBezTo>
                  <a:cubicBezTo>
                    <a:pt x="220717" y="473151"/>
                    <a:pt x="224627" y="466200"/>
                    <a:pt x="228103" y="459249"/>
                  </a:cubicBezTo>
                  <a:cubicBezTo>
                    <a:pt x="229406" y="457510"/>
                    <a:pt x="231579" y="452731"/>
                    <a:pt x="229406" y="447083"/>
                  </a:cubicBezTo>
                  <a:cubicBezTo>
                    <a:pt x="231579" y="443173"/>
                    <a:pt x="231579" y="437959"/>
                    <a:pt x="225931" y="434483"/>
                  </a:cubicBezTo>
                  <a:cubicBezTo>
                    <a:pt x="195082" y="415365"/>
                    <a:pt x="173793" y="388427"/>
                    <a:pt x="161628" y="354103"/>
                  </a:cubicBezTo>
                  <a:cubicBezTo>
                    <a:pt x="161193" y="352799"/>
                    <a:pt x="160324" y="350192"/>
                    <a:pt x="157282" y="348455"/>
                  </a:cubicBezTo>
                  <a:lnTo>
                    <a:pt x="153372" y="347152"/>
                  </a:lnTo>
                  <a:lnTo>
                    <a:pt x="150765" y="348020"/>
                  </a:lnTo>
                  <a:cubicBezTo>
                    <a:pt x="150765" y="348020"/>
                    <a:pt x="150331" y="348020"/>
                    <a:pt x="149028" y="347152"/>
                  </a:cubicBezTo>
                  <a:cubicBezTo>
                    <a:pt x="144682" y="344545"/>
                    <a:pt x="140338" y="345848"/>
                    <a:pt x="136862" y="346717"/>
                  </a:cubicBezTo>
                  <a:cubicBezTo>
                    <a:pt x="129910" y="348455"/>
                    <a:pt x="122523" y="351061"/>
                    <a:pt x="114269" y="354538"/>
                  </a:cubicBezTo>
                  <a:cubicBezTo>
                    <a:pt x="110358" y="356275"/>
                    <a:pt x="106882" y="357579"/>
                    <a:pt x="103407" y="357579"/>
                  </a:cubicBezTo>
                  <a:cubicBezTo>
                    <a:pt x="100365" y="358448"/>
                    <a:pt x="97324" y="355841"/>
                    <a:pt x="96889" y="353234"/>
                  </a:cubicBezTo>
                  <a:cubicBezTo>
                    <a:pt x="96455" y="351061"/>
                    <a:pt x="97759" y="348020"/>
                    <a:pt x="100800" y="346717"/>
                  </a:cubicBezTo>
                  <a:cubicBezTo>
                    <a:pt x="103841" y="345848"/>
                    <a:pt x="106882" y="344978"/>
                    <a:pt x="110793" y="344978"/>
                  </a:cubicBezTo>
                  <a:cubicBezTo>
                    <a:pt x="119048" y="344545"/>
                    <a:pt x="127738" y="343675"/>
                    <a:pt x="135992" y="341937"/>
                  </a:cubicBezTo>
                  <a:cubicBezTo>
                    <a:pt x="139469" y="341069"/>
                    <a:pt x="144248" y="339765"/>
                    <a:pt x="147289" y="334986"/>
                  </a:cubicBezTo>
                  <a:cubicBezTo>
                    <a:pt x="149896" y="334551"/>
                    <a:pt x="155110" y="331944"/>
                    <a:pt x="154242" y="323689"/>
                  </a:cubicBezTo>
                  <a:cubicBezTo>
                    <a:pt x="149896" y="288930"/>
                    <a:pt x="157282" y="255910"/>
                    <a:pt x="175966" y="225496"/>
                  </a:cubicBezTo>
                  <a:cubicBezTo>
                    <a:pt x="177269" y="223758"/>
                    <a:pt x="179006" y="220282"/>
                    <a:pt x="178138" y="216371"/>
                  </a:cubicBezTo>
                  <a:cubicBezTo>
                    <a:pt x="177703" y="214634"/>
                    <a:pt x="176834" y="212896"/>
                    <a:pt x="175097" y="211592"/>
                  </a:cubicBezTo>
                  <a:cubicBezTo>
                    <a:pt x="174227" y="205510"/>
                    <a:pt x="169883" y="202034"/>
                    <a:pt x="167276" y="199862"/>
                  </a:cubicBezTo>
                  <a:cubicBezTo>
                    <a:pt x="161628" y="195082"/>
                    <a:pt x="155110" y="191172"/>
                    <a:pt x="148159" y="187261"/>
                  </a:cubicBezTo>
                  <a:cubicBezTo>
                    <a:pt x="144682" y="185524"/>
                    <a:pt x="141641" y="183786"/>
                    <a:pt x="139034" y="181179"/>
                  </a:cubicBezTo>
                  <a:cubicBezTo>
                    <a:pt x="136427" y="178572"/>
                    <a:pt x="135992" y="175096"/>
                    <a:pt x="137731" y="172924"/>
                  </a:cubicBezTo>
                  <a:cubicBezTo>
                    <a:pt x="139469" y="170752"/>
                    <a:pt x="142945" y="170317"/>
                    <a:pt x="145986" y="172055"/>
                  </a:cubicBezTo>
                  <a:cubicBezTo>
                    <a:pt x="149028" y="174227"/>
                    <a:pt x="151635" y="176834"/>
                    <a:pt x="154675" y="180310"/>
                  </a:cubicBezTo>
                  <a:cubicBezTo>
                    <a:pt x="160758" y="187261"/>
                    <a:pt x="166407" y="192475"/>
                    <a:pt x="172490" y="197255"/>
                  </a:cubicBezTo>
                  <a:cubicBezTo>
                    <a:pt x="174227" y="198123"/>
                    <a:pt x="178138" y="201165"/>
                    <a:pt x="183786" y="200730"/>
                  </a:cubicBezTo>
                  <a:cubicBezTo>
                    <a:pt x="185524" y="201600"/>
                    <a:pt x="187696" y="202469"/>
                    <a:pt x="189434" y="202469"/>
                  </a:cubicBezTo>
                  <a:cubicBezTo>
                    <a:pt x="193779" y="203337"/>
                    <a:pt x="196386" y="199862"/>
                    <a:pt x="197689" y="198558"/>
                  </a:cubicBezTo>
                  <a:cubicBezTo>
                    <a:pt x="222020" y="173792"/>
                    <a:pt x="252434" y="159455"/>
                    <a:pt x="286758" y="154676"/>
                  </a:cubicBezTo>
                  <a:lnTo>
                    <a:pt x="289800" y="154676"/>
                  </a:lnTo>
                  <a:cubicBezTo>
                    <a:pt x="292841" y="154241"/>
                    <a:pt x="295014" y="153372"/>
                    <a:pt x="296317" y="151634"/>
                  </a:cubicBezTo>
                  <a:cubicBezTo>
                    <a:pt x="297621" y="149896"/>
                    <a:pt x="298490" y="147724"/>
                    <a:pt x="298490" y="144682"/>
                  </a:cubicBezTo>
                  <a:cubicBezTo>
                    <a:pt x="302400" y="140772"/>
                    <a:pt x="302400" y="135993"/>
                    <a:pt x="302400" y="133820"/>
                  </a:cubicBezTo>
                  <a:cubicBezTo>
                    <a:pt x="302400" y="124696"/>
                    <a:pt x="301097" y="116006"/>
                    <a:pt x="299793" y="107751"/>
                  </a:cubicBezTo>
                  <a:cubicBezTo>
                    <a:pt x="299358" y="103407"/>
                    <a:pt x="299358" y="100365"/>
                    <a:pt x="299358" y="97758"/>
                  </a:cubicBezTo>
                  <a:cubicBezTo>
                    <a:pt x="299793" y="94282"/>
                    <a:pt x="302400" y="92110"/>
                    <a:pt x="305441" y="92110"/>
                  </a:cubicBezTo>
                  <a:close/>
                  <a:moveTo>
                    <a:pt x="303269" y="79945"/>
                  </a:moveTo>
                  <a:cubicBezTo>
                    <a:pt x="292841" y="79510"/>
                    <a:pt x="285020" y="86896"/>
                    <a:pt x="283717" y="97324"/>
                  </a:cubicBezTo>
                  <a:cubicBezTo>
                    <a:pt x="283283" y="101234"/>
                    <a:pt x="283283" y="105579"/>
                    <a:pt x="284152" y="110793"/>
                  </a:cubicBezTo>
                  <a:cubicBezTo>
                    <a:pt x="285455" y="118179"/>
                    <a:pt x="286759" y="126435"/>
                    <a:pt x="286759" y="134690"/>
                  </a:cubicBezTo>
                  <a:cubicBezTo>
                    <a:pt x="286759" y="135993"/>
                    <a:pt x="286759" y="135993"/>
                    <a:pt x="286759" y="135993"/>
                  </a:cubicBezTo>
                  <a:cubicBezTo>
                    <a:pt x="285020" y="137731"/>
                    <a:pt x="283283" y="140337"/>
                    <a:pt x="282848" y="142511"/>
                  </a:cubicBezTo>
                  <a:cubicBezTo>
                    <a:pt x="245917" y="146855"/>
                    <a:pt x="214200" y="162062"/>
                    <a:pt x="186828" y="188565"/>
                  </a:cubicBezTo>
                  <a:cubicBezTo>
                    <a:pt x="184655" y="187697"/>
                    <a:pt x="182483" y="186827"/>
                    <a:pt x="179876" y="187697"/>
                  </a:cubicBezTo>
                  <a:cubicBezTo>
                    <a:pt x="179442" y="188131"/>
                    <a:pt x="178138" y="186827"/>
                    <a:pt x="178138" y="186827"/>
                  </a:cubicBezTo>
                  <a:cubicBezTo>
                    <a:pt x="172924" y="182918"/>
                    <a:pt x="167710" y="178138"/>
                    <a:pt x="162062" y="171621"/>
                  </a:cubicBezTo>
                  <a:cubicBezTo>
                    <a:pt x="158587" y="167710"/>
                    <a:pt x="155110" y="163800"/>
                    <a:pt x="150331" y="161193"/>
                  </a:cubicBezTo>
                  <a:cubicBezTo>
                    <a:pt x="141641" y="155980"/>
                    <a:pt x="130779" y="157717"/>
                    <a:pt x="125131" y="165538"/>
                  </a:cubicBezTo>
                  <a:cubicBezTo>
                    <a:pt x="119048" y="172924"/>
                    <a:pt x="120352" y="183786"/>
                    <a:pt x="127303" y="190738"/>
                  </a:cubicBezTo>
                  <a:cubicBezTo>
                    <a:pt x="131214" y="194648"/>
                    <a:pt x="135558" y="197255"/>
                    <a:pt x="139469" y="199427"/>
                  </a:cubicBezTo>
                  <a:cubicBezTo>
                    <a:pt x="145986" y="202903"/>
                    <a:pt x="152069" y="206814"/>
                    <a:pt x="157283" y="210724"/>
                  </a:cubicBezTo>
                  <a:cubicBezTo>
                    <a:pt x="160324" y="212896"/>
                    <a:pt x="160324" y="213331"/>
                    <a:pt x="160324" y="214200"/>
                  </a:cubicBezTo>
                  <a:cubicBezTo>
                    <a:pt x="160324" y="216372"/>
                    <a:pt x="161193" y="218544"/>
                    <a:pt x="162496" y="220283"/>
                  </a:cubicBezTo>
                  <a:cubicBezTo>
                    <a:pt x="142944" y="252434"/>
                    <a:pt x="135124" y="287192"/>
                    <a:pt x="139035" y="324124"/>
                  </a:cubicBezTo>
                  <a:cubicBezTo>
                    <a:pt x="136428" y="325427"/>
                    <a:pt x="135124" y="327166"/>
                    <a:pt x="134255" y="328903"/>
                  </a:cubicBezTo>
                  <a:cubicBezTo>
                    <a:pt x="134255" y="329338"/>
                    <a:pt x="133821" y="329773"/>
                    <a:pt x="131214" y="330206"/>
                  </a:cubicBezTo>
                  <a:cubicBezTo>
                    <a:pt x="123828" y="331945"/>
                    <a:pt x="116007" y="333248"/>
                    <a:pt x="108187" y="333248"/>
                  </a:cubicBezTo>
                  <a:cubicBezTo>
                    <a:pt x="102538" y="333682"/>
                    <a:pt x="98193" y="334552"/>
                    <a:pt x="93848" y="336289"/>
                  </a:cubicBezTo>
                  <a:cubicBezTo>
                    <a:pt x="85593" y="339765"/>
                    <a:pt x="80379" y="348889"/>
                    <a:pt x="82117" y="357579"/>
                  </a:cubicBezTo>
                  <a:cubicBezTo>
                    <a:pt x="83856" y="366269"/>
                    <a:pt x="91676" y="372352"/>
                    <a:pt x="101234" y="372352"/>
                  </a:cubicBezTo>
                  <a:cubicBezTo>
                    <a:pt x="107317" y="372352"/>
                    <a:pt x="112531" y="370613"/>
                    <a:pt x="117310" y="368441"/>
                  </a:cubicBezTo>
                  <a:cubicBezTo>
                    <a:pt x="125131" y="364965"/>
                    <a:pt x="131649" y="362793"/>
                    <a:pt x="139035" y="361055"/>
                  </a:cubicBezTo>
                  <a:cubicBezTo>
                    <a:pt x="139904" y="360620"/>
                    <a:pt x="141207" y="360620"/>
                    <a:pt x="141207" y="360620"/>
                  </a:cubicBezTo>
                  <a:cubicBezTo>
                    <a:pt x="143379" y="361924"/>
                    <a:pt x="145986" y="363227"/>
                    <a:pt x="149027" y="363227"/>
                  </a:cubicBezTo>
                  <a:cubicBezTo>
                    <a:pt x="162062" y="397986"/>
                    <a:pt x="184221" y="425794"/>
                    <a:pt x="215503" y="446214"/>
                  </a:cubicBezTo>
                  <a:cubicBezTo>
                    <a:pt x="214635" y="448386"/>
                    <a:pt x="214635" y="450993"/>
                    <a:pt x="215938" y="453600"/>
                  </a:cubicBezTo>
                  <a:cubicBezTo>
                    <a:pt x="216372" y="454035"/>
                    <a:pt x="216372" y="454469"/>
                    <a:pt x="215503" y="456207"/>
                  </a:cubicBezTo>
                  <a:cubicBezTo>
                    <a:pt x="212462" y="462290"/>
                    <a:pt x="208552" y="468807"/>
                    <a:pt x="203338" y="476194"/>
                  </a:cubicBezTo>
                  <a:cubicBezTo>
                    <a:pt x="201166" y="479235"/>
                    <a:pt x="198559" y="483145"/>
                    <a:pt x="196820" y="487924"/>
                  </a:cubicBezTo>
                  <a:cubicBezTo>
                    <a:pt x="193345" y="497483"/>
                    <a:pt x="197255" y="507911"/>
                    <a:pt x="205945" y="512255"/>
                  </a:cubicBezTo>
                  <a:cubicBezTo>
                    <a:pt x="208552" y="513559"/>
                    <a:pt x="211159" y="513994"/>
                    <a:pt x="213766" y="513994"/>
                  </a:cubicBezTo>
                  <a:cubicBezTo>
                    <a:pt x="220283" y="513994"/>
                    <a:pt x="226800" y="510518"/>
                    <a:pt x="230711" y="504000"/>
                  </a:cubicBezTo>
                  <a:cubicBezTo>
                    <a:pt x="232448" y="500525"/>
                    <a:pt x="234186" y="496614"/>
                    <a:pt x="235490" y="492269"/>
                  </a:cubicBezTo>
                  <a:cubicBezTo>
                    <a:pt x="237662" y="484449"/>
                    <a:pt x="240269" y="477062"/>
                    <a:pt x="243310" y="470545"/>
                  </a:cubicBezTo>
                  <a:cubicBezTo>
                    <a:pt x="244613" y="467504"/>
                    <a:pt x="245048" y="467504"/>
                    <a:pt x="245483" y="467504"/>
                  </a:cubicBezTo>
                  <a:cubicBezTo>
                    <a:pt x="246787" y="467069"/>
                    <a:pt x="249393" y="466200"/>
                    <a:pt x="251131" y="463593"/>
                  </a:cubicBezTo>
                  <a:cubicBezTo>
                    <a:pt x="286324" y="475324"/>
                    <a:pt x="321951" y="475324"/>
                    <a:pt x="357579" y="463593"/>
                  </a:cubicBezTo>
                  <a:cubicBezTo>
                    <a:pt x="358449" y="464897"/>
                    <a:pt x="360186" y="466200"/>
                    <a:pt x="363228" y="467069"/>
                  </a:cubicBezTo>
                  <a:cubicBezTo>
                    <a:pt x="363662" y="467069"/>
                    <a:pt x="364097" y="467069"/>
                    <a:pt x="364965" y="468807"/>
                  </a:cubicBezTo>
                  <a:cubicBezTo>
                    <a:pt x="368876" y="476628"/>
                    <a:pt x="371483" y="485317"/>
                    <a:pt x="373655" y="492269"/>
                  </a:cubicBezTo>
                  <a:cubicBezTo>
                    <a:pt x="375393" y="497483"/>
                    <a:pt x="377131" y="502697"/>
                    <a:pt x="381476" y="507476"/>
                  </a:cubicBezTo>
                  <a:cubicBezTo>
                    <a:pt x="387993" y="513994"/>
                    <a:pt x="397117" y="515731"/>
                    <a:pt x="404504" y="511387"/>
                  </a:cubicBezTo>
                  <a:cubicBezTo>
                    <a:pt x="411890" y="507041"/>
                    <a:pt x="415366" y="498352"/>
                    <a:pt x="413193" y="489663"/>
                  </a:cubicBezTo>
                  <a:cubicBezTo>
                    <a:pt x="411890" y="484014"/>
                    <a:pt x="408849" y="479669"/>
                    <a:pt x="406242" y="475759"/>
                  </a:cubicBezTo>
                  <a:cubicBezTo>
                    <a:pt x="401897" y="469241"/>
                    <a:pt x="397986" y="463159"/>
                    <a:pt x="394945" y="457076"/>
                  </a:cubicBezTo>
                  <a:cubicBezTo>
                    <a:pt x="393207" y="454035"/>
                    <a:pt x="393642" y="453165"/>
                    <a:pt x="393642" y="452297"/>
                  </a:cubicBezTo>
                  <a:cubicBezTo>
                    <a:pt x="394076" y="450993"/>
                    <a:pt x="394510" y="448821"/>
                    <a:pt x="394076" y="446214"/>
                  </a:cubicBezTo>
                  <a:cubicBezTo>
                    <a:pt x="409718" y="436656"/>
                    <a:pt x="423620" y="424055"/>
                    <a:pt x="435352" y="408848"/>
                  </a:cubicBezTo>
                  <a:cubicBezTo>
                    <a:pt x="446214" y="394944"/>
                    <a:pt x="454469" y="379303"/>
                    <a:pt x="460552" y="362793"/>
                  </a:cubicBezTo>
                  <a:cubicBezTo>
                    <a:pt x="462290" y="362793"/>
                    <a:pt x="464897" y="362358"/>
                    <a:pt x="468373" y="360620"/>
                  </a:cubicBezTo>
                  <a:cubicBezTo>
                    <a:pt x="473152" y="361490"/>
                    <a:pt x="477497" y="363227"/>
                    <a:pt x="483145" y="364965"/>
                  </a:cubicBezTo>
                  <a:cubicBezTo>
                    <a:pt x="485317" y="365834"/>
                    <a:pt x="487056" y="366703"/>
                    <a:pt x="489228" y="367572"/>
                  </a:cubicBezTo>
                  <a:cubicBezTo>
                    <a:pt x="493572" y="369310"/>
                    <a:pt x="498352" y="371048"/>
                    <a:pt x="503565" y="371917"/>
                  </a:cubicBezTo>
                  <a:cubicBezTo>
                    <a:pt x="511387" y="372786"/>
                    <a:pt x="517904" y="370179"/>
                    <a:pt x="522683" y="364531"/>
                  </a:cubicBezTo>
                  <a:lnTo>
                    <a:pt x="520945" y="364097"/>
                  </a:lnTo>
                  <a:cubicBezTo>
                    <a:pt x="525290" y="358448"/>
                    <a:pt x="526159" y="351931"/>
                    <a:pt x="523117" y="345414"/>
                  </a:cubicBezTo>
                  <a:cubicBezTo>
                    <a:pt x="520076" y="338896"/>
                    <a:pt x="514427" y="334552"/>
                    <a:pt x="507041" y="333682"/>
                  </a:cubicBezTo>
                  <a:cubicBezTo>
                    <a:pt x="502262" y="332813"/>
                    <a:pt x="497918" y="332379"/>
                    <a:pt x="493572" y="331945"/>
                  </a:cubicBezTo>
                  <a:cubicBezTo>
                    <a:pt x="488793" y="331510"/>
                    <a:pt x="484449" y="331076"/>
                    <a:pt x="478366" y="330206"/>
                  </a:cubicBezTo>
                  <a:cubicBezTo>
                    <a:pt x="473587" y="329773"/>
                    <a:pt x="472283" y="329338"/>
                    <a:pt x="471414" y="327599"/>
                  </a:cubicBezTo>
                  <a:cubicBezTo>
                    <a:pt x="470545" y="326731"/>
                    <a:pt x="469676" y="324559"/>
                    <a:pt x="467069" y="323690"/>
                  </a:cubicBezTo>
                  <a:cubicBezTo>
                    <a:pt x="467938" y="315000"/>
                    <a:pt x="468373" y="306744"/>
                    <a:pt x="467938" y="298489"/>
                  </a:cubicBezTo>
                  <a:cubicBezTo>
                    <a:pt x="466200" y="270683"/>
                    <a:pt x="457945" y="244613"/>
                    <a:pt x="443173" y="220283"/>
                  </a:cubicBezTo>
                  <a:cubicBezTo>
                    <a:pt x="444910" y="218544"/>
                    <a:pt x="445779" y="216372"/>
                    <a:pt x="445779" y="213765"/>
                  </a:cubicBezTo>
                  <a:cubicBezTo>
                    <a:pt x="445779" y="213331"/>
                    <a:pt x="445779" y="212896"/>
                    <a:pt x="447083" y="211593"/>
                  </a:cubicBezTo>
                  <a:cubicBezTo>
                    <a:pt x="451862" y="207248"/>
                    <a:pt x="457945" y="203338"/>
                    <a:pt x="465766" y="198993"/>
                  </a:cubicBezTo>
                  <a:cubicBezTo>
                    <a:pt x="469676" y="197255"/>
                    <a:pt x="474021" y="194648"/>
                    <a:pt x="477497" y="191172"/>
                  </a:cubicBezTo>
                  <a:cubicBezTo>
                    <a:pt x="484014" y="184221"/>
                    <a:pt x="484883" y="177703"/>
                    <a:pt x="484014" y="172924"/>
                  </a:cubicBezTo>
                  <a:cubicBezTo>
                    <a:pt x="482710" y="166842"/>
                    <a:pt x="478800" y="162062"/>
                    <a:pt x="473587" y="159455"/>
                  </a:cubicBezTo>
                  <a:cubicBezTo>
                    <a:pt x="467504" y="156848"/>
                    <a:pt x="460552" y="157283"/>
                    <a:pt x="454904" y="160759"/>
                  </a:cubicBezTo>
                  <a:cubicBezTo>
                    <a:pt x="450125" y="163366"/>
                    <a:pt x="446649" y="167275"/>
                    <a:pt x="443607" y="170752"/>
                  </a:cubicBezTo>
                  <a:cubicBezTo>
                    <a:pt x="438393" y="176400"/>
                    <a:pt x="433180" y="181614"/>
                    <a:pt x="427966" y="185958"/>
                  </a:cubicBezTo>
                  <a:cubicBezTo>
                    <a:pt x="425794" y="187697"/>
                    <a:pt x="424924" y="187697"/>
                    <a:pt x="424924" y="187697"/>
                  </a:cubicBezTo>
                  <a:cubicBezTo>
                    <a:pt x="422318" y="187262"/>
                    <a:pt x="420145" y="187697"/>
                    <a:pt x="417973" y="189000"/>
                  </a:cubicBezTo>
                  <a:cubicBezTo>
                    <a:pt x="399724" y="171621"/>
                    <a:pt x="378434" y="158586"/>
                    <a:pt x="354538" y="150331"/>
                  </a:cubicBezTo>
                  <a:cubicBezTo>
                    <a:pt x="344980" y="146855"/>
                    <a:pt x="334552" y="144683"/>
                    <a:pt x="321951" y="142944"/>
                  </a:cubicBezTo>
                  <a:cubicBezTo>
                    <a:pt x="321083" y="139469"/>
                    <a:pt x="318041" y="136428"/>
                    <a:pt x="318041" y="136428"/>
                  </a:cubicBezTo>
                  <a:lnTo>
                    <a:pt x="318041" y="134255"/>
                  </a:lnTo>
                  <a:cubicBezTo>
                    <a:pt x="318041" y="131214"/>
                    <a:pt x="318041" y="128172"/>
                    <a:pt x="318041" y="125131"/>
                  </a:cubicBezTo>
                  <a:cubicBezTo>
                    <a:pt x="318911" y="119917"/>
                    <a:pt x="319779" y="114703"/>
                    <a:pt x="320214" y="109490"/>
                  </a:cubicBezTo>
                  <a:lnTo>
                    <a:pt x="322821" y="96021"/>
                  </a:lnTo>
                  <a:lnTo>
                    <a:pt x="320648" y="96021"/>
                  </a:lnTo>
                  <a:cubicBezTo>
                    <a:pt x="319344" y="87331"/>
                    <a:pt x="311958" y="79945"/>
                    <a:pt x="303269" y="79945"/>
                  </a:cubicBezTo>
                  <a:close/>
                  <a:moveTo>
                    <a:pt x="305007" y="0"/>
                  </a:moveTo>
                  <a:lnTo>
                    <a:pt x="549621" y="117745"/>
                  </a:lnTo>
                  <a:lnTo>
                    <a:pt x="550055" y="117745"/>
                  </a:lnTo>
                  <a:lnTo>
                    <a:pt x="610448" y="382345"/>
                  </a:lnTo>
                  <a:lnTo>
                    <a:pt x="441000" y="594373"/>
                  </a:lnTo>
                  <a:lnTo>
                    <a:pt x="169449" y="594373"/>
                  </a:lnTo>
                  <a:lnTo>
                    <a:pt x="0" y="382345"/>
                  </a:lnTo>
                  <a:lnTo>
                    <a:pt x="60393" y="1177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92" name="Google Shape;1692;p3"/>
          <p:cNvGrpSpPr/>
          <p:nvPr/>
        </p:nvGrpSpPr>
        <p:grpSpPr>
          <a:xfrm>
            <a:off x="4689471" y="1825715"/>
            <a:ext cx="451291" cy="451157"/>
            <a:chOff x="506872" y="3857189"/>
            <a:chExt cx="902850" cy="902850"/>
          </a:xfrm>
        </p:grpSpPr>
        <p:sp>
          <p:nvSpPr>
            <p:cNvPr id="1693" name="Google Shape;1693;p3"/>
            <p:cNvSpPr/>
            <p:nvPr/>
          </p:nvSpPr>
          <p:spPr>
            <a:xfrm>
              <a:off x="506872" y="3857189"/>
              <a:ext cx="902850" cy="902850"/>
            </a:xfrm>
            <a:prstGeom prst="ellipse">
              <a:avLst/>
            </a:prstGeom>
            <a:gradFill>
              <a:gsLst>
                <a:gs pos="0">
                  <a:srgbClr val="31914C"/>
                </a:gs>
                <a:gs pos="100000">
                  <a:srgbClr val="61A60E"/>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1694" name="Google Shape;1694;p3"/>
            <p:cNvSpPr/>
            <p:nvPr/>
          </p:nvSpPr>
          <p:spPr>
            <a:xfrm>
              <a:off x="653073" y="3991127"/>
              <a:ext cx="610448" cy="594373"/>
            </a:xfrm>
            <a:custGeom>
              <a:avLst/>
              <a:gdLst/>
              <a:ahLst/>
              <a:cxnLst/>
              <a:rect l="l" t="t" r="r" b="b"/>
              <a:pathLst>
                <a:path w="610448" h="594373" extrusionOk="0">
                  <a:moveTo>
                    <a:pt x="340200" y="421883"/>
                  </a:moveTo>
                  <a:cubicBezTo>
                    <a:pt x="340635" y="421883"/>
                    <a:pt x="340635" y="421883"/>
                    <a:pt x="340635" y="421883"/>
                  </a:cubicBezTo>
                  <a:lnTo>
                    <a:pt x="341938" y="428401"/>
                  </a:lnTo>
                  <a:lnTo>
                    <a:pt x="340200" y="422318"/>
                  </a:lnTo>
                  <a:close/>
                  <a:moveTo>
                    <a:pt x="305006" y="371917"/>
                  </a:moveTo>
                  <a:cubicBezTo>
                    <a:pt x="306310" y="372351"/>
                    <a:pt x="308047" y="372786"/>
                    <a:pt x="308917" y="374524"/>
                  </a:cubicBezTo>
                  <a:cubicBezTo>
                    <a:pt x="314130" y="383214"/>
                    <a:pt x="318909" y="392337"/>
                    <a:pt x="323689" y="401027"/>
                  </a:cubicBezTo>
                  <a:lnTo>
                    <a:pt x="323255" y="401462"/>
                  </a:lnTo>
                  <a:lnTo>
                    <a:pt x="331510" y="416669"/>
                  </a:lnTo>
                  <a:cubicBezTo>
                    <a:pt x="332813" y="418841"/>
                    <a:pt x="334117" y="421014"/>
                    <a:pt x="335420" y="423621"/>
                  </a:cubicBezTo>
                  <a:cubicBezTo>
                    <a:pt x="325427" y="426228"/>
                    <a:pt x="315000" y="427531"/>
                    <a:pt x="305006" y="427531"/>
                  </a:cubicBezTo>
                  <a:cubicBezTo>
                    <a:pt x="294578" y="427097"/>
                    <a:pt x="284585" y="425794"/>
                    <a:pt x="274158" y="423187"/>
                  </a:cubicBezTo>
                  <a:cubicBezTo>
                    <a:pt x="279372" y="413627"/>
                    <a:pt x="284585" y="404503"/>
                    <a:pt x="289799" y="394944"/>
                  </a:cubicBezTo>
                  <a:lnTo>
                    <a:pt x="301096" y="374524"/>
                  </a:lnTo>
                  <a:cubicBezTo>
                    <a:pt x="301965" y="372786"/>
                    <a:pt x="303703" y="371917"/>
                    <a:pt x="305006" y="371917"/>
                  </a:cubicBezTo>
                  <a:close/>
                  <a:moveTo>
                    <a:pt x="304138" y="358882"/>
                  </a:moveTo>
                  <a:cubicBezTo>
                    <a:pt x="298055" y="358882"/>
                    <a:pt x="292407" y="362358"/>
                    <a:pt x="288931" y="368441"/>
                  </a:cubicBezTo>
                  <a:lnTo>
                    <a:pt x="277634" y="388862"/>
                  </a:lnTo>
                  <a:cubicBezTo>
                    <a:pt x="271552" y="399724"/>
                    <a:pt x="265903" y="410151"/>
                    <a:pt x="259820" y="421013"/>
                  </a:cubicBezTo>
                  <a:cubicBezTo>
                    <a:pt x="258951" y="422317"/>
                    <a:pt x="257648" y="425793"/>
                    <a:pt x="258951" y="429269"/>
                  </a:cubicBezTo>
                  <a:cubicBezTo>
                    <a:pt x="260690" y="433179"/>
                    <a:pt x="264165" y="434483"/>
                    <a:pt x="265469" y="434483"/>
                  </a:cubicBezTo>
                  <a:cubicBezTo>
                    <a:pt x="278503" y="438393"/>
                    <a:pt x="291538" y="440566"/>
                    <a:pt x="305007" y="440566"/>
                  </a:cubicBezTo>
                  <a:cubicBezTo>
                    <a:pt x="318041" y="440566"/>
                    <a:pt x="330642" y="438393"/>
                    <a:pt x="343676" y="434918"/>
                  </a:cubicBezTo>
                  <a:cubicBezTo>
                    <a:pt x="344979" y="434483"/>
                    <a:pt x="348890" y="433179"/>
                    <a:pt x="350627" y="429269"/>
                  </a:cubicBezTo>
                  <a:lnTo>
                    <a:pt x="349324" y="429269"/>
                  </a:lnTo>
                  <a:cubicBezTo>
                    <a:pt x="351062" y="425358"/>
                    <a:pt x="348890" y="421883"/>
                    <a:pt x="348021" y="420579"/>
                  </a:cubicBezTo>
                  <a:cubicBezTo>
                    <a:pt x="346283" y="417103"/>
                    <a:pt x="344111" y="413627"/>
                    <a:pt x="342372" y="410151"/>
                  </a:cubicBezTo>
                  <a:lnTo>
                    <a:pt x="334117" y="394945"/>
                  </a:lnTo>
                  <a:cubicBezTo>
                    <a:pt x="329338" y="386255"/>
                    <a:pt x="324559" y="377130"/>
                    <a:pt x="319345" y="368441"/>
                  </a:cubicBezTo>
                  <a:cubicBezTo>
                    <a:pt x="315869" y="362358"/>
                    <a:pt x="310220" y="358882"/>
                    <a:pt x="304138" y="358882"/>
                  </a:cubicBezTo>
                  <a:close/>
                  <a:moveTo>
                    <a:pt x="359317" y="345848"/>
                  </a:moveTo>
                  <a:lnTo>
                    <a:pt x="414931" y="355406"/>
                  </a:lnTo>
                  <a:cubicBezTo>
                    <a:pt x="406241" y="374958"/>
                    <a:pt x="393641" y="391034"/>
                    <a:pt x="376262" y="404069"/>
                  </a:cubicBezTo>
                  <a:cubicBezTo>
                    <a:pt x="370614" y="391034"/>
                    <a:pt x="365400" y="377565"/>
                    <a:pt x="359752" y="364531"/>
                  </a:cubicBezTo>
                  <a:lnTo>
                    <a:pt x="354538" y="351931"/>
                  </a:lnTo>
                  <a:lnTo>
                    <a:pt x="348455" y="354538"/>
                  </a:lnTo>
                  <a:lnTo>
                    <a:pt x="354103" y="350192"/>
                  </a:lnTo>
                  <a:cubicBezTo>
                    <a:pt x="354103" y="348455"/>
                    <a:pt x="355841" y="346717"/>
                    <a:pt x="355841" y="346717"/>
                  </a:cubicBezTo>
                  <a:cubicBezTo>
                    <a:pt x="356710" y="346282"/>
                    <a:pt x="359317" y="345848"/>
                    <a:pt x="359317" y="345848"/>
                  </a:cubicBezTo>
                  <a:close/>
                  <a:moveTo>
                    <a:pt x="251131" y="345848"/>
                  </a:moveTo>
                  <a:lnTo>
                    <a:pt x="251131" y="346282"/>
                  </a:lnTo>
                  <a:cubicBezTo>
                    <a:pt x="252435" y="346717"/>
                    <a:pt x="253303" y="347151"/>
                    <a:pt x="254173" y="348020"/>
                  </a:cubicBezTo>
                  <a:cubicBezTo>
                    <a:pt x="255042" y="348889"/>
                    <a:pt x="255042" y="350192"/>
                    <a:pt x="255042" y="351062"/>
                  </a:cubicBezTo>
                  <a:cubicBezTo>
                    <a:pt x="254607" y="351931"/>
                    <a:pt x="253738" y="354538"/>
                    <a:pt x="253738" y="354538"/>
                  </a:cubicBezTo>
                  <a:lnTo>
                    <a:pt x="247220" y="370614"/>
                  </a:lnTo>
                  <a:cubicBezTo>
                    <a:pt x="242876" y="381476"/>
                    <a:pt x="238531" y="392338"/>
                    <a:pt x="233752" y="403634"/>
                  </a:cubicBezTo>
                  <a:cubicBezTo>
                    <a:pt x="216807" y="391034"/>
                    <a:pt x="203773" y="374958"/>
                    <a:pt x="195083" y="355406"/>
                  </a:cubicBezTo>
                  <a:cubicBezTo>
                    <a:pt x="208987" y="353234"/>
                    <a:pt x="222456" y="350627"/>
                    <a:pt x="236359" y="348455"/>
                  </a:cubicBezTo>
                  <a:close/>
                  <a:moveTo>
                    <a:pt x="361924" y="333248"/>
                  </a:moveTo>
                  <a:cubicBezTo>
                    <a:pt x="356710" y="332379"/>
                    <a:pt x="351931" y="333683"/>
                    <a:pt x="348021" y="336723"/>
                  </a:cubicBezTo>
                  <a:cubicBezTo>
                    <a:pt x="344111" y="340199"/>
                    <a:pt x="341938" y="344978"/>
                    <a:pt x="341938" y="349324"/>
                  </a:cubicBezTo>
                  <a:cubicBezTo>
                    <a:pt x="341504" y="352365"/>
                    <a:pt x="343241" y="357145"/>
                    <a:pt x="343241" y="357145"/>
                  </a:cubicBezTo>
                  <a:lnTo>
                    <a:pt x="348455" y="369744"/>
                  </a:lnTo>
                  <a:cubicBezTo>
                    <a:pt x="354538" y="384517"/>
                    <a:pt x="360620" y="399289"/>
                    <a:pt x="366703" y="414061"/>
                  </a:cubicBezTo>
                  <a:cubicBezTo>
                    <a:pt x="367138" y="414930"/>
                    <a:pt x="368441" y="418407"/>
                    <a:pt x="372352" y="419710"/>
                  </a:cubicBezTo>
                  <a:cubicBezTo>
                    <a:pt x="373221" y="419710"/>
                    <a:pt x="373655" y="419710"/>
                    <a:pt x="374524" y="419710"/>
                  </a:cubicBezTo>
                  <a:cubicBezTo>
                    <a:pt x="377131" y="419710"/>
                    <a:pt x="379303" y="417972"/>
                    <a:pt x="380172" y="417537"/>
                  </a:cubicBezTo>
                  <a:cubicBezTo>
                    <a:pt x="402331" y="401896"/>
                    <a:pt x="419276" y="381041"/>
                    <a:pt x="429269" y="355406"/>
                  </a:cubicBezTo>
                  <a:lnTo>
                    <a:pt x="429269" y="348020"/>
                  </a:lnTo>
                  <a:cubicBezTo>
                    <a:pt x="427097" y="344545"/>
                    <a:pt x="422317" y="343675"/>
                    <a:pt x="422317" y="343675"/>
                  </a:cubicBezTo>
                  <a:close/>
                  <a:moveTo>
                    <a:pt x="251131" y="332813"/>
                  </a:moveTo>
                  <a:lnTo>
                    <a:pt x="234186" y="335420"/>
                  </a:lnTo>
                  <a:cubicBezTo>
                    <a:pt x="218979" y="338027"/>
                    <a:pt x="203338" y="340634"/>
                    <a:pt x="188131" y="343241"/>
                  </a:cubicBezTo>
                  <a:cubicBezTo>
                    <a:pt x="184655" y="343675"/>
                    <a:pt x="182483" y="345413"/>
                    <a:pt x="181180" y="347585"/>
                  </a:cubicBezTo>
                  <a:cubicBezTo>
                    <a:pt x="179006" y="350627"/>
                    <a:pt x="180310" y="354103"/>
                    <a:pt x="181180" y="355841"/>
                  </a:cubicBezTo>
                  <a:cubicBezTo>
                    <a:pt x="191172" y="380606"/>
                    <a:pt x="207683" y="401027"/>
                    <a:pt x="229406" y="416234"/>
                  </a:cubicBezTo>
                  <a:cubicBezTo>
                    <a:pt x="230710" y="417103"/>
                    <a:pt x="232882" y="418841"/>
                    <a:pt x="235924" y="418841"/>
                  </a:cubicBezTo>
                  <a:cubicBezTo>
                    <a:pt x="236359" y="418841"/>
                    <a:pt x="237228" y="418841"/>
                    <a:pt x="238096" y="418841"/>
                  </a:cubicBezTo>
                  <a:cubicBezTo>
                    <a:pt x="242007" y="417537"/>
                    <a:pt x="244179" y="412324"/>
                    <a:pt x="244179" y="412324"/>
                  </a:cubicBezTo>
                  <a:lnTo>
                    <a:pt x="245048" y="412324"/>
                  </a:lnTo>
                  <a:cubicBezTo>
                    <a:pt x="250262" y="399724"/>
                    <a:pt x="255041" y="387558"/>
                    <a:pt x="260255" y="375393"/>
                  </a:cubicBezTo>
                  <a:lnTo>
                    <a:pt x="266772" y="359317"/>
                  </a:lnTo>
                  <a:cubicBezTo>
                    <a:pt x="267206" y="357145"/>
                    <a:pt x="268510" y="353234"/>
                    <a:pt x="268510" y="353234"/>
                  </a:cubicBezTo>
                  <a:cubicBezTo>
                    <a:pt x="269380" y="348020"/>
                    <a:pt x="268076" y="342806"/>
                    <a:pt x="264600" y="338896"/>
                  </a:cubicBezTo>
                  <a:cubicBezTo>
                    <a:pt x="261124" y="334986"/>
                    <a:pt x="256344" y="332379"/>
                    <a:pt x="251131" y="332813"/>
                  </a:cubicBezTo>
                  <a:close/>
                  <a:moveTo>
                    <a:pt x="299794" y="297186"/>
                  </a:moveTo>
                  <a:lnTo>
                    <a:pt x="310221" y="297186"/>
                  </a:lnTo>
                  <a:lnTo>
                    <a:pt x="316738" y="305441"/>
                  </a:lnTo>
                  <a:lnTo>
                    <a:pt x="314566" y="315434"/>
                  </a:lnTo>
                  <a:lnTo>
                    <a:pt x="305007" y="320213"/>
                  </a:lnTo>
                  <a:lnTo>
                    <a:pt x="295448" y="315434"/>
                  </a:lnTo>
                  <a:lnTo>
                    <a:pt x="293276" y="305441"/>
                  </a:lnTo>
                  <a:close/>
                  <a:moveTo>
                    <a:pt x="290669" y="278068"/>
                  </a:moveTo>
                  <a:lnTo>
                    <a:pt x="272855" y="300662"/>
                  </a:lnTo>
                  <a:lnTo>
                    <a:pt x="279372" y="328903"/>
                  </a:lnTo>
                  <a:lnTo>
                    <a:pt x="305441" y="341503"/>
                  </a:lnTo>
                  <a:lnTo>
                    <a:pt x="331510" y="328903"/>
                  </a:lnTo>
                  <a:lnTo>
                    <a:pt x="337593" y="300662"/>
                  </a:lnTo>
                  <a:lnTo>
                    <a:pt x="319780" y="278068"/>
                  </a:lnTo>
                  <a:close/>
                  <a:moveTo>
                    <a:pt x="411021" y="251131"/>
                  </a:moveTo>
                  <a:cubicBezTo>
                    <a:pt x="418407" y="265903"/>
                    <a:pt x="423187" y="281545"/>
                    <a:pt x="424490" y="298489"/>
                  </a:cubicBezTo>
                  <a:cubicBezTo>
                    <a:pt x="424925" y="301531"/>
                    <a:pt x="424925" y="304572"/>
                    <a:pt x="424925" y="308048"/>
                  </a:cubicBezTo>
                  <a:lnTo>
                    <a:pt x="424925" y="311090"/>
                  </a:lnTo>
                  <a:lnTo>
                    <a:pt x="411021" y="307179"/>
                  </a:lnTo>
                  <a:cubicBezTo>
                    <a:pt x="397987" y="303268"/>
                    <a:pt x="384518" y="299358"/>
                    <a:pt x="371483" y="295448"/>
                  </a:cubicBezTo>
                  <a:cubicBezTo>
                    <a:pt x="369746" y="295014"/>
                    <a:pt x="368007" y="293710"/>
                    <a:pt x="368007" y="292407"/>
                  </a:cubicBezTo>
                  <a:cubicBezTo>
                    <a:pt x="367573" y="291103"/>
                    <a:pt x="369746" y="288062"/>
                    <a:pt x="369746" y="288062"/>
                  </a:cubicBezTo>
                  <a:close/>
                  <a:moveTo>
                    <a:pt x="198993" y="251131"/>
                  </a:moveTo>
                  <a:cubicBezTo>
                    <a:pt x="212462" y="263296"/>
                    <a:pt x="225931" y="275462"/>
                    <a:pt x="239400" y="287627"/>
                  </a:cubicBezTo>
                  <a:cubicBezTo>
                    <a:pt x="242007" y="290234"/>
                    <a:pt x="242007" y="293276"/>
                    <a:pt x="242007" y="293276"/>
                  </a:cubicBezTo>
                  <a:lnTo>
                    <a:pt x="242875" y="292841"/>
                  </a:lnTo>
                  <a:cubicBezTo>
                    <a:pt x="242441" y="293710"/>
                    <a:pt x="242007" y="295014"/>
                    <a:pt x="238096" y="296317"/>
                  </a:cubicBezTo>
                  <a:cubicBezTo>
                    <a:pt x="223759" y="300662"/>
                    <a:pt x="208986" y="304572"/>
                    <a:pt x="194649" y="308917"/>
                  </a:cubicBezTo>
                  <a:lnTo>
                    <a:pt x="185524" y="311524"/>
                  </a:lnTo>
                  <a:cubicBezTo>
                    <a:pt x="185090" y="307179"/>
                    <a:pt x="185524" y="302400"/>
                    <a:pt x="185524" y="298489"/>
                  </a:cubicBezTo>
                  <a:cubicBezTo>
                    <a:pt x="186827" y="281979"/>
                    <a:pt x="191172" y="266337"/>
                    <a:pt x="198993" y="251131"/>
                  </a:cubicBezTo>
                  <a:close/>
                  <a:moveTo>
                    <a:pt x="414062" y="235923"/>
                  </a:moveTo>
                  <a:cubicBezTo>
                    <a:pt x="410152" y="235055"/>
                    <a:pt x="406241" y="238530"/>
                    <a:pt x="406241" y="238530"/>
                  </a:cubicBezTo>
                  <a:lnTo>
                    <a:pt x="361055" y="278937"/>
                  </a:lnTo>
                  <a:cubicBezTo>
                    <a:pt x="355841" y="283282"/>
                    <a:pt x="353669" y="289799"/>
                    <a:pt x="354972" y="295882"/>
                  </a:cubicBezTo>
                  <a:cubicBezTo>
                    <a:pt x="356276" y="301965"/>
                    <a:pt x="361055" y="306745"/>
                    <a:pt x="367573" y="308482"/>
                  </a:cubicBezTo>
                  <a:cubicBezTo>
                    <a:pt x="381042" y="312393"/>
                    <a:pt x="394076" y="316303"/>
                    <a:pt x="407545" y="320214"/>
                  </a:cubicBezTo>
                  <a:lnTo>
                    <a:pt x="426662" y="325861"/>
                  </a:lnTo>
                  <a:cubicBezTo>
                    <a:pt x="427097" y="326296"/>
                    <a:pt x="428400" y="326296"/>
                    <a:pt x="429703" y="326296"/>
                  </a:cubicBezTo>
                  <a:cubicBezTo>
                    <a:pt x="431007" y="326296"/>
                    <a:pt x="432745" y="325861"/>
                    <a:pt x="434048" y="324993"/>
                  </a:cubicBezTo>
                  <a:cubicBezTo>
                    <a:pt x="436221" y="323689"/>
                    <a:pt x="437525" y="321517"/>
                    <a:pt x="437525" y="318475"/>
                  </a:cubicBezTo>
                  <a:lnTo>
                    <a:pt x="437958" y="318910"/>
                  </a:lnTo>
                  <a:cubicBezTo>
                    <a:pt x="438393" y="315434"/>
                    <a:pt x="438393" y="312393"/>
                    <a:pt x="438393" y="308482"/>
                  </a:cubicBezTo>
                  <a:cubicBezTo>
                    <a:pt x="438828" y="305006"/>
                    <a:pt x="437958" y="301531"/>
                    <a:pt x="437958" y="296751"/>
                  </a:cubicBezTo>
                  <a:cubicBezTo>
                    <a:pt x="436655" y="277200"/>
                    <a:pt x="430572" y="258517"/>
                    <a:pt x="420579" y="241137"/>
                  </a:cubicBezTo>
                  <a:cubicBezTo>
                    <a:pt x="419710" y="239834"/>
                    <a:pt x="417973" y="236358"/>
                    <a:pt x="414062" y="235923"/>
                  </a:cubicBezTo>
                  <a:close/>
                  <a:moveTo>
                    <a:pt x="195952" y="235489"/>
                  </a:moveTo>
                  <a:cubicBezTo>
                    <a:pt x="192041" y="235923"/>
                    <a:pt x="190303" y="239400"/>
                    <a:pt x="189434" y="240703"/>
                  </a:cubicBezTo>
                  <a:cubicBezTo>
                    <a:pt x="179441" y="258082"/>
                    <a:pt x="173358" y="277200"/>
                    <a:pt x="172055" y="297620"/>
                  </a:cubicBezTo>
                  <a:cubicBezTo>
                    <a:pt x="171620" y="304571"/>
                    <a:pt x="171186" y="312827"/>
                    <a:pt x="172924" y="321517"/>
                  </a:cubicBezTo>
                  <a:lnTo>
                    <a:pt x="172924" y="321082"/>
                  </a:lnTo>
                  <a:lnTo>
                    <a:pt x="174227" y="328034"/>
                  </a:lnTo>
                  <a:lnTo>
                    <a:pt x="197255" y="321517"/>
                  </a:lnTo>
                  <a:cubicBezTo>
                    <a:pt x="212027" y="317172"/>
                    <a:pt x="226366" y="312827"/>
                    <a:pt x="240703" y="308917"/>
                  </a:cubicBezTo>
                  <a:cubicBezTo>
                    <a:pt x="243745" y="308048"/>
                    <a:pt x="252434" y="305875"/>
                    <a:pt x="254607" y="295882"/>
                  </a:cubicBezTo>
                  <a:cubicBezTo>
                    <a:pt x="256344" y="288930"/>
                    <a:pt x="254172" y="282848"/>
                    <a:pt x="248089" y="277634"/>
                  </a:cubicBezTo>
                  <a:cubicBezTo>
                    <a:pt x="233317" y="264599"/>
                    <a:pt x="218545" y="251565"/>
                    <a:pt x="203772" y="238096"/>
                  </a:cubicBezTo>
                  <a:cubicBezTo>
                    <a:pt x="202469" y="237227"/>
                    <a:pt x="199862" y="235055"/>
                    <a:pt x="195952" y="235489"/>
                  </a:cubicBezTo>
                  <a:close/>
                  <a:moveTo>
                    <a:pt x="327600" y="189434"/>
                  </a:moveTo>
                  <a:cubicBezTo>
                    <a:pt x="347586" y="193345"/>
                    <a:pt x="365835" y="202468"/>
                    <a:pt x="382779" y="216372"/>
                  </a:cubicBezTo>
                  <a:cubicBezTo>
                    <a:pt x="368007" y="226799"/>
                    <a:pt x="353234" y="237227"/>
                    <a:pt x="338462" y="247654"/>
                  </a:cubicBezTo>
                  <a:cubicBezTo>
                    <a:pt x="335421" y="249826"/>
                    <a:pt x="332814" y="248958"/>
                    <a:pt x="332814" y="248958"/>
                  </a:cubicBezTo>
                  <a:lnTo>
                    <a:pt x="332814" y="248523"/>
                  </a:lnTo>
                  <a:cubicBezTo>
                    <a:pt x="331944" y="248089"/>
                    <a:pt x="330641" y="247654"/>
                    <a:pt x="330641" y="243744"/>
                  </a:cubicBezTo>
                  <a:close/>
                  <a:moveTo>
                    <a:pt x="282848" y="189434"/>
                  </a:moveTo>
                  <a:lnTo>
                    <a:pt x="281979" y="202468"/>
                  </a:lnTo>
                  <a:cubicBezTo>
                    <a:pt x="281110" y="216806"/>
                    <a:pt x="280241" y="231579"/>
                    <a:pt x="279372" y="245917"/>
                  </a:cubicBezTo>
                  <a:cubicBezTo>
                    <a:pt x="279372" y="247654"/>
                    <a:pt x="278503" y="248958"/>
                    <a:pt x="277200" y="249393"/>
                  </a:cubicBezTo>
                  <a:cubicBezTo>
                    <a:pt x="275897" y="250261"/>
                    <a:pt x="272855" y="248958"/>
                    <a:pt x="272855" y="248958"/>
                  </a:cubicBezTo>
                  <a:cubicBezTo>
                    <a:pt x="264600" y="242875"/>
                    <a:pt x="255910" y="237227"/>
                    <a:pt x="247655" y="231144"/>
                  </a:cubicBezTo>
                  <a:cubicBezTo>
                    <a:pt x="240704" y="226365"/>
                    <a:pt x="233751" y="221151"/>
                    <a:pt x="226800" y="216372"/>
                  </a:cubicBezTo>
                  <a:cubicBezTo>
                    <a:pt x="242876" y="202903"/>
                    <a:pt x="261124" y="193778"/>
                    <a:pt x="282848" y="189434"/>
                  </a:cubicBezTo>
                  <a:close/>
                  <a:moveTo>
                    <a:pt x="328469" y="176399"/>
                  </a:moveTo>
                  <a:cubicBezTo>
                    <a:pt x="324124" y="175531"/>
                    <a:pt x="320213" y="175096"/>
                    <a:pt x="317173" y="177703"/>
                  </a:cubicBezTo>
                  <a:lnTo>
                    <a:pt x="316738" y="177703"/>
                  </a:lnTo>
                  <a:cubicBezTo>
                    <a:pt x="313697" y="180310"/>
                    <a:pt x="313697" y="184221"/>
                    <a:pt x="313697" y="189434"/>
                  </a:cubicBezTo>
                  <a:lnTo>
                    <a:pt x="316738" y="244613"/>
                  </a:lnTo>
                  <a:cubicBezTo>
                    <a:pt x="317173" y="252434"/>
                    <a:pt x="320648" y="258082"/>
                    <a:pt x="326731" y="260689"/>
                  </a:cubicBezTo>
                  <a:cubicBezTo>
                    <a:pt x="329338" y="261992"/>
                    <a:pt x="331510" y="262427"/>
                    <a:pt x="334117" y="262427"/>
                  </a:cubicBezTo>
                  <a:cubicBezTo>
                    <a:pt x="338028" y="262427"/>
                    <a:pt x="341938" y="261124"/>
                    <a:pt x="345848" y="258517"/>
                  </a:cubicBezTo>
                  <a:cubicBezTo>
                    <a:pt x="361924" y="247220"/>
                    <a:pt x="377566" y="235923"/>
                    <a:pt x="393641" y="224627"/>
                  </a:cubicBezTo>
                  <a:cubicBezTo>
                    <a:pt x="394945" y="223758"/>
                    <a:pt x="398421" y="221151"/>
                    <a:pt x="398421" y="217241"/>
                  </a:cubicBezTo>
                  <a:cubicBezTo>
                    <a:pt x="398855" y="213331"/>
                    <a:pt x="395814" y="210724"/>
                    <a:pt x="394511" y="209420"/>
                  </a:cubicBezTo>
                  <a:cubicBezTo>
                    <a:pt x="375393" y="192041"/>
                    <a:pt x="352800" y="180745"/>
                    <a:pt x="328469" y="176399"/>
                  </a:cubicBezTo>
                  <a:close/>
                  <a:moveTo>
                    <a:pt x="283717" y="176399"/>
                  </a:moveTo>
                  <a:cubicBezTo>
                    <a:pt x="282848" y="176834"/>
                    <a:pt x="281545" y="177268"/>
                    <a:pt x="279807" y="177268"/>
                  </a:cubicBezTo>
                  <a:cubicBezTo>
                    <a:pt x="255041" y="182048"/>
                    <a:pt x="232882" y="192910"/>
                    <a:pt x="214200" y="210289"/>
                  </a:cubicBezTo>
                  <a:lnTo>
                    <a:pt x="218545" y="215068"/>
                  </a:lnTo>
                  <a:lnTo>
                    <a:pt x="214200" y="210724"/>
                  </a:lnTo>
                  <a:lnTo>
                    <a:pt x="210724" y="217675"/>
                  </a:lnTo>
                  <a:cubicBezTo>
                    <a:pt x="211158" y="220282"/>
                    <a:pt x="212462" y="222454"/>
                    <a:pt x="215069" y="224193"/>
                  </a:cubicBezTo>
                  <a:cubicBezTo>
                    <a:pt x="223324" y="230275"/>
                    <a:pt x="232014" y="235923"/>
                    <a:pt x="240268" y="242006"/>
                  </a:cubicBezTo>
                  <a:cubicBezTo>
                    <a:pt x="248524" y="248089"/>
                    <a:pt x="257214" y="253737"/>
                    <a:pt x="265469" y="259820"/>
                  </a:cubicBezTo>
                  <a:cubicBezTo>
                    <a:pt x="268510" y="261558"/>
                    <a:pt x="271986" y="262861"/>
                    <a:pt x="275462" y="262861"/>
                  </a:cubicBezTo>
                  <a:cubicBezTo>
                    <a:pt x="278069" y="262861"/>
                    <a:pt x="280675" y="262427"/>
                    <a:pt x="282848" y="261124"/>
                  </a:cubicBezTo>
                  <a:cubicBezTo>
                    <a:pt x="288496" y="258517"/>
                    <a:pt x="292407" y="253303"/>
                    <a:pt x="292407" y="246786"/>
                  </a:cubicBezTo>
                  <a:cubicBezTo>
                    <a:pt x="293276" y="232447"/>
                    <a:pt x="294144" y="217675"/>
                    <a:pt x="295014" y="203337"/>
                  </a:cubicBezTo>
                  <a:lnTo>
                    <a:pt x="295883" y="187261"/>
                  </a:lnTo>
                  <a:cubicBezTo>
                    <a:pt x="295883" y="184221"/>
                    <a:pt x="296317" y="180745"/>
                    <a:pt x="293276" y="178138"/>
                  </a:cubicBezTo>
                  <a:cubicBezTo>
                    <a:pt x="290235" y="175531"/>
                    <a:pt x="287193" y="175965"/>
                    <a:pt x="283717" y="176399"/>
                  </a:cubicBezTo>
                  <a:close/>
                  <a:moveTo>
                    <a:pt x="305441" y="92110"/>
                  </a:moveTo>
                  <a:cubicBezTo>
                    <a:pt x="308048" y="92545"/>
                    <a:pt x="310655" y="95151"/>
                    <a:pt x="310655" y="98628"/>
                  </a:cubicBezTo>
                  <a:cubicBezTo>
                    <a:pt x="310655" y="98628"/>
                    <a:pt x="310220" y="102537"/>
                    <a:pt x="310220" y="102537"/>
                  </a:cubicBezTo>
                  <a:lnTo>
                    <a:pt x="310220" y="107751"/>
                  </a:lnTo>
                  <a:cubicBezTo>
                    <a:pt x="309352" y="112965"/>
                    <a:pt x="308917" y="117744"/>
                    <a:pt x="308048" y="122958"/>
                  </a:cubicBezTo>
                  <a:cubicBezTo>
                    <a:pt x="307613" y="126869"/>
                    <a:pt x="307613" y="130345"/>
                    <a:pt x="307613" y="134255"/>
                  </a:cubicBezTo>
                  <a:lnTo>
                    <a:pt x="307613" y="135993"/>
                  </a:lnTo>
                  <a:cubicBezTo>
                    <a:pt x="307613" y="139468"/>
                    <a:pt x="308917" y="142510"/>
                    <a:pt x="311959" y="145986"/>
                  </a:cubicBezTo>
                  <a:lnTo>
                    <a:pt x="311959" y="149896"/>
                  </a:lnTo>
                  <a:lnTo>
                    <a:pt x="313697" y="152069"/>
                  </a:lnTo>
                  <a:cubicBezTo>
                    <a:pt x="315869" y="154676"/>
                    <a:pt x="318910" y="154676"/>
                    <a:pt x="320213" y="154676"/>
                  </a:cubicBezTo>
                  <a:cubicBezTo>
                    <a:pt x="332379" y="156413"/>
                    <a:pt x="342807" y="158586"/>
                    <a:pt x="352800" y="162062"/>
                  </a:cubicBezTo>
                  <a:cubicBezTo>
                    <a:pt x="375393" y="169882"/>
                    <a:pt x="395379" y="182048"/>
                    <a:pt x="412324" y="198993"/>
                  </a:cubicBezTo>
                  <a:cubicBezTo>
                    <a:pt x="413628" y="200297"/>
                    <a:pt x="416235" y="202903"/>
                    <a:pt x="420145" y="202903"/>
                  </a:cubicBezTo>
                  <a:cubicBezTo>
                    <a:pt x="422317" y="203337"/>
                    <a:pt x="424489" y="202469"/>
                    <a:pt x="426228" y="200730"/>
                  </a:cubicBezTo>
                  <a:cubicBezTo>
                    <a:pt x="432745" y="201600"/>
                    <a:pt x="437090" y="197689"/>
                    <a:pt x="438828" y="196386"/>
                  </a:cubicBezTo>
                  <a:cubicBezTo>
                    <a:pt x="444911" y="191607"/>
                    <a:pt x="450559" y="185958"/>
                    <a:pt x="455773" y="179875"/>
                  </a:cubicBezTo>
                  <a:cubicBezTo>
                    <a:pt x="458380" y="177268"/>
                    <a:pt x="460986" y="174227"/>
                    <a:pt x="464028" y="172489"/>
                  </a:cubicBezTo>
                  <a:cubicBezTo>
                    <a:pt x="466200" y="171185"/>
                    <a:pt x="468807" y="170752"/>
                    <a:pt x="470545" y="171620"/>
                  </a:cubicBezTo>
                  <a:cubicBezTo>
                    <a:pt x="471414" y="172055"/>
                    <a:pt x="473152" y="173359"/>
                    <a:pt x="473152" y="175531"/>
                  </a:cubicBezTo>
                  <a:cubicBezTo>
                    <a:pt x="473586" y="176834"/>
                    <a:pt x="473586" y="179006"/>
                    <a:pt x="470545" y="181614"/>
                  </a:cubicBezTo>
                  <a:cubicBezTo>
                    <a:pt x="468372" y="184221"/>
                    <a:pt x="465331" y="185958"/>
                    <a:pt x="461855" y="187696"/>
                  </a:cubicBezTo>
                  <a:cubicBezTo>
                    <a:pt x="453166" y="192475"/>
                    <a:pt x="446648" y="196820"/>
                    <a:pt x="441000" y="201600"/>
                  </a:cubicBezTo>
                  <a:cubicBezTo>
                    <a:pt x="437525" y="204641"/>
                    <a:pt x="435351" y="208117"/>
                    <a:pt x="434918" y="212027"/>
                  </a:cubicBezTo>
                  <a:cubicBezTo>
                    <a:pt x="433179" y="213331"/>
                    <a:pt x="431876" y="215068"/>
                    <a:pt x="431442" y="217241"/>
                  </a:cubicBezTo>
                  <a:cubicBezTo>
                    <a:pt x="430572" y="221151"/>
                    <a:pt x="432311" y="224193"/>
                    <a:pt x="433179" y="225496"/>
                  </a:cubicBezTo>
                  <a:cubicBezTo>
                    <a:pt x="447083" y="248089"/>
                    <a:pt x="455338" y="272854"/>
                    <a:pt x="456641" y="299358"/>
                  </a:cubicBezTo>
                  <a:cubicBezTo>
                    <a:pt x="457076" y="307613"/>
                    <a:pt x="456641" y="315868"/>
                    <a:pt x="455773" y="324558"/>
                  </a:cubicBezTo>
                  <a:cubicBezTo>
                    <a:pt x="455338" y="326296"/>
                    <a:pt x="454903" y="329772"/>
                    <a:pt x="457510" y="332813"/>
                  </a:cubicBezTo>
                  <a:cubicBezTo>
                    <a:pt x="458380" y="334116"/>
                    <a:pt x="460117" y="335420"/>
                    <a:pt x="462724" y="335855"/>
                  </a:cubicBezTo>
                  <a:cubicBezTo>
                    <a:pt x="467069" y="342372"/>
                    <a:pt x="474021" y="343241"/>
                    <a:pt x="480104" y="344110"/>
                  </a:cubicBezTo>
                  <a:cubicBezTo>
                    <a:pt x="484448" y="344978"/>
                    <a:pt x="489227" y="345413"/>
                    <a:pt x="494007" y="345848"/>
                  </a:cubicBezTo>
                  <a:lnTo>
                    <a:pt x="494441" y="343241"/>
                  </a:lnTo>
                  <a:cubicBezTo>
                    <a:pt x="498787" y="343675"/>
                    <a:pt x="503131" y="344110"/>
                    <a:pt x="507476" y="344545"/>
                  </a:cubicBezTo>
                  <a:cubicBezTo>
                    <a:pt x="510517" y="344978"/>
                    <a:pt x="512256" y="346282"/>
                    <a:pt x="513559" y="348889"/>
                  </a:cubicBezTo>
                  <a:cubicBezTo>
                    <a:pt x="514428" y="350627"/>
                    <a:pt x="514428" y="351931"/>
                    <a:pt x="513124" y="353668"/>
                  </a:cubicBezTo>
                  <a:cubicBezTo>
                    <a:pt x="511821" y="355406"/>
                    <a:pt x="510083" y="357145"/>
                    <a:pt x="506173" y="356275"/>
                  </a:cubicBezTo>
                  <a:cubicBezTo>
                    <a:pt x="502262" y="355841"/>
                    <a:pt x="498787" y="354538"/>
                    <a:pt x="494876" y="352799"/>
                  </a:cubicBezTo>
                  <a:cubicBezTo>
                    <a:pt x="492704" y="351931"/>
                    <a:pt x="490531" y="351061"/>
                    <a:pt x="487055" y="349759"/>
                  </a:cubicBezTo>
                  <a:cubicBezTo>
                    <a:pt x="482276" y="348020"/>
                    <a:pt x="477062" y="346717"/>
                    <a:pt x="471849" y="345413"/>
                  </a:cubicBezTo>
                  <a:cubicBezTo>
                    <a:pt x="467503" y="344545"/>
                    <a:pt x="463159" y="345413"/>
                    <a:pt x="461421" y="347585"/>
                  </a:cubicBezTo>
                  <a:cubicBezTo>
                    <a:pt x="457076" y="346282"/>
                    <a:pt x="451427" y="347585"/>
                    <a:pt x="449255" y="354538"/>
                  </a:cubicBezTo>
                  <a:cubicBezTo>
                    <a:pt x="444041" y="370614"/>
                    <a:pt x="435786" y="385386"/>
                    <a:pt x="425359" y="398855"/>
                  </a:cubicBezTo>
                  <a:cubicBezTo>
                    <a:pt x="414062" y="413193"/>
                    <a:pt x="400593" y="425358"/>
                    <a:pt x="385386" y="434483"/>
                  </a:cubicBezTo>
                  <a:cubicBezTo>
                    <a:pt x="379738" y="437959"/>
                    <a:pt x="379303" y="442738"/>
                    <a:pt x="381042" y="446648"/>
                  </a:cubicBezTo>
                  <a:cubicBezTo>
                    <a:pt x="378869" y="453166"/>
                    <a:pt x="381910" y="458379"/>
                    <a:pt x="383214" y="460986"/>
                  </a:cubicBezTo>
                  <a:cubicBezTo>
                    <a:pt x="386690" y="467503"/>
                    <a:pt x="391035" y="474021"/>
                    <a:pt x="395814" y="480972"/>
                  </a:cubicBezTo>
                  <a:cubicBezTo>
                    <a:pt x="397986" y="484014"/>
                    <a:pt x="400159" y="487055"/>
                    <a:pt x="401027" y="490531"/>
                  </a:cubicBezTo>
                  <a:cubicBezTo>
                    <a:pt x="401897" y="493138"/>
                    <a:pt x="401027" y="496180"/>
                    <a:pt x="398855" y="497483"/>
                  </a:cubicBezTo>
                  <a:cubicBezTo>
                    <a:pt x="396683" y="498786"/>
                    <a:pt x="394076" y="498352"/>
                    <a:pt x="391904" y="496180"/>
                  </a:cubicBezTo>
                  <a:cubicBezTo>
                    <a:pt x="389731" y="494007"/>
                    <a:pt x="388428" y="490966"/>
                    <a:pt x="387124" y="486620"/>
                  </a:cubicBezTo>
                  <a:cubicBezTo>
                    <a:pt x="384952" y="479234"/>
                    <a:pt x="382345" y="470110"/>
                    <a:pt x="378000" y="461421"/>
                  </a:cubicBezTo>
                  <a:cubicBezTo>
                    <a:pt x="375828" y="457076"/>
                    <a:pt x="373221" y="454469"/>
                    <a:pt x="369310" y="453166"/>
                  </a:cubicBezTo>
                  <a:cubicBezTo>
                    <a:pt x="368441" y="450993"/>
                    <a:pt x="367138" y="449690"/>
                    <a:pt x="365400" y="448820"/>
                  </a:cubicBezTo>
                  <a:cubicBezTo>
                    <a:pt x="361490" y="446648"/>
                    <a:pt x="358013" y="447952"/>
                    <a:pt x="355407" y="448820"/>
                  </a:cubicBezTo>
                  <a:cubicBezTo>
                    <a:pt x="321517" y="460117"/>
                    <a:pt x="288062" y="460117"/>
                    <a:pt x="255041" y="448387"/>
                  </a:cubicBezTo>
                  <a:cubicBezTo>
                    <a:pt x="247221" y="445780"/>
                    <a:pt x="243310" y="450124"/>
                    <a:pt x="242007" y="453166"/>
                  </a:cubicBezTo>
                  <a:cubicBezTo>
                    <a:pt x="235924" y="455338"/>
                    <a:pt x="233317" y="460552"/>
                    <a:pt x="232448" y="462724"/>
                  </a:cubicBezTo>
                  <a:cubicBezTo>
                    <a:pt x="228973" y="469676"/>
                    <a:pt x="226366" y="477497"/>
                    <a:pt x="223759" y="486186"/>
                  </a:cubicBezTo>
                  <a:cubicBezTo>
                    <a:pt x="222890" y="489662"/>
                    <a:pt x="221586" y="492703"/>
                    <a:pt x="220283" y="494876"/>
                  </a:cubicBezTo>
                  <a:cubicBezTo>
                    <a:pt x="218545" y="498352"/>
                    <a:pt x="215069" y="499655"/>
                    <a:pt x="212462" y="498352"/>
                  </a:cubicBezTo>
                  <a:cubicBezTo>
                    <a:pt x="209855" y="497048"/>
                    <a:pt x="208551" y="493573"/>
                    <a:pt x="209855" y="490097"/>
                  </a:cubicBezTo>
                  <a:cubicBezTo>
                    <a:pt x="210724" y="487490"/>
                    <a:pt x="212027" y="484883"/>
                    <a:pt x="214634" y="481407"/>
                  </a:cubicBezTo>
                  <a:cubicBezTo>
                    <a:pt x="220717" y="473151"/>
                    <a:pt x="224627" y="466200"/>
                    <a:pt x="228103" y="459249"/>
                  </a:cubicBezTo>
                  <a:cubicBezTo>
                    <a:pt x="229406" y="457510"/>
                    <a:pt x="231579" y="452731"/>
                    <a:pt x="229406" y="447083"/>
                  </a:cubicBezTo>
                  <a:cubicBezTo>
                    <a:pt x="231579" y="443173"/>
                    <a:pt x="231579" y="437959"/>
                    <a:pt x="225931" y="434483"/>
                  </a:cubicBezTo>
                  <a:cubicBezTo>
                    <a:pt x="195082" y="415365"/>
                    <a:pt x="173793" y="388427"/>
                    <a:pt x="161628" y="354103"/>
                  </a:cubicBezTo>
                  <a:cubicBezTo>
                    <a:pt x="161193" y="352799"/>
                    <a:pt x="160324" y="350192"/>
                    <a:pt x="157282" y="348455"/>
                  </a:cubicBezTo>
                  <a:lnTo>
                    <a:pt x="153372" y="347152"/>
                  </a:lnTo>
                  <a:lnTo>
                    <a:pt x="150765" y="348020"/>
                  </a:lnTo>
                  <a:cubicBezTo>
                    <a:pt x="150765" y="348020"/>
                    <a:pt x="150331" y="348020"/>
                    <a:pt x="149028" y="347152"/>
                  </a:cubicBezTo>
                  <a:cubicBezTo>
                    <a:pt x="144682" y="344545"/>
                    <a:pt x="140338" y="345848"/>
                    <a:pt x="136862" y="346717"/>
                  </a:cubicBezTo>
                  <a:cubicBezTo>
                    <a:pt x="129910" y="348455"/>
                    <a:pt x="122523" y="351061"/>
                    <a:pt x="114269" y="354538"/>
                  </a:cubicBezTo>
                  <a:cubicBezTo>
                    <a:pt x="110358" y="356275"/>
                    <a:pt x="106882" y="357579"/>
                    <a:pt x="103407" y="357579"/>
                  </a:cubicBezTo>
                  <a:cubicBezTo>
                    <a:pt x="100365" y="358448"/>
                    <a:pt x="97324" y="355841"/>
                    <a:pt x="96889" y="353234"/>
                  </a:cubicBezTo>
                  <a:cubicBezTo>
                    <a:pt x="96455" y="351061"/>
                    <a:pt x="97759" y="348020"/>
                    <a:pt x="100800" y="346717"/>
                  </a:cubicBezTo>
                  <a:cubicBezTo>
                    <a:pt x="103841" y="345848"/>
                    <a:pt x="106882" y="344978"/>
                    <a:pt x="110793" y="344978"/>
                  </a:cubicBezTo>
                  <a:cubicBezTo>
                    <a:pt x="119048" y="344545"/>
                    <a:pt x="127738" y="343675"/>
                    <a:pt x="135992" y="341937"/>
                  </a:cubicBezTo>
                  <a:cubicBezTo>
                    <a:pt x="139469" y="341069"/>
                    <a:pt x="144248" y="339765"/>
                    <a:pt x="147289" y="334986"/>
                  </a:cubicBezTo>
                  <a:cubicBezTo>
                    <a:pt x="149896" y="334551"/>
                    <a:pt x="155110" y="331944"/>
                    <a:pt x="154242" y="323689"/>
                  </a:cubicBezTo>
                  <a:cubicBezTo>
                    <a:pt x="149896" y="288930"/>
                    <a:pt x="157282" y="255910"/>
                    <a:pt x="175966" y="225496"/>
                  </a:cubicBezTo>
                  <a:cubicBezTo>
                    <a:pt x="177269" y="223758"/>
                    <a:pt x="179006" y="220282"/>
                    <a:pt x="178138" y="216371"/>
                  </a:cubicBezTo>
                  <a:cubicBezTo>
                    <a:pt x="177703" y="214634"/>
                    <a:pt x="176834" y="212896"/>
                    <a:pt x="175097" y="211592"/>
                  </a:cubicBezTo>
                  <a:cubicBezTo>
                    <a:pt x="174227" y="205510"/>
                    <a:pt x="169883" y="202034"/>
                    <a:pt x="167276" y="199862"/>
                  </a:cubicBezTo>
                  <a:cubicBezTo>
                    <a:pt x="161628" y="195082"/>
                    <a:pt x="155110" y="191172"/>
                    <a:pt x="148159" y="187261"/>
                  </a:cubicBezTo>
                  <a:cubicBezTo>
                    <a:pt x="144682" y="185524"/>
                    <a:pt x="141641" y="183786"/>
                    <a:pt x="139034" y="181179"/>
                  </a:cubicBezTo>
                  <a:cubicBezTo>
                    <a:pt x="136427" y="178572"/>
                    <a:pt x="135992" y="175096"/>
                    <a:pt x="137731" y="172924"/>
                  </a:cubicBezTo>
                  <a:cubicBezTo>
                    <a:pt x="139469" y="170752"/>
                    <a:pt x="142945" y="170317"/>
                    <a:pt x="145986" y="172055"/>
                  </a:cubicBezTo>
                  <a:cubicBezTo>
                    <a:pt x="149028" y="174227"/>
                    <a:pt x="151635" y="176834"/>
                    <a:pt x="154675" y="180310"/>
                  </a:cubicBezTo>
                  <a:cubicBezTo>
                    <a:pt x="160758" y="187261"/>
                    <a:pt x="166407" y="192475"/>
                    <a:pt x="172490" y="197255"/>
                  </a:cubicBezTo>
                  <a:cubicBezTo>
                    <a:pt x="174227" y="198123"/>
                    <a:pt x="178138" y="201165"/>
                    <a:pt x="183786" y="200730"/>
                  </a:cubicBezTo>
                  <a:cubicBezTo>
                    <a:pt x="185524" y="201600"/>
                    <a:pt x="187696" y="202469"/>
                    <a:pt x="189434" y="202469"/>
                  </a:cubicBezTo>
                  <a:cubicBezTo>
                    <a:pt x="193779" y="203337"/>
                    <a:pt x="196386" y="199862"/>
                    <a:pt x="197689" y="198558"/>
                  </a:cubicBezTo>
                  <a:cubicBezTo>
                    <a:pt x="222020" y="173792"/>
                    <a:pt x="252434" y="159455"/>
                    <a:pt x="286758" y="154676"/>
                  </a:cubicBezTo>
                  <a:lnTo>
                    <a:pt x="289800" y="154676"/>
                  </a:lnTo>
                  <a:cubicBezTo>
                    <a:pt x="292841" y="154241"/>
                    <a:pt x="295014" y="153372"/>
                    <a:pt x="296317" y="151634"/>
                  </a:cubicBezTo>
                  <a:cubicBezTo>
                    <a:pt x="297621" y="149896"/>
                    <a:pt x="298490" y="147724"/>
                    <a:pt x="298490" y="144682"/>
                  </a:cubicBezTo>
                  <a:cubicBezTo>
                    <a:pt x="302400" y="140772"/>
                    <a:pt x="302400" y="135993"/>
                    <a:pt x="302400" y="133820"/>
                  </a:cubicBezTo>
                  <a:cubicBezTo>
                    <a:pt x="302400" y="124696"/>
                    <a:pt x="301097" y="116006"/>
                    <a:pt x="299793" y="107751"/>
                  </a:cubicBezTo>
                  <a:cubicBezTo>
                    <a:pt x="299358" y="103407"/>
                    <a:pt x="299358" y="100365"/>
                    <a:pt x="299358" y="97758"/>
                  </a:cubicBezTo>
                  <a:cubicBezTo>
                    <a:pt x="299793" y="94282"/>
                    <a:pt x="302400" y="92110"/>
                    <a:pt x="305441" y="92110"/>
                  </a:cubicBezTo>
                  <a:close/>
                  <a:moveTo>
                    <a:pt x="303269" y="79945"/>
                  </a:moveTo>
                  <a:cubicBezTo>
                    <a:pt x="292841" y="79510"/>
                    <a:pt x="285020" y="86896"/>
                    <a:pt x="283717" y="97324"/>
                  </a:cubicBezTo>
                  <a:cubicBezTo>
                    <a:pt x="283283" y="101234"/>
                    <a:pt x="283283" y="105579"/>
                    <a:pt x="284152" y="110793"/>
                  </a:cubicBezTo>
                  <a:cubicBezTo>
                    <a:pt x="285455" y="118179"/>
                    <a:pt x="286759" y="126435"/>
                    <a:pt x="286759" y="134690"/>
                  </a:cubicBezTo>
                  <a:cubicBezTo>
                    <a:pt x="286759" y="135993"/>
                    <a:pt x="286759" y="135993"/>
                    <a:pt x="286759" y="135993"/>
                  </a:cubicBezTo>
                  <a:cubicBezTo>
                    <a:pt x="285020" y="137731"/>
                    <a:pt x="283283" y="140337"/>
                    <a:pt x="282848" y="142511"/>
                  </a:cubicBezTo>
                  <a:cubicBezTo>
                    <a:pt x="245917" y="146855"/>
                    <a:pt x="214200" y="162062"/>
                    <a:pt x="186828" y="188565"/>
                  </a:cubicBezTo>
                  <a:cubicBezTo>
                    <a:pt x="184655" y="187697"/>
                    <a:pt x="182483" y="186827"/>
                    <a:pt x="179876" y="187697"/>
                  </a:cubicBezTo>
                  <a:cubicBezTo>
                    <a:pt x="179442" y="188131"/>
                    <a:pt x="178138" y="186827"/>
                    <a:pt x="178138" y="186827"/>
                  </a:cubicBezTo>
                  <a:cubicBezTo>
                    <a:pt x="172924" y="182918"/>
                    <a:pt x="167710" y="178138"/>
                    <a:pt x="162062" y="171621"/>
                  </a:cubicBezTo>
                  <a:cubicBezTo>
                    <a:pt x="158587" y="167710"/>
                    <a:pt x="155110" y="163800"/>
                    <a:pt x="150331" y="161193"/>
                  </a:cubicBezTo>
                  <a:cubicBezTo>
                    <a:pt x="141641" y="155980"/>
                    <a:pt x="130779" y="157717"/>
                    <a:pt x="125131" y="165538"/>
                  </a:cubicBezTo>
                  <a:cubicBezTo>
                    <a:pt x="119048" y="172924"/>
                    <a:pt x="120352" y="183786"/>
                    <a:pt x="127303" y="190738"/>
                  </a:cubicBezTo>
                  <a:cubicBezTo>
                    <a:pt x="131214" y="194648"/>
                    <a:pt x="135558" y="197255"/>
                    <a:pt x="139469" y="199427"/>
                  </a:cubicBezTo>
                  <a:cubicBezTo>
                    <a:pt x="145986" y="202903"/>
                    <a:pt x="152069" y="206814"/>
                    <a:pt x="157283" y="210724"/>
                  </a:cubicBezTo>
                  <a:cubicBezTo>
                    <a:pt x="160324" y="212896"/>
                    <a:pt x="160324" y="213331"/>
                    <a:pt x="160324" y="214200"/>
                  </a:cubicBezTo>
                  <a:cubicBezTo>
                    <a:pt x="160324" y="216372"/>
                    <a:pt x="161193" y="218544"/>
                    <a:pt x="162496" y="220283"/>
                  </a:cubicBezTo>
                  <a:cubicBezTo>
                    <a:pt x="142944" y="252434"/>
                    <a:pt x="135124" y="287192"/>
                    <a:pt x="139035" y="324124"/>
                  </a:cubicBezTo>
                  <a:cubicBezTo>
                    <a:pt x="136428" y="325427"/>
                    <a:pt x="135124" y="327166"/>
                    <a:pt x="134255" y="328903"/>
                  </a:cubicBezTo>
                  <a:cubicBezTo>
                    <a:pt x="134255" y="329338"/>
                    <a:pt x="133821" y="329773"/>
                    <a:pt x="131214" y="330206"/>
                  </a:cubicBezTo>
                  <a:cubicBezTo>
                    <a:pt x="123828" y="331945"/>
                    <a:pt x="116007" y="333248"/>
                    <a:pt x="108187" y="333248"/>
                  </a:cubicBezTo>
                  <a:cubicBezTo>
                    <a:pt x="102538" y="333682"/>
                    <a:pt x="98193" y="334552"/>
                    <a:pt x="93848" y="336289"/>
                  </a:cubicBezTo>
                  <a:cubicBezTo>
                    <a:pt x="85593" y="339765"/>
                    <a:pt x="80379" y="348889"/>
                    <a:pt x="82117" y="357579"/>
                  </a:cubicBezTo>
                  <a:cubicBezTo>
                    <a:pt x="83856" y="366269"/>
                    <a:pt x="91676" y="372352"/>
                    <a:pt x="101234" y="372352"/>
                  </a:cubicBezTo>
                  <a:cubicBezTo>
                    <a:pt x="107317" y="372352"/>
                    <a:pt x="112531" y="370613"/>
                    <a:pt x="117310" y="368441"/>
                  </a:cubicBezTo>
                  <a:cubicBezTo>
                    <a:pt x="125131" y="364965"/>
                    <a:pt x="131649" y="362793"/>
                    <a:pt x="139035" y="361055"/>
                  </a:cubicBezTo>
                  <a:cubicBezTo>
                    <a:pt x="139904" y="360620"/>
                    <a:pt x="141207" y="360620"/>
                    <a:pt x="141207" y="360620"/>
                  </a:cubicBezTo>
                  <a:cubicBezTo>
                    <a:pt x="143379" y="361924"/>
                    <a:pt x="145986" y="363227"/>
                    <a:pt x="149027" y="363227"/>
                  </a:cubicBezTo>
                  <a:cubicBezTo>
                    <a:pt x="162062" y="397986"/>
                    <a:pt x="184221" y="425794"/>
                    <a:pt x="215503" y="446214"/>
                  </a:cubicBezTo>
                  <a:cubicBezTo>
                    <a:pt x="214635" y="448386"/>
                    <a:pt x="214635" y="450993"/>
                    <a:pt x="215938" y="453600"/>
                  </a:cubicBezTo>
                  <a:cubicBezTo>
                    <a:pt x="216372" y="454035"/>
                    <a:pt x="216372" y="454469"/>
                    <a:pt x="215503" y="456207"/>
                  </a:cubicBezTo>
                  <a:cubicBezTo>
                    <a:pt x="212462" y="462290"/>
                    <a:pt x="208552" y="468807"/>
                    <a:pt x="203338" y="476194"/>
                  </a:cubicBezTo>
                  <a:cubicBezTo>
                    <a:pt x="201166" y="479235"/>
                    <a:pt x="198559" y="483145"/>
                    <a:pt x="196820" y="487924"/>
                  </a:cubicBezTo>
                  <a:cubicBezTo>
                    <a:pt x="193345" y="497483"/>
                    <a:pt x="197255" y="507911"/>
                    <a:pt x="205945" y="512255"/>
                  </a:cubicBezTo>
                  <a:cubicBezTo>
                    <a:pt x="208552" y="513559"/>
                    <a:pt x="211159" y="513994"/>
                    <a:pt x="213766" y="513994"/>
                  </a:cubicBezTo>
                  <a:cubicBezTo>
                    <a:pt x="220283" y="513994"/>
                    <a:pt x="226800" y="510518"/>
                    <a:pt x="230711" y="504000"/>
                  </a:cubicBezTo>
                  <a:cubicBezTo>
                    <a:pt x="232448" y="500525"/>
                    <a:pt x="234186" y="496614"/>
                    <a:pt x="235490" y="492269"/>
                  </a:cubicBezTo>
                  <a:cubicBezTo>
                    <a:pt x="237662" y="484449"/>
                    <a:pt x="240269" y="477062"/>
                    <a:pt x="243310" y="470545"/>
                  </a:cubicBezTo>
                  <a:cubicBezTo>
                    <a:pt x="244613" y="467504"/>
                    <a:pt x="245048" y="467504"/>
                    <a:pt x="245483" y="467504"/>
                  </a:cubicBezTo>
                  <a:cubicBezTo>
                    <a:pt x="246787" y="467069"/>
                    <a:pt x="249393" y="466200"/>
                    <a:pt x="251131" y="463593"/>
                  </a:cubicBezTo>
                  <a:cubicBezTo>
                    <a:pt x="286324" y="475324"/>
                    <a:pt x="321951" y="475324"/>
                    <a:pt x="357579" y="463593"/>
                  </a:cubicBezTo>
                  <a:cubicBezTo>
                    <a:pt x="358449" y="464897"/>
                    <a:pt x="360186" y="466200"/>
                    <a:pt x="363228" y="467069"/>
                  </a:cubicBezTo>
                  <a:cubicBezTo>
                    <a:pt x="363662" y="467069"/>
                    <a:pt x="364097" y="467069"/>
                    <a:pt x="364965" y="468807"/>
                  </a:cubicBezTo>
                  <a:cubicBezTo>
                    <a:pt x="368876" y="476628"/>
                    <a:pt x="371483" y="485317"/>
                    <a:pt x="373655" y="492269"/>
                  </a:cubicBezTo>
                  <a:cubicBezTo>
                    <a:pt x="375393" y="497483"/>
                    <a:pt x="377131" y="502697"/>
                    <a:pt x="381476" y="507476"/>
                  </a:cubicBezTo>
                  <a:cubicBezTo>
                    <a:pt x="387993" y="513994"/>
                    <a:pt x="397117" y="515731"/>
                    <a:pt x="404504" y="511387"/>
                  </a:cubicBezTo>
                  <a:cubicBezTo>
                    <a:pt x="411890" y="507041"/>
                    <a:pt x="415366" y="498352"/>
                    <a:pt x="413193" y="489663"/>
                  </a:cubicBezTo>
                  <a:cubicBezTo>
                    <a:pt x="411890" y="484014"/>
                    <a:pt x="408849" y="479669"/>
                    <a:pt x="406242" y="475759"/>
                  </a:cubicBezTo>
                  <a:cubicBezTo>
                    <a:pt x="401897" y="469241"/>
                    <a:pt x="397986" y="463159"/>
                    <a:pt x="394945" y="457076"/>
                  </a:cubicBezTo>
                  <a:cubicBezTo>
                    <a:pt x="393207" y="454035"/>
                    <a:pt x="393642" y="453165"/>
                    <a:pt x="393642" y="452297"/>
                  </a:cubicBezTo>
                  <a:cubicBezTo>
                    <a:pt x="394076" y="450993"/>
                    <a:pt x="394510" y="448821"/>
                    <a:pt x="394076" y="446214"/>
                  </a:cubicBezTo>
                  <a:cubicBezTo>
                    <a:pt x="409718" y="436656"/>
                    <a:pt x="423620" y="424055"/>
                    <a:pt x="435352" y="408848"/>
                  </a:cubicBezTo>
                  <a:cubicBezTo>
                    <a:pt x="446214" y="394944"/>
                    <a:pt x="454469" y="379303"/>
                    <a:pt x="460552" y="362793"/>
                  </a:cubicBezTo>
                  <a:cubicBezTo>
                    <a:pt x="462290" y="362793"/>
                    <a:pt x="464897" y="362358"/>
                    <a:pt x="468373" y="360620"/>
                  </a:cubicBezTo>
                  <a:cubicBezTo>
                    <a:pt x="473152" y="361490"/>
                    <a:pt x="477497" y="363227"/>
                    <a:pt x="483145" y="364965"/>
                  </a:cubicBezTo>
                  <a:cubicBezTo>
                    <a:pt x="485317" y="365834"/>
                    <a:pt x="487056" y="366703"/>
                    <a:pt x="489228" y="367572"/>
                  </a:cubicBezTo>
                  <a:cubicBezTo>
                    <a:pt x="493572" y="369310"/>
                    <a:pt x="498352" y="371048"/>
                    <a:pt x="503565" y="371917"/>
                  </a:cubicBezTo>
                  <a:cubicBezTo>
                    <a:pt x="511387" y="372786"/>
                    <a:pt x="517904" y="370179"/>
                    <a:pt x="522683" y="364531"/>
                  </a:cubicBezTo>
                  <a:lnTo>
                    <a:pt x="520945" y="364097"/>
                  </a:lnTo>
                  <a:cubicBezTo>
                    <a:pt x="525290" y="358448"/>
                    <a:pt x="526159" y="351931"/>
                    <a:pt x="523117" y="345414"/>
                  </a:cubicBezTo>
                  <a:cubicBezTo>
                    <a:pt x="520076" y="338896"/>
                    <a:pt x="514427" y="334552"/>
                    <a:pt x="507041" y="333682"/>
                  </a:cubicBezTo>
                  <a:cubicBezTo>
                    <a:pt x="502262" y="332813"/>
                    <a:pt x="497918" y="332379"/>
                    <a:pt x="493572" y="331945"/>
                  </a:cubicBezTo>
                  <a:cubicBezTo>
                    <a:pt x="488793" y="331510"/>
                    <a:pt x="484449" y="331076"/>
                    <a:pt x="478366" y="330206"/>
                  </a:cubicBezTo>
                  <a:cubicBezTo>
                    <a:pt x="473587" y="329773"/>
                    <a:pt x="472283" y="329338"/>
                    <a:pt x="471414" y="327599"/>
                  </a:cubicBezTo>
                  <a:cubicBezTo>
                    <a:pt x="470545" y="326731"/>
                    <a:pt x="469676" y="324559"/>
                    <a:pt x="467069" y="323690"/>
                  </a:cubicBezTo>
                  <a:cubicBezTo>
                    <a:pt x="467938" y="315000"/>
                    <a:pt x="468373" y="306744"/>
                    <a:pt x="467938" y="298489"/>
                  </a:cubicBezTo>
                  <a:cubicBezTo>
                    <a:pt x="466200" y="270683"/>
                    <a:pt x="457945" y="244613"/>
                    <a:pt x="443173" y="220283"/>
                  </a:cubicBezTo>
                  <a:cubicBezTo>
                    <a:pt x="444910" y="218544"/>
                    <a:pt x="445779" y="216372"/>
                    <a:pt x="445779" y="213765"/>
                  </a:cubicBezTo>
                  <a:cubicBezTo>
                    <a:pt x="445779" y="213331"/>
                    <a:pt x="445779" y="212896"/>
                    <a:pt x="447083" y="211593"/>
                  </a:cubicBezTo>
                  <a:cubicBezTo>
                    <a:pt x="451862" y="207248"/>
                    <a:pt x="457945" y="203338"/>
                    <a:pt x="465766" y="198993"/>
                  </a:cubicBezTo>
                  <a:cubicBezTo>
                    <a:pt x="469676" y="197255"/>
                    <a:pt x="474021" y="194648"/>
                    <a:pt x="477497" y="191172"/>
                  </a:cubicBezTo>
                  <a:cubicBezTo>
                    <a:pt x="484014" y="184221"/>
                    <a:pt x="484883" y="177703"/>
                    <a:pt x="484014" y="172924"/>
                  </a:cubicBezTo>
                  <a:cubicBezTo>
                    <a:pt x="482710" y="166842"/>
                    <a:pt x="478800" y="162062"/>
                    <a:pt x="473587" y="159455"/>
                  </a:cubicBezTo>
                  <a:cubicBezTo>
                    <a:pt x="467504" y="156848"/>
                    <a:pt x="460552" y="157283"/>
                    <a:pt x="454904" y="160759"/>
                  </a:cubicBezTo>
                  <a:cubicBezTo>
                    <a:pt x="450125" y="163366"/>
                    <a:pt x="446649" y="167275"/>
                    <a:pt x="443607" y="170752"/>
                  </a:cubicBezTo>
                  <a:cubicBezTo>
                    <a:pt x="438393" y="176400"/>
                    <a:pt x="433180" y="181614"/>
                    <a:pt x="427966" y="185958"/>
                  </a:cubicBezTo>
                  <a:cubicBezTo>
                    <a:pt x="425794" y="187697"/>
                    <a:pt x="424924" y="187697"/>
                    <a:pt x="424924" y="187697"/>
                  </a:cubicBezTo>
                  <a:cubicBezTo>
                    <a:pt x="422318" y="187262"/>
                    <a:pt x="420145" y="187697"/>
                    <a:pt x="417973" y="189000"/>
                  </a:cubicBezTo>
                  <a:cubicBezTo>
                    <a:pt x="399724" y="171621"/>
                    <a:pt x="378434" y="158586"/>
                    <a:pt x="354538" y="150331"/>
                  </a:cubicBezTo>
                  <a:cubicBezTo>
                    <a:pt x="344980" y="146855"/>
                    <a:pt x="334552" y="144683"/>
                    <a:pt x="321951" y="142944"/>
                  </a:cubicBezTo>
                  <a:cubicBezTo>
                    <a:pt x="321083" y="139469"/>
                    <a:pt x="318041" y="136428"/>
                    <a:pt x="318041" y="136428"/>
                  </a:cubicBezTo>
                  <a:lnTo>
                    <a:pt x="318041" y="134255"/>
                  </a:lnTo>
                  <a:cubicBezTo>
                    <a:pt x="318041" y="131214"/>
                    <a:pt x="318041" y="128172"/>
                    <a:pt x="318041" y="125131"/>
                  </a:cubicBezTo>
                  <a:cubicBezTo>
                    <a:pt x="318911" y="119917"/>
                    <a:pt x="319779" y="114703"/>
                    <a:pt x="320214" y="109490"/>
                  </a:cubicBezTo>
                  <a:lnTo>
                    <a:pt x="322821" y="96021"/>
                  </a:lnTo>
                  <a:lnTo>
                    <a:pt x="320648" y="96021"/>
                  </a:lnTo>
                  <a:cubicBezTo>
                    <a:pt x="319344" y="87331"/>
                    <a:pt x="311958" y="79945"/>
                    <a:pt x="303269" y="79945"/>
                  </a:cubicBezTo>
                  <a:close/>
                  <a:moveTo>
                    <a:pt x="305007" y="0"/>
                  </a:moveTo>
                  <a:lnTo>
                    <a:pt x="549621" y="117745"/>
                  </a:lnTo>
                  <a:lnTo>
                    <a:pt x="550055" y="117745"/>
                  </a:lnTo>
                  <a:lnTo>
                    <a:pt x="610448" y="382345"/>
                  </a:lnTo>
                  <a:lnTo>
                    <a:pt x="441000" y="594373"/>
                  </a:lnTo>
                  <a:lnTo>
                    <a:pt x="169449" y="594373"/>
                  </a:lnTo>
                  <a:lnTo>
                    <a:pt x="0" y="382345"/>
                  </a:lnTo>
                  <a:lnTo>
                    <a:pt x="60393" y="1177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95" name="Google Shape;1695;p3"/>
          <p:cNvGrpSpPr/>
          <p:nvPr/>
        </p:nvGrpSpPr>
        <p:grpSpPr>
          <a:xfrm>
            <a:off x="4860728" y="2386041"/>
            <a:ext cx="686038" cy="681108"/>
            <a:chOff x="4423456" y="3389589"/>
            <a:chExt cx="567269" cy="563192"/>
          </a:xfrm>
        </p:grpSpPr>
        <p:grpSp>
          <p:nvGrpSpPr>
            <p:cNvPr id="1696" name="Google Shape;1696;p3"/>
            <p:cNvGrpSpPr/>
            <p:nvPr/>
          </p:nvGrpSpPr>
          <p:grpSpPr>
            <a:xfrm>
              <a:off x="4423456" y="3389589"/>
              <a:ext cx="567269" cy="563192"/>
              <a:chOff x="9222334" y="1802552"/>
              <a:chExt cx="1656719" cy="1654824"/>
            </a:xfrm>
          </p:grpSpPr>
          <p:sp>
            <p:nvSpPr>
              <p:cNvPr id="1697" name="Google Shape;1697;p3"/>
              <p:cNvSpPr/>
              <p:nvPr/>
            </p:nvSpPr>
            <p:spPr>
              <a:xfrm>
                <a:off x="9222334" y="1802552"/>
                <a:ext cx="1654824" cy="1654824"/>
              </a:xfrm>
              <a:prstGeom prst="ellipse">
                <a:avLst/>
              </a:prstGeom>
              <a:solidFill>
                <a:schemeClr val="lt1"/>
              </a:solidFill>
              <a:ln>
                <a:noFill/>
              </a:ln>
            </p:spPr>
            <p:txBody>
              <a:bodyPr spcFirstLastPara="1" wrap="square" lIns="99450" tIns="49725" rIns="99450" bIns="497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698" name="Google Shape;1698;p3"/>
              <p:cNvPicPr preferRelativeResize="0"/>
              <p:nvPr/>
            </p:nvPicPr>
            <p:blipFill rotWithShape="1">
              <a:blip r:embed="rId4">
                <a:alphaModFix/>
              </a:blip>
              <a:srcRect l="-3783" t="-18588" r="-3786" b="1924"/>
              <a:stretch/>
            </p:blipFill>
            <p:spPr>
              <a:xfrm>
                <a:off x="9230000" y="1805437"/>
                <a:ext cx="1649053" cy="1649053"/>
              </a:xfrm>
              <a:prstGeom prst="ellipse">
                <a:avLst/>
              </a:prstGeom>
              <a:noFill/>
              <a:ln>
                <a:noFill/>
              </a:ln>
            </p:spPr>
          </p:pic>
        </p:grpSp>
        <p:sp>
          <p:nvSpPr>
            <p:cNvPr id="1699" name="Google Shape;1699;p3"/>
            <p:cNvSpPr/>
            <p:nvPr/>
          </p:nvSpPr>
          <p:spPr>
            <a:xfrm>
              <a:off x="4423781" y="3389589"/>
              <a:ext cx="566620" cy="563192"/>
            </a:xfrm>
            <a:prstGeom prst="ellipse">
              <a:avLst/>
            </a:prstGeom>
            <a:noFill/>
            <a:ln w="20950" cap="flat" cmpd="sng">
              <a:solidFill>
                <a:srgbClr val="61A60E"/>
              </a:solidFill>
              <a:prstDash val="solid"/>
              <a:round/>
              <a:headEnd type="none" w="sm" len="sm"/>
              <a:tailEnd type="none" w="sm" len="sm"/>
            </a:ln>
          </p:spPr>
          <p:txBody>
            <a:bodyPr spcFirstLastPara="1" wrap="square" lIns="99450" tIns="49725" rIns="99450" bIns="497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1700" name="Google Shape;1700;p3"/>
          <p:cNvGrpSpPr/>
          <p:nvPr/>
        </p:nvGrpSpPr>
        <p:grpSpPr>
          <a:xfrm>
            <a:off x="3513854" y="3279554"/>
            <a:ext cx="686038" cy="681108"/>
            <a:chOff x="3266861" y="3673572"/>
            <a:chExt cx="567270" cy="563192"/>
          </a:xfrm>
        </p:grpSpPr>
        <p:sp>
          <p:nvSpPr>
            <p:cNvPr id="1701" name="Google Shape;1701;p3"/>
            <p:cNvSpPr/>
            <p:nvPr/>
          </p:nvSpPr>
          <p:spPr>
            <a:xfrm>
              <a:off x="3266861" y="3676545"/>
              <a:ext cx="555920" cy="557245"/>
            </a:xfrm>
            <a:prstGeom prst="ellipse">
              <a:avLst/>
            </a:prstGeom>
            <a:solidFill>
              <a:schemeClr val="lt1"/>
            </a:solidFill>
            <a:ln>
              <a:noFill/>
            </a:ln>
          </p:spPr>
          <p:txBody>
            <a:bodyPr spcFirstLastPara="1" wrap="square" lIns="90400" tIns="45200" rIns="90400" bIns="452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702" name="Google Shape;1702;p3"/>
            <p:cNvPicPr preferRelativeResize="0"/>
            <p:nvPr/>
          </p:nvPicPr>
          <p:blipFill rotWithShape="1">
            <a:blip r:embed="rId5">
              <a:alphaModFix/>
            </a:blip>
            <a:srcRect l="-7724" t="-13174" r="-7727" b="1016"/>
            <a:stretch/>
          </p:blipFill>
          <p:spPr>
            <a:xfrm>
              <a:off x="3272279" y="3673572"/>
              <a:ext cx="561852" cy="563192"/>
            </a:xfrm>
            <a:prstGeom prst="ellipse">
              <a:avLst/>
            </a:prstGeom>
            <a:noFill/>
            <a:ln>
              <a:noFill/>
            </a:ln>
          </p:spPr>
        </p:pic>
        <p:sp>
          <p:nvSpPr>
            <p:cNvPr id="1703" name="Google Shape;1703;p3"/>
            <p:cNvSpPr/>
            <p:nvPr/>
          </p:nvSpPr>
          <p:spPr>
            <a:xfrm>
              <a:off x="3266861" y="3676545"/>
              <a:ext cx="555920" cy="557245"/>
            </a:xfrm>
            <a:prstGeom prst="ellipse">
              <a:avLst/>
            </a:prstGeom>
            <a:noFill/>
            <a:ln w="20950" cap="flat" cmpd="sng">
              <a:solidFill>
                <a:schemeClr val="accent1"/>
              </a:solidFill>
              <a:prstDash val="solid"/>
              <a:round/>
              <a:headEnd type="none" w="sm" len="sm"/>
              <a:tailEnd type="none" w="sm" len="sm"/>
            </a:ln>
          </p:spPr>
          <p:txBody>
            <a:bodyPr spcFirstLastPara="1" wrap="square" lIns="90400" tIns="45200" rIns="90400" bIns="452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1704" name="Google Shape;1704;p3"/>
          <p:cNvGrpSpPr/>
          <p:nvPr/>
        </p:nvGrpSpPr>
        <p:grpSpPr>
          <a:xfrm>
            <a:off x="2215113" y="2273240"/>
            <a:ext cx="686038" cy="681108"/>
            <a:chOff x="2153219" y="2838286"/>
            <a:chExt cx="567270" cy="563192"/>
          </a:xfrm>
        </p:grpSpPr>
        <p:sp>
          <p:nvSpPr>
            <p:cNvPr id="1705" name="Google Shape;1705;p3"/>
            <p:cNvSpPr/>
            <p:nvPr/>
          </p:nvSpPr>
          <p:spPr>
            <a:xfrm>
              <a:off x="2156668" y="2840524"/>
              <a:ext cx="562762" cy="558716"/>
            </a:xfrm>
            <a:prstGeom prst="ellipse">
              <a:avLst/>
            </a:prstGeom>
            <a:solidFill>
              <a:schemeClr val="lt1"/>
            </a:solidFill>
            <a:ln>
              <a:noFill/>
            </a:ln>
          </p:spPr>
          <p:txBody>
            <a:bodyPr spcFirstLastPara="1" wrap="square" lIns="90400" tIns="45200" rIns="90400" bIns="452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706" name="Google Shape;1706;p3"/>
            <p:cNvPicPr preferRelativeResize="0"/>
            <p:nvPr/>
          </p:nvPicPr>
          <p:blipFill rotWithShape="1">
            <a:blip r:embed="rId6">
              <a:alphaModFix/>
            </a:blip>
            <a:srcRect l="-7802" t="-14142" r="-7799" b="6458"/>
            <a:stretch/>
          </p:blipFill>
          <p:spPr>
            <a:xfrm>
              <a:off x="2153219" y="2838286"/>
              <a:ext cx="567270" cy="563192"/>
            </a:xfrm>
            <a:prstGeom prst="ellipse">
              <a:avLst/>
            </a:prstGeom>
            <a:noFill/>
            <a:ln>
              <a:noFill/>
            </a:ln>
          </p:spPr>
        </p:pic>
        <p:sp>
          <p:nvSpPr>
            <p:cNvPr id="1707" name="Google Shape;1707;p3"/>
            <p:cNvSpPr/>
            <p:nvPr/>
          </p:nvSpPr>
          <p:spPr>
            <a:xfrm>
              <a:off x="2156668" y="2840524"/>
              <a:ext cx="562762" cy="558716"/>
            </a:xfrm>
            <a:prstGeom prst="ellipse">
              <a:avLst/>
            </a:prstGeom>
            <a:noFill/>
            <a:ln w="20950" cap="flat" cmpd="sng">
              <a:solidFill>
                <a:srgbClr val="1D428A"/>
              </a:solidFill>
              <a:prstDash val="solid"/>
              <a:round/>
              <a:headEnd type="none" w="sm" len="sm"/>
              <a:tailEnd type="none" w="sm" len="sm"/>
            </a:ln>
          </p:spPr>
          <p:txBody>
            <a:bodyPr spcFirstLastPara="1" wrap="square" lIns="90400" tIns="45200" rIns="90400" bIns="452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1708" name="Google Shape;1708;p3"/>
          <p:cNvGrpSpPr/>
          <p:nvPr/>
        </p:nvGrpSpPr>
        <p:grpSpPr>
          <a:xfrm>
            <a:off x="787663" y="3049749"/>
            <a:ext cx="623674" cy="619189"/>
            <a:chOff x="992995" y="3622107"/>
            <a:chExt cx="567270" cy="563192"/>
          </a:xfrm>
        </p:grpSpPr>
        <p:sp>
          <p:nvSpPr>
            <p:cNvPr id="1709" name="Google Shape;1709;p3"/>
            <p:cNvSpPr/>
            <p:nvPr/>
          </p:nvSpPr>
          <p:spPr>
            <a:xfrm>
              <a:off x="997070" y="3622107"/>
              <a:ext cx="563195" cy="563192"/>
            </a:xfrm>
            <a:prstGeom prst="ellipse">
              <a:avLst/>
            </a:prstGeom>
            <a:solidFill>
              <a:schemeClr val="lt1"/>
            </a:solidFill>
            <a:ln>
              <a:noFill/>
            </a:ln>
          </p:spPr>
          <p:txBody>
            <a:bodyPr spcFirstLastPara="1" wrap="square" lIns="90375" tIns="45175" rIns="90375" bIns="451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710" name="Google Shape;1710;p3"/>
            <p:cNvPicPr preferRelativeResize="0"/>
            <p:nvPr/>
          </p:nvPicPr>
          <p:blipFill rotWithShape="1">
            <a:blip r:embed="rId7">
              <a:alphaModFix/>
            </a:blip>
            <a:srcRect l="-3880" t="-13881" r="-5173" b="13668"/>
            <a:stretch/>
          </p:blipFill>
          <p:spPr>
            <a:xfrm>
              <a:off x="992995" y="3622107"/>
              <a:ext cx="563195" cy="563192"/>
            </a:xfrm>
            <a:prstGeom prst="ellipse">
              <a:avLst/>
            </a:prstGeom>
            <a:noFill/>
            <a:ln>
              <a:noFill/>
            </a:ln>
          </p:spPr>
        </p:pic>
        <p:sp>
          <p:nvSpPr>
            <p:cNvPr id="1711" name="Google Shape;1711;p3"/>
            <p:cNvSpPr/>
            <p:nvPr/>
          </p:nvSpPr>
          <p:spPr>
            <a:xfrm>
              <a:off x="997286" y="3624345"/>
              <a:ext cx="562762" cy="558716"/>
            </a:xfrm>
            <a:prstGeom prst="ellipse">
              <a:avLst/>
            </a:prstGeom>
            <a:noFill/>
            <a:ln w="20950" cap="flat" cmpd="sng">
              <a:solidFill>
                <a:schemeClr val="accent5"/>
              </a:solidFill>
              <a:prstDash val="solid"/>
              <a:round/>
              <a:headEnd type="none" w="sm" len="sm"/>
              <a:tailEnd type="none" w="sm" len="sm"/>
            </a:ln>
          </p:spPr>
          <p:txBody>
            <a:bodyPr spcFirstLastPara="1" wrap="square" lIns="90400" tIns="45200" rIns="90400" bIns="452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1712" name="Google Shape;1712;p3"/>
          <p:cNvGrpSpPr/>
          <p:nvPr/>
        </p:nvGrpSpPr>
        <p:grpSpPr>
          <a:xfrm>
            <a:off x="3829965" y="1969406"/>
            <a:ext cx="430130" cy="432000"/>
            <a:chOff x="506872" y="3857189"/>
            <a:chExt cx="902850" cy="902850"/>
          </a:xfrm>
        </p:grpSpPr>
        <p:sp>
          <p:nvSpPr>
            <p:cNvPr id="1713" name="Google Shape;1713;p3"/>
            <p:cNvSpPr/>
            <p:nvPr/>
          </p:nvSpPr>
          <p:spPr>
            <a:xfrm>
              <a:off x="506872" y="3857189"/>
              <a:ext cx="902850" cy="902850"/>
            </a:xfrm>
            <a:prstGeom prst="ellipse">
              <a:avLst/>
            </a:prstGeom>
            <a:gradFill>
              <a:gsLst>
                <a:gs pos="0">
                  <a:srgbClr val="008EB4"/>
                </a:gs>
                <a:gs pos="100000">
                  <a:srgbClr val="008198"/>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1714" name="Google Shape;1714;p3"/>
            <p:cNvSpPr/>
            <p:nvPr/>
          </p:nvSpPr>
          <p:spPr>
            <a:xfrm>
              <a:off x="653073" y="3991127"/>
              <a:ext cx="610448" cy="594373"/>
            </a:xfrm>
            <a:custGeom>
              <a:avLst/>
              <a:gdLst/>
              <a:ahLst/>
              <a:cxnLst/>
              <a:rect l="l" t="t" r="r" b="b"/>
              <a:pathLst>
                <a:path w="610448" h="594373" extrusionOk="0">
                  <a:moveTo>
                    <a:pt x="340200" y="421883"/>
                  </a:moveTo>
                  <a:cubicBezTo>
                    <a:pt x="340635" y="421883"/>
                    <a:pt x="340635" y="421883"/>
                    <a:pt x="340635" y="421883"/>
                  </a:cubicBezTo>
                  <a:lnTo>
                    <a:pt x="341938" y="428401"/>
                  </a:lnTo>
                  <a:lnTo>
                    <a:pt x="340200" y="422318"/>
                  </a:lnTo>
                  <a:close/>
                  <a:moveTo>
                    <a:pt x="305006" y="371917"/>
                  </a:moveTo>
                  <a:cubicBezTo>
                    <a:pt x="306310" y="372351"/>
                    <a:pt x="308047" y="372786"/>
                    <a:pt x="308917" y="374524"/>
                  </a:cubicBezTo>
                  <a:cubicBezTo>
                    <a:pt x="314130" y="383214"/>
                    <a:pt x="318909" y="392337"/>
                    <a:pt x="323689" y="401027"/>
                  </a:cubicBezTo>
                  <a:lnTo>
                    <a:pt x="323255" y="401462"/>
                  </a:lnTo>
                  <a:lnTo>
                    <a:pt x="331510" y="416669"/>
                  </a:lnTo>
                  <a:cubicBezTo>
                    <a:pt x="332813" y="418841"/>
                    <a:pt x="334117" y="421014"/>
                    <a:pt x="335420" y="423621"/>
                  </a:cubicBezTo>
                  <a:cubicBezTo>
                    <a:pt x="325427" y="426228"/>
                    <a:pt x="315000" y="427531"/>
                    <a:pt x="305006" y="427531"/>
                  </a:cubicBezTo>
                  <a:cubicBezTo>
                    <a:pt x="294578" y="427097"/>
                    <a:pt x="284585" y="425794"/>
                    <a:pt x="274158" y="423187"/>
                  </a:cubicBezTo>
                  <a:cubicBezTo>
                    <a:pt x="279372" y="413627"/>
                    <a:pt x="284585" y="404503"/>
                    <a:pt x="289799" y="394944"/>
                  </a:cubicBezTo>
                  <a:lnTo>
                    <a:pt x="301096" y="374524"/>
                  </a:lnTo>
                  <a:cubicBezTo>
                    <a:pt x="301965" y="372786"/>
                    <a:pt x="303703" y="371917"/>
                    <a:pt x="305006" y="371917"/>
                  </a:cubicBezTo>
                  <a:close/>
                  <a:moveTo>
                    <a:pt x="304138" y="358882"/>
                  </a:moveTo>
                  <a:cubicBezTo>
                    <a:pt x="298055" y="358882"/>
                    <a:pt x="292407" y="362358"/>
                    <a:pt x="288931" y="368441"/>
                  </a:cubicBezTo>
                  <a:lnTo>
                    <a:pt x="277634" y="388862"/>
                  </a:lnTo>
                  <a:cubicBezTo>
                    <a:pt x="271552" y="399724"/>
                    <a:pt x="265903" y="410151"/>
                    <a:pt x="259820" y="421013"/>
                  </a:cubicBezTo>
                  <a:cubicBezTo>
                    <a:pt x="258951" y="422317"/>
                    <a:pt x="257648" y="425793"/>
                    <a:pt x="258951" y="429269"/>
                  </a:cubicBezTo>
                  <a:cubicBezTo>
                    <a:pt x="260690" y="433179"/>
                    <a:pt x="264165" y="434483"/>
                    <a:pt x="265469" y="434483"/>
                  </a:cubicBezTo>
                  <a:cubicBezTo>
                    <a:pt x="278503" y="438393"/>
                    <a:pt x="291538" y="440566"/>
                    <a:pt x="305007" y="440566"/>
                  </a:cubicBezTo>
                  <a:cubicBezTo>
                    <a:pt x="318041" y="440566"/>
                    <a:pt x="330642" y="438393"/>
                    <a:pt x="343676" y="434918"/>
                  </a:cubicBezTo>
                  <a:cubicBezTo>
                    <a:pt x="344979" y="434483"/>
                    <a:pt x="348890" y="433179"/>
                    <a:pt x="350627" y="429269"/>
                  </a:cubicBezTo>
                  <a:lnTo>
                    <a:pt x="349324" y="429269"/>
                  </a:lnTo>
                  <a:cubicBezTo>
                    <a:pt x="351062" y="425358"/>
                    <a:pt x="348890" y="421883"/>
                    <a:pt x="348021" y="420579"/>
                  </a:cubicBezTo>
                  <a:cubicBezTo>
                    <a:pt x="346283" y="417103"/>
                    <a:pt x="344111" y="413627"/>
                    <a:pt x="342372" y="410151"/>
                  </a:cubicBezTo>
                  <a:lnTo>
                    <a:pt x="334117" y="394945"/>
                  </a:lnTo>
                  <a:cubicBezTo>
                    <a:pt x="329338" y="386255"/>
                    <a:pt x="324559" y="377130"/>
                    <a:pt x="319345" y="368441"/>
                  </a:cubicBezTo>
                  <a:cubicBezTo>
                    <a:pt x="315869" y="362358"/>
                    <a:pt x="310220" y="358882"/>
                    <a:pt x="304138" y="358882"/>
                  </a:cubicBezTo>
                  <a:close/>
                  <a:moveTo>
                    <a:pt x="359317" y="345848"/>
                  </a:moveTo>
                  <a:lnTo>
                    <a:pt x="414931" y="355406"/>
                  </a:lnTo>
                  <a:cubicBezTo>
                    <a:pt x="406241" y="374958"/>
                    <a:pt x="393641" y="391034"/>
                    <a:pt x="376262" y="404069"/>
                  </a:cubicBezTo>
                  <a:cubicBezTo>
                    <a:pt x="370614" y="391034"/>
                    <a:pt x="365400" y="377565"/>
                    <a:pt x="359752" y="364531"/>
                  </a:cubicBezTo>
                  <a:lnTo>
                    <a:pt x="354538" y="351931"/>
                  </a:lnTo>
                  <a:lnTo>
                    <a:pt x="348455" y="354538"/>
                  </a:lnTo>
                  <a:lnTo>
                    <a:pt x="354103" y="350192"/>
                  </a:lnTo>
                  <a:cubicBezTo>
                    <a:pt x="354103" y="348455"/>
                    <a:pt x="355841" y="346717"/>
                    <a:pt x="355841" y="346717"/>
                  </a:cubicBezTo>
                  <a:cubicBezTo>
                    <a:pt x="356710" y="346282"/>
                    <a:pt x="359317" y="345848"/>
                    <a:pt x="359317" y="345848"/>
                  </a:cubicBezTo>
                  <a:close/>
                  <a:moveTo>
                    <a:pt x="251131" y="345848"/>
                  </a:moveTo>
                  <a:lnTo>
                    <a:pt x="251131" y="346282"/>
                  </a:lnTo>
                  <a:cubicBezTo>
                    <a:pt x="252435" y="346717"/>
                    <a:pt x="253303" y="347151"/>
                    <a:pt x="254173" y="348020"/>
                  </a:cubicBezTo>
                  <a:cubicBezTo>
                    <a:pt x="255042" y="348889"/>
                    <a:pt x="255042" y="350192"/>
                    <a:pt x="255042" y="351062"/>
                  </a:cubicBezTo>
                  <a:cubicBezTo>
                    <a:pt x="254607" y="351931"/>
                    <a:pt x="253738" y="354538"/>
                    <a:pt x="253738" y="354538"/>
                  </a:cubicBezTo>
                  <a:lnTo>
                    <a:pt x="247220" y="370614"/>
                  </a:lnTo>
                  <a:cubicBezTo>
                    <a:pt x="242876" y="381476"/>
                    <a:pt x="238531" y="392338"/>
                    <a:pt x="233752" y="403634"/>
                  </a:cubicBezTo>
                  <a:cubicBezTo>
                    <a:pt x="216807" y="391034"/>
                    <a:pt x="203773" y="374958"/>
                    <a:pt x="195083" y="355406"/>
                  </a:cubicBezTo>
                  <a:cubicBezTo>
                    <a:pt x="208987" y="353234"/>
                    <a:pt x="222456" y="350627"/>
                    <a:pt x="236359" y="348455"/>
                  </a:cubicBezTo>
                  <a:close/>
                  <a:moveTo>
                    <a:pt x="361924" y="333248"/>
                  </a:moveTo>
                  <a:cubicBezTo>
                    <a:pt x="356710" y="332379"/>
                    <a:pt x="351931" y="333683"/>
                    <a:pt x="348021" y="336723"/>
                  </a:cubicBezTo>
                  <a:cubicBezTo>
                    <a:pt x="344111" y="340199"/>
                    <a:pt x="341938" y="344978"/>
                    <a:pt x="341938" y="349324"/>
                  </a:cubicBezTo>
                  <a:cubicBezTo>
                    <a:pt x="341504" y="352365"/>
                    <a:pt x="343241" y="357145"/>
                    <a:pt x="343241" y="357145"/>
                  </a:cubicBezTo>
                  <a:lnTo>
                    <a:pt x="348455" y="369744"/>
                  </a:lnTo>
                  <a:cubicBezTo>
                    <a:pt x="354538" y="384517"/>
                    <a:pt x="360620" y="399289"/>
                    <a:pt x="366703" y="414061"/>
                  </a:cubicBezTo>
                  <a:cubicBezTo>
                    <a:pt x="367138" y="414930"/>
                    <a:pt x="368441" y="418407"/>
                    <a:pt x="372352" y="419710"/>
                  </a:cubicBezTo>
                  <a:cubicBezTo>
                    <a:pt x="373221" y="419710"/>
                    <a:pt x="373655" y="419710"/>
                    <a:pt x="374524" y="419710"/>
                  </a:cubicBezTo>
                  <a:cubicBezTo>
                    <a:pt x="377131" y="419710"/>
                    <a:pt x="379303" y="417972"/>
                    <a:pt x="380172" y="417537"/>
                  </a:cubicBezTo>
                  <a:cubicBezTo>
                    <a:pt x="402331" y="401896"/>
                    <a:pt x="419276" y="381041"/>
                    <a:pt x="429269" y="355406"/>
                  </a:cubicBezTo>
                  <a:lnTo>
                    <a:pt x="429269" y="348020"/>
                  </a:lnTo>
                  <a:cubicBezTo>
                    <a:pt x="427097" y="344545"/>
                    <a:pt x="422317" y="343675"/>
                    <a:pt x="422317" y="343675"/>
                  </a:cubicBezTo>
                  <a:close/>
                  <a:moveTo>
                    <a:pt x="251131" y="332813"/>
                  </a:moveTo>
                  <a:lnTo>
                    <a:pt x="234186" y="335420"/>
                  </a:lnTo>
                  <a:cubicBezTo>
                    <a:pt x="218979" y="338027"/>
                    <a:pt x="203338" y="340634"/>
                    <a:pt x="188131" y="343241"/>
                  </a:cubicBezTo>
                  <a:cubicBezTo>
                    <a:pt x="184655" y="343675"/>
                    <a:pt x="182483" y="345413"/>
                    <a:pt x="181180" y="347585"/>
                  </a:cubicBezTo>
                  <a:cubicBezTo>
                    <a:pt x="179006" y="350627"/>
                    <a:pt x="180310" y="354103"/>
                    <a:pt x="181180" y="355841"/>
                  </a:cubicBezTo>
                  <a:cubicBezTo>
                    <a:pt x="191172" y="380606"/>
                    <a:pt x="207683" y="401027"/>
                    <a:pt x="229406" y="416234"/>
                  </a:cubicBezTo>
                  <a:cubicBezTo>
                    <a:pt x="230710" y="417103"/>
                    <a:pt x="232882" y="418841"/>
                    <a:pt x="235924" y="418841"/>
                  </a:cubicBezTo>
                  <a:cubicBezTo>
                    <a:pt x="236359" y="418841"/>
                    <a:pt x="237228" y="418841"/>
                    <a:pt x="238096" y="418841"/>
                  </a:cubicBezTo>
                  <a:cubicBezTo>
                    <a:pt x="242007" y="417537"/>
                    <a:pt x="244179" y="412324"/>
                    <a:pt x="244179" y="412324"/>
                  </a:cubicBezTo>
                  <a:lnTo>
                    <a:pt x="245048" y="412324"/>
                  </a:lnTo>
                  <a:cubicBezTo>
                    <a:pt x="250262" y="399724"/>
                    <a:pt x="255041" y="387558"/>
                    <a:pt x="260255" y="375393"/>
                  </a:cubicBezTo>
                  <a:lnTo>
                    <a:pt x="266772" y="359317"/>
                  </a:lnTo>
                  <a:cubicBezTo>
                    <a:pt x="267206" y="357145"/>
                    <a:pt x="268510" y="353234"/>
                    <a:pt x="268510" y="353234"/>
                  </a:cubicBezTo>
                  <a:cubicBezTo>
                    <a:pt x="269380" y="348020"/>
                    <a:pt x="268076" y="342806"/>
                    <a:pt x="264600" y="338896"/>
                  </a:cubicBezTo>
                  <a:cubicBezTo>
                    <a:pt x="261124" y="334986"/>
                    <a:pt x="256344" y="332379"/>
                    <a:pt x="251131" y="332813"/>
                  </a:cubicBezTo>
                  <a:close/>
                  <a:moveTo>
                    <a:pt x="299794" y="297186"/>
                  </a:moveTo>
                  <a:lnTo>
                    <a:pt x="310221" y="297186"/>
                  </a:lnTo>
                  <a:lnTo>
                    <a:pt x="316738" y="305441"/>
                  </a:lnTo>
                  <a:lnTo>
                    <a:pt x="314566" y="315434"/>
                  </a:lnTo>
                  <a:lnTo>
                    <a:pt x="305007" y="320213"/>
                  </a:lnTo>
                  <a:lnTo>
                    <a:pt x="295448" y="315434"/>
                  </a:lnTo>
                  <a:lnTo>
                    <a:pt x="293276" y="305441"/>
                  </a:lnTo>
                  <a:close/>
                  <a:moveTo>
                    <a:pt x="290669" y="278068"/>
                  </a:moveTo>
                  <a:lnTo>
                    <a:pt x="272855" y="300662"/>
                  </a:lnTo>
                  <a:lnTo>
                    <a:pt x="279372" y="328903"/>
                  </a:lnTo>
                  <a:lnTo>
                    <a:pt x="305441" y="341503"/>
                  </a:lnTo>
                  <a:lnTo>
                    <a:pt x="331510" y="328903"/>
                  </a:lnTo>
                  <a:lnTo>
                    <a:pt x="337593" y="300662"/>
                  </a:lnTo>
                  <a:lnTo>
                    <a:pt x="319780" y="278068"/>
                  </a:lnTo>
                  <a:close/>
                  <a:moveTo>
                    <a:pt x="411021" y="251131"/>
                  </a:moveTo>
                  <a:cubicBezTo>
                    <a:pt x="418407" y="265903"/>
                    <a:pt x="423187" y="281545"/>
                    <a:pt x="424490" y="298489"/>
                  </a:cubicBezTo>
                  <a:cubicBezTo>
                    <a:pt x="424925" y="301531"/>
                    <a:pt x="424925" y="304572"/>
                    <a:pt x="424925" y="308048"/>
                  </a:cubicBezTo>
                  <a:lnTo>
                    <a:pt x="424925" y="311090"/>
                  </a:lnTo>
                  <a:lnTo>
                    <a:pt x="411021" y="307179"/>
                  </a:lnTo>
                  <a:cubicBezTo>
                    <a:pt x="397987" y="303268"/>
                    <a:pt x="384518" y="299358"/>
                    <a:pt x="371483" y="295448"/>
                  </a:cubicBezTo>
                  <a:cubicBezTo>
                    <a:pt x="369746" y="295014"/>
                    <a:pt x="368007" y="293710"/>
                    <a:pt x="368007" y="292407"/>
                  </a:cubicBezTo>
                  <a:cubicBezTo>
                    <a:pt x="367573" y="291103"/>
                    <a:pt x="369746" y="288062"/>
                    <a:pt x="369746" y="288062"/>
                  </a:cubicBezTo>
                  <a:close/>
                  <a:moveTo>
                    <a:pt x="198993" y="251131"/>
                  </a:moveTo>
                  <a:cubicBezTo>
                    <a:pt x="212462" y="263296"/>
                    <a:pt x="225931" y="275462"/>
                    <a:pt x="239400" y="287627"/>
                  </a:cubicBezTo>
                  <a:cubicBezTo>
                    <a:pt x="242007" y="290234"/>
                    <a:pt x="242007" y="293276"/>
                    <a:pt x="242007" y="293276"/>
                  </a:cubicBezTo>
                  <a:lnTo>
                    <a:pt x="242875" y="292841"/>
                  </a:lnTo>
                  <a:cubicBezTo>
                    <a:pt x="242441" y="293710"/>
                    <a:pt x="242007" y="295014"/>
                    <a:pt x="238096" y="296317"/>
                  </a:cubicBezTo>
                  <a:cubicBezTo>
                    <a:pt x="223759" y="300662"/>
                    <a:pt x="208986" y="304572"/>
                    <a:pt x="194649" y="308917"/>
                  </a:cubicBezTo>
                  <a:lnTo>
                    <a:pt x="185524" y="311524"/>
                  </a:lnTo>
                  <a:cubicBezTo>
                    <a:pt x="185090" y="307179"/>
                    <a:pt x="185524" y="302400"/>
                    <a:pt x="185524" y="298489"/>
                  </a:cubicBezTo>
                  <a:cubicBezTo>
                    <a:pt x="186827" y="281979"/>
                    <a:pt x="191172" y="266337"/>
                    <a:pt x="198993" y="251131"/>
                  </a:cubicBezTo>
                  <a:close/>
                  <a:moveTo>
                    <a:pt x="414062" y="235923"/>
                  </a:moveTo>
                  <a:cubicBezTo>
                    <a:pt x="410152" y="235055"/>
                    <a:pt x="406241" y="238530"/>
                    <a:pt x="406241" y="238530"/>
                  </a:cubicBezTo>
                  <a:lnTo>
                    <a:pt x="361055" y="278937"/>
                  </a:lnTo>
                  <a:cubicBezTo>
                    <a:pt x="355841" y="283282"/>
                    <a:pt x="353669" y="289799"/>
                    <a:pt x="354972" y="295882"/>
                  </a:cubicBezTo>
                  <a:cubicBezTo>
                    <a:pt x="356276" y="301965"/>
                    <a:pt x="361055" y="306745"/>
                    <a:pt x="367573" y="308482"/>
                  </a:cubicBezTo>
                  <a:cubicBezTo>
                    <a:pt x="381042" y="312393"/>
                    <a:pt x="394076" y="316303"/>
                    <a:pt x="407545" y="320214"/>
                  </a:cubicBezTo>
                  <a:lnTo>
                    <a:pt x="426662" y="325861"/>
                  </a:lnTo>
                  <a:cubicBezTo>
                    <a:pt x="427097" y="326296"/>
                    <a:pt x="428400" y="326296"/>
                    <a:pt x="429703" y="326296"/>
                  </a:cubicBezTo>
                  <a:cubicBezTo>
                    <a:pt x="431007" y="326296"/>
                    <a:pt x="432745" y="325861"/>
                    <a:pt x="434048" y="324993"/>
                  </a:cubicBezTo>
                  <a:cubicBezTo>
                    <a:pt x="436221" y="323689"/>
                    <a:pt x="437525" y="321517"/>
                    <a:pt x="437525" y="318475"/>
                  </a:cubicBezTo>
                  <a:lnTo>
                    <a:pt x="437958" y="318910"/>
                  </a:lnTo>
                  <a:cubicBezTo>
                    <a:pt x="438393" y="315434"/>
                    <a:pt x="438393" y="312393"/>
                    <a:pt x="438393" y="308482"/>
                  </a:cubicBezTo>
                  <a:cubicBezTo>
                    <a:pt x="438828" y="305006"/>
                    <a:pt x="437958" y="301531"/>
                    <a:pt x="437958" y="296751"/>
                  </a:cubicBezTo>
                  <a:cubicBezTo>
                    <a:pt x="436655" y="277200"/>
                    <a:pt x="430572" y="258517"/>
                    <a:pt x="420579" y="241137"/>
                  </a:cubicBezTo>
                  <a:cubicBezTo>
                    <a:pt x="419710" y="239834"/>
                    <a:pt x="417973" y="236358"/>
                    <a:pt x="414062" y="235923"/>
                  </a:cubicBezTo>
                  <a:close/>
                  <a:moveTo>
                    <a:pt x="195952" y="235489"/>
                  </a:moveTo>
                  <a:cubicBezTo>
                    <a:pt x="192041" y="235923"/>
                    <a:pt x="190303" y="239400"/>
                    <a:pt x="189434" y="240703"/>
                  </a:cubicBezTo>
                  <a:cubicBezTo>
                    <a:pt x="179441" y="258082"/>
                    <a:pt x="173358" y="277200"/>
                    <a:pt x="172055" y="297620"/>
                  </a:cubicBezTo>
                  <a:cubicBezTo>
                    <a:pt x="171620" y="304571"/>
                    <a:pt x="171186" y="312827"/>
                    <a:pt x="172924" y="321517"/>
                  </a:cubicBezTo>
                  <a:lnTo>
                    <a:pt x="172924" y="321082"/>
                  </a:lnTo>
                  <a:lnTo>
                    <a:pt x="174227" y="328034"/>
                  </a:lnTo>
                  <a:lnTo>
                    <a:pt x="197255" y="321517"/>
                  </a:lnTo>
                  <a:cubicBezTo>
                    <a:pt x="212027" y="317172"/>
                    <a:pt x="226366" y="312827"/>
                    <a:pt x="240703" y="308917"/>
                  </a:cubicBezTo>
                  <a:cubicBezTo>
                    <a:pt x="243745" y="308048"/>
                    <a:pt x="252434" y="305875"/>
                    <a:pt x="254607" y="295882"/>
                  </a:cubicBezTo>
                  <a:cubicBezTo>
                    <a:pt x="256344" y="288930"/>
                    <a:pt x="254172" y="282848"/>
                    <a:pt x="248089" y="277634"/>
                  </a:cubicBezTo>
                  <a:cubicBezTo>
                    <a:pt x="233317" y="264599"/>
                    <a:pt x="218545" y="251565"/>
                    <a:pt x="203772" y="238096"/>
                  </a:cubicBezTo>
                  <a:cubicBezTo>
                    <a:pt x="202469" y="237227"/>
                    <a:pt x="199862" y="235055"/>
                    <a:pt x="195952" y="235489"/>
                  </a:cubicBezTo>
                  <a:close/>
                  <a:moveTo>
                    <a:pt x="327600" y="189434"/>
                  </a:moveTo>
                  <a:cubicBezTo>
                    <a:pt x="347586" y="193345"/>
                    <a:pt x="365835" y="202468"/>
                    <a:pt x="382779" y="216372"/>
                  </a:cubicBezTo>
                  <a:cubicBezTo>
                    <a:pt x="368007" y="226799"/>
                    <a:pt x="353234" y="237227"/>
                    <a:pt x="338462" y="247654"/>
                  </a:cubicBezTo>
                  <a:cubicBezTo>
                    <a:pt x="335421" y="249826"/>
                    <a:pt x="332814" y="248958"/>
                    <a:pt x="332814" y="248958"/>
                  </a:cubicBezTo>
                  <a:lnTo>
                    <a:pt x="332814" y="248523"/>
                  </a:lnTo>
                  <a:cubicBezTo>
                    <a:pt x="331944" y="248089"/>
                    <a:pt x="330641" y="247654"/>
                    <a:pt x="330641" y="243744"/>
                  </a:cubicBezTo>
                  <a:close/>
                  <a:moveTo>
                    <a:pt x="282848" y="189434"/>
                  </a:moveTo>
                  <a:lnTo>
                    <a:pt x="281979" y="202468"/>
                  </a:lnTo>
                  <a:cubicBezTo>
                    <a:pt x="281110" y="216806"/>
                    <a:pt x="280241" y="231579"/>
                    <a:pt x="279372" y="245917"/>
                  </a:cubicBezTo>
                  <a:cubicBezTo>
                    <a:pt x="279372" y="247654"/>
                    <a:pt x="278503" y="248958"/>
                    <a:pt x="277200" y="249393"/>
                  </a:cubicBezTo>
                  <a:cubicBezTo>
                    <a:pt x="275897" y="250261"/>
                    <a:pt x="272855" y="248958"/>
                    <a:pt x="272855" y="248958"/>
                  </a:cubicBezTo>
                  <a:cubicBezTo>
                    <a:pt x="264600" y="242875"/>
                    <a:pt x="255910" y="237227"/>
                    <a:pt x="247655" y="231144"/>
                  </a:cubicBezTo>
                  <a:cubicBezTo>
                    <a:pt x="240704" y="226365"/>
                    <a:pt x="233751" y="221151"/>
                    <a:pt x="226800" y="216372"/>
                  </a:cubicBezTo>
                  <a:cubicBezTo>
                    <a:pt x="242876" y="202903"/>
                    <a:pt x="261124" y="193778"/>
                    <a:pt x="282848" y="189434"/>
                  </a:cubicBezTo>
                  <a:close/>
                  <a:moveTo>
                    <a:pt x="328469" y="176399"/>
                  </a:moveTo>
                  <a:cubicBezTo>
                    <a:pt x="324124" y="175531"/>
                    <a:pt x="320213" y="175096"/>
                    <a:pt x="317173" y="177703"/>
                  </a:cubicBezTo>
                  <a:lnTo>
                    <a:pt x="316738" y="177703"/>
                  </a:lnTo>
                  <a:cubicBezTo>
                    <a:pt x="313697" y="180310"/>
                    <a:pt x="313697" y="184221"/>
                    <a:pt x="313697" y="189434"/>
                  </a:cubicBezTo>
                  <a:lnTo>
                    <a:pt x="316738" y="244613"/>
                  </a:lnTo>
                  <a:cubicBezTo>
                    <a:pt x="317173" y="252434"/>
                    <a:pt x="320648" y="258082"/>
                    <a:pt x="326731" y="260689"/>
                  </a:cubicBezTo>
                  <a:cubicBezTo>
                    <a:pt x="329338" y="261992"/>
                    <a:pt x="331510" y="262427"/>
                    <a:pt x="334117" y="262427"/>
                  </a:cubicBezTo>
                  <a:cubicBezTo>
                    <a:pt x="338028" y="262427"/>
                    <a:pt x="341938" y="261124"/>
                    <a:pt x="345848" y="258517"/>
                  </a:cubicBezTo>
                  <a:cubicBezTo>
                    <a:pt x="361924" y="247220"/>
                    <a:pt x="377566" y="235923"/>
                    <a:pt x="393641" y="224627"/>
                  </a:cubicBezTo>
                  <a:cubicBezTo>
                    <a:pt x="394945" y="223758"/>
                    <a:pt x="398421" y="221151"/>
                    <a:pt x="398421" y="217241"/>
                  </a:cubicBezTo>
                  <a:cubicBezTo>
                    <a:pt x="398855" y="213331"/>
                    <a:pt x="395814" y="210724"/>
                    <a:pt x="394511" y="209420"/>
                  </a:cubicBezTo>
                  <a:cubicBezTo>
                    <a:pt x="375393" y="192041"/>
                    <a:pt x="352800" y="180745"/>
                    <a:pt x="328469" y="176399"/>
                  </a:cubicBezTo>
                  <a:close/>
                  <a:moveTo>
                    <a:pt x="283717" y="176399"/>
                  </a:moveTo>
                  <a:cubicBezTo>
                    <a:pt x="282848" y="176834"/>
                    <a:pt x="281545" y="177268"/>
                    <a:pt x="279807" y="177268"/>
                  </a:cubicBezTo>
                  <a:cubicBezTo>
                    <a:pt x="255041" y="182048"/>
                    <a:pt x="232882" y="192910"/>
                    <a:pt x="214200" y="210289"/>
                  </a:cubicBezTo>
                  <a:lnTo>
                    <a:pt x="218545" y="215068"/>
                  </a:lnTo>
                  <a:lnTo>
                    <a:pt x="214200" y="210724"/>
                  </a:lnTo>
                  <a:lnTo>
                    <a:pt x="210724" y="217675"/>
                  </a:lnTo>
                  <a:cubicBezTo>
                    <a:pt x="211158" y="220282"/>
                    <a:pt x="212462" y="222454"/>
                    <a:pt x="215069" y="224193"/>
                  </a:cubicBezTo>
                  <a:cubicBezTo>
                    <a:pt x="223324" y="230275"/>
                    <a:pt x="232014" y="235923"/>
                    <a:pt x="240268" y="242006"/>
                  </a:cubicBezTo>
                  <a:cubicBezTo>
                    <a:pt x="248524" y="248089"/>
                    <a:pt x="257214" y="253737"/>
                    <a:pt x="265469" y="259820"/>
                  </a:cubicBezTo>
                  <a:cubicBezTo>
                    <a:pt x="268510" y="261558"/>
                    <a:pt x="271986" y="262861"/>
                    <a:pt x="275462" y="262861"/>
                  </a:cubicBezTo>
                  <a:cubicBezTo>
                    <a:pt x="278069" y="262861"/>
                    <a:pt x="280675" y="262427"/>
                    <a:pt x="282848" y="261124"/>
                  </a:cubicBezTo>
                  <a:cubicBezTo>
                    <a:pt x="288496" y="258517"/>
                    <a:pt x="292407" y="253303"/>
                    <a:pt x="292407" y="246786"/>
                  </a:cubicBezTo>
                  <a:cubicBezTo>
                    <a:pt x="293276" y="232447"/>
                    <a:pt x="294144" y="217675"/>
                    <a:pt x="295014" y="203337"/>
                  </a:cubicBezTo>
                  <a:lnTo>
                    <a:pt x="295883" y="187261"/>
                  </a:lnTo>
                  <a:cubicBezTo>
                    <a:pt x="295883" y="184221"/>
                    <a:pt x="296317" y="180745"/>
                    <a:pt x="293276" y="178138"/>
                  </a:cubicBezTo>
                  <a:cubicBezTo>
                    <a:pt x="290235" y="175531"/>
                    <a:pt x="287193" y="175965"/>
                    <a:pt x="283717" y="176399"/>
                  </a:cubicBezTo>
                  <a:close/>
                  <a:moveTo>
                    <a:pt x="305441" y="92110"/>
                  </a:moveTo>
                  <a:cubicBezTo>
                    <a:pt x="308048" y="92545"/>
                    <a:pt x="310655" y="95151"/>
                    <a:pt x="310655" y="98628"/>
                  </a:cubicBezTo>
                  <a:cubicBezTo>
                    <a:pt x="310655" y="98628"/>
                    <a:pt x="310220" y="102537"/>
                    <a:pt x="310220" y="102537"/>
                  </a:cubicBezTo>
                  <a:lnTo>
                    <a:pt x="310220" y="107751"/>
                  </a:lnTo>
                  <a:cubicBezTo>
                    <a:pt x="309352" y="112965"/>
                    <a:pt x="308917" y="117744"/>
                    <a:pt x="308048" y="122958"/>
                  </a:cubicBezTo>
                  <a:cubicBezTo>
                    <a:pt x="307613" y="126869"/>
                    <a:pt x="307613" y="130345"/>
                    <a:pt x="307613" y="134255"/>
                  </a:cubicBezTo>
                  <a:lnTo>
                    <a:pt x="307613" y="135993"/>
                  </a:lnTo>
                  <a:cubicBezTo>
                    <a:pt x="307613" y="139468"/>
                    <a:pt x="308917" y="142510"/>
                    <a:pt x="311959" y="145986"/>
                  </a:cubicBezTo>
                  <a:lnTo>
                    <a:pt x="311959" y="149896"/>
                  </a:lnTo>
                  <a:lnTo>
                    <a:pt x="313697" y="152069"/>
                  </a:lnTo>
                  <a:cubicBezTo>
                    <a:pt x="315869" y="154676"/>
                    <a:pt x="318910" y="154676"/>
                    <a:pt x="320213" y="154676"/>
                  </a:cubicBezTo>
                  <a:cubicBezTo>
                    <a:pt x="332379" y="156413"/>
                    <a:pt x="342807" y="158586"/>
                    <a:pt x="352800" y="162062"/>
                  </a:cubicBezTo>
                  <a:cubicBezTo>
                    <a:pt x="375393" y="169882"/>
                    <a:pt x="395379" y="182048"/>
                    <a:pt x="412324" y="198993"/>
                  </a:cubicBezTo>
                  <a:cubicBezTo>
                    <a:pt x="413628" y="200297"/>
                    <a:pt x="416235" y="202903"/>
                    <a:pt x="420145" y="202903"/>
                  </a:cubicBezTo>
                  <a:cubicBezTo>
                    <a:pt x="422317" y="203337"/>
                    <a:pt x="424489" y="202469"/>
                    <a:pt x="426228" y="200730"/>
                  </a:cubicBezTo>
                  <a:cubicBezTo>
                    <a:pt x="432745" y="201600"/>
                    <a:pt x="437090" y="197689"/>
                    <a:pt x="438828" y="196386"/>
                  </a:cubicBezTo>
                  <a:cubicBezTo>
                    <a:pt x="444911" y="191607"/>
                    <a:pt x="450559" y="185958"/>
                    <a:pt x="455773" y="179875"/>
                  </a:cubicBezTo>
                  <a:cubicBezTo>
                    <a:pt x="458380" y="177268"/>
                    <a:pt x="460986" y="174227"/>
                    <a:pt x="464028" y="172489"/>
                  </a:cubicBezTo>
                  <a:cubicBezTo>
                    <a:pt x="466200" y="171185"/>
                    <a:pt x="468807" y="170752"/>
                    <a:pt x="470545" y="171620"/>
                  </a:cubicBezTo>
                  <a:cubicBezTo>
                    <a:pt x="471414" y="172055"/>
                    <a:pt x="473152" y="173359"/>
                    <a:pt x="473152" y="175531"/>
                  </a:cubicBezTo>
                  <a:cubicBezTo>
                    <a:pt x="473586" y="176834"/>
                    <a:pt x="473586" y="179006"/>
                    <a:pt x="470545" y="181614"/>
                  </a:cubicBezTo>
                  <a:cubicBezTo>
                    <a:pt x="468372" y="184221"/>
                    <a:pt x="465331" y="185958"/>
                    <a:pt x="461855" y="187696"/>
                  </a:cubicBezTo>
                  <a:cubicBezTo>
                    <a:pt x="453166" y="192475"/>
                    <a:pt x="446648" y="196820"/>
                    <a:pt x="441000" y="201600"/>
                  </a:cubicBezTo>
                  <a:cubicBezTo>
                    <a:pt x="437525" y="204641"/>
                    <a:pt x="435351" y="208117"/>
                    <a:pt x="434918" y="212027"/>
                  </a:cubicBezTo>
                  <a:cubicBezTo>
                    <a:pt x="433179" y="213331"/>
                    <a:pt x="431876" y="215068"/>
                    <a:pt x="431442" y="217241"/>
                  </a:cubicBezTo>
                  <a:cubicBezTo>
                    <a:pt x="430572" y="221151"/>
                    <a:pt x="432311" y="224193"/>
                    <a:pt x="433179" y="225496"/>
                  </a:cubicBezTo>
                  <a:cubicBezTo>
                    <a:pt x="447083" y="248089"/>
                    <a:pt x="455338" y="272854"/>
                    <a:pt x="456641" y="299358"/>
                  </a:cubicBezTo>
                  <a:cubicBezTo>
                    <a:pt x="457076" y="307613"/>
                    <a:pt x="456641" y="315868"/>
                    <a:pt x="455773" y="324558"/>
                  </a:cubicBezTo>
                  <a:cubicBezTo>
                    <a:pt x="455338" y="326296"/>
                    <a:pt x="454903" y="329772"/>
                    <a:pt x="457510" y="332813"/>
                  </a:cubicBezTo>
                  <a:cubicBezTo>
                    <a:pt x="458380" y="334116"/>
                    <a:pt x="460117" y="335420"/>
                    <a:pt x="462724" y="335855"/>
                  </a:cubicBezTo>
                  <a:cubicBezTo>
                    <a:pt x="467069" y="342372"/>
                    <a:pt x="474021" y="343241"/>
                    <a:pt x="480104" y="344110"/>
                  </a:cubicBezTo>
                  <a:cubicBezTo>
                    <a:pt x="484448" y="344978"/>
                    <a:pt x="489227" y="345413"/>
                    <a:pt x="494007" y="345848"/>
                  </a:cubicBezTo>
                  <a:lnTo>
                    <a:pt x="494441" y="343241"/>
                  </a:lnTo>
                  <a:cubicBezTo>
                    <a:pt x="498787" y="343675"/>
                    <a:pt x="503131" y="344110"/>
                    <a:pt x="507476" y="344545"/>
                  </a:cubicBezTo>
                  <a:cubicBezTo>
                    <a:pt x="510517" y="344978"/>
                    <a:pt x="512256" y="346282"/>
                    <a:pt x="513559" y="348889"/>
                  </a:cubicBezTo>
                  <a:cubicBezTo>
                    <a:pt x="514428" y="350627"/>
                    <a:pt x="514428" y="351931"/>
                    <a:pt x="513124" y="353668"/>
                  </a:cubicBezTo>
                  <a:cubicBezTo>
                    <a:pt x="511821" y="355406"/>
                    <a:pt x="510083" y="357145"/>
                    <a:pt x="506173" y="356275"/>
                  </a:cubicBezTo>
                  <a:cubicBezTo>
                    <a:pt x="502262" y="355841"/>
                    <a:pt x="498787" y="354538"/>
                    <a:pt x="494876" y="352799"/>
                  </a:cubicBezTo>
                  <a:cubicBezTo>
                    <a:pt x="492704" y="351931"/>
                    <a:pt x="490531" y="351061"/>
                    <a:pt x="487055" y="349759"/>
                  </a:cubicBezTo>
                  <a:cubicBezTo>
                    <a:pt x="482276" y="348020"/>
                    <a:pt x="477062" y="346717"/>
                    <a:pt x="471849" y="345413"/>
                  </a:cubicBezTo>
                  <a:cubicBezTo>
                    <a:pt x="467503" y="344545"/>
                    <a:pt x="463159" y="345413"/>
                    <a:pt x="461421" y="347585"/>
                  </a:cubicBezTo>
                  <a:cubicBezTo>
                    <a:pt x="457076" y="346282"/>
                    <a:pt x="451427" y="347585"/>
                    <a:pt x="449255" y="354538"/>
                  </a:cubicBezTo>
                  <a:cubicBezTo>
                    <a:pt x="444041" y="370614"/>
                    <a:pt x="435786" y="385386"/>
                    <a:pt x="425359" y="398855"/>
                  </a:cubicBezTo>
                  <a:cubicBezTo>
                    <a:pt x="414062" y="413193"/>
                    <a:pt x="400593" y="425358"/>
                    <a:pt x="385386" y="434483"/>
                  </a:cubicBezTo>
                  <a:cubicBezTo>
                    <a:pt x="379738" y="437959"/>
                    <a:pt x="379303" y="442738"/>
                    <a:pt x="381042" y="446648"/>
                  </a:cubicBezTo>
                  <a:cubicBezTo>
                    <a:pt x="378869" y="453166"/>
                    <a:pt x="381910" y="458379"/>
                    <a:pt x="383214" y="460986"/>
                  </a:cubicBezTo>
                  <a:cubicBezTo>
                    <a:pt x="386690" y="467503"/>
                    <a:pt x="391035" y="474021"/>
                    <a:pt x="395814" y="480972"/>
                  </a:cubicBezTo>
                  <a:cubicBezTo>
                    <a:pt x="397986" y="484014"/>
                    <a:pt x="400159" y="487055"/>
                    <a:pt x="401027" y="490531"/>
                  </a:cubicBezTo>
                  <a:cubicBezTo>
                    <a:pt x="401897" y="493138"/>
                    <a:pt x="401027" y="496180"/>
                    <a:pt x="398855" y="497483"/>
                  </a:cubicBezTo>
                  <a:cubicBezTo>
                    <a:pt x="396683" y="498786"/>
                    <a:pt x="394076" y="498352"/>
                    <a:pt x="391904" y="496180"/>
                  </a:cubicBezTo>
                  <a:cubicBezTo>
                    <a:pt x="389731" y="494007"/>
                    <a:pt x="388428" y="490966"/>
                    <a:pt x="387124" y="486620"/>
                  </a:cubicBezTo>
                  <a:cubicBezTo>
                    <a:pt x="384952" y="479234"/>
                    <a:pt x="382345" y="470110"/>
                    <a:pt x="378000" y="461421"/>
                  </a:cubicBezTo>
                  <a:cubicBezTo>
                    <a:pt x="375828" y="457076"/>
                    <a:pt x="373221" y="454469"/>
                    <a:pt x="369310" y="453166"/>
                  </a:cubicBezTo>
                  <a:cubicBezTo>
                    <a:pt x="368441" y="450993"/>
                    <a:pt x="367138" y="449690"/>
                    <a:pt x="365400" y="448820"/>
                  </a:cubicBezTo>
                  <a:cubicBezTo>
                    <a:pt x="361490" y="446648"/>
                    <a:pt x="358013" y="447952"/>
                    <a:pt x="355407" y="448820"/>
                  </a:cubicBezTo>
                  <a:cubicBezTo>
                    <a:pt x="321517" y="460117"/>
                    <a:pt x="288062" y="460117"/>
                    <a:pt x="255041" y="448387"/>
                  </a:cubicBezTo>
                  <a:cubicBezTo>
                    <a:pt x="247221" y="445780"/>
                    <a:pt x="243310" y="450124"/>
                    <a:pt x="242007" y="453166"/>
                  </a:cubicBezTo>
                  <a:cubicBezTo>
                    <a:pt x="235924" y="455338"/>
                    <a:pt x="233317" y="460552"/>
                    <a:pt x="232448" y="462724"/>
                  </a:cubicBezTo>
                  <a:cubicBezTo>
                    <a:pt x="228973" y="469676"/>
                    <a:pt x="226366" y="477497"/>
                    <a:pt x="223759" y="486186"/>
                  </a:cubicBezTo>
                  <a:cubicBezTo>
                    <a:pt x="222890" y="489662"/>
                    <a:pt x="221586" y="492703"/>
                    <a:pt x="220283" y="494876"/>
                  </a:cubicBezTo>
                  <a:cubicBezTo>
                    <a:pt x="218545" y="498352"/>
                    <a:pt x="215069" y="499655"/>
                    <a:pt x="212462" y="498352"/>
                  </a:cubicBezTo>
                  <a:cubicBezTo>
                    <a:pt x="209855" y="497048"/>
                    <a:pt x="208551" y="493573"/>
                    <a:pt x="209855" y="490097"/>
                  </a:cubicBezTo>
                  <a:cubicBezTo>
                    <a:pt x="210724" y="487490"/>
                    <a:pt x="212027" y="484883"/>
                    <a:pt x="214634" y="481407"/>
                  </a:cubicBezTo>
                  <a:cubicBezTo>
                    <a:pt x="220717" y="473151"/>
                    <a:pt x="224627" y="466200"/>
                    <a:pt x="228103" y="459249"/>
                  </a:cubicBezTo>
                  <a:cubicBezTo>
                    <a:pt x="229406" y="457510"/>
                    <a:pt x="231579" y="452731"/>
                    <a:pt x="229406" y="447083"/>
                  </a:cubicBezTo>
                  <a:cubicBezTo>
                    <a:pt x="231579" y="443173"/>
                    <a:pt x="231579" y="437959"/>
                    <a:pt x="225931" y="434483"/>
                  </a:cubicBezTo>
                  <a:cubicBezTo>
                    <a:pt x="195082" y="415365"/>
                    <a:pt x="173793" y="388427"/>
                    <a:pt x="161628" y="354103"/>
                  </a:cubicBezTo>
                  <a:cubicBezTo>
                    <a:pt x="161193" y="352799"/>
                    <a:pt x="160324" y="350192"/>
                    <a:pt x="157282" y="348455"/>
                  </a:cubicBezTo>
                  <a:lnTo>
                    <a:pt x="153372" y="347152"/>
                  </a:lnTo>
                  <a:lnTo>
                    <a:pt x="150765" y="348020"/>
                  </a:lnTo>
                  <a:cubicBezTo>
                    <a:pt x="150765" y="348020"/>
                    <a:pt x="150331" y="348020"/>
                    <a:pt x="149028" y="347152"/>
                  </a:cubicBezTo>
                  <a:cubicBezTo>
                    <a:pt x="144682" y="344545"/>
                    <a:pt x="140338" y="345848"/>
                    <a:pt x="136862" y="346717"/>
                  </a:cubicBezTo>
                  <a:cubicBezTo>
                    <a:pt x="129910" y="348455"/>
                    <a:pt x="122523" y="351061"/>
                    <a:pt x="114269" y="354538"/>
                  </a:cubicBezTo>
                  <a:cubicBezTo>
                    <a:pt x="110358" y="356275"/>
                    <a:pt x="106882" y="357579"/>
                    <a:pt x="103407" y="357579"/>
                  </a:cubicBezTo>
                  <a:cubicBezTo>
                    <a:pt x="100365" y="358448"/>
                    <a:pt x="97324" y="355841"/>
                    <a:pt x="96889" y="353234"/>
                  </a:cubicBezTo>
                  <a:cubicBezTo>
                    <a:pt x="96455" y="351061"/>
                    <a:pt x="97759" y="348020"/>
                    <a:pt x="100800" y="346717"/>
                  </a:cubicBezTo>
                  <a:cubicBezTo>
                    <a:pt x="103841" y="345848"/>
                    <a:pt x="106882" y="344978"/>
                    <a:pt x="110793" y="344978"/>
                  </a:cubicBezTo>
                  <a:cubicBezTo>
                    <a:pt x="119048" y="344545"/>
                    <a:pt x="127738" y="343675"/>
                    <a:pt x="135992" y="341937"/>
                  </a:cubicBezTo>
                  <a:cubicBezTo>
                    <a:pt x="139469" y="341069"/>
                    <a:pt x="144248" y="339765"/>
                    <a:pt x="147289" y="334986"/>
                  </a:cubicBezTo>
                  <a:cubicBezTo>
                    <a:pt x="149896" y="334551"/>
                    <a:pt x="155110" y="331944"/>
                    <a:pt x="154242" y="323689"/>
                  </a:cubicBezTo>
                  <a:cubicBezTo>
                    <a:pt x="149896" y="288930"/>
                    <a:pt x="157282" y="255910"/>
                    <a:pt x="175966" y="225496"/>
                  </a:cubicBezTo>
                  <a:cubicBezTo>
                    <a:pt x="177269" y="223758"/>
                    <a:pt x="179006" y="220282"/>
                    <a:pt x="178138" y="216371"/>
                  </a:cubicBezTo>
                  <a:cubicBezTo>
                    <a:pt x="177703" y="214634"/>
                    <a:pt x="176834" y="212896"/>
                    <a:pt x="175097" y="211592"/>
                  </a:cubicBezTo>
                  <a:cubicBezTo>
                    <a:pt x="174227" y="205510"/>
                    <a:pt x="169883" y="202034"/>
                    <a:pt x="167276" y="199862"/>
                  </a:cubicBezTo>
                  <a:cubicBezTo>
                    <a:pt x="161628" y="195082"/>
                    <a:pt x="155110" y="191172"/>
                    <a:pt x="148159" y="187261"/>
                  </a:cubicBezTo>
                  <a:cubicBezTo>
                    <a:pt x="144682" y="185524"/>
                    <a:pt x="141641" y="183786"/>
                    <a:pt x="139034" y="181179"/>
                  </a:cubicBezTo>
                  <a:cubicBezTo>
                    <a:pt x="136427" y="178572"/>
                    <a:pt x="135992" y="175096"/>
                    <a:pt x="137731" y="172924"/>
                  </a:cubicBezTo>
                  <a:cubicBezTo>
                    <a:pt x="139469" y="170752"/>
                    <a:pt x="142945" y="170317"/>
                    <a:pt x="145986" y="172055"/>
                  </a:cubicBezTo>
                  <a:cubicBezTo>
                    <a:pt x="149028" y="174227"/>
                    <a:pt x="151635" y="176834"/>
                    <a:pt x="154675" y="180310"/>
                  </a:cubicBezTo>
                  <a:cubicBezTo>
                    <a:pt x="160758" y="187261"/>
                    <a:pt x="166407" y="192475"/>
                    <a:pt x="172490" y="197255"/>
                  </a:cubicBezTo>
                  <a:cubicBezTo>
                    <a:pt x="174227" y="198123"/>
                    <a:pt x="178138" y="201165"/>
                    <a:pt x="183786" y="200730"/>
                  </a:cubicBezTo>
                  <a:cubicBezTo>
                    <a:pt x="185524" y="201600"/>
                    <a:pt x="187696" y="202469"/>
                    <a:pt x="189434" y="202469"/>
                  </a:cubicBezTo>
                  <a:cubicBezTo>
                    <a:pt x="193779" y="203337"/>
                    <a:pt x="196386" y="199862"/>
                    <a:pt x="197689" y="198558"/>
                  </a:cubicBezTo>
                  <a:cubicBezTo>
                    <a:pt x="222020" y="173792"/>
                    <a:pt x="252434" y="159455"/>
                    <a:pt x="286758" y="154676"/>
                  </a:cubicBezTo>
                  <a:lnTo>
                    <a:pt x="289800" y="154676"/>
                  </a:lnTo>
                  <a:cubicBezTo>
                    <a:pt x="292841" y="154241"/>
                    <a:pt x="295014" y="153372"/>
                    <a:pt x="296317" y="151634"/>
                  </a:cubicBezTo>
                  <a:cubicBezTo>
                    <a:pt x="297621" y="149896"/>
                    <a:pt x="298490" y="147724"/>
                    <a:pt x="298490" y="144682"/>
                  </a:cubicBezTo>
                  <a:cubicBezTo>
                    <a:pt x="302400" y="140772"/>
                    <a:pt x="302400" y="135993"/>
                    <a:pt x="302400" y="133820"/>
                  </a:cubicBezTo>
                  <a:cubicBezTo>
                    <a:pt x="302400" y="124696"/>
                    <a:pt x="301097" y="116006"/>
                    <a:pt x="299793" y="107751"/>
                  </a:cubicBezTo>
                  <a:cubicBezTo>
                    <a:pt x="299358" y="103407"/>
                    <a:pt x="299358" y="100365"/>
                    <a:pt x="299358" y="97758"/>
                  </a:cubicBezTo>
                  <a:cubicBezTo>
                    <a:pt x="299793" y="94282"/>
                    <a:pt x="302400" y="92110"/>
                    <a:pt x="305441" y="92110"/>
                  </a:cubicBezTo>
                  <a:close/>
                  <a:moveTo>
                    <a:pt x="303269" y="79945"/>
                  </a:moveTo>
                  <a:cubicBezTo>
                    <a:pt x="292841" y="79510"/>
                    <a:pt x="285020" y="86896"/>
                    <a:pt x="283717" y="97324"/>
                  </a:cubicBezTo>
                  <a:cubicBezTo>
                    <a:pt x="283283" y="101234"/>
                    <a:pt x="283283" y="105579"/>
                    <a:pt x="284152" y="110793"/>
                  </a:cubicBezTo>
                  <a:cubicBezTo>
                    <a:pt x="285455" y="118179"/>
                    <a:pt x="286759" y="126435"/>
                    <a:pt x="286759" y="134690"/>
                  </a:cubicBezTo>
                  <a:cubicBezTo>
                    <a:pt x="286759" y="135993"/>
                    <a:pt x="286759" y="135993"/>
                    <a:pt x="286759" y="135993"/>
                  </a:cubicBezTo>
                  <a:cubicBezTo>
                    <a:pt x="285020" y="137731"/>
                    <a:pt x="283283" y="140337"/>
                    <a:pt x="282848" y="142511"/>
                  </a:cubicBezTo>
                  <a:cubicBezTo>
                    <a:pt x="245917" y="146855"/>
                    <a:pt x="214200" y="162062"/>
                    <a:pt x="186828" y="188565"/>
                  </a:cubicBezTo>
                  <a:cubicBezTo>
                    <a:pt x="184655" y="187697"/>
                    <a:pt x="182483" y="186827"/>
                    <a:pt x="179876" y="187697"/>
                  </a:cubicBezTo>
                  <a:cubicBezTo>
                    <a:pt x="179442" y="188131"/>
                    <a:pt x="178138" y="186827"/>
                    <a:pt x="178138" y="186827"/>
                  </a:cubicBezTo>
                  <a:cubicBezTo>
                    <a:pt x="172924" y="182918"/>
                    <a:pt x="167710" y="178138"/>
                    <a:pt x="162062" y="171621"/>
                  </a:cubicBezTo>
                  <a:cubicBezTo>
                    <a:pt x="158587" y="167710"/>
                    <a:pt x="155110" y="163800"/>
                    <a:pt x="150331" y="161193"/>
                  </a:cubicBezTo>
                  <a:cubicBezTo>
                    <a:pt x="141641" y="155980"/>
                    <a:pt x="130779" y="157717"/>
                    <a:pt x="125131" y="165538"/>
                  </a:cubicBezTo>
                  <a:cubicBezTo>
                    <a:pt x="119048" y="172924"/>
                    <a:pt x="120352" y="183786"/>
                    <a:pt x="127303" y="190738"/>
                  </a:cubicBezTo>
                  <a:cubicBezTo>
                    <a:pt x="131214" y="194648"/>
                    <a:pt x="135558" y="197255"/>
                    <a:pt x="139469" y="199427"/>
                  </a:cubicBezTo>
                  <a:cubicBezTo>
                    <a:pt x="145986" y="202903"/>
                    <a:pt x="152069" y="206814"/>
                    <a:pt x="157283" y="210724"/>
                  </a:cubicBezTo>
                  <a:cubicBezTo>
                    <a:pt x="160324" y="212896"/>
                    <a:pt x="160324" y="213331"/>
                    <a:pt x="160324" y="214200"/>
                  </a:cubicBezTo>
                  <a:cubicBezTo>
                    <a:pt x="160324" y="216372"/>
                    <a:pt x="161193" y="218544"/>
                    <a:pt x="162496" y="220283"/>
                  </a:cubicBezTo>
                  <a:cubicBezTo>
                    <a:pt x="142944" y="252434"/>
                    <a:pt x="135124" y="287192"/>
                    <a:pt x="139035" y="324124"/>
                  </a:cubicBezTo>
                  <a:cubicBezTo>
                    <a:pt x="136428" y="325427"/>
                    <a:pt x="135124" y="327166"/>
                    <a:pt x="134255" y="328903"/>
                  </a:cubicBezTo>
                  <a:cubicBezTo>
                    <a:pt x="134255" y="329338"/>
                    <a:pt x="133821" y="329773"/>
                    <a:pt x="131214" y="330206"/>
                  </a:cubicBezTo>
                  <a:cubicBezTo>
                    <a:pt x="123828" y="331945"/>
                    <a:pt x="116007" y="333248"/>
                    <a:pt x="108187" y="333248"/>
                  </a:cubicBezTo>
                  <a:cubicBezTo>
                    <a:pt x="102538" y="333682"/>
                    <a:pt x="98193" y="334552"/>
                    <a:pt x="93848" y="336289"/>
                  </a:cubicBezTo>
                  <a:cubicBezTo>
                    <a:pt x="85593" y="339765"/>
                    <a:pt x="80379" y="348889"/>
                    <a:pt x="82117" y="357579"/>
                  </a:cubicBezTo>
                  <a:cubicBezTo>
                    <a:pt x="83856" y="366269"/>
                    <a:pt x="91676" y="372352"/>
                    <a:pt x="101234" y="372352"/>
                  </a:cubicBezTo>
                  <a:cubicBezTo>
                    <a:pt x="107317" y="372352"/>
                    <a:pt x="112531" y="370613"/>
                    <a:pt x="117310" y="368441"/>
                  </a:cubicBezTo>
                  <a:cubicBezTo>
                    <a:pt x="125131" y="364965"/>
                    <a:pt x="131649" y="362793"/>
                    <a:pt x="139035" y="361055"/>
                  </a:cubicBezTo>
                  <a:cubicBezTo>
                    <a:pt x="139904" y="360620"/>
                    <a:pt x="141207" y="360620"/>
                    <a:pt x="141207" y="360620"/>
                  </a:cubicBezTo>
                  <a:cubicBezTo>
                    <a:pt x="143379" y="361924"/>
                    <a:pt x="145986" y="363227"/>
                    <a:pt x="149027" y="363227"/>
                  </a:cubicBezTo>
                  <a:cubicBezTo>
                    <a:pt x="162062" y="397986"/>
                    <a:pt x="184221" y="425794"/>
                    <a:pt x="215503" y="446214"/>
                  </a:cubicBezTo>
                  <a:cubicBezTo>
                    <a:pt x="214635" y="448386"/>
                    <a:pt x="214635" y="450993"/>
                    <a:pt x="215938" y="453600"/>
                  </a:cubicBezTo>
                  <a:cubicBezTo>
                    <a:pt x="216372" y="454035"/>
                    <a:pt x="216372" y="454469"/>
                    <a:pt x="215503" y="456207"/>
                  </a:cubicBezTo>
                  <a:cubicBezTo>
                    <a:pt x="212462" y="462290"/>
                    <a:pt x="208552" y="468807"/>
                    <a:pt x="203338" y="476194"/>
                  </a:cubicBezTo>
                  <a:cubicBezTo>
                    <a:pt x="201166" y="479235"/>
                    <a:pt x="198559" y="483145"/>
                    <a:pt x="196820" y="487924"/>
                  </a:cubicBezTo>
                  <a:cubicBezTo>
                    <a:pt x="193345" y="497483"/>
                    <a:pt x="197255" y="507911"/>
                    <a:pt x="205945" y="512255"/>
                  </a:cubicBezTo>
                  <a:cubicBezTo>
                    <a:pt x="208552" y="513559"/>
                    <a:pt x="211159" y="513994"/>
                    <a:pt x="213766" y="513994"/>
                  </a:cubicBezTo>
                  <a:cubicBezTo>
                    <a:pt x="220283" y="513994"/>
                    <a:pt x="226800" y="510518"/>
                    <a:pt x="230711" y="504000"/>
                  </a:cubicBezTo>
                  <a:cubicBezTo>
                    <a:pt x="232448" y="500525"/>
                    <a:pt x="234186" y="496614"/>
                    <a:pt x="235490" y="492269"/>
                  </a:cubicBezTo>
                  <a:cubicBezTo>
                    <a:pt x="237662" y="484449"/>
                    <a:pt x="240269" y="477062"/>
                    <a:pt x="243310" y="470545"/>
                  </a:cubicBezTo>
                  <a:cubicBezTo>
                    <a:pt x="244613" y="467504"/>
                    <a:pt x="245048" y="467504"/>
                    <a:pt x="245483" y="467504"/>
                  </a:cubicBezTo>
                  <a:cubicBezTo>
                    <a:pt x="246787" y="467069"/>
                    <a:pt x="249393" y="466200"/>
                    <a:pt x="251131" y="463593"/>
                  </a:cubicBezTo>
                  <a:cubicBezTo>
                    <a:pt x="286324" y="475324"/>
                    <a:pt x="321951" y="475324"/>
                    <a:pt x="357579" y="463593"/>
                  </a:cubicBezTo>
                  <a:cubicBezTo>
                    <a:pt x="358449" y="464897"/>
                    <a:pt x="360186" y="466200"/>
                    <a:pt x="363228" y="467069"/>
                  </a:cubicBezTo>
                  <a:cubicBezTo>
                    <a:pt x="363662" y="467069"/>
                    <a:pt x="364097" y="467069"/>
                    <a:pt x="364965" y="468807"/>
                  </a:cubicBezTo>
                  <a:cubicBezTo>
                    <a:pt x="368876" y="476628"/>
                    <a:pt x="371483" y="485317"/>
                    <a:pt x="373655" y="492269"/>
                  </a:cubicBezTo>
                  <a:cubicBezTo>
                    <a:pt x="375393" y="497483"/>
                    <a:pt x="377131" y="502697"/>
                    <a:pt x="381476" y="507476"/>
                  </a:cubicBezTo>
                  <a:cubicBezTo>
                    <a:pt x="387993" y="513994"/>
                    <a:pt x="397117" y="515731"/>
                    <a:pt x="404504" y="511387"/>
                  </a:cubicBezTo>
                  <a:cubicBezTo>
                    <a:pt x="411890" y="507041"/>
                    <a:pt x="415366" y="498352"/>
                    <a:pt x="413193" y="489663"/>
                  </a:cubicBezTo>
                  <a:cubicBezTo>
                    <a:pt x="411890" y="484014"/>
                    <a:pt x="408849" y="479669"/>
                    <a:pt x="406242" y="475759"/>
                  </a:cubicBezTo>
                  <a:cubicBezTo>
                    <a:pt x="401897" y="469241"/>
                    <a:pt x="397986" y="463159"/>
                    <a:pt x="394945" y="457076"/>
                  </a:cubicBezTo>
                  <a:cubicBezTo>
                    <a:pt x="393207" y="454035"/>
                    <a:pt x="393642" y="453165"/>
                    <a:pt x="393642" y="452297"/>
                  </a:cubicBezTo>
                  <a:cubicBezTo>
                    <a:pt x="394076" y="450993"/>
                    <a:pt x="394510" y="448821"/>
                    <a:pt x="394076" y="446214"/>
                  </a:cubicBezTo>
                  <a:cubicBezTo>
                    <a:pt x="409718" y="436656"/>
                    <a:pt x="423620" y="424055"/>
                    <a:pt x="435352" y="408848"/>
                  </a:cubicBezTo>
                  <a:cubicBezTo>
                    <a:pt x="446214" y="394944"/>
                    <a:pt x="454469" y="379303"/>
                    <a:pt x="460552" y="362793"/>
                  </a:cubicBezTo>
                  <a:cubicBezTo>
                    <a:pt x="462290" y="362793"/>
                    <a:pt x="464897" y="362358"/>
                    <a:pt x="468373" y="360620"/>
                  </a:cubicBezTo>
                  <a:cubicBezTo>
                    <a:pt x="473152" y="361490"/>
                    <a:pt x="477497" y="363227"/>
                    <a:pt x="483145" y="364965"/>
                  </a:cubicBezTo>
                  <a:cubicBezTo>
                    <a:pt x="485317" y="365834"/>
                    <a:pt x="487056" y="366703"/>
                    <a:pt x="489228" y="367572"/>
                  </a:cubicBezTo>
                  <a:cubicBezTo>
                    <a:pt x="493572" y="369310"/>
                    <a:pt x="498352" y="371048"/>
                    <a:pt x="503565" y="371917"/>
                  </a:cubicBezTo>
                  <a:cubicBezTo>
                    <a:pt x="511387" y="372786"/>
                    <a:pt x="517904" y="370179"/>
                    <a:pt x="522683" y="364531"/>
                  </a:cubicBezTo>
                  <a:lnTo>
                    <a:pt x="520945" y="364097"/>
                  </a:lnTo>
                  <a:cubicBezTo>
                    <a:pt x="525290" y="358448"/>
                    <a:pt x="526159" y="351931"/>
                    <a:pt x="523117" y="345414"/>
                  </a:cubicBezTo>
                  <a:cubicBezTo>
                    <a:pt x="520076" y="338896"/>
                    <a:pt x="514427" y="334552"/>
                    <a:pt x="507041" y="333682"/>
                  </a:cubicBezTo>
                  <a:cubicBezTo>
                    <a:pt x="502262" y="332813"/>
                    <a:pt x="497918" y="332379"/>
                    <a:pt x="493572" y="331945"/>
                  </a:cubicBezTo>
                  <a:cubicBezTo>
                    <a:pt x="488793" y="331510"/>
                    <a:pt x="484449" y="331076"/>
                    <a:pt x="478366" y="330206"/>
                  </a:cubicBezTo>
                  <a:cubicBezTo>
                    <a:pt x="473587" y="329773"/>
                    <a:pt x="472283" y="329338"/>
                    <a:pt x="471414" y="327599"/>
                  </a:cubicBezTo>
                  <a:cubicBezTo>
                    <a:pt x="470545" y="326731"/>
                    <a:pt x="469676" y="324559"/>
                    <a:pt x="467069" y="323690"/>
                  </a:cubicBezTo>
                  <a:cubicBezTo>
                    <a:pt x="467938" y="315000"/>
                    <a:pt x="468373" y="306744"/>
                    <a:pt x="467938" y="298489"/>
                  </a:cubicBezTo>
                  <a:cubicBezTo>
                    <a:pt x="466200" y="270683"/>
                    <a:pt x="457945" y="244613"/>
                    <a:pt x="443173" y="220283"/>
                  </a:cubicBezTo>
                  <a:cubicBezTo>
                    <a:pt x="444910" y="218544"/>
                    <a:pt x="445779" y="216372"/>
                    <a:pt x="445779" y="213765"/>
                  </a:cubicBezTo>
                  <a:cubicBezTo>
                    <a:pt x="445779" y="213331"/>
                    <a:pt x="445779" y="212896"/>
                    <a:pt x="447083" y="211593"/>
                  </a:cubicBezTo>
                  <a:cubicBezTo>
                    <a:pt x="451862" y="207248"/>
                    <a:pt x="457945" y="203338"/>
                    <a:pt x="465766" y="198993"/>
                  </a:cubicBezTo>
                  <a:cubicBezTo>
                    <a:pt x="469676" y="197255"/>
                    <a:pt x="474021" y="194648"/>
                    <a:pt x="477497" y="191172"/>
                  </a:cubicBezTo>
                  <a:cubicBezTo>
                    <a:pt x="484014" y="184221"/>
                    <a:pt x="484883" y="177703"/>
                    <a:pt x="484014" y="172924"/>
                  </a:cubicBezTo>
                  <a:cubicBezTo>
                    <a:pt x="482710" y="166842"/>
                    <a:pt x="478800" y="162062"/>
                    <a:pt x="473587" y="159455"/>
                  </a:cubicBezTo>
                  <a:cubicBezTo>
                    <a:pt x="467504" y="156848"/>
                    <a:pt x="460552" y="157283"/>
                    <a:pt x="454904" y="160759"/>
                  </a:cubicBezTo>
                  <a:cubicBezTo>
                    <a:pt x="450125" y="163366"/>
                    <a:pt x="446649" y="167275"/>
                    <a:pt x="443607" y="170752"/>
                  </a:cubicBezTo>
                  <a:cubicBezTo>
                    <a:pt x="438393" y="176400"/>
                    <a:pt x="433180" y="181614"/>
                    <a:pt x="427966" y="185958"/>
                  </a:cubicBezTo>
                  <a:cubicBezTo>
                    <a:pt x="425794" y="187697"/>
                    <a:pt x="424924" y="187697"/>
                    <a:pt x="424924" y="187697"/>
                  </a:cubicBezTo>
                  <a:cubicBezTo>
                    <a:pt x="422318" y="187262"/>
                    <a:pt x="420145" y="187697"/>
                    <a:pt x="417973" y="189000"/>
                  </a:cubicBezTo>
                  <a:cubicBezTo>
                    <a:pt x="399724" y="171621"/>
                    <a:pt x="378434" y="158586"/>
                    <a:pt x="354538" y="150331"/>
                  </a:cubicBezTo>
                  <a:cubicBezTo>
                    <a:pt x="344980" y="146855"/>
                    <a:pt x="334552" y="144683"/>
                    <a:pt x="321951" y="142944"/>
                  </a:cubicBezTo>
                  <a:cubicBezTo>
                    <a:pt x="321083" y="139469"/>
                    <a:pt x="318041" y="136428"/>
                    <a:pt x="318041" y="136428"/>
                  </a:cubicBezTo>
                  <a:lnTo>
                    <a:pt x="318041" y="134255"/>
                  </a:lnTo>
                  <a:cubicBezTo>
                    <a:pt x="318041" y="131214"/>
                    <a:pt x="318041" y="128172"/>
                    <a:pt x="318041" y="125131"/>
                  </a:cubicBezTo>
                  <a:cubicBezTo>
                    <a:pt x="318911" y="119917"/>
                    <a:pt x="319779" y="114703"/>
                    <a:pt x="320214" y="109490"/>
                  </a:cubicBezTo>
                  <a:lnTo>
                    <a:pt x="322821" y="96021"/>
                  </a:lnTo>
                  <a:lnTo>
                    <a:pt x="320648" y="96021"/>
                  </a:lnTo>
                  <a:cubicBezTo>
                    <a:pt x="319344" y="87331"/>
                    <a:pt x="311958" y="79945"/>
                    <a:pt x="303269" y="79945"/>
                  </a:cubicBezTo>
                  <a:close/>
                  <a:moveTo>
                    <a:pt x="305007" y="0"/>
                  </a:moveTo>
                  <a:lnTo>
                    <a:pt x="549621" y="117745"/>
                  </a:lnTo>
                  <a:lnTo>
                    <a:pt x="550055" y="117745"/>
                  </a:lnTo>
                  <a:lnTo>
                    <a:pt x="610448" y="382345"/>
                  </a:lnTo>
                  <a:lnTo>
                    <a:pt x="441000" y="594373"/>
                  </a:lnTo>
                  <a:lnTo>
                    <a:pt x="169449" y="594373"/>
                  </a:lnTo>
                  <a:lnTo>
                    <a:pt x="0" y="382345"/>
                  </a:lnTo>
                  <a:lnTo>
                    <a:pt x="60393" y="1177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15" name="Google Shape;1715;p3"/>
          <p:cNvSpPr/>
          <p:nvPr/>
        </p:nvSpPr>
        <p:spPr>
          <a:xfrm>
            <a:off x="954113" y="1181722"/>
            <a:ext cx="4358974" cy="396600"/>
          </a:xfrm>
          <a:prstGeom prst="roundRect">
            <a:avLst>
              <a:gd name="adj" fmla="val 50000"/>
            </a:avLst>
          </a:prstGeom>
          <a:solidFill>
            <a:schemeClr val="dk1"/>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ON-PREM INFRASTRUCTURE</a:t>
            </a:r>
            <a:endParaRPr sz="1400" b="0" i="0" u="none" strike="noStrike" cap="none">
              <a:solidFill>
                <a:srgbClr val="000000"/>
              </a:solidFill>
              <a:latin typeface="Arial"/>
              <a:ea typeface="Arial"/>
              <a:cs typeface="Arial"/>
              <a:sym typeface="Arial"/>
            </a:endParaRPr>
          </a:p>
        </p:txBody>
      </p:sp>
      <p:sp>
        <p:nvSpPr>
          <p:cNvPr id="1716" name="Google Shape;1716;p3"/>
          <p:cNvSpPr/>
          <p:nvPr/>
        </p:nvSpPr>
        <p:spPr>
          <a:xfrm>
            <a:off x="314124" y="4739141"/>
            <a:ext cx="5549575" cy="1273685"/>
          </a:xfrm>
          <a:prstGeom prst="roundRect">
            <a:avLst>
              <a:gd name="adj" fmla="val 50000"/>
            </a:avLst>
          </a:prstGeom>
          <a:solidFill>
            <a:srgbClr val="B72835">
              <a:alpha val="12549"/>
            </a:srgbClr>
          </a:solidFill>
          <a:ln>
            <a:noFill/>
          </a:ln>
        </p:spPr>
        <p:txBody>
          <a:bodyPr spcFirstLastPara="1" wrap="square" lIns="82175" tIns="41075" rIns="82175" bIns="41075" anchor="ctr" anchorCtr="0">
            <a:noAutofit/>
          </a:bodyPr>
          <a:lstStyle/>
          <a:p>
            <a:pPr marL="0" marR="0" lvl="0" indent="0" algn="ctr" rtl="0">
              <a:lnSpc>
                <a:spcPct val="85000"/>
              </a:lnSpc>
              <a:spcBef>
                <a:spcPts val="0"/>
              </a:spcBef>
              <a:spcAft>
                <a:spcPts val="0"/>
              </a:spcAft>
              <a:buClr>
                <a:srgbClr val="000000"/>
              </a:buClr>
              <a:buSzPts val="1600"/>
              <a:buFont typeface="Arial"/>
              <a:buNone/>
            </a:pPr>
            <a:endParaRPr sz="1400" b="0" i="0" u="none" strike="noStrike" cap="none">
              <a:solidFill>
                <a:srgbClr val="000000"/>
              </a:solidFill>
              <a:latin typeface="Arial"/>
              <a:ea typeface="Arial"/>
              <a:cs typeface="Arial"/>
              <a:sym typeface="Arial"/>
            </a:endParaRPr>
          </a:p>
        </p:txBody>
      </p:sp>
      <p:sp>
        <p:nvSpPr>
          <p:cNvPr id="1717" name="Google Shape;1717;p3"/>
          <p:cNvSpPr/>
          <p:nvPr/>
        </p:nvSpPr>
        <p:spPr>
          <a:xfrm>
            <a:off x="1186215" y="4748375"/>
            <a:ext cx="3846842" cy="518100"/>
          </a:xfrm>
          <a:prstGeom prst="roundRect">
            <a:avLst>
              <a:gd name="adj" fmla="val 50000"/>
            </a:avLst>
          </a:prstGeom>
          <a:noFill/>
          <a:ln>
            <a:noFill/>
          </a:ln>
        </p:spPr>
        <p:txBody>
          <a:bodyPr spcFirstLastPara="1" wrap="square" lIns="91350" tIns="45675" rIns="91350" bIns="4567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2000" b="0" i="0" u="none" strike="noStrike" cap="none">
                <a:solidFill>
                  <a:schemeClr val="dk1"/>
                </a:solidFill>
                <a:latin typeface="Arial"/>
                <a:ea typeface="Arial"/>
                <a:cs typeface="Arial"/>
                <a:sym typeface="Arial"/>
              </a:rPr>
              <a:t>High Cost. Low Agility</a:t>
            </a:r>
            <a:endParaRPr sz="2000" b="0" i="0" u="none" strike="noStrike" cap="none">
              <a:solidFill>
                <a:schemeClr val="dk1"/>
              </a:solidFill>
              <a:latin typeface="Arial"/>
              <a:ea typeface="Arial"/>
              <a:cs typeface="Arial"/>
              <a:sym typeface="Arial"/>
            </a:endParaRPr>
          </a:p>
        </p:txBody>
      </p:sp>
      <p:sp>
        <p:nvSpPr>
          <p:cNvPr id="1718" name="Google Shape;1718;p3"/>
          <p:cNvSpPr/>
          <p:nvPr/>
        </p:nvSpPr>
        <p:spPr>
          <a:xfrm>
            <a:off x="1072437" y="5098803"/>
            <a:ext cx="4484139" cy="518100"/>
          </a:xfrm>
          <a:prstGeom prst="roundRect">
            <a:avLst>
              <a:gd name="adj" fmla="val 50000"/>
            </a:avLst>
          </a:prstGeom>
          <a:noFill/>
          <a:ln>
            <a:noFill/>
          </a:ln>
        </p:spPr>
        <p:txBody>
          <a:bodyPr spcFirstLastPara="1" wrap="square" lIns="91350" tIns="45675" rIns="91350" bIns="456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34% higher overall infrastructure cost</a:t>
            </a:r>
            <a:r>
              <a:rPr lang="en-US" sz="1400" b="0" i="0" u="none" strike="noStrike" cap="none" baseline="30000">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719" name="Google Shape;1719;p3"/>
          <p:cNvSpPr/>
          <p:nvPr/>
        </p:nvSpPr>
        <p:spPr>
          <a:xfrm>
            <a:off x="6372305" y="4744811"/>
            <a:ext cx="5417878" cy="1238008"/>
          </a:xfrm>
          <a:prstGeom prst="roundRect">
            <a:avLst>
              <a:gd name="adj" fmla="val 50000"/>
            </a:avLst>
          </a:prstGeom>
          <a:solidFill>
            <a:srgbClr val="B72835">
              <a:alpha val="12549"/>
            </a:srgbClr>
          </a:solidFill>
          <a:ln>
            <a:noFill/>
          </a:ln>
        </p:spPr>
        <p:txBody>
          <a:bodyPr spcFirstLastPara="1" wrap="square" lIns="82175" tIns="41075" rIns="82175" bIns="41075" anchor="ctr" anchorCtr="0">
            <a:noAutofit/>
          </a:bodyPr>
          <a:lstStyle/>
          <a:p>
            <a:pPr marL="0" marR="0" lvl="0" indent="0" algn="ctr" rtl="0">
              <a:lnSpc>
                <a:spcPct val="85000"/>
              </a:lnSpc>
              <a:spcBef>
                <a:spcPts val="0"/>
              </a:spcBef>
              <a:spcAft>
                <a:spcPts val="0"/>
              </a:spcAft>
              <a:buClr>
                <a:srgbClr val="000000"/>
              </a:buClr>
              <a:buSzPts val="1600"/>
              <a:buFont typeface="Arial"/>
              <a:buNone/>
            </a:pPr>
            <a:endParaRPr sz="1400" b="0" i="0" u="none" strike="noStrike" cap="none">
              <a:solidFill>
                <a:srgbClr val="000000"/>
              </a:solidFill>
              <a:latin typeface="Arial"/>
              <a:ea typeface="Arial"/>
              <a:cs typeface="Arial"/>
              <a:sym typeface="Arial"/>
            </a:endParaRPr>
          </a:p>
        </p:txBody>
      </p:sp>
      <p:sp>
        <p:nvSpPr>
          <p:cNvPr id="1720" name="Google Shape;1720;p3"/>
          <p:cNvSpPr/>
          <p:nvPr/>
        </p:nvSpPr>
        <p:spPr>
          <a:xfrm>
            <a:off x="7104350" y="4727439"/>
            <a:ext cx="3726613" cy="518100"/>
          </a:xfrm>
          <a:prstGeom prst="roundRect">
            <a:avLst>
              <a:gd name="adj" fmla="val 50000"/>
            </a:avLst>
          </a:prstGeom>
          <a:noFill/>
          <a:ln>
            <a:noFill/>
          </a:ln>
        </p:spPr>
        <p:txBody>
          <a:bodyPr spcFirstLastPara="1" wrap="square" lIns="91350" tIns="45675" rIns="91350" bIns="4567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2000" b="0" i="0" u="none" strike="noStrike" cap="none">
                <a:solidFill>
                  <a:schemeClr val="dk1"/>
                </a:solidFill>
                <a:latin typeface="Arial"/>
                <a:ea typeface="Arial"/>
                <a:cs typeface="Arial"/>
                <a:sym typeface="Arial"/>
              </a:rPr>
              <a:t>High Cost. Limited Privacy</a:t>
            </a:r>
            <a:endParaRPr sz="2000" b="0" i="0" u="none" strike="noStrike" cap="none">
              <a:solidFill>
                <a:schemeClr val="dk1"/>
              </a:solidFill>
              <a:latin typeface="Arial"/>
              <a:ea typeface="Arial"/>
              <a:cs typeface="Arial"/>
              <a:sym typeface="Arial"/>
            </a:endParaRPr>
          </a:p>
        </p:txBody>
      </p:sp>
      <p:sp>
        <p:nvSpPr>
          <p:cNvPr id="1721" name="Google Shape;1721;p3"/>
          <p:cNvSpPr/>
          <p:nvPr/>
        </p:nvSpPr>
        <p:spPr>
          <a:xfrm>
            <a:off x="7039083" y="5103679"/>
            <a:ext cx="4740317" cy="535714"/>
          </a:xfrm>
          <a:prstGeom prst="roundRect">
            <a:avLst>
              <a:gd name="adj" fmla="val 50000"/>
            </a:avLst>
          </a:prstGeom>
          <a:noFill/>
          <a:ln>
            <a:noFill/>
          </a:ln>
        </p:spPr>
        <p:txBody>
          <a:bodyPr spcFirstLastPara="1" wrap="square" lIns="91350" tIns="45675" rIns="91350" bIns="456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51% customers concerned with privacy </a:t>
            </a:r>
            <a:r>
              <a:rPr lang="en-US" baseline="30000">
                <a:solidFill>
                  <a:schemeClr val="dk1"/>
                </a:solidFill>
              </a:rPr>
              <a:t>2</a:t>
            </a:r>
            <a:endParaRPr sz="1400" b="0" i="0" u="none" strike="noStrike" cap="none">
              <a:solidFill>
                <a:srgbClr val="000000"/>
              </a:solidFill>
              <a:latin typeface="Arial"/>
              <a:ea typeface="Arial"/>
              <a:cs typeface="Arial"/>
              <a:sym typeface="Arial"/>
            </a:endParaRPr>
          </a:p>
        </p:txBody>
      </p:sp>
      <p:sp>
        <p:nvSpPr>
          <p:cNvPr id="1722" name="Google Shape;1722;p3"/>
          <p:cNvSpPr txBox="1"/>
          <p:nvPr/>
        </p:nvSpPr>
        <p:spPr>
          <a:xfrm>
            <a:off x="7346467" y="6091988"/>
            <a:ext cx="44538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baseline="30000">
                <a:solidFill>
                  <a:srgbClr val="000000"/>
                </a:solidFill>
                <a:latin typeface="Arial"/>
                <a:ea typeface="Arial"/>
                <a:cs typeface="Arial"/>
                <a:sym typeface="Arial"/>
              </a:rPr>
              <a:t>1</a:t>
            </a:r>
            <a:r>
              <a:rPr lang="en-US" sz="800" b="0" i="0" u="none" strike="noStrike" cap="none">
                <a:solidFill>
                  <a:srgbClr val="01010F"/>
                </a:solidFill>
                <a:latin typeface="Helvetica Neue"/>
                <a:ea typeface="Helvetica Neue"/>
                <a:cs typeface="Helvetica Neue"/>
                <a:sym typeface="Helvetica Neue"/>
              </a:rPr>
              <a:t>IDC White Paper, sponsored by VMware by Broadcom, The Business Value of VMware Cloud Foundation, doc #US52312224, August 2024</a:t>
            </a:r>
            <a:endParaRPr sz="800" b="0" i="0" u="none" strike="noStrike" cap="none">
              <a:solidFill>
                <a:srgbClr val="01010F"/>
              </a:solidFill>
              <a:latin typeface="Helvetica Neue"/>
              <a:ea typeface="Helvetica Neue"/>
              <a:cs typeface="Helvetica Neue"/>
              <a:sym typeface="Helvetica Neue"/>
            </a:endParaRPr>
          </a:p>
          <a:p>
            <a:pPr marL="0" lvl="0" indent="0" algn="l" rtl="0">
              <a:spcBef>
                <a:spcPts val="0"/>
              </a:spcBef>
              <a:spcAft>
                <a:spcPts val="0"/>
              </a:spcAft>
              <a:buClr>
                <a:schemeClr val="dk1"/>
              </a:buClr>
              <a:buSzPts val="1100"/>
              <a:buFont typeface="Arial"/>
              <a:buNone/>
            </a:pPr>
            <a:r>
              <a:rPr lang="en-US" sz="500">
                <a:solidFill>
                  <a:srgbClr val="01010F"/>
                </a:solidFill>
                <a:latin typeface="Helvetica Neue"/>
                <a:ea typeface="Helvetica Neue"/>
                <a:cs typeface="Helvetica Neue"/>
                <a:sym typeface="Helvetica Neue"/>
              </a:rPr>
              <a:t>2</a:t>
            </a:r>
            <a:r>
              <a:rPr lang="en-US" sz="800">
                <a:solidFill>
                  <a:srgbClr val="01010F"/>
                </a:solidFill>
                <a:latin typeface="Helvetica Neue"/>
                <a:ea typeface="Helvetica Neue"/>
                <a:cs typeface="Helvetica Neue"/>
                <a:sym typeface="Helvetica Neue"/>
              </a:rPr>
              <a:t> IDC FutureScape. "The Infrastructure and Cloud Impact - 2024 Predictions." (Data Source: IDC Worldwide Generative AI Study, August 2023. WW N=1363.) </a:t>
            </a:r>
            <a:endParaRPr sz="800">
              <a:solidFill>
                <a:srgbClr val="01010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800"/>
              <a:buFont typeface="Arial"/>
              <a:buNone/>
            </a:pPr>
            <a:r>
              <a:rPr lang="en-US" sz="800" baseline="30000">
                <a:solidFill>
                  <a:srgbClr val="01010F"/>
                </a:solidFill>
                <a:latin typeface="Helvetica Neue"/>
                <a:ea typeface="Helvetica Neue"/>
                <a:cs typeface="Helvetica Neue"/>
                <a:sym typeface="Helvetica Neue"/>
              </a:rPr>
              <a:t>3</a:t>
            </a:r>
            <a:r>
              <a:rPr lang="en-US" sz="800" b="0" i="0" u="none" strike="noStrike" cap="none">
                <a:solidFill>
                  <a:srgbClr val="01010F"/>
                </a:solidFill>
                <a:latin typeface="Helvetica Neue"/>
                <a:ea typeface="Helvetica Neue"/>
                <a:cs typeface="Helvetica Neue"/>
                <a:sym typeface="Helvetica Neue"/>
              </a:rPr>
              <a:t>Forrester Research.- Cloud Security — Reality Strikes After Migration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800"/>
              <a:buFont typeface="Arial"/>
              <a:buNone/>
            </a:pPr>
            <a:endParaRPr sz="8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chemeClr val="dk1"/>
              </a:buClr>
              <a:buSzPts val="800"/>
              <a:buFont typeface="Arial"/>
              <a:buNone/>
            </a:pPr>
            <a:endParaRPr sz="800" b="0" i="0" u="none" strike="noStrike" cap="none">
              <a:solidFill>
                <a:srgbClr val="000000"/>
              </a:solidFill>
              <a:latin typeface="Arial"/>
              <a:ea typeface="Arial"/>
              <a:cs typeface="Arial"/>
              <a:sym typeface="Arial"/>
            </a:endParaRPr>
          </a:p>
        </p:txBody>
      </p:sp>
      <p:grpSp>
        <p:nvGrpSpPr>
          <p:cNvPr id="1723" name="Google Shape;1723;p3"/>
          <p:cNvGrpSpPr/>
          <p:nvPr/>
        </p:nvGrpSpPr>
        <p:grpSpPr>
          <a:xfrm>
            <a:off x="10920304" y="3062836"/>
            <a:ext cx="539486" cy="540000"/>
            <a:chOff x="7441703" y="2226522"/>
            <a:chExt cx="662100" cy="661500"/>
          </a:xfrm>
        </p:grpSpPr>
        <p:sp>
          <p:nvSpPr>
            <p:cNvPr id="1724" name="Google Shape;1724;p3"/>
            <p:cNvSpPr/>
            <p:nvPr/>
          </p:nvSpPr>
          <p:spPr>
            <a:xfrm>
              <a:off x="7441703" y="2226522"/>
              <a:ext cx="662100" cy="661500"/>
            </a:xfrm>
            <a:prstGeom prst="ellipse">
              <a:avLst/>
            </a:prstGeom>
            <a:gradFill>
              <a:gsLst>
                <a:gs pos="0">
                  <a:srgbClr val="860000">
                    <a:alpha val="12156"/>
                  </a:srgbClr>
                </a:gs>
                <a:gs pos="83000">
                  <a:srgbClr val="B72835">
                    <a:alpha val="7058"/>
                  </a:srgbClr>
                </a:gs>
                <a:gs pos="100000">
                  <a:srgbClr val="B72835">
                    <a:alpha val="7058"/>
                  </a:srgbClr>
                </a:gs>
              </a:gsLst>
              <a:lin ang="0" scaled="0"/>
            </a:gra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725" name="Google Shape;1725;p3"/>
            <p:cNvGrpSpPr/>
            <p:nvPr/>
          </p:nvGrpSpPr>
          <p:grpSpPr>
            <a:xfrm>
              <a:off x="7526273" y="2311410"/>
              <a:ext cx="492988" cy="491963"/>
              <a:chOff x="535123" y="1949843"/>
              <a:chExt cx="598286" cy="597042"/>
            </a:xfrm>
          </p:grpSpPr>
          <p:sp>
            <p:nvSpPr>
              <p:cNvPr id="1726" name="Google Shape;1726;p3"/>
              <p:cNvSpPr/>
              <p:nvPr/>
            </p:nvSpPr>
            <p:spPr>
              <a:xfrm>
                <a:off x="535123" y="1949843"/>
                <a:ext cx="598286" cy="597042"/>
              </a:xfrm>
              <a:custGeom>
                <a:avLst/>
                <a:gdLst/>
                <a:ahLst/>
                <a:cxnLst/>
                <a:rect l="l" t="t" r="r" b="b"/>
                <a:pathLst>
                  <a:path w="598286" h="597042" extrusionOk="0">
                    <a:moveTo>
                      <a:pt x="299143" y="597042"/>
                    </a:moveTo>
                    <a:cubicBezTo>
                      <a:pt x="133727" y="597042"/>
                      <a:pt x="0" y="462961"/>
                      <a:pt x="0" y="298521"/>
                    </a:cubicBezTo>
                    <a:cubicBezTo>
                      <a:pt x="0" y="134082"/>
                      <a:pt x="134361" y="0"/>
                      <a:pt x="299143" y="0"/>
                    </a:cubicBezTo>
                    <a:cubicBezTo>
                      <a:pt x="463926" y="0"/>
                      <a:pt x="598287" y="134082"/>
                      <a:pt x="598287" y="298521"/>
                    </a:cubicBezTo>
                    <a:cubicBezTo>
                      <a:pt x="598287" y="462961"/>
                      <a:pt x="464559" y="597042"/>
                      <a:pt x="299143" y="597042"/>
                    </a:cubicBezTo>
                    <a:close/>
                    <a:moveTo>
                      <a:pt x="299143" y="15179"/>
                    </a:moveTo>
                    <a:cubicBezTo>
                      <a:pt x="142600" y="15179"/>
                      <a:pt x="15211" y="142304"/>
                      <a:pt x="15211" y="298521"/>
                    </a:cubicBezTo>
                    <a:cubicBezTo>
                      <a:pt x="15211" y="454739"/>
                      <a:pt x="142600" y="581863"/>
                      <a:pt x="299143" y="581863"/>
                    </a:cubicBezTo>
                    <a:cubicBezTo>
                      <a:pt x="455687" y="581863"/>
                      <a:pt x="583076" y="454739"/>
                      <a:pt x="583076" y="298521"/>
                    </a:cubicBezTo>
                    <a:cubicBezTo>
                      <a:pt x="583076" y="142304"/>
                      <a:pt x="455687" y="15179"/>
                      <a:pt x="299143" y="15179"/>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27" name="Google Shape;1727;p3"/>
              <p:cNvSpPr/>
              <p:nvPr/>
            </p:nvSpPr>
            <p:spPr>
              <a:xfrm>
                <a:off x="734763" y="2080762"/>
                <a:ext cx="192708" cy="316229"/>
              </a:xfrm>
              <a:custGeom>
                <a:avLst/>
                <a:gdLst/>
                <a:ahLst/>
                <a:cxnLst/>
                <a:rect l="l" t="t" r="r" b="b"/>
                <a:pathLst>
                  <a:path w="192708" h="316229" extrusionOk="0">
                    <a:moveTo>
                      <a:pt x="172388" y="268795"/>
                    </a:moveTo>
                    <a:cubicBezTo>
                      <a:pt x="158445" y="282077"/>
                      <a:pt x="139431" y="290299"/>
                      <a:pt x="114714" y="292197"/>
                    </a:cubicBezTo>
                    <a:lnTo>
                      <a:pt x="114714" y="316230"/>
                    </a:lnTo>
                    <a:lnTo>
                      <a:pt x="90630" y="316230"/>
                    </a:lnTo>
                    <a:lnTo>
                      <a:pt x="90630" y="292197"/>
                    </a:lnTo>
                    <a:cubicBezTo>
                      <a:pt x="72885" y="290932"/>
                      <a:pt x="56406" y="286504"/>
                      <a:pt x="41196" y="279547"/>
                    </a:cubicBezTo>
                    <a:cubicBezTo>
                      <a:pt x="25985" y="272590"/>
                      <a:pt x="12042" y="263103"/>
                      <a:pt x="0" y="251087"/>
                    </a:cubicBezTo>
                    <a:lnTo>
                      <a:pt x="15211" y="232113"/>
                    </a:lnTo>
                    <a:cubicBezTo>
                      <a:pt x="36759" y="254249"/>
                      <a:pt x="62110" y="266266"/>
                      <a:pt x="90630" y="269428"/>
                    </a:cubicBezTo>
                    <a:lnTo>
                      <a:pt x="90630" y="166969"/>
                    </a:lnTo>
                    <a:cubicBezTo>
                      <a:pt x="62744" y="160012"/>
                      <a:pt x="42463" y="151790"/>
                      <a:pt x="29154" y="141039"/>
                    </a:cubicBezTo>
                    <a:cubicBezTo>
                      <a:pt x="16478" y="130919"/>
                      <a:pt x="9507" y="115740"/>
                      <a:pt x="9507" y="96766"/>
                    </a:cubicBezTo>
                    <a:cubicBezTo>
                      <a:pt x="9507" y="83485"/>
                      <a:pt x="12676" y="71468"/>
                      <a:pt x="20281" y="60084"/>
                    </a:cubicBezTo>
                    <a:cubicBezTo>
                      <a:pt x="27252" y="49332"/>
                      <a:pt x="36759" y="40477"/>
                      <a:pt x="48801" y="33520"/>
                    </a:cubicBezTo>
                    <a:cubicBezTo>
                      <a:pt x="60843" y="27196"/>
                      <a:pt x="74786" y="23401"/>
                      <a:pt x="89997" y="22769"/>
                    </a:cubicBezTo>
                    <a:lnTo>
                      <a:pt x="89997" y="0"/>
                    </a:lnTo>
                    <a:lnTo>
                      <a:pt x="114080" y="0"/>
                    </a:lnTo>
                    <a:lnTo>
                      <a:pt x="114080" y="24033"/>
                    </a:lnTo>
                    <a:cubicBezTo>
                      <a:pt x="140065" y="27828"/>
                      <a:pt x="164149" y="39213"/>
                      <a:pt x="186331" y="59451"/>
                    </a:cubicBezTo>
                    <a:lnTo>
                      <a:pt x="171754" y="78425"/>
                    </a:lnTo>
                    <a:cubicBezTo>
                      <a:pt x="154642" y="61981"/>
                      <a:pt x="135629" y="51229"/>
                      <a:pt x="114080" y="46802"/>
                    </a:cubicBezTo>
                    <a:lnTo>
                      <a:pt x="114080" y="145466"/>
                    </a:lnTo>
                    <a:cubicBezTo>
                      <a:pt x="140699" y="151790"/>
                      <a:pt x="160346" y="160645"/>
                      <a:pt x="173021" y="172029"/>
                    </a:cubicBezTo>
                    <a:cubicBezTo>
                      <a:pt x="185697" y="182781"/>
                      <a:pt x="192669" y="197960"/>
                      <a:pt x="192669" y="217566"/>
                    </a:cubicBezTo>
                    <a:cubicBezTo>
                      <a:pt x="193302" y="239070"/>
                      <a:pt x="186331" y="255514"/>
                      <a:pt x="172388" y="268795"/>
                    </a:cubicBezTo>
                    <a:close/>
                    <a:moveTo>
                      <a:pt x="48167" y="122065"/>
                    </a:moveTo>
                    <a:cubicBezTo>
                      <a:pt x="57040" y="129022"/>
                      <a:pt x="70983" y="134714"/>
                      <a:pt x="90630" y="140406"/>
                    </a:cubicBezTo>
                    <a:lnTo>
                      <a:pt x="90630" y="45537"/>
                    </a:lnTo>
                    <a:cubicBezTo>
                      <a:pt x="74152" y="46802"/>
                      <a:pt x="60843" y="51862"/>
                      <a:pt x="50702" y="61349"/>
                    </a:cubicBezTo>
                    <a:cubicBezTo>
                      <a:pt x="39928" y="70836"/>
                      <a:pt x="34858" y="82220"/>
                      <a:pt x="34858" y="95501"/>
                    </a:cubicBezTo>
                    <a:cubicBezTo>
                      <a:pt x="34858" y="106253"/>
                      <a:pt x="39294" y="115108"/>
                      <a:pt x="48167" y="122065"/>
                    </a:cubicBezTo>
                    <a:close/>
                    <a:moveTo>
                      <a:pt x="154642" y="253616"/>
                    </a:moveTo>
                    <a:cubicBezTo>
                      <a:pt x="164149" y="244762"/>
                      <a:pt x="169219" y="234010"/>
                      <a:pt x="169219" y="221361"/>
                    </a:cubicBezTo>
                    <a:cubicBezTo>
                      <a:pt x="169219" y="209344"/>
                      <a:pt x="164782" y="199857"/>
                      <a:pt x="156543" y="192268"/>
                    </a:cubicBezTo>
                    <a:cubicBezTo>
                      <a:pt x="147670" y="184678"/>
                      <a:pt x="134361" y="178354"/>
                      <a:pt x="115348" y="173294"/>
                    </a:cubicBezTo>
                    <a:lnTo>
                      <a:pt x="115348" y="269428"/>
                    </a:lnTo>
                    <a:cubicBezTo>
                      <a:pt x="131826" y="268163"/>
                      <a:pt x="145135" y="262471"/>
                      <a:pt x="154642" y="253616"/>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grpSp>
      </p:grpSp>
      <p:grpSp>
        <p:nvGrpSpPr>
          <p:cNvPr id="1728" name="Google Shape;1728;p3"/>
          <p:cNvGrpSpPr/>
          <p:nvPr/>
        </p:nvGrpSpPr>
        <p:grpSpPr>
          <a:xfrm>
            <a:off x="7163425" y="1718464"/>
            <a:ext cx="540490" cy="540000"/>
            <a:chOff x="7441703" y="2226522"/>
            <a:chExt cx="662100" cy="661500"/>
          </a:xfrm>
        </p:grpSpPr>
        <p:sp>
          <p:nvSpPr>
            <p:cNvPr id="1729" name="Google Shape;1729;p3"/>
            <p:cNvSpPr/>
            <p:nvPr/>
          </p:nvSpPr>
          <p:spPr>
            <a:xfrm>
              <a:off x="7441703" y="2226522"/>
              <a:ext cx="662100" cy="661500"/>
            </a:xfrm>
            <a:prstGeom prst="ellipse">
              <a:avLst/>
            </a:prstGeom>
            <a:gradFill>
              <a:gsLst>
                <a:gs pos="0">
                  <a:srgbClr val="860000">
                    <a:alpha val="12156"/>
                  </a:srgbClr>
                </a:gs>
                <a:gs pos="83000">
                  <a:srgbClr val="B72835">
                    <a:alpha val="7058"/>
                  </a:srgbClr>
                </a:gs>
                <a:gs pos="100000">
                  <a:srgbClr val="B72835">
                    <a:alpha val="7058"/>
                  </a:srgbClr>
                </a:gs>
              </a:gsLst>
              <a:lin ang="0" scaled="0"/>
            </a:gra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730" name="Google Shape;1730;p3"/>
            <p:cNvGrpSpPr/>
            <p:nvPr/>
          </p:nvGrpSpPr>
          <p:grpSpPr>
            <a:xfrm>
              <a:off x="7526273" y="2311410"/>
              <a:ext cx="492988" cy="491963"/>
              <a:chOff x="535123" y="1949843"/>
              <a:chExt cx="598286" cy="597042"/>
            </a:xfrm>
          </p:grpSpPr>
          <p:sp>
            <p:nvSpPr>
              <p:cNvPr id="1731" name="Google Shape;1731;p3"/>
              <p:cNvSpPr/>
              <p:nvPr/>
            </p:nvSpPr>
            <p:spPr>
              <a:xfrm>
                <a:off x="535123" y="1949843"/>
                <a:ext cx="598286" cy="597042"/>
              </a:xfrm>
              <a:custGeom>
                <a:avLst/>
                <a:gdLst/>
                <a:ahLst/>
                <a:cxnLst/>
                <a:rect l="l" t="t" r="r" b="b"/>
                <a:pathLst>
                  <a:path w="598286" h="597042" extrusionOk="0">
                    <a:moveTo>
                      <a:pt x="299143" y="597042"/>
                    </a:moveTo>
                    <a:cubicBezTo>
                      <a:pt x="133727" y="597042"/>
                      <a:pt x="0" y="462961"/>
                      <a:pt x="0" y="298521"/>
                    </a:cubicBezTo>
                    <a:cubicBezTo>
                      <a:pt x="0" y="134082"/>
                      <a:pt x="134361" y="0"/>
                      <a:pt x="299143" y="0"/>
                    </a:cubicBezTo>
                    <a:cubicBezTo>
                      <a:pt x="463926" y="0"/>
                      <a:pt x="598287" y="134082"/>
                      <a:pt x="598287" y="298521"/>
                    </a:cubicBezTo>
                    <a:cubicBezTo>
                      <a:pt x="598287" y="462961"/>
                      <a:pt x="464559" y="597042"/>
                      <a:pt x="299143" y="597042"/>
                    </a:cubicBezTo>
                    <a:close/>
                    <a:moveTo>
                      <a:pt x="299143" y="15179"/>
                    </a:moveTo>
                    <a:cubicBezTo>
                      <a:pt x="142600" y="15179"/>
                      <a:pt x="15211" y="142304"/>
                      <a:pt x="15211" y="298521"/>
                    </a:cubicBezTo>
                    <a:cubicBezTo>
                      <a:pt x="15211" y="454739"/>
                      <a:pt x="142600" y="581863"/>
                      <a:pt x="299143" y="581863"/>
                    </a:cubicBezTo>
                    <a:cubicBezTo>
                      <a:pt x="455687" y="581863"/>
                      <a:pt x="583076" y="454739"/>
                      <a:pt x="583076" y="298521"/>
                    </a:cubicBezTo>
                    <a:cubicBezTo>
                      <a:pt x="583076" y="142304"/>
                      <a:pt x="455687" y="15179"/>
                      <a:pt x="299143" y="15179"/>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32" name="Google Shape;1732;p3"/>
              <p:cNvSpPr/>
              <p:nvPr/>
            </p:nvSpPr>
            <p:spPr>
              <a:xfrm>
                <a:off x="734763" y="2080762"/>
                <a:ext cx="192708" cy="316229"/>
              </a:xfrm>
              <a:custGeom>
                <a:avLst/>
                <a:gdLst/>
                <a:ahLst/>
                <a:cxnLst/>
                <a:rect l="l" t="t" r="r" b="b"/>
                <a:pathLst>
                  <a:path w="192708" h="316229" extrusionOk="0">
                    <a:moveTo>
                      <a:pt x="172388" y="268795"/>
                    </a:moveTo>
                    <a:cubicBezTo>
                      <a:pt x="158445" y="282077"/>
                      <a:pt x="139431" y="290299"/>
                      <a:pt x="114714" y="292197"/>
                    </a:cubicBezTo>
                    <a:lnTo>
                      <a:pt x="114714" y="316230"/>
                    </a:lnTo>
                    <a:lnTo>
                      <a:pt x="90630" y="316230"/>
                    </a:lnTo>
                    <a:lnTo>
                      <a:pt x="90630" y="292197"/>
                    </a:lnTo>
                    <a:cubicBezTo>
                      <a:pt x="72885" y="290932"/>
                      <a:pt x="56406" y="286504"/>
                      <a:pt x="41196" y="279547"/>
                    </a:cubicBezTo>
                    <a:cubicBezTo>
                      <a:pt x="25985" y="272590"/>
                      <a:pt x="12042" y="263103"/>
                      <a:pt x="0" y="251087"/>
                    </a:cubicBezTo>
                    <a:lnTo>
                      <a:pt x="15211" y="232113"/>
                    </a:lnTo>
                    <a:cubicBezTo>
                      <a:pt x="36759" y="254249"/>
                      <a:pt x="62110" y="266266"/>
                      <a:pt x="90630" y="269428"/>
                    </a:cubicBezTo>
                    <a:lnTo>
                      <a:pt x="90630" y="166969"/>
                    </a:lnTo>
                    <a:cubicBezTo>
                      <a:pt x="62744" y="160012"/>
                      <a:pt x="42463" y="151790"/>
                      <a:pt x="29154" y="141039"/>
                    </a:cubicBezTo>
                    <a:cubicBezTo>
                      <a:pt x="16478" y="130919"/>
                      <a:pt x="9507" y="115740"/>
                      <a:pt x="9507" y="96766"/>
                    </a:cubicBezTo>
                    <a:cubicBezTo>
                      <a:pt x="9507" y="83485"/>
                      <a:pt x="12676" y="71468"/>
                      <a:pt x="20281" y="60084"/>
                    </a:cubicBezTo>
                    <a:cubicBezTo>
                      <a:pt x="27252" y="49332"/>
                      <a:pt x="36759" y="40477"/>
                      <a:pt x="48801" y="33520"/>
                    </a:cubicBezTo>
                    <a:cubicBezTo>
                      <a:pt x="60843" y="27196"/>
                      <a:pt x="74786" y="23401"/>
                      <a:pt x="89997" y="22769"/>
                    </a:cubicBezTo>
                    <a:lnTo>
                      <a:pt x="89997" y="0"/>
                    </a:lnTo>
                    <a:lnTo>
                      <a:pt x="114080" y="0"/>
                    </a:lnTo>
                    <a:lnTo>
                      <a:pt x="114080" y="24033"/>
                    </a:lnTo>
                    <a:cubicBezTo>
                      <a:pt x="140065" y="27828"/>
                      <a:pt x="164149" y="39213"/>
                      <a:pt x="186331" y="59451"/>
                    </a:cubicBezTo>
                    <a:lnTo>
                      <a:pt x="171754" y="78425"/>
                    </a:lnTo>
                    <a:cubicBezTo>
                      <a:pt x="154642" y="61981"/>
                      <a:pt x="135629" y="51229"/>
                      <a:pt x="114080" y="46802"/>
                    </a:cubicBezTo>
                    <a:lnTo>
                      <a:pt x="114080" y="145466"/>
                    </a:lnTo>
                    <a:cubicBezTo>
                      <a:pt x="140699" y="151790"/>
                      <a:pt x="160346" y="160645"/>
                      <a:pt x="173021" y="172029"/>
                    </a:cubicBezTo>
                    <a:cubicBezTo>
                      <a:pt x="185697" y="182781"/>
                      <a:pt x="192669" y="197960"/>
                      <a:pt x="192669" y="217566"/>
                    </a:cubicBezTo>
                    <a:cubicBezTo>
                      <a:pt x="193302" y="239070"/>
                      <a:pt x="186331" y="255514"/>
                      <a:pt x="172388" y="268795"/>
                    </a:cubicBezTo>
                    <a:close/>
                    <a:moveTo>
                      <a:pt x="48167" y="122065"/>
                    </a:moveTo>
                    <a:cubicBezTo>
                      <a:pt x="57040" y="129022"/>
                      <a:pt x="70983" y="134714"/>
                      <a:pt x="90630" y="140406"/>
                    </a:cubicBezTo>
                    <a:lnTo>
                      <a:pt x="90630" y="45537"/>
                    </a:lnTo>
                    <a:cubicBezTo>
                      <a:pt x="74152" y="46802"/>
                      <a:pt x="60843" y="51862"/>
                      <a:pt x="50702" y="61349"/>
                    </a:cubicBezTo>
                    <a:cubicBezTo>
                      <a:pt x="39928" y="70836"/>
                      <a:pt x="34858" y="82220"/>
                      <a:pt x="34858" y="95501"/>
                    </a:cubicBezTo>
                    <a:cubicBezTo>
                      <a:pt x="34858" y="106253"/>
                      <a:pt x="39294" y="115108"/>
                      <a:pt x="48167" y="122065"/>
                    </a:cubicBezTo>
                    <a:close/>
                    <a:moveTo>
                      <a:pt x="154642" y="253616"/>
                    </a:moveTo>
                    <a:cubicBezTo>
                      <a:pt x="164149" y="244762"/>
                      <a:pt x="169219" y="234010"/>
                      <a:pt x="169219" y="221361"/>
                    </a:cubicBezTo>
                    <a:cubicBezTo>
                      <a:pt x="169219" y="209344"/>
                      <a:pt x="164782" y="199857"/>
                      <a:pt x="156543" y="192268"/>
                    </a:cubicBezTo>
                    <a:cubicBezTo>
                      <a:pt x="147670" y="184678"/>
                      <a:pt x="134361" y="178354"/>
                      <a:pt x="115348" y="173294"/>
                    </a:cubicBezTo>
                    <a:lnTo>
                      <a:pt x="115348" y="269428"/>
                    </a:lnTo>
                    <a:cubicBezTo>
                      <a:pt x="131826" y="268163"/>
                      <a:pt x="145135" y="262471"/>
                      <a:pt x="154642" y="253616"/>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grpSp>
      </p:grpSp>
      <p:pic>
        <p:nvPicPr>
          <p:cNvPr id="1733" name="Google Shape;1733;p3"/>
          <p:cNvPicPr preferRelativeResize="0"/>
          <p:nvPr/>
        </p:nvPicPr>
        <p:blipFill rotWithShape="1">
          <a:blip r:embed="rId3">
            <a:alphaModFix/>
          </a:blip>
          <a:srcRect b="6244"/>
          <a:stretch/>
        </p:blipFill>
        <p:spPr>
          <a:xfrm flipH="1">
            <a:off x="6267057" y="2063496"/>
            <a:ext cx="2626309" cy="965894"/>
          </a:xfrm>
          <a:prstGeom prst="rect">
            <a:avLst/>
          </a:prstGeom>
          <a:noFill/>
          <a:ln>
            <a:noFill/>
          </a:ln>
        </p:spPr>
      </p:pic>
      <p:grpSp>
        <p:nvGrpSpPr>
          <p:cNvPr id="1734" name="Google Shape;1734;p3"/>
          <p:cNvGrpSpPr/>
          <p:nvPr/>
        </p:nvGrpSpPr>
        <p:grpSpPr>
          <a:xfrm>
            <a:off x="6820525" y="5245537"/>
            <a:ext cx="250908" cy="251999"/>
            <a:chOff x="7526011" y="1112437"/>
            <a:chExt cx="261608" cy="261608"/>
          </a:xfrm>
        </p:grpSpPr>
        <p:sp>
          <p:nvSpPr>
            <p:cNvPr id="1735" name="Google Shape;1735;p3"/>
            <p:cNvSpPr/>
            <p:nvPr/>
          </p:nvSpPr>
          <p:spPr>
            <a:xfrm>
              <a:off x="7526011" y="1112437"/>
              <a:ext cx="261608" cy="261608"/>
            </a:xfrm>
            <a:prstGeom prst="ellipse">
              <a:avLst/>
            </a:prstGeom>
            <a:solidFill>
              <a:srgbClr val="B72835"/>
            </a:soli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36" name="Google Shape;1736;p3"/>
            <p:cNvSpPr/>
            <p:nvPr/>
          </p:nvSpPr>
          <p:spPr>
            <a:xfrm rot="-2700000">
              <a:off x="7593524" y="1179992"/>
              <a:ext cx="126492" cy="126493"/>
            </a:xfrm>
            <a:custGeom>
              <a:avLst/>
              <a:gdLst/>
              <a:ahLst/>
              <a:cxnLst/>
              <a:rect l="l" t="t" r="r" b="b"/>
              <a:pathLst>
                <a:path w="126492" h="126492" extrusionOk="0">
                  <a:moveTo>
                    <a:pt x="47479" y="0"/>
                  </a:moveTo>
                  <a:lnTo>
                    <a:pt x="79102" y="0"/>
                  </a:lnTo>
                  <a:lnTo>
                    <a:pt x="79102" y="47479"/>
                  </a:lnTo>
                  <a:lnTo>
                    <a:pt x="126492" y="47479"/>
                  </a:lnTo>
                  <a:lnTo>
                    <a:pt x="126492" y="79102"/>
                  </a:lnTo>
                  <a:lnTo>
                    <a:pt x="79102" y="79102"/>
                  </a:lnTo>
                  <a:lnTo>
                    <a:pt x="79102" y="126492"/>
                  </a:lnTo>
                  <a:lnTo>
                    <a:pt x="47479" y="126492"/>
                  </a:lnTo>
                  <a:lnTo>
                    <a:pt x="47479" y="79102"/>
                  </a:lnTo>
                  <a:lnTo>
                    <a:pt x="0" y="79102"/>
                  </a:lnTo>
                  <a:lnTo>
                    <a:pt x="0" y="47479"/>
                  </a:lnTo>
                  <a:lnTo>
                    <a:pt x="47479" y="47479"/>
                  </a:lnTo>
                  <a:close/>
                </a:path>
              </a:pathLst>
            </a:custGeom>
            <a:solidFill>
              <a:schemeClr val="lt1"/>
            </a:solidFill>
            <a:ln w="11425" cap="flat" cmpd="sng">
              <a:solidFill>
                <a:srgbClr val="B72835"/>
              </a:solidFill>
              <a:prstDash val="solid"/>
              <a:miter lim="8000"/>
              <a:headEnd type="none" w="sm" len="sm"/>
              <a:tailEnd type="none" w="sm" len="sm"/>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37" name="Google Shape;1737;p3"/>
          <p:cNvGrpSpPr/>
          <p:nvPr/>
        </p:nvGrpSpPr>
        <p:grpSpPr>
          <a:xfrm>
            <a:off x="9578262" y="1944156"/>
            <a:ext cx="539486" cy="540000"/>
            <a:chOff x="7441703" y="2226522"/>
            <a:chExt cx="662100" cy="661500"/>
          </a:xfrm>
        </p:grpSpPr>
        <p:sp>
          <p:nvSpPr>
            <p:cNvPr id="1738" name="Google Shape;1738;p3"/>
            <p:cNvSpPr/>
            <p:nvPr/>
          </p:nvSpPr>
          <p:spPr>
            <a:xfrm>
              <a:off x="7441703" y="2226522"/>
              <a:ext cx="662100" cy="661500"/>
            </a:xfrm>
            <a:prstGeom prst="ellipse">
              <a:avLst/>
            </a:prstGeom>
            <a:gradFill>
              <a:gsLst>
                <a:gs pos="0">
                  <a:srgbClr val="860000">
                    <a:alpha val="12156"/>
                  </a:srgbClr>
                </a:gs>
                <a:gs pos="83000">
                  <a:srgbClr val="B72835">
                    <a:alpha val="7058"/>
                  </a:srgbClr>
                </a:gs>
                <a:gs pos="100000">
                  <a:srgbClr val="B72835">
                    <a:alpha val="7058"/>
                  </a:srgbClr>
                </a:gs>
              </a:gsLst>
              <a:lin ang="0" scaled="0"/>
            </a:gra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739" name="Google Shape;1739;p3"/>
            <p:cNvGrpSpPr/>
            <p:nvPr/>
          </p:nvGrpSpPr>
          <p:grpSpPr>
            <a:xfrm>
              <a:off x="7526273" y="2311410"/>
              <a:ext cx="492988" cy="491963"/>
              <a:chOff x="535123" y="1949843"/>
              <a:chExt cx="598286" cy="597042"/>
            </a:xfrm>
          </p:grpSpPr>
          <p:sp>
            <p:nvSpPr>
              <p:cNvPr id="1740" name="Google Shape;1740;p3"/>
              <p:cNvSpPr/>
              <p:nvPr/>
            </p:nvSpPr>
            <p:spPr>
              <a:xfrm>
                <a:off x="535123" y="1949843"/>
                <a:ext cx="598286" cy="597042"/>
              </a:xfrm>
              <a:custGeom>
                <a:avLst/>
                <a:gdLst/>
                <a:ahLst/>
                <a:cxnLst/>
                <a:rect l="l" t="t" r="r" b="b"/>
                <a:pathLst>
                  <a:path w="598286" h="597042" extrusionOk="0">
                    <a:moveTo>
                      <a:pt x="299143" y="597042"/>
                    </a:moveTo>
                    <a:cubicBezTo>
                      <a:pt x="133727" y="597042"/>
                      <a:pt x="0" y="462961"/>
                      <a:pt x="0" y="298521"/>
                    </a:cubicBezTo>
                    <a:cubicBezTo>
                      <a:pt x="0" y="134082"/>
                      <a:pt x="134361" y="0"/>
                      <a:pt x="299143" y="0"/>
                    </a:cubicBezTo>
                    <a:cubicBezTo>
                      <a:pt x="463926" y="0"/>
                      <a:pt x="598287" y="134082"/>
                      <a:pt x="598287" y="298521"/>
                    </a:cubicBezTo>
                    <a:cubicBezTo>
                      <a:pt x="598287" y="462961"/>
                      <a:pt x="464559" y="597042"/>
                      <a:pt x="299143" y="597042"/>
                    </a:cubicBezTo>
                    <a:close/>
                    <a:moveTo>
                      <a:pt x="299143" y="15179"/>
                    </a:moveTo>
                    <a:cubicBezTo>
                      <a:pt x="142600" y="15179"/>
                      <a:pt x="15211" y="142304"/>
                      <a:pt x="15211" y="298521"/>
                    </a:cubicBezTo>
                    <a:cubicBezTo>
                      <a:pt x="15211" y="454739"/>
                      <a:pt x="142600" y="581863"/>
                      <a:pt x="299143" y="581863"/>
                    </a:cubicBezTo>
                    <a:cubicBezTo>
                      <a:pt x="455687" y="581863"/>
                      <a:pt x="583076" y="454739"/>
                      <a:pt x="583076" y="298521"/>
                    </a:cubicBezTo>
                    <a:cubicBezTo>
                      <a:pt x="583076" y="142304"/>
                      <a:pt x="455687" y="15179"/>
                      <a:pt x="299143" y="15179"/>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41" name="Google Shape;1741;p3"/>
              <p:cNvSpPr/>
              <p:nvPr/>
            </p:nvSpPr>
            <p:spPr>
              <a:xfrm>
                <a:off x="734763" y="2080762"/>
                <a:ext cx="192708" cy="316229"/>
              </a:xfrm>
              <a:custGeom>
                <a:avLst/>
                <a:gdLst/>
                <a:ahLst/>
                <a:cxnLst/>
                <a:rect l="l" t="t" r="r" b="b"/>
                <a:pathLst>
                  <a:path w="192708" h="316229" extrusionOk="0">
                    <a:moveTo>
                      <a:pt x="172388" y="268795"/>
                    </a:moveTo>
                    <a:cubicBezTo>
                      <a:pt x="158445" y="282077"/>
                      <a:pt x="139431" y="290299"/>
                      <a:pt x="114714" y="292197"/>
                    </a:cubicBezTo>
                    <a:lnTo>
                      <a:pt x="114714" y="316230"/>
                    </a:lnTo>
                    <a:lnTo>
                      <a:pt x="90630" y="316230"/>
                    </a:lnTo>
                    <a:lnTo>
                      <a:pt x="90630" y="292197"/>
                    </a:lnTo>
                    <a:cubicBezTo>
                      <a:pt x="72885" y="290932"/>
                      <a:pt x="56406" y="286504"/>
                      <a:pt x="41196" y="279547"/>
                    </a:cubicBezTo>
                    <a:cubicBezTo>
                      <a:pt x="25985" y="272590"/>
                      <a:pt x="12042" y="263103"/>
                      <a:pt x="0" y="251087"/>
                    </a:cubicBezTo>
                    <a:lnTo>
                      <a:pt x="15211" y="232113"/>
                    </a:lnTo>
                    <a:cubicBezTo>
                      <a:pt x="36759" y="254249"/>
                      <a:pt x="62110" y="266266"/>
                      <a:pt x="90630" y="269428"/>
                    </a:cubicBezTo>
                    <a:lnTo>
                      <a:pt x="90630" y="166969"/>
                    </a:lnTo>
                    <a:cubicBezTo>
                      <a:pt x="62744" y="160012"/>
                      <a:pt x="42463" y="151790"/>
                      <a:pt x="29154" y="141039"/>
                    </a:cubicBezTo>
                    <a:cubicBezTo>
                      <a:pt x="16478" y="130919"/>
                      <a:pt x="9507" y="115740"/>
                      <a:pt x="9507" y="96766"/>
                    </a:cubicBezTo>
                    <a:cubicBezTo>
                      <a:pt x="9507" y="83485"/>
                      <a:pt x="12676" y="71468"/>
                      <a:pt x="20281" y="60084"/>
                    </a:cubicBezTo>
                    <a:cubicBezTo>
                      <a:pt x="27252" y="49332"/>
                      <a:pt x="36759" y="40477"/>
                      <a:pt x="48801" y="33520"/>
                    </a:cubicBezTo>
                    <a:cubicBezTo>
                      <a:pt x="60843" y="27196"/>
                      <a:pt x="74786" y="23401"/>
                      <a:pt x="89997" y="22769"/>
                    </a:cubicBezTo>
                    <a:lnTo>
                      <a:pt x="89997" y="0"/>
                    </a:lnTo>
                    <a:lnTo>
                      <a:pt x="114080" y="0"/>
                    </a:lnTo>
                    <a:lnTo>
                      <a:pt x="114080" y="24033"/>
                    </a:lnTo>
                    <a:cubicBezTo>
                      <a:pt x="140065" y="27828"/>
                      <a:pt x="164149" y="39213"/>
                      <a:pt x="186331" y="59451"/>
                    </a:cubicBezTo>
                    <a:lnTo>
                      <a:pt x="171754" y="78425"/>
                    </a:lnTo>
                    <a:cubicBezTo>
                      <a:pt x="154642" y="61981"/>
                      <a:pt x="135629" y="51229"/>
                      <a:pt x="114080" y="46802"/>
                    </a:cubicBezTo>
                    <a:lnTo>
                      <a:pt x="114080" y="145466"/>
                    </a:lnTo>
                    <a:cubicBezTo>
                      <a:pt x="140699" y="151790"/>
                      <a:pt x="160346" y="160645"/>
                      <a:pt x="173021" y="172029"/>
                    </a:cubicBezTo>
                    <a:cubicBezTo>
                      <a:pt x="185697" y="182781"/>
                      <a:pt x="192669" y="197960"/>
                      <a:pt x="192669" y="217566"/>
                    </a:cubicBezTo>
                    <a:cubicBezTo>
                      <a:pt x="193302" y="239070"/>
                      <a:pt x="186331" y="255514"/>
                      <a:pt x="172388" y="268795"/>
                    </a:cubicBezTo>
                    <a:close/>
                    <a:moveTo>
                      <a:pt x="48167" y="122065"/>
                    </a:moveTo>
                    <a:cubicBezTo>
                      <a:pt x="57040" y="129022"/>
                      <a:pt x="70983" y="134714"/>
                      <a:pt x="90630" y="140406"/>
                    </a:cubicBezTo>
                    <a:lnTo>
                      <a:pt x="90630" y="45537"/>
                    </a:lnTo>
                    <a:cubicBezTo>
                      <a:pt x="74152" y="46802"/>
                      <a:pt x="60843" y="51862"/>
                      <a:pt x="50702" y="61349"/>
                    </a:cubicBezTo>
                    <a:cubicBezTo>
                      <a:pt x="39928" y="70836"/>
                      <a:pt x="34858" y="82220"/>
                      <a:pt x="34858" y="95501"/>
                    </a:cubicBezTo>
                    <a:cubicBezTo>
                      <a:pt x="34858" y="106253"/>
                      <a:pt x="39294" y="115108"/>
                      <a:pt x="48167" y="122065"/>
                    </a:cubicBezTo>
                    <a:close/>
                    <a:moveTo>
                      <a:pt x="154642" y="253616"/>
                    </a:moveTo>
                    <a:cubicBezTo>
                      <a:pt x="164149" y="244762"/>
                      <a:pt x="169219" y="234010"/>
                      <a:pt x="169219" y="221361"/>
                    </a:cubicBezTo>
                    <a:cubicBezTo>
                      <a:pt x="169219" y="209344"/>
                      <a:pt x="164782" y="199857"/>
                      <a:pt x="156543" y="192268"/>
                    </a:cubicBezTo>
                    <a:cubicBezTo>
                      <a:pt x="147670" y="184678"/>
                      <a:pt x="134361" y="178354"/>
                      <a:pt x="115348" y="173294"/>
                    </a:cubicBezTo>
                    <a:lnTo>
                      <a:pt x="115348" y="269428"/>
                    </a:lnTo>
                    <a:cubicBezTo>
                      <a:pt x="131826" y="268163"/>
                      <a:pt x="145135" y="262471"/>
                      <a:pt x="154642" y="253616"/>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grpSp>
      </p:grpSp>
      <p:grpSp>
        <p:nvGrpSpPr>
          <p:cNvPr id="1742" name="Google Shape;1742;p3"/>
          <p:cNvGrpSpPr/>
          <p:nvPr/>
        </p:nvGrpSpPr>
        <p:grpSpPr>
          <a:xfrm>
            <a:off x="11044342" y="1529278"/>
            <a:ext cx="539720" cy="540000"/>
            <a:chOff x="4079397" y="2226523"/>
            <a:chExt cx="662100" cy="661500"/>
          </a:xfrm>
        </p:grpSpPr>
        <p:sp>
          <p:nvSpPr>
            <p:cNvPr id="1743" name="Google Shape;1743;p3"/>
            <p:cNvSpPr/>
            <p:nvPr/>
          </p:nvSpPr>
          <p:spPr>
            <a:xfrm>
              <a:off x="4079397" y="2226523"/>
              <a:ext cx="662100" cy="661500"/>
            </a:xfrm>
            <a:prstGeom prst="ellipse">
              <a:avLst/>
            </a:prstGeom>
            <a:gradFill>
              <a:gsLst>
                <a:gs pos="0">
                  <a:srgbClr val="860000">
                    <a:alpha val="40000"/>
                  </a:srgbClr>
                </a:gs>
                <a:gs pos="83000">
                  <a:srgbClr val="B72835">
                    <a:alpha val="36078"/>
                  </a:srgbClr>
                </a:gs>
                <a:gs pos="100000">
                  <a:srgbClr val="B72835">
                    <a:alpha val="14901"/>
                  </a:srgbClr>
                </a:gs>
              </a:gsLst>
              <a:lin ang="0" scaled="0"/>
            </a:gra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744" name="Google Shape;1744;p3"/>
            <p:cNvGrpSpPr/>
            <p:nvPr/>
          </p:nvGrpSpPr>
          <p:grpSpPr>
            <a:xfrm>
              <a:off x="4164974" y="2312449"/>
              <a:ext cx="490954" cy="489828"/>
              <a:chOff x="535440" y="1951551"/>
              <a:chExt cx="592582" cy="591223"/>
            </a:xfrm>
          </p:grpSpPr>
          <p:sp>
            <p:nvSpPr>
              <p:cNvPr id="1745" name="Google Shape;1745;p3"/>
              <p:cNvSpPr/>
              <p:nvPr/>
            </p:nvSpPr>
            <p:spPr>
              <a:xfrm>
                <a:off x="535440" y="1951551"/>
                <a:ext cx="592582" cy="591223"/>
              </a:xfrm>
              <a:custGeom>
                <a:avLst/>
                <a:gdLst/>
                <a:ahLst/>
                <a:cxnLst/>
                <a:rect l="l" t="t" r="r" b="b"/>
                <a:pathLst>
                  <a:path w="592582" h="591223" extrusionOk="0">
                    <a:moveTo>
                      <a:pt x="296418" y="591224"/>
                    </a:moveTo>
                    <a:lnTo>
                      <a:pt x="296418" y="591224"/>
                    </a:lnTo>
                    <a:cubicBezTo>
                      <a:pt x="283106" y="591224"/>
                      <a:pt x="269810" y="590338"/>
                      <a:pt x="256617" y="588567"/>
                    </a:cubicBezTo>
                    <a:lnTo>
                      <a:pt x="258772" y="572882"/>
                    </a:lnTo>
                    <a:cubicBezTo>
                      <a:pt x="271248" y="574584"/>
                      <a:pt x="283826" y="575431"/>
                      <a:pt x="296418" y="575412"/>
                    </a:cubicBezTo>
                    <a:lnTo>
                      <a:pt x="296418" y="575412"/>
                    </a:lnTo>
                    <a:cubicBezTo>
                      <a:pt x="304340" y="575412"/>
                      <a:pt x="312389" y="575412"/>
                      <a:pt x="320312" y="574400"/>
                    </a:cubicBezTo>
                    <a:lnTo>
                      <a:pt x="321642" y="590148"/>
                    </a:lnTo>
                    <a:cubicBezTo>
                      <a:pt x="313277" y="590844"/>
                      <a:pt x="304784" y="591224"/>
                      <a:pt x="296418" y="591224"/>
                    </a:cubicBezTo>
                    <a:close/>
                    <a:moveTo>
                      <a:pt x="353965" y="585658"/>
                    </a:moveTo>
                    <a:lnTo>
                      <a:pt x="350860" y="570099"/>
                    </a:lnTo>
                    <a:cubicBezTo>
                      <a:pt x="371082" y="566140"/>
                      <a:pt x="390806" y="559967"/>
                      <a:pt x="409674" y="551695"/>
                    </a:cubicBezTo>
                    <a:lnTo>
                      <a:pt x="416012" y="566115"/>
                    </a:lnTo>
                    <a:cubicBezTo>
                      <a:pt x="396108" y="574875"/>
                      <a:pt x="375301" y="581427"/>
                      <a:pt x="353965" y="585658"/>
                    </a:cubicBezTo>
                    <a:close/>
                    <a:moveTo>
                      <a:pt x="224484" y="582496"/>
                    </a:moveTo>
                    <a:cubicBezTo>
                      <a:pt x="203326" y="577215"/>
                      <a:pt x="182816" y="569619"/>
                      <a:pt x="163325" y="559854"/>
                    </a:cubicBezTo>
                    <a:lnTo>
                      <a:pt x="170486" y="545750"/>
                    </a:lnTo>
                    <a:cubicBezTo>
                      <a:pt x="188895" y="555003"/>
                      <a:pt x="208282" y="562175"/>
                      <a:pt x="228287" y="567127"/>
                    </a:cubicBezTo>
                    <a:close/>
                    <a:moveTo>
                      <a:pt x="445229" y="551252"/>
                    </a:moveTo>
                    <a:lnTo>
                      <a:pt x="437307" y="537591"/>
                    </a:lnTo>
                    <a:cubicBezTo>
                      <a:pt x="455067" y="527258"/>
                      <a:pt x="471643" y="515021"/>
                      <a:pt x="486742" y="501098"/>
                    </a:cubicBezTo>
                    <a:lnTo>
                      <a:pt x="497516" y="512735"/>
                    </a:lnTo>
                    <a:cubicBezTo>
                      <a:pt x="481535" y="527424"/>
                      <a:pt x="464004" y="540339"/>
                      <a:pt x="445229" y="551252"/>
                    </a:cubicBezTo>
                    <a:close/>
                    <a:moveTo>
                      <a:pt x="135185" y="543663"/>
                    </a:moveTo>
                    <a:cubicBezTo>
                      <a:pt x="116816" y="531819"/>
                      <a:pt x="99813" y="517990"/>
                      <a:pt x="84483" y="502426"/>
                    </a:cubicBezTo>
                    <a:lnTo>
                      <a:pt x="95827" y="491358"/>
                    </a:lnTo>
                    <a:cubicBezTo>
                      <a:pt x="110244" y="506083"/>
                      <a:pt x="126249" y="519171"/>
                      <a:pt x="143551" y="530381"/>
                    </a:cubicBezTo>
                    <a:close/>
                    <a:moveTo>
                      <a:pt x="520332" y="489208"/>
                    </a:moveTo>
                    <a:lnTo>
                      <a:pt x="508354" y="478835"/>
                    </a:lnTo>
                    <a:cubicBezTo>
                      <a:pt x="521859" y="463303"/>
                      <a:pt x="533612" y="446335"/>
                      <a:pt x="543401" y="428239"/>
                    </a:cubicBezTo>
                    <a:lnTo>
                      <a:pt x="557345" y="435702"/>
                    </a:lnTo>
                    <a:cubicBezTo>
                      <a:pt x="546994" y="454858"/>
                      <a:pt x="534538" y="472804"/>
                      <a:pt x="520205" y="489208"/>
                    </a:cubicBezTo>
                    <a:close/>
                    <a:moveTo>
                      <a:pt x="63124" y="478013"/>
                    </a:moveTo>
                    <a:cubicBezTo>
                      <a:pt x="49683" y="460897"/>
                      <a:pt x="38163" y="442360"/>
                      <a:pt x="28774" y="422736"/>
                    </a:cubicBezTo>
                    <a:lnTo>
                      <a:pt x="43034" y="415969"/>
                    </a:lnTo>
                    <a:cubicBezTo>
                      <a:pt x="51957" y="434499"/>
                      <a:pt x="62857" y="452014"/>
                      <a:pt x="75546" y="468210"/>
                    </a:cubicBezTo>
                    <a:close/>
                    <a:moveTo>
                      <a:pt x="571098" y="406229"/>
                    </a:moveTo>
                    <a:lnTo>
                      <a:pt x="556457" y="400284"/>
                    </a:lnTo>
                    <a:cubicBezTo>
                      <a:pt x="564145" y="381195"/>
                      <a:pt x="569716" y="361322"/>
                      <a:pt x="573062" y="341022"/>
                    </a:cubicBezTo>
                    <a:lnTo>
                      <a:pt x="588717" y="343616"/>
                    </a:lnTo>
                    <a:cubicBezTo>
                      <a:pt x="585180" y="365072"/>
                      <a:pt x="579273" y="386071"/>
                      <a:pt x="571098" y="406229"/>
                    </a:cubicBezTo>
                    <a:close/>
                    <a:moveTo>
                      <a:pt x="16351" y="392631"/>
                    </a:moveTo>
                    <a:cubicBezTo>
                      <a:pt x="9213" y="372145"/>
                      <a:pt x="4366" y="350934"/>
                      <a:pt x="1901" y="329385"/>
                    </a:cubicBezTo>
                    <a:lnTo>
                      <a:pt x="17619" y="327551"/>
                    </a:lnTo>
                    <a:cubicBezTo>
                      <a:pt x="19989" y="347891"/>
                      <a:pt x="24579" y="367911"/>
                      <a:pt x="31309" y="387255"/>
                    </a:cubicBezTo>
                    <a:close/>
                    <a:moveTo>
                      <a:pt x="592139" y="311360"/>
                    </a:moveTo>
                    <a:lnTo>
                      <a:pt x="576358" y="310538"/>
                    </a:lnTo>
                    <a:cubicBezTo>
                      <a:pt x="576358" y="305605"/>
                      <a:pt x="576738" y="300672"/>
                      <a:pt x="576738" y="295675"/>
                    </a:cubicBezTo>
                    <a:cubicBezTo>
                      <a:pt x="576726" y="280058"/>
                      <a:pt x="575433" y="264469"/>
                      <a:pt x="572872" y="249063"/>
                    </a:cubicBezTo>
                    <a:lnTo>
                      <a:pt x="588463" y="246470"/>
                    </a:lnTo>
                    <a:cubicBezTo>
                      <a:pt x="591201" y="262729"/>
                      <a:pt x="592576" y="279187"/>
                      <a:pt x="592583" y="295675"/>
                    </a:cubicBezTo>
                    <a:cubicBezTo>
                      <a:pt x="592583" y="300798"/>
                      <a:pt x="592456" y="306047"/>
                      <a:pt x="592139" y="311360"/>
                    </a:cubicBezTo>
                    <a:close/>
                    <a:moveTo>
                      <a:pt x="15844" y="296813"/>
                    </a:moveTo>
                    <a:lnTo>
                      <a:pt x="0" y="296813"/>
                    </a:lnTo>
                    <a:lnTo>
                      <a:pt x="0" y="295738"/>
                    </a:lnTo>
                    <a:cubicBezTo>
                      <a:pt x="1" y="273978"/>
                      <a:pt x="2380" y="252283"/>
                      <a:pt x="7098" y="231038"/>
                    </a:cubicBezTo>
                    <a:lnTo>
                      <a:pt x="22563" y="234516"/>
                    </a:lnTo>
                    <a:cubicBezTo>
                      <a:pt x="18100" y="254598"/>
                      <a:pt x="15848" y="275106"/>
                      <a:pt x="15844" y="295675"/>
                    </a:cubicBezTo>
                    <a:close/>
                    <a:moveTo>
                      <a:pt x="566091" y="219021"/>
                    </a:moveTo>
                    <a:cubicBezTo>
                      <a:pt x="560418" y="199257"/>
                      <a:pt x="552595" y="180170"/>
                      <a:pt x="542768" y="162100"/>
                    </a:cubicBezTo>
                    <a:lnTo>
                      <a:pt x="556711" y="154573"/>
                    </a:lnTo>
                    <a:cubicBezTo>
                      <a:pt x="567130" y="173665"/>
                      <a:pt x="575382" y="193861"/>
                      <a:pt x="581301" y="214783"/>
                    </a:cubicBezTo>
                    <a:close/>
                    <a:moveTo>
                      <a:pt x="30928" y="204727"/>
                    </a:moveTo>
                    <a:lnTo>
                      <a:pt x="15971" y="199541"/>
                    </a:lnTo>
                    <a:cubicBezTo>
                      <a:pt x="23025" y="178923"/>
                      <a:pt x="32356" y="159153"/>
                      <a:pt x="43794" y="140596"/>
                    </a:cubicBezTo>
                    <a:lnTo>
                      <a:pt x="57294" y="148881"/>
                    </a:lnTo>
                    <a:cubicBezTo>
                      <a:pt x="46469" y="166469"/>
                      <a:pt x="37626" y="185199"/>
                      <a:pt x="30928" y="204727"/>
                    </a:cubicBezTo>
                    <a:close/>
                    <a:moveTo>
                      <a:pt x="526543" y="135726"/>
                    </a:moveTo>
                    <a:cubicBezTo>
                      <a:pt x="514734" y="118842"/>
                      <a:pt x="501111" y="103297"/>
                      <a:pt x="485918" y="89367"/>
                    </a:cubicBezTo>
                    <a:lnTo>
                      <a:pt x="496692" y="77729"/>
                    </a:lnTo>
                    <a:cubicBezTo>
                      <a:pt x="512707" y="92451"/>
                      <a:pt x="527072" y="108865"/>
                      <a:pt x="539535" y="126682"/>
                    </a:cubicBezTo>
                    <a:close/>
                    <a:moveTo>
                      <a:pt x="74913" y="123709"/>
                    </a:moveTo>
                    <a:lnTo>
                      <a:pt x="62237" y="114033"/>
                    </a:lnTo>
                    <a:cubicBezTo>
                      <a:pt x="75580" y="96861"/>
                      <a:pt x="90800" y="81226"/>
                      <a:pt x="107616" y="67420"/>
                    </a:cubicBezTo>
                    <a:lnTo>
                      <a:pt x="117693" y="79563"/>
                    </a:lnTo>
                    <a:cubicBezTo>
                      <a:pt x="101870" y="92687"/>
                      <a:pt x="87526" y="107489"/>
                      <a:pt x="74913" y="123709"/>
                    </a:cubicBezTo>
                    <a:close/>
                    <a:moveTo>
                      <a:pt x="462088" y="69824"/>
                    </a:moveTo>
                    <a:cubicBezTo>
                      <a:pt x="445475" y="57616"/>
                      <a:pt x="427556" y="47286"/>
                      <a:pt x="408660" y="39023"/>
                    </a:cubicBezTo>
                    <a:lnTo>
                      <a:pt x="414998" y="24539"/>
                    </a:lnTo>
                    <a:cubicBezTo>
                      <a:pt x="434949" y="33295"/>
                      <a:pt x="453885" y="44196"/>
                      <a:pt x="471468" y="57048"/>
                    </a:cubicBezTo>
                    <a:close/>
                    <a:moveTo>
                      <a:pt x="142727" y="61285"/>
                    </a:moveTo>
                    <a:lnTo>
                      <a:pt x="134044" y="48067"/>
                    </a:lnTo>
                    <a:cubicBezTo>
                      <a:pt x="152275" y="36162"/>
                      <a:pt x="171765" y="26300"/>
                      <a:pt x="192162" y="18658"/>
                    </a:cubicBezTo>
                    <a:lnTo>
                      <a:pt x="198056" y="33457"/>
                    </a:lnTo>
                    <a:cubicBezTo>
                      <a:pt x="178651" y="40692"/>
                      <a:pt x="160097" y="50023"/>
                      <a:pt x="142727" y="61285"/>
                    </a:cubicBezTo>
                    <a:close/>
                    <a:moveTo>
                      <a:pt x="379697" y="28271"/>
                    </a:moveTo>
                    <a:cubicBezTo>
                      <a:pt x="360008" y="22185"/>
                      <a:pt x="339713" y="18261"/>
                      <a:pt x="319171" y="16570"/>
                    </a:cubicBezTo>
                    <a:lnTo>
                      <a:pt x="320438" y="822"/>
                    </a:lnTo>
                    <a:cubicBezTo>
                      <a:pt x="342161" y="2601"/>
                      <a:pt x="363625" y="6736"/>
                      <a:pt x="384450" y="13155"/>
                    </a:cubicBezTo>
                    <a:close/>
                    <a:moveTo>
                      <a:pt x="227210" y="24223"/>
                    </a:moveTo>
                    <a:lnTo>
                      <a:pt x="223407" y="8918"/>
                    </a:lnTo>
                    <a:cubicBezTo>
                      <a:pt x="244522" y="3601"/>
                      <a:pt x="266157" y="610"/>
                      <a:pt x="287925" y="0"/>
                    </a:cubicBezTo>
                    <a:lnTo>
                      <a:pt x="288369" y="15812"/>
                    </a:lnTo>
                    <a:cubicBezTo>
                      <a:pt x="267736" y="16379"/>
                      <a:pt x="247227" y="19200"/>
                      <a:pt x="227210" y="242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46" name="Google Shape;1746;p3"/>
              <p:cNvSpPr/>
              <p:nvPr/>
            </p:nvSpPr>
            <p:spPr>
              <a:xfrm>
                <a:off x="750988" y="2161717"/>
                <a:ext cx="158444" cy="158115"/>
              </a:xfrm>
              <a:custGeom>
                <a:avLst/>
                <a:gdLst/>
                <a:ahLst/>
                <a:cxnLst/>
                <a:rect l="l" t="t" r="r" b="b"/>
                <a:pathLst>
                  <a:path w="158444" h="158115" extrusionOk="0">
                    <a:moveTo>
                      <a:pt x="79222" y="158115"/>
                    </a:moveTo>
                    <a:cubicBezTo>
                      <a:pt x="35469" y="158115"/>
                      <a:pt x="0" y="122720"/>
                      <a:pt x="0" y="79058"/>
                    </a:cubicBezTo>
                    <a:cubicBezTo>
                      <a:pt x="0" y="35395"/>
                      <a:pt x="35469" y="0"/>
                      <a:pt x="79222" y="0"/>
                    </a:cubicBezTo>
                    <a:cubicBezTo>
                      <a:pt x="122976" y="0"/>
                      <a:pt x="158445" y="35395"/>
                      <a:pt x="158445" y="79058"/>
                    </a:cubicBezTo>
                    <a:cubicBezTo>
                      <a:pt x="158375" y="122691"/>
                      <a:pt x="122947" y="158045"/>
                      <a:pt x="79222" y="158115"/>
                    </a:cubicBezTo>
                    <a:close/>
                    <a:moveTo>
                      <a:pt x="79222" y="15812"/>
                    </a:moveTo>
                    <a:cubicBezTo>
                      <a:pt x="44220" y="15812"/>
                      <a:pt x="15844" y="44128"/>
                      <a:pt x="15844" y="79058"/>
                    </a:cubicBezTo>
                    <a:cubicBezTo>
                      <a:pt x="15844" y="113988"/>
                      <a:pt x="44220" y="142304"/>
                      <a:pt x="79222" y="142304"/>
                    </a:cubicBezTo>
                    <a:cubicBezTo>
                      <a:pt x="114225" y="142304"/>
                      <a:pt x="142600" y="113988"/>
                      <a:pt x="142600" y="79058"/>
                    </a:cubicBezTo>
                    <a:cubicBezTo>
                      <a:pt x="142705" y="44128"/>
                      <a:pt x="114415" y="15727"/>
                      <a:pt x="79412" y="15622"/>
                    </a:cubicBezTo>
                    <a:cubicBezTo>
                      <a:pt x="79349" y="15622"/>
                      <a:pt x="79286" y="15622"/>
                      <a:pt x="79222" y="1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47" name="Google Shape;1747;p3"/>
              <p:cNvSpPr/>
              <p:nvPr/>
            </p:nvSpPr>
            <p:spPr>
              <a:xfrm>
                <a:off x="790599" y="1998215"/>
                <a:ext cx="79222" cy="143389"/>
              </a:xfrm>
              <a:custGeom>
                <a:avLst/>
                <a:gdLst/>
                <a:ahLst/>
                <a:cxnLst/>
                <a:rect l="l" t="t" r="r" b="b"/>
                <a:pathLst>
                  <a:path w="79222" h="143389" extrusionOk="0">
                    <a:moveTo>
                      <a:pt x="79222" y="39476"/>
                    </a:moveTo>
                    <a:cubicBezTo>
                      <a:pt x="79193" y="17645"/>
                      <a:pt x="61435" y="-29"/>
                      <a:pt x="39559" y="0"/>
                    </a:cubicBezTo>
                    <a:cubicBezTo>
                      <a:pt x="17682" y="29"/>
                      <a:pt x="-29" y="17751"/>
                      <a:pt x="0" y="39582"/>
                    </a:cubicBezTo>
                    <a:cubicBezTo>
                      <a:pt x="25" y="58321"/>
                      <a:pt x="13233" y="74468"/>
                      <a:pt x="31626" y="78246"/>
                    </a:cubicBezTo>
                    <a:lnTo>
                      <a:pt x="31626" y="143389"/>
                    </a:lnTo>
                    <a:lnTo>
                      <a:pt x="47470" y="143389"/>
                    </a:lnTo>
                    <a:lnTo>
                      <a:pt x="47470" y="78246"/>
                    </a:lnTo>
                    <a:cubicBezTo>
                      <a:pt x="65939" y="74491"/>
                      <a:pt x="79210" y="58286"/>
                      <a:pt x="79222" y="39476"/>
                    </a:cubicBezTo>
                    <a:close/>
                    <a:moveTo>
                      <a:pt x="39611" y="63194"/>
                    </a:moveTo>
                    <a:cubicBezTo>
                      <a:pt x="26485" y="63228"/>
                      <a:pt x="15816" y="52638"/>
                      <a:pt x="15781" y="39540"/>
                    </a:cubicBezTo>
                    <a:cubicBezTo>
                      <a:pt x="15746" y="26441"/>
                      <a:pt x="26358" y="15794"/>
                      <a:pt x="39484" y="15759"/>
                    </a:cubicBezTo>
                    <a:cubicBezTo>
                      <a:pt x="52611" y="15724"/>
                      <a:pt x="63280" y="26315"/>
                      <a:pt x="63314" y="39413"/>
                    </a:cubicBezTo>
                    <a:cubicBezTo>
                      <a:pt x="63314" y="39434"/>
                      <a:pt x="63314" y="39455"/>
                      <a:pt x="63314" y="39476"/>
                    </a:cubicBezTo>
                    <a:cubicBezTo>
                      <a:pt x="63314" y="52550"/>
                      <a:pt x="52713" y="63159"/>
                      <a:pt x="39611" y="631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48" name="Google Shape;1748;p3"/>
              <p:cNvSpPr/>
              <p:nvPr/>
            </p:nvSpPr>
            <p:spPr>
              <a:xfrm>
                <a:off x="663052" y="2316417"/>
                <a:ext cx="107139" cy="128262"/>
              </a:xfrm>
              <a:custGeom>
                <a:avLst/>
                <a:gdLst/>
                <a:ahLst/>
                <a:cxnLst/>
                <a:rect l="l" t="t" r="r" b="b"/>
                <a:pathLst>
                  <a:path w="107139" h="128262" extrusionOk="0">
                    <a:moveTo>
                      <a:pt x="94274" y="0"/>
                    </a:moveTo>
                    <a:lnTo>
                      <a:pt x="55867" y="52747"/>
                    </a:lnTo>
                    <a:cubicBezTo>
                      <a:pt x="35916" y="43790"/>
                      <a:pt x="12467" y="52668"/>
                      <a:pt x="3491" y="72577"/>
                    </a:cubicBezTo>
                    <a:cubicBezTo>
                      <a:pt x="-4180" y="89592"/>
                      <a:pt x="1115" y="109641"/>
                      <a:pt x="16192" y="120673"/>
                    </a:cubicBezTo>
                    <a:cubicBezTo>
                      <a:pt x="22915" y="125608"/>
                      <a:pt x="31043" y="128268"/>
                      <a:pt x="39388" y="128263"/>
                    </a:cubicBezTo>
                    <a:cubicBezTo>
                      <a:pt x="41511" y="128255"/>
                      <a:pt x="43630" y="128086"/>
                      <a:pt x="45726" y="127757"/>
                    </a:cubicBezTo>
                    <a:cubicBezTo>
                      <a:pt x="67331" y="124326"/>
                      <a:pt x="82057" y="104066"/>
                      <a:pt x="78619" y="82506"/>
                    </a:cubicBezTo>
                    <a:cubicBezTo>
                      <a:pt x="77400" y="74867"/>
                      <a:pt x="73963" y="67753"/>
                      <a:pt x="68732" y="62044"/>
                    </a:cubicBezTo>
                    <a:lnTo>
                      <a:pt x="107139" y="9297"/>
                    </a:lnTo>
                    <a:close/>
                    <a:moveTo>
                      <a:pt x="58719" y="102648"/>
                    </a:moveTo>
                    <a:cubicBezTo>
                      <a:pt x="55010" y="107742"/>
                      <a:pt x="49424" y="111155"/>
                      <a:pt x="43191" y="112135"/>
                    </a:cubicBezTo>
                    <a:cubicBezTo>
                      <a:pt x="30227" y="114188"/>
                      <a:pt x="18050" y="105365"/>
                      <a:pt x="15993" y="92428"/>
                    </a:cubicBezTo>
                    <a:cubicBezTo>
                      <a:pt x="15004" y="86207"/>
                      <a:pt x="16535" y="79850"/>
                      <a:pt x="20248" y="74757"/>
                    </a:cubicBezTo>
                    <a:cubicBezTo>
                      <a:pt x="23957" y="69663"/>
                      <a:pt x="29543" y="66250"/>
                      <a:pt x="35776" y="65270"/>
                    </a:cubicBezTo>
                    <a:cubicBezTo>
                      <a:pt x="37021" y="65173"/>
                      <a:pt x="38270" y="65173"/>
                      <a:pt x="39515" y="65270"/>
                    </a:cubicBezTo>
                    <a:cubicBezTo>
                      <a:pt x="44522" y="65255"/>
                      <a:pt x="49405" y="66828"/>
                      <a:pt x="53458" y="69760"/>
                    </a:cubicBezTo>
                    <a:cubicBezTo>
                      <a:pt x="63864" y="77482"/>
                      <a:pt x="66199" y="92077"/>
                      <a:pt x="58719" y="10264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49" name="Google Shape;1749;p3"/>
              <p:cNvSpPr/>
              <p:nvPr/>
            </p:nvSpPr>
            <p:spPr>
              <a:xfrm>
                <a:off x="890800" y="2316480"/>
                <a:ext cx="106974" cy="128262"/>
              </a:xfrm>
              <a:custGeom>
                <a:avLst/>
                <a:gdLst/>
                <a:ahLst/>
                <a:cxnLst/>
                <a:rect l="l" t="t" r="r" b="b"/>
                <a:pathLst>
                  <a:path w="106974" h="128262" extrusionOk="0">
                    <a:moveTo>
                      <a:pt x="99186" y="65396"/>
                    </a:moveTo>
                    <a:cubicBezTo>
                      <a:pt x="88106" y="50196"/>
                      <a:pt x="67820" y="44903"/>
                      <a:pt x="50702" y="52747"/>
                    </a:cubicBezTo>
                    <a:lnTo>
                      <a:pt x="12676" y="0"/>
                    </a:lnTo>
                    <a:lnTo>
                      <a:pt x="0" y="9297"/>
                    </a:lnTo>
                    <a:lnTo>
                      <a:pt x="38407" y="62044"/>
                    </a:lnTo>
                    <a:cubicBezTo>
                      <a:pt x="23644" y="78155"/>
                      <a:pt x="24764" y="103159"/>
                      <a:pt x="40908" y="117891"/>
                    </a:cubicBezTo>
                    <a:cubicBezTo>
                      <a:pt x="46628" y="123111"/>
                      <a:pt x="53758" y="126541"/>
                      <a:pt x="61413" y="127757"/>
                    </a:cubicBezTo>
                    <a:cubicBezTo>
                      <a:pt x="63510" y="128083"/>
                      <a:pt x="65628" y="128252"/>
                      <a:pt x="67751" y="128263"/>
                    </a:cubicBezTo>
                    <a:cubicBezTo>
                      <a:pt x="89661" y="128014"/>
                      <a:pt x="107221" y="110089"/>
                      <a:pt x="106972" y="88224"/>
                    </a:cubicBezTo>
                    <a:cubicBezTo>
                      <a:pt x="106879" y="80042"/>
                      <a:pt x="104248" y="72088"/>
                      <a:pt x="99440" y="65460"/>
                    </a:cubicBezTo>
                    <a:close/>
                    <a:moveTo>
                      <a:pt x="90630" y="92339"/>
                    </a:moveTo>
                    <a:cubicBezTo>
                      <a:pt x="88635" y="105321"/>
                      <a:pt x="76472" y="114231"/>
                      <a:pt x="63463" y="112240"/>
                    </a:cubicBezTo>
                    <a:cubicBezTo>
                      <a:pt x="50454" y="110249"/>
                      <a:pt x="41526" y="98111"/>
                      <a:pt x="43521" y="85129"/>
                    </a:cubicBezTo>
                    <a:cubicBezTo>
                      <a:pt x="45303" y="73532"/>
                      <a:pt x="55296" y="64964"/>
                      <a:pt x="67054" y="64954"/>
                    </a:cubicBezTo>
                    <a:cubicBezTo>
                      <a:pt x="68319" y="64859"/>
                      <a:pt x="69591" y="64859"/>
                      <a:pt x="70856" y="64954"/>
                    </a:cubicBezTo>
                    <a:cubicBezTo>
                      <a:pt x="77089" y="65934"/>
                      <a:pt x="82675" y="69347"/>
                      <a:pt x="86384" y="74441"/>
                    </a:cubicBezTo>
                    <a:cubicBezTo>
                      <a:pt x="90128" y="79606"/>
                      <a:pt x="91656" y="86047"/>
                      <a:pt x="90630" y="923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50" name="Google Shape;1750;p3"/>
              <p:cNvSpPr/>
              <p:nvPr/>
            </p:nvSpPr>
            <p:spPr>
              <a:xfrm>
                <a:off x="596608" y="2135858"/>
                <a:ext cx="141070" cy="79175"/>
              </a:xfrm>
              <a:custGeom>
                <a:avLst/>
                <a:gdLst/>
                <a:ahLst/>
                <a:cxnLst/>
                <a:rect l="l" t="t" r="r" b="b"/>
                <a:pathLst>
                  <a:path w="141070" h="79175" extrusionOk="0">
                    <a:moveTo>
                      <a:pt x="51898" y="1952"/>
                    </a:moveTo>
                    <a:cubicBezTo>
                      <a:pt x="31089" y="-4807"/>
                      <a:pt x="8730" y="6548"/>
                      <a:pt x="1956" y="27314"/>
                    </a:cubicBezTo>
                    <a:cubicBezTo>
                      <a:pt x="-4817" y="48079"/>
                      <a:pt x="6562" y="70393"/>
                      <a:pt x="27371" y="77152"/>
                    </a:cubicBezTo>
                    <a:cubicBezTo>
                      <a:pt x="31339" y="78453"/>
                      <a:pt x="35490" y="79115"/>
                      <a:pt x="39666" y="79112"/>
                    </a:cubicBezTo>
                    <a:cubicBezTo>
                      <a:pt x="53920" y="79107"/>
                      <a:pt x="67068" y="71447"/>
                      <a:pt x="74080" y="59063"/>
                    </a:cubicBezTo>
                    <a:lnTo>
                      <a:pt x="136191" y="79176"/>
                    </a:lnTo>
                    <a:lnTo>
                      <a:pt x="141071" y="64186"/>
                    </a:lnTo>
                    <a:lnTo>
                      <a:pt x="78960" y="44011"/>
                    </a:lnTo>
                    <a:cubicBezTo>
                      <a:pt x="81068" y="25363"/>
                      <a:pt x="69767" y="7800"/>
                      <a:pt x="51898" y="1952"/>
                    </a:cubicBezTo>
                    <a:close/>
                    <a:moveTo>
                      <a:pt x="62229" y="46920"/>
                    </a:moveTo>
                    <a:cubicBezTo>
                      <a:pt x="60283" y="52892"/>
                      <a:pt x="56044" y="57850"/>
                      <a:pt x="50440" y="60708"/>
                    </a:cubicBezTo>
                    <a:cubicBezTo>
                      <a:pt x="44831" y="63585"/>
                      <a:pt x="38298" y="64086"/>
                      <a:pt x="32314" y="62099"/>
                    </a:cubicBezTo>
                    <a:cubicBezTo>
                      <a:pt x="19828" y="58060"/>
                      <a:pt x="12987" y="44685"/>
                      <a:pt x="17034" y="32224"/>
                    </a:cubicBezTo>
                    <a:cubicBezTo>
                      <a:pt x="21081" y="19764"/>
                      <a:pt x="34484" y="12937"/>
                      <a:pt x="46971" y="16976"/>
                    </a:cubicBezTo>
                    <a:cubicBezTo>
                      <a:pt x="59458" y="21015"/>
                      <a:pt x="66299" y="34390"/>
                      <a:pt x="62251" y="46851"/>
                    </a:cubicBezTo>
                    <a:cubicBezTo>
                      <a:pt x="62244" y="46874"/>
                      <a:pt x="62236" y="46897"/>
                      <a:pt x="62229" y="469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751" name="Google Shape;1751;p3"/>
              <p:cNvSpPr/>
              <p:nvPr/>
            </p:nvSpPr>
            <p:spPr>
              <a:xfrm>
                <a:off x="922742" y="2136055"/>
                <a:ext cx="140983" cy="78978"/>
              </a:xfrm>
              <a:custGeom>
                <a:avLst/>
                <a:gdLst/>
                <a:ahLst/>
                <a:cxnLst/>
                <a:rect l="l" t="t" r="r" b="b"/>
                <a:pathLst>
                  <a:path w="140983" h="78978" extrusionOk="0">
                    <a:moveTo>
                      <a:pt x="139114" y="27180"/>
                    </a:moveTo>
                    <a:cubicBezTo>
                      <a:pt x="132275" y="6444"/>
                      <a:pt x="109884" y="-4833"/>
                      <a:pt x="89104" y="1992"/>
                    </a:cubicBezTo>
                    <a:cubicBezTo>
                      <a:pt x="71342" y="7827"/>
                      <a:pt x="60088" y="25262"/>
                      <a:pt x="62110" y="43814"/>
                    </a:cubicBezTo>
                    <a:lnTo>
                      <a:pt x="0" y="63989"/>
                    </a:lnTo>
                    <a:lnTo>
                      <a:pt x="4880" y="78979"/>
                    </a:lnTo>
                    <a:lnTo>
                      <a:pt x="66990" y="58866"/>
                    </a:lnTo>
                    <a:cubicBezTo>
                      <a:pt x="77858" y="77813"/>
                      <a:pt x="102059" y="84381"/>
                      <a:pt x="121046" y="73536"/>
                    </a:cubicBezTo>
                    <a:cubicBezTo>
                      <a:pt x="137247" y="64281"/>
                      <a:pt x="144775" y="44995"/>
                      <a:pt x="139114" y="27243"/>
                    </a:cubicBezTo>
                    <a:close/>
                    <a:moveTo>
                      <a:pt x="108630" y="61902"/>
                    </a:moveTo>
                    <a:cubicBezTo>
                      <a:pt x="96112" y="65842"/>
                      <a:pt x="82763" y="58911"/>
                      <a:pt x="78814" y="46418"/>
                    </a:cubicBezTo>
                    <a:cubicBezTo>
                      <a:pt x="74866" y="33927"/>
                      <a:pt x="81812" y="20606"/>
                      <a:pt x="94330" y="16665"/>
                    </a:cubicBezTo>
                    <a:cubicBezTo>
                      <a:pt x="106785" y="12744"/>
                      <a:pt x="120076" y="19587"/>
                      <a:pt x="124094" y="31987"/>
                    </a:cubicBezTo>
                    <a:cubicBezTo>
                      <a:pt x="128155" y="44406"/>
                      <a:pt x="121358" y="57759"/>
                      <a:pt x="108913" y="61812"/>
                    </a:cubicBezTo>
                    <a:cubicBezTo>
                      <a:pt x="108819" y="61843"/>
                      <a:pt x="108724" y="61872"/>
                      <a:pt x="108630" y="619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grpSp>
      </p:grpSp>
      <p:sp>
        <p:nvSpPr>
          <p:cNvPr id="1752" name="Google Shape;1752;p3"/>
          <p:cNvSpPr/>
          <p:nvPr/>
        </p:nvSpPr>
        <p:spPr>
          <a:xfrm>
            <a:off x="7020684" y="5488262"/>
            <a:ext cx="4740317" cy="535714"/>
          </a:xfrm>
          <a:prstGeom prst="roundRect">
            <a:avLst>
              <a:gd name="adj" fmla="val 50000"/>
            </a:avLst>
          </a:prstGeom>
          <a:noFill/>
          <a:ln>
            <a:noFill/>
          </a:ln>
        </p:spPr>
        <p:txBody>
          <a:bodyPr spcFirstLastPara="1" wrap="square" lIns="91350" tIns="45675" rIns="91350" bIns="456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39% customers consider cloud migration expensive and complex to manage</a:t>
            </a:r>
            <a:r>
              <a:rPr lang="en-US" baseline="30000">
                <a:solidFill>
                  <a:schemeClr val="dk1"/>
                </a:solidFill>
              </a:rPr>
              <a:t>3</a:t>
            </a:r>
            <a:endParaRPr sz="1400" b="0" i="0" u="none" strike="noStrike" cap="none">
              <a:solidFill>
                <a:srgbClr val="000000"/>
              </a:solidFill>
              <a:latin typeface="Arial"/>
              <a:ea typeface="Arial"/>
              <a:cs typeface="Arial"/>
              <a:sym typeface="Arial"/>
            </a:endParaRPr>
          </a:p>
        </p:txBody>
      </p:sp>
      <p:grpSp>
        <p:nvGrpSpPr>
          <p:cNvPr id="1753" name="Google Shape;1753;p3"/>
          <p:cNvGrpSpPr/>
          <p:nvPr/>
        </p:nvGrpSpPr>
        <p:grpSpPr>
          <a:xfrm>
            <a:off x="6820525" y="5630120"/>
            <a:ext cx="250908" cy="251999"/>
            <a:chOff x="7526011" y="1112437"/>
            <a:chExt cx="261608" cy="261608"/>
          </a:xfrm>
        </p:grpSpPr>
        <p:sp>
          <p:nvSpPr>
            <p:cNvPr id="1754" name="Google Shape;1754;p3"/>
            <p:cNvSpPr/>
            <p:nvPr/>
          </p:nvSpPr>
          <p:spPr>
            <a:xfrm>
              <a:off x="7526011" y="1112437"/>
              <a:ext cx="261608" cy="261608"/>
            </a:xfrm>
            <a:prstGeom prst="ellipse">
              <a:avLst/>
            </a:prstGeom>
            <a:solidFill>
              <a:srgbClr val="B72835"/>
            </a:soli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55" name="Google Shape;1755;p3"/>
            <p:cNvSpPr/>
            <p:nvPr/>
          </p:nvSpPr>
          <p:spPr>
            <a:xfrm rot="-2700000">
              <a:off x="7593524" y="1179992"/>
              <a:ext cx="126492" cy="126493"/>
            </a:xfrm>
            <a:custGeom>
              <a:avLst/>
              <a:gdLst/>
              <a:ahLst/>
              <a:cxnLst/>
              <a:rect l="l" t="t" r="r" b="b"/>
              <a:pathLst>
                <a:path w="126492" h="126492" extrusionOk="0">
                  <a:moveTo>
                    <a:pt x="47479" y="0"/>
                  </a:moveTo>
                  <a:lnTo>
                    <a:pt x="79102" y="0"/>
                  </a:lnTo>
                  <a:lnTo>
                    <a:pt x="79102" y="47479"/>
                  </a:lnTo>
                  <a:lnTo>
                    <a:pt x="126492" y="47479"/>
                  </a:lnTo>
                  <a:lnTo>
                    <a:pt x="126492" y="79102"/>
                  </a:lnTo>
                  <a:lnTo>
                    <a:pt x="79102" y="79102"/>
                  </a:lnTo>
                  <a:lnTo>
                    <a:pt x="79102" y="126492"/>
                  </a:lnTo>
                  <a:lnTo>
                    <a:pt x="47479" y="126492"/>
                  </a:lnTo>
                  <a:lnTo>
                    <a:pt x="47479" y="79102"/>
                  </a:lnTo>
                  <a:lnTo>
                    <a:pt x="0" y="79102"/>
                  </a:lnTo>
                  <a:lnTo>
                    <a:pt x="0" y="47479"/>
                  </a:lnTo>
                  <a:lnTo>
                    <a:pt x="47479" y="47479"/>
                  </a:lnTo>
                  <a:close/>
                </a:path>
              </a:pathLst>
            </a:custGeom>
            <a:solidFill>
              <a:schemeClr val="lt1"/>
            </a:solidFill>
            <a:ln w="11425" cap="flat" cmpd="sng">
              <a:solidFill>
                <a:srgbClr val="B72835"/>
              </a:solidFill>
              <a:prstDash val="solid"/>
              <a:miter lim="8000"/>
              <a:headEnd type="none" w="sm" len="sm"/>
              <a:tailEnd type="none" w="sm" len="sm"/>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56" name="Google Shape;1756;p3"/>
          <p:cNvGrpSpPr/>
          <p:nvPr/>
        </p:nvGrpSpPr>
        <p:grpSpPr>
          <a:xfrm>
            <a:off x="808543" y="5231854"/>
            <a:ext cx="250908" cy="251999"/>
            <a:chOff x="7526011" y="1112437"/>
            <a:chExt cx="261608" cy="261608"/>
          </a:xfrm>
        </p:grpSpPr>
        <p:sp>
          <p:nvSpPr>
            <p:cNvPr id="1757" name="Google Shape;1757;p3"/>
            <p:cNvSpPr/>
            <p:nvPr/>
          </p:nvSpPr>
          <p:spPr>
            <a:xfrm>
              <a:off x="7526011" y="1112437"/>
              <a:ext cx="261608" cy="261608"/>
            </a:xfrm>
            <a:prstGeom prst="ellipse">
              <a:avLst/>
            </a:prstGeom>
            <a:solidFill>
              <a:srgbClr val="B72835"/>
            </a:soli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58" name="Google Shape;1758;p3"/>
            <p:cNvSpPr/>
            <p:nvPr/>
          </p:nvSpPr>
          <p:spPr>
            <a:xfrm rot="-2700000">
              <a:off x="7593524" y="1179992"/>
              <a:ext cx="126492" cy="126493"/>
            </a:xfrm>
            <a:custGeom>
              <a:avLst/>
              <a:gdLst/>
              <a:ahLst/>
              <a:cxnLst/>
              <a:rect l="l" t="t" r="r" b="b"/>
              <a:pathLst>
                <a:path w="126492" h="126492" extrusionOk="0">
                  <a:moveTo>
                    <a:pt x="47479" y="0"/>
                  </a:moveTo>
                  <a:lnTo>
                    <a:pt x="79102" y="0"/>
                  </a:lnTo>
                  <a:lnTo>
                    <a:pt x="79102" y="47479"/>
                  </a:lnTo>
                  <a:lnTo>
                    <a:pt x="126492" y="47479"/>
                  </a:lnTo>
                  <a:lnTo>
                    <a:pt x="126492" y="79102"/>
                  </a:lnTo>
                  <a:lnTo>
                    <a:pt x="79102" y="79102"/>
                  </a:lnTo>
                  <a:lnTo>
                    <a:pt x="79102" y="126492"/>
                  </a:lnTo>
                  <a:lnTo>
                    <a:pt x="47479" y="126492"/>
                  </a:lnTo>
                  <a:lnTo>
                    <a:pt x="47479" y="79102"/>
                  </a:lnTo>
                  <a:lnTo>
                    <a:pt x="0" y="79102"/>
                  </a:lnTo>
                  <a:lnTo>
                    <a:pt x="0" y="47479"/>
                  </a:lnTo>
                  <a:lnTo>
                    <a:pt x="47479" y="47479"/>
                  </a:lnTo>
                  <a:close/>
                </a:path>
              </a:pathLst>
            </a:custGeom>
            <a:solidFill>
              <a:schemeClr val="lt1"/>
            </a:solidFill>
            <a:ln w="11425" cap="flat" cmpd="sng">
              <a:solidFill>
                <a:srgbClr val="B72835"/>
              </a:solidFill>
              <a:prstDash val="solid"/>
              <a:miter lim="8000"/>
              <a:headEnd type="none" w="sm" len="sm"/>
              <a:tailEnd type="none" w="sm" len="sm"/>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59" name="Google Shape;1759;p3"/>
          <p:cNvGrpSpPr/>
          <p:nvPr/>
        </p:nvGrpSpPr>
        <p:grpSpPr>
          <a:xfrm>
            <a:off x="808543" y="5578933"/>
            <a:ext cx="250908" cy="251999"/>
            <a:chOff x="7526011" y="1112437"/>
            <a:chExt cx="261608" cy="261608"/>
          </a:xfrm>
        </p:grpSpPr>
        <p:sp>
          <p:nvSpPr>
            <p:cNvPr id="1760" name="Google Shape;1760;p3"/>
            <p:cNvSpPr/>
            <p:nvPr/>
          </p:nvSpPr>
          <p:spPr>
            <a:xfrm>
              <a:off x="7526011" y="1112437"/>
              <a:ext cx="261608" cy="261608"/>
            </a:xfrm>
            <a:prstGeom prst="ellipse">
              <a:avLst/>
            </a:prstGeom>
            <a:solidFill>
              <a:srgbClr val="B72835"/>
            </a:solidFill>
            <a:ln>
              <a:noFill/>
            </a:ln>
          </p:spPr>
          <p:txBody>
            <a:bodyPr spcFirstLastPara="1" wrap="square" lIns="82175" tIns="41075" rIns="82175" bIns="410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61" name="Google Shape;1761;p3"/>
            <p:cNvSpPr/>
            <p:nvPr/>
          </p:nvSpPr>
          <p:spPr>
            <a:xfrm rot="-2700000">
              <a:off x="7593524" y="1179992"/>
              <a:ext cx="126492" cy="126493"/>
            </a:xfrm>
            <a:custGeom>
              <a:avLst/>
              <a:gdLst/>
              <a:ahLst/>
              <a:cxnLst/>
              <a:rect l="l" t="t" r="r" b="b"/>
              <a:pathLst>
                <a:path w="126492" h="126492" extrusionOk="0">
                  <a:moveTo>
                    <a:pt x="47479" y="0"/>
                  </a:moveTo>
                  <a:lnTo>
                    <a:pt x="79102" y="0"/>
                  </a:lnTo>
                  <a:lnTo>
                    <a:pt x="79102" y="47479"/>
                  </a:lnTo>
                  <a:lnTo>
                    <a:pt x="126492" y="47479"/>
                  </a:lnTo>
                  <a:lnTo>
                    <a:pt x="126492" y="79102"/>
                  </a:lnTo>
                  <a:lnTo>
                    <a:pt x="79102" y="79102"/>
                  </a:lnTo>
                  <a:lnTo>
                    <a:pt x="79102" y="126492"/>
                  </a:lnTo>
                  <a:lnTo>
                    <a:pt x="47479" y="126492"/>
                  </a:lnTo>
                  <a:lnTo>
                    <a:pt x="47479" y="79102"/>
                  </a:lnTo>
                  <a:lnTo>
                    <a:pt x="0" y="79102"/>
                  </a:lnTo>
                  <a:lnTo>
                    <a:pt x="0" y="47479"/>
                  </a:lnTo>
                  <a:lnTo>
                    <a:pt x="47479" y="47479"/>
                  </a:lnTo>
                  <a:close/>
                </a:path>
              </a:pathLst>
            </a:custGeom>
            <a:solidFill>
              <a:schemeClr val="lt1"/>
            </a:solidFill>
            <a:ln w="11425" cap="flat" cmpd="sng">
              <a:solidFill>
                <a:srgbClr val="B72835"/>
              </a:solidFill>
              <a:prstDash val="solid"/>
              <a:miter lim="8000"/>
              <a:headEnd type="none" w="sm" len="sm"/>
              <a:tailEnd type="none" w="sm" len="sm"/>
            </a:ln>
          </p:spPr>
          <p:txBody>
            <a:bodyPr spcFirstLastPara="1" wrap="square" lIns="82175" tIns="41075" rIns="82175" bIns="410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62" name="Google Shape;1762;p3"/>
          <p:cNvSpPr/>
          <p:nvPr/>
        </p:nvSpPr>
        <p:spPr>
          <a:xfrm>
            <a:off x="1069344" y="5445882"/>
            <a:ext cx="4484139" cy="518100"/>
          </a:xfrm>
          <a:prstGeom prst="roundRect">
            <a:avLst>
              <a:gd name="adj" fmla="val 50000"/>
            </a:avLst>
          </a:prstGeom>
          <a:noFill/>
          <a:ln>
            <a:noFill/>
          </a:ln>
        </p:spPr>
        <p:txBody>
          <a:bodyPr spcFirstLastPara="1" wrap="square" lIns="91350" tIns="45675" rIns="91350" bIns="456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50% lower team efficiency</a:t>
            </a:r>
            <a:r>
              <a:rPr lang="en-US" sz="1400" b="0" i="0" u="none" strike="noStrike" cap="none" baseline="30000">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5"/>
                                        </p:tgtEl>
                                        <p:attrNameLst>
                                          <p:attrName>style.visibility</p:attrName>
                                        </p:attrNameLst>
                                      </p:cBhvr>
                                      <p:to>
                                        <p:strVal val="visible"/>
                                      </p:to>
                                    </p:set>
                                    <p:animEffect transition="in" filter="fade">
                                      <p:cBhvr>
                                        <p:cTn id="7" dur="500"/>
                                        <p:tgtEl>
                                          <p:spTgt spid="1615"/>
                                        </p:tgtEl>
                                      </p:cBhvr>
                                    </p:animEffect>
                                  </p:childTnLst>
                                </p:cTn>
                              </p:par>
                              <p:par>
                                <p:cTn id="8" presetID="10" presetClass="entr" presetSubtype="0" fill="hold" nodeType="withEffect">
                                  <p:stCondLst>
                                    <p:cond delay="0"/>
                                  </p:stCondLst>
                                  <p:childTnLst>
                                    <p:set>
                                      <p:cBhvr>
                                        <p:cTn id="9" dur="1" fill="hold">
                                          <p:stCondLst>
                                            <p:cond delay="0"/>
                                          </p:stCondLst>
                                        </p:cTn>
                                        <p:tgtEl>
                                          <p:spTgt spid="1614"/>
                                        </p:tgtEl>
                                        <p:attrNameLst>
                                          <p:attrName>style.visibility</p:attrName>
                                        </p:attrNameLst>
                                      </p:cBhvr>
                                      <p:to>
                                        <p:strVal val="visible"/>
                                      </p:to>
                                    </p:set>
                                    <p:animEffect transition="in" filter="fade">
                                      <p:cBhvr>
                                        <p:cTn id="10" dur="500"/>
                                        <p:tgtEl>
                                          <p:spTgt spid="1614"/>
                                        </p:tgtEl>
                                      </p:cBhvr>
                                    </p:animEffect>
                                  </p:childTnLst>
                                </p:cTn>
                              </p:par>
                              <p:par>
                                <p:cTn id="11" presetID="10" presetClass="entr" presetSubtype="0" fill="hold" nodeType="withEffect">
                                  <p:stCondLst>
                                    <p:cond delay="0"/>
                                  </p:stCondLst>
                                  <p:childTnLst>
                                    <p:set>
                                      <p:cBhvr>
                                        <p:cTn id="12" dur="1" fill="hold">
                                          <p:stCondLst>
                                            <p:cond delay="0"/>
                                          </p:stCondLst>
                                        </p:cTn>
                                        <p:tgtEl>
                                          <p:spTgt spid="1619"/>
                                        </p:tgtEl>
                                        <p:attrNameLst>
                                          <p:attrName>style.visibility</p:attrName>
                                        </p:attrNameLst>
                                      </p:cBhvr>
                                      <p:to>
                                        <p:strVal val="visible"/>
                                      </p:to>
                                    </p:set>
                                    <p:animEffect transition="in" filter="fade">
                                      <p:cBhvr>
                                        <p:cTn id="13" dur="500"/>
                                        <p:tgtEl>
                                          <p:spTgt spid="1619"/>
                                        </p:tgtEl>
                                      </p:cBhvr>
                                    </p:animEffect>
                                  </p:childTnLst>
                                </p:cTn>
                              </p:par>
                              <p:par>
                                <p:cTn id="14" presetID="10" presetClass="entr" presetSubtype="0" fill="hold" nodeType="withEffect">
                                  <p:stCondLst>
                                    <p:cond delay="0"/>
                                  </p:stCondLst>
                                  <p:childTnLst>
                                    <p:set>
                                      <p:cBhvr>
                                        <p:cTn id="15" dur="1" fill="hold">
                                          <p:stCondLst>
                                            <p:cond delay="0"/>
                                          </p:stCondLst>
                                        </p:cTn>
                                        <p:tgtEl>
                                          <p:spTgt spid="1629"/>
                                        </p:tgtEl>
                                        <p:attrNameLst>
                                          <p:attrName>style.visibility</p:attrName>
                                        </p:attrNameLst>
                                      </p:cBhvr>
                                      <p:to>
                                        <p:strVal val="visible"/>
                                      </p:to>
                                    </p:set>
                                    <p:animEffect transition="in" filter="fade">
                                      <p:cBhvr>
                                        <p:cTn id="16" dur="750"/>
                                        <p:tgtEl>
                                          <p:spTgt spid="1629"/>
                                        </p:tgtEl>
                                      </p:cBhvr>
                                    </p:animEffect>
                                  </p:childTnLst>
                                </p:cTn>
                              </p:par>
                              <p:par>
                                <p:cTn id="17" presetID="10" presetClass="entr" presetSubtype="0" fill="hold" nodeType="withEffect">
                                  <p:stCondLst>
                                    <p:cond delay="0"/>
                                  </p:stCondLst>
                                  <p:childTnLst>
                                    <p:set>
                                      <p:cBhvr>
                                        <p:cTn id="18" dur="1" fill="hold">
                                          <p:stCondLst>
                                            <p:cond delay="0"/>
                                          </p:stCondLst>
                                        </p:cTn>
                                        <p:tgtEl>
                                          <p:spTgt spid="1628"/>
                                        </p:tgtEl>
                                        <p:attrNameLst>
                                          <p:attrName>style.visibility</p:attrName>
                                        </p:attrNameLst>
                                      </p:cBhvr>
                                      <p:to>
                                        <p:strVal val="visible"/>
                                      </p:to>
                                    </p:set>
                                    <p:animEffect transition="in" filter="fade">
                                      <p:cBhvr>
                                        <p:cTn id="19" dur="250"/>
                                        <p:tgtEl>
                                          <p:spTgt spid="1628"/>
                                        </p:tgtEl>
                                      </p:cBhvr>
                                    </p:animEffect>
                                  </p:childTnLst>
                                </p:cTn>
                              </p:par>
                              <p:par>
                                <p:cTn id="20" presetID="10" presetClass="entr" presetSubtype="0" fill="hold" nodeType="withEffect">
                                  <p:stCondLst>
                                    <p:cond delay="0"/>
                                  </p:stCondLst>
                                  <p:childTnLst>
                                    <p:set>
                                      <p:cBhvr>
                                        <p:cTn id="21" dur="1" fill="hold">
                                          <p:stCondLst>
                                            <p:cond delay="0"/>
                                          </p:stCondLst>
                                        </p:cTn>
                                        <p:tgtEl>
                                          <p:spTgt spid="1733"/>
                                        </p:tgtEl>
                                        <p:attrNameLst>
                                          <p:attrName>style.visibility</p:attrName>
                                        </p:attrNameLst>
                                      </p:cBhvr>
                                      <p:to>
                                        <p:strVal val="visible"/>
                                      </p:to>
                                    </p:set>
                                    <p:animEffect transition="in" filter="fade">
                                      <p:cBhvr>
                                        <p:cTn id="22" dur="250"/>
                                        <p:tgtEl>
                                          <p:spTgt spid="1733"/>
                                        </p:tgtEl>
                                      </p:cBhvr>
                                    </p:animEffect>
                                  </p:childTnLst>
                                </p:cTn>
                              </p:par>
                              <p:par>
                                <p:cTn id="23" presetID="10" presetClass="entr" presetSubtype="0" fill="hold" nodeType="withEffect">
                                  <p:stCondLst>
                                    <p:cond delay="0"/>
                                  </p:stCondLst>
                                  <p:childTnLst>
                                    <p:set>
                                      <p:cBhvr>
                                        <p:cTn id="24" dur="1" fill="hold">
                                          <p:stCondLst>
                                            <p:cond delay="0"/>
                                          </p:stCondLst>
                                        </p:cTn>
                                        <p:tgtEl>
                                          <p:spTgt spid="1617"/>
                                        </p:tgtEl>
                                        <p:attrNameLst>
                                          <p:attrName>style.visibility</p:attrName>
                                        </p:attrNameLst>
                                      </p:cBhvr>
                                      <p:to>
                                        <p:strVal val="visible"/>
                                      </p:to>
                                    </p:set>
                                    <p:animEffect transition="in" filter="fade">
                                      <p:cBhvr>
                                        <p:cTn id="25" dur="250"/>
                                        <p:tgtEl>
                                          <p:spTgt spid="1617"/>
                                        </p:tgtEl>
                                      </p:cBhvr>
                                    </p:animEffect>
                                  </p:childTnLst>
                                </p:cTn>
                              </p:par>
                              <p:par>
                                <p:cTn id="26" presetID="10" presetClass="entr" presetSubtype="0" fill="hold" nodeType="withEffect">
                                  <p:stCondLst>
                                    <p:cond delay="0"/>
                                  </p:stCondLst>
                                  <p:childTnLst>
                                    <p:set>
                                      <p:cBhvr>
                                        <p:cTn id="27" dur="1" fill="hold">
                                          <p:stCondLst>
                                            <p:cond delay="0"/>
                                          </p:stCondLst>
                                        </p:cTn>
                                        <p:tgtEl>
                                          <p:spTgt spid="1618"/>
                                        </p:tgtEl>
                                        <p:attrNameLst>
                                          <p:attrName>style.visibility</p:attrName>
                                        </p:attrNameLst>
                                      </p:cBhvr>
                                      <p:to>
                                        <p:strVal val="visible"/>
                                      </p:to>
                                    </p:set>
                                    <p:animEffect transition="in" filter="fade">
                                      <p:cBhvr>
                                        <p:cTn id="28" dur="250"/>
                                        <p:tgtEl>
                                          <p:spTgt spid="1618"/>
                                        </p:tgtEl>
                                      </p:cBhvr>
                                    </p:animEffect>
                                  </p:childTnLst>
                                </p:cTn>
                              </p:par>
                              <p:par>
                                <p:cTn id="29" presetID="10" presetClass="entr" presetSubtype="0" fill="hold" nodeType="withEffect">
                                  <p:stCondLst>
                                    <p:cond delay="150"/>
                                  </p:stCondLst>
                                  <p:childTnLst>
                                    <p:set>
                                      <p:cBhvr>
                                        <p:cTn id="30" dur="1" fill="hold">
                                          <p:stCondLst>
                                            <p:cond delay="0"/>
                                          </p:stCondLst>
                                        </p:cTn>
                                        <p:tgtEl>
                                          <p:spTgt spid="1625"/>
                                        </p:tgtEl>
                                        <p:attrNameLst>
                                          <p:attrName>style.visibility</p:attrName>
                                        </p:attrNameLst>
                                      </p:cBhvr>
                                      <p:to>
                                        <p:strVal val="visible"/>
                                      </p:to>
                                    </p:set>
                                    <p:animEffect transition="in" filter="fade">
                                      <p:cBhvr>
                                        <p:cTn id="31" dur="250"/>
                                        <p:tgtEl>
                                          <p:spTgt spid="1625"/>
                                        </p:tgtEl>
                                      </p:cBhvr>
                                    </p:animEffect>
                                  </p:childTnLst>
                                </p:cTn>
                              </p:par>
                            </p:childTnLst>
                          </p:cTn>
                        </p:par>
                        <p:par>
                          <p:cTn id="32" fill="hold">
                            <p:stCondLst>
                              <p:cond delay="750"/>
                            </p:stCondLst>
                            <p:childTnLst>
                              <p:par>
                                <p:cTn id="33" presetID="10" presetClass="entr" presetSubtype="0" fill="hold" nodeType="afterEffect">
                                  <p:stCondLst>
                                    <p:cond delay="300"/>
                                  </p:stCondLst>
                                  <p:childTnLst>
                                    <p:set>
                                      <p:cBhvr>
                                        <p:cTn id="34" dur="1" fill="hold">
                                          <p:stCondLst>
                                            <p:cond delay="0"/>
                                          </p:stCondLst>
                                        </p:cTn>
                                        <p:tgtEl>
                                          <p:spTgt spid="1623"/>
                                        </p:tgtEl>
                                        <p:attrNameLst>
                                          <p:attrName>style.visibility</p:attrName>
                                        </p:attrNameLst>
                                      </p:cBhvr>
                                      <p:to>
                                        <p:strVal val="visible"/>
                                      </p:to>
                                    </p:set>
                                    <p:animEffect transition="in" filter="fade">
                                      <p:cBhvr>
                                        <p:cTn id="35" dur="250"/>
                                        <p:tgtEl>
                                          <p:spTgt spid="1623"/>
                                        </p:tgtEl>
                                      </p:cBhvr>
                                    </p:animEffect>
                                  </p:childTnLst>
                                </p:cTn>
                              </p:par>
                            </p:childTnLst>
                          </p:cTn>
                        </p:par>
                        <p:par>
                          <p:cTn id="36" fill="hold">
                            <p:stCondLst>
                              <p:cond delay="1000"/>
                            </p:stCondLst>
                            <p:childTnLst>
                              <p:par>
                                <p:cTn id="37" presetID="10" presetClass="entr" presetSubtype="0" fill="hold" nodeType="afterEffect">
                                  <p:stCondLst>
                                    <p:cond delay="450"/>
                                  </p:stCondLst>
                                  <p:childTnLst>
                                    <p:set>
                                      <p:cBhvr>
                                        <p:cTn id="38" dur="1" fill="hold">
                                          <p:stCondLst>
                                            <p:cond delay="0"/>
                                          </p:stCondLst>
                                        </p:cTn>
                                        <p:tgtEl>
                                          <p:spTgt spid="1624"/>
                                        </p:tgtEl>
                                        <p:attrNameLst>
                                          <p:attrName>style.visibility</p:attrName>
                                        </p:attrNameLst>
                                      </p:cBhvr>
                                      <p:to>
                                        <p:strVal val="visible"/>
                                      </p:to>
                                    </p:set>
                                    <p:animEffect transition="in" filter="fade">
                                      <p:cBhvr>
                                        <p:cTn id="39" dur="250"/>
                                        <p:tgtEl>
                                          <p:spTgt spid="1624"/>
                                        </p:tgtEl>
                                      </p:cBhvr>
                                    </p:animEffect>
                                  </p:childTnLst>
                                </p:cTn>
                              </p:par>
                            </p:childTnLst>
                          </p:cTn>
                        </p:par>
                        <p:par>
                          <p:cTn id="40" fill="hold">
                            <p:stCondLst>
                              <p:cond delay="1250"/>
                            </p:stCondLst>
                            <p:childTnLst>
                              <p:par>
                                <p:cTn id="41" presetID="10" presetClass="entr" presetSubtype="0" fill="hold" nodeType="afterEffect">
                                  <p:stCondLst>
                                    <p:cond delay="150"/>
                                  </p:stCondLst>
                                  <p:childTnLst>
                                    <p:set>
                                      <p:cBhvr>
                                        <p:cTn id="42" dur="1" fill="hold">
                                          <p:stCondLst>
                                            <p:cond delay="0"/>
                                          </p:stCondLst>
                                        </p:cTn>
                                        <p:tgtEl>
                                          <p:spTgt spid="1627"/>
                                        </p:tgtEl>
                                        <p:attrNameLst>
                                          <p:attrName>style.visibility</p:attrName>
                                        </p:attrNameLst>
                                      </p:cBhvr>
                                      <p:to>
                                        <p:strVal val="visible"/>
                                      </p:to>
                                    </p:set>
                                    <p:animEffect transition="in" filter="fade">
                                      <p:cBhvr>
                                        <p:cTn id="43" dur="250"/>
                                        <p:tgtEl>
                                          <p:spTgt spid="1627"/>
                                        </p:tgtEl>
                                      </p:cBhvr>
                                    </p:animEffect>
                                  </p:childTnLst>
                                </p:cTn>
                              </p:par>
                            </p:childTnLst>
                          </p:cTn>
                        </p:par>
                        <p:par>
                          <p:cTn id="44" fill="hold">
                            <p:stCondLst>
                              <p:cond delay="1500"/>
                            </p:stCondLst>
                            <p:childTnLst>
                              <p:par>
                                <p:cTn id="45" presetID="10" presetClass="entr" presetSubtype="0" fill="hold" nodeType="afterEffect">
                                  <p:stCondLst>
                                    <p:cond delay="300"/>
                                  </p:stCondLst>
                                  <p:childTnLst>
                                    <p:set>
                                      <p:cBhvr>
                                        <p:cTn id="46" dur="1" fill="hold">
                                          <p:stCondLst>
                                            <p:cond delay="0"/>
                                          </p:stCondLst>
                                        </p:cTn>
                                        <p:tgtEl>
                                          <p:spTgt spid="1626"/>
                                        </p:tgtEl>
                                        <p:attrNameLst>
                                          <p:attrName>style.visibility</p:attrName>
                                        </p:attrNameLst>
                                      </p:cBhvr>
                                      <p:to>
                                        <p:strVal val="visible"/>
                                      </p:to>
                                    </p:set>
                                    <p:animEffect transition="in" filter="fade">
                                      <p:cBhvr>
                                        <p:cTn id="47" dur="250"/>
                                        <p:tgtEl>
                                          <p:spTgt spid="1626"/>
                                        </p:tgtEl>
                                      </p:cBhvr>
                                    </p:animEffect>
                                  </p:childTnLst>
                                </p:cTn>
                              </p:par>
                              <p:par>
                                <p:cTn id="48" presetID="10" presetClass="entr" presetSubtype="0" fill="hold" nodeType="withEffect">
                                  <p:stCondLst>
                                    <p:cond delay="0"/>
                                  </p:stCondLst>
                                  <p:childTnLst>
                                    <p:set>
                                      <p:cBhvr>
                                        <p:cTn id="49" dur="1" fill="hold">
                                          <p:stCondLst>
                                            <p:cond delay="0"/>
                                          </p:stCondLst>
                                        </p:cTn>
                                        <p:tgtEl>
                                          <p:spTgt spid="1641"/>
                                        </p:tgtEl>
                                        <p:attrNameLst>
                                          <p:attrName>style.visibility</p:attrName>
                                        </p:attrNameLst>
                                      </p:cBhvr>
                                      <p:to>
                                        <p:strVal val="visible"/>
                                      </p:to>
                                    </p:set>
                                    <p:animEffect transition="in" filter="fade">
                                      <p:cBhvr>
                                        <p:cTn id="50" dur="500"/>
                                        <p:tgtEl>
                                          <p:spTgt spid="1641"/>
                                        </p:tgtEl>
                                      </p:cBhvr>
                                    </p:animEffect>
                                  </p:childTnLst>
                                </p:cTn>
                              </p:par>
                              <p:par>
                                <p:cTn id="51" presetID="10" presetClass="entr" presetSubtype="0" fill="hold" nodeType="withEffect">
                                  <p:stCondLst>
                                    <p:cond delay="0"/>
                                  </p:stCondLst>
                                  <p:childTnLst>
                                    <p:set>
                                      <p:cBhvr>
                                        <p:cTn id="52" dur="1" fill="hold">
                                          <p:stCondLst>
                                            <p:cond delay="0"/>
                                          </p:stCondLst>
                                        </p:cTn>
                                        <p:tgtEl>
                                          <p:spTgt spid="1648"/>
                                        </p:tgtEl>
                                        <p:attrNameLst>
                                          <p:attrName>style.visibility</p:attrName>
                                        </p:attrNameLst>
                                      </p:cBhvr>
                                      <p:to>
                                        <p:strVal val="visible"/>
                                      </p:to>
                                    </p:set>
                                    <p:animEffect transition="in" filter="fade">
                                      <p:cBhvr>
                                        <p:cTn id="53" dur="500"/>
                                        <p:tgtEl>
                                          <p:spTgt spid="1648"/>
                                        </p:tgtEl>
                                      </p:cBhvr>
                                    </p:animEffect>
                                  </p:childTnLst>
                                </p:cTn>
                              </p:par>
                              <p:par>
                                <p:cTn id="54" presetID="10" presetClass="entr" presetSubtype="0" fill="hold" nodeType="withEffect">
                                  <p:stCondLst>
                                    <p:cond delay="0"/>
                                  </p:stCondLst>
                                  <p:childTnLst>
                                    <p:set>
                                      <p:cBhvr>
                                        <p:cTn id="55" dur="1" fill="hold">
                                          <p:stCondLst>
                                            <p:cond delay="0"/>
                                          </p:stCondLst>
                                        </p:cTn>
                                        <p:tgtEl>
                                          <p:spTgt spid="1649"/>
                                        </p:tgtEl>
                                        <p:attrNameLst>
                                          <p:attrName>style.visibility</p:attrName>
                                        </p:attrNameLst>
                                      </p:cBhvr>
                                      <p:to>
                                        <p:strVal val="visible"/>
                                      </p:to>
                                    </p:set>
                                    <p:animEffect transition="in" filter="fade">
                                      <p:cBhvr>
                                        <p:cTn id="56" dur="250"/>
                                        <p:tgtEl>
                                          <p:spTgt spid="1649"/>
                                        </p:tgtEl>
                                      </p:cBhvr>
                                    </p:animEffect>
                                  </p:childTnLst>
                                </p:cTn>
                              </p:par>
                              <p:par>
                                <p:cTn id="57" presetID="10" presetClass="entr" presetSubtype="0" fill="hold" nodeType="withEffect">
                                  <p:stCondLst>
                                    <p:cond delay="0"/>
                                  </p:stCondLst>
                                  <p:childTnLst>
                                    <p:set>
                                      <p:cBhvr>
                                        <p:cTn id="58" dur="1" fill="hold">
                                          <p:stCondLst>
                                            <p:cond delay="0"/>
                                          </p:stCondLst>
                                        </p:cTn>
                                        <p:tgtEl>
                                          <p:spTgt spid="1650"/>
                                        </p:tgtEl>
                                        <p:attrNameLst>
                                          <p:attrName>style.visibility</p:attrName>
                                        </p:attrNameLst>
                                      </p:cBhvr>
                                      <p:to>
                                        <p:strVal val="visible"/>
                                      </p:to>
                                    </p:set>
                                    <p:animEffect transition="in" filter="fade">
                                      <p:cBhvr>
                                        <p:cTn id="59" dur="250"/>
                                        <p:tgtEl>
                                          <p:spTgt spid="1650"/>
                                        </p:tgtEl>
                                      </p:cBhvr>
                                    </p:animEffect>
                                  </p:childTnLst>
                                </p:cTn>
                              </p:par>
                              <p:par>
                                <p:cTn id="60" presetID="10" presetClass="entr" presetSubtype="0" fill="hold" nodeType="withEffect">
                                  <p:stCondLst>
                                    <p:cond delay="0"/>
                                  </p:stCondLst>
                                  <p:childTnLst>
                                    <p:set>
                                      <p:cBhvr>
                                        <p:cTn id="61" dur="1" fill="hold">
                                          <p:stCondLst>
                                            <p:cond delay="0"/>
                                          </p:stCondLst>
                                        </p:cTn>
                                        <p:tgtEl>
                                          <p:spTgt spid="1651"/>
                                        </p:tgtEl>
                                        <p:attrNameLst>
                                          <p:attrName>style.visibility</p:attrName>
                                        </p:attrNameLst>
                                      </p:cBhvr>
                                      <p:to>
                                        <p:strVal val="visible"/>
                                      </p:to>
                                    </p:set>
                                    <p:animEffect transition="in" filter="fade">
                                      <p:cBhvr>
                                        <p:cTn id="62" dur="250"/>
                                        <p:tgtEl>
                                          <p:spTgt spid="1651"/>
                                        </p:tgtEl>
                                      </p:cBhvr>
                                    </p:animEffect>
                                  </p:childTnLst>
                                </p:cTn>
                              </p:par>
                              <p:par>
                                <p:cTn id="63" presetID="10" presetClass="entr" presetSubtype="0" fill="hold" nodeType="withEffect">
                                  <p:stCondLst>
                                    <p:cond delay="0"/>
                                  </p:stCondLst>
                                  <p:childTnLst>
                                    <p:set>
                                      <p:cBhvr>
                                        <p:cTn id="64" dur="1" fill="hold">
                                          <p:stCondLst>
                                            <p:cond delay="0"/>
                                          </p:stCondLst>
                                        </p:cTn>
                                        <p:tgtEl>
                                          <p:spTgt spid="1652"/>
                                        </p:tgtEl>
                                        <p:attrNameLst>
                                          <p:attrName>style.visibility</p:attrName>
                                        </p:attrNameLst>
                                      </p:cBhvr>
                                      <p:to>
                                        <p:strVal val="visible"/>
                                      </p:to>
                                    </p:set>
                                    <p:animEffect transition="in" filter="fade">
                                      <p:cBhvr>
                                        <p:cTn id="65" dur="250"/>
                                        <p:tgtEl>
                                          <p:spTgt spid="1652"/>
                                        </p:tgtEl>
                                      </p:cBhvr>
                                    </p:animEffect>
                                  </p:childTnLst>
                                </p:cTn>
                              </p:par>
                              <p:par>
                                <p:cTn id="66" presetID="10" presetClass="entr" presetSubtype="0" fill="hold" nodeType="withEffect">
                                  <p:stCondLst>
                                    <p:cond delay="0"/>
                                  </p:stCondLst>
                                  <p:childTnLst>
                                    <p:set>
                                      <p:cBhvr>
                                        <p:cTn id="67" dur="1" fill="hold">
                                          <p:stCondLst>
                                            <p:cond delay="0"/>
                                          </p:stCondLst>
                                        </p:cTn>
                                        <p:tgtEl>
                                          <p:spTgt spid="1644"/>
                                        </p:tgtEl>
                                        <p:attrNameLst>
                                          <p:attrName>style.visibility</p:attrName>
                                        </p:attrNameLst>
                                      </p:cBhvr>
                                      <p:to>
                                        <p:strVal val="visible"/>
                                      </p:to>
                                    </p:set>
                                    <p:animEffect transition="in" filter="fade">
                                      <p:cBhvr>
                                        <p:cTn id="68" dur="500"/>
                                        <p:tgtEl>
                                          <p:spTgt spid="1644"/>
                                        </p:tgtEl>
                                      </p:cBhvr>
                                    </p:animEffect>
                                  </p:childTnLst>
                                </p:cTn>
                              </p:par>
                              <p:par>
                                <p:cTn id="69" presetID="10" presetClass="entr" presetSubtype="0" fill="hold" nodeType="withEffect">
                                  <p:stCondLst>
                                    <p:cond delay="0"/>
                                  </p:stCondLst>
                                  <p:childTnLst>
                                    <p:set>
                                      <p:cBhvr>
                                        <p:cTn id="70" dur="1" fill="hold">
                                          <p:stCondLst>
                                            <p:cond delay="0"/>
                                          </p:stCondLst>
                                        </p:cTn>
                                        <p:tgtEl>
                                          <p:spTgt spid="1645"/>
                                        </p:tgtEl>
                                        <p:attrNameLst>
                                          <p:attrName>style.visibility</p:attrName>
                                        </p:attrNameLst>
                                      </p:cBhvr>
                                      <p:to>
                                        <p:strVal val="visible"/>
                                      </p:to>
                                    </p:set>
                                    <p:animEffect transition="in" filter="fade">
                                      <p:cBhvr>
                                        <p:cTn id="71" dur="500"/>
                                        <p:tgtEl>
                                          <p:spTgt spid="1645"/>
                                        </p:tgtEl>
                                      </p:cBhvr>
                                    </p:animEffect>
                                  </p:childTnLst>
                                </p:cTn>
                              </p:par>
                              <p:par>
                                <p:cTn id="72" presetID="10" presetClass="entr" presetSubtype="0" fill="hold" nodeType="withEffect">
                                  <p:stCondLst>
                                    <p:cond delay="0"/>
                                  </p:stCondLst>
                                  <p:childTnLst>
                                    <p:set>
                                      <p:cBhvr>
                                        <p:cTn id="73" dur="1" fill="hold">
                                          <p:stCondLst>
                                            <p:cond delay="0"/>
                                          </p:stCondLst>
                                        </p:cTn>
                                        <p:tgtEl>
                                          <p:spTgt spid="1646"/>
                                        </p:tgtEl>
                                        <p:attrNameLst>
                                          <p:attrName>style.visibility</p:attrName>
                                        </p:attrNameLst>
                                      </p:cBhvr>
                                      <p:to>
                                        <p:strVal val="visible"/>
                                      </p:to>
                                    </p:set>
                                    <p:animEffect transition="in" filter="fade">
                                      <p:cBhvr>
                                        <p:cTn id="74" dur="500"/>
                                        <p:tgtEl>
                                          <p:spTgt spid="1646"/>
                                        </p:tgtEl>
                                      </p:cBhvr>
                                    </p:animEffect>
                                  </p:childTnLst>
                                </p:cTn>
                              </p:par>
                              <p:par>
                                <p:cTn id="75" presetID="10" presetClass="entr" presetSubtype="0" fill="hold" nodeType="withEffect">
                                  <p:stCondLst>
                                    <p:cond delay="0"/>
                                  </p:stCondLst>
                                  <p:childTnLst>
                                    <p:set>
                                      <p:cBhvr>
                                        <p:cTn id="76" dur="1" fill="hold">
                                          <p:stCondLst>
                                            <p:cond delay="0"/>
                                          </p:stCondLst>
                                        </p:cTn>
                                        <p:tgtEl>
                                          <p:spTgt spid="1647"/>
                                        </p:tgtEl>
                                        <p:attrNameLst>
                                          <p:attrName>style.visibility</p:attrName>
                                        </p:attrNameLst>
                                      </p:cBhvr>
                                      <p:to>
                                        <p:strVal val="visible"/>
                                      </p:to>
                                    </p:set>
                                    <p:animEffect transition="in" filter="fade">
                                      <p:cBhvr>
                                        <p:cTn id="77" dur="500"/>
                                        <p:tgtEl>
                                          <p:spTgt spid="1647"/>
                                        </p:tgtEl>
                                      </p:cBhvr>
                                    </p:animEffect>
                                  </p:childTnLst>
                                </p:cTn>
                              </p:par>
                              <p:par>
                                <p:cTn id="78" presetID="10" presetClass="entr" presetSubtype="0" fill="hold" nodeType="withEffect">
                                  <p:stCondLst>
                                    <p:cond delay="150"/>
                                  </p:stCondLst>
                                  <p:childTnLst>
                                    <p:set>
                                      <p:cBhvr>
                                        <p:cTn id="79" dur="1" fill="hold">
                                          <p:stCondLst>
                                            <p:cond delay="0"/>
                                          </p:stCondLst>
                                        </p:cTn>
                                        <p:tgtEl>
                                          <p:spTgt spid="1708"/>
                                        </p:tgtEl>
                                        <p:attrNameLst>
                                          <p:attrName>style.visibility</p:attrName>
                                        </p:attrNameLst>
                                      </p:cBhvr>
                                      <p:to>
                                        <p:strVal val="visible"/>
                                      </p:to>
                                    </p:set>
                                    <p:animEffect transition="in" filter="fade">
                                      <p:cBhvr>
                                        <p:cTn id="80" dur="750"/>
                                        <p:tgtEl>
                                          <p:spTgt spid="1708"/>
                                        </p:tgtEl>
                                      </p:cBhvr>
                                    </p:animEffect>
                                  </p:childTnLst>
                                </p:cTn>
                              </p:par>
                              <p:par>
                                <p:cTn id="81" presetID="10" presetClass="entr" presetSubtype="0" fill="hold" nodeType="withEffect">
                                  <p:stCondLst>
                                    <p:cond delay="300"/>
                                  </p:stCondLst>
                                  <p:childTnLst>
                                    <p:set>
                                      <p:cBhvr>
                                        <p:cTn id="82" dur="1" fill="hold">
                                          <p:stCondLst>
                                            <p:cond delay="0"/>
                                          </p:stCondLst>
                                        </p:cTn>
                                        <p:tgtEl>
                                          <p:spTgt spid="1704"/>
                                        </p:tgtEl>
                                        <p:attrNameLst>
                                          <p:attrName>style.visibility</p:attrName>
                                        </p:attrNameLst>
                                      </p:cBhvr>
                                      <p:to>
                                        <p:strVal val="visible"/>
                                      </p:to>
                                    </p:set>
                                    <p:animEffect transition="in" filter="fade">
                                      <p:cBhvr>
                                        <p:cTn id="83" dur="750"/>
                                        <p:tgtEl>
                                          <p:spTgt spid="1704"/>
                                        </p:tgtEl>
                                      </p:cBhvr>
                                    </p:animEffect>
                                  </p:childTnLst>
                                </p:cTn>
                              </p:par>
                              <p:par>
                                <p:cTn id="84" presetID="10" presetClass="entr" presetSubtype="0" fill="hold" nodeType="withEffect">
                                  <p:stCondLst>
                                    <p:cond delay="450"/>
                                  </p:stCondLst>
                                  <p:childTnLst>
                                    <p:set>
                                      <p:cBhvr>
                                        <p:cTn id="85" dur="1" fill="hold">
                                          <p:stCondLst>
                                            <p:cond delay="0"/>
                                          </p:stCondLst>
                                        </p:cTn>
                                        <p:tgtEl>
                                          <p:spTgt spid="1700"/>
                                        </p:tgtEl>
                                        <p:attrNameLst>
                                          <p:attrName>style.visibility</p:attrName>
                                        </p:attrNameLst>
                                      </p:cBhvr>
                                      <p:to>
                                        <p:strVal val="visible"/>
                                      </p:to>
                                    </p:set>
                                    <p:animEffect transition="in" filter="fade">
                                      <p:cBhvr>
                                        <p:cTn id="86" dur="750"/>
                                        <p:tgtEl>
                                          <p:spTgt spid="1700"/>
                                        </p:tgtEl>
                                      </p:cBhvr>
                                    </p:animEffect>
                                  </p:childTnLst>
                                </p:cTn>
                              </p:par>
                              <p:par>
                                <p:cTn id="87" presetID="10" presetClass="entr" presetSubtype="0" fill="hold" nodeType="withEffect">
                                  <p:stCondLst>
                                    <p:cond delay="600"/>
                                  </p:stCondLst>
                                  <p:childTnLst>
                                    <p:set>
                                      <p:cBhvr>
                                        <p:cTn id="88" dur="1" fill="hold">
                                          <p:stCondLst>
                                            <p:cond delay="0"/>
                                          </p:stCondLst>
                                        </p:cTn>
                                        <p:tgtEl>
                                          <p:spTgt spid="1695"/>
                                        </p:tgtEl>
                                        <p:attrNameLst>
                                          <p:attrName>style.visibility</p:attrName>
                                        </p:attrNameLst>
                                      </p:cBhvr>
                                      <p:to>
                                        <p:strVal val="visible"/>
                                      </p:to>
                                    </p:set>
                                    <p:animEffect transition="in" filter="fade">
                                      <p:cBhvr>
                                        <p:cTn id="89" dur="750"/>
                                        <p:tgtEl>
                                          <p:spTgt spid="1695"/>
                                        </p:tgtEl>
                                      </p:cBhvr>
                                    </p:animEffect>
                                  </p:childTnLst>
                                </p:cTn>
                              </p:par>
                              <p:par>
                                <p:cTn id="90" presetID="10" presetClass="entr" presetSubtype="0" fill="hold" nodeType="withEffect">
                                  <p:stCondLst>
                                    <p:cond delay="750"/>
                                  </p:stCondLst>
                                  <p:childTnLst>
                                    <p:set>
                                      <p:cBhvr>
                                        <p:cTn id="91" dur="1" fill="hold">
                                          <p:stCondLst>
                                            <p:cond delay="0"/>
                                          </p:stCondLst>
                                        </p:cTn>
                                        <p:tgtEl>
                                          <p:spTgt spid="1661"/>
                                        </p:tgtEl>
                                        <p:attrNameLst>
                                          <p:attrName>style.visibility</p:attrName>
                                        </p:attrNameLst>
                                      </p:cBhvr>
                                      <p:to>
                                        <p:strVal val="visible"/>
                                      </p:to>
                                    </p:set>
                                    <p:animEffect transition="in" filter="fade">
                                      <p:cBhvr>
                                        <p:cTn id="92" dur="750"/>
                                        <p:tgtEl>
                                          <p:spTgt spid="1661"/>
                                        </p:tgtEl>
                                      </p:cBhvr>
                                    </p:animEffect>
                                  </p:childTnLst>
                                </p:cTn>
                              </p:par>
                              <p:par>
                                <p:cTn id="93" presetID="10" presetClass="entr" presetSubtype="0" fill="hold" nodeType="withEffect">
                                  <p:stCondLst>
                                    <p:cond delay="900"/>
                                  </p:stCondLst>
                                  <p:childTnLst>
                                    <p:set>
                                      <p:cBhvr>
                                        <p:cTn id="94" dur="1" fill="hold">
                                          <p:stCondLst>
                                            <p:cond delay="0"/>
                                          </p:stCondLst>
                                        </p:cTn>
                                        <p:tgtEl>
                                          <p:spTgt spid="1664"/>
                                        </p:tgtEl>
                                        <p:attrNameLst>
                                          <p:attrName>style.visibility</p:attrName>
                                        </p:attrNameLst>
                                      </p:cBhvr>
                                      <p:to>
                                        <p:strVal val="visible"/>
                                      </p:to>
                                    </p:set>
                                    <p:animEffect transition="in" filter="fade">
                                      <p:cBhvr>
                                        <p:cTn id="95" dur="750"/>
                                        <p:tgtEl>
                                          <p:spTgt spid="1664"/>
                                        </p:tgtEl>
                                      </p:cBhvr>
                                    </p:animEffect>
                                  </p:childTnLst>
                                </p:cTn>
                              </p:par>
                              <p:par>
                                <p:cTn id="96" presetID="10" presetClass="entr" presetSubtype="0" fill="hold" nodeType="withEffect">
                                  <p:stCondLst>
                                    <p:cond delay="1050"/>
                                  </p:stCondLst>
                                  <p:childTnLst>
                                    <p:set>
                                      <p:cBhvr>
                                        <p:cTn id="97" dur="1" fill="hold">
                                          <p:stCondLst>
                                            <p:cond delay="0"/>
                                          </p:stCondLst>
                                        </p:cTn>
                                        <p:tgtEl>
                                          <p:spTgt spid="1653"/>
                                        </p:tgtEl>
                                        <p:attrNameLst>
                                          <p:attrName>style.visibility</p:attrName>
                                        </p:attrNameLst>
                                      </p:cBhvr>
                                      <p:to>
                                        <p:strVal val="visible"/>
                                      </p:to>
                                    </p:set>
                                    <p:animEffect transition="in" filter="fade">
                                      <p:cBhvr>
                                        <p:cTn id="98" dur="750"/>
                                        <p:tgtEl>
                                          <p:spTgt spid="1653"/>
                                        </p:tgtEl>
                                      </p:cBhvr>
                                    </p:animEffect>
                                  </p:childTnLst>
                                </p:cTn>
                              </p:par>
                              <p:par>
                                <p:cTn id="99" presetID="10" presetClass="entr" presetSubtype="0" fill="hold" nodeType="withEffect">
                                  <p:stCondLst>
                                    <p:cond delay="1200"/>
                                  </p:stCondLst>
                                  <p:childTnLst>
                                    <p:set>
                                      <p:cBhvr>
                                        <p:cTn id="100" dur="1" fill="hold">
                                          <p:stCondLst>
                                            <p:cond delay="0"/>
                                          </p:stCondLst>
                                        </p:cTn>
                                        <p:tgtEl>
                                          <p:spTgt spid="1658"/>
                                        </p:tgtEl>
                                        <p:attrNameLst>
                                          <p:attrName>style.visibility</p:attrName>
                                        </p:attrNameLst>
                                      </p:cBhvr>
                                      <p:to>
                                        <p:strVal val="visible"/>
                                      </p:to>
                                    </p:set>
                                    <p:animEffect transition="in" filter="fade">
                                      <p:cBhvr>
                                        <p:cTn id="101" dur="750"/>
                                        <p:tgtEl>
                                          <p:spTgt spid="1658"/>
                                        </p:tgtEl>
                                      </p:cBhvr>
                                    </p:animEffect>
                                  </p:childTnLst>
                                </p:cTn>
                              </p:par>
                              <p:par>
                                <p:cTn id="102" presetID="10" presetClass="entr" presetSubtype="0" fill="hold" nodeType="withEffect">
                                  <p:stCondLst>
                                    <p:cond delay="0"/>
                                  </p:stCondLst>
                                  <p:childTnLst>
                                    <p:set>
                                      <p:cBhvr>
                                        <p:cTn id="103" dur="1" fill="hold">
                                          <p:stCondLst>
                                            <p:cond delay="0"/>
                                          </p:stCondLst>
                                        </p:cTn>
                                        <p:tgtEl>
                                          <p:spTgt spid="1667"/>
                                        </p:tgtEl>
                                        <p:attrNameLst>
                                          <p:attrName>style.visibility</p:attrName>
                                        </p:attrNameLst>
                                      </p:cBhvr>
                                      <p:to>
                                        <p:strVal val="visible"/>
                                      </p:to>
                                    </p:set>
                                    <p:animEffect transition="in" filter="fade">
                                      <p:cBhvr>
                                        <p:cTn id="104" dur="750"/>
                                        <p:tgtEl>
                                          <p:spTgt spid="1667"/>
                                        </p:tgtEl>
                                      </p:cBhvr>
                                    </p:animEffect>
                                  </p:childTnLst>
                                </p:cTn>
                              </p:par>
                              <p:par>
                                <p:cTn id="105" presetID="10" presetClass="entr" presetSubtype="0" fill="hold" nodeType="withEffect">
                                  <p:stCondLst>
                                    <p:cond delay="0"/>
                                  </p:stCondLst>
                                  <p:childTnLst>
                                    <p:set>
                                      <p:cBhvr>
                                        <p:cTn id="106" dur="1" fill="hold">
                                          <p:stCondLst>
                                            <p:cond delay="0"/>
                                          </p:stCondLst>
                                        </p:cTn>
                                        <p:tgtEl>
                                          <p:spTgt spid="1674"/>
                                        </p:tgtEl>
                                        <p:attrNameLst>
                                          <p:attrName>style.visibility</p:attrName>
                                        </p:attrNameLst>
                                      </p:cBhvr>
                                      <p:to>
                                        <p:strVal val="visible"/>
                                      </p:to>
                                    </p:set>
                                    <p:animEffect transition="in" filter="fade">
                                      <p:cBhvr>
                                        <p:cTn id="107" dur="750"/>
                                        <p:tgtEl>
                                          <p:spTgt spid="1674"/>
                                        </p:tgtEl>
                                      </p:cBhvr>
                                    </p:animEffect>
                                  </p:childTnLst>
                                </p:cTn>
                              </p:par>
                              <p:par>
                                <p:cTn id="108" presetID="10" presetClass="entr" presetSubtype="0" fill="hold" nodeType="withEffect">
                                  <p:stCondLst>
                                    <p:cond delay="0"/>
                                  </p:stCondLst>
                                  <p:childTnLst>
                                    <p:set>
                                      <p:cBhvr>
                                        <p:cTn id="109" dur="1" fill="hold">
                                          <p:stCondLst>
                                            <p:cond delay="0"/>
                                          </p:stCondLst>
                                        </p:cTn>
                                        <p:tgtEl>
                                          <p:spTgt spid="1671"/>
                                        </p:tgtEl>
                                        <p:attrNameLst>
                                          <p:attrName>style.visibility</p:attrName>
                                        </p:attrNameLst>
                                      </p:cBhvr>
                                      <p:to>
                                        <p:strVal val="visible"/>
                                      </p:to>
                                    </p:set>
                                    <p:animEffect transition="in" filter="fade">
                                      <p:cBhvr>
                                        <p:cTn id="110" dur="750"/>
                                        <p:tgtEl>
                                          <p:spTgt spid="1671"/>
                                        </p:tgtEl>
                                      </p:cBhvr>
                                    </p:animEffect>
                                  </p:childTnLst>
                                </p:cTn>
                              </p:par>
                              <p:par>
                                <p:cTn id="111" presetID="10" presetClass="entr" presetSubtype="0" fill="hold" nodeType="withEffect">
                                  <p:stCondLst>
                                    <p:cond delay="0"/>
                                  </p:stCondLst>
                                  <p:childTnLst>
                                    <p:set>
                                      <p:cBhvr>
                                        <p:cTn id="112" dur="1" fill="hold">
                                          <p:stCondLst>
                                            <p:cond delay="0"/>
                                          </p:stCondLst>
                                        </p:cTn>
                                        <p:tgtEl>
                                          <p:spTgt spid="1677"/>
                                        </p:tgtEl>
                                        <p:attrNameLst>
                                          <p:attrName>style.visibility</p:attrName>
                                        </p:attrNameLst>
                                      </p:cBhvr>
                                      <p:to>
                                        <p:strVal val="visible"/>
                                      </p:to>
                                    </p:set>
                                    <p:animEffect transition="in" filter="fade">
                                      <p:cBhvr>
                                        <p:cTn id="113" dur="750"/>
                                        <p:tgtEl>
                                          <p:spTgt spid="1677"/>
                                        </p:tgtEl>
                                      </p:cBhvr>
                                    </p:animEffect>
                                  </p:childTnLst>
                                </p:cTn>
                              </p:par>
                              <p:par>
                                <p:cTn id="114" presetID="10" presetClass="entr" presetSubtype="0" fill="hold" nodeType="withEffect">
                                  <p:stCondLst>
                                    <p:cond delay="1800"/>
                                  </p:stCondLst>
                                  <p:childTnLst>
                                    <p:set>
                                      <p:cBhvr>
                                        <p:cTn id="115" dur="1" fill="hold">
                                          <p:stCondLst>
                                            <p:cond delay="0"/>
                                          </p:stCondLst>
                                        </p:cTn>
                                        <p:tgtEl>
                                          <p:spTgt spid="1670"/>
                                        </p:tgtEl>
                                        <p:attrNameLst>
                                          <p:attrName>style.visibility</p:attrName>
                                        </p:attrNameLst>
                                      </p:cBhvr>
                                      <p:to>
                                        <p:strVal val="visible"/>
                                      </p:to>
                                    </p:set>
                                    <p:animEffect transition="in" filter="fade">
                                      <p:cBhvr>
                                        <p:cTn id="116" dur="750"/>
                                        <p:tgtEl>
                                          <p:spTgt spid="1670"/>
                                        </p:tgtEl>
                                      </p:cBhvr>
                                    </p:animEffect>
                                  </p:childTnLst>
                                </p:cTn>
                              </p:par>
                              <p:par>
                                <p:cTn id="117" presetID="10" presetClass="entr" presetSubtype="0" fill="hold" nodeType="withEffect">
                                  <p:stCondLst>
                                    <p:cond delay="1350"/>
                                  </p:stCondLst>
                                  <p:childTnLst>
                                    <p:set>
                                      <p:cBhvr>
                                        <p:cTn id="118" dur="1" fill="hold">
                                          <p:stCondLst>
                                            <p:cond delay="0"/>
                                          </p:stCondLst>
                                        </p:cTn>
                                        <p:tgtEl>
                                          <p:spTgt spid="1683"/>
                                        </p:tgtEl>
                                        <p:attrNameLst>
                                          <p:attrName>style.visibility</p:attrName>
                                        </p:attrNameLst>
                                      </p:cBhvr>
                                      <p:to>
                                        <p:strVal val="visible"/>
                                      </p:to>
                                    </p:set>
                                    <p:animEffect transition="in" filter="fade">
                                      <p:cBhvr>
                                        <p:cTn id="119" dur="750"/>
                                        <p:tgtEl>
                                          <p:spTgt spid="1683"/>
                                        </p:tgtEl>
                                      </p:cBhvr>
                                    </p:animEffect>
                                  </p:childTnLst>
                                </p:cTn>
                              </p:par>
                              <p:par>
                                <p:cTn id="120" presetID="10" presetClass="entr" presetSubtype="0" fill="hold" nodeType="withEffect">
                                  <p:stCondLst>
                                    <p:cond delay="1500"/>
                                  </p:stCondLst>
                                  <p:childTnLst>
                                    <p:set>
                                      <p:cBhvr>
                                        <p:cTn id="121" dur="1" fill="hold">
                                          <p:stCondLst>
                                            <p:cond delay="0"/>
                                          </p:stCondLst>
                                        </p:cTn>
                                        <p:tgtEl>
                                          <p:spTgt spid="1684"/>
                                        </p:tgtEl>
                                        <p:attrNameLst>
                                          <p:attrName>style.visibility</p:attrName>
                                        </p:attrNameLst>
                                      </p:cBhvr>
                                      <p:to>
                                        <p:strVal val="visible"/>
                                      </p:to>
                                    </p:set>
                                    <p:animEffect transition="in" filter="fade">
                                      <p:cBhvr>
                                        <p:cTn id="122" dur="750"/>
                                        <p:tgtEl>
                                          <p:spTgt spid="1684"/>
                                        </p:tgtEl>
                                      </p:cBhvr>
                                    </p:animEffect>
                                  </p:childTnLst>
                                </p:cTn>
                              </p:par>
                              <p:par>
                                <p:cTn id="123" presetID="10" presetClass="entr" presetSubtype="0" fill="hold" nodeType="withEffect">
                                  <p:stCondLst>
                                    <p:cond delay="1650"/>
                                  </p:stCondLst>
                                  <p:childTnLst>
                                    <p:set>
                                      <p:cBhvr>
                                        <p:cTn id="124" dur="1" fill="hold">
                                          <p:stCondLst>
                                            <p:cond delay="0"/>
                                          </p:stCondLst>
                                        </p:cTn>
                                        <p:tgtEl>
                                          <p:spTgt spid="1685"/>
                                        </p:tgtEl>
                                        <p:attrNameLst>
                                          <p:attrName>style.visibility</p:attrName>
                                        </p:attrNameLst>
                                      </p:cBhvr>
                                      <p:to>
                                        <p:strVal val="visible"/>
                                      </p:to>
                                    </p:set>
                                    <p:animEffect transition="in" filter="fade">
                                      <p:cBhvr>
                                        <p:cTn id="125" dur="750"/>
                                        <p:tgtEl>
                                          <p:spTgt spid="1685"/>
                                        </p:tgtEl>
                                      </p:cBhvr>
                                    </p:animEffect>
                                  </p:childTnLst>
                                </p:cTn>
                              </p:par>
                              <p:par>
                                <p:cTn id="126" presetID="10" presetClass="entr" presetSubtype="0" fill="hold" nodeType="withEffect">
                                  <p:stCondLst>
                                    <p:cond delay="2250"/>
                                  </p:stCondLst>
                                  <p:childTnLst>
                                    <p:set>
                                      <p:cBhvr>
                                        <p:cTn id="127" dur="1" fill="hold">
                                          <p:stCondLst>
                                            <p:cond delay="0"/>
                                          </p:stCondLst>
                                        </p:cTn>
                                        <p:tgtEl>
                                          <p:spTgt spid="1692"/>
                                        </p:tgtEl>
                                        <p:attrNameLst>
                                          <p:attrName>style.visibility</p:attrName>
                                        </p:attrNameLst>
                                      </p:cBhvr>
                                      <p:to>
                                        <p:strVal val="visible"/>
                                      </p:to>
                                    </p:set>
                                    <p:animEffect transition="in" filter="fade">
                                      <p:cBhvr>
                                        <p:cTn id="128" dur="750"/>
                                        <p:tgtEl>
                                          <p:spTgt spid="1692"/>
                                        </p:tgtEl>
                                      </p:cBhvr>
                                    </p:animEffect>
                                  </p:childTnLst>
                                </p:cTn>
                              </p:par>
                              <p:par>
                                <p:cTn id="129" presetID="10" presetClass="entr" presetSubtype="0" fill="hold" nodeType="withEffect">
                                  <p:stCondLst>
                                    <p:cond delay="3000"/>
                                  </p:stCondLst>
                                  <p:childTnLst>
                                    <p:set>
                                      <p:cBhvr>
                                        <p:cTn id="130" dur="1" fill="hold">
                                          <p:stCondLst>
                                            <p:cond delay="0"/>
                                          </p:stCondLst>
                                        </p:cTn>
                                        <p:tgtEl>
                                          <p:spTgt spid="1712"/>
                                        </p:tgtEl>
                                        <p:attrNameLst>
                                          <p:attrName>style.visibility</p:attrName>
                                        </p:attrNameLst>
                                      </p:cBhvr>
                                      <p:to>
                                        <p:strVal val="visible"/>
                                      </p:to>
                                    </p:set>
                                    <p:animEffect transition="in" filter="fade">
                                      <p:cBhvr>
                                        <p:cTn id="131" dur="750"/>
                                        <p:tgtEl>
                                          <p:spTgt spid="1712"/>
                                        </p:tgtEl>
                                      </p:cBhvr>
                                    </p:animEffect>
                                  </p:childTnLst>
                                </p:cTn>
                              </p:par>
                              <p:par>
                                <p:cTn id="132" presetID="10" presetClass="entr" presetSubtype="0" fill="hold" nodeType="withEffect">
                                  <p:stCondLst>
                                    <p:cond delay="2850"/>
                                  </p:stCondLst>
                                  <p:childTnLst>
                                    <p:set>
                                      <p:cBhvr>
                                        <p:cTn id="133" dur="1" fill="hold">
                                          <p:stCondLst>
                                            <p:cond delay="0"/>
                                          </p:stCondLst>
                                        </p:cTn>
                                        <p:tgtEl>
                                          <p:spTgt spid="1689"/>
                                        </p:tgtEl>
                                        <p:attrNameLst>
                                          <p:attrName>style.visibility</p:attrName>
                                        </p:attrNameLst>
                                      </p:cBhvr>
                                      <p:to>
                                        <p:strVal val="visible"/>
                                      </p:to>
                                    </p:set>
                                    <p:animEffect transition="in" filter="fade">
                                      <p:cBhvr>
                                        <p:cTn id="134" dur="750"/>
                                        <p:tgtEl>
                                          <p:spTgt spid="1689"/>
                                        </p:tgtEl>
                                      </p:cBhvr>
                                    </p:animEffect>
                                  </p:childTnLst>
                                </p:cTn>
                              </p:par>
                              <p:par>
                                <p:cTn id="135" presetID="10" presetClass="entr" presetSubtype="0" fill="hold" nodeType="withEffect">
                                  <p:stCondLst>
                                    <p:cond delay="2700"/>
                                  </p:stCondLst>
                                  <p:childTnLst>
                                    <p:set>
                                      <p:cBhvr>
                                        <p:cTn id="136" dur="1" fill="hold">
                                          <p:stCondLst>
                                            <p:cond delay="0"/>
                                          </p:stCondLst>
                                        </p:cTn>
                                        <p:tgtEl>
                                          <p:spTgt spid="1686"/>
                                        </p:tgtEl>
                                        <p:attrNameLst>
                                          <p:attrName>style.visibility</p:attrName>
                                        </p:attrNameLst>
                                      </p:cBhvr>
                                      <p:to>
                                        <p:strVal val="visible"/>
                                      </p:to>
                                    </p:set>
                                    <p:animEffect transition="in" filter="fade">
                                      <p:cBhvr>
                                        <p:cTn id="137" dur="750"/>
                                        <p:tgtEl>
                                          <p:spTgt spid="1686"/>
                                        </p:tgtEl>
                                      </p:cBhvr>
                                    </p:animEffect>
                                  </p:childTnLst>
                                </p:cTn>
                              </p:par>
                              <p:par>
                                <p:cTn id="138" presetID="10" presetClass="entr" presetSubtype="0" fill="hold" nodeType="withEffect">
                                  <p:stCondLst>
                                    <p:cond delay="0"/>
                                  </p:stCondLst>
                                  <p:childTnLst>
                                    <p:set>
                                      <p:cBhvr>
                                        <p:cTn id="139" dur="1" fill="hold">
                                          <p:stCondLst>
                                            <p:cond delay="0"/>
                                          </p:stCondLst>
                                        </p:cTn>
                                        <p:tgtEl>
                                          <p:spTgt spid="1715"/>
                                        </p:tgtEl>
                                        <p:attrNameLst>
                                          <p:attrName>style.visibility</p:attrName>
                                        </p:attrNameLst>
                                      </p:cBhvr>
                                      <p:to>
                                        <p:strVal val="visible"/>
                                      </p:to>
                                    </p:set>
                                    <p:animEffect transition="in" filter="fade">
                                      <p:cBhvr>
                                        <p:cTn id="140" dur="500"/>
                                        <p:tgtEl>
                                          <p:spTgt spid="1715"/>
                                        </p:tgtEl>
                                      </p:cBhvr>
                                    </p:animEffect>
                                  </p:childTnLst>
                                </p:cTn>
                              </p:par>
                              <p:par>
                                <p:cTn id="141" presetID="10" presetClass="entr" presetSubtype="0" fill="hold" nodeType="withEffect">
                                  <p:stCondLst>
                                    <p:cond delay="900"/>
                                  </p:stCondLst>
                                  <p:childTnLst>
                                    <p:set>
                                      <p:cBhvr>
                                        <p:cTn id="142" dur="1" fill="hold">
                                          <p:stCondLst>
                                            <p:cond delay="0"/>
                                          </p:stCondLst>
                                        </p:cTn>
                                        <p:tgtEl>
                                          <p:spTgt spid="1667"/>
                                        </p:tgtEl>
                                        <p:attrNameLst>
                                          <p:attrName>style.visibility</p:attrName>
                                        </p:attrNameLst>
                                      </p:cBhvr>
                                      <p:to>
                                        <p:strVal val="visible"/>
                                      </p:to>
                                    </p:set>
                                    <p:animEffect transition="in" filter="fade">
                                      <p:cBhvr>
                                        <p:cTn id="143" dur="750"/>
                                        <p:tgtEl>
                                          <p:spTgt spid="1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grpSp>
        <p:nvGrpSpPr>
          <p:cNvPr id="1768" name="Google Shape;1768;p5"/>
          <p:cNvGrpSpPr/>
          <p:nvPr/>
        </p:nvGrpSpPr>
        <p:grpSpPr>
          <a:xfrm>
            <a:off x="4623088" y="-1"/>
            <a:ext cx="7565737" cy="6861343"/>
            <a:chOff x="4623088" y="-1"/>
            <a:chExt cx="7565737" cy="6861343"/>
          </a:xfrm>
        </p:grpSpPr>
        <p:sp>
          <p:nvSpPr>
            <p:cNvPr id="1769" name="Google Shape;1769;p5"/>
            <p:cNvSpPr/>
            <p:nvPr/>
          </p:nvSpPr>
          <p:spPr>
            <a:xfrm>
              <a:off x="4623088" y="-1"/>
              <a:ext cx="7565737" cy="6858001"/>
            </a:xfrm>
            <a:prstGeom prst="rect">
              <a:avLst/>
            </a:prstGeom>
            <a:gradFill>
              <a:gsLst>
                <a:gs pos="0">
                  <a:srgbClr val="0193C2">
                    <a:alpha val="72156"/>
                  </a:srgbClr>
                </a:gs>
                <a:gs pos="24000">
                  <a:srgbClr val="0193C2">
                    <a:alpha val="20000"/>
                  </a:srgbClr>
                </a:gs>
                <a:gs pos="60000">
                  <a:srgbClr val="0193C2">
                    <a:alpha val="0"/>
                  </a:srgbClr>
                </a:gs>
                <a:gs pos="100000">
                  <a:srgbClr val="0193C2">
                    <a:alpha val="0"/>
                  </a:srgbClr>
                </a:gs>
              </a:gsLst>
              <a:lin ang="8100000" scaled="0"/>
            </a:gradFill>
            <a:ln>
              <a:noFill/>
            </a:ln>
          </p:spPr>
          <p:txBody>
            <a:bodyPr spcFirstLastPara="1" wrap="square" lIns="91350" tIns="45675" rIns="91350" bIns="45675" anchor="ctr" anchorCtr="0">
              <a:noAutofit/>
            </a:bodyPr>
            <a:lstStyle/>
            <a:p>
              <a:pPr marL="0" marR="0" lvl="0" indent="0" algn="l" rtl="0">
                <a:lnSpc>
                  <a:spcPct val="100000"/>
                </a:lnSpc>
                <a:spcBef>
                  <a:spcPts val="0"/>
                </a:spcBef>
                <a:spcAft>
                  <a:spcPts val="0"/>
                </a:spcAft>
                <a:buClr>
                  <a:srgbClr val="000000"/>
                </a:buClr>
                <a:buSzPts val="1796"/>
                <a:buFont typeface="Arial"/>
                <a:buNone/>
              </a:pPr>
              <a:endParaRPr sz="1795" b="0" i="0" u="none" strike="noStrike" cap="none">
                <a:solidFill>
                  <a:schemeClr val="dk1"/>
                </a:solidFill>
                <a:latin typeface="Arial"/>
                <a:ea typeface="Arial"/>
                <a:cs typeface="Arial"/>
                <a:sym typeface="Arial"/>
              </a:endParaRPr>
            </a:p>
          </p:txBody>
        </p:sp>
        <p:grpSp>
          <p:nvGrpSpPr>
            <p:cNvPr id="1770" name="Google Shape;1770;p5"/>
            <p:cNvGrpSpPr/>
            <p:nvPr/>
          </p:nvGrpSpPr>
          <p:grpSpPr>
            <a:xfrm>
              <a:off x="4623088" y="1376946"/>
              <a:ext cx="7551340" cy="5484396"/>
              <a:chOff x="4623088" y="1376946"/>
              <a:chExt cx="7551340" cy="5484396"/>
            </a:xfrm>
          </p:grpSpPr>
          <p:pic>
            <p:nvPicPr>
              <p:cNvPr id="1771" name="Google Shape;1771;p5" descr="A mountain range with snow&#10;&#10;Description automatically generated"/>
              <p:cNvPicPr preferRelativeResize="0"/>
              <p:nvPr/>
            </p:nvPicPr>
            <p:blipFill rotWithShape="1">
              <a:blip r:embed="rId3">
                <a:alphaModFix amt="85000"/>
              </a:blip>
              <a:srcRect l="8400" t="9343" r="2983" b="20288"/>
              <a:stretch/>
            </p:blipFill>
            <p:spPr>
              <a:xfrm>
                <a:off x="4623088" y="1376946"/>
                <a:ext cx="7551340" cy="5484396"/>
              </a:xfrm>
              <a:prstGeom prst="rect">
                <a:avLst/>
              </a:prstGeom>
              <a:noFill/>
              <a:ln>
                <a:noFill/>
              </a:ln>
            </p:spPr>
          </p:pic>
          <p:pic>
            <p:nvPicPr>
              <p:cNvPr id="1772" name="Google Shape;1772;p5" descr="A mountain range with snow&#10;&#10;Description automatically generated"/>
              <p:cNvPicPr preferRelativeResize="0"/>
              <p:nvPr/>
            </p:nvPicPr>
            <p:blipFill rotWithShape="1">
              <a:blip r:embed="rId3">
                <a:alphaModFix amt="85000"/>
              </a:blip>
              <a:srcRect l="8400" t="9343" r="2983" b="20288"/>
              <a:stretch/>
            </p:blipFill>
            <p:spPr>
              <a:xfrm>
                <a:off x="4623088" y="1376946"/>
                <a:ext cx="7551340" cy="5484396"/>
              </a:xfrm>
              <a:prstGeom prst="rect">
                <a:avLst/>
              </a:prstGeom>
              <a:noFill/>
              <a:ln>
                <a:noFill/>
              </a:ln>
            </p:spPr>
          </p:pic>
        </p:grpSp>
      </p:grpSp>
      <p:sp>
        <p:nvSpPr>
          <p:cNvPr id="1773" name="Google Shape;1773;p5"/>
          <p:cNvSpPr txBox="1"/>
          <p:nvPr/>
        </p:nvSpPr>
        <p:spPr>
          <a:xfrm>
            <a:off x="579809" y="2234105"/>
            <a:ext cx="4198379" cy="110799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accent2"/>
              </a:buClr>
              <a:buSzPts val="4000"/>
              <a:buFont typeface="Arial"/>
              <a:buNone/>
            </a:pPr>
            <a:r>
              <a:rPr lang="en-US" sz="4000" b="0" i="0" u="none" strike="noStrike" cap="none">
                <a:solidFill>
                  <a:schemeClr val="accent2"/>
                </a:solidFill>
                <a:latin typeface="Arial"/>
                <a:ea typeface="Arial"/>
                <a:cs typeface="Arial"/>
                <a:sym typeface="Arial"/>
              </a:rPr>
              <a:t>The Private </a:t>
            </a:r>
            <a:br>
              <a:rPr lang="en-US" sz="4000" b="0" i="0" u="none" strike="noStrike" cap="none">
                <a:solidFill>
                  <a:schemeClr val="accent2"/>
                </a:solidFill>
                <a:latin typeface="Arial"/>
                <a:ea typeface="Arial"/>
                <a:cs typeface="Arial"/>
                <a:sym typeface="Arial"/>
              </a:rPr>
            </a:br>
            <a:r>
              <a:rPr lang="en-US" sz="4000" b="0" i="0" u="none" strike="noStrike" cap="none">
                <a:solidFill>
                  <a:schemeClr val="accent2"/>
                </a:solidFill>
                <a:latin typeface="Arial"/>
                <a:ea typeface="Arial"/>
                <a:cs typeface="Arial"/>
                <a:sym typeface="Arial"/>
              </a:rPr>
              <a:t>Cloud Journey</a:t>
            </a:r>
            <a:endParaRPr sz="1400" b="0" i="0" u="none" strike="noStrike" cap="none">
              <a:solidFill>
                <a:srgbClr val="000000"/>
              </a:solidFill>
              <a:latin typeface="Arial"/>
              <a:ea typeface="Arial"/>
              <a:cs typeface="Arial"/>
              <a:sym typeface="Arial"/>
            </a:endParaRPr>
          </a:p>
        </p:txBody>
      </p:sp>
      <p:sp>
        <p:nvSpPr>
          <p:cNvPr id="1774" name="Google Shape;1774;p5"/>
          <p:cNvSpPr txBox="1"/>
          <p:nvPr/>
        </p:nvSpPr>
        <p:spPr>
          <a:xfrm>
            <a:off x="592868" y="3503224"/>
            <a:ext cx="3548794" cy="9959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800"/>
              <a:buFont typeface="Arial"/>
              <a:buNone/>
            </a:pPr>
            <a:r>
              <a:rPr lang="en-US" sz="2000" b="0" i="0" u="none" strike="noStrike" cap="none">
                <a:solidFill>
                  <a:schemeClr val="accent3"/>
                </a:solidFill>
                <a:latin typeface="Arial"/>
                <a:ea typeface="Arial"/>
                <a:cs typeface="Arial"/>
                <a:sym typeface="Arial"/>
              </a:rPr>
              <a:t>What You Truly Need is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800"/>
              <a:buFont typeface="Arial"/>
              <a:buNone/>
            </a:pPr>
            <a:r>
              <a:rPr lang="en-US" sz="2000" b="0" i="0" u="none" strike="noStrike" cap="none">
                <a:solidFill>
                  <a:schemeClr val="accent3"/>
                </a:solidFill>
                <a:latin typeface="Arial"/>
                <a:ea typeface="Arial"/>
                <a:cs typeface="Arial"/>
                <a:sym typeface="Arial"/>
              </a:rPr>
              <a:t>The Best of Both Worlds </a:t>
            </a:r>
            <a:endParaRPr sz="1400" b="0" i="0" u="none" strike="noStrike" cap="none">
              <a:solidFill>
                <a:srgbClr val="000000"/>
              </a:solidFill>
              <a:latin typeface="Arial"/>
              <a:ea typeface="Arial"/>
              <a:cs typeface="Arial"/>
              <a:sym typeface="Arial"/>
            </a:endParaRPr>
          </a:p>
        </p:txBody>
      </p:sp>
      <p:pic>
        <p:nvPicPr>
          <p:cNvPr id="1775" name="Google Shape;1775;p5" descr="A green flag on a pole&#10;&#10;Description automatically generated"/>
          <p:cNvPicPr preferRelativeResize="0"/>
          <p:nvPr/>
        </p:nvPicPr>
        <p:blipFill rotWithShape="1">
          <a:blip r:embed="rId4">
            <a:alphaModFix/>
          </a:blip>
          <a:srcRect/>
          <a:stretch/>
        </p:blipFill>
        <p:spPr>
          <a:xfrm>
            <a:off x="6594273" y="2297105"/>
            <a:ext cx="429208" cy="600891"/>
          </a:xfrm>
          <a:prstGeom prst="rect">
            <a:avLst/>
          </a:prstGeom>
          <a:noFill/>
          <a:ln>
            <a:noFill/>
          </a:ln>
        </p:spPr>
      </p:pic>
      <p:pic>
        <p:nvPicPr>
          <p:cNvPr id="1776" name="Google Shape;1776;p5" descr="A green flag on a pole&#10;&#10;Description automatically generated"/>
          <p:cNvPicPr preferRelativeResize="0"/>
          <p:nvPr/>
        </p:nvPicPr>
        <p:blipFill rotWithShape="1">
          <a:blip r:embed="rId4">
            <a:alphaModFix/>
          </a:blip>
          <a:srcRect/>
          <a:stretch/>
        </p:blipFill>
        <p:spPr>
          <a:xfrm>
            <a:off x="8504493" y="3130086"/>
            <a:ext cx="429208" cy="600891"/>
          </a:xfrm>
          <a:prstGeom prst="rect">
            <a:avLst/>
          </a:prstGeom>
          <a:noFill/>
          <a:ln>
            <a:noFill/>
          </a:ln>
        </p:spPr>
      </p:pic>
      <p:sp>
        <p:nvSpPr>
          <p:cNvPr id="1777" name="Google Shape;1777;p5"/>
          <p:cNvSpPr/>
          <p:nvPr/>
        </p:nvSpPr>
        <p:spPr>
          <a:xfrm>
            <a:off x="8608982" y="3818915"/>
            <a:ext cx="2085583" cy="2687661"/>
          </a:xfrm>
          <a:custGeom>
            <a:avLst/>
            <a:gdLst/>
            <a:ahLst/>
            <a:cxnLst/>
            <a:rect l="l" t="t" r="r" b="b"/>
            <a:pathLst>
              <a:path w="2085583" h="2987457" extrusionOk="0">
                <a:moveTo>
                  <a:pt x="0" y="2987457"/>
                </a:moveTo>
                <a:lnTo>
                  <a:pt x="1052186" y="2060531"/>
                </a:lnTo>
                <a:lnTo>
                  <a:pt x="1603331" y="2649255"/>
                </a:lnTo>
                <a:lnTo>
                  <a:pt x="1997901" y="2116898"/>
                </a:lnTo>
                <a:lnTo>
                  <a:pt x="2085583" y="1553227"/>
                </a:lnTo>
                <a:lnTo>
                  <a:pt x="1572016" y="1108553"/>
                </a:lnTo>
                <a:lnTo>
                  <a:pt x="2022953" y="532356"/>
                </a:lnTo>
                <a:lnTo>
                  <a:pt x="1741117" y="0"/>
                </a:lnTo>
              </a:path>
            </a:pathLst>
          </a:custGeom>
          <a:noFill/>
          <a:ln w="30475" cap="flat" cmpd="sng">
            <a:solidFill>
              <a:srgbClr val="FFFFFF"/>
            </a:solidFill>
            <a:prstDash val="dash"/>
            <a:miter lim="800000"/>
            <a:headEnd type="none" w="sm" len="sm"/>
            <a:tailEnd type="none" w="sm" len="sm"/>
          </a:ln>
        </p:spPr>
        <p:txBody>
          <a:bodyPr spcFirstLastPara="1" wrap="square" lIns="109725" tIns="54850" rIns="109725" bIns="548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8" name="Google Shape;1778;p5"/>
          <p:cNvSpPr/>
          <p:nvPr/>
        </p:nvSpPr>
        <p:spPr>
          <a:xfrm>
            <a:off x="7425847" y="3711399"/>
            <a:ext cx="2096297" cy="2820354"/>
          </a:xfrm>
          <a:custGeom>
            <a:avLst/>
            <a:gdLst/>
            <a:ahLst/>
            <a:cxnLst/>
            <a:rect l="l" t="t" r="r" b="b"/>
            <a:pathLst>
              <a:path w="10000" h="8359" extrusionOk="0">
                <a:moveTo>
                  <a:pt x="6657" y="430"/>
                </a:moveTo>
                <a:lnTo>
                  <a:pt x="10000" y="3309"/>
                </a:lnTo>
                <a:lnTo>
                  <a:pt x="5532" y="8359"/>
                </a:lnTo>
                <a:lnTo>
                  <a:pt x="4796" y="7180"/>
                </a:lnTo>
                <a:lnTo>
                  <a:pt x="3025" y="6841"/>
                </a:lnTo>
                <a:lnTo>
                  <a:pt x="2020" y="7058"/>
                </a:lnTo>
                <a:lnTo>
                  <a:pt x="0" y="5789"/>
                </a:lnTo>
                <a:lnTo>
                  <a:pt x="3692" y="5111"/>
                </a:lnTo>
                <a:lnTo>
                  <a:pt x="4308" y="4304"/>
                </a:lnTo>
                <a:lnTo>
                  <a:pt x="2856" y="3748"/>
                </a:lnTo>
                <a:lnTo>
                  <a:pt x="3692" y="3081"/>
                </a:lnTo>
                <a:lnTo>
                  <a:pt x="4995" y="2074"/>
                </a:lnTo>
                <a:lnTo>
                  <a:pt x="3343" y="2074"/>
                </a:lnTo>
                <a:lnTo>
                  <a:pt x="4697" y="962"/>
                </a:lnTo>
                <a:lnTo>
                  <a:pt x="6587" y="1668"/>
                </a:lnTo>
                <a:lnTo>
                  <a:pt x="4995" y="0"/>
                </a:lnTo>
                <a:lnTo>
                  <a:pt x="6657" y="430"/>
                </a:lnTo>
                <a:close/>
              </a:path>
            </a:pathLst>
          </a:custGeom>
          <a:noFill/>
          <a:ln w="30475" cap="flat" cmpd="sng">
            <a:solidFill>
              <a:srgbClr val="FFFFFF"/>
            </a:solidFill>
            <a:prstDash val="dash"/>
            <a:miter lim="800000"/>
            <a:headEnd type="none" w="sm" len="sm"/>
            <a:tailEnd type="none" w="sm" len="sm"/>
          </a:ln>
        </p:spPr>
        <p:txBody>
          <a:bodyPr spcFirstLastPara="1" wrap="square" lIns="109725" tIns="54850" rIns="109725" bIns="5485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9" name="Google Shape;1779;p5"/>
          <p:cNvSpPr/>
          <p:nvPr/>
        </p:nvSpPr>
        <p:spPr>
          <a:xfrm>
            <a:off x="5621524" y="2951200"/>
            <a:ext cx="2987458" cy="3549742"/>
          </a:xfrm>
          <a:custGeom>
            <a:avLst/>
            <a:gdLst/>
            <a:ahLst/>
            <a:cxnLst/>
            <a:rect l="l" t="t" r="r" b="b"/>
            <a:pathLst>
              <a:path w="2987458" h="3945698" extrusionOk="0">
                <a:moveTo>
                  <a:pt x="2987458" y="3945698"/>
                </a:moveTo>
                <a:lnTo>
                  <a:pt x="2041743" y="3701441"/>
                </a:lnTo>
                <a:lnTo>
                  <a:pt x="1534438" y="3407079"/>
                </a:lnTo>
                <a:lnTo>
                  <a:pt x="1164921" y="3764071"/>
                </a:lnTo>
                <a:lnTo>
                  <a:pt x="1102291" y="3156559"/>
                </a:lnTo>
                <a:lnTo>
                  <a:pt x="557408" y="3344449"/>
                </a:lnTo>
                <a:lnTo>
                  <a:pt x="688932" y="2655518"/>
                </a:lnTo>
                <a:lnTo>
                  <a:pt x="438411" y="2273474"/>
                </a:lnTo>
                <a:lnTo>
                  <a:pt x="0" y="1703539"/>
                </a:lnTo>
                <a:lnTo>
                  <a:pt x="889348" y="1121079"/>
                </a:lnTo>
                <a:lnTo>
                  <a:pt x="1221288" y="576197"/>
                </a:lnTo>
                <a:lnTo>
                  <a:pt x="826718" y="269309"/>
                </a:lnTo>
                <a:lnTo>
                  <a:pt x="977030" y="0"/>
                </a:lnTo>
              </a:path>
            </a:pathLst>
          </a:custGeom>
          <a:noFill/>
          <a:ln w="30475" cap="flat" cmpd="sng">
            <a:solidFill>
              <a:srgbClr val="FFFFFF"/>
            </a:solidFill>
            <a:prstDash val="dash"/>
            <a:miter lim="800000"/>
            <a:headEnd type="none" w="sm" len="sm"/>
            <a:tailEnd type="none" w="sm" len="sm"/>
          </a:ln>
        </p:spPr>
        <p:txBody>
          <a:bodyPr spcFirstLastPara="1" wrap="square" lIns="109725" tIns="54850" rIns="109725" bIns="5485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0" name="Google Shape;1780;p5"/>
          <p:cNvSpPr/>
          <p:nvPr/>
        </p:nvSpPr>
        <p:spPr>
          <a:xfrm>
            <a:off x="8751563" y="3771488"/>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1" name="Google Shape;1781;p5"/>
          <p:cNvSpPr/>
          <p:nvPr/>
        </p:nvSpPr>
        <p:spPr>
          <a:xfrm>
            <a:off x="8436287" y="3633478"/>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2" name="Google Shape;1782;p5"/>
          <p:cNvSpPr/>
          <p:nvPr/>
        </p:nvSpPr>
        <p:spPr>
          <a:xfrm>
            <a:off x="8751563" y="4216085"/>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3" name="Google Shape;1783;p5"/>
          <p:cNvSpPr/>
          <p:nvPr/>
        </p:nvSpPr>
        <p:spPr>
          <a:xfrm>
            <a:off x="8368118" y="3955445"/>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4" name="Google Shape;1784;p5"/>
          <p:cNvSpPr/>
          <p:nvPr/>
        </p:nvSpPr>
        <p:spPr>
          <a:xfrm>
            <a:off x="8086926" y="4331075"/>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5" name="Google Shape;1785;p5"/>
          <p:cNvSpPr/>
          <p:nvPr/>
        </p:nvSpPr>
        <p:spPr>
          <a:xfrm>
            <a:off x="8402202" y="4323410"/>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6" name="Google Shape;1786;p5"/>
          <p:cNvSpPr/>
          <p:nvPr/>
        </p:nvSpPr>
        <p:spPr>
          <a:xfrm>
            <a:off x="9433242" y="4729703"/>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7" name="Google Shape;1787;p5"/>
          <p:cNvSpPr/>
          <p:nvPr/>
        </p:nvSpPr>
        <p:spPr>
          <a:xfrm>
            <a:off x="8538538" y="6416201"/>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8" name="Google Shape;1788;p5"/>
          <p:cNvSpPr/>
          <p:nvPr/>
        </p:nvSpPr>
        <p:spPr>
          <a:xfrm>
            <a:off x="10618088" y="5138812"/>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89" name="Google Shape;1789;p5"/>
          <p:cNvSpPr/>
          <p:nvPr/>
        </p:nvSpPr>
        <p:spPr>
          <a:xfrm>
            <a:off x="9593852" y="5588283"/>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0" name="Google Shape;1790;p5"/>
          <p:cNvSpPr/>
          <p:nvPr/>
        </p:nvSpPr>
        <p:spPr>
          <a:xfrm>
            <a:off x="10098974" y="4726595"/>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1" name="Google Shape;1791;p5"/>
          <p:cNvSpPr/>
          <p:nvPr/>
        </p:nvSpPr>
        <p:spPr>
          <a:xfrm>
            <a:off x="10566171" y="4195620"/>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2" name="Google Shape;1792;p5"/>
          <p:cNvSpPr/>
          <p:nvPr/>
        </p:nvSpPr>
        <p:spPr>
          <a:xfrm>
            <a:off x="10294154" y="3749965"/>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3" name="Google Shape;1793;p5"/>
          <p:cNvSpPr/>
          <p:nvPr/>
        </p:nvSpPr>
        <p:spPr>
          <a:xfrm>
            <a:off x="7984675" y="4898353"/>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4" name="Google Shape;1794;p5"/>
          <p:cNvSpPr/>
          <p:nvPr/>
        </p:nvSpPr>
        <p:spPr>
          <a:xfrm>
            <a:off x="8257347" y="5082334"/>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5" name="Google Shape;1795;p5"/>
          <p:cNvSpPr/>
          <p:nvPr/>
        </p:nvSpPr>
        <p:spPr>
          <a:xfrm>
            <a:off x="7354123" y="5588283"/>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6" name="Google Shape;1796;p5"/>
          <p:cNvSpPr/>
          <p:nvPr/>
        </p:nvSpPr>
        <p:spPr>
          <a:xfrm>
            <a:off x="7780172" y="6025240"/>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7" name="Google Shape;1797;p5"/>
          <p:cNvSpPr/>
          <p:nvPr/>
        </p:nvSpPr>
        <p:spPr>
          <a:xfrm>
            <a:off x="8121012" y="5350639"/>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8" name="Google Shape;1798;p5"/>
          <p:cNvSpPr/>
          <p:nvPr/>
        </p:nvSpPr>
        <p:spPr>
          <a:xfrm>
            <a:off x="8001718" y="5948581"/>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799" name="Google Shape;1799;p5"/>
          <p:cNvSpPr/>
          <p:nvPr/>
        </p:nvSpPr>
        <p:spPr>
          <a:xfrm>
            <a:off x="8351079" y="6055903"/>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0" name="Google Shape;1800;p5"/>
          <p:cNvSpPr/>
          <p:nvPr/>
        </p:nvSpPr>
        <p:spPr>
          <a:xfrm>
            <a:off x="10530407" y="5640284"/>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1" name="Google Shape;1801;p5"/>
          <p:cNvSpPr/>
          <p:nvPr/>
        </p:nvSpPr>
        <p:spPr>
          <a:xfrm>
            <a:off x="10148362" y="6096679"/>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2" name="Google Shape;1802;p5"/>
          <p:cNvSpPr/>
          <p:nvPr/>
        </p:nvSpPr>
        <p:spPr>
          <a:xfrm>
            <a:off x="7089973" y="5933249"/>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3" name="Google Shape;1803;p5"/>
          <p:cNvSpPr/>
          <p:nvPr/>
        </p:nvSpPr>
        <p:spPr>
          <a:xfrm>
            <a:off x="6740611" y="6232218"/>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4" name="Google Shape;1804;p5"/>
          <p:cNvSpPr/>
          <p:nvPr/>
        </p:nvSpPr>
        <p:spPr>
          <a:xfrm>
            <a:off x="6663922" y="5687941"/>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5" name="Google Shape;1805;p5"/>
          <p:cNvSpPr/>
          <p:nvPr/>
        </p:nvSpPr>
        <p:spPr>
          <a:xfrm>
            <a:off x="6118580" y="5879588"/>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6" name="Google Shape;1806;p5"/>
          <p:cNvSpPr/>
          <p:nvPr/>
        </p:nvSpPr>
        <p:spPr>
          <a:xfrm>
            <a:off x="6246395" y="5258652"/>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7" name="Google Shape;1807;p5"/>
          <p:cNvSpPr/>
          <p:nvPr/>
        </p:nvSpPr>
        <p:spPr>
          <a:xfrm>
            <a:off x="5543785" y="4405467"/>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8" name="Google Shape;1808;p5"/>
          <p:cNvSpPr/>
          <p:nvPr/>
        </p:nvSpPr>
        <p:spPr>
          <a:xfrm>
            <a:off x="6441238" y="3881054"/>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09" name="Google Shape;1809;p5"/>
          <p:cNvSpPr/>
          <p:nvPr/>
        </p:nvSpPr>
        <p:spPr>
          <a:xfrm>
            <a:off x="6779441" y="3373948"/>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10" name="Google Shape;1810;p5"/>
          <p:cNvSpPr/>
          <p:nvPr/>
        </p:nvSpPr>
        <p:spPr>
          <a:xfrm>
            <a:off x="6384871" y="3120395"/>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11" name="Google Shape;1811;p5"/>
          <p:cNvSpPr/>
          <p:nvPr/>
        </p:nvSpPr>
        <p:spPr>
          <a:xfrm>
            <a:off x="6522657" y="2861208"/>
            <a:ext cx="149629" cy="149629"/>
          </a:xfrm>
          <a:prstGeom prst="ellipse">
            <a:avLst/>
          </a:prstGeom>
          <a:solidFill>
            <a:srgbClr val="FFFFFF"/>
          </a:solidFill>
          <a:ln w="4127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12" name="Google Shape;1812;p5"/>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1813" name="Google Shape;1813;p5"/>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All Rights Reserved. The term “Broadcom” refers to Broadcom Inc. and/or its subsidiaries.</a:t>
            </a:r>
            <a:endParaRPr sz="1400" b="0" i="0" u="none" strike="noStrike" cap="none">
              <a:solidFill>
                <a:srgbClr val="000000"/>
              </a:solidFill>
              <a:latin typeface="Arial"/>
              <a:ea typeface="Arial"/>
              <a:cs typeface="Arial"/>
              <a:sym typeface="Arial"/>
            </a:endParaRPr>
          </a:p>
        </p:txBody>
      </p:sp>
      <p:grpSp>
        <p:nvGrpSpPr>
          <p:cNvPr id="1814" name="Google Shape;1814;p5"/>
          <p:cNvGrpSpPr/>
          <p:nvPr/>
        </p:nvGrpSpPr>
        <p:grpSpPr>
          <a:xfrm>
            <a:off x="265625" y="6323271"/>
            <a:ext cx="1249222" cy="369649"/>
            <a:chOff x="265625" y="6323271"/>
            <a:chExt cx="1249222" cy="369649"/>
          </a:xfrm>
        </p:grpSpPr>
        <p:grpSp>
          <p:nvGrpSpPr>
            <p:cNvPr id="1815" name="Google Shape;1815;p5"/>
            <p:cNvGrpSpPr/>
            <p:nvPr/>
          </p:nvGrpSpPr>
          <p:grpSpPr>
            <a:xfrm>
              <a:off x="745455" y="6594444"/>
              <a:ext cx="722663" cy="98476"/>
              <a:chOff x="745455" y="6594444"/>
              <a:chExt cx="722663" cy="98476"/>
            </a:xfrm>
          </p:grpSpPr>
          <p:sp>
            <p:nvSpPr>
              <p:cNvPr id="1816" name="Google Shape;1816;p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17" name="Google Shape;1817;p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18" name="Google Shape;1818;p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19" name="Google Shape;1819;p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0" name="Google Shape;1820;p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1" name="Google Shape;1821;p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2" name="Google Shape;1822;p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3" name="Google Shape;1823;p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4" name="Google Shape;1824;p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5" name="Google Shape;1825;p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826" name="Google Shape;1826;p5"/>
            <p:cNvGrpSpPr/>
            <p:nvPr/>
          </p:nvGrpSpPr>
          <p:grpSpPr>
            <a:xfrm>
              <a:off x="265625" y="6323271"/>
              <a:ext cx="1249222" cy="190348"/>
              <a:chOff x="265625" y="6323271"/>
              <a:chExt cx="1249222" cy="190348"/>
            </a:xfrm>
          </p:grpSpPr>
          <p:sp>
            <p:nvSpPr>
              <p:cNvPr id="1827" name="Google Shape;1827;p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8" name="Google Shape;1828;p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29" name="Google Shape;1829;p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30" name="Google Shape;1830;p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31" name="Google Shape;1831;p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32" name="Google Shape;1832;p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33" name="Google Shape;1833;p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1834" name="Google Shape;1834;p5"/>
          <p:cNvSpPr/>
          <p:nvPr/>
        </p:nvSpPr>
        <p:spPr>
          <a:xfrm>
            <a:off x="0" y="0"/>
            <a:ext cx="1218882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835" name="Google Shape;1835;p5"/>
          <p:cNvGrpSpPr/>
          <p:nvPr/>
        </p:nvGrpSpPr>
        <p:grpSpPr>
          <a:xfrm>
            <a:off x="7285176" y="556247"/>
            <a:ext cx="1232571" cy="1325426"/>
            <a:chOff x="7223130" y="545989"/>
            <a:chExt cx="1232571" cy="1325426"/>
          </a:xfrm>
        </p:grpSpPr>
        <p:sp>
          <p:nvSpPr>
            <p:cNvPr id="1836" name="Google Shape;1836;p5"/>
            <p:cNvSpPr txBox="1"/>
            <p:nvPr/>
          </p:nvSpPr>
          <p:spPr>
            <a:xfrm>
              <a:off x="7223130" y="1566732"/>
              <a:ext cx="1232571" cy="304683"/>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dirty="0">
                  <a:solidFill>
                    <a:schemeClr val="dk1"/>
                  </a:solidFill>
                  <a:latin typeface="Arial"/>
                  <a:ea typeface="Arial"/>
                  <a:cs typeface="Arial"/>
                  <a:sym typeface="Arial"/>
                </a:rPr>
                <a:t>Developer</a:t>
              </a:r>
              <a:endParaRPr sz="12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dirty="0">
                  <a:solidFill>
                    <a:schemeClr val="dk1"/>
                  </a:solidFill>
                  <a:latin typeface="Arial"/>
                  <a:ea typeface="Arial"/>
                  <a:cs typeface="Arial"/>
                  <a:sym typeface="Arial"/>
                </a:rPr>
                <a:t>Ready</a:t>
              </a:r>
              <a:endParaRPr sz="1200" b="0" i="0" u="none" strike="noStrike" cap="none" dirty="0">
                <a:solidFill>
                  <a:schemeClr val="dk1"/>
                </a:solidFill>
                <a:latin typeface="Arial"/>
                <a:ea typeface="Arial"/>
                <a:cs typeface="Arial"/>
                <a:sym typeface="Arial"/>
              </a:endParaRPr>
            </a:p>
          </p:txBody>
        </p:sp>
        <p:grpSp>
          <p:nvGrpSpPr>
            <p:cNvPr id="1837" name="Google Shape;1837;p5"/>
            <p:cNvGrpSpPr/>
            <p:nvPr/>
          </p:nvGrpSpPr>
          <p:grpSpPr>
            <a:xfrm>
              <a:off x="7377829" y="545989"/>
              <a:ext cx="944328" cy="944327"/>
              <a:chOff x="8434891" y="561328"/>
              <a:chExt cx="944328" cy="944327"/>
            </a:xfrm>
          </p:grpSpPr>
          <p:grpSp>
            <p:nvGrpSpPr>
              <p:cNvPr id="1838" name="Google Shape;1838;p5"/>
              <p:cNvGrpSpPr/>
              <p:nvPr/>
            </p:nvGrpSpPr>
            <p:grpSpPr>
              <a:xfrm flipH="1">
                <a:off x="8434891" y="561328"/>
                <a:ext cx="944328" cy="944327"/>
                <a:chOff x="4995583" y="634467"/>
                <a:chExt cx="1661354" cy="1661352"/>
              </a:xfrm>
            </p:grpSpPr>
            <p:sp>
              <p:nvSpPr>
                <p:cNvPr id="1839" name="Google Shape;1839;p5"/>
                <p:cNvSpPr/>
                <p:nvPr/>
              </p:nvSpPr>
              <p:spPr>
                <a:xfrm>
                  <a:off x="4995583" y="634467"/>
                  <a:ext cx="1661354" cy="1661352"/>
                </a:xfrm>
                <a:prstGeom prst="ellipse">
                  <a:avLst/>
                </a:prstGeom>
                <a:solidFill>
                  <a:schemeClr val="accent4">
                    <a:alpha val="29019"/>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40" name="Google Shape;1840;p5"/>
                <p:cNvSpPr/>
                <p:nvPr/>
              </p:nvSpPr>
              <p:spPr>
                <a:xfrm>
                  <a:off x="5163629" y="802512"/>
                  <a:ext cx="1325263" cy="1325263"/>
                </a:xfrm>
                <a:prstGeom prst="ellipse">
                  <a:avLst/>
                </a:prstGeom>
                <a:solidFill>
                  <a:schemeClr val="accent4"/>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grpSp>
          <p:grpSp>
            <p:nvGrpSpPr>
              <p:cNvPr id="1841" name="Google Shape;1841;p5"/>
              <p:cNvGrpSpPr/>
              <p:nvPr/>
            </p:nvGrpSpPr>
            <p:grpSpPr>
              <a:xfrm>
                <a:off x="8681083" y="782552"/>
                <a:ext cx="453978" cy="465469"/>
                <a:chOff x="8031007" y="2232076"/>
                <a:chExt cx="503734" cy="516483"/>
              </a:xfrm>
            </p:grpSpPr>
            <p:grpSp>
              <p:nvGrpSpPr>
                <p:cNvPr id="1842" name="Google Shape;1842;p5"/>
                <p:cNvGrpSpPr/>
                <p:nvPr/>
              </p:nvGrpSpPr>
              <p:grpSpPr>
                <a:xfrm>
                  <a:off x="8094019" y="2535766"/>
                  <a:ext cx="54165" cy="45410"/>
                  <a:chOff x="8094019" y="2535766"/>
                  <a:chExt cx="54165" cy="45410"/>
                </a:xfrm>
              </p:grpSpPr>
              <p:sp>
                <p:nvSpPr>
                  <p:cNvPr id="1843" name="Google Shape;1843;p5"/>
                  <p:cNvSpPr/>
                  <p:nvPr/>
                </p:nvSpPr>
                <p:spPr>
                  <a:xfrm>
                    <a:off x="8108682" y="2535766"/>
                    <a:ext cx="39502" cy="35453"/>
                  </a:xfrm>
                  <a:custGeom>
                    <a:avLst/>
                    <a:gdLst/>
                    <a:ahLst/>
                    <a:cxnLst/>
                    <a:rect l="l" t="t" r="r" b="b"/>
                    <a:pathLst>
                      <a:path w="39502" h="35453" extrusionOk="0">
                        <a:moveTo>
                          <a:pt x="39502" y="35453"/>
                        </a:moveTo>
                        <a:lnTo>
                          <a:pt x="0" y="35453"/>
                        </a:lnTo>
                        <a:lnTo>
                          <a:pt x="0" y="24511"/>
                        </a:lnTo>
                        <a:lnTo>
                          <a:pt x="28560" y="24511"/>
                        </a:lnTo>
                        <a:lnTo>
                          <a:pt x="28560" y="0"/>
                        </a:lnTo>
                        <a:lnTo>
                          <a:pt x="39502" y="0"/>
                        </a:lnTo>
                        <a:lnTo>
                          <a:pt x="39502" y="3545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44" name="Google Shape;1844;p5"/>
                  <p:cNvSpPr/>
                  <p:nvPr/>
                </p:nvSpPr>
                <p:spPr>
                  <a:xfrm>
                    <a:off x="8094019" y="2550319"/>
                    <a:ext cx="30857" cy="30857"/>
                  </a:xfrm>
                  <a:custGeom>
                    <a:avLst/>
                    <a:gdLst/>
                    <a:ahLst/>
                    <a:cxnLst/>
                    <a:rect l="l" t="t" r="r" b="b"/>
                    <a:pathLst>
                      <a:path w="30857" h="30857" extrusionOk="0">
                        <a:moveTo>
                          <a:pt x="15429" y="0"/>
                        </a:moveTo>
                        <a:cubicBezTo>
                          <a:pt x="6894" y="0"/>
                          <a:pt x="0" y="6894"/>
                          <a:pt x="0" y="15429"/>
                        </a:cubicBezTo>
                        <a:cubicBezTo>
                          <a:pt x="0" y="23964"/>
                          <a:pt x="6894" y="30858"/>
                          <a:pt x="15429" y="30858"/>
                        </a:cubicBezTo>
                        <a:cubicBezTo>
                          <a:pt x="23964" y="30858"/>
                          <a:pt x="30858" y="23964"/>
                          <a:pt x="30858" y="15429"/>
                        </a:cubicBezTo>
                        <a:cubicBezTo>
                          <a:pt x="30858" y="6894"/>
                          <a:pt x="23964" y="0"/>
                          <a:pt x="1542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1845" name="Google Shape;1845;p5"/>
                <p:cNvGrpSpPr/>
                <p:nvPr/>
              </p:nvGrpSpPr>
              <p:grpSpPr>
                <a:xfrm>
                  <a:off x="8414449" y="2534343"/>
                  <a:ext cx="55076" cy="45374"/>
                  <a:chOff x="8414449" y="2534343"/>
                  <a:chExt cx="55076" cy="45374"/>
                </a:xfrm>
              </p:grpSpPr>
              <p:sp>
                <p:nvSpPr>
                  <p:cNvPr id="1846" name="Google Shape;1846;p5"/>
                  <p:cNvSpPr/>
                  <p:nvPr/>
                </p:nvSpPr>
                <p:spPr>
                  <a:xfrm>
                    <a:off x="8414449" y="2534343"/>
                    <a:ext cx="40450" cy="35416"/>
                  </a:xfrm>
                  <a:custGeom>
                    <a:avLst/>
                    <a:gdLst/>
                    <a:ahLst/>
                    <a:cxnLst/>
                    <a:rect l="l" t="t" r="r" b="b"/>
                    <a:pathLst>
                      <a:path w="40450" h="35416" extrusionOk="0">
                        <a:moveTo>
                          <a:pt x="40450" y="35417"/>
                        </a:moveTo>
                        <a:lnTo>
                          <a:pt x="0" y="35417"/>
                        </a:lnTo>
                        <a:lnTo>
                          <a:pt x="0" y="0"/>
                        </a:lnTo>
                        <a:lnTo>
                          <a:pt x="10942" y="0"/>
                        </a:lnTo>
                        <a:lnTo>
                          <a:pt x="10942" y="24474"/>
                        </a:lnTo>
                        <a:lnTo>
                          <a:pt x="40450" y="24474"/>
                        </a:lnTo>
                        <a:lnTo>
                          <a:pt x="40450" y="3541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47" name="Google Shape;1847;p5"/>
                  <p:cNvSpPr/>
                  <p:nvPr/>
                </p:nvSpPr>
                <p:spPr>
                  <a:xfrm>
                    <a:off x="8438668" y="2548860"/>
                    <a:ext cx="30857" cy="30857"/>
                  </a:xfrm>
                  <a:custGeom>
                    <a:avLst/>
                    <a:gdLst/>
                    <a:ahLst/>
                    <a:cxnLst/>
                    <a:rect l="l" t="t" r="r" b="b"/>
                    <a:pathLst>
                      <a:path w="30857" h="30857" extrusionOk="0">
                        <a:moveTo>
                          <a:pt x="30858" y="15429"/>
                        </a:moveTo>
                        <a:cubicBezTo>
                          <a:pt x="30858" y="23950"/>
                          <a:pt x="23950" y="30858"/>
                          <a:pt x="15429" y="30858"/>
                        </a:cubicBezTo>
                        <a:cubicBezTo>
                          <a:pt x="6908" y="30858"/>
                          <a:pt x="0" y="23950"/>
                          <a:pt x="0" y="15429"/>
                        </a:cubicBezTo>
                        <a:cubicBezTo>
                          <a:pt x="0" y="6908"/>
                          <a:pt x="6908" y="0"/>
                          <a:pt x="15429" y="0"/>
                        </a:cubicBezTo>
                        <a:cubicBezTo>
                          <a:pt x="23950" y="0"/>
                          <a:pt x="30858" y="6908"/>
                          <a:pt x="30858" y="1542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1848" name="Google Shape;1848;p5"/>
                <p:cNvGrpSpPr/>
                <p:nvPr/>
              </p:nvGrpSpPr>
              <p:grpSpPr>
                <a:xfrm>
                  <a:off x="8034638" y="2591900"/>
                  <a:ext cx="147977" cy="153814"/>
                  <a:chOff x="8034638" y="2591900"/>
                  <a:chExt cx="147977" cy="153814"/>
                </a:xfrm>
              </p:grpSpPr>
              <p:sp>
                <p:nvSpPr>
                  <p:cNvPr id="1849" name="Google Shape;1849;p5"/>
                  <p:cNvSpPr/>
                  <p:nvPr/>
                </p:nvSpPr>
                <p:spPr>
                  <a:xfrm>
                    <a:off x="8034638" y="2591900"/>
                    <a:ext cx="147977" cy="46578"/>
                  </a:xfrm>
                  <a:custGeom>
                    <a:avLst/>
                    <a:gdLst/>
                    <a:ahLst/>
                    <a:cxnLst/>
                    <a:rect l="l" t="t" r="r" b="b"/>
                    <a:pathLst>
                      <a:path w="147977" h="46578" extrusionOk="0">
                        <a:moveTo>
                          <a:pt x="0" y="0"/>
                        </a:moveTo>
                        <a:lnTo>
                          <a:pt x="0" y="46578"/>
                        </a:lnTo>
                        <a:lnTo>
                          <a:pt x="147978" y="46578"/>
                        </a:lnTo>
                        <a:lnTo>
                          <a:pt x="147978" y="0"/>
                        </a:lnTo>
                        <a:lnTo>
                          <a:pt x="0" y="0"/>
                        </a:lnTo>
                        <a:close/>
                        <a:moveTo>
                          <a:pt x="36511" y="30529"/>
                        </a:moveTo>
                        <a:cubicBezTo>
                          <a:pt x="32900" y="30529"/>
                          <a:pt x="29946" y="27611"/>
                          <a:pt x="29946" y="23964"/>
                        </a:cubicBezTo>
                        <a:cubicBezTo>
                          <a:pt x="29946" y="20316"/>
                          <a:pt x="32864" y="17398"/>
                          <a:pt x="36511" y="17398"/>
                        </a:cubicBezTo>
                        <a:cubicBezTo>
                          <a:pt x="40159" y="17398"/>
                          <a:pt x="43077" y="20316"/>
                          <a:pt x="43077" y="23964"/>
                        </a:cubicBezTo>
                        <a:cubicBezTo>
                          <a:pt x="43077" y="27611"/>
                          <a:pt x="40159" y="30529"/>
                          <a:pt x="36511" y="30529"/>
                        </a:cubicBezTo>
                        <a:close/>
                        <a:moveTo>
                          <a:pt x="103406" y="31222"/>
                        </a:moveTo>
                        <a:lnTo>
                          <a:pt x="98372" y="31222"/>
                        </a:lnTo>
                        <a:lnTo>
                          <a:pt x="98372" y="16523"/>
                        </a:lnTo>
                        <a:lnTo>
                          <a:pt x="103406" y="16523"/>
                        </a:lnTo>
                        <a:lnTo>
                          <a:pt x="103406" y="31222"/>
                        </a:lnTo>
                        <a:close/>
                        <a:moveTo>
                          <a:pt x="113035" y="31222"/>
                        </a:moveTo>
                        <a:lnTo>
                          <a:pt x="108001" y="31222"/>
                        </a:lnTo>
                        <a:lnTo>
                          <a:pt x="108001" y="16523"/>
                        </a:lnTo>
                        <a:lnTo>
                          <a:pt x="113035" y="16523"/>
                        </a:lnTo>
                        <a:lnTo>
                          <a:pt x="113035" y="31222"/>
                        </a:lnTo>
                        <a:close/>
                        <a:moveTo>
                          <a:pt x="122701" y="31222"/>
                        </a:moveTo>
                        <a:lnTo>
                          <a:pt x="117667" y="31222"/>
                        </a:lnTo>
                        <a:lnTo>
                          <a:pt x="117667" y="16523"/>
                        </a:lnTo>
                        <a:lnTo>
                          <a:pt x="122701" y="16523"/>
                        </a:lnTo>
                        <a:lnTo>
                          <a:pt x="122701" y="3122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50" name="Google Shape;1850;p5"/>
                  <p:cNvSpPr/>
                  <p:nvPr/>
                </p:nvSpPr>
                <p:spPr>
                  <a:xfrm>
                    <a:off x="8034638" y="2645846"/>
                    <a:ext cx="147977" cy="46578"/>
                  </a:xfrm>
                  <a:custGeom>
                    <a:avLst/>
                    <a:gdLst/>
                    <a:ahLst/>
                    <a:cxnLst/>
                    <a:rect l="l" t="t" r="r" b="b"/>
                    <a:pathLst>
                      <a:path w="147977" h="46578" extrusionOk="0">
                        <a:moveTo>
                          <a:pt x="0" y="0"/>
                        </a:moveTo>
                        <a:lnTo>
                          <a:pt x="0" y="46578"/>
                        </a:lnTo>
                        <a:lnTo>
                          <a:pt x="147978" y="46578"/>
                        </a:lnTo>
                        <a:lnTo>
                          <a:pt x="147978" y="0"/>
                        </a:lnTo>
                        <a:lnTo>
                          <a:pt x="0" y="0"/>
                        </a:lnTo>
                        <a:close/>
                        <a:moveTo>
                          <a:pt x="36511" y="30566"/>
                        </a:moveTo>
                        <a:cubicBezTo>
                          <a:pt x="32900" y="30566"/>
                          <a:pt x="29946" y="27648"/>
                          <a:pt x="29946" y="24000"/>
                        </a:cubicBezTo>
                        <a:cubicBezTo>
                          <a:pt x="29946" y="20353"/>
                          <a:pt x="32864" y="17435"/>
                          <a:pt x="36511" y="17435"/>
                        </a:cubicBezTo>
                        <a:cubicBezTo>
                          <a:pt x="40159" y="17435"/>
                          <a:pt x="43077" y="20353"/>
                          <a:pt x="43077" y="24000"/>
                        </a:cubicBezTo>
                        <a:cubicBezTo>
                          <a:pt x="43077" y="27648"/>
                          <a:pt x="40159" y="30566"/>
                          <a:pt x="36511" y="30566"/>
                        </a:cubicBezTo>
                        <a:close/>
                        <a:moveTo>
                          <a:pt x="103406" y="31259"/>
                        </a:moveTo>
                        <a:lnTo>
                          <a:pt x="98372" y="31259"/>
                        </a:lnTo>
                        <a:lnTo>
                          <a:pt x="98372" y="16560"/>
                        </a:lnTo>
                        <a:lnTo>
                          <a:pt x="103406" y="16560"/>
                        </a:lnTo>
                        <a:lnTo>
                          <a:pt x="103406" y="31259"/>
                        </a:lnTo>
                        <a:close/>
                        <a:moveTo>
                          <a:pt x="113035" y="31259"/>
                        </a:moveTo>
                        <a:lnTo>
                          <a:pt x="108001" y="31259"/>
                        </a:lnTo>
                        <a:lnTo>
                          <a:pt x="108001" y="16560"/>
                        </a:lnTo>
                        <a:lnTo>
                          <a:pt x="113035" y="16560"/>
                        </a:lnTo>
                        <a:lnTo>
                          <a:pt x="113035" y="31259"/>
                        </a:lnTo>
                        <a:close/>
                        <a:moveTo>
                          <a:pt x="122701" y="31259"/>
                        </a:moveTo>
                        <a:lnTo>
                          <a:pt x="117667" y="31259"/>
                        </a:lnTo>
                        <a:lnTo>
                          <a:pt x="117667" y="16560"/>
                        </a:lnTo>
                        <a:lnTo>
                          <a:pt x="122701" y="16560"/>
                        </a:lnTo>
                        <a:lnTo>
                          <a:pt x="122701" y="3125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51" name="Google Shape;1851;p5"/>
                  <p:cNvSpPr/>
                  <p:nvPr/>
                </p:nvSpPr>
                <p:spPr>
                  <a:xfrm>
                    <a:off x="8034638" y="2699136"/>
                    <a:ext cx="147977" cy="46578"/>
                  </a:xfrm>
                  <a:custGeom>
                    <a:avLst/>
                    <a:gdLst/>
                    <a:ahLst/>
                    <a:cxnLst/>
                    <a:rect l="l" t="t" r="r" b="b"/>
                    <a:pathLst>
                      <a:path w="147977" h="46578" extrusionOk="0">
                        <a:moveTo>
                          <a:pt x="0" y="0"/>
                        </a:moveTo>
                        <a:lnTo>
                          <a:pt x="0" y="46578"/>
                        </a:lnTo>
                        <a:lnTo>
                          <a:pt x="147978" y="46578"/>
                        </a:lnTo>
                        <a:lnTo>
                          <a:pt x="147978" y="0"/>
                        </a:lnTo>
                        <a:lnTo>
                          <a:pt x="0" y="0"/>
                        </a:lnTo>
                        <a:close/>
                        <a:moveTo>
                          <a:pt x="36183" y="30529"/>
                        </a:moveTo>
                        <a:cubicBezTo>
                          <a:pt x="32572" y="30529"/>
                          <a:pt x="29617" y="27611"/>
                          <a:pt x="29617" y="23964"/>
                        </a:cubicBezTo>
                        <a:cubicBezTo>
                          <a:pt x="29617" y="20316"/>
                          <a:pt x="32535" y="17398"/>
                          <a:pt x="36183" y="17398"/>
                        </a:cubicBezTo>
                        <a:cubicBezTo>
                          <a:pt x="39830" y="17398"/>
                          <a:pt x="42748" y="20316"/>
                          <a:pt x="42748" y="23964"/>
                        </a:cubicBezTo>
                        <a:cubicBezTo>
                          <a:pt x="42748" y="27611"/>
                          <a:pt x="39830" y="30529"/>
                          <a:pt x="36183" y="30529"/>
                        </a:cubicBezTo>
                        <a:close/>
                        <a:moveTo>
                          <a:pt x="103041" y="31222"/>
                        </a:moveTo>
                        <a:lnTo>
                          <a:pt x="98007" y="31222"/>
                        </a:lnTo>
                        <a:lnTo>
                          <a:pt x="98007" y="16523"/>
                        </a:lnTo>
                        <a:lnTo>
                          <a:pt x="103041" y="16523"/>
                        </a:lnTo>
                        <a:lnTo>
                          <a:pt x="103041" y="31222"/>
                        </a:lnTo>
                        <a:close/>
                        <a:moveTo>
                          <a:pt x="112707" y="31222"/>
                        </a:moveTo>
                        <a:lnTo>
                          <a:pt x="107673" y="31222"/>
                        </a:lnTo>
                        <a:lnTo>
                          <a:pt x="107673" y="16523"/>
                        </a:lnTo>
                        <a:lnTo>
                          <a:pt x="112707" y="16523"/>
                        </a:lnTo>
                        <a:lnTo>
                          <a:pt x="112707" y="31222"/>
                        </a:lnTo>
                        <a:close/>
                        <a:moveTo>
                          <a:pt x="122336" y="31222"/>
                        </a:moveTo>
                        <a:lnTo>
                          <a:pt x="117303" y="31222"/>
                        </a:lnTo>
                        <a:lnTo>
                          <a:pt x="117303" y="16523"/>
                        </a:lnTo>
                        <a:lnTo>
                          <a:pt x="122336" y="16523"/>
                        </a:lnTo>
                        <a:lnTo>
                          <a:pt x="122336" y="3122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1852" name="Google Shape;1852;p5"/>
                <p:cNvGrpSpPr/>
                <p:nvPr/>
              </p:nvGrpSpPr>
              <p:grpSpPr>
                <a:xfrm>
                  <a:off x="8225510" y="2592958"/>
                  <a:ext cx="108986" cy="155601"/>
                  <a:chOff x="8225510" y="2592958"/>
                  <a:chExt cx="108986" cy="155601"/>
                </a:xfrm>
              </p:grpSpPr>
              <p:grpSp>
                <p:nvGrpSpPr>
                  <p:cNvPr id="1853" name="Google Shape;1853;p5"/>
                  <p:cNvGrpSpPr/>
                  <p:nvPr/>
                </p:nvGrpSpPr>
                <p:grpSpPr>
                  <a:xfrm>
                    <a:off x="8232367" y="2592958"/>
                    <a:ext cx="95162" cy="60438"/>
                    <a:chOff x="8232367" y="2592958"/>
                    <a:chExt cx="95162" cy="60438"/>
                  </a:xfrm>
                </p:grpSpPr>
                <p:sp>
                  <p:nvSpPr>
                    <p:cNvPr id="1854" name="Google Shape;1854;p5"/>
                    <p:cNvSpPr/>
                    <p:nvPr/>
                  </p:nvSpPr>
                  <p:spPr>
                    <a:xfrm>
                      <a:off x="8239917" y="2600545"/>
                      <a:ext cx="80025" cy="45301"/>
                    </a:xfrm>
                    <a:custGeom>
                      <a:avLst/>
                      <a:gdLst/>
                      <a:ahLst/>
                      <a:cxnLst/>
                      <a:rect l="l" t="t" r="r" b="b"/>
                      <a:pathLst>
                        <a:path w="80025" h="45301" extrusionOk="0">
                          <a:moveTo>
                            <a:pt x="78275" y="0"/>
                          </a:moveTo>
                          <a:cubicBezTo>
                            <a:pt x="79242" y="0"/>
                            <a:pt x="80025" y="784"/>
                            <a:pt x="80025" y="1751"/>
                          </a:cubicBezTo>
                          <a:lnTo>
                            <a:pt x="80025" y="43551"/>
                          </a:lnTo>
                          <a:cubicBezTo>
                            <a:pt x="80025" y="44518"/>
                            <a:pt x="79242" y="45302"/>
                            <a:pt x="78275" y="45302"/>
                          </a:cubicBezTo>
                          <a:lnTo>
                            <a:pt x="1751" y="45302"/>
                          </a:lnTo>
                          <a:cubicBezTo>
                            <a:pt x="784" y="45302"/>
                            <a:pt x="0" y="44518"/>
                            <a:pt x="0" y="43551"/>
                          </a:cubicBezTo>
                          <a:lnTo>
                            <a:pt x="0" y="1751"/>
                          </a:lnTo>
                          <a:cubicBezTo>
                            <a:pt x="0" y="784"/>
                            <a:pt x="784" y="0"/>
                            <a:pt x="175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55" name="Google Shape;1855;p5"/>
                    <p:cNvSpPr/>
                    <p:nvPr/>
                  </p:nvSpPr>
                  <p:spPr>
                    <a:xfrm>
                      <a:off x="8232367" y="2592958"/>
                      <a:ext cx="95162" cy="60438"/>
                    </a:xfrm>
                    <a:custGeom>
                      <a:avLst/>
                      <a:gdLst/>
                      <a:ahLst/>
                      <a:cxnLst/>
                      <a:rect l="l" t="t" r="r" b="b"/>
                      <a:pathLst>
                        <a:path w="95162" h="60438" extrusionOk="0">
                          <a:moveTo>
                            <a:pt x="85861" y="60439"/>
                          </a:moveTo>
                          <a:lnTo>
                            <a:pt x="9301" y="60439"/>
                          </a:lnTo>
                          <a:cubicBezTo>
                            <a:pt x="4195" y="60439"/>
                            <a:pt x="0" y="56280"/>
                            <a:pt x="0" y="51138"/>
                          </a:cubicBezTo>
                          <a:lnTo>
                            <a:pt x="0" y="9301"/>
                          </a:lnTo>
                          <a:cubicBezTo>
                            <a:pt x="0" y="4195"/>
                            <a:pt x="4158" y="0"/>
                            <a:pt x="9301" y="0"/>
                          </a:cubicBezTo>
                          <a:lnTo>
                            <a:pt x="85861" y="0"/>
                          </a:lnTo>
                          <a:cubicBezTo>
                            <a:pt x="90968" y="0"/>
                            <a:pt x="95162" y="4158"/>
                            <a:pt x="95162" y="9301"/>
                          </a:cubicBezTo>
                          <a:lnTo>
                            <a:pt x="95162" y="51138"/>
                          </a:lnTo>
                          <a:cubicBezTo>
                            <a:pt x="95162" y="56244"/>
                            <a:pt x="91004" y="60439"/>
                            <a:pt x="85861" y="60439"/>
                          </a:cubicBezTo>
                          <a:close/>
                          <a:moveTo>
                            <a:pt x="15101" y="45338"/>
                          </a:moveTo>
                          <a:lnTo>
                            <a:pt x="80025" y="45338"/>
                          </a:lnTo>
                          <a:lnTo>
                            <a:pt x="80025" y="15137"/>
                          </a:lnTo>
                          <a:lnTo>
                            <a:pt x="15101" y="15137"/>
                          </a:lnTo>
                          <a:lnTo>
                            <a:pt x="15101" y="4533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1856" name="Google Shape;1856;p5"/>
                  <p:cNvGrpSpPr/>
                  <p:nvPr/>
                </p:nvGrpSpPr>
                <p:grpSpPr>
                  <a:xfrm>
                    <a:off x="8225510" y="2701653"/>
                    <a:ext cx="44499" cy="46906"/>
                    <a:chOff x="8225510" y="2701653"/>
                    <a:chExt cx="44499" cy="46906"/>
                  </a:xfrm>
                </p:grpSpPr>
                <p:sp>
                  <p:nvSpPr>
                    <p:cNvPr id="1857" name="Google Shape;1857;p5"/>
                    <p:cNvSpPr/>
                    <p:nvPr/>
                  </p:nvSpPr>
                  <p:spPr>
                    <a:xfrm>
                      <a:off x="8233024" y="2709203"/>
                      <a:ext cx="29435" cy="31842"/>
                    </a:xfrm>
                    <a:custGeom>
                      <a:avLst/>
                      <a:gdLst/>
                      <a:ahLst/>
                      <a:cxnLst/>
                      <a:rect l="l" t="t" r="r" b="b"/>
                      <a:pathLst>
                        <a:path w="29435" h="31842" extrusionOk="0">
                          <a:moveTo>
                            <a:pt x="26554" y="0"/>
                          </a:moveTo>
                          <a:cubicBezTo>
                            <a:pt x="28145" y="0"/>
                            <a:pt x="29435" y="1290"/>
                            <a:pt x="29435" y="2881"/>
                          </a:cubicBezTo>
                          <a:lnTo>
                            <a:pt x="29435" y="28961"/>
                          </a:lnTo>
                          <a:cubicBezTo>
                            <a:pt x="29435" y="30552"/>
                            <a:pt x="28145" y="31842"/>
                            <a:pt x="26554" y="31842"/>
                          </a:cubicBezTo>
                          <a:lnTo>
                            <a:pt x="2881" y="31842"/>
                          </a:lnTo>
                          <a:cubicBezTo>
                            <a:pt x="1290" y="31842"/>
                            <a:pt x="0" y="30552"/>
                            <a:pt x="0" y="28961"/>
                          </a:cubicBezTo>
                          <a:lnTo>
                            <a:pt x="0" y="2881"/>
                          </a:lnTo>
                          <a:cubicBezTo>
                            <a:pt x="0" y="1290"/>
                            <a:pt x="1290" y="0"/>
                            <a:pt x="288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58" name="Google Shape;1858;p5"/>
                    <p:cNvSpPr/>
                    <p:nvPr/>
                  </p:nvSpPr>
                  <p:spPr>
                    <a:xfrm>
                      <a:off x="8225510" y="2701653"/>
                      <a:ext cx="44499" cy="46906"/>
                    </a:xfrm>
                    <a:custGeom>
                      <a:avLst/>
                      <a:gdLst/>
                      <a:ahLst/>
                      <a:cxnLst/>
                      <a:rect l="l" t="t" r="r" b="b"/>
                      <a:pathLst>
                        <a:path w="44499" h="46906" extrusionOk="0">
                          <a:moveTo>
                            <a:pt x="34067" y="46906"/>
                          </a:moveTo>
                          <a:lnTo>
                            <a:pt x="10432" y="46906"/>
                          </a:lnTo>
                          <a:cubicBezTo>
                            <a:pt x="4669" y="46906"/>
                            <a:pt x="0" y="42238"/>
                            <a:pt x="0" y="36475"/>
                          </a:cubicBezTo>
                          <a:lnTo>
                            <a:pt x="0" y="10432"/>
                          </a:lnTo>
                          <a:cubicBezTo>
                            <a:pt x="0" y="4669"/>
                            <a:pt x="4669" y="0"/>
                            <a:pt x="10432" y="0"/>
                          </a:cubicBezTo>
                          <a:lnTo>
                            <a:pt x="34067" y="0"/>
                          </a:lnTo>
                          <a:cubicBezTo>
                            <a:pt x="39830" y="0"/>
                            <a:pt x="44499" y="4669"/>
                            <a:pt x="44499" y="10432"/>
                          </a:cubicBezTo>
                          <a:lnTo>
                            <a:pt x="44499" y="36475"/>
                          </a:lnTo>
                          <a:cubicBezTo>
                            <a:pt x="44499" y="42238"/>
                            <a:pt x="39794" y="46906"/>
                            <a:pt x="34067" y="46906"/>
                          </a:cubicBezTo>
                          <a:close/>
                          <a:moveTo>
                            <a:pt x="15101" y="31806"/>
                          </a:moveTo>
                          <a:lnTo>
                            <a:pt x="29435" y="31806"/>
                          </a:lnTo>
                          <a:lnTo>
                            <a:pt x="29435" y="15101"/>
                          </a:lnTo>
                          <a:lnTo>
                            <a:pt x="15101" y="15101"/>
                          </a:lnTo>
                          <a:lnTo>
                            <a:pt x="15101" y="3180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1859" name="Google Shape;1859;p5"/>
                  <p:cNvGrpSpPr/>
                  <p:nvPr/>
                </p:nvGrpSpPr>
                <p:grpSpPr>
                  <a:xfrm>
                    <a:off x="8289997" y="2701653"/>
                    <a:ext cx="44499" cy="46906"/>
                    <a:chOff x="8289997" y="2701653"/>
                    <a:chExt cx="44499" cy="46906"/>
                  </a:xfrm>
                </p:grpSpPr>
                <p:sp>
                  <p:nvSpPr>
                    <p:cNvPr id="1860" name="Google Shape;1860;p5"/>
                    <p:cNvSpPr/>
                    <p:nvPr/>
                  </p:nvSpPr>
                  <p:spPr>
                    <a:xfrm>
                      <a:off x="8297511" y="2709203"/>
                      <a:ext cx="29435" cy="31842"/>
                    </a:xfrm>
                    <a:custGeom>
                      <a:avLst/>
                      <a:gdLst/>
                      <a:ahLst/>
                      <a:cxnLst/>
                      <a:rect l="l" t="t" r="r" b="b"/>
                      <a:pathLst>
                        <a:path w="29435" h="31842" extrusionOk="0">
                          <a:moveTo>
                            <a:pt x="26554" y="0"/>
                          </a:moveTo>
                          <a:cubicBezTo>
                            <a:pt x="28145" y="0"/>
                            <a:pt x="29435" y="1290"/>
                            <a:pt x="29435" y="2881"/>
                          </a:cubicBezTo>
                          <a:lnTo>
                            <a:pt x="29435" y="28961"/>
                          </a:lnTo>
                          <a:cubicBezTo>
                            <a:pt x="29435" y="30552"/>
                            <a:pt x="28145" y="31842"/>
                            <a:pt x="26554" y="31842"/>
                          </a:cubicBezTo>
                          <a:lnTo>
                            <a:pt x="2882" y="31842"/>
                          </a:lnTo>
                          <a:cubicBezTo>
                            <a:pt x="1290" y="31842"/>
                            <a:pt x="0" y="30552"/>
                            <a:pt x="0" y="28961"/>
                          </a:cubicBezTo>
                          <a:lnTo>
                            <a:pt x="0" y="2881"/>
                          </a:lnTo>
                          <a:cubicBezTo>
                            <a:pt x="0" y="1290"/>
                            <a:pt x="1290" y="0"/>
                            <a:pt x="288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61" name="Google Shape;1861;p5"/>
                    <p:cNvSpPr/>
                    <p:nvPr/>
                  </p:nvSpPr>
                  <p:spPr>
                    <a:xfrm>
                      <a:off x="8289997" y="2701653"/>
                      <a:ext cx="44499" cy="46906"/>
                    </a:xfrm>
                    <a:custGeom>
                      <a:avLst/>
                      <a:gdLst/>
                      <a:ahLst/>
                      <a:cxnLst/>
                      <a:rect l="l" t="t" r="r" b="b"/>
                      <a:pathLst>
                        <a:path w="44499" h="46906" extrusionOk="0">
                          <a:moveTo>
                            <a:pt x="34067" y="46906"/>
                          </a:moveTo>
                          <a:lnTo>
                            <a:pt x="10432" y="46906"/>
                          </a:lnTo>
                          <a:cubicBezTo>
                            <a:pt x="4669" y="46906"/>
                            <a:pt x="0" y="42238"/>
                            <a:pt x="0" y="36475"/>
                          </a:cubicBezTo>
                          <a:lnTo>
                            <a:pt x="0" y="10432"/>
                          </a:lnTo>
                          <a:cubicBezTo>
                            <a:pt x="0" y="4669"/>
                            <a:pt x="4669" y="0"/>
                            <a:pt x="10432" y="0"/>
                          </a:cubicBezTo>
                          <a:lnTo>
                            <a:pt x="34067" y="0"/>
                          </a:lnTo>
                          <a:cubicBezTo>
                            <a:pt x="39830" y="0"/>
                            <a:pt x="44499" y="4669"/>
                            <a:pt x="44499" y="10432"/>
                          </a:cubicBezTo>
                          <a:lnTo>
                            <a:pt x="44499" y="36475"/>
                          </a:lnTo>
                          <a:cubicBezTo>
                            <a:pt x="44499" y="42238"/>
                            <a:pt x="39794" y="46906"/>
                            <a:pt x="34067" y="46906"/>
                          </a:cubicBezTo>
                          <a:close/>
                          <a:moveTo>
                            <a:pt x="15101" y="31806"/>
                          </a:moveTo>
                          <a:lnTo>
                            <a:pt x="29435" y="31806"/>
                          </a:lnTo>
                          <a:lnTo>
                            <a:pt x="29435" y="15101"/>
                          </a:lnTo>
                          <a:lnTo>
                            <a:pt x="15101" y="15101"/>
                          </a:lnTo>
                          <a:lnTo>
                            <a:pt x="15101" y="3180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1862" name="Google Shape;1862;p5"/>
                  <p:cNvSpPr/>
                  <p:nvPr/>
                </p:nvSpPr>
                <p:spPr>
                  <a:xfrm>
                    <a:off x="8274495" y="2648363"/>
                    <a:ext cx="10942" cy="35125"/>
                  </a:xfrm>
                  <a:custGeom>
                    <a:avLst/>
                    <a:gdLst/>
                    <a:ahLst/>
                    <a:cxnLst/>
                    <a:rect l="l" t="t" r="r" b="b"/>
                    <a:pathLst>
                      <a:path w="10942" h="35125" extrusionOk="0">
                        <a:moveTo>
                          <a:pt x="0" y="0"/>
                        </a:moveTo>
                        <a:lnTo>
                          <a:pt x="10942" y="0"/>
                        </a:lnTo>
                        <a:lnTo>
                          <a:pt x="10942" y="35125"/>
                        </a:lnTo>
                        <a:lnTo>
                          <a:pt x="0" y="351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63" name="Google Shape;1863;p5"/>
                  <p:cNvSpPr/>
                  <p:nvPr/>
                </p:nvSpPr>
                <p:spPr>
                  <a:xfrm>
                    <a:off x="8242872" y="2681847"/>
                    <a:ext cx="74153" cy="27611"/>
                  </a:xfrm>
                  <a:custGeom>
                    <a:avLst/>
                    <a:gdLst/>
                    <a:ahLst/>
                    <a:cxnLst/>
                    <a:rect l="l" t="t" r="r" b="b"/>
                    <a:pathLst>
                      <a:path w="74153" h="27611" extrusionOk="0">
                        <a:moveTo>
                          <a:pt x="74153" y="27611"/>
                        </a:moveTo>
                        <a:lnTo>
                          <a:pt x="63211" y="27611"/>
                        </a:lnTo>
                        <a:lnTo>
                          <a:pt x="63211" y="10942"/>
                        </a:lnTo>
                        <a:lnTo>
                          <a:pt x="10942" y="10942"/>
                        </a:lnTo>
                        <a:lnTo>
                          <a:pt x="10942" y="26444"/>
                        </a:lnTo>
                        <a:lnTo>
                          <a:pt x="0" y="26444"/>
                        </a:lnTo>
                        <a:lnTo>
                          <a:pt x="0" y="5471"/>
                        </a:lnTo>
                        <a:cubicBezTo>
                          <a:pt x="0" y="2444"/>
                          <a:pt x="2444" y="0"/>
                          <a:pt x="5471" y="0"/>
                        </a:cubicBezTo>
                        <a:lnTo>
                          <a:pt x="68682" y="0"/>
                        </a:lnTo>
                        <a:cubicBezTo>
                          <a:pt x="71709" y="0"/>
                          <a:pt x="74153" y="2444"/>
                          <a:pt x="74153" y="5471"/>
                        </a:cubicBezTo>
                        <a:lnTo>
                          <a:pt x="74153" y="276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1864" name="Google Shape;1864;p5"/>
                <p:cNvSpPr/>
                <p:nvPr/>
              </p:nvSpPr>
              <p:spPr>
                <a:xfrm>
                  <a:off x="8217413" y="2345222"/>
                  <a:ext cx="125108" cy="140135"/>
                </a:xfrm>
                <a:custGeom>
                  <a:avLst/>
                  <a:gdLst/>
                  <a:ahLst/>
                  <a:cxnLst/>
                  <a:rect l="l" t="t" r="r" b="b"/>
                  <a:pathLst>
                    <a:path w="125108" h="140135" extrusionOk="0">
                      <a:moveTo>
                        <a:pt x="118652" y="128792"/>
                      </a:moveTo>
                      <a:lnTo>
                        <a:pt x="118652" y="55879"/>
                      </a:lnTo>
                      <a:lnTo>
                        <a:pt x="29544" y="55879"/>
                      </a:lnTo>
                      <a:lnTo>
                        <a:pt x="29544" y="44536"/>
                      </a:lnTo>
                      <a:lnTo>
                        <a:pt x="118652" y="44536"/>
                      </a:lnTo>
                      <a:lnTo>
                        <a:pt x="118652" y="5143"/>
                      </a:lnTo>
                      <a:lnTo>
                        <a:pt x="101910" y="5143"/>
                      </a:lnTo>
                      <a:lnTo>
                        <a:pt x="101910" y="0"/>
                      </a:lnTo>
                      <a:lnTo>
                        <a:pt x="68135" y="0"/>
                      </a:lnTo>
                      <a:lnTo>
                        <a:pt x="68135" y="5143"/>
                      </a:lnTo>
                      <a:lnTo>
                        <a:pt x="6493" y="5143"/>
                      </a:lnTo>
                      <a:lnTo>
                        <a:pt x="6493" y="128792"/>
                      </a:lnTo>
                      <a:lnTo>
                        <a:pt x="0" y="128792"/>
                      </a:lnTo>
                      <a:lnTo>
                        <a:pt x="0" y="140136"/>
                      </a:lnTo>
                      <a:lnTo>
                        <a:pt x="125108" y="140136"/>
                      </a:lnTo>
                      <a:lnTo>
                        <a:pt x="125108" y="128792"/>
                      </a:lnTo>
                      <a:lnTo>
                        <a:pt x="118689" y="128792"/>
                      </a:lnTo>
                      <a:close/>
                      <a:moveTo>
                        <a:pt x="68135" y="22943"/>
                      </a:moveTo>
                      <a:lnTo>
                        <a:pt x="101910" y="22943"/>
                      </a:lnTo>
                      <a:lnTo>
                        <a:pt x="101910" y="34286"/>
                      </a:lnTo>
                      <a:lnTo>
                        <a:pt x="68135" y="34286"/>
                      </a:lnTo>
                      <a:lnTo>
                        <a:pt x="68135" y="22943"/>
                      </a:lnTo>
                      <a:close/>
                      <a:moveTo>
                        <a:pt x="26335" y="22943"/>
                      </a:moveTo>
                      <a:lnTo>
                        <a:pt x="60110" y="22943"/>
                      </a:lnTo>
                      <a:lnTo>
                        <a:pt x="60110" y="34286"/>
                      </a:lnTo>
                      <a:lnTo>
                        <a:pt x="26335" y="34286"/>
                      </a:lnTo>
                      <a:lnTo>
                        <a:pt x="26335" y="22943"/>
                      </a:lnTo>
                      <a:close/>
                      <a:moveTo>
                        <a:pt x="43222" y="117448"/>
                      </a:moveTo>
                      <a:lnTo>
                        <a:pt x="31879" y="117448"/>
                      </a:lnTo>
                      <a:lnTo>
                        <a:pt x="31879" y="97314"/>
                      </a:lnTo>
                      <a:lnTo>
                        <a:pt x="43222" y="97314"/>
                      </a:lnTo>
                      <a:lnTo>
                        <a:pt x="43222" y="117448"/>
                      </a:lnTo>
                      <a:close/>
                      <a:moveTo>
                        <a:pt x="43222" y="88743"/>
                      </a:moveTo>
                      <a:lnTo>
                        <a:pt x="31879" y="88743"/>
                      </a:lnTo>
                      <a:lnTo>
                        <a:pt x="31879" y="68609"/>
                      </a:lnTo>
                      <a:lnTo>
                        <a:pt x="43222" y="68609"/>
                      </a:lnTo>
                      <a:lnTo>
                        <a:pt x="43222" y="88743"/>
                      </a:lnTo>
                      <a:close/>
                      <a:moveTo>
                        <a:pt x="62080" y="117448"/>
                      </a:moveTo>
                      <a:lnTo>
                        <a:pt x="50736" y="117448"/>
                      </a:lnTo>
                      <a:lnTo>
                        <a:pt x="50736" y="97314"/>
                      </a:lnTo>
                      <a:lnTo>
                        <a:pt x="62080" y="97314"/>
                      </a:lnTo>
                      <a:lnTo>
                        <a:pt x="62080" y="117448"/>
                      </a:lnTo>
                      <a:close/>
                      <a:moveTo>
                        <a:pt x="62080" y="88743"/>
                      </a:moveTo>
                      <a:lnTo>
                        <a:pt x="50736" y="88743"/>
                      </a:lnTo>
                      <a:lnTo>
                        <a:pt x="50736" y="68609"/>
                      </a:lnTo>
                      <a:lnTo>
                        <a:pt x="62080" y="68609"/>
                      </a:lnTo>
                      <a:lnTo>
                        <a:pt x="62080" y="88743"/>
                      </a:lnTo>
                      <a:close/>
                      <a:moveTo>
                        <a:pt x="80937" y="117448"/>
                      </a:moveTo>
                      <a:lnTo>
                        <a:pt x="69594" y="117448"/>
                      </a:lnTo>
                      <a:lnTo>
                        <a:pt x="69594" y="97314"/>
                      </a:lnTo>
                      <a:lnTo>
                        <a:pt x="80937" y="97314"/>
                      </a:lnTo>
                      <a:lnTo>
                        <a:pt x="80937" y="117448"/>
                      </a:lnTo>
                      <a:close/>
                      <a:moveTo>
                        <a:pt x="80937" y="88743"/>
                      </a:moveTo>
                      <a:lnTo>
                        <a:pt x="69594" y="88743"/>
                      </a:lnTo>
                      <a:lnTo>
                        <a:pt x="69594" y="68609"/>
                      </a:lnTo>
                      <a:lnTo>
                        <a:pt x="80937" y="68609"/>
                      </a:lnTo>
                      <a:lnTo>
                        <a:pt x="80937" y="88743"/>
                      </a:lnTo>
                      <a:close/>
                      <a:moveTo>
                        <a:pt x="99831" y="117448"/>
                      </a:moveTo>
                      <a:lnTo>
                        <a:pt x="88488" y="117448"/>
                      </a:lnTo>
                      <a:lnTo>
                        <a:pt x="88488" y="97314"/>
                      </a:lnTo>
                      <a:lnTo>
                        <a:pt x="99831" y="97314"/>
                      </a:lnTo>
                      <a:lnTo>
                        <a:pt x="99831" y="117448"/>
                      </a:lnTo>
                      <a:close/>
                      <a:moveTo>
                        <a:pt x="99831" y="88743"/>
                      </a:moveTo>
                      <a:lnTo>
                        <a:pt x="88488" y="88743"/>
                      </a:lnTo>
                      <a:lnTo>
                        <a:pt x="88488" y="68609"/>
                      </a:lnTo>
                      <a:lnTo>
                        <a:pt x="99831" y="68609"/>
                      </a:lnTo>
                      <a:lnTo>
                        <a:pt x="99831" y="8874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1865" name="Google Shape;1865;p5"/>
                <p:cNvGrpSpPr/>
                <p:nvPr/>
              </p:nvGrpSpPr>
              <p:grpSpPr>
                <a:xfrm>
                  <a:off x="8370716" y="2596642"/>
                  <a:ext cx="148889" cy="148889"/>
                  <a:chOff x="8370716" y="2596642"/>
                  <a:chExt cx="148889" cy="148889"/>
                </a:xfrm>
              </p:grpSpPr>
              <p:sp>
                <p:nvSpPr>
                  <p:cNvPr id="1866" name="Google Shape;1866;p5"/>
                  <p:cNvSpPr/>
                  <p:nvPr/>
                </p:nvSpPr>
                <p:spPr>
                  <a:xfrm>
                    <a:off x="8370716" y="2596642"/>
                    <a:ext cx="148889" cy="148889"/>
                  </a:xfrm>
                  <a:custGeom>
                    <a:avLst/>
                    <a:gdLst/>
                    <a:ahLst/>
                    <a:cxnLst/>
                    <a:rect l="l" t="t" r="r" b="b"/>
                    <a:pathLst>
                      <a:path w="148889" h="148889" extrusionOk="0">
                        <a:moveTo>
                          <a:pt x="74445" y="148890"/>
                        </a:moveTo>
                        <a:cubicBezTo>
                          <a:pt x="33411" y="148890"/>
                          <a:pt x="0" y="115479"/>
                          <a:pt x="0" y="74445"/>
                        </a:cubicBezTo>
                        <a:cubicBezTo>
                          <a:pt x="0" y="33411"/>
                          <a:pt x="33411" y="0"/>
                          <a:pt x="74445" y="0"/>
                        </a:cubicBezTo>
                        <a:cubicBezTo>
                          <a:pt x="115479" y="0"/>
                          <a:pt x="148890" y="33411"/>
                          <a:pt x="148890" y="74445"/>
                        </a:cubicBezTo>
                        <a:cubicBezTo>
                          <a:pt x="148890" y="115479"/>
                          <a:pt x="115479" y="148890"/>
                          <a:pt x="74445" y="148890"/>
                        </a:cubicBezTo>
                        <a:close/>
                        <a:moveTo>
                          <a:pt x="74445" y="10942"/>
                        </a:moveTo>
                        <a:cubicBezTo>
                          <a:pt x="39429" y="10942"/>
                          <a:pt x="10942" y="39429"/>
                          <a:pt x="10942" y="74445"/>
                        </a:cubicBezTo>
                        <a:cubicBezTo>
                          <a:pt x="10942" y="109460"/>
                          <a:pt x="39429" y="137947"/>
                          <a:pt x="74445" y="137947"/>
                        </a:cubicBezTo>
                        <a:cubicBezTo>
                          <a:pt x="109460" y="137947"/>
                          <a:pt x="137947" y="109460"/>
                          <a:pt x="137947" y="74445"/>
                        </a:cubicBezTo>
                        <a:cubicBezTo>
                          <a:pt x="137947" y="39429"/>
                          <a:pt x="109460" y="10942"/>
                          <a:pt x="74445" y="109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67" name="Google Shape;1867;p5"/>
                  <p:cNvSpPr/>
                  <p:nvPr/>
                </p:nvSpPr>
                <p:spPr>
                  <a:xfrm>
                    <a:off x="8399968" y="2596642"/>
                    <a:ext cx="87320" cy="148889"/>
                  </a:xfrm>
                  <a:custGeom>
                    <a:avLst/>
                    <a:gdLst/>
                    <a:ahLst/>
                    <a:cxnLst/>
                    <a:rect l="l" t="t" r="r" b="b"/>
                    <a:pathLst>
                      <a:path w="87320" h="148889" extrusionOk="0">
                        <a:moveTo>
                          <a:pt x="43660" y="148890"/>
                        </a:moveTo>
                        <a:cubicBezTo>
                          <a:pt x="19186" y="148890"/>
                          <a:pt x="0" y="116172"/>
                          <a:pt x="0" y="74445"/>
                        </a:cubicBezTo>
                        <a:cubicBezTo>
                          <a:pt x="0" y="32718"/>
                          <a:pt x="19186" y="0"/>
                          <a:pt x="43660" y="0"/>
                        </a:cubicBezTo>
                        <a:cubicBezTo>
                          <a:pt x="68135" y="0"/>
                          <a:pt x="87320" y="32718"/>
                          <a:pt x="87320" y="74445"/>
                        </a:cubicBezTo>
                        <a:cubicBezTo>
                          <a:pt x="87320" y="116172"/>
                          <a:pt x="68135" y="148890"/>
                          <a:pt x="43660" y="148890"/>
                        </a:cubicBezTo>
                        <a:close/>
                        <a:moveTo>
                          <a:pt x="43660" y="10942"/>
                        </a:moveTo>
                        <a:cubicBezTo>
                          <a:pt x="25933" y="10942"/>
                          <a:pt x="10942" y="40013"/>
                          <a:pt x="10942" y="74445"/>
                        </a:cubicBezTo>
                        <a:cubicBezTo>
                          <a:pt x="10942" y="108877"/>
                          <a:pt x="25933" y="137947"/>
                          <a:pt x="43660" y="137947"/>
                        </a:cubicBezTo>
                        <a:cubicBezTo>
                          <a:pt x="61387" y="137947"/>
                          <a:pt x="76378" y="108877"/>
                          <a:pt x="76378" y="74445"/>
                        </a:cubicBezTo>
                        <a:cubicBezTo>
                          <a:pt x="76378" y="40013"/>
                          <a:pt x="61387" y="10942"/>
                          <a:pt x="43660" y="109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68" name="Google Shape;1868;p5"/>
                  <p:cNvSpPr/>
                  <p:nvPr/>
                </p:nvSpPr>
                <p:spPr>
                  <a:xfrm>
                    <a:off x="8438230" y="2603572"/>
                    <a:ext cx="10942" cy="136488"/>
                  </a:xfrm>
                  <a:custGeom>
                    <a:avLst/>
                    <a:gdLst/>
                    <a:ahLst/>
                    <a:cxnLst/>
                    <a:rect l="l" t="t" r="r" b="b"/>
                    <a:pathLst>
                      <a:path w="10942" h="136488" extrusionOk="0">
                        <a:moveTo>
                          <a:pt x="0" y="0"/>
                        </a:moveTo>
                        <a:lnTo>
                          <a:pt x="10942" y="0"/>
                        </a:lnTo>
                        <a:lnTo>
                          <a:pt x="10942" y="136488"/>
                        </a:lnTo>
                        <a:lnTo>
                          <a:pt x="0" y="13648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69" name="Google Shape;1869;p5"/>
                  <p:cNvSpPr/>
                  <p:nvPr/>
                </p:nvSpPr>
                <p:spPr>
                  <a:xfrm>
                    <a:off x="8383044" y="2639646"/>
                    <a:ext cx="125399" cy="10942"/>
                  </a:xfrm>
                  <a:custGeom>
                    <a:avLst/>
                    <a:gdLst/>
                    <a:ahLst/>
                    <a:cxnLst/>
                    <a:rect l="l" t="t" r="r" b="b"/>
                    <a:pathLst>
                      <a:path w="125399" h="10942" extrusionOk="0">
                        <a:moveTo>
                          <a:pt x="0" y="0"/>
                        </a:moveTo>
                        <a:lnTo>
                          <a:pt x="125400" y="0"/>
                        </a:lnTo>
                        <a:lnTo>
                          <a:pt x="125400" y="10942"/>
                        </a:lnTo>
                        <a:lnTo>
                          <a:pt x="0" y="1094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70" name="Google Shape;1870;p5"/>
                  <p:cNvSpPr/>
                  <p:nvPr/>
                </p:nvSpPr>
                <p:spPr>
                  <a:xfrm>
                    <a:off x="8383044" y="2687719"/>
                    <a:ext cx="125399" cy="10942"/>
                  </a:xfrm>
                  <a:custGeom>
                    <a:avLst/>
                    <a:gdLst/>
                    <a:ahLst/>
                    <a:cxnLst/>
                    <a:rect l="l" t="t" r="r" b="b"/>
                    <a:pathLst>
                      <a:path w="125399" h="10942" extrusionOk="0">
                        <a:moveTo>
                          <a:pt x="0" y="0"/>
                        </a:moveTo>
                        <a:lnTo>
                          <a:pt x="125400" y="0"/>
                        </a:lnTo>
                        <a:lnTo>
                          <a:pt x="125400" y="10942"/>
                        </a:lnTo>
                        <a:lnTo>
                          <a:pt x="0" y="1094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1871" name="Google Shape;1871;p5"/>
                <p:cNvSpPr/>
                <p:nvPr/>
              </p:nvSpPr>
              <p:spPr>
                <a:xfrm>
                  <a:off x="8031007" y="2232076"/>
                  <a:ext cx="503734" cy="298838"/>
                </a:xfrm>
                <a:custGeom>
                  <a:avLst/>
                  <a:gdLst/>
                  <a:ahLst/>
                  <a:cxnLst/>
                  <a:rect l="l" t="t" r="r" b="b"/>
                  <a:pathLst>
                    <a:path w="503734" h="298838" extrusionOk="0">
                      <a:moveTo>
                        <a:pt x="94344" y="298839"/>
                      </a:moveTo>
                      <a:cubicBezTo>
                        <a:pt x="89711" y="298839"/>
                        <a:pt x="86757" y="298839"/>
                        <a:pt x="85736" y="298839"/>
                      </a:cubicBezTo>
                      <a:cubicBezTo>
                        <a:pt x="39778" y="297599"/>
                        <a:pt x="-1038" y="255397"/>
                        <a:pt x="20" y="210278"/>
                      </a:cubicBezTo>
                      <a:cubicBezTo>
                        <a:pt x="531" y="188065"/>
                        <a:pt x="9649" y="167421"/>
                        <a:pt x="25662" y="152065"/>
                      </a:cubicBezTo>
                      <a:cubicBezTo>
                        <a:pt x="41711" y="136709"/>
                        <a:pt x="62574" y="128575"/>
                        <a:pt x="84860" y="129086"/>
                      </a:cubicBezTo>
                      <a:cubicBezTo>
                        <a:pt x="87486" y="129122"/>
                        <a:pt x="90113" y="129305"/>
                        <a:pt x="92702" y="129596"/>
                      </a:cubicBezTo>
                      <a:cubicBezTo>
                        <a:pt x="106964" y="88344"/>
                        <a:pt x="146247" y="60149"/>
                        <a:pt x="190418" y="61279"/>
                      </a:cubicBezTo>
                      <a:cubicBezTo>
                        <a:pt x="200412" y="61571"/>
                        <a:pt x="210041" y="63176"/>
                        <a:pt x="219160" y="66167"/>
                      </a:cubicBezTo>
                      <a:cubicBezTo>
                        <a:pt x="240060" y="24440"/>
                        <a:pt x="280073" y="-1129"/>
                        <a:pt x="324389" y="38"/>
                      </a:cubicBezTo>
                      <a:cubicBezTo>
                        <a:pt x="379940" y="1424"/>
                        <a:pt x="426482" y="45522"/>
                        <a:pt x="436111" y="104246"/>
                      </a:cubicBezTo>
                      <a:cubicBezTo>
                        <a:pt x="475905" y="113693"/>
                        <a:pt x="504902" y="154618"/>
                        <a:pt x="503699" y="202217"/>
                      </a:cubicBezTo>
                      <a:cubicBezTo>
                        <a:pt x="503079" y="230412"/>
                        <a:pt x="491808" y="257039"/>
                        <a:pt x="472732" y="275203"/>
                      </a:cubicBezTo>
                      <a:cubicBezTo>
                        <a:pt x="456792" y="290377"/>
                        <a:pt x="436549" y="298474"/>
                        <a:pt x="415977" y="297890"/>
                      </a:cubicBezTo>
                      <a:cubicBezTo>
                        <a:pt x="410506" y="297781"/>
                        <a:pt x="329933" y="298073"/>
                        <a:pt x="251987" y="298328"/>
                      </a:cubicBezTo>
                      <a:cubicBezTo>
                        <a:pt x="183269" y="298583"/>
                        <a:pt x="117760" y="298802"/>
                        <a:pt x="94380" y="298802"/>
                      </a:cubicBezTo>
                      <a:close/>
                      <a:moveTo>
                        <a:pt x="82891" y="154618"/>
                      </a:moveTo>
                      <a:cubicBezTo>
                        <a:pt x="68082" y="154618"/>
                        <a:pt x="54076" y="160235"/>
                        <a:pt x="43352" y="170521"/>
                      </a:cubicBezTo>
                      <a:cubicBezTo>
                        <a:pt x="32264" y="181172"/>
                        <a:pt x="25917" y="195506"/>
                        <a:pt x="25552" y="210898"/>
                      </a:cubicBezTo>
                      <a:cubicBezTo>
                        <a:pt x="24823" y="242121"/>
                        <a:pt x="54367" y="272468"/>
                        <a:pt x="86319" y="273307"/>
                      </a:cubicBezTo>
                      <a:cubicBezTo>
                        <a:pt x="92155" y="273416"/>
                        <a:pt x="173348" y="273124"/>
                        <a:pt x="251878" y="272869"/>
                      </a:cubicBezTo>
                      <a:cubicBezTo>
                        <a:pt x="333544" y="272577"/>
                        <a:pt x="410688" y="272285"/>
                        <a:pt x="416524" y="272431"/>
                      </a:cubicBezTo>
                      <a:cubicBezTo>
                        <a:pt x="430421" y="272759"/>
                        <a:pt x="444099" y="267215"/>
                        <a:pt x="455078" y="256784"/>
                      </a:cubicBezTo>
                      <a:cubicBezTo>
                        <a:pt x="469267" y="243251"/>
                        <a:pt x="477656" y="223190"/>
                        <a:pt x="478130" y="201670"/>
                      </a:cubicBezTo>
                      <a:cubicBezTo>
                        <a:pt x="479078" y="163372"/>
                        <a:pt x="455042" y="131055"/>
                        <a:pt x="423418" y="128028"/>
                      </a:cubicBezTo>
                      <a:lnTo>
                        <a:pt x="412877" y="127007"/>
                      </a:lnTo>
                      <a:lnTo>
                        <a:pt x="411929" y="116465"/>
                      </a:lnTo>
                      <a:cubicBezTo>
                        <a:pt x="407333" y="65802"/>
                        <a:pt x="369399" y="26738"/>
                        <a:pt x="323733" y="25607"/>
                      </a:cubicBezTo>
                      <a:lnTo>
                        <a:pt x="323733" y="25607"/>
                      </a:lnTo>
                      <a:cubicBezTo>
                        <a:pt x="286383" y="24476"/>
                        <a:pt x="252680" y="48805"/>
                        <a:pt x="237762" y="87249"/>
                      </a:cubicBezTo>
                      <a:lnTo>
                        <a:pt x="232765" y="100161"/>
                      </a:lnTo>
                      <a:lnTo>
                        <a:pt x="220291" y="94106"/>
                      </a:lnTo>
                      <a:cubicBezTo>
                        <a:pt x="210953" y="89584"/>
                        <a:pt x="200704" y="87140"/>
                        <a:pt x="189798" y="86812"/>
                      </a:cubicBezTo>
                      <a:cubicBezTo>
                        <a:pt x="189178" y="86812"/>
                        <a:pt x="188594" y="86812"/>
                        <a:pt x="187974" y="86812"/>
                      </a:cubicBezTo>
                      <a:cubicBezTo>
                        <a:pt x="152703" y="86812"/>
                        <a:pt x="121918" y="111870"/>
                        <a:pt x="114368" y="146995"/>
                      </a:cubicBezTo>
                      <a:lnTo>
                        <a:pt x="111523" y="160235"/>
                      </a:lnTo>
                      <a:lnTo>
                        <a:pt x="98465" y="156624"/>
                      </a:lnTo>
                      <a:cubicBezTo>
                        <a:pt x="94052" y="155384"/>
                        <a:pt x="89274" y="154727"/>
                        <a:pt x="84350" y="154618"/>
                      </a:cubicBezTo>
                      <a:cubicBezTo>
                        <a:pt x="83875" y="154618"/>
                        <a:pt x="83401" y="154618"/>
                        <a:pt x="82927" y="1546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1872" name="Google Shape;1872;p5"/>
                <p:cNvGrpSpPr/>
                <p:nvPr/>
              </p:nvGrpSpPr>
              <p:grpSpPr>
                <a:xfrm>
                  <a:off x="8264538" y="2534635"/>
                  <a:ext cx="30857" cy="46359"/>
                  <a:chOff x="8264538" y="2534635"/>
                  <a:chExt cx="30857" cy="46359"/>
                </a:xfrm>
              </p:grpSpPr>
              <p:sp>
                <p:nvSpPr>
                  <p:cNvPr id="1873" name="Google Shape;1873;p5"/>
                  <p:cNvSpPr/>
                  <p:nvPr/>
                </p:nvSpPr>
                <p:spPr>
                  <a:xfrm>
                    <a:off x="8264538" y="2550356"/>
                    <a:ext cx="30857" cy="30638"/>
                  </a:xfrm>
                  <a:custGeom>
                    <a:avLst/>
                    <a:gdLst/>
                    <a:ahLst/>
                    <a:cxnLst/>
                    <a:rect l="l" t="t" r="r" b="b"/>
                    <a:pathLst>
                      <a:path w="30857" h="30638" extrusionOk="0">
                        <a:moveTo>
                          <a:pt x="30858" y="15319"/>
                        </a:moveTo>
                        <a:cubicBezTo>
                          <a:pt x="30858" y="23780"/>
                          <a:pt x="23950" y="30639"/>
                          <a:pt x="15429" y="30639"/>
                        </a:cubicBezTo>
                        <a:cubicBezTo>
                          <a:pt x="6908" y="30639"/>
                          <a:pt x="0" y="23780"/>
                          <a:pt x="0" y="15319"/>
                        </a:cubicBezTo>
                        <a:cubicBezTo>
                          <a:pt x="0" y="6859"/>
                          <a:pt x="6908" y="0"/>
                          <a:pt x="15429" y="0"/>
                        </a:cubicBezTo>
                        <a:cubicBezTo>
                          <a:pt x="23950" y="0"/>
                          <a:pt x="30858" y="6859"/>
                          <a:pt x="30858" y="1531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74" name="Google Shape;1874;p5"/>
                  <p:cNvSpPr/>
                  <p:nvPr/>
                </p:nvSpPr>
                <p:spPr>
                  <a:xfrm>
                    <a:off x="8274495" y="2534635"/>
                    <a:ext cx="10942" cy="29909"/>
                  </a:xfrm>
                  <a:custGeom>
                    <a:avLst/>
                    <a:gdLst/>
                    <a:ahLst/>
                    <a:cxnLst/>
                    <a:rect l="l" t="t" r="r" b="b"/>
                    <a:pathLst>
                      <a:path w="10942" h="29909" extrusionOk="0">
                        <a:moveTo>
                          <a:pt x="0" y="0"/>
                        </a:moveTo>
                        <a:lnTo>
                          <a:pt x="10942" y="0"/>
                        </a:lnTo>
                        <a:lnTo>
                          <a:pt x="10942" y="29909"/>
                        </a:lnTo>
                        <a:lnTo>
                          <a:pt x="0" y="2990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grpSp>
      </p:grpSp>
      <p:grpSp>
        <p:nvGrpSpPr>
          <p:cNvPr id="1875" name="Google Shape;1875;p5"/>
          <p:cNvGrpSpPr/>
          <p:nvPr/>
        </p:nvGrpSpPr>
        <p:grpSpPr>
          <a:xfrm>
            <a:off x="10626410" y="556247"/>
            <a:ext cx="1325199" cy="1325426"/>
            <a:chOff x="10471279" y="545989"/>
            <a:chExt cx="1325199" cy="1325426"/>
          </a:xfrm>
        </p:grpSpPr>
        <p:sp>
          <p:nvSpPr>
            <p:cNvPr id="1876" name="Google Shape;1876;p5"/>
            <p:cNvSpPr txBox="1"/>
            <p:nvPr/>
          </p:nvSpPr>
          <p:spPr>
            <a:xfrm>
              <a:off x="10471279" y="1566732"/>
              <a:ext cx="1325199" cy="304683"/>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a:solidFill>
                    <a:schemeClr val="dk1"/>
                  </a:solidFill>
                  <a:latin typeface="Arial"/>
                  <a:ea typeface="Arial"/>
                  <a:cs typeface="Arial"/>
                  <a:sym typeface="Arial"/>
                </a:rPr>
                <a:t>Compliant</a:t>
              </a:r>
              <a:endParaRPr sz="1200" b="0" i="0" u="none" strike="noStrike" cap="none">
                <a:solidFill>
                  <a:schemeClr val="dk1"/>
                </a:solidFill>
                <a:latin typeface="Arial"/>
                <a:ea typeface="Arial"/>
                <a:cs typeface="Arial"/>
                <a:sym typeface="Arial"/>
              </a:endParaRPr>
            </a:p>
          </p:txBody>
        </p:sp>
        <p:grpSp>
          <p:nvGrpSpPr>
            <p:cNvPr id="1877" name="Google Shape;1877;p5"/>
            <p:cNvGrpSpPr/>
            <p:nvPr/>
          </p:nvGrpSpPr>
          <p:grpSpPr>
            <a:xfrm>
              <a:off x="10661715" y="545989"/>
              <a:ext cx="944328" cy="944327"/>
              <a:chOff x="10661715" y="561328"/>
              <a:chExt cx="944328" cy="944327"/>
            </a:xfrm>
          </p:grpSpPr>
          <p:sp>
            <p:nvSpPr>
              <p:cNvPr id="1878" name="Google Shape;1878;p5"/>
              <p:cNvSpPr/>
              <p:nvPr/>
            </p:nvSpPr>
            <p:spPr>
              <a:xfrm>
                <a:off x="10757234" y="656846"/>
                <a:ext cx="753291" cy="753291"/>
              </a:xfrm>
              <a:prstGeom prst="ellipse">
                <a:avLst/>
              </a:prstGeom>
              <a:solidFill>
                <a:schemeClr val="accent6"/>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1879" name="Google Shape;1879;p5"/>
              <p:cNvSpPr/>
              <p:nvPr/>
            </p:nvSpPr>
            <p:spPr>
              <a:xfrm>
                <a:off x="10661715" y="561328"/>
                <a:ext cx="944328" cy="944327"/>
              </a:xfrm>
              <a:prstGeom prst="ellipse">
                <a:avLst/>
              </a:prstGeom>
              <a:solidFill>
                <a:schemeClr val="accent6">
                  <a:alpha val="31372"/>
                </a:schemeClr>
              </a:solidFill>
              <a:ln w="9525" cap="flat" cmpd="sng">
                <a:solidFill>
                  <a:schemeClr val="dk1">
                    <a:alpha val="10196"/>
                  </a:schemeClr>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grpSp>
            <p:nvGrpSpPr>
              <p:cNvPr id="1880" name="Google Shape;1880;p5"/>
              <p:cNvGrpSpPr/>
              <p:nvPr/>
            </p:nvGrpSpPr>
            <p:grpSpPr>
              <a:xfrm>
                <a:off x="10921627" y="806904"/>
                <a:ext cx="424505" cy="453176"/>
                <a:chOff x="10043220" y="2250481"/>
                <a:chExt cx="471031" cy="502844"/>
              </a:xfrm>
            </p:grpSpPr>
            <p:sp>
              <p:nvSpPr>
                <p:cNvPr id="1881" name="Google Shape;1881;p5"/>
                <p:cNvSpPr/>
                <p:nvPr/>
              </p:nvSpPr>
              <p:spPr>
                <a:xfrm>
                  <a:off x="10043220" y="2250481"/>
                  <a:ext cx="471031" cy="502844"/>
                </a:xfrm>
                <a:custGeom>
                  <a:avLst/>
                  <a:gdLst/>
                  <a:ahLst/>
                  <a:cxnLst/>
                  <a:rect l="l" t="t" r="r" b="b"/>
                  <a:pathLst>
                    <a:path w="471031" h="502844" extrusionOk="0">
                      <a:moveTo>
                        <a:pt x="427117" y="406462"/>
                      </a:moveTo>
                      <a:lnTo>
                        <a:pt x="414594" y="406462"/>
                      </a:lnTo>
                      <a:cubicBezTo>
                        <a:pt x="409807" y="406462"/>
                        <a:pt x="405922" y="410356"/>
                        <a:pt x="405922" y="415155"/>
                      </a:cubicBezTo>
                      <a:cubicBezTo>
                        <a:pt x="405922" y="419953"/>
                        <a:pt x="409807" y="423847"/>
                        <a:pt x="414594" y="423847"/>
                      </a:cubicBezTo>
                      <a:lnTo>
                        <a:pt x="427117" y="423847"/>
                      </a:lnTo>
                      <a:cubicBezTo>
                        <a:pt x="441790" y="423847"/>
                        <a:pt x="453688" y="434661"/>
                        <a:pt x="453688" y="447908"/>
                      </a:cubicBezTo>
                      <a:lnTo>
                        <a:pt x="453688" y="461016"/>
                      </a:lnTo>
                      <a:cubicBezTo>
                        <a:pt x="453688" y="474298"/>
                        <a:pt x="441755" y="485077"/>
                        <a:pt x="427117" y="485077"/>
                      </a:cubicBezTo>
                      <a:lnTo>
                        <a:pt x="419936" y="485077"/>
                      </a:lnTo>
                      <a:cubicBezTo>
                        <a:pt x="416329" y="484625"/>
                        <a:pt x="411680" y="483339"/>
                        <a:pt x="407691" y="479896"/>
                      </a:cubicBezTo>
                      <a:cubicBezTo>
                        <a:pt x="401031" y="474125"/>
                        <a:pt x="397632" y="463833"/>
                        <a:pt x="397562" y="449299"/>
                      </a:cubicBezTo>
                      <a:lnTo>
                        <a:pt x="397562" y="40125"/>
                      </a:lnTo>
                      <a:cubicBezTo>
                        <a:pt x="397562" y="19436"/>
                        <a:pt x="381918" y="2364"/>
                        <a:pt x="361937" y="278"/>
                      </a:cubicBezTo>
                      <a:cubicBezTo>
                        <a:pt x="361278" y="104"/>
                        <a:pt x="360619" y="0"/>
                        <a:pt x="359891" y="0"/>
                      </a:cubicBezTo>
                      <a:lnTo>
                        <a:pt x="44574" y="0"/>
                      </a:lnTo>
                      <a:cubicBezTo>
                        <a:pt x="19980" y="0"/>
                        <a:pt x="0" y="18602"/>
                        <a:pt x="0" y="41446"/>
                      </a:cubicBezTo>
                      <a:lnTo>
                        <a:pt x="0" y="54554"/>
                      </a:lnTo>
                      <a:cubicBezTo>
                        <a:pt x="0" y="72843"/>
                        <a:pt x="12800" y="88351"/>
                        <a:pt x="30491" y="93844"/>
                      </a:cubicBezTo>
                      <a:lnTo>
                        <a:pt x="30491" y="461190"/>
                      </a:lnTo>
                      <a:cubicBezTo>
                        <a:pt x="30491" y="483756"/>
                        <a:pt x="48702" y="502845"/>
                        <a:pt x="70244" y="502845"/>
                      </a:cubicBezTo>
                      <a:lnTo>
                        <a:pt x="393851" y="502845"/>
                      </a:lnTo>
                      <a:lnTo>
                        <a:pt x="393851" y="502080"/>
                      </a:lnTo>
                      <a:cubicBezTo>
                        <a:pt x="394614" y="502288"/>
                        <a:pt x="395377" y="502462"/>
                        <a:pt x="396209" y="502462"/>
                      </a:cubicBezTo>
                      <a:lnTo>
                        <a:pt x="419173" y="502462"/>
                      </a:lnTo>
                      <a:cubicBezTo>
                        <a:pt x="423474" y="502879"/>
                        <a:pt x="426735" y="502567"/>
                        <a:pt x="427949" y="502427"/>
                      </a:cubicBezTo>
                      <a:cubicBezTo>
                        <a:pt x="451780" y="502010"/>
                        <a:pt x="471032" y="483617"/>
                        <a:pt x="471032" y="461016"/>
                      </a:cubicBezTo>
                      <a:lnTo>
                        <a:pt x="471032" y="447908"/>
                      </a:lnTo>
                      <a:cubicBezTo>
                        <a:pt x="471032" y="425064"/>
                        <a:pt x="451329" y="406462"/>
                        <a:pt x="427117" y="406462"/>
                      </a:cubicBezTo>
                      <a:close/>
                      <a:moveTo>
                        <a:pt x="17344" y="54589"/>
                      </a:moveTo>
                      <a:lnTo>
                        <a:pt x="17344" y="41481"/>
                      </a:lnTo>
                      <a:cubicBezTo>
                        <a:pt x="17344" y="28199"/>
                        <a:pt x="29554" y="17420"/>
                        <a:pt x="44574" y="17420"/>
                      </a:cubicBezTo>
                      <a:lnTo>
                        <a:pt x="323642" y="17420"/>
                      </a:lnTo>
                      <a:cubicBezTo>
                        <a:pt x="318404" y="24200"/>
                        <a:pt x="315351" y="32510"/>
                        <a:pt x="315351" y="41481"/>
                      </a:cubicBezTo>
                      <a:lnTo>
                        <a:pt x="315351" y="54589"/>
                      </a:lnTo>
                      <a:cubicBezTo>
                        <a:pt x="315351" y="63560"/>
                        <a:pt x="318438" y="71870"/>
                        <a:pt x="323642" y="78650"/>
                      </a:cubicBezTo>
                      <a:lnTo>
                        <a:pt x="44574" y="78650"/>
                      </a:lnTo>
                      <a:cubicBezTo>
                        <a:pt x="29554" y="78650"/>
                        <a:pt x="17344" y="67836"/>
                        <a:pt x="17344" y="54589"/>
                      </a:cubicBezTo>
                      <a:close/>
                      <a:moveTo>
                        <a:pt x="70244" y="485494"/>
                      </a:moveTo>
                      <a:cubicBezTo>
                        <a:pt x="58311" y="485494"/>
                        <a:pt x="47835" y="474159"/>
                        <a:pt x="47835" y="461225"/>
                      </a:cubicBezTo>
                      <a:lnTo>
                        <a:pt x="47835" y="96035"/>
                      </a:lnTo>
                      <a:lnTo>
                        <a:pt x="359925" y="96035"/>
                      </a:lnTo>
                      <a:cubicBezTo>
                        <a:pt x="364712" y="96035"/>
                        <a:pt x="368598" y="92141"/>
                        <a:pt x="368598" y="87342"/>
                      </a:cubicBezTo>
                      <a:cubicBezTo>
                        <a:pt x="368598" y="82544"/>
                        <a:pt x="364712" y="78650"/>
                        <a:pt x="359925" y="78650"/>
                      </a:cubicBezTo>
                      <a:cubicBezTo>
                        <a:pt x="344905" y="78650"/>
                        <a:pt x="332695" y="67836"/>
                        <a:pt x="332695" y="54589"/>
                      </a:cubicBezTo>
                      <a:lnTo>
                        <a:pt x="332695" y="41481"/>
                      </a:lnTo>
                      <a:cubicBezTo>
                        <a:pt x="332695" y="28685"/>
                        <a:pt x="344038" y="18220"/>
                        <a:pt x="358330" y="17489"/>
                      </a:cubicBezTo>
                      <a:cubicBezTo>
                        <a:pt x="370471" y="17733"/>
                        <a:pt x="380253" y="27781"/>
                        <a:pt x="380253" y="40125"/>
                      </a:cubicBezTo>
                      <a:lnTo>
                        <a:pt x="380253" y="449299"/>
                      </a:lnTo>
                      <a:cubicBezTo>
                        <a:pt x="380322" y="464354"/>
                        <a:pt x="383479" y="476489"/>
                        <a:pt x="389653" y="485460"/>
                      </a:cubicBezTo>
                      <a:lnTo>
                        <a:pt x="70244" y="48546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82" name="Google Shape;1882;p5"/>
                <p:cNvSpPr/>
                <p:nvPr/>
              </p:nvSpPr>
              <p:spPr>
                <a:xfrm>
                  <a:off x="10151898" y="2402948"/>
                  <a:ext cx="215240" cy="19923"/>
                </a:xfrm>
                <a:custGeom>
                  <a:avLst/>
                  <a:gdLst/>
                  <a:ahLst/>
                  <a:cxnLst/>
                  <a:rect l="l" t="t" r="r" b="b"/>
                  <a:pathLst>
                    <a:path w="215240" h="19923" extrusionOk="0">
                      <a:moveTo>
                        <a:pt x="0" y="0"/>
                      </a:moveTo>
                      <a:lnTo>
                        <a:pt x="215241" y="0"/>
                      </a:lnTo>
                      <a:lnTo>
                        <a:pt x="215241" y="19923"/>
                      </a:lnTo>
                      <a:lnTo>
                        <a:pt x="0" y="199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83" name="Google Shape;1883;p5"/>
                <p:cNvSpPr/>
                <p:nvPr/>
              </p:nvSpPr>
              <p:spPr>
                <a:xfrm>
                  <a:off x="10151898" y="2501208"/>
                  <a:ext cx="215240" cy="19923"/>
                </a:xfrm>
                <a:custGeom>
                  <a:avLst/>
                  <a:gdLst/>
                  <a:ahLst/>
                  <a:cxnLst/>
                  <a:rect l="l" t="t" r="r" b="b"/>
                  <a:pathLst>
                    <a:path w="215240" h="19923" extrusionOk="0">
                      <a:moveTo>
                        <a:pt x="0" y="0"/>
                      </a:moveTo>
                      <a:lnTo>
                        <a:pt x="215241" y="0"/>
                      </a:lnTo>
                      <a:lnTo>
                        <a:pt x="215241" y="19923"/>
                      </a:lnTo>
                      <a:lnTo>
                        <a:pt x="0" y="199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84" name="Google Shape;1884;p5"/>
                <p:cNvSpPr/>
                <p:nvPr/>
              </p:nvSpPr>
              <p:spPr>
                <a:xfrm>
                  <a:off x="10151898" y="2452078"/>
                  <a:ext cx="215240" cy="19923"/>
                </a:xfrm>
                <a:custGeom>
                  <a:avLst/>
                  <a:gdLst/>
                  <a:ahLst/>
                  <a:cxnLst/>
                  <a:rect l="l" t="t" r="r" b="b"/>
                  <a:pathLst>
                    <a:path w="215240" h="19923" extrusionOk="0">
                      <a:moveTo>
                        <a:pt x="0" y="0"/>
                      </a:moveTo>
                      <a:lnTo>
                        <a:pt x="215241" y="0"/>
                      </a:lnTo>
                      <a:lnTo>
                        <a:pt x="215241" y="19923"/>
                      </a:lnTo>
                      <a:lnTo>
                        <a:pt x="0" y="199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85" name="Google Shape;1885;p5"/>
                <p:cNvSpPr/>
                <p:nvPr/>
              </p:nvSpPr>
              <p:spPr>
                <a:xfrm>
                  <a:off x="10151898" y="2599468"/>
                  <a:ext cx="215240" cy="19923"/>
                </a:xfrm>
                <a:custGeom>
                  <a:avLst/>
                  <a:gdLst/>
                  <a:ahLst/>
                  <a:cxnLst/>
                  <a:rect l="l" t="t" r="r" b="b"/>
                  <a:pathLst>
                    <a:path w="215240" h="19923" extrusionOk="0">
                      <a:moveTo>
                        <a:pt x="0" y="0"/>
                      </a:moveTo>
                      <a:lnTo>
                        <a:pt x="215241" y="0"/>
                      </a:lnTo>
                      <a:lnTo>
                        <a:pt x="215241" y="19923"/>
                      </a:lnTo>
                      <a:lnTo>
                        <a:pt x="0" y="199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86" name="Google Shape;1886;p5"/>
                <p:cNvSpPr/>
                <p:nvPr/>
              </p:nvSpPr>
              <p:spPr>
                <a:xfrm>
                  <a:off x="10151898" y="2550338"/>
                  <a:ext cx="215240" cy="19923"/>
                </a:xfrm>
                <a:custGeom>
                  <a:avLst/>
                  <a:gdLst/>
                  <a:ahLst/>
                  <a:cxnLst/>
                  <a:rect l="l" t="t" r="r" b="b"/>
                  <a:pathLst>
                    <a:path w="215240" h="19923" extrusionOk="0">
                      <a:moveTo>
                        <a:pt x="0" y="0"/>
                      </a:moveTo>
                      <a:lnTo>
                        <a:pt x="215241" y="0"/>
                      </a:lnTo>
                      <a:lnTo>
                        <a:pt x="215241" y="19923"/>
                      </a:lnTo>
                      <a:lnTo>
                        <a:pt x="0" y="199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87" name="Google Shape;1887;p5"/>
                <p:cNvSpPr/>
                <p:nvPr/>
              </p:nvSpPr>
              <p:spPr>
                <a:xfrm>
                  <a:off x="10151898" y="2648633"/>
                  <a:ext cx="215240" cy="19923"/>
                </a:xfrm>
                <a:custGeom>
                  <a:avLst/>
                  <a:gdLst/>
                  <a:ahLst/>
                  <a:cxnLst/>
                  <a:rect l="l" t="t" r="r" b="b"/>
                  <a:pathLst>
                    <a:path w="215240" h="19923" extrusionOk="0">
                      <a:moveTo>
                        <a:pt x="0" y="0"/>
                      </a:moveTo>
                      <a:lnTo>
                        <a:pt x="215241" y="0"/>
                      </a:lnTo>
                      <a:lnTo>
                        <a:pt x="215241" y="19923"/>
                      </a:lnTo>
                      <a:lnTo>
                        <a:pt x="0" y="199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grpSp>
      <p:grpSp>
        <p:nvGrpSpPr>
          <p:cNvPr id="1888" name="Google Shape;1888;p5"/>
          <p:cNvGrpSpPr/>
          <p:nvPr/>
        </p:nvGrpSpPr>
        <p:grpSpPr>
          <a:xfrm>
            <a:off x="9551122" y="556247"/>
            <a:ext cx="1232571" cy="1325426"/>
            <a:chOff x="9433242" y="545989"/>
            <a:chExt cx="1232571" cy="1325426"/>
          </a:xfrm>
        </p:grpSpPr>
        <p:sp>
          <p:nvSpPr>
            <p:cNvPr id="1889" name="Google Shape;1889;p5"/>
            <p:cNvSpPr txBox="1"/>
            <p:nvPr/>
          </p:nvSpPr>
          <p:spPr>
            <a:xfrm>
              <a:off x="9433242" y="1566732"/>
              <a:ext cx="1232571" cy="304683"/>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a:solidFill>
                    <a:schemeClr val="dk1"/>
                  </a:solidFill>
                  <a:latin typeface="Arial"/>
                  <a:ea typeface="Arial"/>
                  <a:cs typeface="Arial"/>
                  <a:sym typeface="Arial"/>
                </a:rPr>
                <a:t>Cost Efficient</a:t>
              </a:r>
              <a:endParaRPr sz="1200" b="0" i="0" u="none" strike="noStrike" cap="none">
                <a:solidFill>
                  <a:schemeClr val="dk1"/>
                </a:solidFill>
                <a:latin typeface="Arial"/>
                <a:ea typeface="Arial"/>
                <a:cs typeface="Arial"/>
                <a:sym typeface="Arial"/>
              </a:endParaRPr>
            </a:p>
          </p:txBody>
        </p:sp>
        <p:grpSp>
          <p:nvGrpSpPr>
            <p:cNvPr id="1890" name="Google Shape;1890;p5"/>
            <p:cNvGrpSpPr/>
            <p:nvPr/>
          </p:nvGrpSpPr>
          <p:grpSpPr>
            <a:xfrm>
              <a:off x="9548302" y="545989"/>
              <a:ext cx="944328" cy="944327"/>
              <a:chOff x="9548302" y="561328"/>
              <a:chExt cx="944328" cy="944327"/>
            </a:xfrm>
          </p:grpSpPr>
          <p:grpSp>
            <p:nvGrpSpPr>
              <p:cNvPr id="1891" name="Google Shape;1891;p5"/>
              <p:cNvGrpSpPr/>
              <p:nvPr/>
            </p:nvGrpSpPr>
            <p:grpSpPr>
              <a:xfrm>
                <a:off x="9548302" y="561328"/>
                <a:ext cx="944328" cy="944327"/>
                <a:chOff x="7321479" y="561328"/>
                <a:chExt cx="944328" cy="944327"/>
              </a:xfrm>
            </p:grpSpPr>
            <p:sp>
              <p:nvSpPr>
                <p:cNvPr id="1892" name="Google Shape;1892;p5"/>
                <p:cNvSpPr/>
                <p:nvPr/>
              </p:nvSpPr>
              <p:spPr>
                <a:xfrm>
                  <a:off x="7321479" y="561328"/>
                  <a:ext cx="944328" cy="944327"/>
                </a:xfrm>
                <a:prstGeom prst="ellipse">
                  <a:avLst/>
                </a:prstGeom>
                <a:solidFill>
                  <a:srgbClr val="0070C0">
                    <a:alpha val="29019"/>
                  </a:srgb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893" name="Google Shape;1893;p5"/>
                <p:cNvSpPr/>
                <p:nvPr/>
              </p:nvSpPr>
              <p:spPr>
                <a:xfrm>
                  <a:off x="7416998" y="656846"/>
                  <a:ext cx="753291" cy="753291"/>
                </a:xfrm>
                <a:prstGeom prst="ellipse">
                  <a:avLst/>
                </a:prstGeom>
                <a:solidFill>
                  <a:srgbClr val="0070C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grpSp>
          <p:grpSp>
            <p:nvGrpSpPr>
              <p:cNvPr id="1894" name="Google Shape;1894;p5"/>
              <p:cNvGrpSpPr/>
              <p:nvPr/>
            </p:nvGrpSpPr>
            <p:grpSpPr>
              <a:xfrm>
                <a:off x="9767650" y="821510"/>
                <a:ext cx="505633" cy="423962"/>
                <a:chOff x="9032847" y="2298794"/>
                <a:chExt cx="561050" cy="470428"/>
              </a:xfrm>
            </p:grpSpPr>
            <p:sp>
              <p:nvSpPr>
                <p:cNvPr id="1895" name="Google Shape;1895;p5"/>
                <p:cNvSpPr/>
                <p:nvPr/>
              </p:nvSpPr>
              <p:spPr>
                <a:xfrm>
                  <a:off x="9032847" y="2298794"/>
                  <a:ext cx="561050" cy="470428"/>
                </a:xfrm>
                <a:custGeom>
                  <a:avLst/>
                  <a:gdLst/>
                  <a:ahLst/>
                  <a:cxnLst/>
                  <a:rect l="l" t="t" r="r" b="b"/>
                  <a:pathLst>
                    <a:path w="561050" h="470428" extrusionOk="0">
                      <a:moveTo>
                        <a:pt x="513524" y="403"/>
                      </a:moveTo>
                      <a:lnTo>
                        <a:pt x="45512" y="403"/>
                      </a:lnTo>
                      <a:cubicBezTo>
                        <a:pt x="20541" y="403"/>
                        <a:pt x="0" y="20138"/>
                        <a:pt x="0" y="44707"/>
                      </a:cubicBezTo>
                      <a:lnTo>
                        <a:pt x="0" y="328253"/>
                      </a:lnTo>
                      <a:cubicBezTo>
                        <a:pt x="0" y="352821"/>
                        <a:pt x="20541" y="372959"/>
                        <a:pt x="45512" y="372959"/>
                      </a:cubicBezTo>
                      <a:lnTo>
                        <a:pt x="245283" y="372959"/>
                      </a:lnTo>
                      <a:lnTo>
                        <a:pt x="236020" y="443443"/>
                      </a:lnTo>
                      <a:cubicBezTo>
                        <a:pt x="236020" y="443443"/>
                        <a:pt x="203396" y="455526"/>
                        <a:pt x="192924" y="462776"/>
                      </a:cubicBezTo>
                      <a:cubicBezTo>
                        <a:pt x="189702" y="465192"/>
                        <a:pt x="190910" y="470428"/>
                        <a:pt x="195341" y="470428"/>
                      </a:cubicBezTo>
                      <a:lnTo>
                        <a:pt x="365710" y="470428"/>
                      </a:lnTo>
                      <a:cubicBezTo>
                        <a:pt x="369737" y="470428"/>
                        <a:pt x="371348" y="465192"/>
                        <a:pt x="368126" y="462776"/>
                      </a:cubicBezTo>
                      <a:cubicBezTo>
                        <a:pt x="358057" y="455929"/>
                        <a:pt x="325031" y="443443"/>
                        <a:pt x="325031" y="443443"/>
                      </a:cubicBezTo>
                      <a:lnTo>
                        <a:pt x="318184" y="372959"/>
                      </a:lnTo>
                      <a:lnTo>
                        <a:pt x="514330" y="372959"/>
                      </a:lnTo>
                      <a:cubicBezTo>
                        <a:pt x="540107" y="372959"/>
                        <a:pt x="561050" y="352419"/>
                        <a:pt x="561050" y="327447"/>
                      </a:cubicBezTo>
                      <a:lnTo>
                        <a:pt x="561050" y="46721"/>
                      </a:lnTo>
                      <a:cubicBezTo>
                        <a:pt x="561050" y="20944"/>
                        <a:pt x="539704" y="0"/>
                        <a:pt x="513121" y="0"/>
                      </a:cubicBezTo>
                      <a:close/>
                      <a:moveTo>
                        <a:pt x="522385" y="327044"/>
                      </a:moveTo>
                      <a:cubicBezTo>
                        <a:pt x="522385" y="330669"/>
                        <a:pt x="518760" y="333489"/>
                        <a:pt x="514732" y="333489"/>
                      </a:cubicBezTo>
                      <a:lnTo>
                        <a:pt x="45915" y="333489"/>
                      </a:lnTo>
                      <a:cubicBezTo>
                        <a:pt x="42290" y="333489"/>
                        <a:pt x="39068" y="331072"/>
                        <a:pt x="39068" y="327850"/>
                      </a:cubicBezTo>
                      <a:lnTo>
                        <a:pt x="39068" y="44707"/>
                      </a:lnTo>
                      <a:cubicBezTo>
                        <a:pt x="39068" y="41485"/>
                        <a:pt x="41887" y="39068"/>
                        <a:pt x="45512" y="39068"/>
                      </a:cubicBezTo>
                      <a:lnTo>
                        <a:pt x="513524" y="39068"/>
                      </a:lnTo>
                      <a:cubicBezTo>
                        <a:pt x="518357" y="39068"/>
                        <a:pt x="522385" y="42693"/>
                        <a:pt x="522385" y="46721"/>
                      </a:cubicBezTo>
                      <a:lnTo>
                        <a:pt x="522385" y="3270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1896" name="Google Shape;1896;p5"/>
                <p:cNvGrpSpPr/>
                <p:nvPr/>
              </p:nvGrpSpPr>
              <p:grpSpPr>
                <a:xfrm>
                  <a:off x="9106553" y="2361222"/>
                  <a:ext cx="417263" cy="252935"/>
                  <a:chOff x="9106553" y="2361222"/>
                  <a:chExt cx="417263" cy="252935"/>
                </a:xfrm>
              </p:grpSpPr>
              <p:sp>
                <p:nvSpPr>
                  <p:cNvPr id="1897" name="Google Shape;1897;p5"/>
                  <p:cNvSpPr/>
                  <p:nvPr/>
                </p:nvSpPr>
                <p:spPr>
                  <a:xfrm>
                    <a:off x="9106553" y="2361222"/>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98" name="Google Shape;1898;p5"/>
                  <p:cNvSpPr/>
                  <p:nvPr/>
                </p:nvSpPr>
                <p:spPr>
                  <a:xfrm>
                    <a:off x="9106553" y="2388610"/>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99" name="Google Shape;1899;p5"/>
                  <p:cNvSpPr/>
                  <p:nvPr/>
                </p:nvSpPr>
                <p:spPr>
                  <a:xfrm>
                    <a:off x="9106553" y="2416401"/>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00" name="Google Shape;1900;p5"/>
                  <p:cNvSpPr/>
                  <p:nvPr/>
                </p:nvSpPr>
                <p:spPr>
                  <a:xfrm>
                    <a:off x="9106553" y="2443789"/>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01" name="Google Shape;1901;p5"/>
                  <p:cNvSpPr/>
                  <p:nvPr/>
                </p:nvSpPr>
                <p:spPr>
                  <a:xfrm>
                    <a:off x="9106553" y="2471177"/>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02" name="Google Shape;1902;p5"/>
                  <p:cNvSpPr/>
                  <p:nvPr/>
                </p:nvSpPr>
                <p:spPr>
                  <a:xfrm>
                    <a:off x="9106553" y="2498967"/>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03" name="Google Shape;1903;p5"/>
                  <p:cNvSpPr/>
                  <p:nvPr/>
                </p:nvSpPr>
                <p:spPr>
                  <a:xfrm>
                    <a:off x="9106553" y="2526355"/>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04" name="Google Shape;1904;p5"/>
                  <p:cNvSpPr/>
                  <p:nvPr/>
                </p:nvSpPr>
                <p:spPr>
                  <a:xfrm>
                    <a:off x="9106553" y="2554146"/>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05" name="Google Shape;1905;p5"/>
                  <p:cNvSpPr/>
                  <p:nvPr/>
                </p:nvSpPr>
                <p:spPr>
                  <a:xfrm>
                    <a:off x="9106553" y="2581534"/>
                    <a:ext cx="27387" cy="12082"/>
                  </a:xfrm>
                  <a:custGeom>
                    <a:avLst/>
                    <a:gdLst/>
                    <a:ahLst/>
                    <a:cxnLst/>
                    <a:rect l="l" t="t" r="r" b="b"/>
                    <a:pathLst>
                      <a:path w="27387" h="12082" extrusionOk="0">
                        <a:moveTo>
                          <a:pt x="0" y="0"/>
                        </a:moveTo>
                        <a:lnTo>
                          <a:pt x="27388" y="0"/>
                        </a:lnTo>
                        <a:lnTo>
                          <a:pt x="27388"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06" name="Google Shape;1906;p5"/>
                  <p:cNvSpPr/>
                  <p:nvPr/>
                </p:nvSpPr>
                <p:spPr>
                  <a:xfrm>
                    <a:off x="9195564" y="2382569"/>
                    <a:ext cx="318586" cy="151036"/>
                  </a:xfrm>
                  <a:custGeom>
                    <a:avLst/>
                    <a:gdLst/>
                    <a:ahLst/>
                    <a:cxnLst/>
                    <a:rect l="l" t="t" r="r" b="b"/>
                    <a:pathLst>
                      <a:path w="318586" h="151036" extrusionOk="0">
                        <a:moveTo>
                          <a:pt x="296837" y="0"/>
                        </a:moveTo>
                        <a:cubicBezTo>
                          <a:pt x="285157" y="0"/>
                          <a:pt x="275491" y="9666"/>
                          <a:pt x="275491" y="21346"/>
                        </a:cubicBezTo>
                        <a:cubicBezTo>
                          <a:pt x="275491" y="24971"/>
                          <a:pt x="276699" y="28193"/>
                          <a:pt x="278310" y="31416"/>
                        </a:cubicBezTo>
                        <a:lnTo>
                          <a:pt x="251727" y="58401"/>
                        </a:lnTo>
                        <a:cubicBezTo>
                          <a:pt x="248103" y="55984"/>
                          <a:pt x="244478" y="54373"/>
                          <a:pt x="239645" y="54373"/>
                        </a:cubicBezTo>
                        <a:cubicBezTo>
                          <a:pt x="227964" y="54373"/>
                          <a:pt x="218298" y="64039"/>
                          <a:pt x="218298" y="75720"/>
                        </a:cubicBezTo>
                        <a:cubicBezTo>
                          <a:pt x="218298" y="78136"/>
                          <a:pt x="219104" y="80150"/>
                          <a:pt x="219506" y="82164"/>
                        </a:cubicBezTo>
                        <a:lnTo>
                          <a:pt x="205410" y="89414"/>
                        </a:lnTo>
                        <a:cubicBezTo>
                          <a:pt x="201382" y="84178"/>
                          <a:pt x="195743" y="80553"/>
                          <a:pt x="188896" y="80553"/>
                        </a:cubicBezTo>
                        <a:cubicBezTo>
                          <a:pt x="177619" y="80553"/>
                          <a:pt x="168758" y="89414"/>
                          <a:pt x="167953" y="100288"/>
                        </a:cubicBezTo>
                        <a:lnTo>
                          <a:pt x="149023" y="100288"/>
                        </a:lnTo>
                        <a:cubicBezTo>
                          <a:pt x="147009" y="91025"/>
                          <a:pt x="138954" y="83775"/>
                          <a:pt x="128884" y="83775"/>
                        </a:cubicBezTo>
                        <a:cubicBezTo>
                          <a:pt x="122440" y="83775"/>
                          <a:pt x="117204" y="86594"/>
                          <a:pt x="113177" y="91025"/>
                        </a:cubicBezTo>
                        <a:lnTo>
                          <a:pt x="95858" y="81358"/>
                        </a:lnTo>
                        <a:cubicBezTo>
                          <a:pt x="95858" y="81358"/>
                          <a:pt x="97066" y="77733"/>
                          <a:pt x="97066" y="76122"/>
                        </a:cubicBezTo>
                        <a:cubicBezTo>
                          <a:pt x="97066" y="64442"/>
                          <a:pt x="87400" y="54776"/>
                          <a:pt x="75720" y="54776"/>
                        </a:cubicBezTo>
                        <a:cubicBezTo>
                          <a:pt x="64039" y="54776"/>
                          <a:pt x="54373" y="64442"/>
                          <a:pt x="54373" y="76122"/>
                        </a:cubicBezTo>
                        <a:cubicBezTo>
                          <a:pt x="54373" y="80150"/>
                          <a:pt x="55581" y="83372"/>
                          <a:pt x="57595" y="86594"/>
                        </a:cubicBezTo>
                        <a:lnTo>
                          <a:pt x="32221" y="111566"/>
                        </a:lnTo>
                        <a:cubicBezTo>
                          <a:pt x="28999" y="109552"/>
                          <a:pt x="25374" y="108344"/>
                          <a:pt x="21346" y="108344"/>
                        </a:cubicBezTo>
                        <a:cubicBezTo>
                          <a:pt x="9666" y="108344"/>
                          <a:pt x="0" y="118010"/>
                          <a:pt x="0" y="129690"/>
                        </a:cubicBezTo>
                        <a:cubicBezTo>
                          <a:pt x="0" y="141370"/>
                          <a:pt x="9666" y="151036"/>
                          <a:pt x="21346" y="151036"/>
                        </a:cubicBezTo>
                        <a:cubicBezTo>
                          <a:pt x="33027" y="151036"/>
                          <a:pt x="42693" y="141370"/>
                          <a:pt x="42693" y="129690"/>
                        </a:cubicBezTo>
                        <a:cubicBezTo>
                          <a:pt x="42693" y="126468"/>
                          <a:pt x="41887" y="123649"/>
                          <a:pt x="40679" y="120829"/>
                        </a:cubicBezTo>
                        <a:lnTo>
                          <a:pt x="66859" y="95052"/>
                        </a:lnTo>
                        <a:cubicBezTo>
                          <a:pt x="69678" y="96261"/>
                          <a:pt x="72498" y="97469"/>
                          <a:pt x="76122" y="97469"/>
                        </a:cubicBezTo>
                        <a:cubicBezTo>
                          <a:pt x="81358" y="97469"/>
                          <a:pt x="86191" y="95455"/>
                          <a:pt x="89816" y="91830"/>
                        </a:cubicBezTo>
                        <a:lnTo>
                          <a:pt x="108344" y="101899"/>
                        </a:lnTo>
                        <a:cubicBezTo>
                          <a:pt x="108344" y="101899"/>
                          <a:pt x="107941" y="103913"/>
                          <a:pt x="107941" y="104719"/>
                        </a:cubicBezTo>
                        <a:cubicBezTo>
                          <a:pt x="107941" y="116399"/>
                          <a:pt x="117607" y="126065"/>
                          <a:pt x="129287" y="126065"/>
                        </a:cubicBezTo>
                        <a:cubicBezTo>
                          <a:pt x="138551" y="126065"/>
                          <a:pt x="146203" y="120024"/>
                          <a:pt x="149023" y="111968"/>
                        </a:cubicBezTo>
                        <a:lnTo>
                          <a:pt x="171175" y="111968"/>
                        </a:lnTo>
                        <a:cubicBezTo>
                          <a:pt x="174800" y="118815"/>
                          <a:pt x="181244" y="123246"/>
                          <a:pt x="189299" y="123246"/>
                        </a:cubicBezTo>
                        <a:cubicBezTo>
                          <a:pt x="200979" y="123246"/>
                          <a:pt x="210646" y="113579"/>
                          <a:pt x="210646" y="101899"/>
                        </a:cubicBezTo>
                        <a:cubicBezTo>
                          <a:pt x="210646" y="101497"/>
                          <a:pt x="210646" y="101094"/>
                          <a:pt x="210646" y="100691"/>
                        </a:cubicBezTo>
                        <a:lnTo>
                          <a:pt x="227562" y="92233"/>
                        </a:lnTo>
                        <a:cubicBezTo>
                          <a:pt x="231187" y="95052"/>
                          <a:pt x="235617" y="97066"/>
                          <a:pt x="240450" y="97066"/>
                        </a:cubicBezTo>
                        <a:cubicBezTo>
                          <a:pt x="252130" y="97066"/>
                          <a:pt x="261797" y="87400"/>
                          <a:pt x="261797" y="75720"/>
                        </a:cubicBezTo>
                        <a:cubicBezTo>
                          <a:pt x="261797" y="72900"/>
                          <a:pt x="260991" y="70484"/>
                          <a:pt x="260186" y="68067"/>
                        </a:cubicBezTo>
                        <a:lnTo>
                          <a:pt x="287574" y="40276"/>
                        </a:lnTo>
                        <a:cubicBezTo>
                          <a:pt x="290393" y="41887"/>
                          <a:pt x="293615" y="43096"/>
                          <a:pt x="297240" y="43096"/>
                        </a:cubicBezTo>
                        <a:cubicBezTo>
                          <a:pt x="308920" y="43096"/>
                          <a:pt x="318586" y="33429"/>
                          <a:pt x="318586" y="21749"/>
                        </a:cubicBezTo>
                        <a:cubicBezTo>
                          <a:pt x="318586" y="10069"/>
                          <a:pt x="308920" y="403"/>
                          <a:pt x="297240" y="4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07" name="Google Shape;1907;p5"/>
                  <p:cNvSpPr/>
                  <p:nvPr/>
                </p:nvSpPr>
                <p:spPr>
                  <a:xfrm>
                    <a:off x="9111386" y="2602075"/>
                    <a:ext cx="412430" cy="12082"/>
                  </a:xfrm>
                  <a:custGeom>
                    <a:avLst/>
                    <a:gdLst/>
                    <a:ahLst/>
                    <a:cxnLst/>
                    <a:rect l="l" t="t" r="r" b="b"/>
                    <a:pathLst>
                      <a:path w="412430" h="12082" extrusionOk="0">
                        <a:moveTo>
                          <a:pt x="0" y="0"/>
                        </a:moveTo>
                        <a:lnTo>
                          <a:pt x="412430" y="0"/>
                        </a:lnTo>
                        <a:lnTo>
                          <a:pt x="412430" y="12083"/>
                        </a:lnTo>
                        <a:lnTo>
                          <a:pt x="0" y="120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grpSp>
      </p:grpSp>
      <p:grpSp>
        <p:nvGrpSpPr>
          <p:cNvPr id="1908" name="Google Shape;1908;p5"/>
          <p:cNvGrpSpPr/>
          <p:nvPr/>
        </p:nvGrpSpPr>
        <p:grpSpPr>
          <a:xfrm>
            <a:off x="8418149" y="556247"/>
            <a:ext cx="1232571" cy="1325426"/>
            <a:chOff x="8275485" y="545989"/>
            <a:chExt cx="1232571" cy="1325426"/>
          </a:xfrm>
        </p:grpSpPr>
        <p:sp>
          <p:nvSpPr>
            <p:cNvPr id="1909" name="Google Shape;1909;p5"/>
            <p:cNvSpPr txBox="1"/>
            <p:nvPr/>
          </p:nvSpPr>
          <p:spPr>
            <a:xfrm>
              <a:off x="8275485" y="1566732"/>
              <a:ext cx="1232571" cy="304683"/>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a:solidFill>
                    <a:schemeClr val="dk1"/>
                  </a:solidFill>
                  <a:latin typeface="Arial"/>
                  <a:ea typeface="Arial"/>
                  <a:cs typeface="Arial"/>
                  <a:sym typeface="Arial"/>
                </a:rPr>
                <a:t>Secure and Resilient</a:t>
              </a:r>
              <a:endParaRPr sz="1200" b="0" i="0" u="none" strike="noStrike" cap="none">
                <a:solidFill>
                  <a:schemeClr val="dk1"/>
                </a:solidFill>
                <a:latin typeface="Arial"/>
                <a:ea typeface="Arial"/>
                <a:cs typeface="Arial"/>
                <a:sym typeface="Arial"/>
              </a:endParaRPr>
            </a:p>
          </p:txBody>
        </p:sp>
        <p:grpSp>
          <p:nvGrpSpPr>
            <p:cNvPr id="1910" name="Google Shape;1910;p5"/>
            <p:cNvGrpSpPr/>
            <p:nvPr/>
          </p:nvGrpSpPr>
          <p:grpSpPr>
            <a:xfrm>
              <a:off x="8413068" y="545989"/>
              <a:ext cx="944328" cy="944327"/>
              <a:chOff x="7321479" y="561328"/>
              <a:chExt cx="944328" cy="944327"/>
            </a:xfrm>
          </p:grpSpPr>
          <p:sp>
            <p:nvSpPr>
              <p:cNvPr id="1911" name="Google Shape;1911;p5"/>
              <p:cNvSpPr/>
              <p:nvPr/>
            </p:nvSpPr>
            <p:spPr>
              <a:xfrm>
                <a:off x="7321479" y="561328"/>
                <a:ext cx="944328" cy="944327"/>
              </a:xfrm>
              <a:prstGeom prst="ellipse">
                <a:avLst/>
              </a:prstGeom>
              <a:solidFill>
                <a:schemeClr val="accent5">
                  <a:alpha val="29019"/>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12" name="Google Shape;1912;p5"/>
              <p:cNvSpPr/>
              <p:nvPr/>
            </p:nvSpPr>
            <p:spPr>
              <a:xfrm>
                <a:off x="7416998" y="656846"/>
                <a:ext cx="753291" cy="753291"/>
              </a:xfrm>
              <a:prstGeom prst="ellipse">
                <a:avLst/>
              </a:prstGeom>
              <a:solidFill>
                <a:schemeClr val="accent5"/>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13" name="Google Shape;1913;p5"/>
              <p:cNvSpPr/>
              <p:nvPr/>
            </p:nvSpPr>
            <p:spPr>
              <a:xfrm>
                <a:off x="7581029" y="782911"/>
                <a:ext cx="425227" cy="501161"/>
              </a:xfrm>
              <a:custGeom>
                <a:avLst/>
                <a:gdLst/>
                <a:ahLst/>
                <a:cxnLst/>
                <a:rect l="l" t="t" r="r" b="b"/>
                <a:pathLst>
                  <a:path w="471832" h="556088" extrusionOk="0">
                    <a:moveTo>
                      <a:pt x="459091" y="99463"/>
                    </a:moveTo>
                    <a:cubicBezTo>
                      <a:pt x="420868" y="89188"/>
                      <a:pt x="383467" y="76036"/>
                      <a:pt x="347709" y="60007"/>
                    </a:cubicBezTo>
                    <a:cubicBezTo>
                      <a:pt x="312363" y="44388"/>
                      <a:pt x="277839" y="26715"/>
                      <a:pt x="245369" y="5754"/>
                    </a:cubicBezTo>
                    <a:lnTo>
                      <a:pt x="235916" y="0"/>
                    </a:lnTo>
                    <a:lnTo>
                      <a:pt x="226874" y="5754"/>
                    </a:lnTo>
                    <a:cubicBezTo>
                      <a:pt x="193994" y="26304"/>
                      <a:pt x="159881" y="44388"/>
                      <a:pt x="124534" y="60007"/>
                    </a:cubicBezTo>
                    <a:cubicBezTo>
                      <a:pt x="88366" y="76036"/>
                      <a:pt x="50964" y="89188"/>
                      <a:pt x="12741" y="99463"/>
                    </a:cubicBezTo>
                    <a:lnTo>
                      <a:pt x="0" y="102751"/>
                    </a:lnTo>
                    <a:lnTo>
                      <a:pt x="0" y="243314"/>
                    </a:lnTo>
                    <a:cubicBezTo>
                      <a:pt x="0" y="468956"/>
                      <a:pt x="228107" y="553211"/>
                      <a:pt x="230162" y="554033"/>
                    </a:cubicBezTo>
                    <a:lnTo>
                      <a:pt x="235916" y="556088"/>
                    </a:lnTo>
                    <a:lnTo>
                      <a:pt x="241670" y="554033"/>
                    </a:lnTo>
                    <a:cubicBezTo>
                      <a:pt x="244136" y="554033"/>
                      <a:pt x="471833" y="468956"/>
                      <a:pt x="471833" y="243314"/>
                    </a:cubicBezTo>
                    <a:lnTo>
                      <a:pt x="471833" y="102751"/>
                    </a:lnTo>
                    <a:lnTo>
                      <a:pt x="459091" y="99463"/>
                    </a:lnTo>
                    <a:close/>
                    <a:moveTo>
                      <a:pt x="195638" y="382234"/>
                    </a:moveTo>
                    <a:lnTo>
                      <a:pt x="118369" y="304965"/>
                    </a:lnTo>
                    <a:lnTo>
                      <a:pt x="138919" y="284826"/>
                    </a:lnTo>
                    <a:lnTo>
                      <a:pt x="195638" y="341955"/>
                    </a:lnTo>
                    <a:lnTo>
                      <a:pt x="340722" y="196871"/>
                    </a:lnTo>
                    <a:lnTo>
                      <a:pt x="361273" y="217421"/>
                    </a:lnTo>
                    <a:lnTo>
                      <a:pt x="195638" y="3822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grpSp>
        <p:nvGrpSpPr>
          <p:cNvPr id="1914" name="Google Shape;1914;p5"/>
          <p:cNvGrpSpPr/>
          <p:nvPr/>
        </p:nvGrpSpPr>
        <p:grpSpPr>
          <a:xfrm>
            <a:off x="5164596" y="556675"/>
            <a:ext cx="944328" cy="1325426"/>
            <a:chOff x="5094656" y="545989"/>
            <a:chExt cx="944328" cy="1325426"/>
          </a:xfrm>
        </p:grpSpPr>
        <p:sp>
          <p:nvSpPr>
            <p:cNvPr id="1915" name="Google Shape;1915;p5"/>
            <p:cNvSpPr txBox="1"/>
            <p:nvPr/>
          </p:nvSpPr>
          <p:spPr>
            <a:xfrm>
              <a:off x="5157626" y="1566732"/>
              <a:ext cx="808087" cy="304683"/>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a:solidFill>
                    <a:schemeClr val="dk1"/>
                  </a:solidFill>
                  <a:latin typeface="Arial"/>
                  <a:ea typeface="Arial"/>
                  <a:cs typeface="Arial"/>
                  <a:sym typeface="Arial"/>
                </a:rPr>
                <a:t>Agile</a:t>
              </a:r>
              <a:endParaRPr sz="1200" b="0" i="0" u="none" strike="noStrike" cap="none">
                <a:solidFill>
                  <a:schemeClr val="dk1"/>
                </a:solidFill>
                <a:latin typeface="Arial"/>
                <a:ea typeface="Arial"/>
                <a:cs typeface="Arial"/>
                <a:sym typeface="Arial"/>
              </a:endParaRPr>
            </a:p>
          </p:txBody>
        </p:sp>
        <p:grpSp>
          <p:nvGrpSpPr>
            <p:cNvPr id="1916" name="Google Shape;1916;p5"/>
            <p:cNvGrpSpPr/>
            <p:nvPr/>
          </p:nvGrpSpPr>
          <p:grpSpPr>
            <a:xfrm>
              <a:off x="5094656" y="545989"/>
              <a:ext cx="944328" cy="944327"/>
              <a:chOff x="5094656" y="561328"/>
              <a:chExt cx="944328" cy="944327"/>
            </a:xfrm>
          </p:grpSpPr>
          <p:grpSp>
            <p:nvGrpSpPr>
              <p:cNvPr id="1917" name="Google Shape;1917;p5"/>
              <p:cNvGrpSpPr/>
              <p:nvPr/>
            </p:nvGrpSpPr>
            <p:grpSpPr>
              <a:xfrm flipH="1">
                <a:off x="5094656" y="561328"/>
                <a:ext cx="944328" cy="944327"/>
                <a:chOff x="6612283" y="1986615"/>
                <a:chExt cx="1047826" cy="1047825"/>
              </a:xfrm>
            </p:grpSpPr>
            <p:sp>
              <p:nvSpPr>
                <p:cNvPr id="1918" name="Google Shape;1918;p5"/>
                <p:cNvSpPr/>
                <p:nvPr/>
              </p:nvSpPr>
              <p:spPr>
                <a:xfrm>
                  <a:off x="6612283" y="1986615"/>
                  <a:ext cx="1047826" cy="1047825"/>
                </a:xfrm>
                <a:prstGeom prst="ellipse">
                  <a:avLst/>
                </a:prstGeom>
                <a:solidFill>
                  <a:schemeClr val="accent1">
                    <a:alpha val="29019"/>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19" name="Google Shape;1919;p5"/>
                <p:cNvSpPr/>
                <p:nvPr/>
              </p:nvSpPr>
              <p:spPr>
                <a:xfrm>
                  <a:off x="6718271" y="2092601"/>
                  <a:ext cx="835851" cy="83585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920" name="Google Shape;1920;p5"/>
              <p:cNvPicPr preferRelativeResize="0"/>
              <p:nvPr/>
            </p:nvPicPr>
            <p:blipFill rotWithShape="1">
              <a:blip r:embed="rId5">
                <a:alphaModFix/>
              </a:blip>
              <a:srcRect/>
              <a:stretch/>
            </p:blipFill>
            <p:spPr>
              <a:xfrm>
                <a:off x="5279352" y="767351"/>
                <a:ext cx="521928" cy="522086"/>
              </a:xfrm>
              <a:prstGeom prst="rect">
                <a:avLst/>
              </a:prstGeom>
              <a:noFill/>
              <a:ln>
                <a:noFill/>
              </a:ln>
            </p:spPr>
          </p:pic>
        </p:grpSp>
      </p:grpSp>
      <p:pic>
        <p:nvPicPr>
          <p:cNvPr id="1921" name="Google Shape;1921;p5"/>
          <p:cNvPicPr preferRelativeResize="0"/>
          <p:nvPr/>
        </p:nvPicPr>
        <p:blipFill rotWithShape="1">
          <a:blip r:embed="rId6">
            <a:alphaModFix amt="50000"/>
          </a:blip>
          <a:srcRect t="47733" r="1618" b="-46969"/>
          <a:stretch/>
        </p:blipFill>
        <p:spPr>
          <a:xfrm rot="-5400000">
            <a:off x="1361578" y="3261510"/>
            <a:ext cx="6857999" cy="334978"/>
          </a:xfrm>
          <a:prstGeom prst="rect">
            <a:avLst/>
          </a:prstGeom>
          <a:noFill/>
          <a:ln>
            <a:noFill/>
          </a:ln>
        </p:spPr>
      </p:pic>
      <p:grpSp>
        <p:nvGrpSpPr>
          <p:cNvPr id="1922" name="Google Shape;1922;p5"/>
          <p:cNvGrpSpPr/>
          <p:nvPr/>
        </p:nvGrpSpPr>
        <p:grpSpPr>
          <a:xfrm>
            <a:off x="6152203" y="556247"/>
            <a:ext cx="1232571" cy="1325426"/>
            <a:chOff x="6059033" y="545989"/>
            <a:chExt cx="1232571" cy="1325426"/>
          </a:xfrm>
        </p:grpSpPr>
        <p:sp>
          <p:nvSpPr>
            <p:cNvPr id="1923" name="Google Shape;1923;p5"/>
            <p:cNvSpPr txBox="1"/>
            <p:nvPr/>
          </p:nvSpPr>
          <p:spPr>
            <a:xfrm>
              <a:off x="6059033" y="1566732"/>
              <a:ext cx="1232571" cy="304683"/>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200" b="0" i="0" u="none" strike="noStrike" cap="none">
                  <a:solidFill>
                    <a:schemeClr val="dk1"/>
                  </a:solidFill>
                  <a:latin typeface="Arial"/>
                  <a:ea typeface="Arial"/>
                  <a:cs typeface="Arial"/>
                  <a:sym typeface="Arial"/>
                </a:rPr>
                <a:t>Self-Service</a:t>
              </a:r>
              <a:endParaRPr sz="1200" b="0" i="0" u="none" strike="noStrike" cap="none">
                <a:solidFill>
                  <a:schemeClr val="dk1"/>
                </a:solidFill>
                <a:latin typeface="Arial"/>
                <a:ea typeface="Arial"/>
                <a:cs typeface="Arial"/>
                <a:sym typeface="Arial"/>
              </a:endParaRPr>
            </a:p>
          </p:txBody>
        </p:sp>
        <p:grpSp>
          <p:nvGrpSpPr>
            <p:cNvPr id="1924" name="Google Shape;1924;p5"/>
            <p:cNvGrpSpPr/>
            <p:nvPr/>
          </p:nvGrpSpPr>
          <p:grpSpPr>
            <a:xfrm>
              <a:off x="6208068" y="545989"/>
              <a:ext cx="944328" cy="944327"/>
              <a:chOff x="4995583" y="634467"/>
              <a:chExt cx="1661354" cy="1661352"/>
            </a:xfrm>
          </p:grpSpPr>
          <p:sp>
            <p:nvSpPr>
              <p:cNvPr id="1925" name="Google Shape;1925;p5"/>
              <p:cNvSpPr/>
              <p:nvPr/>
            </p:nvSpPr>
            <p:spPr>
              <a:xfrm>
                <a:off x="4995583" y="634467"/>
                <a:ext cx="1661354" cy="1661352"/>
              </a:xfrm>
              <a:prstGeom prst="ellipse">
                <a:avLst/>
              </a:prstGeom>
              <a:solidFill>
                <a:schemeClr val="accent2">
                  <a:alpha val="29019"/>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26" name="Google Shape;1926;p5"/>
              <p:cNvSpPr/>
              <p:nvPr/>
            </p:nvSpPr>
            <p:spPr>
              <a:xfrm>
                <a:off x="5163629" y="802512"/>
                <a:ext cx="1325263" cy="13252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927" name="Google Shape;1927;p5"/>
            <p:cNvSpPr/>
            <p:nvPr/>
          </p:nvSpPr>
          <p:spPr>
            <a:xfrm>
              <a:off x="6439707" y="777690"/>
              <a:ext cx="484366" cy="438014"/>
            </a:xfrm>
            <a:custGeom>
              <a:avLst/>
              <a:gdLst/>
              <a:ahLst/>
              <a:cxnLst/>
              <a:rect l="l" t="t" r="r" b="b"/>
              <a:pathLst>
                <a:path w="800929" h="724281" extrusionOk="0">
                  <a:moveTo>
                    <a:pt x="800872" y="263078"/>
                  </a:moveTo>
                  <a:lnTo>
                    <a:pt x="399003" y="0"/>
                  </a:lnTo>
                  <a:lnTo>
                    <a:pt x="0" y="263250"/>
                  </a:lnTo>
                  <a:lnTo>
                    <a:pt x="149110" y="361682"/>
                  </a:lnTo>
                  <a:lnTo>
                    <a:pt x="0" y="460115"/>
                  </a:lnTo>
                  <a:lnTo>
                    <a:pt x="400493" y="724282"/>
                  </a:lnTo>
                  <a:lnTo>
                    <a:pt x="800758" y="459943"/>
                  </a:lnTo>
                  <a:lnTo>
                    <a:pt x="651762" y="361625"/>
                  </a:lnTo>
                  <a:lnTo>
                    <a:pt x="800930" y="263136"/>
                  </a:lnTo>
                  <a:close/>
                  <a:moveTo>
                    <a:pt x="400436" y="195718"/>
                  </a:moveTo>
                  <a:lnTo>
                    <a:pt x="216585" y="317081"/>
                  </a:lnTo>
                  <a:lnTo>
                    <a:pt x="223980" y="338350"/>
                  </a:lnTo>
                  <a:lnTo>
                    <a:pt x="110184" y="263250"/>
                  </a:lnTo>
                  <a:lnTo>
                    <a:pt x="399118" y="72635"/>
                  </a:lnTo>
                  <a:lnTo>
                    <a:pt x="690458" y="263365"/>
                  </a:lnTo>
                  <a:lnTo>
                    <a:pt x="577121" y="338235"/>
                  </a:lnTo>
                  <a:lnTo>
                    <a:pt x="584459" y="317196"/>
                  </a:lnTo>
                  <a:lnTo>
                    <a:pt x="400551" y="195775"/>
                  </a:lnTo>
                  <a:close/>
                  <a:moveTo>
                    <a:pt x="400436" y="268467"/>
                  </a:moveTo>
                  <a:lnTo>
                    <a:pt x="541578" y="361625"/>
                  </a:lnTo>
                  <a:lnTo>
                    <a:pt x="400436" y="454840"/>
                  </a:lnTo>
                  <a:lnTo>
                    <a:pt x="259237" y="361682"/>
                  </a:lnTo>
                  <a:lnTo>
                    <a:pt x="400436" y="268524"/>
                  </a:lnTo>
                  <a:close/>
                  <a:moveTo>
                    <a:pt x="400436" y="651533"/>
                  </a:moveTo>
                  <a:lnTo>
                    <a:pt x="110127" y="460057"/>
                  </a:lnTo>
                  <a:lnTo>
                    <a:pt x="191762" y="406169"/>
                  </a:lnTo>
                  <a:lnTo>
                    <a:pt x="184424" y="385015"/>
                  </a:lnTo>
                  <a:lnTo>
                    <a:pt x="400436" y="527532"/>
                  </a:lnTo>
                  <a:lnTo>
                    <a:pt x="616563" y="384843"/>
                  </a:lnTo>
                  <a:lnTo>
                    <a:pt x="609110" y="406226"/>
                  </a:lnTo>
                  <a:lnTo>
                    <a:pt x="690516" y="459943"/>
                  </a:lnTo>
                  <a:lnTo>
                    <a:pt x="400379" y="651533"/>
                  </a:lnTo>
                  <a:close/>
                </a:path>
              </a:pathLst>
            </a:custGeom>
            <a:solidFill>
              <a:schemeClr val="lt1">
                <a:alpha val="97254"/>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2"/>
        <p:cNvGrpSpPr/>
        <p:nvPr/>
      </p:nvGrpSpPr>
      <p:grpSpPr>
        <a:xfrm>
          <a:off x="0" y="0"/>
          <a:ext cx="0" cy="0"/>
          <a:chOff x="0" y="0"/>
          <a:chExt cx="0" cy="0"/>
        </a:xfrm>
      </p:grpSpPr>
      <p:sp>
        <p:nvSpPr>
          <p:cNvPr id="1933" name="Google Shape;1933;p7"/>
          <p:cNvSpPr/>
          <p:nvPr/>
        </p:nvSpPr>
        <p:spPr>
          <a:xfrm>
            <a:off x="3946398" y="-2"/>
            <a:ext cx="8242427" cy="6858002"/>
          </a:xfrm>
          <a:prstGeom prst="rect">
            <a:avLst/>
          </a:prstGeom>
          <a:gradFill>
            <a:gsLst>
              <a:gs pos="0">
                <a:srgbClr val="0193C2">
                  <a:alpha val="72156"/>
                </a:srgbClr>
              </a:gs>
              <a:gs pos="24000">
                <a:srgbClr val="0193C2">
                  <a:alpha val="20000"/>
                </a:srgbClr>
              </a:gs>
              <a:gs pos="60000">
                <a:srgbClr val="0193C2">
                  <a:alpha val="0"/>
                </a:srgbClr>
              </a:gs>
              <a:gs pos="100000">
                <a:srgbClr val="0193C2">
                  <a:alpha val="0"/>
                </a:srgbClr>
              </a:gs>
            </a:gsLst>
            <a:lin ang="8100000" scaled="0"/>
          </a:gradFill>
          <a:ln>
            <a:noFill/>
          </a:ln>
        </p:spPr>
        <p:txBody>
          <a:bodyPr spcFirstLastPara="1" wrap="square" lIns="91350" tIns="45675" rIns="91350" bIns="45675" anchor="ctr" anchorCtr="0">
            <a:noAutofit/>
          </a:bodyPr>
          <a:lstStyle/>
          <a:p>
            <a:pPr marL="0" marR="0" lvl="0" indent="0" algn="l" rtl="0">
              <a:lnSpc>
                <a:spcPct val="100000"/>
              </a:lnSpc>
              <a:spcBef>
                <a:spcPts val="0"/>
              </a:spcBef>
              <a:spcAft>
                <a:spcPts val="0"/>
              </a:spcAft>
              <a:buClr>
                <a:srgbClr val="000000"/>
              </a:buClr>
              <a:buSzPts val="1796"/>
              <a:buFont typeface="Arial"/>
              <a:buNone/>
            </a:pPr>
            <a:endParaRPr sz="1795" b="0" i="0" u="none" strike="noStrike" cap="none">
              <a:solidFill>
                <a:schemeClr val="dk1"/>
              </a:solidFill>
              <a:latin typeface="Arial"/>
              <a:ea typeface="Arial"/>
              <a:cs typeface="Arial"/>
              <a:sym typeface="Arial"/>
            </a:endParaRPr>
          </a:p>
        </p:txBody>
      </p:sp>
      <p:grpSp>
        <p:nvGrpSpPr>
          <p:cNvPr id="1934" name="Google Shape;1934;p7"/>
          <p:cNvGrpSpPr/>
          <p:nvPr/>
        </p:nvGrpSpPr>
        <p:grpSpPr>
          <a:xfrm>
            <a:off x="3572983" y="872957"/>
            <a:ext cx="9389122" cy="5830308"/>
            <a:chOff x="3306770" y="769924"/>
            <a:chExt cx="9389122" cy="5830308"/>
          </a:xfrm>
        </p:grpSpPr>
        <p:sp>
          <p:nvSpPr>
            <p:cNvPr id="1935" name="Google Shape;1935;p7"/>
            <p:cNvSpPr txBox="1"/>
            <p:nvPr/>
          </p:nvSpPr>
          <p:spPr>
            <a:xfrm>
              <a:off x="9721135" y="934681"/>
              <a:ext cx="2924777" cy="4985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Deliver the</a:t>
              </a:r>
              <a:br>
                <a:rPr lang="en-US" sz="1800" b="0" i="0" u="none" strike="noStrike" cap="none">
                  <a:solidFill>
                    <a:schemeClr val="dk1"/>
                  </a:solidFill>
                  <a:latin typeface="Arial"/>
                  <a:ea typeface="Arial"/>
                  <a:cs typeface="Arial"/>
                  <a:sym typeface="Arial"/>
                </a:rPr>
              </a:br>
              <a:r>
                <a:rPr lang="en-US" sz="1800" b="0" i="0" u="none" strike="noStrike" cap="none">
                  <a:solidFill>
                    <a:schemeClr val="dk1"/>
                  </a:solidFill>
                  <a:latin typeface="Arial"/>
                  <a:ea typeface="Arial"/>
                  <a:cs typeface="Arial"/>
                  <a:sym typeface="Arial"/>
                </a:rPr>
                <a:t>Journey</a:t>
              </a:r>
              <a:endParaRPr sz="1400" b="0" i="0" u="none" strike="noStrike" cap="none">
                <a:solidFill>
                  <a:srgbClr val="000000"/>
                </a:solidFill>
                <a:latin typeface="Arial"/>
                <a:ea typeface="Arial"/>
                <a:cs typeface="Arial"/>
                <a:sym typeface="Arial"/>
              </a:endParaRPr>
            </a:p>
          </p:txBody>
        </p:sp>
        <p:sp>
          <p:nvSpPr>
            <p:cNvPr id="1936" name="Google Shape;1936;p7"/>
            <p:cNvSpPr txBox="1"/>
            <p:nvPr/>
          </p:nvSpPr>
          <p:spPr>
            <a:xfrm>
              <a:off x="9721135" y="1516524"/>
              <a:ext cx="1831999" cy="116339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Deliver </a:t>
              </a:r>
              <a:r>
                <a:rPr lang="en-US" sz="1400" b="0" i="0" u="none" strike="noStrike" cap="none">
                  <a:solidFill>
                    <a:schemeClr val="accent5"/>
                  </a:solidFill>
                  <a:latin typeface="Arial"/>
                  <a:ea typeface="Arial"/>
                  <a:cs typeface="Arial"/>
                  <a:sym typeface="Arial"/>
                </a:rPr>
                <a:t>a </a:t>
              </a:r>
              <a:br>
                <a:rPr lang="en-US" sz="1400" b="0" i="0" u="none" strike="noStrike" cap="none">
                  <a:solidFill>
                    <a:schemeClr val="accent5"/>
                  </a:solidFill>
                  <a:latin typeface="Arial"/>
                  <a:ea typeface="Arial"/>
                  <a:cs typeface="Arial"/>
                  <a:sym typeface="Arial"/>
                </a:rPr>
              </a:br>
              <a:r>
                <a:rPr lang="en-US" sz="1400" b="0" i="0" u="none" strike="noStrike" cap="none">
                  <a:solidFill>
                    <a:schemeClr val="accent5"/>
                  </a:solidFill>
                  <a:latin typeface="Arial"/>
                  <a:ea typeface="Arial"/>
                  <a:cs typeface="Arial"/>
                  <a:sym typeface="Arial"/>
                </a:rPr>
                <a:t>prescriptive deployment </a:t>
              </a:r>
              <a:br>
                <a:rPr lang="en-US" sz="1400" b="0" i="0" u="none" strike="noStrike" cap="none">
                  <a:solidFill>
                    <a:srgbClr val="F4D272"/>
                  </a:solidFill>
                  <a:latin typeface="Arial"/>
                  <a:ea typeface="Arial"/>
                  <a:cs typeface="Arial"/>
                  <a:sym typeface="Arial"/>
                </a:rPr>
              </a:br>
              <a:r>
                <a:rPr lang="en-US" sz="1400" b="0" i="0" u="none" strike="noStrike" cap="none">
                  <a:solidFill>
                    <a:schemeClr val="dk1"/>
                  </a:solidFill>
                  <a:latin typeface="Arial"/>
                  <a:ea typeface="Arial"/>
                  <a:cs typeface="Arial"/>
                  <a:sym typeface="Arial"/>
                </a:rPr>
                <a:t>that achieves the </a:t>
              </a:r>
              <a:br>
                <a:rPr lang="en-US" sz="1400" b="0" i="0" u="none" strike="noStrike" cap="none">
                  <a:solidFill>
                    <a:schemeClr val="dk1"/>
                  </a:solidFill>
                  <a:latin typeface="Arial"/>
                  <a:ea typeface="Arial"/>
                  <a:cs typeface="Arial"/>
                  <a:sym typeface="Arial"/>
                </a:rPr>
              </a:br>
              <a:r>
                <a:rPr lang="en-US" sz="1400" b="0" i="0" u="none" strike="noStrike" cap="none">
                  <a:solidFill>
                    <a:schemeClr val="dk1"/>
                  </a:solidFill>
                  <a:latin typeface="Arial"/>
                  <a:ea typeface="Arial"/>
                  <a:cs typeface="Arial"/>
                  <a:sym typeface="Arial"/>
                </a:rPr>
                <a:t>business outcomes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7" name="Google Shape;1937;p7"/>
            <p:cNvSpPr txBox="1"/>
            <p:nvPr/>
          </p:nvSpPr>
          <p:spPr>
            <a:xfrm>
              <a:off x="9771115" y="3616910"/>
              <a:ext cx="2924777" cy="4985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Assess Your </a:t>
              </a:r>
              <a:br>
                <a:rPr lang="en-US" sz="1800" b="0" i="0" u="none" strike="noStrike" cap="none">
                  <a:solidFill>
                    <a:schemeClr val="dk1"/>
                  </a:solidFill>
                  <a:latin typeface="Arial"/>
                  <a:ea typeface="Arial"/>
                  <a:cs typeface="Arial"/>
                  <a:sym typeface="Arial"/>
                </a:rPr>
              </a:br>
              <a:r>
                <a:rPr lang="en-US" sz="1800" b="0" i="0" u="none" strike="noStrike" cap="none">
                  <a:solidFill>
                    <a:schemeClr val="dk1"/>
                  </a:solidFill>
                  <a:latin typeface="Arial"/>
                  <a:ea typeface="Arial"/>
                  <a:cs typeface="Arial"/>
                  <a:sym typeface="Arial"/>
                </a:rPr>
                <a:t>Needs</a:t>
              </a:r>
              <a:endParaRPr sz="1400" b="0" i="0" u="none" strike="noStrike" cap="none">
                <a:solidFill>
                  <a:srgbClr val="000000"/>
                </a:solidFill>
                <a:latin typeface="Arial"/>
                <a:ea typeface="Arial"/>
                <a:cs typeface="Arial"/>
                <a:sym typeface="Arial"/>
              </a:endParaRPr>
            </a:p>
          </p:txBody>
        </p:sp>
        <p:sp>
          <p:nvSpPr>
            <p:cNvPr id="1938" name="Google Shape;1938;p7"/>
            <p:cNvSpPr txBox="1"/>
            <p:nvPr/>
          </p:nvSpPr>
          <p:spPr>
            <a:xfrm>
              <a:off x="9771116" y="4198753"/>
              <a:ext cx="1782018" cy="96949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Assess and </a:t>
              </a:r>
              <a:br>
                <a:rPr lang="en-US" sz="1400" b="0" i="0" u="none" strike="noStrike" cap="none">
                  <a:solidFill>
                    <a:schemeClr val="accent2"/>
                  </a:solidFill>
                  <a:latin typeface="Arial"/>
                  <a:ea typeface="Arial"/>
                  <a:cs typeface="Arial"/>
                  <a:sym typeface="Arial"/>
                </a:rPr>
              </a:br>
              <a:r>
                <a:rPr lang="en-US" sz="1400" b="0" i="0" u="none" strike="noStrike" cap="none">
                  <a:solidFill>
                    <a:schemeClr val="accent2"/>
                  </a:solidFill>
                  <a:latin typeface="Arial"/>
                  <a:ea typeface="Arial"/>
                  <a:cs typeface="Arial"/>
                  <a:sym typeface="Arial"/>
                </a:rPr>
                <a:t>review </a:t>
              </a:r>
              <a:r>
                <a:rPr lang="en-US" sz="1400" b="0" i="0" u="none" strike="noStrike" cap="none">
                  <a:solidFill>
                    <a:schemeClr val="dk1"/>
                  </a:solidFill>
                  <a:latin typeface="Arial"/>
                  <a:ea typeface="Arial"/>
                  <a:cs typeface="Arial"/>
                  <a:sym typeface="Arial"/>
                </a:rPr>
                <a:t>technical requirements and business objectives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9" name="Google Shape;1939;p7"/>
            <p:cNvSpPr txBox="1"/>
            <p:nvPr/>
          </p:nvSpPr>
          <p:spPr>
            <a:xfrm>
              <a:off x="3557333" y="2296444"/>
              <a:ext cx="2417171" cy="498598"/>
            </a:xfrm>
            <a:prstGeom prst="rect">
              <a:avLst/>
            </a:prstGeom>
            <a:noFill/>
            <a:ln>
              <a:noFill/>
            </a:ln>
          </p:spPr>
          <p:txBody>
            <a:bodyPr spcFirstLastPara="1" wrap="square" lIns="0" tIns="0" rIns="0" bIns="0" anchor="b" anchorCtr="0">
              <a:spAutoFit/>
            </a:bodyPr>
            <a:lstStyle/>
            <a:p>
              <a:pPr marL="0" marR="0" lvl="0" indent="0" algn="r" rtl="0">
                <a:lnSpc>
                  <a:spcPct val="9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Map Business Outcomes</a:t>
              </a:r>
              <a:endParaRPr sz="1400" b="0" i="0" u="none" strike="noStrike" cap="none">
                <a:solidFill>
                  <a:srgbClr val="000000"/>
                </a:solidFill>
                <a:latin typeface="Arial"/>
                <a:ea typeface="Arial"/>
                <a:cs typeface="Arial"/>
                <a:sym typeface="Arial"/>
              </a:endParaRPr>
            </a:p>
          </p:txBody>
        </p:sp>
        <p:sp>
          <p:nvSpPr>
            <p:cNvPr id="1940" name="Google Shape;1940;p7"/>
            <p:cNvSpPr txBox="1"/>
            <p:nvPr/>
          </p:nvSpPr>
          <p:spPr>
            <a:xfrm>
              <a:off x="4144265" y="2878287"/>
              <a:ext cx="1830240" cy="969496"/>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Leverage </a:t>
              </a:r>
              <a:r>
                <a:rPr lang="en-US" sz="1400" b="0" i="0" u="none" strike="noStrike" cap="none">
                  <a:solidFill>
                    <a:schemeClr val="accent1"/>
                  </a:solidFill>
                  <a:latin typeface="Arial"/>
                  <a:ea typeface="Arial"/>
                  <a:cs typeface="Arial"/>
                  <a:sym typeface="Arial"/>
                </a:rPr>
                <a:t>our existing methodology map </a:t>
              </a:r>
              <a:r>
                <a:rPr lang="en-US" sz="1400" b="0" i="0" u="none" strike="noStrike" cap="none">
                  <a:solidFill>
                    <a:schemeClr val="dk1"/>
                  </a:solidFill>
                  <a:latin typeface="Arial"/>
                  <a:ea typeface="Arial"/>
                  <a:cs typeface="Arial"/>
                  <a:sym typeface="Arial"/>
                </a:rPr>
                <a:t>business outcomes to specific use cases</a:t>
              </a:r>
              <a:endParaRPr sz="1400" b="0" i="0" u="none" strike="noStrike" cap="none">
                <a:solidFill>
                  <a:srgbClr val="000000"/>
                </a:solidFill>
                <a:latin typeface="Arial"/>
                <a:ea typeface="Arial"/>
                <a:cs typeface="Arial"/>
                <a:sym typeface="Arial"/>
              </a:endParaRPr>
            </a:p>
            <a:p>
              <a:pPr marL="0" marR="0" lvl="0" indent="0" algn="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1" name="Google Shape;1941;p7"/>
            <p:cNvSpPr txBox="1"/>
            <p:nvPr/>
          </p:nvSpPr>
          <p:spPr>
            <a:xfrm>
              <a:off x="3306770" y="4936360"/>
              <a:ext cx="2658888" cy="498598"/>
            </a:xfrm>
            <a:prstGeom prst="rect">
              <a:avLst/>
            </a:prstGeom>
            <a:noFill/>
            <a:ln>
              <a:noFill/>
            </a:ln>
          </p:spPr>
          <p:txBody>
            <a:bodyPr spcFirstLastPara="1" wrap="square" lIns="0" tIns="0" rIns="0" bIns="0" anchor="b" anchorCtr="0">
              <a:spAutoFit/>
            </a:bodyPr>
            <a:lstStyle/>
            <a:p>
              <a:pPr marL="0" marR="0" lvl="0" indent="0" algn="r" rtl="0">
                <a:lnSpc>
                  <a:spcPct val="9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Meet You </a:t>
              </a:r>
              <a:br>
                <a:rPr lang="en-US" sz="1800" b="0" i="0" u="none" strike="noStrike" cap="none">
                  <a:solidFill>
                    <a:schemeClr val="dk1"/>
                  </a:solidFill>
                  <a:latin typeface="Arial"/>
                  <a:ea typeface="Arial"/>
                  <a:cs typeface="Arial"/>
                  <a:sym typeface="Arial"/>
                </a:rPr>
              </a:br>
              <a:r>
                <a:rPr lang="en-US" sz="1800" b="0" i="0" u="none" strike="noStrike" cap="none">
                  <a:solidFill>
                    <a:schemeClr val="dk1"/>
                  </a:solidFill>
                  <a:latin typeface="Arial"/>
                  <a:ea typeface="Arial"/>
                  <a:cs typeface="Arial"/>
                  <a:sym typeface="Arial"/>
                </a:rPr>
                <a:t>Where You Are</a:t>
              </a:r>
              <a:endParaRPr sz="1400" b="0" i="0" u="none" strike="noStrike" cap="none">
                <a:solidFill>
                  <a:srgbClr val="000000"/>
                </a:solidFill>
                <a:latin typeface="Arial"/>
                <a:ea typeface="Arial"/>
                <a:cs typeface="Arial"/>
                <a:sym typeface="Arial"/>
              </a:endParaRPr>
            </a:p>
          </p:txBody>
        </p:sp>
        <p:sp>
          <p:nvSpPr>
            <p:cNvPr id="1942" name="Google Shape;1942;p7"/>
            <p:cNvSpPr txBox="1"/>
            <p:nvPr/>
          </p:nvSpPr>
          <p:spPr>
            <a:xfrm>
              <a:off x="4259658" y="5518203"/>
              <a:ext cx="1718878" cy="581698"/>
            </a:xfrm>
            <a:prstGeom prst="rect">
              <a:avLst/>
            </a:prstGeom>
            <a:noFill/>
            <a:ln>
              <a:noFill/>
            </a:ln>
          </p:spPr>
          <p:txBody>
            <a:bodyPr spcFirstLastPara="1" wrap="square" lIns="0" tIns="0" rIns="0" bIns="0" anchor="t" anchorCtr="0">
              <a:spAutoFit/>
            </a:bodyPr>
            <a:lstStyle/>
            <a:p>
              <a:pPr marL="0" marR="0" lvl="0" indent="0" algn="r" rtl="0">
                <a:lnSpc>
                  <a:spcPct val="90000"/>
                </a:lnSpc>
                <a:spcBef>
                  <a:spcPts val="0"/>
                </a:spcBef>
                <a:spcAft>
                  <a:spcPts val="0"/>
                </a:spcAft>
                <a:buClr>
                  <a:srgbClr val="000000"/>
                </a:buClr>
                <a:buSzPts val="1400"/>
                <a:buFont typeface="Arial"/>
                <a:buNone/>
              </a:pPr>
              <a:r>
                <a:rPr lang="en-US" sz="1400" b="0" i="0" u="none" strike="noStrike" cap="none">
                  <a:solidFill>
                    <a:schemeClr val="accent3"/>
                  </a:solidFill>
                  <a:latin typeface="Arial"/>
                  <a:ea typeface="Arial"/>
                  <a:cs typeface="Arial"/>
                  <a:sym typeface="Arial"/>
                </a:rPr>
                <a:t>Start with the VMware software </a:t>
              </a:r>
              <a:endParaRPr sz="1400" b="0" i="0" u="none" strike="noStrike" cap="none">
                <a:solidFill>
                  <a:srgbClr val="000000"/>
                </a:solidFill>
                <a:latin typeface="Arial"/>
                <a:ea typeface="Arial"/>
                <a:cs typeface="Arial"/>
                <a:sym typeface="Arial"/>
              </a:endParaRPr>
            </a:p>
            <a:p>
              <a:pPr marL="0" marR="0" lvl="0" indent="0" algn="r" rtl="0">
                <a:lnSpc>
                  <a:spcPct val="90000"/>
                </a:lnSpc>
                <a:spcBef>
                  <a:spcPts val="0"/>
                </a:spcBef>
                <a:spcAft>
                  <a:spcPts val="0"/>
                </a:spcAft>
                <a:buClr>
                  <a:srgbClr val="000000"/>
                </a:buClr>
                <a:buSzPts val="1400"/>
                <a:buFont typeface="Arial"/>
                <a:buNone/>
              </a:pPr>
              <a:r>
                <a:rPr lang="en-US" sz="1400" b="0" i="0" u="none" strike="noStrike" cap="none">
                  <a:solidFill>
                    <a:schemeClr val="accent3"/>
                  </a:solidFill>
                  <a:latin typeface="Arial"/>
                  <a:ea typeface="Arial"/>
                  <a:cs typeface="Arial"/>
                  <a:sym typeface="Arial"/>
                </a:rPr>
                <a:t>that you have</a:t>
              </a:r>
              <a:endParaRPr sz="1400" b="0" i="0" u="none" strike="noStrike" cap="none">
                <a:solidFill>
                  <a:srgbClr val="000000"/>
                </a:solidFill>
                <a:latin typeface="Arial"/>
                <a:ea typeface="Arial"/>
                <a:cs typeface="Arial"/>
                <a:sym typeface="Arial"/>
              </a:endParaRPr>
            </a:p>
          </p:txBody>
        </p:sp>
        <p:grpSp>
          <p:nvGrpSpPr>
            <p:cNvPr id="1943" name="Google Shape;1943;p7"/>
            <p:cNvGrpSpPr/>
            <p:nvPr/>
          </p:nvGrpSpPr>
          <p:grpSpPr>
            <a:xfrm>
              <a:off x="6145498" y="769924"/>
              <a:ext cx="3454328" cy="5830308"/>
              <a:chOff x="5640400" y="679770"/>
              <a:chExt cx="4179737" cy="5830308"/>
            </a:xfrm>
          </p:grpSpPr>
          <p:sp>
            <p:nvSpPr>
              <p:cNvPr id="1944" name="Google Shape;1944;p7"/>
              <p:cNvSpPr/>
              <p:nvPr/>
            </p:nvSpPr>
            <p:spPr>
              <a:xfrm>
                <a:off x="8584899" y="1251825"/>
                <a:ext cx="1168072" cy="3636230"/>
              </a:xfrm>
              <a:custGeom>
                <a:avLst/>
                <a:gdLst/>
                <a:ahLst/>
                <a:cxnLst/>
                <a:rect l="l" t="t" r="r" b="b"/>
                <a:pathLst>
                  <a:path w="960630" h="2990460" extrusionOk="0">
                    <a:moveTo>
                      <a:pt x="960630" y="2603796"/>
                    </a:moveTo>
                    <a:lnTo>
                      <a:pt x="0" y="2990461"/>
                    </a:lnTo>
                    <a:lnTo>
                      <a:pt x="0" y="386665"/>
                    </a:lnTo>
                    <a:lnTo>
                      <a:pt x="960630" y="0"/>
                    </a:lnTo>
                    <a:lnTo>
                      <a:pt x="960630" y="2603796"/>
                    </a:lnTo>
                    <a:close/>
                  </a:path>
                </a:pathLst>
              </a:custGeom>
              <a:gradFill>
                <a:gsLst>
                  <a:gs pos="0">
                    <a:schemeClr val="accent5"/>
                  </a:gs>
                  <a:gs pos="63000">
                    <a:srgbClr val="005B64">
                      <a:alpha val="0"/>
                    </a:srgbClr>
                  </a:gs>
                  <a:gs pos="100000">
                    <a:srgbClr val="005B64">
                      <a:alpha val="0"/>
                    </a:srgbClr>
                  </a:gs>
                </a:gsLst>
                <a:lin ang="4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45" name="Google Shape;1945;p7"/>
              <p:cNvSpPr/>
              <p:nvPr/>
            </p:nvSpPr>
            <p:spPr>
              <a:xfrm>
                <a:off x="7417599" y="1251825"/>
                <a:ext cx="1167299" cy="3636230"/>
              </a:xfrm>
              <a:custGeom>
                <a:avLst/>
                <a:gdLst/>
                <a:ahLst/>
                <a:cxnLst/>
                <a:rect l="l" t="t" r="r" b="b"/>
                <a:pathLst>
                  <a:path w="959994" h="2990460" extrusionOk="0">
                    <a:moveTo>
                      <a:pt x="959995" y="386665"/>
                    </a:moveTo>
                    <a:lnTo>
                      <a:pt x="0" y="0"/>
                    </a:lnTo>
                    <a:lnTo>
                      <a:pt x="0" y="2603796"/>
                    </a:lnTo>
                    <a:lnTo>
                      <a:pt x="959995" y="2990461"/>
                    </a:lnTo>
                    <a:lnTo>
                      <a:pt x="959995" y="386665"/>
                    </a:lnTo>
                    <a:close/>
                  </a:path>
                </a:pathLst>
              </a:custGeom>
              <a:gradFill>
                <a:gsLst>
                  <a:gs pos="0">
                    <a:srgbClr val="A58BC2"/>
                  </a:gs>
                  <a:gs pos="65000">
                    <a:srgbClr val="007A86">
                      <a:alpha val="0"/>
                    </a:srgbClr>
                  </a:gs>
                  <a:gs pos="100000">
                    <a:srgbClr val="007A86">
                      <a:alpha val="0"/>
                    </a:srgbClr>
                  </a:gs>
                </a:gsLst>
                <a:lin ang="6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46" name="Google Shape;1946;p7"/>
              <p:cNvSpPr/>
              <p:nvPr/>
            </p:nvSpPr>
            <p:spPr>
              <a:xfrm>
                <a:off x="7417599" y="782435"/>
                <a:ext cx="2335372" cy="939552"/>
              </a:xfrm>
              <a:custGeom>
                <a:avLst/>
                <a:gdLst/>
                <a:ahLst/>
                <a:cxnLst/>
                <a:rect l="l" t="t" r="r" b="b"/>
                <a:pathLst>
                  <a:path w="1920625" h="772694" extrusionOk="0">
                    <a:moveTo>
                      <a:pt x="959995" y="0"/>
                    </a:moveTo>
                    <a:lnTo>
                      <a:pt x="0" y="386030"/>
                    </a:lnTo>
                    <a:lnTo>
                      <a:pt x="959995" y="772694"/>
                    </a:lnTo>
                    <a:lnTo>
                      <a:pt x="1920625" y="386030"/>
                    </a:lnTo>
                    <a:lnTo>
                      <a:pt x="959995"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47" name="Google Shape;1947;p7"/>
              <p:cNvSpPr/>
              <p:nvPr/>
            </p:nvSpPr>
            <p:spPr>
              <a:xfrm>
                <a:off x="6808473" y="2632976"/>
                <a:ext cx="1167299" cy="2969202"/>
              </a:xfrm>
              <a:custGeom>
                <a:avLst/>
                <a:gdLst/>
                <a:ahLst/>
                <a:cxnLst/>
                <a:rect l="l" t="t" r="r" b="b"/>
                <a:pathLst>
                  <a:path w="959994" h="2441891" extrusionOk="0">
                    <a:moveTo>
                      <a:pt x="959995" y="2055227"/>
                    </a:moveTo>
                    <a:lnTo>
                      <a:pt x="0" y="2441892"/>
                    </a:lnTo>
                    <a:lnTo>
                      <a:pt x="0" y="386665"/>
                    </a:lnTo>
                    <a:lnTo>
                      <a:pt x="959995" y="0"/>
                    </a:lnTo>
                    <a:lnTo>
                      <a:pt x="959995" y="2055227"/>
                    </a:lnTo>
                    <a:close/>
                  </a:path>
                </a:pathLst>
              </a:custGeom>
              <a:gradFill>
                <a:gsLst>
                  <a:gs pos="0">
                    <a:srgbClr val="005B64"/>
                  </a:gs>
                  <a:gs pos="63000">
                    <a:srgbClr val="005B64">
                      <a:alpha val="0"/>
                    </a:srgbClr>
                  </a:gs>
                  <a:gs pos="100000">
                    <a:srgbClr val="005B64">
                      <a:alpha val="0"/>
                    </a:srgbClr>
                  </a:gs>
                </a:gsLst>
                <a:lin ang="4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48" name="Google Shape;1948;p7"/>
              <p:cNvSpPr/>
              <p:nvPr/>
            </p:nvSpPr>
            <p:spPr>
              <a:xfrm>
                <a:off x="5640400" y="2632976"/>
                <a:ext cx="1168072" cy="2969202"/>
              </a:xfrm>
              <a:custGeom>
                <a:avLst/>
                <a:gdLst/>
                <a:ahLst/>
                <a:cxnLst/>
                <a:rect l="l" t="t" r="r" b="b"/>
                <a:pathLst>
                  <a:path w="960630" h="2441891" extrusionOk="0">
                    <a:moveTo>
                      <a:pt x="960630" y="386665"/>
                    </a:moveTo>
                    <a:lnTo>
                      <a:pt x="0" y="0"/>
                    </a:lnTo>
                    <a:lnTo>
                      <a:pt x="0" y="2055227"/>
                    </a:lnTo>
                    <a:lnTo>
                      <a:pt x="960630" y="2441892"/>
                    </a:lnTo>
                    <a:lnTo>
                      <a:pt x="960630" y="386665"/>
                    </a:lnTo>
                    <a:close/>
                  </a:path>
                </a:pathLst>
              </a:custGeom>
              <a:gradFill>
                <a:gsLst>
                  <a:gs pos="0">
                    <a:schemeClr val="accent1"/>
                  </a:gs>
                  <a:gs pos="65000">
                    <a:srgbClr val="007A86">
                      <a:alpha val="0"/>
                    </a:srgbClr>
                  </a:gs>
                  <a:gs pos="100000">
                    <a:srgbClr val="007A86">
                      <a:alpha val="0"/>
                    </a:srgbClr>
                  </a:gs>
                </a:gsLst>
                <a:lin ang="6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49" name="Google Shape;1949;p7"/>
              <p:cNvSpPr/>
              <p:nvPr/>
            </p:nvSpPr>
            <p:spPr>
              <a:xfrm>
                <a:off x="8652067" y="3987876"/>
                <a:ext cx="1168070" cy="1794954"/>
              </a:xfrm>
              <a:custGeom>
                <a:avLst/>
                <a:gdLst/>
                <a:ahLst/>
                <a:cxnLst/>
                <a:rect l="l" t="t" r="r" b="b"/>
                <a:pathLst>
                  <a:path w="960629" h="1476182" extrusionOk="0">
                    <a:moveTo>
                      <a:pt x="960630" y="1089518"/>
                    </a:moveTo>
                    <a:lnTo>
                      <a:pt x="0" y="1476183"/>
                    </a:lnTo>
                    <a:lnTo>
                      <a:pt x="0" y="386664"/>
                    </a:lnTo>
                    <a:lnTo>
                      <a:pt x="960630" y="0"/>
                    </a:lnTo>
                    <a:lnTo>
                      <a:pt x="960630" y="1089518"/>
                    </a:lnTo>
                    <a:close/>
                  </a:path>
                </a:pathLst>
              </a:custGeom>
              <a:gradFill>
                <a:gsLst>
                  <a:gs pos="0">
                    <a:srgbClr val="004463"/>
                  </a:gs>
                  <a:gs pos="72000">
                    <a:srgbClr val="005B64">
                      <a:alpha val="0"/>
                    </a:srgbClr>
                  </a:gs>
                  <a:gs pos="100000">
                    <a:srgbClr val="005B64">
                      <a:alpha val="0"/>
                    </a:srgbClr>
                  </a:gs>
                </a:gsLst>
                <a:lin ang="4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0" name="Google Shape;1950;p7"/>
              <p:cNvSpPr/>
              <p:nvPr/>
            </p:nvSpPr>
            <p:spPr>
              <a:xfrm>
                <a:off x="7484765" y="3987876"/>
                <a:ext cx="1167300" cy="1794954"/>
              </a:xfrm>
              <a:custGeom>
                <a:avLst/>
                <a:gdLst/>
                <a:ahLst/>
                <a:cxnLst/>
                <a:rect l="l" t="t" r="r" b="b"/>
                <a:pathLst>
                  <a:path w="959995" h="1476182" extrusionOk="0">
                    <a:moveTo>
                      <a:pt x="959996" y="386664"/>
                    </a:moveTo>
                    <a:lnTo>
                      <a:pt x="0" y="0"/>
                    </a:lnTo>
                    <a:lnTo>
                      <a:pt x="0" y="1089518"/>
                    </a:lnTo>
                    <a:lnTo>
                      <a:pt x="959996" y="1476183"/>
                    </a:lnTo>
                    <a:lnTo>
                      <a:pt x="959996" y="386664"/>
                    </a:lnTo>
                    <a:close/>
                  </a:path>
                </a:pathLst>
              </a:custGeom>
              <a:gradFill>
                <a:gsLst>
                  <a:gs pos="0">
                    <a:srgbClr val="39C2FF"/>
                  </a:gs>
                  <a:gs pos="71000">
                    <a:srgbClr val="007A86">
                      <a:alpha val="0"/>
                    </a:srgbClr>
                  </a:gs>
                  <a:gs pos="100000">
                    <a:srgbClr val="007A86">
                      <a:alpha val="0"/>
                    </a:srgbClr>
                  </a:gs>
                </a:gsLst>
                <a:lin ang="6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1" name="Google Shape;1951;p7"/>
              <p:cNvSpPr/>
              <p:nvPr/>
            </p:nvSpPr>
            <p:spPr>
              <a:xfrm>
                <a:off x="7484765" y="3517715"/>
                <a:ext cx="2335372" cy="940325"/>
              </a:xfrm>
              <a:custGeom>
                <a:avLst/>
                <a:gdLst/>
                <a:ahLst/>
                <a:cxnLst/>
                <a:rect l="l" t="t" r="r" b="b"/>
                <a:pathLst>
                  <a:path w="1920625" h="773329" extrusionOk="0">
                    <a:moveTo>
                      <a:pt x="959996" y="0"/>
                    </a:moveTo>
                    <a:lnTo>
                      <a:pt x="0" y="386665"/>
                    </a:lnTo>
                    <a:lnTo>
                      <a:pt x="959996" y="773329"/>
                    </a:lnTo>
                    <a:lnTo>
                      <a:pt x="1920625" y="386665"/>
                    </a:lnTo>
                    <a:lnTo>
                      <a:pt x="959996"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2" name="Google Shape;1952;p7"/>
              <p:cNvSpPr/>
              <p:nvPr/>
            </p:nvSpPr>
            <p:spPr>
              <a:xfrm>
                <a:off x="5640400" y="2163586"/>
                <a:ext cx="2335372" cy="939552"/>
              </a:xfrm>
              <a:custGeom>
                <a:avLst/>
                <a:gdLst/>
                <a:ahLst/>
                <a:cxnLst/>
                <a:rect l="l" t="t" r="r" b="b"/>
                <a:pathLst>
                  <a:path w="1920625" h="772694" extrusionOk="0">
                    <a:moveTo>
                      <a:pt x="960630" y="0"/>
                    </a:moveTo>
                    <a:lnTo>
                      <a:pt x="0" y="386030"/>
                    </a:lnTo>
                    <a:lnTo>
                      <a:pt x="960630" y="772694"/>
                    </a:lnTo>
                    <a:lnTo>
                      <a:pt x="1920625" y="386030"/>
                    </a:lnTo>
                    <a:lnTo>
                      <a:pt x="96063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3" name="Google Shape;1953;p7"/>
              <p:cNvSpPr/>
              <p:nvPr/>
            </p:nvSpPr>
            <p:spPr>
              <a:xfrm>
                <a:off x="7122686" y="4115261"/>
                <a:ext cx="1217482" cy="1095501"/>
              </a:xfrm>
              <a:custGeom>
                <a:avLst/>
                <a:gdLst/>
                <a:ahLst/>
                <a:cxnLst/>
                <a:rect l="l" t="t" r="r" b="b"/>
                <a:pathLst>
                  <a:path w="1001265" h="900947" extrusionOk="0">
                    <a:moveTo>
                      <a:pt x="1001265" y="176507"/>
                    </a:moveTo>
                    <a:lnTo>
                      <a:pt x="563172" y="0"/>
                    </a:lnTo>
                    <a:lnTo>
                      <a:pt x="0" y="724441"/>
                    </a:lnTo>
                    <a:lnTo>
                      <a:pt x="438093" y="900947"/>
                    </a:lnTo>
                    <a:lnTo>
                      <a:pt x="1001265" y="176507"/>
                    </a:lnTo>
                    <a:close/>
                  </a:path>
                </a:pathLst>
              </a:custGeom>
              <a:gradFill>
                <a:gsLst>
                  <a:gs pos="0">
                    <a:srgbClr val="005B84">
                      <a:alpha val="43529"/>
                    </a:srgbClr>
                  </a:gs>
                  <a:gs pos="10000">
                    <a:srgbClr val="005B84">
                      <a:alpha val="43529"/>
                    </a:srgbClr>
                  </a:gs>
                  <a:gs pos="100000">
                    <a:srgbClr val="0193C2">
                      <a:alpha val="57254"/>
                    </a:srgbClr>
                  </a:gs>
                </a:gsLst>
                <a:lin ang="6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4" name="Google Shape;1954;p7"/>
              <p:cNvSpPr/>
              <p:nvPr/>
            </p:nvSpPr>
            <p:spPr>
              <a:xfrm>
                <a:off x="7122686" y="2761904"/>
                <a:ext cx="1217482" cy="1095501"/>
              </a:xfrm>
              <a:custGeom>
                <a:avLst/>
                <a:gdLst/>
                <a:ahLst/>
                <a:cxnLst/>
                <a:rect l="l" t="t" r="r" b="b"/>
                <a:pathLst>
                  <a:path w="1001265" h="900947" extrusionOk="0">
                    <a:moveTo>
                      <a:pt x="1001265" y="725075"/>
                    </a:moveTo>
                    <a:lnTo>
                      <a:pt x="563172" y="900948"/>
                    </a:lnTo>
                    <a:lnTo>
                      <a:pt x="0" y="176507"/>
                    </a:lnTo>
                    <a:lnTo>
                      <a:pt x="438093" y="0"/>
                    </a:lnTo>
                    <a:lnTo>
                      <a:pt x="1001265" y="725075"/>
                    </a:lnTo>
                    <a:close/>
                  </a:path>
                </a:pathLst>
              </a:custGeom>
              <a:gradFill>
                <a:gsLst>
                  <a:gs pos="0">
                    <a:srgbClr val="005B64"/>
                  </a:gs>
                  <a:gs pos="19000">
                    <a:srgbClr val="005B64"/>
                  </a:gs>
                  <a:gs pos="64000">
                    <a:srgbClr val="005B84">
                      <a:alpha val="54117"/>
                    </a:srgbClr>
                  </a:gs>
                  <a:gs pos="100000">
                    <a:srgbClr val="005B84">
                      <a:alpha val="54117"/>
                    </a:srgbClr>
                  </a:gs>
                </a:gsLst>
                <a:lin ang="4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5" name="Google Shape;1955;p7"/>
              <p:cNvSpPr/>
              <p:nvPr/>
            </p:nvSpPr>
            <p:spPr>
              <a:xfrm>
                <a:off x="7085629" y="1394649"/>
                <a:ext cx="1217481" cy="1095501"/>
              </a:xfrm>
              <a:custGeom>
                <a:avLst/>
                <a:gdLst/>
                <a:ahLst/>
                <a:cxnLst/>
                <a:rect l="l" t="t" r="r" b="b"/>
                <a:pathLst>
                  <a:path w="1001264" h="900947" extrusionOk="0">
                    <a:moveTo>
                      <a:pt x="1001265" y="176507"/>
                    </a:moveTo>
                    <a:lnTo>
                      <a:pt x="563171" y="0"/>
                    </a:lnTo>
                    <a:lnTo>
                      <a:pt x="0" y="724441"/>
                    </a:lnTo>
                    <a:lnTo>
                      <a:pt x="438093" y="900948"/>
                    </a:lnTo>
                    <a:lnTo>
                      <a:pt x="1001265" y="176507"/>
                    </a:lnTo>
                    <a:close/>
                  </a:path>
                </a:pathLst>
              </a:custGeom>
              <a:gradFill>
                <a:gsLst>
                  <a:gs pos="0">
                    <a:srgbClr val="6C4B8F">
                      <a:alpha val="85098"/>
                    </a:srgbClr>
                  </a:gs>
                  <a:gs pos="13000">
                    <a:srgbClr val="6C4B8F">
                      <a:alpha val="85098"/>
                    </a:srgbClr>
                  </a:gs>
                  <a:gs pos="98000">
                    <a:srgbClr val="007A86">
                      <a:alpha val="73725"/>
                    </a:srgbClr>
                  </a:gs>
                  <a:gs pos="100000">
                    <a:srgbClr val="007A86">
                      <a:alpha val="73725"/>
                    </a:srgbClr>
                  </a:gs>
                </a:gsLst>
                <a:lin ang="6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6" name="Google Shape;1956;p7"/>
              <p:cNvSpPr/>
              <p:nvPr/>
            </p:nvSpPr>
            <p:spPr>
              <a:xfrm>
                <a:off x="6843985" y="5354359"/>
                <a:ext cx="1168072" cy="1155719"/>
              </a:xfrm>
              <a:custGeom>
                <a:avLst/>
                <a:gdLst/>
                <a:ahLst/>
                <a:cxnLst/>
                <a:rect l="l" t="t" r="r" b="b"/>
                <a:pathLst>
                  <a:path w="960630" h="950471" extrusionOk="0">
                    <a:moveTo>
                      <a:pt x="960630" y="563807"/>
                    </a:moveTo>
                    <a:lnTo>
                      <a:pt x="0" y="950471"/>
                    </a:lnTo>
                    <a:lnTo>
                      <a:pt x="0" y="386664"/>
                    </a:lnTo>
                    <a:lnTo>
                      <a:pt x="960630" y="0"/>
                    </a:lnTo>
                    <a:lnTo>
                      <a:pt x="960630" y="563807"/>
                    </a:lnTo>
                    <a:close/>
                  </a:path>
                </a:pathLst>
              </a:custGeom>
              <a:gradFill>
                <a:gsLst>
                  <a:gs pos="0">
                    <a:srgbClr val="487807"/>
                  </a:gs>
                  <a:gs pos="63000">
                    <a:srgbClr val="005B64">
                      <a:alpha val="0"/>
                    </a:srgbClr>
                  </a:gs>
                  <a:gs pos="100000">
                    <a:srgbClr val="005B64">
                      <a:alpha val="0"/>
                    </a:srgbClr>
                  </a:gs>
                </a:gsLst>
                <a:lin ang="42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7" name="Google Shape;1957;p7"/>
              <p:cNvSpPr/>
              <p:nvPr/>
            </p:nvSpPr>
            <p:spPr>
              <a:xfrm>
                <a:off x="5675914" y="5354359"/>
                <a:ext cx="1168070" cy="1155719"/>
              </a:xfrm>
              <a:custGeom>
                <a:avLst/>
                <a:gdLst/>
                <a:ahLst/>
                <a:cxnLst/>
                <a:rect l="l" t="t" r="r" b="b"/>
                <a:pathLst>
                  <a:path w="960629" h="950471" extrusionOk="0">
                    <a:moveTo>
                      <a:pt x="960630" y="386664"/>
                    </a:moveTo>
                    <a:lnTo>
                      <a:pt x="0" y="0"/>
                    </a:lnTo>
                    <a:lnTo>
                      <a:pt x="0" y="563807"/>
                    </a:lnTo>
                    <a:lnTo>
                      <a:pt x="960630" y="950471"/>
                    </a:lnTo>
                    <a:lnTo>
                      <a:pt x="960630" y="386664"/>
                    </a:lnTo>
                    <a:close/>
                  </a:path>
                </a:pathLst>
              </a:custGeom>
              <a:gradFill>
                <a:gsLst>
                  <a:gs pos="0">
                    <a:srgbClr val="AEF44D"/>
                  </a:gs>
                  <a:gs pos="64000">
                    <a:srgbClr val="007A86">
                      <a:alpha val="0"/>
                    </a:srgbClr>
                  </a:gs>
                  <a:gs pos="100000">
                    <a:srgbClr val="007A86">
                      <a:alpha val="0"/>
                    </a:srgbClr>
                  </a:gs>
                </a:gsLst>
                <a:lin ang="66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8" name="Google Shape;1958;p7"/>
              <p:cNvSpPr/>
              <p:nvPr/>
            </p:nvSpPr>
            <p:spPr>
              <a:xfrm>
                <a:off x="5675914" y="4884196"/>
                <a:ext cx="2336144" cy="940325"/>
              </a:xfrm>
              <a:custGeom>
                <a:avLst/>
                <a:gdLst/>
                <a:ahLst/>
                <a:cxnLst/>
                <a:rect l="l" t="t" r="r" b="b"/>
                <a:pathLst>
                  <a:path w="1921260" h="773329" extrusionOk="0">
                    <a:moveTo>
                      <a:pt x="960630" y="0"/>
                    </a:moveTo>
                    <a:lnTo>
                      <a:pt x="0" y="386665"/>
                    </a:lnTo>
                    <a:lnTo>
                      <a:pt x="960630" y="773329"/>
                    </a:lnTo>
                    <a:lnTo>
                      <a:pt x="1921260" y="386665"/>
                    </a:lnTo>
                    <a:lnTo>
                      <a:pt x="96063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59" name="Google Shape;1959;p7"/>
              <p:cNvSpPr/>
              <p:nvPr/>
            </p:nvSpPr>
            <p:spPr>
              <a:xfrm>
                <a:off x="8054082" y="1052860"/>
                <a:ext cx="1071468" cy="452871"/>
              </a:xfrm>
              <a:prstGeom prst="ellipse">
                <a:avLst/>
              </a:prstGeom>
              <a:gradFill>
                <a:gsLst>
                  <a:gs pos="0">
                    <a:srgbClr val="FFFFFF">
                      <a:alpha val="0"/>
                    </a:srgbClr>
                  </a:gs>
                  <a:gs pos="89000">
                    <a:srgbClr val="FFFFFF">
                      <a:alpha val="0"/>
                    </a:srgbClr>
                  </a:gs>
                  <a:gs pos="99000">
                    <a:srgbClr val="FFFFFF">
                      <a:alpha val="40000"/>
                    </a:srgbClr>
                  </a:gs>
                  <a:gs pos="100000">
                    <a:srgbClr val="FFFFFF">
                      <a:alpha val="40000"/>
                    </a:srgbClr>
                  </a:gs>
                </a:gsLst>
                <a:path path="circle">
                  <a:fillToRect l="50000" t="50000" r="50000" b="50000"/>
                </a:path>
                <a:tileRect/>
              </a:gradFill>
              <a:ln w="9525" cap="flat" cmpd="sng">
                <a:solidFill>
                  <a:schemeClr val="lt1">
                    <a:alpha val="44313"/>
                  </a:schemeClr>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0" name="Google Shape;1960;p7"/>
              <p:cNvSpPr/>
              <p:nvPr/>
            </p:nvSpPr>
            <p:spPr>
              <a:xfrm>
                <a:off x="8146984" y="679770"/>
                <a:ext cx="860611" cy="860611"/>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chemeClr val="lt1"/>
                    </a:solidFill>
                    <a:latin typeface="Arial"/>
                    <a:ea typeface="Arial"/>
                    <a:cs typeface="Arial"/>
                    <a:sym typeface="Arial"/>
                  </a:rPr>
                  <a:t>4</a:t>
                </a:r>
                <a:endParaRPr sz="4800" b="1" i="0" u="none" strike="noStrike" cap="none">
                  <a:solidFill>
                    <a:schemeClr val="lt1"/>
                  </a:solidFill>
                  <a:latin typeface="Arial"/>
                  <a:ea typeface="Arial"/>
                  <a:cs typeface="Arial"/>
                  <a:sym typeface="Arial"/>
                </a:endParaRPr>
              </a:p>
            </p:txBody>
          </p:sp>
          <p:sp>
            <p:nvSpPr>
              <p:cNvPr id="1961" name="Google Shape;1961;p7"/>
              <p:cNvSpPr/>
              <p:nvPr/>
            </p:nvSpPr>
            <p:spPr>
              <a:xfrm>
                <a:off x="8122556" y="3743948"/>
                <a:ext cx="1071468" cy="452871"/>
              </a:xfrm>
              <a:prstGeom prst="ellipse">
                <a:avLst/>
              </a:prstGeom>
              <a:gradFill>
                <a:gsLst>
                  <a:gs pos="0">
                    <a:srgbClr val="FFFFFF">
                      <a:alpha val="0"/>
                    </a:srgbClr>
                  </a:gs>
                  <a:gs pos="89000">
                    <a:srgbClr val="FFFFFF">
                      <a:alpha val="0"/>
                    </a:srgbClr>
                  </a:gs>
                  <a:gs pos="99000">
                    <a:srgbClr val="FFFFFF">
                      <a:alpha val="40000"/>
                    </a:srgbClr>
                  </a:gs>
                  <a:gs pos="100000">
                    <a:srgbClr val="FFFFFF">
                      <a:alpha val="40000"/>
                    </a:srgbClr>
                  </a:gs>
                </a:gsLst>
                <a:path path="circle">
                  <a:fillToRect l="50000" t="50000" r="50000" b="50000"/>
                </a:path>
                <a:tileRect/>
              </a:gradFill>
              <a:ln w="9525" cap="flat" cmpd="sng">
                <a:solidFill>
                  <a:schemeClr val="lt1">
                    <a:alpha val="44313"/>
                  </a:schemeClr>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2" name="Google Shape;1962;p7"/>
              <p:cNvSpPr/>
              <p:nvPr/>
            </p:nvSpPr>
            <p:spPr>
              <a:xfrm>
                <a:off x="8227984" y="3370858"/>
                <a:ext cx="860611" cy="860611"/>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chemeClr val="lt1"/>
                    </a:solidFill>
                    <a:latin typeface="Arial"/>
                    <a:ea typeface="Arial"/>
                    <a:cs typeface="Arial"/>
                    <a:sym typeface="Arial"/>
                  </a:rPr>
                  <a:t>2</a:t>
                </a:r>
                <a:endParaRPr sz="4800" b="1" i="0" u="none" strike="noStrike" cap="none">
                  <a:solidFill>
                    <a:schemeClr val="lt1"/>
                  </a:solidFill>
                  <a:latin typeface="Arial"/>
                  <a:ea typeface="Arial"/>
                  <a:cs typeface="Arial"/>
                  <a:sym typeface="Arial"/>
                </a:endParaRPr>
              </a:p>
            </p:txBody>
          </p:sp>
          <p:sp>
            <p:nvSpPr>
              <p:cNvPr id="1963" name="Google Shape;1963;p7"/>
              <p:cNvSpPr/>
              <p:nvPr/>
            </p:nvSpPr>
            <p:spPr>
              <a:xfrm>
                <a:off x="6246169" y="2404599"/>
                <a:ext cx="1071468" cy="452871"/>
              </a:xfrm>
              <a:prstGeom prst="ellipse">
                <a:avLst/>
              </a:prstGeom>
              <a:gradFill>
                <a:gsLst>
                  <a:gs pos="0">
                    <a:srgbClr val="FFFFFF">
                      <a:alpha val="0"/>
                    </a:srgbClr>
                  </a:gs>
                  <a:gs pos="89000">
                    <a:srgbClr val="FFFFFF">
                      <a:alpha val="0"/>
                    </a:srgbClr>
                  </a:gs>
                  <a:gs pos="99000">
                    <a:srgbClr val="FFFFFF">
                      <a:alpha val="40000"/>
                    </a:srgbClr>
                  </a:gs>
                  <a:gs pos="100000">
                    <a:srgbClr val="FFFFFF">
                      <a:alpha val="40000"/>
                    </a:srgbClr>
                  </a:gs>
                </a:gsLst>
                <a:path path="circle">
                  <a:fillToRect l="50000" t="50000" r="50000" b="50000"/>
                </a:path>
                <a:tileRect/>
              </a:gradFill>
              <a:ln w="9525" cap="flat" cmpd="sng">
                <a:solidFill>
                  <a:schemeClr val="lt1">
                    <a:alpha val="44313"/>
                  </a:schemeClr>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4" name="Google Shape;1964;p7"/>
              <p:cNvSpPr/>
              <p:nvPr/>
            </p:nvSpPr>
            <p:spPr>
              <a:xfrm>
                <a:off x="6351597" y="2031509"/>
                <a:ext cx="860611" cy="860611"/>
              </a:xfrm>
              <a:prstGeom prst="ellipse">
                <a:avLst/>
              </a:prstGeom>
              <a:no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rgbClr val="FFFFFF"/>
                    </a:solidFill>
                    <a:latin typeface="Arial"/>
                    <a:ea typeface="Arial"/>
                    <a:cs typeface="Arial"/>
                    <a:sym typeface="Arial"/>
                  </a:rPr>
                  <a:t>3</a:t>
                </a:r>
                <a:endParaRPr sz="4800" b="1" i="0" u="none" strike="noStrike" cap="none">
                  <a:solidFill>
                    <a:srgbClr val="FFFFFF"/>
                  </a:solidFill>
                  <a:latin typeface="Arial"/>
                  <a:ea typeface="Arial"/>
                  <a:cs typeface="Arial"/>
                  <a:sym typeface="Arial"/>
                </a:endParaRPr>
              </a:p>
            </p:txBody>
          </p:sp>
          <p:sp>
            <p:nvSpPr>
              <p:cNvPr id="1965" name="Google Shape;1965;p7"/>
              <p:cNvSpPr/>
              <p:nvPr/>
            </p:nvSpPr>
            <p:spPr>
              <a:xfrm>
                <a:off x="6302536" y="5160325"/>
                <a:ext cx="1071468" cy="452871"/>
              </a:xfrm>
              <a:prstGeom prst="ellipse">
                <a:avLst/>
              </a:prstGeom>
              <a:gradFill>
                <a:gsLst>
                  <a:gs pos="0">
                    <a:srgbClr val="FFFFFF">
                      <a:alpha val="0"/>
                    </a:srgbClr>
                  </a:gs>
                  <a:gs pos="89000">
                    <a:srgbClr val="FFFFFF">
                      <a:alpha val="0"/>
                    </a:srgbClr>
                  </a:gs>
                  <a:gs pos="99000">
                    <a:srgbClr val="FFFFFF">
                      <a:alpha val="40000"/>
                    </a:srgbClr>
                  </a:gs>
                  <a:gs pos="100000">
                    <a:srgbClr val="FFFFFF">
                      <a:alpha val="40000"/>
                    </a:srgbClr>
                  </a:gs>
                </a:gsLst>
                <a:path path="circle">
                  <a:fillToRect l="50000" t="50000" r="50000" b="50000"/>
                </a:path>
                <a:tileRect/>
              </a:gradFill>
              <a:ln w="9525" cap="flat" cmpd="sng">
                <a:solidFill>
                  <a:schemeClr val="lt1">
                    <a:alpha val="44313"/>
                  </a:schemeClr>
                </a:solidFill>
                <a:prstDash val="solid"/>
                <a:round/>
                <a:headEnd type="none" w="sm" len="sm"/>
                <a:tailEnd type="none" w="sm" len="sm"/>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6" name="Google Shape;1966;p7"/>
              <p:cNvSpPr/>
              <p:nvPr/>
            </p:nvSpPr>
            <p:spPr>
              <a:xfrm>
                <a:off x="6389175" y="4787235"/>
                <a:ext cx="860611" cy="860611"/>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chemeClr val="lt1"/>
                    </a:solidFill>
                    <a:latin typeface="Arial"/>
                    <a:ea typeface="Arial"/>
                    <a:cs typeface="Arial"/>
                    <a:sym typeface="Arial"/>
                  </a:rPr>
                  <a:t>1</a:t>
                </a:r>
                <a:endParaRPr sz="4800" b="1" i="0" u="none" strike="noStrike" cap="none">
                  <a:solidFill>
                    <a:schemeClr val="lt1"/>
                  </a:solidFill>
                  <a:latin typeface="Arial"/>
                  <a:ea typeface="Arial"/>
                  <a:cs typeface="Arial"/>
                  <a:sym typeface="Arial"/>
                </a:endParaRPr>
              </a:p>
            </p:txBody>
          </p:sp>
        </p:grpSp>
      </p:grpSp>
      <p:sp>
        <p:nvSpPr>
          <p:cNvPr id="1967" name="Google Shape;1967;p7"/>
          <p:cNvSpPr txBox="1"/>
          <p:nvPr/>
        </p:nvSpPr>
        <p:spPr>
          <a:xfrm>
            <a:off x="676690" y="4116852"/>
            <a:ext cx="2423556" cy="123110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accent3"/>
              </a:buClr>
              <a:buSzPts val="2000"/>
              <a:buFont typeface="Arial"/>
              <a:buNone/>
            </a:pPr>
            <a:r>
              <a:rPr lang="en-US" sz="2000" b="0" i="0" u="none" strike="noStrike" cap="none">
                <a:solidFill>
                  <a:schemeClr val="accent3"/>
                </a:solidFill>
                <a:latin typeface="Arial"/>
                <a:ea typeface="Arial"/>
                <a:cs typeface="Arial"/>
                <a:sym typeface="Arial"/>
              </a:rPr>
              <a:t>Helping you on </a:t>
            </a:r>
            <a:br>
              <a:rPr lang="en-US" sz="2000" b="0" i="0" u="none" strike="noStrike" cap="none">
                <a:solidFill>
                  <a:schemeClr val="accent3"/>
                </a:solidFill>
                <a:latin typeface="Arial"/>
                <a:ea typeface="Arial"/>
                <a:cs typeface="Arial"/>
                <a:sym typeface="Arial"/>
              </a:rPr>
            </a:br>
            <a:r>
              <a:rPr lang="en-US" sz="2000" b="0" i="0" u="none" strike="noStrike" cap="none">
                <a:solidFill>
                  <a:schemeClr val="accent3"/>
                </a:solidFill>
                <a:latin typeface="Arial"/>
                <a:ea typeface="Arial"/>
                <a:cs typeface="Arial"/>
                <a:sym typeface="Arial"/>
              </a:rPr>
              <a:t>the journey to reaching your goals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endParaRPr sz="2000" b="0" i="0" u="none" strike="noStrike" cap="none">
              <a:solidFill>
                <a:schemeClr val="accent3"/>
              </a:solidFill>
              <a:latin typeface="Arial"/>
              <a:ea typeface="Arial"/>
              <a:cs typeface="Arial"/>
              <a:sym typeface="Arial"/>
            </a:endParaRPr>
          </a:p>
        </p:txBody>
      </p:sp>
      <p:sp>
        <p:nvSpPr>
          <p:cNvPr id="1968" name="Google Shape;1968;p7"/>
          <p:cNvSpPr txBox="1"/>
          <p:nvPr/>
        </p:nvSpPr>
        <p:spPr>
          <a:xfrm>
            <a:off x="680890" y="924092"/>
            <a:ext cx="2979047" cy="821946"/>
          </a:xfrm>
          <a:prstGeom prst="rect">
            <a:avLst/>
          </a:prstGeom>
          <a:noFill/>
          <a:ln>
            <a:noFill/>
          </a:ln>
        </p:spPr>
        <p:txBody>
          <a:bodyPr spcFirstLastPara="1" wrap="square" lIns="0" tIns="45675" rIns="91375" bIns="45675" anchor="b"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Take the </a:t>
            </a:r>
            <a:br>
              <a:rPr lang="en-US" sz="2400" b="0" i="0" u="none" strike="noStrike" cap="none">
                <a:solidFill>
                  <a:schemeClr val="dk1"/>
                </a:solidFill>
                <a:latin typeface="Arial"/>
                <a:ea typeface="Arial"/>
                <a:cs typeface="Arial"/>
                <a:sym typeface="Arial"/>
              </a:rPr>
            </a:br>
            <a:r>
              <a:rPr lang="en-US" sz="2400" b="0" i="0" u="none" strike="noStrike" cap="none">
                <a:solidFill>
                  <a:schemeClr val="dk1"/>
                </a:solidFill>
                <a:latin typeface="Arial"/>
                <a:ea typeface="Arial"/>
                <a:cs typeface="Arial"/>
                <a:sym typeface="Arial"/>
              </a:rPr>
              <a:t>first step with</a:t>
            </a:r>
            <a:endParaRPr sz="1400" b="0" i="0" u="none" strike="noStrike" cap="none">
              <a:solidFill>
                <a:srgbClr val="000000"/>
              </a:solidFill>
              <a:latin typeface="Arial"/>
              <a:ea typeface="Arial"/>
              <a:cs typeface="Arial"/>
              <a:sym typeface="Arial"/>
            </a:endParaRPr>
          </a:p>
        </p:txBody>
      </p:sp>
      <p:sp>
        <p:nvSpPr>
          <p:cNvPr id="1969" name="Google Shape;1969;p7"/>
          <p:cNvSpPr txBox="1"/>
          <p:nvPr/>
        </p:nvSpPr>
        <p:spPr>
          <a:xfrm>
            <a:off x="671426" y="2365474"/>
            <a:ext cx="3413738" cy="821946"/>
          </a:xfrm>
          <a:prstGeom prst="rect">
            <a:avLst/>
          </a:prstGeom>
          <a:noFill/>
          <a:ln>
            <a:noFill/>
          </a:ln>
        </p:spPr>
        <p:txBody>
          <a:bodyPr spcFirstLastPara="1" wrap="square" lIns="0" tIns="45675" rIns="91375" bIns="45675" anchor="ctr" anchorCtr="0">
            <a:noAutofit/>
          </a:bodyPr>
          <a:lstStyle/>
          <a:p>
            <a:pPr marL="0" marR="0" lvl="0" indent="0" algn="l" rtl="0">
              <a:lnSpc>
                <a:spcPct val="90000"/>
              </a:lnSpc>
              <a:spcBef>
                <a:spcPts val="0"/>
              </a:spcBef>
              <a:spcAft>
                <a:spcPts val="600"/>
              </a:spcAft>
              <a:buClr>
                <a:srgbClr val="000000"/>
              </a:buClr>
              <a:buSzPts val="4000"/>
              <a:buFont typeface="Arial"/>
              <a:buNone/>
            </a:pPr>
            <a:r>
              <a:rPr lang="en-US" sz="4000" b="0" i="0" u="none" strike="noStrike" cap="none">
                <a:solidFill>
                  <a:schemeClr val="accent2"/>
                </a:solidFill>
                <a:latin typeface="Arial"/>
                <a:ea typeface="Arial"/>
                <a:cs typeface="Arial"/>
                <a:sym typeface="Arial"/>
              </a:rPr>
              <a:t>The Cloud Maturity Model</a:t>
            </a:r>
            <a:endParaRPr sz="1400" b="0" i="0" u="none" strike="noStrike" cap="none">
              <a:solidFill>
                <a:srgbClr val="000000"/>
              </a:solidFill>
              <a:latin typeface="Arial"/>
              <a:ea typeface="Arial"/>
              <a:cs typeface="Arial"/>
              <a:sym typeface="Arial"/>
            </a:endParaRPr>
          </a:p>
        </p:txBody>
      </p:sp>
      <p:pic>
        <p:nvPicPr>
          <p:cNvPr id="1970" name="Google Shape;1970;p7"/>
          <p:cNvPicPr preferRelativeResize="0"/>
          <p:nvPr/>
        </p:nvPicPr>
        <p:blipFill rotWithShape="1">
          <a:blip r:embed="rId3">
            <a:alphaModFix amt="50000"/>
          </a:blip>
          <a:srcRect t="47733" r="1618" b="-46969"/>
          <a:stretch/>
        </p:blipFill>
        <p:spPr>
          <a:xfrm rot="-5400000">
            <a:off x="684888" y="3261510"/>
            <a:ext cx="6857999" cy="334978"/>
          </a:xfrm>
          <a:prstGeom prst="rect">
            <a:avLst/>
          </a:prstGeom>
          <a:noFill/>
          <a:ln>
            <a:noFill/>
          </a:ln>
        </p:spPr>
      </p:pic>
      <p:cxnSp>
        <p:nvCxnSpPr>
          <p:cNvPr id="1971" name="Google Shape;1971;p7"/>
          <p:cNvCxnSpPr/>
          <p:nvPr/>
        </p:nvCxnSpPr>
        <p:spPr>
          <a:xfrm>
            <a:off x="671426" y="3793167"/>
            <a:ext cx="2428820" cy="0"/>
          </a:xfrm>
          <a:prstGeom prst="straightConnector1">
            <a:avLst/>
          </a:prstGeom>
          <a:noFill/>
          <a:ln w="9525" cap="flat" cmpd="sng">
            <a:solidFill>
              <a:schemeClr val="accent3"/>
            </a:solidFill>
            <a:prstDash val="solid"/>
            <a:miter lim="800000"/>
            <a:headEnd type="none" w="sm" len="sm"/>
            <a:tailEnd type="none" w="sm" len="sm"/>
          </a:ln>
        </p:spPr>
      </p:cxnSp>
      <p:sp>
        <p:nvSpPr>
          <p:cNvPr id="1972" name="Google Shape;1972;p7"/>
          <p:cNvSpPr/>
          <p:nvPr/>
        </p:nvSpPr>
        <p:spPr>
          <a:xfrm>
            <a:off x="0" y="0"/>
            <a:ext cx="1218882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973" name="Google Shape;1973;p7"/>
          <p:cNvGrpSpPr/>
          <p:nvPr/>
        </p:nvGrpSpPr>
        <p:grpSpPr>
          <a:xfrm>
            <a:off x="6951320" y="253240"/>
            <a:ext cx="3340642" cy="882654"/>
            <a:chOff x="5336352" y="327364"/>
            <a:chExt cx="6105206" cy="1613097"/>
          </a:xfrm>
        </p:grpSpPr>
        <p:sp>
          <p:nvSpPr>
            <p:cNvPr id="1974" name="Google Shape;1974;p7"/>
            <p:cNvSpPr/>
            <p:nvPr/>
          </p:nvSpPr>
          <p:spPr>
            <a:xfrm>
              <a:off x="5336352" y="1146804"/>
              <a:ext cx="2241110" cy="793657"/>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accent3">
                <a:alpha val="15686"/>
              </a:scheme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75" name="Google Shape;1975;p7"/>
            <p:cNvSpPr/>
            <p:nvPr/>
          </p:nvSpPr>
          <p:spPr>
            <a:xfrm flipH="1">
              <a:off x="9780702" y="812002"/>
              <a:ext cx="1660856" cy="588169"/>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accent3">
                <a:alpha val="15686"/>
              </a:scheme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76" name="Google Shape;1976;p7"/>
            <p:cNvSpPr/>
            <p:nvPr/>
          </p:nvSpPr>
          <p:spPr>
            <a:xfrm>
              <a:off x="8302345" y="327364"/>
              <a:ext cx="1832959" cy="649117"/>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accent3">
                <a:alpha val="15686"/>
              </a:scheme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1"/>
        <p:cNvGrpSpPr/>
        <p:nvPr/>
      </p:nvGrpSpPr>
      <p:grpSpPr>
        <a:xfrm>
          <a:off x="0" y="0"/>
          <a:ext cx="0" cy="0"/>
          <a:chOff x="0" y="0"/>
          <a:chExt cx="0" cy="0"/>
        </a:xfrm>
      </p:grpSpPr>
      <p:sp>
        <p:nvSpPr>
          <p:cNvPr id="1982" name="Google Shape;1982;p6"/>
          <p:cNvSpPr/>
          <p:nvPr/>
        </p:nvSpPr>
        <p:spPr>
          <a:xfrm>
            <a:off x="4961966" y="941294"/>
            <a:ext cx="6858000" cy="5728446"/>
          </a:xfrm>
          <a:prstGeom prst="roundRect">
            <a:avLst>
              <a:gd name="adj" fmla="val 3578"/>
            </a:avLst>
          </a:prstGeom>
          <a:gradFill>
            <a:gsLst>
              <a:gs pos="0">
                <a:srgbClr val="0098C7">
                  <a:alpha val="40000"/>
                </a:srgbClr>
              </a:gs>
              <a:gs pos="35000">
                <a:srgbClr val="0098C7">
                  <a:alpha val="40000"/>
                </a:srgbClr>
              </a:gs>
              <a:gs pos="52999">
                <a:srgbClr val="0098C7">
                  <a:alpha val="21568"/>
                </a:srgbClr>
              </a:gs>
              <a:gs pos="96000">
                <a:srgbClr val="0098C7">
                  <a:alpha val="2352"/>
                </a:srgbClr>
              </a:gs>
              <a:gs pos="100000">
                <a:srgbClr val="0098C7">
                  <a:alpha val="2352"/>
                </a:srgbClr>
              </a:gs>
            </a:gsLst>
            <a:lin ang="8100000" scaled="0"/>
          </a:gra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0"/>
              </a:solidFill>
              <a:latin typeface="Arial"/>
              <a:ea typeface="Arial"/>
              <a:cs typeface="Arial"/>
              <a:sym typeface="Arial"/>
            </a:endParaRPr>
          </a:p>
        </p:txBody>
      </p:sp>
      <p:sp>
        <p:nvSpPr>
          <p:cNvPr id="1983" name="Google Shape;1983;p6"/>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dk1"/>
              </a:buClr>
              <a:buSzPts val="2800"/>
              <a:buFont typeface="Arial"/>
              <a:buNone/>
            </a:pPr>
            <a:r>
              <a:rPr lang="en-US">
                <a:solidFill>
                  <a:schemeClr val="dk1"/>
                </a:solidFill>
              </a:rPr>
              <a:t>VMware Cloud Foundation – The Private Cloud Platform </a:t>
            </a:r>
            <a:endParaRPr/>
          </a:p>
        </p:txBody>
      </p:sp>
      <p:sp>
        <p:nvSpPr>
          <p:cNvPr id="1984" name="Google Shape;1984;p6"/>
          <p:cNvSpPr/>
          <p:nvPr/>
        </p:nvSpPr>
        <p:spPr>
          <a:xfrm>
            <a:off x="596592" y="1375060"/>
            <a:ext cx="4688231" cy="4676116"/>
          </a:xfrm>
          <a:prstGeom prst="roundRect">
            <a:avLst>
              <a:gd name="adj" fmla="val 3578"/>
            </a:avLst>
          </a:prstGeom>
          <a:solidFill>
            <a:srgbClr val="F2F2F2"/>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1985" name="Google Shape;1985;p6"/>
          <p:cNvGrpSpPr/>
          <p:nvPr/>
        </p:nvGrpSpPr>
        <p:grpSpPr>
          <a:xfrm>
            <a:off x="8307955" y="4356983"/>
            <a:ext cx="1305103" cy="490152"/>
            <a:chOff x="5557620" y="4472984"/>
            <a:chExt cx="966021" cy="362806"/>
          </a:xfrm>
        </p:grpSpPr>
        <p:grpSp>
          <p:nvGrpSpPr>
            <p:cNvPr id="1986" name="Google Shape;1986;p6"/>
            <p:cNvGrpSpPr/>
            <p:nvPr/>
          </p:nvGrpSpPr>
          <p:grpSpPr>
            <a:xfrm>
              <a:off x="5557620" y="4472986"/>
              <a:ext cx="219468" cy="362804"/>
              <a:chOff x="2677630" y="4608054"/>
              <a:chExt cx="219525" cy="362900"/>
            </a:xfrm>
          </p:grpSpPr>
          <p:sp>
            <p:nvSpPr>
              <p:cNvPr id="1987" name="Google Shape;1987;p6"/>
              <p:cNvSpPr/>
              <p:nvPr/>
            </p:nvSpPr>
            <p:spPr>
              <a:xfrm rot="-5400000">
                <a:off x="2711073" y="4574611"/>
                <a:ext cx="152637" cy="21952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1988" name="Google Shape;1988;p6"/>
              <p:cNvSpPr/>
              <p:nvPr/>
            </p:nvSpPr>
            <p:spPr>
              <a:xfrm rot="-5400000">
                <a:off x="2711073" y="4679742"/>
                <a:ext cx="152638" cy="21952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1989" name="Google Shape;1989;p6"/>
              <p:cNvSpPr/>
              <p:nvPr/>
            </p:nvSpPr>
            <p:spPr>
              <a:xfrm rot="-5400000">
                <a:off x="2711073" y="4784873"/>
                <a:ext cx="152637" cy="219524"/>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grpSp>
        <p:grpSp>
          <p:nvGrpSpPr>
            <p:cNvPr id="1990" name="Google Shape;1990;p6"/>
            <p:cNvGrpSpPr/>
            <p:nvPr/>
          </p:nvGrpSpPr>
          <p:grpSpPr>
            <a:xfrm>
              <a:off x="5808049" y="4472984"/>
              <a:ext cx="219468" cy="362806"/>
              <a:chOff x="2928125" y="4608054"/>
              <a:chExt cx="219525" cy="362901"/>
            </a:xfrm>
          </p:grpSpPr>
          <p:sp>
            <p:nvSpPr>
              <p:cNvPr id="1991" name="Google Shape;1991;p6"/>
              <p:cNvSpPr/>
              <p:nvPr/>
            </p:nvSpPr>
            <p:spPr>
              <a:xfrm rot="5400000" flipH="1">
                <a:off x="2961568" y="4784874"/>
                <a:ext cx="152637" cy="21952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1992" name="Google Shape;1992;p6"/>
              <p:cNvSpPr/>
              <p:nvPr/>
            </p:nvSpPr>
            <p:spPr>
              <a:xfrm rot="5400000" flipH="1">
                <a:off x="2961568" y="4679740"/>
                <a:ext cx="152638" cy="21952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1993" name="Google Shape;1993;p6"/>
              <p:cNvSpPr/>
              <p:nvPr/>
            </p:nvSpPr>
            <p:spPr>
              <a:xfrm rot="5400000" flipH="1">
                <a:off x="2961568" y="4574610"/>
                <a:ext cx="152637" cy="219524"/>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grpSp>
        <p:grpSp>
          <p:nvGrpSpPr>
            <p:cNvPr id="1994" name="Google Shape;1994;p6"/>
            <p:cNvGrpSpPr/>
            <p:nvPr/>
          </p:nvGrpSpPr>
          <p:grpSpPr>
            <a:xfrm>
              <a:off x="6053744" y="4472986"/>
              <a:ext cx="219468" cy="362804"/>
              <a:chOff x="3173882" y="4608054"/>
              <a:chExt cx="219525" cy="362900"/>
            </a:xfrm>
          </p:grpSpPr>
          <p:sp>
            <p:nvSpPr>
              <p:cNvPr id="1995" name="Google Shape;1995;p6"/>
              <p:cNvSpPr/>
              <p:nvPr/>
            </p:nvSpPr>
            <p:spPr>
              <a:xfrm rot="-5400000">
                <a:off x="3207326" y="4574611"/>
                <a:ext cx="152637" cy="21952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1996" name="Google Shape;1996;p6"/>
              <p:cNvSpPr/>
              <p:nvPr/>
            </p:nvSpPr>
            <p:spPr>
              <a:xfrm rot="-5400000">
                <a:off x="3207326" y="4679742"/>
                <a:ext cx="152638" cy="21952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1997" name="Google Shape;1997;p6"/>
              <p:cNvSpPr/>
              <p:nvPr/>
            </p:nvSpPr>
            <p:spPr>
              <a:xfrm rot="-5400000">
                <a:off x="3207326" y="4784873"/>
                <a:ext cx="152637" cy="219524"/>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grpSp>
        <p:grpSp>
          <p:nvGrpSpPr>
            <p:cNvPr id="1998" name="Google Shape;1998;p6"/>
            <p:cNvGrpSpPr/>
            <p:nvPr/>
          </p:nvGrpSpPr>
          <p:grpSpPr>
            <a:xfrm>
              <a:off x="6304173" y="4472984"/>
              <a:ext cx="219468" cy="362806"/>
              <a:chOff x="3424378" y="4608054"/>
              <a:chExt cx="219525" cy="362901"/>
            </a:xfrm>
          </p:grpSpPr>
          <p:sp>
            <p:nvSpPr>
              <p:cNvPr id="1999" name="Google Shape;1999;p6"/>
              <p:cNvSpPr/>
              <p:nvPr/>
            </p:nvSpPr>
            <p:spPr>
              <a:xfrm rot="5400000" flipH="1">
                <a:off x="3457821" y="4784874"/>
                <a:ext cx="152637" cy="21952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000" name="Google Shape;2000;p6"/>
              <p:cNvSpPr/>
              <p:nvPr/>
            </p:nvSpPr>
            <p:spPr>
              <a:xfrm rot="5400000" flipH="1">
                <a:off x="3457821" y="4679740"/>
                <a:ext cx="152638" cy="21952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001" name="Google Shape;2001;p6"/>
              <p:cNvSpPr/>
              <p:nvPr/>
            </p:nvSpPr>
            <p:spPr>
              <a:xfrm rot="5400000" flipH="1">
                <a:off x="3457821" y="4574610"/>
                <a:ext cx="152637" cy="219524"/>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grpSp>
      </p:grpSp>
      <p:sp>
        <p:nvSpPr>
          <p:cNvPr id="2002" name="Google Shape;2002;p6"/>
          <p:cNvSpPr/>
          <p:nvPr/>
        </p:nvSpPr>
        <p:spPr>
          <a:xfrm>
            <a:off x="9788133" y="5505935"/>
            <a:ext cx="1804100" cy="229726"/>
          </a:xfrm>
          <a:custGeom>
            <a:avLst/>
            <a:gdLst/>
            <a:ahLst/>
            <a:cxnLst/>
            <a:rect l="l" t="t" r="r" b="b"/>
            <a:pathLst>
              <a:path w="1216" h="152" extrusionOk="0">
                <a:moveTo>
                  <a:pt x="351" y="0"/>
                </a:moveTo>
                <a:cubicBezTo>
                  <a:pt x="491" y="0"/>
                  <a:pt x="612" y="106"/>
                  <a:pt x="707" y="106"/>
                </a:cubicBezTo>
                <a:cubicBezTo>
                  <a:pt x="800" y="106"/>
                  <a:pt x="865" y="44"/>
                  <a:pt x="959" y="44"/>
                </a:cubicBezTo>
                <a:cubicBezTo>
                  <a:pt x="1074" y="44"/>
                  <a:pt x="1216" y="152"/>
                  <a:pt x="1216" y="152"/>
                </a:cubicBezTo>
                <a:cubicBezTo>
                  <a:pt x="1195" y="152"/>
                  <a:pt x="1195" y="152"/>
                  <a:pt x="1195" y="152"/>
                </a:cubicBezTo>
                <a:cubicBezTo>
                  <a:pt x="0" y="152"/>
                  <a:pt x="0" y="152"/>
                  <a:pt x="0" y="152"/>
                </a:cubicBezTo>
                <a:cubicBezTo>
                  <a:pt x="0" y="152"/>
                  <a:pt x="180" y="0"/>
                  <a:pt x="351" y="0"/>
                </a:cubicBezTo>
                <a:close/>
              </a:path>
            </a:pathLst>
          </a:custGeom>
          <a:solidFill>
            <a:schemeClr val="accent4"/>
          </a:solidFill>
          <a:ln>
            <a:noFill/>
          </a:ln>
        </p:spPr>
        <p:txBody>
          <a:bodyPr spcFirstLastPara="1" wrap="square" lIns="91350" tIns="45675" rIns="91350" bIns="45675" anchor="t" anchorCtr="0">
            <a:noAutofit/>
          </a:bodyPr>
          <a:lstStyle/>
          <a:p>
            <a:pPr marL="0" marR="0" lvl="0" indent="0" algn="l" rtl="0">
              <a:lnSpc>
                <a:spcPct val="100000"/>
              </a:lnSpc>
              <a:spcBef>
                <a:spcPts val="0"/>
              </a:spcBef>
              <a:spcAft>
                <a:spcPts val="0"/>
              </a:spcAft>
              <a:buClr>
                <a:srgbClr val="000000"/>
              </a:buClr>
              <a:buSzPts val="1796"/>
              <a:buFont typeface="Arial"/>
              <a:buNone/>
            </a:pPr>
            <a:endParaRPr sz="1795" b="0" i="0" u="none" strike="noStrike" cap="none">
              <a:solidFill>
                <a:srgbClr val="000000"/>
              </a:solidFill>
              <a:latin typeface="Arial"/>
              <a:ea typeface="Arial"/>
              <a:cs typeface="Arial"/>
              <a:sym typeface="Arial"/>
            </a:endParaRPr>
          </a:p>
        </p:txBody>
      </p:sp>
      <p:grpSp>
        <p:nvGrpSpPr>
          <p:cNvPr id="2003" name="Google Shape;2003;p6"/>
          <p:cNvGrpSpPr/>
          <p:nvPr/>
        </p:nvGrpSpPr>
        <p:grpSpPr>
          <a:xfrm flipH="1">
            <a:off x="6362384" y="4548798"/>
            <a:ext cx="1986004" cy="1186864"/>
            <a:chOff x="1818969" y="3670020"/>
            <a:chExt cx="2509116" cy="1499090"/>
          </a:xfrm>
        </p:grpSpPr>
        <p:sp>
          <p:nvSpPr>
            <p:cNvPr id="2004" name="Google Shape;2004;p6"/>
            <p:cNvSpPr/>
            <p:nvPr/>
          </p:nvSpPr>
          <p:spPr>
            <a:xfrm>
              <a:off x="2776315" y="3670020"/>
              <a:ext cx="603863" cy="921603"/>
            </a:xfrm>
            <a:custGeom>
              <a:avLst/>
              <a:gdLst/>
              <a:ahLst/>
              <a:cxnLst/>
              <a:rect l="l" t="t" r="r" b="b"/>
              <a:pathLst>
                <a:path w="603863" h="921603" extrusionOk="0">
                  <a:moveTo>
                    <a:pt x="414942" y="921603"/>
                  </a:moveTo>
                  <a:lnTo>
                    <a:pt x="138521" y="921603"/>
                  </a:lnTo>
                  <a:cubicBezTo>
                    <a:pt x="58263" y="921603"/>
                    <a:pt x="29638" y="831453"/>
                    <a:pt x="29638" y="796564"/>
                  </a:cubicBezTo>
                  <a:cubicBezTo>
                    <a:pt x="29638" y="761675"/>
                    <a:pt x="75825" y="688033"/>
                    <a:pt x="54927" y="601161"/>
                  </a:cubicBezTo>
                  <a:cubicBezTo>
                    <a:pt x="34028" y="514289"/>
                    <a:pt x="-29428" y="392820"/>
                    <a:pt x="16057" y="294650"/>
                  </a:cubicBezTo>
                  <a:cubicBezTo>
                    <a:pt x="61542" y="196480"/>
                    <a:pt x="131028" y="183660"/>
                    <a:pt x="148706" y="180031"/>
                  </a:cubicBezTo>
                  <a:cubicBezTo>
                    <a:pt x="166327" y="176460"/>
                    <a:pt x="237569" y="155503"/>
                    <a:pt x="251267" y="95149"/>
                  </a:cubicBezTo>
                  <a:cubicBezTo>
                    <a:pt x="264965" y="34795"/>
                    <a:pt x="347563" y="-28193"/>
                    <a:pt x="432913" y="13428"/>
                  </a:cubicBezTo>
                  <a:cubicBezTo>
                    <a:pt x="506029" y="49079"/>
                    <a:pt x="505385" y="108554"/>
                    <a:pt x="505385" y="142624"/>
                  </a:cubicBezTo>
                  <a:cubicBezTo>
                    <a:pt x="505385" y="176694"/>
                    <a:pt x="451529" y="290728"/>
                    <a:pt x="551396" y="390537"/>
                  </a:cubicBezTo>
                  <a:cubicBezTo>
                    <a:pt x="641078" y="480160"/>
                    <a:pt x="591613" y="598936"/>
                    <a:pt x="577798" y="619835"/>
                  </a:cubicBezTo>
                  <a:cubicBezTo>
                    <a:pt x="564041" y="640733"/>
                    <a:pt x="512585" y="686569"/>
                    <a:pt x="533718" y="757870"/>
                  </a:cubicBezTo>
                  <a:cubicBezTo>
                    <a:pt x="553094" y="823258"/>
                    <a:pt x="518732" y="921486"/>
                    <a:pt x="414883" y="921486"/>
                  </a:cubicBezTo>
                  <a:close/>
                </a:path>
              </a:pathLst>
            </a:custGeom>
            <a:solidFill>
              <a:srgbClr val="84C341"/>
            </a:solidFill>
            <a:ln w="9525" cap="flat" cmpd="sng">
              <a:solidFill>
                <a:srgbClr val="78BE2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05" name="Google Shape;2005;p6"/>
            <p:cNvSpPr/>
            <p:nvPr/>
          </p:nvSpPr>
          <p:spPr>
            <a:xfrm>
              <a:off x="3056676" y="3957177"/>
              <a:ext cx="34069" cy="998032"/>
            </a:xfrm>
            <a:custGeom>
              <a:avLst/>
              <a:gdLst/>
              <a:ahLst/>
              <a:cxnLst/>
              <a:rect l="l" t="t" r="r" b="b"/>
              <a:pathLst>
                <a:path w="34069" h="998032" extrusionOk="0">
                  <a:moveTo>
                    <a:pt x="34070" y="998032"/>
                  </a:moveTo>
                  <a:lnTo>
                    <a:pt x="0" y="998032"/>
                  </a:lnTo>
                  <a:lnTo>
                    <a:pt x="9308" y="0"/>
                  </a:lnTo>
                  <a:lnTo>
                    <a:pt x="24821" y="0"/>
                  </a:lnTo>
                  <a:lnTo>
                    <a:pt x="34070" y="998032"/>
                  </a:lnTo>
                  <a:close/>
                </a:path>
              </a:pathLst>
            </a:custGeom>
            <a:solidFill>
              <a:srgbClr val="4D4D4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06" name="Google Shape;2006;p6"/>
            <p:cNvSpPr/>
            <p:nvPr/>
          </p:nvSpPr>
          <p:spPr>
            <a:xfrm>
              <a:off x="3073710" y="4403537"/>
              <a:ext cx="106658" cy="106599"/>
            </a:xfrm>
            <a:custGeom>
              <a:avLst/>
              <a:gdLst/>
              <a:ahLst/>
              <a:cxnLst/>
              <a:rect l="l" t="t" r="r" b="b"/>
              <a:pathLst>
                <a:path w="106658" h="106599" extrusionOk="0">
                  <a:moveTo>
                    <a:pt x="106658" y="0"/>
                  </a:moveTo>
                  <a:lnTo>
                    <a:pt x="0" y="106600"/>
                  </a:lnTo>
                </a:path>
              </a:pathLst>
            </a:custGeom>
            <a:noFill/>
            <a:ln w="1240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07" name="Google Shape;2007;p6"/>
            <p:cNvSpPr/>
            <p:nvPr/>
          </p:nvSpPr>
          <p:spPr>
            <a:xfrm>
              <a:off x="2929236" y="4425782"/>
              <a:ext cx="144767" cy="144767"/>
            </a:xfrm>
            <a:custGeom>
              <a:avLst/>
              <a:gdLst/>
              <a:ahLst/>
              <a:cxnLst/>
              <a:rect l="l" t="t" r="r" b="b"/>
              <a:pathLst>
                <a:path w="144767" h="144767" extrusionOk="0">
                  <a:moveTo>
                    <a:pt x="0" y="0"/>
                  </a:moveTo>
                  <a:lnTo>
                    <a:pt x="144767" y="144767"/>
                  </a:lnTo>
                </a:path>
              </a:pathLst>
            </a:custGeom>
            <a:noFill/>
            <a:ln w="1240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08" name="Google Shape;2008;p6"/>
            <p:cNvSpPr/>
            <p:nvPr/>
          </p:nvSpPr>
          <p:spPr>
            <a:xfrm>
              <a:off x="3193623" y="4012972"/>
              <a:ext cx="470157" cy="740511"/>
            </a:xfrm>
            <a:custGeom>
              <a:avLst/>
              <a:gdLst/>
              <a:ahLst/>
              <a:cxnLst/>
              <a:rect l="l" t="t" r="r" b="b"/>
              <a:pathLst>
                <a:path w="470157" h="740511" extrusionOk="0">
                  <a:moveTo>
                    <a:pt x="323052" y="740395"/>
                  </a:moveTo>
                  <a:lnTo>
                    <a:pt x="155514" y="740395"/>
                  </a:lnTo>
                  <a:cubicBezTo>
                    <a:pt x="92994" y="740395"/>
                    <a:pt x="41304" y="678577"/>
                    <a:pt x="37382" y="614477"/>
                  </a:cubicBezTo>
                  <a:cubicBezTo>
                    <a:pt x="35684" y="587432"/>
                    <a:pt x="59041" y="558572"/>
                    <a:pt x="42767" y="490960"/>
                  </a:cubicBezTo>
                  <a:cubicBezTo>
                    <a:pt x="26494" y="423288"/>
                    <a:pt x="-22913" y="328748"/>
                    <a:pt x="12503" y="252296"/>
                  </a:cubicBezTo>
                  <a:cubicBezTo>
                    <a:pt x="47919" y="175844"/>
                    <a:pt x="78184" y="165834"/>
                    <a:pt x="91940" y="163082"/>
                  </a:cubicBezTo>
                  <a:cubicBezTo>
                    <a:pt x="105697" y="160272"/>
                    <a:pt x="124254" y="-19852"/>
                    <a:pt x="289744" y="1807"/>
                  </a:cubicBezTo>
                  <a:cubicBezTo>
                    <a:pt x="372518" y="12637"/>
                    <a:pt x="393475" y="107470"/>
                    <a:pt x="393475" y="133988"/>
                  </a:cubicBezTo>
                  <a:cubicBezTo>
                    <a:pt x="393475" y="160507"/>
                    <a:pt x="351502" y="201601"/>
                    <a:pt x="429301" y="279341"/>
                  </a:cubicBezTo>
                  <a:cubicBezTo>
                    <a:pt x="499138" y="349120"/>
                    <a:pt x="460619" y="441611"/>
                    <a:pt x="449848" y="457885"/>
                  </a:cubicBezTo>
                  <a:cubicBezTo>
                    <a:pt x="439135" y="474159"/>
                    <a:pt x="399036" y="533693"/>
                    <a:pt x="415486" y="589247"/>
                  </a:cubicBezTo>
                  <a:cubicBezTo>
                    <a:pt x="430589" y="640176"/>
                    <a:pt x="403836" y="740512"/>
                    <a:pt x="322935" y="740512"/>
                  </a:cubicBezTo>
                  <a:close/>
                </a:path>
              </a:pathLst>
            </a:custGeom>
            <a:solidFill>
              <a:srgbClr val="84C341"/>
            </a:solidFill>
            <a:ln w="9525" cap="flat" cmpd="sng">
              <a:solidFill>
                <a:srgbClr val="78BE2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09" name="Google Shape;2009;p6"/>
            <p:cNvSpPr/>
            <p:nvPr/>
          </p:nvSpPr>
          <p:spPr>
            <a:xfrm>
              <a:off x="3411891" y="4259414"/>
              <a:ext cx="26576" cy="777106"/>
            </a:xfrm>
            <a:custGeom>
              <a:avLst/>
              <a:gdLst/>
              <a:ahLst/>
              <a:cxnLst/>
              <a:rect l="l" t="t" r="r" b="b"/>
              <a:pathLst>
                <a:path w="26576" h="777106" extrusionOk="0">
                  <a:moveTo>
                    <a:pt x="26577" y="777106"/>
                  </a:moveTo>
                  <a:lnTo>
                    <a:pt x="0" y="777106"/>
                  </a:lnTo>
                  <a:lnTo>
                    <a:pt x="7259" y="0"/>
                  </a:lnTo>
                  <a:lnTo>
                    <a:pt x="19318" y="0"/>
                  </a:lnTo>
                  <a:lnTo>
                    <a:pt x="26577" y="777106"/>
                  </a:lnTo>
                  <a:close/>
                </a:path>
              </a:pathLst>
            </a:custGeom>
            <a:solidFill>
              <a:srgbClr val="4D4D4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10" name="Google Shape;2010;p6"/>
            <p:cNvSpPr/>
            <p:nvPr/>
          </p:nvSpPr>
          <p:spPr>
            <a:xfrm>
              <a:off x="3425179" y="4606960"/>
              <a:ext cx="83008" cy="83008"/>
            </a:xfrm>
            <a:custGeom>
              <a:avLst/>
              <a:gdLst/>
              <a:ahLst/>
              <a:cxnLst/>
              <a:rect l="l" t="t" r="r" b="b"/>
              <a:pathLst>
                <a:path w="83008" h="83008" extrusionOk="0">
                  <a:moveTo>
                    <a:pt x="83008" y="0"/>
                  </a:moveTo>
                  <a:lnTo>
                    <a:pt x="0" y="83008"/>
                  </a:lnTo>
                </a:path>
              </a:pathLst>
            </a:custGeom>
            <a:noFill/>
            <a:ln w="965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11" name="Google Shape;2011;p6"/>
            <p:cNvSpPr/>
            <p:nvPr/>
          </p:nvSpPr>
          <p:spPr>
            <a:xfrm>
              <a:off x="3312667" y="4624288"/>
              <a:ext cx="112746" cy="112746"/>
            </a:xfrm>
            <a:custGeom>
              <a:avLst/>
              <a:gdLst/>
              <a:ahLst/>
              <a:cxnLst/>
              <a:rect l="l" t="t" r="r" b="b"/>
              <a:pathLst>
                <a:path w="112746" h="112746" extrusionOk="0">
                  <a:moveTo>
                    <a:pt x="0" y="0"/>
                  </a:moveTo>
                  <a:lnTo>
                    <a:pt x="112746" y="112746"/>
                  </a:lnTo>
                </a:path>
              </a:pathLst>
            </a:custGeom>
            <a:noFill/>
            <a:ln w="9650" cap="flat" cmpd="sng">
              <a:solidFill>
                <a:srgbClr val="4D4D4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12" name="Google Shape;2012;p6"/>
            <p:cNvSpPr/>
            <p:nvPr/>
          </p:nvSpPr>
          <p:spPr>
            <a:xfrm>
              <a:off x="1818969" y="4980205"/>
              <a:ext cx="1414186" cy="188905"/>
            </a:xfrm>
            <a:custGeom>
              <a:avLst/>
              <a:gdLst/>
              <a:ahLst/>
              <a:cxnLst/>
              <a:rect l="l" t="t" r="r" b="b"/>
              <a:pathLst>
                <a:path w="1414186" h="188905" extrusionOk="0">
                  <a:moveTo>
                    <a:pt x="0" y="188906"/>
                  </a:moveTo>
                  <a:lnTo>
                    <a:pt x="1414187" y="188906"/>
                  </a:lnTo>
                  <a:cubicBezTo>
                    <a:pt x="1256834" y="74579"/>
                    <a:pt x="998793" y="0"/>
                    <a:pt x="707093" y="0"/>
                  </a:cubicBezTo>
                  <a:cubicBezTo>
                    <a:pt x="415393" y="0"/>
                    <a:pt x="157353" y="74579"/>
                    <a:pt x="0" y="188906"/>
                  </a:cubicBezTo>
                  <a:close/>
                </a:path>
              </a:pathLst>
            </a:custGeom>
            <a:solidFill>
              <a:srgbClr val="AACF3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13" name="Google Shape;2013;p6"/>
            <p:cNvSpPr/>
            <p:nvPr/>
          </p:nvSpPr>
          <p:spPr>
            <a:xfrm flipH="1">
              <a:off x="1975167" y="4869098"/>
              <a:ext cx="2352918" cy="300012"/>
            </a:xfrm>
            <a:custGeom>
              <a:avLst/>
              <a:gdLst/>
              <a:ahLst/>
              <a:cxnLst/>
              <a:rect l="l" t="t" r="r" b="b"/>
              <a:pathLst>
                <a:path w="2352918" h="300012" extrusionOk="0">
                  <a:moveTo>
                    <a:pt x="0" y="300013"/>
                  </a:moveTo>
                  <a:lnTo>
                    <a:pt x="2352919" y="300013"/>
                  </a:lnTo>
                  <a:cubicBezTo>
                    <a:pt x="1555383" y="282334"/>
                    <a:pt x="1423377" y="0"/>
                    <a:pt x="938030" y="0"/>
                  </a:cubicBezTo>
                  <a:cubicBezTo>
                    <a:pt x="452683" y="0"/>
                    <a:pt x="261787" y="109761"/>
                    <a:pt x="0" y="300013"/>
                  </a:cubicBezTo>
                  <a:close/>
                </a:path>
              </a:pathLst>
            </a:custGeom>
            <a:solidFill>
              <a:srgbClr val="84C3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grpSp>
      <p:sp>
        <p:nvSpPr>
          <p:cNvPr id="2014" name="Google Shape;2014;p6"/>
          <p:cNvSpPr/>
          <p:nvPr/>
        </p:nvSpPr>
        <p:spPr>
          <a:xfrm>
            <a:off x="5766004" y="808119"/>
            <a:ext cx="3651652" cy="1293182"/>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lt1">
              <a:alpha val="14901"/>
            </a:scheme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2015" name="Google Shape;2015;p6"/>
          <p:cNvGrpSpPr/>
          <p:nvPr/>
        </p:nvGrpSpPr>
        <p:grpSpPr>
          <a:xfrm>
            <a:off x="6529525" y="1375060"/>
            <a:ext cx="4861972" cy="2888826"/>
            <a:chOff x="3655445" y="1314956"/>
            <a:chExt cx="4861972" cy="2888826"/>
          </a:xfrm>
        </p:grpSpPr>
        <p:sp>
          <p:nvSpPr>
            <p:cNvPr id="2016" name="Google Shape;2016;p6"/>
            <p:cNvSpPr/>
            <p:nvPr/>
          </p:nvSpPr>
          <p:spPr>
            <a:xfrm>
              <a:off x="3655445" y="1314956"/>
              <a:ext cx="4861972" cy="2888826"/>
            </a:xfrm>
            <a:custGeom>
              <a:avLst/>
              <a:gdLst/>
              <a:ahLst/>
              <a:cxnLst/>
              <a:rect l="l" t="t" r="r" b="b"/>
              <a:pathLst>
                <a:path w="6070228" h="3606736" extrusionOk="0">
                  <a:moveTo>
                    <a:pt x="1071822" y="3606737"/>
                  </a:moveTo>
                  <a:cubicBezTo>
                    <a:pt x="774547" y="3606737"/>
                    <a:pt x="498417" y="3487960"/>
                    <a:pt x="293820" y="3272028"/>
                  </a:cubicBezTo>
                  <a:cubicBezTo>
                    <a:pt x="89318" y="3056287"/>
                    <a:pt x="-14314" y="2774252"/>
                    <a:pt x="1593" y="2477643"/>
                  </a:cubicBezTo>
                  <a:cubicBezTo>
                    <a:pt x="3784" y="1777460"/>
                    <a:pt x="574141" y="1208437"/>
                    <a:pt x="1274800" y="1208437"/>
                  </a:cubicBezTo>
                  <a:lnTo>
                    <a:pt x="1385385" y="1208437"/>
                  </a:lnTo>
                  <a:cubicBezTo>
                    <a:pt x="1484064" y="883539"/>
                    <a:pt x="1680565" y="591217"/>
                    <a:pt x="1946979" y="376333"/>
                  </a:cubicBezTo>
                  <a:cubicBezTo>
                    <a:pt x="2247874" y="133636"/>
                    <a:pt x="2626969" y="0"/>
                    <a:pt x="3014351" y="0"/>
                  </a:cubicBezTo>
                  <a:cubicBezTo>
                    <a:pt x="3401733" y="0"/>
                    <a:pt x="3770064" y="127921"/>
                    <a:pt x="4073912" y="370046"/>
                  </a:cubicBezTo>
                  <a:cubicBezTo>
                    <a:pt x="4338421" y="580835"/>
                    <a:pt x="4535493" y="868204"/>
                    <a:pt x="4637125" y="1188244"/>
                  </a:cubicBezTo>
                  <a:cubicBezTo>
                    <a:pt x="5047176" y="1196054"/>
                    <a:pt x="5440273" y="1361313"/>
                    <a:pt x="5730214" y="1651254"/>
                  </a:cubicBezTo>
                  <a:cubicBezTo>
                    <a:pt x="5737072" y="1658112"/>
                    <a:pt x="5743740" y="1664875"/>
                    <a:pt x="5750312" y="1671733"/>
                  </a:cubicBezTo>
                  <a:lnTo>
                    <a:pt x="5750312" y="1671733"/>
                  </a:lnTo>
                  <a:cubicBezTo>
                    <a:pt x="6071209" y="2003679"/>
                    <a:pt x="6158173" y="2474976"/>
                    <a:pt x="5977198" y="2901791"/>
                  </a:cubicBezTo>
                  <a:cubicBezTo>
                    <a:pt x="5794413" y="3332798"/>
                    <a:pt x="5390838" y="3600545"/>
                    <a:pt x="4923923" y="3600641"/>
                  </a:cubicBezTo>
                  <a:lnTo>
                    <a:pt x="2825279" y="3601022"/>
                  </a:lnTo>
                  <a:lnTo>
                    <a:pt x="1075442" y="3606737"/>
                  </a:lnTo>
                  <a:cubicBezTo>
                    <a:pt x="1074203" y="3606737"/>
                    <a:pt x="1072965" y="3606737"/>
                    <a:pt x="1071727" y="3606737"/>
                  </a:cubicBezTo>
                  <a:close/>
                  <a:moveTo>
                    <a:pt x="1274705" y="1494187"/>
                  </a:moveTo>
                  <a:cubicBezTo>
                    <a:pt x="730351" y="1494187"/>
                    <a:pt x="287343" y="1937195"/>
                    <a:pt x="287343" y="2481644"/>
                  </a:cubicBezTo>
                  <a:lnTo>
                    <a:pt x="287153" y="2489835"/>
                  </a:lnTo>
                  <a:cubicBezTo>
                    <a:pt x="274580" y="2708529"/>
                    <a:pt x="350684" y="2916460"/>
                    <a:pt x="501370" y="3075528"/>
                  </a:cubicBezTo>
                  <a:cubicBezTo>
                    <a:pt x="651389" y="3233833"/>
                    <a:pt x="853985" y="3320987"/>
                    <a:pt x="1071917" y="3320987"/>
                  </a:cubicBezTo>
                  <a:cubicBezTo>
                    <a:pt x="1072870" y="3320987"/>
                    <a:pt x="1073727" y="3320987"/>
                    <a:pt x="1074584" y="3320987"/>
                  </a:cubicBezTo>
                  <a:lnTo>
                    <a:pt x="2824803" y="3315272"/>
                  </a:lnTo>
                  <a:lnTo>
                    <a:pt x="4923923" y="3314891"/>
                  </a:lnTo>
                  <a:cubicBezTo>
                    <a:pt x="5274157" y="3314891"/>
                    <a:pt x="5576957" y="3113818"/>
                    <a:pt x="5714117" y="2790254"/>
                  </a:cubicBezTo>
                  <a:cubicBezTo>
                    <a:pt x="5849562" y="2470976"/>
                    <a:pt x="5784697" y="2118455"/>
                    <a:pt x="5544953" y="1870424"/>
                  </a:cubicBezTo>
                  <a:lnTo>
                    <a:pt x="5544953" y="1870424"/>
                  </a:lnTo>
                  <a:cubicBezTo>
                    <a:pt x="5539428" y="1864709"/>
                    <a:pt x="5533808" y="1858994"/>
                    <a:pt x="5528094" y="1853279"/>
                  </a:cubicBezTo>
                  <a:cubicBezTo>
                    <a:pt x="5268347" y="1593533"/>
                    <a:pt x="4907063" y="1455896"/>
                    <a:pt x="4536922" y="1475613"/>
                  </a:cubicBezTo>
                  <a:lnTo>
                    <a:pt x="4418431" y="1481900"/>
                  </a:lnTo>
                  <a:lnTo>
                    <a:pt x="4390428" y="1366647"/>
                  </a:lnTo>
                  <a:cubicBezTo>
                    <a:pt x="4235932" y="730282"/>
                    <a:pt x="3670052" y="285750"/>
                    <a:pt x="3014351" y="285750"/>
                  </a:cubicBezTo>
                  <a:cubicBezTo>
                    <a:pt x="2358650" y="285750"/>
                    <a:pt x="1782863" y="737140"/>
                    <a:pt x="1634273" y="1383506"/>
                  </a:cubicBezTo>
                  <a:lnTo>
                    <a:pt x="1608746" y="1494473"/>
                  </a:lnTo>
                  <a:lnTo>
                    <a:pt x="1274609" y="1494187"/>
                  </a:lnTo>
                  <a:close/>
                </a:path>
              </a:pathLst>
            </a:custGeom>
            <a:solidFill>
              <a:schemeClr val="lt1">
                <a:alpha val="21960"/>
              </a:schemeClr>
            </a:solidFill>
            <a:ln>
              <a:noFill/>
            </a:ln>
          </p:spPr>
          <p:txBody>
            <a:bodyPr spcFirstLastPara="1" wrap="square" lIns="74025" tIns="37000" rIns="74025" bIns="370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2017" name="Google Shape;2017;p6"/>
            <p:cNvPicPr preferRelativeResize="0"/>
            <p:nvPr/>
          </p:nvPicPr>
          <p:blipFill rotWithShape="1">
            <a:blip r:embed="rId3">
              <a:alphaModFix/>
            </a:blip>
            <a:srcRect/>
            <a:stretch/>
          </p:blipFill>
          <p:spPr>
            <a:xfrm>
              <a:off x="3766774" y="1420398"/>
              <a:ext cx="4639314" cy="2667412"/>
            </a:xfrm>
            <a:prstGeom prst="rect">
              <a:avLst/>
            </a:prstGeom>
            <a:noFill/>
            <a:ln>
              <a:noFill/>
            </a:ln>
          </p:spPr>
        </p:pic>
        <p:sp>
          <p:nvSpPr>
            <p:cNvPr id="2018" name="Google Shape;2018;p6"/>
            <p:cNvSpPr/>
            <p:nvPr/>
          </p:nvSpPr>
          <p:spPr>
            <a:xfrm>
              <a:off x="4158371" y="2907184"/>
              <a:ext cx="3856122" cy="791486"/>
            </a:xfrm>
            <a:prstGeom prst="roundRect">
              <a:avLst>
                <a:gd name="adj" fmla="val 50000"/>
              </a:avLst>
            </a:prstGeom>
            <a:noFill/>
            <a:ln w="25400" cap="rnd" cmpd="sng">
              <a:solidFill>
                <a:schemeClr val="accent5"/>
              </a:solidFill>
              <a:prstDash val="dot"/>
              <a:round/>
              <a:headEnd type="none" w="sm" len="sm"/>
              <a:tailEnd type="none" w="sm" len="sm"/>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019" name="Google Shape;2019;p6"/>
            <p:cNvSpPr txBox="1"/>
            <p:nvPr/>
          </p:nvSpPr>
          <p:spPr>
            <a:xfrm>
              <a:off x="4504957" y="3111474"/>
              <a:ext cx="850556" cy="653256"/>
            </a:xfrm>
            <a:prstGeom prst="rect">
              <a:avLst/>
            </a:prstGeom>
            <a:noFill/>
            <a:ln>
              <a:noFill/>
            </a:ln>
          </p:spPr>
          <p:txBody>
            <a:bodyPr spcFirstLastPara="1" wrap="square" lIns="0" tIns="0" rIns="0" bIns="0" anchor="t" anchorCtr="0">
              <a:spAutoFit/>
            </a:bodyPr>
            <a:lstStyle/>
            <a:p>
              <a:pPr marL="0" marR="0" lvl="0" indent="0" algn="ctr" rtl="0">
                <a:lnSpc>
                  <a:spcPct val="85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Compute</a:t>
              </a:r>
              <a:r>
                <a:rPr lang="en-US" sz="2399"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200"/>
                </a:spcBef>
                <a:spcAft>
                  <a:spcPts val="0"/>
                </a:spcAft>
                <a:buClr>
                  <a:srgbClr val="000000"/>
                </a:buClr>
                <a:buSzPts val="2399"/>
                <a:buFont typeface="Arial"/>
                <a:buNone/>
              </a:pPr>
              <a:endParaRPr sz="2399" b="0" i="0" u="none" strike="noStrike" cap="none">
                <a:solidFill>
                  <a:srgbClr val="000000"/>
                </a:solidFill>
                <a:latin typeface="Arial"/>
                <a:ea typeface="Arial"/>
                <a:cs typeface="Arial"/>
                <a:sym typeface="Arial"/>
              </a:endParaRPr>
            </a:p>
          </p:txBody>
        </p:sp>
        <p:grpSp>
          <p:nvGrpSpPr>
            <p:cNvPr id="2020" name="Google Shape;2020;p6"/>
            <p:cNvGrpSpPr/>
            <p:nvPr/>
          </p:nvGrpSpPr>
          <p:grpSpPr>
            <a:xfrm>
              <a:off x="4689384" y="3479031"/>
              <a:ext cx="481701" cy="481700"/>
              <a:chOff x="506872" y="5229970"/>
              <a:chExt cx="902850" cy="902850"/>
            </a:xfrm>
          </p:grpSpPr>
          <p:sp>
            <p:nvSpPr>
              <p:cNvPr id="2021" name="Google Shape;2021;p6"/>
              <p:cNvSpPr/>
              <p:nvPr/>
            </p:nvSpPr>
            <p:spPr>
              <a:xfrm>
                <a:off x="506872" y="5229970"/>
                <a:ext cx="902850" cy="902850"/>
              </a:xfrm>
              <a:prstGeom prst="ellipse">
                <a:avLst/>
              </a:prstGeom>
              <a:gradFill>
                <a:gsLst>
                  <a:gs pos="0">
                    <a:schemeClr val="accent5"/>
                  </a:gs>
                  <a:gs pos="100000">
                    <a:srgbClr val="36538F"/>
                  </a:gs>
                </a:gsLst>
                <a:lin ang="0" scaled="0"/>
              </a:gradFill>
              <a:ln>
                <a:noFill/>
              </a:ln>
            </p:spPr>
            <p:txBody>
              <a:bodyPr spcFirstLastPara="1" wrap="square" lIns="82225" tIns="41100" rIns="82225" bIns="41100" anchor="ctr" anchorCtr="0">
                <a:noAutofit/>
              </a:bodyPr>
              <a:lstStyle/>
              <a:p>
                <a:pPr marL="0" marR="0" lvl="0" indent="0" algn="ctr" rtl="0">
                  <a:lnSpc>
                    <a:spcPct val="100000"/>
                  </a:lnSpc>
                  <a:spcBef>
                    <a:spcPts val="0"/>
                  </a:spcBef>
                  <a:spcAft>
                    <a:spcPts val="0"/>
                  </a:spcAft>
                  <a:buClr>
                    <a:srgbClr val="000000"/>
                  </a:buClr>
                  <a:buSzPts val="1795"/>
                  <a:buFont typeface="Arial"/>
                  <a:buNone/>
                </a:pPr>
                <a:endParaRPr sz="1795" b="0" i="0" u="none" strike="noStrike" cap="none">
                  <a:solidFill>
                    <a:srgbClr val="FFFFFF"/>
                  </a:solidFill>
                  <a:latin typeface="Arial"/>
                  <a:ea typeface="Arial"/>
                  <a:cs typeface="Arial"/>
                  <a:sym typeface="Arial"/>
                </a:endParaRPr>
              </a:p>
            </p:txBody>
          </p:sp>
          <p:sp>
            <p:nvSpPr>
              <p:cNvPr id="2022" name="Google Shape;2022;p6"/>
              <p:cNvSpPr/>
              <p:nvPr/>
            </p:nvSpPr>
            <p:spPr>
              <a:xfrm>
                <a:off x="677425" y="5425363"/>
                <a:ext cx="561744" cy="512064"/>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23" name="Google Shape;2023;p6"/>
            <p:cNvSpPr txBox="1"/>
            <p:nvPr/>
          </p:nvSpPr>
          <p:spPr>
            <a:xfrm>
              <a:off x="5661153" y="3111474"/>
              <a:ext cx="850556" cy="653256"/>
            </a:xfrm>
            <a:prstGeom prst="rect">
              <a:avLst/>
            </a:prstGeom>
            <a:noFill/>
            <a:ln>
              <a:noFill/>
            </a:ln>
          </p:spPr>
          <p:txBody>
            <a:bodyPr spcFirstLastPara="1" wrap="square" lIns="0" tIns="0" rIns="0" bIns="0" anchor="t" anchorCtr="0">
              <a:spAutoFit/>
            </a:bodyPr>
            <a:lstStyle/>
            <a:p>
              <a:pPr marL="0" marR="0" lvl="0" indent="0" algn="ctr" rtl="0">
                <a:lnSpc>
                  <a:spcPct val="85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Storage</a:t>
              </a:r>
              <a:r>
                <a:rPr lang="en-US" sz="2399"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200"/>
                </a:spcBef>
                <a:spcAft>
                  <a:spcPts val="0"/>
                </a:spcAft>
                <a:buClr>
                  <a:srgbClr val="000000"/>
                </a:buClr>
                <a:buSzPts val="2399"/>
                <a:buFont typeface="Arial"/>
                <a:buNone/>
              </a:pPr>
              <a:endParaRPr sz="2399" b="0" i="0" u="none" strike="noStrike" cap="none">
                <a:solidFill>
                  <a:srgbClr val="000000"/>
                </a:solidFill>
                <a:latin typeface="Arial"/>
                <a:ea typeface="Arial"/>
                <a:cs typeface="Arial"/>
                <a:sym typeface="Arial"/>
              </a:endParaRPr>
            </a:p>
          </p:txBody>
        </p:sp>
        <p:grpSp>
          <p:nvGrpSpPr>
            <p:cNvPr id="2024" name="Google Shape;2024;p6"/>
            <p:cNvGrpSpPr/>
            <p:nvPr/>
          </p:nvGrpSpPr>
          <p:grpSpPr>
            <a:xfrm>
              <a:off x="5845586" y="3479035"/>
              <a:ext cx="481701" cy="481700"/>
              <a:chOff x="9206590" y="5229970"/>
              <a:chExt cx="902850" cy="902850"/>
            </a:xfrm>
          </p:grpSpPr>
          <p:sp>
            <p:nvSpPr>
              <p:cNvPr id="2025" name="Google Shape;2025;p6"/>
              <p:cNvSpPr/>
              <p:nvPr/>
            </p:nvSpPr>
            <p:spPr>
              <a:xfrm>
                <a:off x="9206590" y="5229970"/>
                <a:ext cx="902850" cy="902850"/>
              </a:xfrm>
              <a:prstGeom prst="ellipse">
                <a:avLst/>
              </a:prstGeom>
              <a:gradFill>
                <a:gsLst>
                  <a:gs pos="0">
                    <a:srgbClr val="006896"/>
                  </a:gs>
                  <a:gs pos="100000">
                    <a:srgbClr val="0085B3"/>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2026" name="Google Shape;2026;p6"/>
              <p:cNvSpPr/>
              <p:nvPr/>
            </p:nvSpPr>
            <p:spPr>
              <a:xfrm>
                <a:off x="9414720" y="5397931"/>
                <a:ext cx="486590" cy="566928"/>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27" name="Google Shape;2027;p6"/>
            <p:cNvSpPr txBox="1"/>
            <p:nvPr/>
          </p:nvSpPr>
          <p:spPr>
            <a:xfrm>
              <a:off x="6695442" y="3111474"/>
              <a:ext cx="1094377" cy="653256"/>
            </a:xfrm>
            <a:prstGeom prst="rect">
              <a:avLst/>
            </a:prstGeom>
            <a:noFill/>
            <a:ln>
              <a:noFill/>
            </a:ln>
          </p:spPr>
          <p:txBody>
            <a:bodyPr spcFirstLastPara="1" wrap="square" lIns="0" tIns="0" rIns="0" bIns="0" anchor="t" anchorCtr="0">
              <a:spAutoFit/>
            </a:bodyPr>
            <a:lstStyle/>
            <a:p>
              <a:pPr marL="0" marR="0" lvl="0" indent="0" algn="ctr" rtl="0">
                <a:lnSpc>
                  <a:spcPct val="85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Networking</a:t>
              </a:r>
              <a:r>
                <a:rPr lang="en-US" sz="2399"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200"/>
                </a:spcBef>
                <a:spcAft>
                  <a:spcPts val="0"/>
                </a:spcAft>
                <a:buClr>
                  <a:srgbClr val="000000"/>
                </a:buClr>
                <a:buSzPts val="2399"/>
                <a:buFont typeface="Arial"/>
                <a:buNone/>
              </a:pPr>
              <a:endParaRPr sz="2399" b="0" i="0" u="none" strike="noStrike" cap="none">
                <a:solidFill>
                  <a:srgbClr val="000000"/>
                </a:solidFill>
                <a:latin typeface="Arial"/>
                <a:ea typeface="Arial"/>
                <a:cs typeface="Arial"/>
                <a:sym typeface="Arial"/>
              </a:endParaRPr>
            </a:p>
          </p:txBody>
        </p:sp>
        <p:grpSp>
          <p:nvGrpSpPr>
            <p:cNvPr id="2028" name="Google Shape;2028;p6"/>
            <p:cNvGrpSpPr/>
            <p:nvPr/>
          </p:nvGrpSpPr>
          <p:grpSpPr>
            <a:xfrm>
              <a:off x="7001776" y="3479030"/>
              <a:ext cx="481701" cy="481700"/>
              <a:chOff x="10656543" y="2484407"/>
              <a:chExt cx="902850" cy="902850"/>
            </a:xfrm>
          </p:grpSpPr>
          <p:sp>
            <p:nvSpPr>
              <p:cNvPr id="2029" name="Google Shape;2029;p6"/>
              <p:cNvSpPr/>
              <p:nvPr/>
            </p:nvSpPr>
            <p:spPr>
              <a:xfrm>
                <a:off x="10656543" y="2484407"/>
                <a:ext cx="902850" cy="902850"/>
              </a:xfrm>
              <a:prstGeom prst="ellipse">
                <a:avLst/>
              </a:prstGeom>
              <a:gradFill>
                <a:gsLst>
                  <a:gs pos="0">
                    <a:srgbClr val="008EB4"/>
                  </a:gs>
                  <a:gs pos="100000">
                    <a:srgbClr val="008198"/>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2030" name="Google Shape;2030;p6"/>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31" name="Google Shape;2031;p6"/>
            <p:cNvSpPr/>
            <p:nvPr/>
          </p:nvSpPr>
          <p:spPr>
            <a:xfrm>
              <a:off x="4483097" y="2648802"/>
              <a:ext cx="3206670" cy="404062"/>
            </a:xfrm>
            <a:prstGeom prst="roundRect">
              <a:avLst>
                <a:gd name="adj" fmla="val 50000"/>
              </a:avLst>
            </a:prstGeom>
            <a:gradFill>
              <a:gsLst>
                <a:gs pos="0">
                  <a:schemeClr val="accent5"/>
                </a:gs>
                <a:gs pos="4000">
                  <a:schemeClr val="accent5"/>
                </a:gs>
                <a:gs pos="54000">
                  <a:schemeClr val="accent3"/>
                </a:gs>
                <a:gs pos="100000">
                  <a:schemeClr val="accent4"/>
                </a:gs>
              </a:gsLst>
              <a:lin ang="19199999" scaled="0"/>
            </a:gradFill>
            <a:ln>
              <a:noFill/>
            </a:ln>
          </p:spPr>
          <p:txBody>
            <a:bodyPr spcFirstLastPara="1" wrap="square" lIns="0" tIns="45675" rIns="0" bIns="456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AUTOMATION AND OPERATIONS</a:t>
              </a:r>
              <a:endParaRPr sz="1400" b="0" i="0" u="none" strike="noStrike" cap="none">
                <a:solidFill>
                  <a:srgbClr val="000000"/>
                </a:solidFill>
                <a:latin typeface="Arial"/>
                <a:ea typeface="Arial"/>
                <a:cs typeface="Arial"/>
                <a:sym typeface="Arial"/>
              </a:endParaRPr>
            </a:p>
          </p:txBody>
        </p:sp>
      </p:grpSp>
      <p:sp>
        <p:nvSpPr>
          <p:cNvPr id="2032" name="Google Shape;2032;p6"/>
          <p:cNvSpPr/>
          <p:nvPr/>
        </p:nvSpPr>
        <p:spPr>
          <a:xfrm flipH="1">
            <a:off x="7799495" y="3312658"/>
            <a:ext cx="1299514" cy="460205"/>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lt1">
              <a:alpha val="25098"/>
            </a:scheme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2033" name="Google Shape;2033;p6"/>
          <p:cNvGrpSpPr/>
          <p:nvPr/>
        </p:nvGrpSpPr>
        <p:grpSpPr>
          <a:xfrm>
            <a:off x="7180051" y="4848139"/>
            <a:ext cx="1374598" cy="798924"/>
            <a:chOff x="4795269" y="4689589"/>
            <a:chExt cx="2736608" cy="1556447"/>
          </a:xfrm>
        </p:grpSpPr>
        <p:sp>
          <p:nvSpPr>
            <p:cNvPr id="2034" name="Google Shape;2034;p6"/>
            <p:cNvSpPr/>
            <p:nvPr/>
          </p:nvSpPr>
          <p:spPr>
            <a:xfrm>
              <a:off x="5707414" y="5929954"/>
              <a:ext cx="431871" cy="82610"/>
            </a:xfrm>
            <a:custGeom>
              <a:avLst/>
              <a:gdLst/>
              <a:ahLst/>
              <a:cxnLst/>
              <a:rect l="l" t="t" r="r" b="b"/>
              <a:pathLst>
                <a:path w="323914" h="61960" extrusionOk="0">
                  <a:moveTo>
                    <a:pt x="0" y="0"/>
                  </a:moveTo>
                  <a:lnTo>
                    <a:pt x="323914" y="0"/>
                  </a:lnTo>
                  <a:lnTo>
                    <a:pt x="323914" y="61961"/>
                  </a:lnTo>
                  <a:lnTo>
                    <a:pt x="0" y="61961"/>
                  </a:lnTo>
                  <a:close/>
                </a:path>
              </a:pathLst>
            </a:custGeom>
            <a:solidFill>
              <a:srgbClr val="91D1C7"/>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35" name="Google Shape;2035;p6"/>
            <p:cNvSpPr/>
            <p:nvPr/>
          </p:nvSpPr>
          <p:spPr>
            <a:xfrm>
              <a:off x="4889682" y="4826419"/>
              <a:ext cx="2558042" cy="1300399"/>
            </a:xfrm>
            <a:custGeom>
              <a:avLst/>
              <a:gdLst/>
              <a:ahLst/>
              <a:cxnLst/>
              <a:rect l="l" t="t" r="r" b="b"/>
              <a:pathLst>
                <a:path w="1918598" h="975334" extrusionOk="0">
                  <a:moveTo>
                    <a:pt x="0" y="0"/>
                  </a:moveTo>
                  <a:lnTo>
                    <a:pt x="1918599" y="0"/>
                  </a:lnTo>
                  <a:lnTo>
                    <a:pt x="1918599" y="975335"/>
                  </a:lnTo>
                  <a:lnTo>
                    <a:pt x="0" y="975335"/>
                  </a:lnTo>
                  <a:close/>
                </a:path>
              </a:pathLst>
            </a:custGeom>
            <a:gradFill>
              <a:gsLst>
                <a:gs pos="0">
                  <a:schemeClr val="accent3"/>
                </a:gs>
                <a:gs pos="10000">
                  <a:schemeClr val="accent3"/>
                </a:gs>
                <a:gs pos="82000">
                  <a:srgbClr val="43D3FF"/>
                </a:gs>
                <a:gs pos="100000">
                  <a:srgbClr val="43D3FF"/>
                </a:gs>
              </a:gsLst>
              <a:lin ang="18900000" scaled="0"/>
            </a:gra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36" name="Google Shape;2036;p6"/>
            <p:cNvSpPr/>
            <p:nvPr/>
          </p:nvSpPr>
          <p:spPr>
            <a:xfrm>
              <a:off x="4889682" y="5048768"/>
              <a:ext cx="2558045" cy="947206"/>
            </a:xfrm>
            <a:custGeom>
              <a:avLst/>
              <a:gdLst/>
              <a:ahLst/>
              <a:cxnLst/>
              <a:rect l="l" t="t" r="r" b="b"/>
              <a:pathLst>
                <a:path w="1918599" h="710430" extrusionOk="0">
                  <a:moveTo>
                    <a:pt x="1644586" y="0"/>
                  </a:moveTo>
                  <a:lnTo>
                    <a:pt x="1690255" y="0"/>
                  </a:lnTo>
                  <a:lnTo>
                    <a:pt x="1735924" y="0"/>
                  </a:lnTo>
                  <a:lnTo>
                    <a:pt x="1781592" y="0"/>
                  </a:lnTo>
                  <a:lnTo>
                    <a:pt x="1781593" y="0"/>
                  </a:lnTo>
                  <a:lnTo>
                    <a:pt x="1827261" y="0"/>
                  </a:lnTo>
                  <a:lnTo>
                    <a:pt x="1872930" y="0"/>
                  </a:lnTo>
                  <a:lnTo>
                    <a:pt x="1918599" y="0"/>
                  </a:lnTo>
                  <a:lnTo>
                    <a:pt x="1918599" y="710430"/>
                  </a:lnTo>
                  <a:lnTo>
                    <a:pt x="1872930" y="710430"/>
                  </a:lnTo>
                  <a:lnTo>
                    <a:pt x="1827261" y="710430"/>
                  </a:lnTo>
                  <a:lnTo>
                    <a:pt x="1781593" y="710430"/>
                  </a:lnTo>
                  <a:lnTo>
                    <a:pt x="1781592" y="710430"/>
                  </a:lnTo>
                  <a:lnTo>
                    <a:pt x="1735924" y="710430"/>
                  </a:lnTo>
                  <a:lnTo>
                    <a:pt x="1690255" y="710430"/>
                  </a:lnTo>
                  <a:lnTo>
                    <a:pt x="1644586" y="710430"/>
                  </a:lnTo>
                  <a:close/>
                  <a:moveTo>
                    <a:pt x="1142102" y="0"/>
                  </a:moveTo>
                  <a:lnTo>
                    <a:pt x="1187771" y="0"/>
                  </a:lnTo>
                  <a:lnTo>
                    <a:pt x="1233439" y="0"/>
                  </a:lnTo>
                  <a:lnTo>
                    <a:pt x="1233440" y="0"/>
                  </a:lnTo>
                  <a:lnTo>
                    <a:pt x="1279108" y="0"/>
                  </a:lnTo>
                  <a:lnTo>
                    <a:pt x="1324777" y="0"/>
                  </a:lnTo>
                  <a:lnTo>
                    <a:pt x="1370446" y="0"/>
                  </a:lnTo>
                  <a:lnTo>
                    <a:pt x="1416114" y="0"/>
                  </a:lnTo>
                  <a:lnTo>
                    <a:pt x="1416115" y="0"/>
                  </a:lnTo>
                  <a:lnTo>
                    <a:pt x="1461783" y="0"/>
                  </a:lnTo>
                  <a:lnTo>
                    <a:pt x="1507452" y="0"/>
                  </a:lnTo>
                  <a:lnTo>
                    <a:pt x="1553120" y="0"/>
                  </a:lnTo>
                  <a:lnTo>
                    <a:pt x="1553121" y="0"/>
                  </a:lnTo>
                  <a:lnTo>
                    <a:pt x="1598789" y="0"/>
                  </a:lnTo>
                  <a:lnTo>
                    <a:pt x="1644458" y="0"/>
                  </a:lnTo>
                  <a:lnTo>
                    <a:pt x="1644458" y="710430"/>
                  </a:lnTo>
                  <a:lnTo>
                    <a:pt x="1598789" y="710430"/>
                  </a:lnTo>
                  <a:lnTo>
                    <a:pt x="1553121" y="710430"/>
                  </a:lnTo>
                  <a:lnTo>
                    <a:pt x="1553120" y="710430"/>
                  </a:lnTo>
                  <a:lnTo>
                    <a:pt x="1507452" y="710430"/>
                  </a:lnTo>
                  <a:lnTo>
                    <a:pt x="1461783" y="710430"/>
                  </a:lnTo>
                  <a:lnTo>
                    <a:pt x="1416115" y="710430"/>
                  </a:lnTo>
                  <a:lnTo>
                    <a:pt x="1416114" y="710430"/>
                  </a:lnTo>
                  <a:lnTo>
                    <a:pt x="1370446" y="710430"/>
                  </a:lnTo>
                  <a:lnTo>
                    <a:pt x="1324777" y="710430"/>
                  </a:lnTo>
                  <a:lnTo>
                    <a:pt x="1279108" y="710430"/>
                  </a:lnTo>
                  <a:lnTo>
                    <a:pt x="1233440" y="710430"/>
                  </a:lnTo>
                  <a:lnTo>
                    <a:pt x="1233439" y="710430"/>
                  </a:lnTo>
                  <a:lnTo>
                    <a:pt x="1187771" y="710430"/>
                  </a:lnTo>
                  <a:lnTo>
                    <a:pt x="1142102" y="710430"/>
                  </a:lnTo>
                  <a:close/>
                  <a:moveTo>
                    <a:pt x="593949" y="0"/>
                  </a:moveTo>
                  <a:lnTo>
                    <a:pt x="639618" y="0"/>
                  </a:lnTo>
                  <a:lnTo>
                    <a:pt x="685287" y="0"/>
                  </a:lnTo>
                  <a:lnTo>
                    <a:pt x="730955" y="0"/>
                  </a:lnTo>
                  <a:lnTo>
                    <a:pt x="730956" y="0"/>
                  </a:lnTo>
                  <a:lnTo>
                    <a:pt x="776624" y="0"/>
                  </a:lnTo>
                  <a:lnTo>
                    <a:pt x="822293" y="0"/>
                  </a:lnTo>
                  <a:lnTo>
                    <a:pt x="867962" y="0"/>
                  </a:lnTo>
                  <a:lnTo>
                    <a:pt x="913630" y="0"/>
                  </a:lnTo>
                  <a:lnTo>
                    <a:pt x="913631" y="0"/>
                  </a:lnTo>
                  <a:lnTo>
                    <a:pt x="959299" y="0"/>
                  </a:lnTo>
                  <a:lnTo>
                    <a:pt x="1004968" y="0"/>
                  </a:lnTo>
                  <a:lnTo>
                    <a:pt x="1050636" y="0"/>
                  </a:lnTo>
                  <a:lnTo>
                    <a:pt x="1050637" y="0"/>
                  </a:lnTo>
                  <a:lnTo>
                    <a:pt x="1096305" y="0"/>
                  </a:lnTo>
                  <a:lnTo>
                    <a:pt x="1141974" y="0"/>
                  </a:lnTo>
                  <a:lnTo>
                    <a:pt x="1141974" y="710430"/>
                  </a:lnTo>
                  <a:lnTo>
                    <a:pt x="1096305" y="710430"/>
                  </a:lnTo>
                  <a:lnTo>
                    <a:pt x="1050637" y="710430"/>
                  </a:lnTo>
                  <a:lnTo>
                    <a:pt x="1050636" y="710430"/>
                  </a:lnTo>
                  <a:lnTo>
                    <a:pt x="1004968" y="710430"/>
                  </a:lnTo>
                  <a:lnTo>
                    <a:pt x="959299" y="710430"/>
                  </a:lnTo>
                  <a:lnTo>
                    <a:pt x="913631" y="710430"/>
                  </a:lnTo>
                  <a:lnTo>
                    <a:pt x="913630" y="710430"/>
                  </a:lnTo>
                  <a:lnTo>
                    <a:pt x="867962" y="710430"/>
                  </a:lnTo>
                  <a:lnTo>
                    <a:pt x="822293" y="710430"/>
                  </a:lnTo>
                  <a:lnTo>
                    <a:pt x="776624" y="710430"/>
                  </a:lnTo>
                  <a:lnTo>
                    <a:pt x="730956" y="710430"/>
                  </a:lnTo>
                  <a:lnTo>
                    <a:pt x="730955" y="710430"/>
                  </a:lnTo>
                  <a:lnTo>
                    <a:pt x="685287" y="710430"/>
                  </a:lnTo>
                  <a:lnTo>
                    <a:pt x="639618" y="710430"/>
                  </a:lnTo>
                  <a:lnTo>
                    <a:pt x="593949" y="710430"/>
                  </a:lnTo>
                  <a:close/>
                  <a:moveTo>
                    <a:pt x="91465" y="0"/>
                  </a:moveTo>
                  <a:lnTo>
                    <a:pt x="137134" y="0"/>
                  </a:lnTo>
                  <a:lnTo>
                    <a:pt x="182803" y="0"/>
                  </a:lnTo>
                  <a:lnTo>
                    <a:pt x="228471" y="0"/>
                  </a:lnTo>
                  <a:lnTo>
                    <a:pt x="228472" y="0"/>
                  </a:lnTo>
                  <a:lnTo>
                    <a:pt x="274140" y="0"/>
                  </a:lnTo>
                  <a:lnTo>
                    <a:pt x="319809" y="0"/>
                  </a:lnTo>
                  <a:lnTo>
                    <a:pt x="365478" y="0"/>
                  </a:lnTo>
                  <a:lnTo>
                    <a:pt x="411146" y="0"/>
                  </a:lnTo>
                  <a:lnTo>
                    <a:pt x="411147" y="0"/>
                  </a:lnTo>
                  <a:lnTo>
                    <a:pt x="456815" y="0"/>
                  </a:lnTo>
                  <a:lnTo>
                    <a:pt x="502484" y="0"/>
                  </a:lnTo>
                  <a:lnTo>
                    <a:pt x="548152" y="0"/>
                  </a:lnTo>
                  <a:lnTo>
                    <a:pt x="548153" y="0"/>
                  </a:lnTo>
                  <a:lnTo>
                    <a:pt x="593821" y="0"/>
                  </a:lnTo>
                  <a:lnTo>
                    <a:pt x="593821" y="710430"/>
                  </a:lnTo>
                  <a:lnTo>
                    <a:pt x="548153" y="710430"/>
                  </a:lnTo>
                  <a:lnTo>
                    <a:pt x="548152" y="710430"/>
                  </a:lnTo>
                  <a:lnTo>
                    <a:pt x="502484" y="710430"/>
                  </a:lnTo>
                  <a:lnTo>
                    <a:pt x="456815" y="710430"/>
                  </a:lnTo>
                  <a:lnTo>
                    <a:pt x="411147" y="710430"/>
                  </a:lnTo>
                  <a:lnTo>
                    <a:pt x="411146" y="710430"/>
                  </a:lnTo>
                  <a:lnTo>
                    <a:pt x="365478" y="710430"/>
                  </a:lnTo>
                  <a:lnTo>
                    <a:pt x="319809" y="710430"/>
                  </a:lnTo>
                  <a:lnTo>
                    <a:pt x="274140" y="710430"/>
                  </a:lnTo>
                  <a:lnTo>
                    <a:pt x="228472" y="710430"/>
                  </a:lnTo>
                  <a:lnTo>
                    <a:pt x="228471" y="710430"/>
                  </a:lnTo>
                  <a:lnTo>
                    <a:pt x="182803" y="710430"/>
                  </a:lnTo>
                  <a:lnTo>
                    <a:pt x="137134" y="710430"/>
                  </a:lnTo>
                  <a:lnTo>
                    <a:pt x="91465" y="710430"/>
                  </a:lnTo>
                  <a:close/>
                  <a:moveTo>
                    <a:pt x="0" y="0"/>
                  </a:moveTo>
                  <a:lnTo>
                    <a:pt x="45668" y="0"/>
                  </a:lnTo>
                  <a:lnTo>
                    <a:pt x="45669" y="0"/>
                  </a:lnTo>
                  <a:lnTo>
                    <a:pt x="91337" y="0"/>
                  </a:lnTo>
                  <a:lnTo>
                    <a:pt x="91337" y="710430"/>
                  </a:lnTo>
                  <a:lnTo>
                    <a:pt x="45669" y="710430"/>
                  </a:lnTo>
                  <a:lnTo>
                    <a:pt x="45668" y="710430"/>
                  </a:lnTo>
                  <a:lnTo>
                    <a:pt x="0" y="710430"/>
                  </a:lnTo>
                  <a:close/>
                </a:path>
              </a:pathLst>
            </a:custGeom>
            <a:solidFill>
              <a:schemeClr val="accent2"/>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37" name="Google Shape;2037;p6"/>
            <p:cNvSpPr/>
            <p:nvPr/>
          </p:nvSpPr>
          <p:spPr>
            <a:xfrm>
              <a:off x="4872920" y="5017638"/>
              <a:ext cx="2590541" cy="1018015"/>
            </a:xfrm>
            <a:custGeom>
              <a:avLst/>
              <a:gdLst/>
              <a:ahLst/>
              <a:cxnLst/>
              <a:rect l="l" t="t" r="r" b="b"/>
              <a:pathLst>
                <a:path w="1942972" h="763539" extrusionOk="0">
                  <a:moveTo>
                    <a:pt x="0" y="705812"/>
                  </a:moveTo>
                  <a:lnTo>
                    <a:pt x="1942972" y="705812"/>
                  </a:lnTo>
                  <a:lnTo>
                    <a:pt x="1942972" y="763539"/>
                  </a:lnTo>
                  <a:lnTo>
                    <a:pt x="0" y="763539"/>
                  </a:lnTo>
                  <a:close/>
                  <a:moveTo>
                    <a:pt x="0" y="564573"/>
                  </a:moveTo>
                  <a:lnTo>
                    <a:pt x="1942972" y="564573"/>
                  </a:lnTo>
                  <a:lnTo>
                    <a:pt x="1942972" y="622300"/>
                  </a:lnTo>
                  <a:lnTo>
                    <a:pt x="0" y="622300"/>
                  </a:lnTo>
                  <a:close/>
                  <a:moveTo>
                    <a:pt x="0" y="423333"/>
                  </a:moveTo>
                  <a:lnTo>
                    <a:pt x="1942972" y="423333"/>
                  </a:lnTo>
                  <a:lnTo>
                    <a:pt x="1942972" y="481060"/>
                  </a:lnTo>
                  <a:lnTo>
                    <a:pt x="0" y="481060"/>
                  </a:lnTo>
                  <a:close/>
                  <a:moveTo>
                    <a:pt x="0" y="282094"/>
                  </a:moveTo>
                  <a:lnTo>
                    <a:pt x="1942972" y="282094"/>
                  </a:lnTo>
                  <a:lnTo>
                    <a:pt x="1942972" y="339821"/>
                  </a:lnTo>
                  <a:lnTo>
                    <a:pt x="0" y="339821"/>
                  </a:lnTo>
                  <a:close/>
                  <a:moveTo>
                    <a:pt x="0" y="141239"/>
                  </a:moveTo>
                  <a:lnTo>
                    <a:pt x="1942972" y="141239"/>
                  </a:lnTo>
                  <a:lnTo>
                    <a:pt x="1942972" y="198966"/>
                  </a:lnTo>
                  <a:lnTo>
                    <a:pt x="0" y="198966"/>
                  </a:lnTo>
                  <a:close/>
                  <a:moveTo>
                    <a:pt x="0" y="0"/>
                  </a:moveTo>
                  <a:lnTo>
                    <a:pt x="1942972" y="0"/>
                  </a:lnTo>
                  <a:lnTo>
                    <a:pt x="1942972" y="57727"/>
                  </a:lnTo>
                  <a:lnTo>
                    <a:pt x="0" y="57727"/>
                  </a:lnTo>
                  <a:close/>
                </a:path>
              </a:pathLst>
            </a:custGeom>
            <a:solidFill>
              <a:schemeClr val="accent3"/>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38" name="Google Shape;2038;p6"/>
            <p:cNvSpPr/>
            <p:nvPr/>
          </p:nvSpPr>
          <p:spPr>
            <a:xfrm>
              <a:off x="4795269" y="6126310"/>
              <a:ext cx="2736608" cy="119726"/>
            </a:xfrm>
            <a:custGeom>
              <a:avLst/>
              <a:gdLst/>
              <a:ahLst/>
              <a:cxnLst/>
              <a:rect l="l" t="t" r="r" b="b"/>
              <a:pathLst>
                <a:path w="2052526" h="89798" extrusionOk="0">
                  <a:moveTo>
                    <a:pt x="0" y="0"/>
                  </a:moveTo>
                  <a:lnTo>
                    <a:pt x="2052526" y="0"/>
                  </a:lnTo>
                  <a:lnTo>
                    <a:pt x="2052526" y="89798"/>
                  </a:lnTo>
                  <a:lnTo>
                    <a:pt x="0" y="89798"/>
                  </a:lnTo>
                  <a:close/>
                </a:path>
              </a:pathLst>
            </a:custGeom>
            <a:solidFill>
              <a:srgbClr val="002D45"/>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39" name="Google Shape;2039;p6"/>
            <p:cNvSpPr/>
            <p:nvPr/>
          </p:nvSpPr>
          <p:spPr>
            <a:xfrm>
              <a:off x="5766675" y="4689589"/>
              <a:ext cx="804048" cy="1437229"/>
            </a:xfrm>
            <a:custGeom>
              <a:avLst/>
              <a:gdLst/>
              <a:ahLst/>
              <a:cxnLst/>
              <a:rect l="l" t="t" r="r" b="b"/>
              <a:pathLst>
                <a:path w="603057" h="1077960" extrusionOk="0">
                  <a:moveTo>
                    <a:pt x="0" y="0"/>
                  </a:moveTo>
                  <a:lnTo>
                    <a:pt x="603058" y="0"/>
                  </a:lnTo>
                  <a:lnTo>
                    <a:pt x="603058" y="1077961"/>
                  </a:lnTo>
                  <a:lnTo>
                    <a:pt x="0" y="1077961"/>
                  </a:lnTo>
                  <a:close/>
                </a:path>
              </a:pathLst>
            </a:custGeom>
            <a:solidFill>
              <a:schemeClr val="accent2"/>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40" name="Google Shape;2040;p6"/>
            <p:cNvSpPr/>
            <p:nvPr/>
          </p:nvSpPr>
          <p:spPr>
            <a:xfrm>
              <a:off x="5766672" y="5016440"/>
              <a:ext cx="804049" cy="829704"/>
            </a:xfrm>
            <a:custGeom>
              <a:avLst/>
              <a:gdLst/>
              <a:ahLst/>
              <a:cxnLst/>
              <a:rect l="l" t="t" r="r" b="b"/>
              <a:pathLst>
                <a:path w="603058" h="622300" extrusionOk="0">
                  <a:moveTo>
                    <a:pt x="0" y="564573"/>
                  </a:moveTo>
                  <a:lnTo>
                    <a:pt x="603058" y="564573"/>
                  </a:lnTo>
                  <a:lnTo>
                    <a:pt x="603058" y="622300"/>
                  </a:lnTo>
                  <a:lnTo>
                    <a:pt x="0" y="622300"/>
                  </a:lnTo>
                  <a:close/>
                  <a:moveTo>
                    <a:pt x="0" y="423333"/>
                  </a:moveTo>
                  <a:lnTo>
                    <a:pt x="603058" y="423333"/>
                  </a:lnTo>
                  <a:lnTo>
                    <a:pt x="603058" y="481060"/>
                  </a:lnTo>
                  <a:lnTo>
                    <a:pt x="0" y="481060"/>
                  </a:lnTo>
                  <a:close/>
                  <a:moveTo>
                    <a:pt x="0" y="282094"/>
                  </a:moveTo>
                  <a:lnTo>
                    <a:pt x="603058" y="282094"/>
                  </a:lnTo>
                  <a:lnTo>
                    <a:pt x="603058" y="339821"/>
                  </a:lnTo>
                  <a:lnTo>
                    <a:pt x="0" y="339821"/>
                  </a:lnTo>
                  <a:close/>
                  <a:moveTo>
                    <a:pt x="0" y="141239"/>
                  </a:moveTo>
                  <a:lnTo>
                    <a:pt x="603058" y="141239"/>
                  </a:lnTo>
                  <a:lnTo>
                    <a:pt x="603058" y="198966"/>
                  </a:lnTo>
                  <a:lnTo>
                    <a:pt x="0" y="198966"/>
                  </a:lnTo>
                  <a:close/>
                  <a:moveTo>
                    <a:pt x="0" y="0"/>
                  </a:moveTo>
                  <a:lnTo>
                    <a:pt x="603058" y="0"/>
                  </a:lnTo>
                  <a:lnTo>
                    <a:pt x="603058" y="57727"/>
                  </a:lnTo>
                  <a:lnTo>
                    <a:pt x="0" y="57727"/>
                  </a:lnTo>
                  <a:close/>
                </a:path>
              </a:pathLst>
            </a:custGeom>
            <a:gradFill>
              <a:gsLst>
                <a:gs pos="0">
                  <a:schemeClr val="accent3"/>
                </a:gs>
                <a:gs pos="100000">
                  <a:srgbClr val="43D3FF"/>
                </a:gs>
              </a:gsLst>
              <a:lin ang="18900000" scaled="0"/>
            </a:gra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41" name="Google Shape;2041;p6"/>
            <p:cNvSpPr/>
            <p:nvPr/>
          </p:nvSpPr>
          <p:spPr>
            <a:xfrm>
              <a:off x="5938400" y="5660644"/>
              <a:ext cx="460604" cy="465656"/>
            </a:xfrm>
            <a:prstGeom prst="rect">
              <a:avLst/>
            </a:prstGeom>
            <a:solidFill>
              <a:srgbClr val="002D45"/>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grpSp>
      <p:sp>
        <p:nvSpPr>
          <p:cNvPr id="2042" name="Google Shape;2042;p6"/>
          <p:cNvSpPr txBox="1"/>
          <p:nvPr/>
        </p:nvSpPr>
        <p:spPr>
          <a:xfrm>
            <a:off x="9192238" y="5809055"/>
            <a:ext cx="2000400" cy="3879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Provider Managed</a:t>
            </a:r>
            <a:br>
              <a:rPr lang="en-US" sz="14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Public or Partner Clouds</a:t>
            </a:r>
            <a:endParaRPr sz="1200" b="0" i="0" u="none" strike="noStrike" cap="none">
              <a:solidFill>
                <a:srgbClr val="000000"/>
              </a:solidFill>
              <a:latin typeface="Arial"/>
              <a:ea typeface="Arial"/>
              <a:cs typeface="Arial"/>
              <a:sym typeface="Arial"/>
            </a:endParaRPr>
          </a:p>
        </p:txBody>
      </p:sp>
      <p:sp>
        <p:nvSpPr>
          <p:cNvPr id="2043" name="Google Shape;2043;p6"/>
          <p:cNvSpPr txBox="1"/>
          <p:nvPr/>
        </p:nvSpPr>
        <p:spPr>
          <a:xfrm>
            <a:off x="6867150" y="5809055"/>
            <a:ext cx="2000400" cy="3879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Customer Managed</a:t>
            </a:r>
            <a:br>
              <a:rPr lang="en-US" sz="14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On-Premises, Edge</a:t>
            </a:r>
            <a:endParaRPr sz="1200" b="0" i="0" u="none" strike="noStrike" cap="none">
              <a:solidFill>
                <a:srgbClr val="000000"/>
              </a:solidFill>
              <a:latin typeface="Arial"/>
              <a:ea typeface="Arial"/>
              <a:cs typeface="Arial"/>
              <a:sym typeface="Arial"/>
            </a:endParaRPr>
          </a:p>
        </p:txBody>
      </p:sp>
      <p:grpSp>
        <p:nvGrpSpPr>
          <p:cNvPr id="2044" name="Google Shape;2044;p6"/>
          <p:cNvGrpSpPr/>
          <p:nvPr/>
        </p:nvGrpSpPr>
        <p:grpSpPr>
          <a:xfrm>
            <a:off x="9505545" y="4848139"/>
            <a:ext cx="1373786" cy="798888"/>
            <a:chOff x="4795269" y="4689589"/>
            <a:chExt cx="2734991" cy="1556377"/>
          </a:xfrm>
        </p:grpSpPr>
        <p:sp>
          <p:nvSpPr>
            <p:cNvPr id="2045" name="Google Shape;2045;p6"/>
            <p:cNvSpPr/>
            <p:nvPr/>
          </p:nvSpPr>
          <p:spPr>
            <a:xfrm>
              <a:off x="5707414" y="5929954"/>
              <a:ext cx="431615" cy="82562"/>
            </a:xfrm>
            <a:custGeom>
              <a:avLst/>
              <a:gdLst/>
              <a:ahLst/>
              <a:cxnLst/>
              <a:rect l="l" t="t" r="r" b="b"/>
              <a:pathLst>
                <a:path w="323914" h="61960" extrusionOk="0">
                  <a:moveTo>
                    <a:pt x="0" y="0"/>
                  </a:moveTo>
                  <a:lnTo>
                    <a:pt x="323914" y="0"/>
                  </a:lnTo>
                  <a:lnTo>
                    <a:pt x="323914" y="61961"/>
                  </a:lnTo>
                  <a:lnTo>
                    <a:pt x="0" y="61961"/>
                  </a:lnTo>
                  <a:close/>
                </a:path>
              </a:pathLst>
            </a:custGeom>
            <a:solidFill>
              <a:srgbClr val="91D1C7"/>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46" name="Google Shape;2046;p6"/>
            <p:cNvSpPr/>
            <p:nvPr/>
          </p:nvSpPr>
          <p:spPr>
            <a:xfrm>
              <a:off x="4889682" y="4826419"/>
              <a:ext cx="2556532" cy="1299633"/>
            </a:xfrm>
            <a:custGeom>
              <a:avLst/>
              <a:gdLst/>
              <a:ahLst/>
              <a:cxnLst/>
              <a:rect l="l" t="t" r="r" b="b"/>
              <a:pathLst>
                <a:path w="1918598" h="975334" extrusionOk="0">
                  <a:moveTo>
                    <a:pt x="0" y="0"/>
                  </a:moveTo>
                  <a:lnTo>
                    <a:pt x="1918599" y="0"/>
                  </a:lnTo>
                  <a:lnTo>
                    <a:pt x="1918599" y="975335"/>
                  </a:lnTo>
                  <a:lnTo>
                    <a:pt x="0" y="975335"/>
                  </a:lnTo>
                  <a:close/>
                </a:path>
              </a:pathLst>
            </a:custGeom>
            <a:gradFill>
              <a:gsLst>
                <a:gs pos="0">
                  <a:schemeClr val="accent3"/>
                </a:gs>
                <a:gs pos="10000">
                  <a:schemeClr val="accent3"/>
                </a:gs>
                <a:gs pos="82000">
                  <a:srgbClr val="43D3FF"/>
                </a:gs>
                <a:gs pos="100000">
                  <a:srgbClr val="43D3FF"/>
                </a:gs>
              </a:gsLst>
              <a:lin ang="18900044" scaled="0"/>
            </a:gra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47" name="Google Shape;2047;p6"/>
            <p:cNvSpPr/>
            <p:nvPr/>
          </p:nvSpPr>
          <p:spPr>
            <a:xfrm>
              <a:off x="4889682" y="5048768"/>
              <a:ext cx="2556533" cy="946648"/>
            </a:xfrm>
            <a:custGeom>
              <a:avLst/>
              <a:gdLst/>
              <a:ahLst/>
              <a:cxnLst/>
              <a:rect l="l" t="t" r="r" b="b"/>
              <a:pathLst>
                <a:path w="1918599" h="710430" extrusionOk="0">
                  <a:moveTo>
                    <a:pt x="1644586" y="0"/>
                  </a:moveTo>
                  <a:lnTo>
                    <a:pt x="1690255" y="0"/>
                  </a:lnTo>
                  <a:lnTo>
                    <a:pt x="1735924" y="0"/>
                  </a:lnTo>
                  <a:lnTo>
                    <a:pt x="1781592" y="0"/>
                  </a:lnTo>
                  <a:lnTo>
                    <a:pt x="1781593" y="0"/>
                  </a:lnTo>
                  <a:lnTo>
                    <a:pt x="1827261" y="0"/>
                  </a:lnTo>
                  <a:lnTo>
                    <a:pt x="1872930" y="0"/>
                  </a:lnTo>
                  <a:lnTo>
                    <a:pt x="1918599" y="0"/>
                  </a:lnTo>
                  <a:lnTo>
                    <a:pt x="1918599" y="710430"/>
                  </a:lnTo>
                  <a:lnTo>
                    <a:pt x="1872930" y="710430"/>
                  </a:lnTo>
                  <a:lnTo>
                    <a:pt x="1827261" y="710430"/>
                  </a:lnTo>
                  <a:lnTo>
                    <a:pt x="1781593" y="710430"/>
                  </a:lnTo>
                  <a:lnTo>
                    <a:pt x="1781592" y="710430"/>
                  </a:lnTo>
                  <a:lnTo>
                    <a:pt x="1735924" y="710430"/>
                  </a:lnTo>
                  <a:lnTo>
                    <a:pt x="1690255" y="710430"/>
                  </a:lnTo>
                  <a:lnTo>
                    <a:pt x="1644586" y="710430"/>
                  </a:lnTo>
                  <a:close/>
                  <a:moveTo>
                    <a:pt x="1142102" y="0"/>
                  </a:moveTo>
                  <a:lnTo>
                    <a:pt x="1187771" y="0"/>
                  </a:lnTo>
                  <a:lnTo>
                    <a:pt x="1233439" y="0"/>
                  </a:lnTo>
                  <a:lnTo>
                    <a:pt x="1233440" y="0"/>
                  </a:lnTo>
                  <a:lnTo>
                    <a:pt x="1279108" y="0"/>
                  </a:lnTo>
                  <a:lnTo>
                    <a:pt x="1324777" y="0"/>
                  </a:lnTo>
                  <a:lnTo>
                    <a:pt x="1370446" y="0"/>
                  </a:lnTo>
                  <a:lnTo>
                    <a:pt x="1416114" y="0"/>
                  </a:lnTo>
                  <a:lnTo>
                    <a:pt x="1416115" y="0"/>
                  </a:lnTo>
                  <a:lnTo>
                    <a:pt x="1461783" y="0"/>
                  </a:lnTo>
                  <a:lnTo>
                    <a:pt x="1507452" y="0"/>
                  </a:lnTo>
                  <a:lnTo>
                    <a:pt x="1553120" y="0"/>
                  </a:lnTo>
                  <a:lnTo>
                    <a:pt x="1553121" y="0"/>
                  </a:lnTo>
                  <a:lnTo>
                    <a:pt x="1598789" y="0"/>
                  </a:lnTo>
                  <a:lnTo>
                    <a:pt x="1644458" y="0"/>
                  </a:lnTo>
                  <a:lnTo>
                    <a:pt x="1644458" y="710430"/>
                  </a:lnTo>
                  <a:lnTo>
                    <a:pt x="1598789" y="710430"/>
                  </a:lnTo>
                  <a:lnTo>
                    <a:pt x="1553121" y="710430"/>
                  </a:lnTo>
                  <a:lnTo>
                    <a:pt x="1553120" y="710430"/>
                  </a:lnTo>
                  <a:lnTo>
                    <a:pt x="1507452" y="710430"/>
                  </a:lnTo>
                  <a:lnTo>
                    <a:pt x="1461783" y="710430"/>
                  </a:lnTo>
                  <a:lnTo>
                    <a:pt x="1416115" y="710430"/>
                  </a:lnTo>
                  <a:lnTo>
                    <a:pt x="1416114" y="710430"/>
                  </a:lnTo>
                  <a:lnTo>
                    <a:pt x="1370446" y="710430"/>
                  </a:lnTo>
                  <a:lnTo>
                    <a:pt x="1324777" y="710430"/>
                  </a:lnTo>
                  <a:lnTo>
                    <a:pt x="1279108" y="710430"/>
                  </a:lnTo>
                  <a:lnTo>
                    <a:pt x="1233440" y="710430"/>
                  </a:lnTo>
                  <a:lnTo>
                    <a:pt x="1233439" y="710430"/>
                  </a:lnTo>
                  <a:lnTo>
                    <a:pt x="1187771" y="710430"/>
                  </a:lnTo>
                  <a:lnTo>
                    <a:pt x="1142102" y="710430"/>
                  </a:lnTo>
                  <a:close/>
                  <a:moveTo>
                    <a:pt x="593949" y="0"/>
                  </a:moveTo>
                  <a:lnTo>
                    <a:pt x="639618" y="0"/>
                  </a:lnTo>
                  <a:lnTo>
                    <a:pt x="685287" y="0"/>
                  </a:lnTo>
                  <a:lnTo>
                    <a:pt x="730955" y="0"/>
                  </a:lnTo>
                  <a:lnTo>
                    <a:pt x="730956" y="0"/>
                  </a:lnTo>
                  <a:lnTo>
                    <a:pt x="776624" y="0"/>
                  </a:lnTo>
                  <a:lnTo>
                    <a:pt x="822293" y="0"/>
                  </a:lnTo>
                  <a:lnTo>
                    <a:pt x="867962" y="0"/>
                  </a:lnTo>
                  <a:lnTo>
                    <a:pt x="913630" y="0"/>
                  </a:lnTo>
                  <a:lnTo>
                    <a:pt x="913631" y="0"/>
                  </a:lnTo>
                  <a:lnTo>
                    <a:pt x="959299" y="0"/>
                  </a:lnTo>
                  <a:lnTo>
                    <a:pt x="1004968" y="0"/>
                  </a:lnTo>
                  <a:lnTo>
                    <a:pt x="1050636" y="0"/>
                  </a:lnTo>
                  <a:lnTo>
                    <a:pt x="1050637" y="0"/>
                  </a:lnTo>
                  <a:lnTo>
                    <a:pt x="1096305" y="0"/>
                  </a:lnTo>
                  <a:lnTo>
                    <a:pt x="1141974" y="0"/>
                  </a:lnTo>
                  <a:lnTo>
                    <a:pt x="1141974" y="710430"/>
                  </a:lnTo>
                  <a:lnTo>
                    <a:pt x="1096305" y="710430"/>
                  </a:lnTo>
                  <a:lnTo>
                    <a:pt x="1050637" y="710430"/>
                  </a:lnTo>
                  <a:lnTo>
                    <a:pt x="1050636" y="710430"/>
                  </a:lnTo>
                  <a:lnTo>
                    <a:pt x="1004968" y="710430"/>
                  </a:lnTo>
                  <a:lnTo>
                    <a:pt x="959299" y="710430"/>
                  </a:lnTo>
                  <a:lnTo>
                    <a:pt x="913631" y="710430"/>
                  </a:lnTo>
                  <a:lnTo>
                    <a:pt x="913630" y="710430"/>
                  </a:lnTo>
                  <a:lnTo>
                    <a:pt x="867962" y="710430"/>
                  </a:lnTo>
                  <a:lnTo>
                    <a:pt x="822293" y="710430"/>
                  </a:lnTo>
                  <a:lnTo>
                    <a:pt x="776624" y="710430"/>
                  </a:lnTo>
                  <a:lnTo>
                    <a:pt x="730956" y="710430"/>
                  </a:lnTo>
                  <a:lnTo>
                    <a:pt x="730955" y="710430"/>
                  </a:lnTo>
                  <a:lnTo>
                    <a:pt x="685287" y="710430"/>
                  </a:lnTo>
                  <a:lnTo>
                    <a:pt x="639618" y="710430"/>
                  </a:lnTo>
                  <a:lnTo>
                    <a:pt x="593949" y="710430"/>
                  </a:lnTo>
                  <a:close/>
                  <a:moveTo>
                    <a:pt x="91465" y="0"/>
                  </a:moveTo>
                  <a:lnTo>
                    <a:pt x="137134" y="0"/>
                  </a:lnTo>
                  <a:lnTo>
                    <a:pt x="182803" y="0"/>
                  </a:lnTo>
                  <a:lnTo>
                    <a:pt x="228471" y="0"/>
                  </a:lnTo>
                  <a:lnTo>
                    <a:pt x="228472" y="0"/>
                  </a:lnTo>
                  <a:lnTo>
                    <a:pt x="274140" y="0"/>
                  </a:lnTo>
                  <a:lnTo>
                    <a:pt x="319809" y="0"/>
                  </a:lnTo>
                  <a:lnTo>
                    <a:pt x="365478" y="0"/>
                  </a:lnTo>
                  <a:lnTo>
                    <a:pt x="411146" y="0"/>
                  </a:lnTo>
                  <a:lnTo>
                    <a:pt x="411147" y="0"/>
                  </a:lnTo>
                  <a:lnTo>
                    <a:pt x="456815" y="0"/>
                  </a:lnTo>
                  <a:lnTo>
                    <a:pt x="502484" y="0"/>
                  </a:lnTo>
                  <a:lnTo>
                    <a:pt x="548152" y="0"/>
                  </a:lnTo>
                  <a:lnTo>
                    <a:pt x="548153" y="0"/>
                  </a:lnTo>
                  <a:lnTo>
                    <a:pt x="593821" y="0"/>
                  </a:lnTo>
                  <a:lnTo>
                    <a:pt x="593821" y="710430"/>
                  </a:lnTo>
                  <a:lnTo>
                    <a:pt x="548153" y="710430"/>
                  </a:lnTo>
                  <a:lnTo>
                    <a:pt x="548152" y="710430"/>
                  </a:lnTo>
                  <a:lnTo>
                    <a:pt x="502484" y="710430"/>
                  </a:lnTo>
                  <a:lnTo>
                    <a:pt x="456815" y="710430"/>
                  </a:lnTo>
                  <a:lnTo>
                    <a:pt x="411147" y="710430"/>
                  </a:lnTo>
                  <a:lnTo>
                    <a:pt x="411146" y="710430"/>
                  </a:lnTo>
                  <a:lnTo>
                    <a:pt x="365478" y="710430"/>
                  </a:lnTo>
                  <a:lnTo>
                    <a:pt x="319809" y="710430"/>
                  </a:lnTo>
                  <a:lnTo>
                    <a:pt x="274140" y="710430"/>
                  </a:lnTo>
                  <a:lnTo>
                    <a:pt x="228472" y="710430"/>
                  </a:lnTo>
                  <a:lnTo>
                    <a:pt x="228471" y="710430"/>
                  </a:lnTo>
                  <a:lnTo>
                    <a:pt x="182803" y="710430"/>
                  </a:lnTo>
                  <a:lnTo>
                    <a:pt x="137134" y="710430"/>
                  </a:lnTo>
                  <a:lnTo>
                    <a:pt x="91465" y="710430"/>
                  </a:lnTo>
                  <a:close/>
                  <a:moveTo>
                    <a:pt x="0" y="0"/>
                  </a:moveTo>
                  <a:lnTo>
                    <a:pt x="45668" y="0"/>
                  </a:lnTo>
                  <a:lnTo>
                    <a:pt x="45669" y="0"/>
                  </a:lnTo>
                  <a:lnTo>
                    <a:pt x="91337" y="0"/>
                  </a:lnTo>
                  <a:lnTo>
                    <a:pt x="91337" y="710430"/>
                  </a:lnTo>
                  <a:lnTo>
                    <a:pt x="45669" y="710430"/>
                  </a:lnTo>
                  <a:lnTo>
                    <a:pt x="45668" y="710430"/>
                  </a:lnTo>
                  <a:lnTo>
                    <a:pt x="0" y="710430"/>
                  </a:lnTo>
                  <a:close/>
                </a:path>
              </a:pathLst>
            </a:custGeom>
            <a:solidFill>
              <a:schemeClr val="accent2"/>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48" name="Google Shape;2048;p6"/>
            <p:cNvSpPr/>
            <p:nvPr/>
          </p:nvSpPr>
          <p:spPr>
            <a:xfrm>
              <a:off x="4872920" y="5017638"/>
              <a:ext cx="2589010" cy="1017416"/>
            </a:xfrm>
            <a:custGeom>
              <a:avLst/>
              <a:gdLst/>
              <a:ahLst/>
              <a:cxnLst/>
              <a:rect l="l" t="t" r="r" b="b"/>
              <a:pathLst>
                <a:path w="1942972" h="763539" extrusionOk="0">
                  <a:moveTo>
                    <a:pt x="0" y="705812"/>
                  </a:moveTo>
                  <a:lnTo>
                    <a:pt x="1942972" y="705812"/>
                  </a:lnTo>
                  <a:lnTo>
                    <a:pt x="1942972" y="763539"/>
                  </a:lnTo>
                  <a:lnTo>
                    <a:pt x="0" y="763539"/>
                  </a:lnTo>
                  <a:close/>
                  <a:moveTo>
                    <a:pt x="0" y="564573"/>
                  </a:moveTo>
                  <a:lnTo>
                    <a:pt x="1942972" y="564573"/>
                  </a:lnTo>
                  <a:lnTo>
                    <a:pt x="1942972" y="622300"/>
                  </a:lnTo>
                  <a:lnTo>
                    <a:pt x="0" y="622300"/>
                  </a:lnTo>
                  <a:close/>
                  <a:moveTo>
                    <a:pt x="0" y="423333"/>
                  </a:moveTo>
                  <a:lnTo>
                    <a:pt x="1942972" y="423333"/>
                  </a:lnTo>
                  <a:lnTo>
                    <a:pt x="1942972" y="481060"/>
                  </a:lnTo>
                  <a:lnTo>
                    <a:pt x="0" y="481060"/>
                  </a:lnTo>
                  <a:close/>
                  <a:moveTo>
                    <a:pt x="0" y="282094"/>
                  </a:moveTo>
                  <a:lnTo>
                    <a:pt x="1942972" y="282094"/>
                  </a:lnTo>
                  <a:lnTo>
                    <a:pt x="1942972" y="339821"/>
                  </a:lnTo>
                  <a:lnTo>
                    <a:pt x="0" y="339821"/>
                  </a:lnTo>
                  <a:close/>
                  <a:moveTo>
                    <a:pt x="0" y="141239"/>
                  </a:moveTo>
                  <a:lnTo>
                    <a:pt x="1942972" y="141239"/>
                  </a:lnTo>
                  <a:lnTo>
                    <a:pt x="1942972" y="198966"/>
                  </a:lnTo>
                  <a:lnTo>
                    <a:pt x="0" y="198966"/>
                  </a:lnTo>
                  <a:close/>
                  <a:moveTo>
                    <a:pt x="0" y="0"/>
                  </a:moveTo>
                  <a:lnTo>
                    <a:pt x="1942972" y="0"/>
                  </a:lnTo>
                  <a:lnTo>
                    <a:pt x="1942972" y="57727"/>
                  </a:lnTo>
                  <a:lnTo>
                    <a:pt x="0" y="57727"/>
                  </a:lnTo>
                  <a:close/>
                </a:path>
              </a:pathLst>
            </a:custGeom>
            <a:solidFill>
              <a:schemeClr val="accent3"/>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49" name="Google Shape;2049;p6"/>
            <p:cNvSpPr/>
            <p:nvPr/>
          </p:nvSpPr>
          <p:spPr>
            <a:xfrm>
              <a:off x="4795269" y="6126310"/>
              <a:ext cx="2734991" cy="119656"/>
            </a:xfrm>
            <a:custGeom>
              <a:avLst/>
              <a:gdLst/>
              <a:ahLst/>
              <a:cxnLst/>
              <a:rect l="l" t="t" r="r" b="b"/>
              <a:pathLst>
                <a:path w="2052526" h="89798" extrusionOk="0">
                  <a:moveTo>
                    <a:pt x="0" y="0"/>
                  </a:moveTo>
                  <a:lnTo>
                    <a:pt x="2052526" y="0"/>
                  </a:lnTo>
                  <a:lnTo>
                    <a:pt x="2052526" y="89798"/>
                  </a:lnTo>
                  <a:lnTo>
                    <a:pt x="0" y="89798"/>
                  </a:lnTo>
                  <a:close/>
                </a:path>
              </a:pathLst>
            </a:custGeom>
            <a:solidFill>
              <a:srgbClr val="002D45"/>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50" name="Google Shape;2050;p6"/>
            <p:cNvSpPr/>
            <p:nvPr/>
          </p:nvSpPr>
          <p:spPr>
            <a:xfrm>
              <a:off x="5766675" y="4689589"/>
              <a:ext cx="803573" cy="1436382"/>
            </a:xfrm>
            <a:custGeom>
              <a:avLst/>
              <a:gdLst/>
              <a:ahLst/>
              <a:cxnLst/>
              <a:rect l="l" t="t" r="r" b="b"/>
              <a:pathLst>
                <a:path w="603057" h="1077960" extrusionOk="0">
                  <a:moveTo>
                    <a:pt x="0" y="0"/>
                  </a:moveTo>
                  <a:lnTo>
                    <a:pt x="603058" y="0"/>
                  </a:lnTo>
                  <a:lnTo>
                    <a:pt x="603058" y="1077961"/>
                  </a:lnTo>
                  <a:lnTo>
                    <a:pt x="0" y="1077961"/>
                  </a:lnTo>
                  <a:close/>
                </a:path>
              </a:pathLst>
            </a:custGeom>
            <a:solidFill>
              <a:schemeClr val="accent2"/>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51" name="Google Shape;2051;p6"/>
            <p:cNvSpPr/>
            <p:nvPr/>
          </p:nvSpPr>
          <p:spPr>
            <a:xfrm>
              <a:off x="5766672" y="5016440"/>
              <a:ext cx="803575" cy="829215"/>
            </a:xfrm>
            <a:custGeom>
              <a:avLst/>
              <a:gdLst/>
              <a:ahLst/>
              <a:cxnLst/>
              <a:rect l="l" t="t" r="r" b="b"/>
              <a:pathLst>
                <a:path w="603058" h="622300" extrusionOk="0">
                  <a:moveTo>
                    <a:pt x="0" y="564573"/>
                  </a:moveTo>
                  <a:lnTo>
                    <a:pt x="603058" y="564573"/>
                  </a:lnTo>
                  <a:lnTo>
                    <a:pt x="603058" y="622300"/>
                  </a:lnTo>
                  <a:lnTo>
                    <a:pt x="0" y="622300"/>
                  </a:lnTo>
                  <a:close/>
                  <a:moveTo>
                    <a:pt x="0" y="423333"/>
                  </a:moveTo>
                  <a:lnTo>
                    <a:pt x="603058" y="423333"/>
                  </a:lnTo>
                  <a:lnTo>
                    <a:pt x="603058" y="481060"/>
                  </a:lnTo>
                  <a:lnTo>
                    <a:pt x="0" y="481060"/>
                  </a:lnTo>
                  <a:close/>
                  <a:moveTo>
                    <a:pt x="0" y="282094"/>
                  </a:moveTo>
                  <a:lnTo>
                    <a:pt x="603058" y="282094"/>
                  </a:lnTo>
                  <a:lnTo>
                    <a:pt x="603058" y="339821"/>
                  </a:lnTo>
                  <a:lnTo>
                    <a:pt x="0" y="339821"/>
                  </a:lnTo>
                  <a:close/>
                  <a:moveTo>
                    <a:pt x="0" y="141239"/>
                  </a:moveTo>
                  <a:lnTo>
                    <a:pt x="603058" y="141239"/>
                  </a:lnTo>
                  <a:lnTo>
                    <a:pt x="603058" y="198966"/>
                  </a:lnTo>
                  <a:lnTo>
                    <a:pt x="0" y="198966"/>
                  </a:lnTo>
                  <a:close/>
                  <a:moveTo>
                    <a:pt x="0" y="0"/>
                  </a:moveTo>
                  <a:lnTo>
                    <a:pt x="603058" y="0"/>
                  </a:lnTo>
                  <a:lnTo>
                    <a:pt x="603058" y="57727"/>
                  </a:lnTo>
                  <a:lnTo>
                    <a:pt x="0" y="57727"/>
                  </a:lnTo>
                  <a:close/>
                </a:path>
              </a:pathLst>
            </a:custGeom>
            <a:gradFill>
              <a:gsLst>
                <a:gs pos="0">
                  <a:schemeClr val="accent3"/>
                </a:gs>
                <a:gs pos="100000">
                  <a:srgbClr val="43D3FF"/>
                </a:gs>
              </a:gsLst>
              <a:lin ang="18900044" scaled="0"/>
            </a:gra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52" name="Google Shape;2052;p6"/>
            <p:cNvSpPr/>
            <p:nvPr/>
          </p:nvSpPr>
          <p:spPr>
            <a:xfrm>
              <a:off x="5938400" y="5660644"/>
              <a:ext cx="460500" cy="465600"/>
            </a:xfrm>
            <a:prstGeom prst="rect">
              <a:avLst/>
            </a:prstGeom>
            <a:solidFill>
              <a:srgbClr val="002D45"/>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grpSp>
      <p:sp>
        <p:nvSpPr>
          <p:cNvPr id="2053" name="Google Shape;2053;p6"/>
          <p:cNvSpPr/>
          <p:nvPr/>
        </p:nvSpPr>
        <p:spPr>
          <a:xfrm>
            <a:off x="2262728" y="1374999"/>
            <a:ext cx="3864551" cy="4674803"/>
          </a:xfrm>
          <a:custGeom>
            <a:avLst/>
            <a:gdLst/>
            <a:ahLst/>
            <a:cxnLst/>
            <a:rect l="l" t="t" r="r" b="b"/>
            <a:pathLst>
              <a:path w="4876405" h="2702198" extrusionOk="0">
                <a:moveTo>
                  <a:pt x="0" y="0"/>
                </a:moveTo>
                <a:lnTo>
                  <a:pt x="3848284" y="0"/>
                </a:lnTo>
                <a:cubicBezTo>
                  <a:pt x="3919103" y="0"/>
                  <a:pt x="3985524" y="34152"/>
                  <a:pt x="4026588" y="91771"/>
                </a:cubicBezTo>
                <a:lnTo>
                  <a:pt x="4835551" y="1223604"/>
                </a:lnTo>
                <a:cubicBezTo>
                  <a:pt x="4890024" y="1299871"/>
                  <a:pt x="4890024" y="1402328"/>
                  <a:pt x="4835551" y="1478592"/>
                </a:cubicBezTo>
                <a:lnTo>
                  <a:pt x="4026588" y="2610428"/>
                </a:lnTo>
                <a:cubicBezTo>
                  <a:pt x="3985524" y="2668044"/>
                  <a:pt x="3918895" y="2702198"/>
                  <a:pt x="3848284" y="2702198"/>
                </a:cubicBezTo>
                <a:lnTo>
                  <a:pt x="0" y="2702198"/>
                </a:lnTo>
                <a:lnTo>
                  <a:pt x="0" y="0"/>
                </a:lnTo>
                <a:close/>
              </a:path>
            </a:pathLst>
          </a:custGeom>
          <a:gradFill>
            <a:gsLst>
              <a:gs pos="0">
                <a:srgbClr val="F2F2F2">
                  <a:alpha val="0"/>
                </a:srgbClr>
              </a:gs>
              <a:gs pos="6000">
                <a:srgbClr val="F2F2F2">
                  <a:alpha val="0"/>
                </a:srgbClr>
              </a:gs>
              <a:gs pos="64000">
                <a:schemeClr val="lt1"/>
              </a:gs>
              <a:gs pos="100000">
                <a:schemeClr val="lt1"/>
              </a:gs>
            </a:gsLst>
            <a:lin ang="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054" name="Google Shape;2054;p6"/>
          <p:cNvSpPr/>
          <p:nvPr/>
        </p:nvSpPr>
        <p:spPr>
          <a:xfrm>
            <a:off x="591828" y="4074425"/>
            <a:ext cx="4481767" cy="1123364"/>
          </a:xfrm>
          <a:prstGeom prst="rect">
            <a:avLst/>
          </a:prstGeom>
          <a:noFill/>
          <a:ln>
            <a:noFill/>
          </a:ln>
        </p:spPr>
        <p:txBody>
          <a:bodyPr spcFirstLastPara="1" wrap="square" lIns="0" tIns="0" rIns="0" bIns="45700" anchor="ctr" anchorCtr="0">
            <a:spAutoFit/>
          </a:bodyPr>
          <a:lstStyle/>
          <a:p>
            <a:pPr marL="457200" marR="0" lvl="0" indent="0" algn="l" rtl="0">
              <a:lnSpc>
                <a:spcPct val="100000"/>
              </a:lnSpc>
              <a:spcBef>
                <a:spcPts val="300"/>
              </a:spcBef>
              <a:spcAft>
                <a:spcPts val="0"/>
              </a:spcAft>
              <a:buClr>
                <a:schemeClr val="accent4"/>
              </a:buClr>
              <a:buSzPts val="2000"/>
              <a:buFont typeface="Arial"/>
              <a:buNone/>
            </a:pPr>
            <a:r>
              <a:rPr lang="en-US" sz="2000" b="1" i="0" u="none" strike="noStrike" cap="none">
                <a:solidFill>
                  <a:schemeClr val="accent4"/>
                </a:solidFill>
                <a:latin typeface="Arial"/>
                <a:ea typeface="Arial"/>
                <a:cs typeface="Arial"/>
                <a:sym typeface="Arial"/>
              </a:rPr>
              <a:t>61% Faster</a:t>
            </a:r>
            <a:endParaRPr sz="1400" b="1" i="0" u="none" strike="noStrike" cap="none">
              <a:solidFill>
                <a:srgbClr val="000000"/>
              </a:solidFill>
              <a:latin typeface="Arial"/>
              <a:ea typeface="Arial"/>
              <a:cs typeface="Arial"/>
              <a:sym typeface="Arial"/>
            </a:endParaRPr>
          </a:p>
          <a:p>
            <a:pPr marL="457200" marR="0" lvl="0" indent="0" algn="l" rtl="0">
              <a:lnSpc>
                <a:spcPct val="100000"/>
              </a:lnSpc>
              <a:spcBef>
                <a:spcPts val="300"/>
              </a:spcBef>
              <a:spcAft>
                <a:spcPts val="0"/>
              </a:spcAft>
              <a:buClr>
                <a:schemeClr val="dk1"/>
              </a:buClr>
              <a:buSzPts val="2000"/>
              <a:buFont typeface="Arial"/>
              <a:buNone/>
            </a:pPr>
            <a:r>
              <a:rPr lang="en-US" sz="2000" b="0" i="0" u="none" strike="noStrike" cap="none">
                <a:solidFill>
                  <a:schemeClr val="dk1"/>
                </a:solidFill>
                <a:latin typeface="Arial"/>
                <a:ea typeface="Arial"/>
                <a:cs typeface="Arial"/>
                <a:sym typeface="Arial"/>
              </a:rPr>
              <a:t>to Deploy new Workloads</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p:txBody>
      </p:sp>
      <p:sp>
        <p:nvSpPr>
          <p:cNvPr id="2055" name="Google Shape;2055;p6"/>
          <p:cNvSpPr/>
          <p:nvPr/>
        </p:nvSpPr>
        <p:spPr>
          <a:xfrm>
            <a:off x="587230" y="3292632"/>
            <a:ext cx="4584902" cy="1084892"/>
          </a:xfrm>
          <a:prstGeom prst="rect">
            <a:avLst/>
          </a:prstGeom>
          <a:noFill/>
          <a:ln>
            <a:noFill/>
          </a:ln>
        </p:spPr>
        <p:txBody>
          <a:bodyPr spcFirstLastPara="1" wrap="square" lIns="0" tIns="0" rIns="0" bIns="45700" anchor="ctr" anchorCtr="0">
            <a:spAutoFit/>
          </a:bodyPr>
          <a:lstStyle/>
          <a:p>
            <a:pPr marL="457200" marR="0" lvl="0" indent="0" algn="l" rtl="0">
              <a:lnSpc>
                <a:spcPct val="100000"/>
              </a:lnSpc>
              <a:spcBef>
                <a:spcPts val="300"/>
              </a:spcBef>
              <a:spcAft>
                <a:spcPts val="0"/>
              </a:spcAft>
              <a:buClr>
                <a:srgbClr val="0070C0"/>
              </a:buClr>
              <a:buSzPts val="2000"/>
              <a:buFont typeface="Arial"/>
              <a:buNone/>
            </a:pPr>
            <a:r>
              <a:rPr lang="en-US" sz="2000" b="1" i="0" u="none" strike="noStrike" cap="none">
                <a:solidFill>
                  <a:srgbClr val="0070C0"/>
                </a:solidFill>
                <a:latin typeface="Arial"/>
                <a:ea typeface="Arial"/>
                <a:cs typeface="Arial"/>
                <a:sym typeface="Arial"/>
              </a:rPr>
              <a:t>34% Lower </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300"/>
              </a:spcBef>
              <a:spcAft>
                <a:spcPts val="0"/>
              </a:spcAft>
              <a:buClr>
                <a:srgbClr val="0070C0"/>
              </a:buClr>
              <a:buSzPts val="2000"/>
              <a:buFont typeface="Arial"/>
              <a:buNone/>
            </a:pPr>
            <a:r>
              <a:rPr lang="en-US" sz="2000" b="0" i="0" u="none" strike="noStrike" cap="none">
                <a:solidFill>
                  <a:schemeClr val="dk1"/>
                </a:solidFill>
                <a:latin typeface="Arial"/>
                <a:ea typeface="Arial"/>
                <a:cs typeface="Arial"/>
                <a:sym typeface="Arial"/>
              </a:rPr>
              <a:t>Infrastructure Costs</a:t>
            </a:r>
            <a:endParaRPr sz="2000" b="0" i="0" u="none" strike="noStrike" cap="none">
              <a:solidFill>
                <a:schemeClr val="dk1"/>
              </a:solidFill>
              <a:latin typeface="Arial"/>
              <a:ea typeface="Arial"/>
              <a:cs typeface="Arial"/>
              <a:sym typeface="Arial"/>
            </a:endParaRPr>
          </a:p>
          <a:p>
            <a:pPr marL="457200" marR="0" lvl="0" indent="0" algn="l" rtl="0">
              <a:lnSpc>
                <a:spcPct val="100000"/>
              </a:lnSpc>
              <a:spcBef>
                <a:spcPts val="300"/>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p:txBody>
      </p:sp>
      <p:sp>
        <p:nvSpPr>
          <p:cNvPr id="2056" name="Google Shape;2056;p6"/>
          <p:cNvSpPr/>
          <p:nvPr/>
        </p:nvSpPr>
        <p:spPr>
          <a:xfrm>
            <a:off x="1043503" y="4903543"/>
            <a:ext cx="4325239" cy="661699"/>
          </a:xfrm>
          <a:prstGeom prst="rect">
            <a:avLst/>
          </a:prstGeom>
          <a:noFill/>
          <a:ln>
            <a:noFill/>
          </a:ln>
        </p:spPr>
        <p:txBody>
          <a:bodyPr spcFirstLastPara="1" wrap="square" lIns="0" tIns="0" rIns="0" bIns="45700" anchor="ctr"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000" b="1" i="0" u="none" strike="noStrike" cap="none">
                <a:solidFill>
                  <a:schemeClr val="accent5"/>
                </a:solidFill>
                <a:latin typeface="Arial"/>
                <a:ea typeface="Arial"/>
                <a:cs typeface="Arial"/>
                <a:sym typeface="Arial"/>
              </a:rPr>
              <a:t>66% Quicker </a:t>
            </a: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000" b="0" i="0" u="none" strike="noStrike" cap="none">
                <a:solidFill>
                  <a:schemeClr val="dk1"/>
                </a:solidFill>
                <a:latin typeface="Arial"/>
                <a:ea typeface="Arial"/>
                <a:cs typeface="Arial"/>
                <a:sym typeface="Arial"/>
              </a:rPr>
              <a:t>to Resolve Data Loss Incidents</a:t>
            </a:r>
            <a:endParaRPr sz="2000" b="0" i="0" u="none" strike="noStrike" cap="none">
              <a:solidFill>
                <a:srgbClr val="000000"/>
              </a:solidFill>
              <a:latin typeface="Arial"/>
              <a:ea typeface="Arial"/>
              <a:cs typeface="Arial"/>
              <a:sym typeface="Arial"/>
            </a:endParaRPr>
          </a:p>
        </p:txBody>
      </p:sp>
      <p:sp>
        <p:nvSpPr>
          <p:cNvPr id="2057" name="Google Shape;2057;p6"/>
          <p:cNvSpPr txBox="1"/>
          <p:nvPr/>
        </p:nvSpPr>
        <p:spPr>
          <a:xfrm>
            <a:off x="8380786" y="6360531"/>
            <a:ext cx="3382800" cy="338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01010F"/>
                </a:solidFill>
                <a:latin typeface="Helvetica Neue"/>
                <a:ea typeface="Helvetica Neue"/>
                <a:cs typeface="Helvetica Neue"/>
                <a:sym typeface="Helvetica Neue"/>
              </a:rPr>
              <a:t>IDC White Paper, sponsored by VMware by Broadcom, The Business Value of VMware Cloud Foundation, doc #US52312224, August 2024</a:t>
            </a:r>
            <a:endParaRPr sz="1400" b="0" i="0" u="none" strike="noStrike" cap="none">
              <a:solidFill>
                <a:srgbClr val="000000"/>
              </a:solidFill>
              <a:latin typeface="Arial"/>
              <a:ea typeface="Arial"/>
              <a:cs typeface="Arial"/>
              <a:sym typeface="Arial"/>
            </a:endParaRPr>
          </a:p>
        </p:txBody>
      </p:sp>
      <p:sp>
        <p:nvSpPr>
          <p:cNvPr id="2058" name="Google Shape;2058;p6"/>
          <p:cNvSpPr/>
          <p:nvPr/>
        </p:nvSpPr>
        <p:spPr>
          <a:xfrm>
            <a:off x="997283" y="2114619"/>
            <a:ext cx="5432888" cy="987307"/>
          </a:xfrm>
          <a:prstGeom prst="homePlate">
            <a:avLst>
              <a:gd name="adj" fmla="val 50000"/>
            </a:avLst>
          </a:prstGeom>
          <a:gradFill>
            <a:gsLst>
              <a:gs pos="0">
                <a:schemeClr val="accent3"/>
              </a:gs>
              <a:gs pos="36000">
                <a:schemeClr val="accent1"/>
              </a:gs>
              <a:gs pos="69000">
                <a:schemeClr val="accent2"/>
              </a:gs>
              <a:gs pos="100000">
                <a:schemeClr val="accent5"/>
              </a:gs>
            </a:gsLst>
            <a:lin ang="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564% 3-Year ROI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with 10 Months Payback</a:t>
            </a:r>
            <a:endParaRPr sz="1400" b="0" i="0" u="none" strike="noStrike" cap="none">
              <a:solidFill>
                <a:srgbClr val="000000"/>
              </a:solidFill>
              <a:latin typeface="Arial"/>
              <a:ea typeface="Arial"/>
              <a:cs typeface="Arial"/>
              <a:sym typeface="Arial"/>
            </a:endParaRPr>
          </a:p>
        </p:txBody>
      </p:sp>
      <p:sp>
        <p:nvSpPr>
          <p:cNvPr id="2059" name="Google Shape;2059;p6"/>
          <p:cNvSpPr txBox="1"/>
          <p:nvPr/>
        </p:nvSpPr>
        <p:spPr>
          <a:xfrm>
            <a:off x="953132" y="1539010"/>
            <a:ext cx="440216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What Customers Can Achieve Today</a:t>
            </a:r>
            <a:endParaRPr sz="2000" b="0" i="0" u="none" strike="noStrike" cap="none">
              <a:solidFill>
                <a:srgbClr val="000000"/>
              </a:solidFill>
              <a:latin typeface="Arial"/>
              <a:ea typeface="Arial"/>
              <a:cs typeface="Arial"/>
              <a:sym typeface="Arial"/>
            </a:endParaRPr>
          </a:p>
        </p:txBody>
      </p:sp>
      <p:grpSp>
        <p:nvGrpSpPr>
          <p:cNvPr id="2060" name="Google Shape;2060;p6"/>
          <p:cNvGrpSpPr/>
          <p:nvPr/>
        </p:nvGrpSpPr>
        <p:grpSpPr>
          <a:xfrm>
            <a:off x="8384880" y="1652094"/>
            <a:ext cx="1032851" cy="771445"/>
            <a:chOff x="695178" y="1528859"/>
            <a:chExt cx="1154669" cy="914793"/>
          </a:xfrm>
        </p:grpSpPr>
        <p:sp>
          <p:nvSpPr>
            <p:cNvPr id="2061" name="Google Shape;2061;p6"/>
            <p:cNvSpPr/>
            <p:nvPr/>
          </p:nvSpPr>
          <p:spPr>
            <a:xfrm>
              <a:off x="695178" y="1528859"/>
              <a:ext cx="1154669" cy="914793"/>
            </a:xfrm>
            <a:custGeom>
              <a:avLst/>
              <a:gdLst/>
              <a:ahLst/>
              <a:cxnLst/>
              <a:rect l="l" t="t" r="r" b="b"/>
              <a:pathLst>
                <a:path w="1154669" h="914793" extrusionOk="0">
                  <a:moveTo>
                    <a:pt x="1047346" y="289353"/>
                  </a:moveTo>
                  <a:cubicBezTo>
                    <a:pt x="1002979" y="244986"/>
                    <a:pt x="948307" y="212829"/>
                    <a:pt x="888669" y="195914"/>
                  </a:cubicBezTo>
                  <a:cubicBezTo>
                    <a:pt x="817082" y="74821"/>
                    <a:pt x="686319" y="0"/>
                    <a:pt x="545019" y="0"/>
                  </a:cubicBezTo>
                  <a:cubicBezTo>
                    <a:pt x="438417" y="0"/>
                    <a:pt x="338166" y="41509"/>
                    <a:pt x="262767" y="116907"/>
                  </a:cubicBezTo>
                  <a:cubicBezTo>
                    <a:pt x="213984" y="165691"/>
                    <a:pt x="178738" y="225906"/>
                    <a:pt x="160466" y="291576"/>
                  </a:cubicBezTo>
                  <a:cubicBezTo>
                    <a:pt x="61225" y="352627"/>
                    <a:pt x="0" y="461597"/>
                    <a:pt x="0" y="578302"/>
                  </a:cubicBezTo>
                  <a:cubicBezTo>
                    <a:pt x="0" y="668162"/>
                    <a:pt x="34986" y="752653"/>
                    <a:pt x="98549" y="816216"/>
                  </a:cubicBezTo>
                  <a:cubicBezTo>
                    <a:pt x="129002" y="846669"/>
                    <a:pt x="164305" y="870542"/>
                    <a:pt x="202668" y="887168"/>
                  </a:cubicBezTo>
                  <a:cubicBezTo>
                    <a:pt x="217015" y="893375"/>
                    <a:pt x="231794" y="898628"/>
                    <a:pt x="246920" y="902785"/>
                  </a:cubicBezTo>
                  <a:cubicBezTo>
                    <a:pt x="246920" y="902785"/>
                    <a:pt x="246920" y="902785"/>
                    <a:pt x="246949" y="902785"/>
                  </a:cubicBezTo>
                  <a:lnTo>
                    <a:pt x="285572" y="864162"/>
                  </a:lnTo>
                  <a:cubicBezTo>
                    <a:pt x="285572" y="864162"/>
                    <a:pt x="285543" y="864162"/>
                    <a:pt x="285514" y="864162"/>
                  </a:cubicBezTo>
                  <a:lnTo>
                    <a:pt x="626883" y="522793"/>
                  </a:lnTo>
                  <a:lnTo>
                    <a:pt x="626883" y="653007"/>
                  </a:lnTo>
                  <a:cubicBezTo>
                    <a:pt x="626883" y="665766"/>
                    <a:pt x="637218" y="676100"/>
                    <a:pt x="649976" y="676100"/>
                  </a:cubicBezTo>
                  <a:cubicBezTo>
                    <a:pt x="662735" y="676100"/>
                    <a:pt x="673069" y="665766"/>
                    <a:pt x="673069" y="653007"/>
                  </a:cubicBezTo>
                  <a:lnTo>
                    <a:pt x="673069" y="467081"/>
                  </a:lnTo>
                  <a:lnTo>
                    <a:pt x="673069" y="467081"/>
                  </a:lnTo>
                  <a:lnTo>
                    <a:pt x="673069" y="443959"/>
                  </a:lnTo>
                  <a:lnTo>
                    <a:pt x="464021" y="443959"/>
                  </a:lnTo>
                  <a:cubicBezTo>
                    <a:pt x="451263" y="443959"/>
                    <a:pt x="440929" y="454293"/>
                    <a:pt x="440929" y="467052"/>
                  </a:cubicBezTo>
                  <a:cubicBezTo>
                    <a:pt x="440929" y="479811"/>
                    <a:pt x="451263" y="490145"/>
                    <a:pt x="464021" y="490145"/>
                  </a:cubicBezTo>
                  <a:lnTo>
                    <a:pt x="594236" y="490145"/>
                  </a:lnTo>
                  <a:lnTo>
                    <a:pt x="234248" y="850133"/>
                  </a:lnTo>
                  <a:cubicBezTo>
                    <a:pt x="196000" y="835787"/>
                    <a:pt x="160928" y="813329"/>
                    <a:pt x="131196" y="783568"/>
                  </a:cubicBezTo>
                  <a:cubicBezTo>
                    <a:pt x="76380" y="728752"/>
                    <a:pt x="46186" y="655836"/>
                    <a:pt x="46186" y="578302"/>
                  </a:cubicBezTo>
                  <a:cubicBezTo>
                    <a:pt x="46186" y="474817"/>
                    <a:pt x="102013" y="378376"/>
                    <a:pt x="191901" y="326590"/>
                  </a:cubicBezTo>
                  <a:lnTo>
                    <a:pt x="200388" y="321712"/>
                  </a:lnTo>
                  <a:lnTo>
                    <a:pt x="202784" y="312215"/>
                  </a:lnTo>
                  <a:cubicBezTo>
                    <a:pt x="218198" y="250990"/>
                    <a:pt x="250268" y="194759"/>
                    <a:pt x="295444" y="149555"/>
                  </a:cubicBezTo>
                  <a:cubicBezTo>
                    <a:pt x="362095" y="82903"/>
                    <a:pt x="450743" y="46186"/>
                    <a:pt x="545019" y="46186"/>
                  </a:cubicBezTo>
                  <a:cubicBezTo>
                    <a:pt x="672896" y="46186"/>
                    <a:pt x="791016" y="115464"/>
                    <a:pt x="853280" y="226974"/>
                  </a:cubicBezTo>
                  <a:lnTo>
                    <a:pt x="858129" y="235662"/>
                  </a:lnTo>
                  <a:lnTo>
                    <a:pt x="867770" y="238116"/>
                  </a:lnTo>
                  <a:cubicBezTo>
                    <a:pt x="923049" y="252174"/>
                    <a:pt x="973853" y="281184"/>
                    <a:pt x="1014699" y="322029"/>
                  </a:cubicBezTo>
                  <a:cubicBezTo>
                    <a:pt x="1075173" y="382504"/>
                    <a:pt x="1108484" y="462896"/>
                    <a:pt x="1108484" y="548426"/>
                  </a:cubicBezTo>
                  <a:cubicBezTo>
                    <a:pt x="1108484" y="633956"/>
                    <a:pt x="1075173" y="714348"/>
                    <a:pt x="1014699" y="774822"/>
                  </a:cubicBezTo>
                  <a:cubicBezTo>
                    <a:pt x="954224" y="835296"/>
                    <a:pt x="873832" y="868608"/>
                    <a:pt x="788302" y="868608"/>
                  </a:cubicBezTo>
                  <a:lnTo>
                    <a:pt x="383254" y="868608"/>
                  </a:lnTo>
                  <a:lnTo>
                    <a:pt x="337069" y="914793"/>
                  </a:lnTo>
                  <a:lnTo>
                    <a:pt x="788302" y="914793"/>
                  </a:lnTo>
                  <a:cubicBezTo>
                    <a:pt x="886158" y="914793"/>
                    <a:pt x="978154" y="876690"/>
                    <a:pt x="1047375" y="807498"/>
                  </a:cubicBezTo>
                  <a:cubicBezTo>
                    <a:pt x="1116567" y="738306"/>
                    <a:pt x="1154670" y="646310"/>
                    <a:pt x="1154670" y="548455"/>
                  </a:cubicBezTo>
                  <a:cubicBezTo>
                    <a:pt x="1154670" y="450599"/>
                    <a:pt x="1116567" y="358603"/>
                    <a:pt x="1047375" y="289411"/>
                  </a:cubicBezTo>
                  <a:close/>
                </a:path>
              </a:pathLst>
            </a:custGeom>
            <a:solidFill>
              <a:srgbClr val="0098C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62" name="Google Shape;2062;p6"/>
            <p:cNvSpPr/>
            <p:nvPr/>
          </p:nvSpPr>
          <p:spPr>
            <a:xfrm>
              <a:off x="827932" y="1661643"/>
              <a:ext cx="889073" cy="649225"/>
            </a:xfrm>
            <a:custGeom>
              <a:avLst/>
              <a:gdLst/>
              <a:ahLst/>
              <a:cxnLst/>
              <a:rect l="l" t="t" r="r" b="b"/>
              <a:pathLst>
                <a:path w="889073" h="649225" extrusionOk="0">
                  <a:moveTo>
                    <a:pt x="665044" y="182231"/>
                  </a:moveTo>
                  <a:cubicBezTo>
                    <a:pt x="629164" y="74070"/>
                    <a:pt x="527671" y="0"/>
                    <a:pt x="412236" y="0"/>
                  </a:cubicBezTo>
                  <a:cubicBezTo>
                    <a:pt x="270850" y="0"/>
                    <a:pt x="154809" y="110759"/>
                    <a:pt x="146351" y="250066"/>
                  </a:cubicBezTo>
                  <a:cubicBezTo>
                    <a:pt x="60503" y="275151"/>
                    <a:pt x="0" y="354561"/>
                    <a:pt x="0" y="445518"/>
                  </a:cubicBezTo>
                  <a:cubicBezTo>
                    <a:pt x="0" y="518896"/>
                    <a:pt x="39027" y="583325"/>
                    <a:pt x="97365" y="619176"/>
                  </a:cubicBezTo>
                  <a:lnTo>
                    <a:pt x="131254" y="585288"/>
                  </a:lnTo>
                  <a:cubicBezTo>
                    <a:pt x="80767" y="559019"/>
                    <a:pt x="46186" y="506252"/>
                    <a:pt x="46186" y="445518"/>
                  </a:cubicBezTo>
                  <a:cubicBezTo>
                    <a:pt x="46186" y="370293"/>
                    <a:pt x="99703" y="305316"/>
                    <a:pt x="173427" y="290970"/>
                  </a:cubicBezTo>
                  <a:lnTo>
                    <a:pt x="192277" y="287304"/>
                  </a:lnTo>
                  <a:lnTo>
                    <a:pt x="192103" y="268108"/>
                  </a:lnTo>
                  <a:cubicBezTo>
                    <a:pt x="192103" y="267588"/>
                    <a:pt x="192103" y="267068"/>
                    <a:pt x="192075" y="266549"/>
                  </a:cubicBezTo>
                  <a:lnTo>
                    <a:pt x="192075" y="266376"/>
                  </a:lnTo>
                  <a:cubicBezTo>
                    <a:pt x="192075" y="144965"/>
                    <a:pt x="290825" y="46186"/>
                    <a:pt x="412236" y="46186"/>
                  </a:cubicBezTo>
                  <a:cubicBezTo>
                    <a:pt x="512661" y="46186"/>
                    <a:pt x="600327" y="113992"/>
                    <a:pt x="625411" y="211097"/>
                  </a:cubicBezTo>
                  <a:lnTo>
                    <a:pt x="630059" y="229081"/>
                  </a:lnTo>
                  <a:lnTo>
                    <a:pt x="649284" y="228388"/>
                  </a:lnTo>
                  <a:cubicBezTo>
                    <a:pt x="651333" y="228301"/>
                    <a:pt x="653411" y="228244"/>
                    <a:pt x="655490" y="228244"/>
                  </a:cubicBezTo>
                  <a:cubicBezTo>
                    <a:pt x="758801" y="228244"/>
                    <a:pt x="842888" y="312302"/>
                    <a:pt x="842888" y="415642"/>
                  </a:cubicBezTo>
                  <a:cubicBezTo>
                    <a:pt x="842888" y="518982"/>
                    <a:pt x="758830" y="603040"/>
                    <a:pt x="655490" y="603040"/>
                  </a:cubicBezTo>
                  <a:lnTo>
                    <a:pt x="383225" y="603040"/>
                  </a:lnTo>
                  <a:lnTo>
                    <a:pt x="337040" y="649226"/>
                  </a:lnTo>
                  <a:lnTo>
                    <a:pt x="655490" y="649226"/>
                  </a:lnTo>
                  <a:cubicBezTo>
                    <a:pt x="784290" y="649226"/>
                    <a:pt x="889074" y="544442"/>
                    <a:pt x="889074" y="415642"/>
                  </a:cubicBezTo>
                  <a:cubicBezTo>
                    <a:pt x="889074" y="286842"/>
                    <a:pt x="789428" y="187283"/>
                    <a:pt x="665015" y="182260"/>
                  </a:cubicBez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42"/>
                                        </p:tgtEl>
                                        <p:attrNameLst>
                                          <p:attrName>style.visibility</p:attrName>
                                        </p:attrNameLst>
                                      </p:cBhvr>
                                      <p:to>
                                        <p:strVal val="visible"/>
                                      </p:to>
                                    </p:set>
                                    <p:animEffect transition="in" filter="fade">
                                      <p:cBhvr>
                                        <p:cTn id="7" dur="250"/>
                                        <p:tgtEl>
                                          <p:spTgt spid="2042"/>
                                        </p:tgtEl>
                                      </p:cBhvr>
                                    </p:animEffect>
                                  </p:childTnLst>
                                </p:cTn>
                              </p:par>
                              <p:par>
                                <p:cTn id="8" presetID="10" presetClass="entr" presetSubtype="0" fill="hold" nodeType="withEffect">
                                  <p:stCondLst>
                                    <p:cond delay="0"/>
                                  </p:stCondLst>
                                  <p:childTnLst>
                                    <p:set>
                                      <p:cBhvr>
                                        <p:cTn id="9" dur="1" fill="hold">
                                          <p:stCondLst>
                                            <p:cond delay="0"/>
                                          </p:stCondLst>
                                        </p:cTn>
                                        <p:tgtEl>
                                          <p:spTgt spid="2043"/>
                                        </p:tgtEl>
                                        <p:attrNameLst>
                                          <p:attrName>style.visibility</p:attrName>
                                        </p:attrNameLst>
                                      </p:cBhvr>
                                      <p:to>
                                        <p:strVal val="visible"/>
                                      </p:to>
                                    </p:set>
                                    <p:animEffect transition="in" filter="fade">
                                      <p:cBhvr>
                                        <p:cTn id="10" dur="250"/>
                                        <p:tgtEl>
                                          <p:spTgt spid="2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67"/>
        <p:cNvGrpSpPr/>
        <p:nvPr/>
      </p:nvGrpSpPr>
      <p:grpSpPr>
        <a:xfrm>
          <a:off x="0" y="0"/>
          <a:ext cx="0" cy="0"/>
          <a:chOff x="0" y="0"/>
          <a:chExt cx="0" cy="0"/>
        </a:xfrm>
      </p:grpSpPr>
      <p:sp>
        <p:nvSpPr>
          <p:cNvPr id="2068" name="Google Shape;2068;g2f5672ebd26_60_0"/>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SzPts val="2800"/>
              <a:buNone/>
            </a:pPr>
            <a:r>
              <a:rPr lang="en-US">
                <a:solidFill>
                  <a:schemeClr val="dk1"/>
                </a:solidFill>
              </a:rPr>
              <a:t>VMware Cloud Foundation – The Private Cloud Platform </a:t>
            </a:r>
            <a:endParaRPr/>
          </a:p>
        </p:txBody>
      </p:sp>
      <p:sp>
        <p:nvSpPr>
          <p:cNvPr id="2069" name="Google Shape;2069;g2f5672ebd26_60_0"/>
          <p:cNvSpPr/>
          <p:nvPr/>
        </p:nvSpPr>
        <p:spPr>
          <a:xfrm>
            <a:off x="3869474" y="1142999"/>
            <a:ext cx="7729800" cy="4700100"/>
          </a:xfrm>
          <a:prstGeom prst="roundRect">
            <a:avLst>
              <a:gd name="adj" fmla="val 3578"/>
            </a:avLst>
          </a:prstGeom>
          <a:gradFill>
            <a:gsLst>
              <a:gs pos="0">
                <a:srgbClr val="14C5FF">
                  <a:alpha val="70588"/>
                </a:srgbClr>
              </a:gs>
              <a:gs pos="6000">
                <a:srgbClr val="14C5FF">
                  <a:alpha val="70588"/>
                </a:srgbClr>
              </a:gs>
              <a:gs pos="54000">
                <a:srgbClr val="0193C2">
                  <a:alpha val="4313"/>
                </a:srgbClr>
              </a:gs>
              <a:gs pos="100000">
                <a:srgbClr val="0193C2">
                  <a:alpha val="4313"/>
                </a:srgbClr>
              </a:gs>
            </a:gsLst>
            <a:lin ang="8100019" scaled="0"/>
          </a:gradFill>
          <a:ln>
            <a:noFill/>
          </a:ln>
        </p:spPr>
        <p:txBody>
          <a:bodyPr spcFirstLastPara="1" wrap="square" lIns="91375" tIns="45675" rIns="91375" bIns="45675"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chemeClr val="dk1"/>
              </a:solidFill>
              <a:latin typeface="Arial"/>
              <a:ea typeface="Arial"/>
              <a:cs typeface="Arial"/>
              <a:sym typeface="Arial"/>
            </a:endParaRPr>
          </a:p>
        </p:txBody>
      </p:sp>
      <p:sp>
        <p:nvSpPr>
          <p:cNvPr id="2070" name="Google Shape;2070;g2f5672ebd26_60_0"/>
          <p:cNvSpPr/>
          <p:nvPr/>
        </p:nvSpPr>
        <p:spPr>
          <a:xfrm>
            <a:off x="596592" y="1143000"/>
            <a:ext cx="5019900" cy="4748700"/>
          </a:xfrm>
          <a:prstGeom prst="roundRect">
            <a:avLst>
              <a:gd name="adj" fmla="val 3578"/>
            </a:avLst>
          </a:prstGeom>
          <a:gradFill>
            <a:gsLst>
              <a:gs pos="0">
                <a:srgbClr val="02C1FF">
                  <a:alpha val="47450"/>
                </a:srgbClr>
              </a:gs>
              <a:gs pos="1000">
                <a:srgbClr val="02C1FF">
                  <a:alpha val="47450"/>
                </a:srgbClr>
              </a:gs>
              <a:gs pos="89000">
                <a:schemeClr val="lt1"/>
              </a:gs>
              <a:gs pos="100000">
                <a:schemeClr val="lt1"/>
              </a:gs>
            </a:gsLst>
            <a:lin ang="0" scaled="0"/>
          </a:gra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2071" name="Google Shape;2071;g2f5672ebd26_60_0"/>
          <p:cNvSpPr/>
          <p:nvPr/>
        </p:nvSpPr>
        <p:spPr>
          <a:xfrm>
            <a:off x="1664680" y="1054588"/>
            <a:ext cx="4754495" cy="4836934"/>
          </a:xfrm>
          <a:custGeom>
            <a:avLst/>
            <a:gdLst/>
            <a:ahLst/>
            <a:cxnLst/>
            <a:rect l="l" t="t" r="r" b="b"/>
            <a:pathLst>
              <a:path w="4876405" h="2702198" extrusionOk="0">
                <a:moveTo>
                  <a:pt x="0" y="0"/>
                </a:moveTo>
                <a:lnTo>
                  <a:pt x="3848284" y="0"/>
                </a:lnTo>
                <a:cubicBezTo>
                  <a:pt x="3919103" y="0"/>
                  <a:pt x="3985524" y="34152"/>
                  <a:pt x="4026588" y="91771"/>
                </a:cubicBezTo>
                <a:lnTo>
                  <a:pt x="4835551" y="1223604"/>
                </a:lnTo>
                <a:cubicBezTo>
                  <a:pt x="4890024" y="1299871"/>
                  <a:pt x="4890024" y="1402328"/>
                  <a:pt x="4835551" y="1478592"/>
                </a:cubicBezTo>
                <a:lnTo>
                  <a:pt x="4026588" y="2610428"/>
                </a:lnTo>
                <a:cubicBezTo>
                  <a:pt x="3985524" y="2668044"/>
                  <a:pt x="3918895" y="2702198"/>
                  <a:pt x="3848284" y="2702198"/>
                </a:cubicBezTo>
                <a:lnTo>
                  <a:pt x="0" y="2702198"/>
                </a:lnTo>
                <a:lnTo>
                  <a:pt x="0" y="0"/>
                </a:lnTo>
                <a:close/>
              </a:path>
            </a:pathLst>
          </a:custGeom>
          <a:gradFill>
            <a:gsLst>
              <a:gs pos="0">
                <a:srgbClr val="F2F2F2">
                  <a:alpha val="0"/>
                </a:srgbClr>
              </a:gs>
              <a:gs pos="6000">
                <a:srgbClr val="F2F2F2">
                  <a:alpha val="0"/>
                </a:srgbClr>
              </a:gs>
              <a:gs pos="64000">
                <a:schemeClr val="lt1"/>
              </a:gs>
              <a:gs pos="100000">
                <a:schemeClr val="lt1"/>
              </a:gs>
            </a:gsLst>
            <a:lin ang="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2072" name="Google Shape;2072;g2f5672ebd26_60_0"/>
          <p:cNvSpPr/>
          <p:nvPr/>
        </p:nvSpPr>
        <p:spPr>
          <a:xfrm>
            <a:off x="1156224" y="3813295"/>
            <a:ext cx="3686400" cy="261600"/>
          </a:xfrm>
          <a:prstGeom prst="rect">
            <a:avLst/>
          </a:prstGeom>
          <a:noFill/>
          <a:ln>
            <a:noFill/>
          </a:ln>
        </p:spPr>
        <p:txBody>
          <a:bodyPr spcFirstLastPara="1" wrap="square" lIns="0" tIns="0" rIns="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When compared to public cloud savings*</a:t>
            </a:r>
            <a:endParaRPr sz="1200" b="0" i="0" u="none" strike="noStrike" cap="none">
              <a:solidFill>
                <a:schemeClr val="dk1"/>
              </a:solidFill>
              <a:highlight>
                <a:srgbClr val="FF0000"/>
              </a:highlight>
              <a:latin typeface="Arial"/>
              <a:ea typeface="Arial"/>
              <a:cs typeface="Arial"/>
              <a:sym typeface="Arial"/>
            </a:endParaRPr>
          </a:p>
        </p:txBody>
      </p:sp>
      <p:sp>
        <p:nvSpPr>
          <p:cNvPr id="2073" name="Google Shape;2073;g2f5672ebd26_60_0"/>
          <p:cNvSpPr/>
          <p:nvPr/>
        </p:nvSpPr>
        <p:spPr>
          <a:xfrm>
            <a:off x="1129149" y="2602285"/>
            <a:ext cx="4826100" cy="1123500"/>
          </a:xfrm>
          <a:prstGeom prst="rect">
            <a:avLst/>
          </a:prstGeom>
          <a:noFill/>
          <a:ln>
            <a:noFill/>
          </a:ln>
        </p:spPr>
        <p:txBody>
          <a:bodyPr spcFirstLastPara="1" wrap="square" lIns="0" tIns="0" rIns="0" bIns="45675" anchor="ctr" anchorCtr="0">
            <a:noAutofit/>
          </a:bodyPr>
          <a:lstStyle/>
          <a:p>
            <a:pPr marL="0" marR="0" lvl="0" indent="0" algn="l" rtl="0">
              <a:lnSpc>
                <a:spcPct val="100000"/>
              </a:lnSpc>
              <a:spcBef>
                <a:spcPts val="0"/>
              </a:spcBef>
              <a:spcAft>
                <a:spcPts val="0"/>
              </a:spcAft>
              <a:buClr>
                <a:srgbClr val="000000"/>
              </a:buClr>
              <a:buSzPts val="7000"/>
              <a:buFont typeface="Arial"/>
              <a:buNone/>
            </a:pPr>
            <a:r>
              <a:rPr lang="en-US" sz="7000" b="0" i="0" u="none" strike="noStrike" cap="none">
                <a:solidFill>
                  <a:srgbClr val="0070C0"/>
                </a:solidFill>
                <a:latin typeface="Arial"/>
                <a:ea typeface="Arial"/>
                <a:cs typeface="Arial"/>
                <a:sym typeface="Arial"/>
              </a:rPr>
              <a:t>40% </a:t>
            </a:r>
            <a:endParaRPr sz="1400" b="0" i="0" u="none" strike="noStrike" cap="none">
              <a:solidFill>
                <a:srgbClr val="000000"/>
              </a:solidFill>
              <a:latin typeface="Arial"/>
              <a:ea typeface="Arial"/>
              <a:cs typeface="Arial"/>
              <a:sym typeface="Arial"/>
            </a:endParaRPr>
          </a:p>
        </p:txBody>
      </p:sp>
      <p:grpSp>
        <p:nvGrpSpPr>
          <p:cNvPr id="2074" name="Google Shape;2074;g2f5672ebd26_60_0"/>
          <p:cNvGrpSpPr/>
          <p:nvPr/>
        </p:nvGrpSpPr>
        <p:grpSpPr>
          <a:xfrm>
            <a:off x="6529525" y="1375060"/>
            <a:ext cx="4856182" cy="2885389"/>
            <a:chOff x="3655445" y="1314956"/>
            <a:chExt cx="4856182" cy="2885389"/>
          </a:xfrm>
        </p:grpSpPr>
        <p:sp>
          <p:nvSpPr>
            <p:cNvPr id="2075" name="Google Shape;2075;g2f5672ebd26_60_0"/>
            <p:cNvSpPr/>
            <p:nvPr/>
          </p:nvSpPr>
          <p:spPr>
            <a:xfrm>
              <a:off x="3655445" y="1314956"/>
              <a:ext cx="4856182" cy="2885389"/>
            </a:xfrm>
            <a:custGeom>
              <a:avLst/>
              <a:gdLst/>
              <a:ahLst/>
              <a:cxnLst/>
              <a:rect l="l" t="t" r="r" b="b"/>
              <a:pathLst>
                <a:path w="6070228" h="3606736" extrusionOk="0">
                  <a:moveTo>
                    <a:pt x="1071822" y="3606737"/>
                  </a:moveTo>
                  <a:cubicBezTo>
                    <a:pt x="774547" y="3606737"/>
                    <a:pt x="498417" y="3487960"/>
                    <a:pt x="293820" y="3272028"/>
                  </a:cubicBezTo>
                  <a:cubicBezTo>
                    <a:pt x="89318" y="3056287"/>
                    <a:pt x="-14314" y="2774252"/>
                    <a:pt x="1593" y="2477643"/>
                  </a:cubicBezTo>
                  <a:cubicBezTo>
                    <a:pt x="3784" y="1777460"/>
                    <a:pt x="574141" y="1208437"/>
                    <a:pt x="1274800" y="1208437"/>
                  </a:cubicBezTo>
                  <a:lnTo>
                    <a:pt x="1385385" y="1208437"/>
                  </a:lnTo>
                  <a:cubicBezTo>
                    <a:pt x="1484064" y="883539"/>
                    <a:pt x="1680565" y="591217"/>
                    <a:pt x="1946979" y="376333"/>
                  </a:cubicBezTo>
                  <a:cubicBezTo>
                    <a:pt x="2247874" y="133636"/>
                    <a:pt x="2626969" y="0"/>
                    <a:pt x="3014351" y="0"/>
                  </a:cubicBezTo>
                  <a:cubicBezTo>
                    <a:pt x="3401733" y="0"/>
                    <a:pt x="3770064" y="127921"/>
                    <a:pt x="4073912" y="370046"/>
                  </a:cubicBezTo>
                  <a:cubicBezTo>
                    <a:pt x="4338421" y="580835"/>
                    <a:pt x="4535493" y="868204"/>
                    <a:pt x="4637125" y="1188244"/>
                  </a:cubicBezTo>
                  <a:cubicBezTo>
                    <a:pt x="5047176" y="1196054"/>
                    <a:pt x="5440273" y="1361313"/>
                    <a:pt x="5730214" y="1651254"/>
                  </a:cubicBezTo>
                  <a:cubicBezTo>
                    <a:pt x="5737072" y="1658112"/>
                    <a:pt x="5743740" y="1664875"/>
                    <a:pt x="5750312" y="1671733"/>
                  </a:cubicBezTo>
                  <a:lnTo>
                    <a:pt x="5750312" y="1671733"/>
                  </a:lnTo>
                  <a:cubicBezTo>
                    <a:pt x="6071209" y="2003679"/>
                    <a:pt x="6158173" y="2474976"/>
                    <a:pt x="5977198" y="2901791"/>
                  </a:cubicBezTo>
                  <a:cubicBezTo>
                    <a:pt x="5794413" y="3332798"/>
                    <a:pt x="5390838" y="3600545"/>
                    <a:pt x="4923923" y="3600641"/>
                  </a:cubicBezTo>
                  <a:lnTo>
                    <a:pt x="2825279" y="3601022"/>
                  </a:lnTo>
                  <a:lnTo>
                    <a:pt x="1075442" y="3606737"/>
                  </a:lnTo>
                  <a:cubicBezTo>
                    <a:pt x="1074203" y="3606737"/>
                    <a:pt x="1072965" y="3606737"/>
                    <a:pt x="1071727" y="3606737"/>
                  </a:cubicBezTo>
                  <a:close/>
                  <a:moveTo>
                    <a:pt x="1274705" y="1494187"/>
                  </a:moveTo>
                  <a:cubicBezTo>
                    <a:pt x="730351" y="1494187"/>
                    <a:pt x="287343" y="1937195"/>
                    <a:pt x="287343" y="2481644"/>
                  </a:cubicBezTo>
                  <a:lnTo>
                    <a:pt x="287153" y="2489835"/>
                  </a:lnTo>
                  <a:cubicBezTo>
                    <a:pt x="274580" y="2708529"/>
                    <a:pt x="350684" y="2916460"/>
                    <a:pt x="501370" y="3075528"/>
                  </a:cubicBezTo>
                  <a:cubicBezTo>
                    <a:pt x="651389" y="3233833"/>
                    <a:pt x="853985" y="3320987"/>
                    <a:pt x="1071917" y="3320987"/>
                  </a:cubicBezTo>
                  <a:cubicBezTo>
                    <a:pt x="1072870" y="3320987"/>
                    <a:pt x="1073727" y="3320987"/>
                    <a:pt x="1074584" y="3320987"/>
                  </a:cubicBezTo>
                  <a:lnTo>
                    <a:pt x="2824803" y="3315272"/>
                  </a:lnTo>
                  <a:lnTo>
                    <a:pt x="4923923" y="3314891"/>
                  </a:lnTo>
                  <a:cubicBezTo>
                    <a:pt x="5274157" y="3314891"/>
                    <a:pt x="5576957" y="3113818"/>
                    <a:pt x="5714117" y="2790254"/>
                  </a:cubicBezTo>
                  <a:cubicBezTo>
                    <a:pt x="5849562" y="2470976"/>
                    <a:pt x="5784697" y="2118455"/>
                    <a:pt x="5544953" y="1870424"/>
                  </a:cubicBezTo>
                  <a:lnTo>
                    <a:pt x="5544953" y="1870424"/>
                  </a:lnTo>
                  <a:cubicBezTo>
                    <a:pt x="5539428" y="1864709"/>
                    <a:pt x="5533808" y="1858994"/>
                    <a:pt x="5528094" y="1853279"/>
                  </a:cubicBezTo>
                  <a:cubicBezTo>
                    <a:pt x="5268347" y="1593533"/>
                    <a:pt x="4907063" y="1455896"/>
                    <a:pt x="4536922" y="1475613"/>
                  </a:cubicBezTo>
                  <a:lnTo>
                    <a:pt x="4418431" y="1481900"/>
                  </a:lnTo>
                  <a:lnTo>
                    <a:pt x="4390428" y="1366647"/>
                  </a:lnTo>
                  <a:cubicBezTo>
                    <a:pt x="4235932" y="730282"/>
                    <a:pt x="3670052" y="285750"/>
                    <a:pt x="3014351" y="285750"/>
                  </a:cubicBezTo>
                  <a:cubicBezTo>
                    <a:pt x="2358650" y="285750"/>
                    <a:pt x="1782863" y="737140"/>
                    <a:pt x="1634273" y="1383506"/>
                  </a:cubicBezTo>
                  <a:lnTo>
                    <a:pt x="1608746" y="1494473"/>
                  </a:lnTo>
                  <a:lnTo>
                    <a:pt x="1274609" y="1494187"/>
                  </a:lnTo>
                  <a:close/>
                </a:path>
              </a:pathLst>
            </a:custGeom>
            <a:solidFill>
              <a:schemeClr val="lt1">
                <a:alpha val="21960"/>
              </a:schemeClr>
            </a:solidFill>
            <a:ln>
              <a:noFill/>
            </a:ln>
          </p:spPr>
          <p:txBody>
            <a:bodyPr spcFirstLastPara="1" wrap="square" lIns="74025" tIns="37000" rIns="74025" bIns="370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2076" name="Google Shape;2076;g2f5672ebd26_60_0"/>
            <p:cNvPicPr preferRelativeResize="0"/>
            <p:nvPr/>
          </p:nvPicPr>
          <p:blipFill rotWithShape="1">
            <a:blip r:embed="rId3">
              <a:alphaModFix/>
            </a:blip>
            <a:srcRect/>
            <a:stretch/>
          </p:blipFill>
          <p:spPr>
            <a:xfrm>
              <a:off x="3766774" y="1420398"/>
              <a:ext cx="4639313" cy="2667410"/>
            </a:xfrm>
            <a:prstGeom prst="rect">
              <a:avLst/>
            </a:prstGeom>
            <a:noFill/>
            <a:ln>
              <a:noFill/>
            </a:ln>
          </p:spPr>
        </p:pic>
        <p:sp>
          <p:nvSpPr>
            <p:cNvPr id="2077" name="Google Shape;2077;g2f5672ebd26_60_0"/>
            <p:cNvSpPr/>
            <p:nvPr/>
          </p:nvSpPr>
          <p:spPr>
            <a:xfrm>
              <a:off x="4158371" y="2907184"/>
              <a:ext cx="3856200" cy="791400"/>
            </a:xfrm>
            <a:prstGeom prst="roundRect">
              <a:avLst>
                <a:gd name="adj" fmla="val 50000"/>
              </a:avLst>
            </a:prstGeom>
            <a:noFill/>
            <a:ln w="25400" cap="rnd" cmpd="sng">
              <a:solidFill>
                <a:schemeClr val="accent5"/>
              </a:solidFill>
              <a:prstDash val="dot"/>
              <a:round/>
              <a:headEnd type="none" w="sm" len="sm"/>
              <a:tailEnd type="none" w="sm" len="sm"/>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078" name="Google Shape;2078;g2f5672ebd26_60_0"/>
            <p:cNvSpPr txBox="1"/>
            <p:nvPr/>
          </p:nvSpPr>
          <p:spPr>
            <a:xfrm>
              <a:off x="4504957" y="3111474"/>
              <a:ext cx="850500" cy="653400"/>
            </a:xfrm>
            <a:prstGeom prst="rect">
              <a:avLst/>
            </a:prstGeom>
            <a:noFill/>
            <a:ln>
              <a:noFill/>
            </a:ln>
          </p:spPr>
          <p:txBody>
            <a:bodyPr spcFirstLastPara="1" wrap="square" lIns="0" tIns="0" rIns="0" bIns="0" anchor="t" anchorCtr="0">
              <a:spAutoFit/>
            </a:bodyPr>
            <a:lstStyle/>
            <a:p>
              <a:pPr marL="0" marR="0" lvl="0" indent="0" algn="ctr" rtl="0">
                <a:lnSpc>
                  <a:spcPct val="85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Compute</a:t>
              </a:r>
              <a:r>
                <a:rPr lang="en-US" sz="2399"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200"/>
                </a:spcBef>
                <a:spcAft>
                  <a:spcPts val="0"/>
                </a:spcAft>
                <a:buClr>
                  <a:srgbClr val="000000"/>
                </a:buClr>
                <a:buSzPts val="2399"/>
                <a:buFont typeface="Arial"/>
                <a:buNone/>
              </a:pPr>
              <a:endParaRPr sz="2399" b="0" i="0" u="none" strike="noStrike" cap="none">
                <a:solidFill>
                  <a:srgbClr val="000000"/>
                </a:solidFill>
                <a:latin typeface="Arial"/>
                <a:ea typeface="Arial"/>
                <a:cs typeface="Arial"/>
                <a:sym typeface="Arial"/>
              </a:endParaRPr>
            </a:p>
          </p:txBody>
        </p:sp>
        <p:grpSp>
          <p:nvGrpSpPr>
            <p:cNvPr id="2079" name="Google Shape;2079;g2f5672ebd26_60_0"/>
            <p:cNvGrpSpPr/>
            <p:nvPr/>
          </p:nvGrpSpPr>
          <p:grpSpPr>
            <a:xfrm>
              <a:off x="4689367" y="3478860"/>
              <a:ext cx="481750" cy="481750"/>
              <a:chOff x="506872" y="5229970"/>
              <a:chExt cx="903000" cy="903000"/>
            </a:xfrm>
          </p:grpSpPr>
          <p:sp>
            <p:nvSpPr>
              <p:cNvPr id="2080" name="Google Shape;2080;g2f5672ebd26_60_0"/>
              <p:cNvSpPr/>
              <p:nvPr/>
            </p:nvSpPr>
            <p:spPr>
              <a:xfrm>
                <a:off x="506872" y="5229970"/>
                <a:ext cx="903000" cy="903000"/>
              </a:xfrm>
              <a:prstGeom prst="ellipse">
                <a:avLst/>
              </a:prstGeom>
              <a:gradFill>
                <a:gsLst>
                  <a:gs pos="0">
                    <a:schemeClr val="accent5"/>
                  </a:gs>
                  <a:gs pos="100000">
                    <a:srgbClr val="36538F"/>
                  </a:gs>
                </a:gsLst>
                <a:lin ang="0" scaled="0"/>
              </a:gradFill>
              <a:ln>
                <a:noFill/>
              </a:ln>
            </p:spPr>
            <p:txBody>
              <a:bodyPr spcFirstLastPara="1" wrap="square" lIns="82225" tIns="41100" rIns="82225" bIns="41100" anchor="ctr" anchorCtr="0">
                <a:noAutofit/>
              </a:bodyPr>
              <a:lstStyle/>
              <a:p>
                <a:pPr marL="0" marR="0" lvl="0" indent="0" algn="ctr" rtl="0">
                  <a:lnSpc>
                    <a:spcPct val="100000"/>
                  </a:lnSpc>
                  <a:spcBef>
                    <a:spcPts val="0"/>
                  </a:spcBef>
                  <a:spcAft>
                    <a:spcPts val="0"/>
                  </a:spcAft>
                  <a:buClr>
                    <a:srgbClr val="000000"/>
                  </a:buClr>
                  <a:buSzPts val="1795"/>
                  <a:buFont typeface="Arial"/>
                  <a:buNone/>
                </a:pPr>
                <a:endParaRPr sz="1795" b="0" i="0" u="none" strike="noStrike" cap="none">
                  <a:solidFill>
                    <a:srgbClr val="FFFFFF"/>
                  </a:solidFill>
                  <a:latin typeface="Arial"/>
                  <a:ea typeface="Arial"/>
                  <a:cs typeface="Arial"/>
                  <a:sym typeface="Arial"/>
                </a:endParaRPr>
              </a:p>
            </p:txBody>
          </p:sp>
          <p:sp>
            <p:nvSpPr>
              <p:cNvPr id="2081" name="Google Shape;2081;g2f5672ebd26_60_0"/>
              <p:cNvSpPr/>
              <p:nvPr/>
            </p:nvSpPr>
            <p:spPr>
              <a:xfrm>
                <a:off x="677425" y="5425363"/>
                <a:ext cx="562432" cy="512692"/>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82" name="Google Shape;2082;g2f5672ebd26_60_0"/>
            <p:cNvSpPr txBox="1"/>
            <p:nvPr/>
          </p:nvSpPr>
          <p:spPr>
            <a:xfrm>
              <a:off x="5661153" y="3111474"/>
              <a:ext cx="850500" cy="653400"/>
            </a:xfrm>
            <a:prstGeom prst="rect">
              <a:avLst/>
            </a:prstGeom>
            <a:noFill/>
            <a:ln>
              <a:noFill/>
            </a:ln>
          </p:spPr>
          <p:txBody>
            <a:bodyPr spcFirstLastPara="1" wrap="square" lIns="0" tIns="0" rIns="0" bIns="0" anchor="t" anchorCtr="0">
              <a:spAutoFit/>
            </a:bodyPr>
            <a:lstStyle/>
            <a:p>
              <a:pPr marL="0" marR="0" lvl="0" indent="0" algn="ctr" rtl="0">
                <a:lnSpc>
                  <a:spcPct val="85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Storage</a:t>
              </a:r>
              <a:r>
                <a:rPr lang="en-US" sz="2399"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200"/>
                </a:spcBef>
                <a:spcAft>
                  <a:spcPts val="0"/>
                </a:spcAft>
                <a:buClr>
                  <a:srgbClr val="000000"/>
                </a:buClr>
                <a:buSzPts val="2399"/>
                <a:buFont typeface="Arial"/>
                <a:buNone/>
              </a:pPr>
              <a:endParaRPr sz="2399" b="0" i="0" u="none" strike="noStrike" cap="none">
                <a:solidFill>
                  <a:srgbClr val="000000"/>
                </a:solidFill>
                <a:latin typeface="Arial"/>
                <a:ea typeface="Arial"/>
                <a:cs typeface="Arial"/>
                <a:sym typeface="Arial"/>
              </a:endParaRPr>
            </a:p>
          </p:txBody>
        </p:sp>
        <p:grpSp>
          <p:nvGrpSpPr>
            <p:cNvPr id="2083" name="Google Shape;2083;g2f5672ebd26_60_0"/>
            <p:cNvGrpSpPr/>
            <p:nvPr/>
          </p:nvGrpSpPr>
          <p:grpSpPr>
            <a:xfrm>
              <a:off x="5845275" y="3478864"/>
              <a:ext cx="481750" cy="481750"/>
              <a:chOff x="9206590" y="5229970"/>
              <a:chExt cx="903000" cy="903000"/>
            </a:xfrm>
          </p:grpSpPr>
          <p:sp>
            <p:nvSpPr>
              <p:cNvPr id="2084" name="Google Shape;2084;g2f5672ebd26_60_0"/>
              <p:cNvSpPr/>
              <p:nvPr/>
            </p:nvSpPr>
            <p:spPr>
              <a:xfrm>
                <a:off x="9206590" y="5229970"/>
                <a:ext cx="903000" cy="903000"/>
              </a:xfrm>
              <a:prstGeom prst="ellipse">
                <a:avLst/>
              </a:prstGeom>
              <a:gradFill>
                <a:gsLst>
                  <a:gs pos="0">
                    <a:srgbClr val="006896"/>
                  </a:gs>
                  <a:gs pos="100000">
                    <a:srgbClr val="0085B3"/>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2085" name="Google Shape;2085;g2f5672ebd26_60_0"/>
              <p:cNvSpPr/>
              <p:nvPr/>
            </p:nvSpPr>
            <p:spPr>
              <a:xfrm>
                <a:off x="9414720" y="5397931"/>
                <a:ext cx="487267" cy="567716"/>
              </a:xfrm>
              <a:custGeom>
                <a:avLst/>
                <a:gdLst/>
                <a:ahLst/>
                <a:cxnLst/>
                <a:rect l="l" t="t" r="r" b="b"/>
                <a:pathLst>
                  <a:path w="566589" h="660135" extrusionOk="0">
                    <a:moveTo>
                      <a:pt x="283295" y="520788"/>
                    </a:moveTo>
                    <a:cubicBezTo>
                      <a:pt x="391919" y="520788"/>
                      <a:pt x="506090" y="501064"/>
                      <a:pt x="566589" y="463892"/>
                    </a:cubicBezTo>
                    <a:lnTo>
                      <a:pt x="566589" y="577684"/>
                    </a:lnTo>
                    <a:cubicBezTo>
                      <a:pt x="566589" y="611348"/>
                      <a:pt x="459340" y="660136"/>
                      <a:pt x="283295" y="660136"/>
                    </a:cubicBezTo>
                    <a:cubicBezTo>
                      <a:pt x="107249" y="660136"/>
                      <a:pt x="0" y="612533"/>
                      <a:pt x="0" y="577684"/>
                    </a:cubicBezTo>
                    <a:lnTo>
                      <a:pt x="0" y="463892"/>
                    </a:lnTo>
                    <a:cubicBezTo>
                      <a:pt x="60499" y="501064"/>
                      <a:pt x="174671" y="520788"/>
                      <a:pt x="283295" y="520788"/>
                    </a:cubicBezTo>
                    <a:close/>
                    <a:moveTo>
                      <a:pt x="0" y="126546"/>
                    </a:moveTo>
                    <a:lnTo>
                      <a:pt x="0" y="240718"/>
                    </a:lnTo>
                    <a:cubicBezTo>
                      <a:pt x="0" y="274523"/>
                      <a:pt x="107249" y="323454"/>
                      <a:pt x="283295" y="323454"/>
                    </a:cubicBezTo>
                    <a:cubicBezTo>
                      <a:pt x="459340" y="323454"/>
                      <a:pt x="566589" y="275661"/>
                      <a:pt x="566589" y="240718"/>
                    </a:cubicBezTo>
                    <a:lnTo>
                      <a:pt x="566589" y="126546"/>
                    </a:lnTo>
                    <a:cubicBezTo>
                      <a:pt x="504715" y="163813"/>
                      <a:pt x="391919" y="183632"/>
                      <a:pt x="283295" y="183632"/>
                    </a:cubicBezTo>
                    <a:cubicBezTo>
                      <a:pt x="174671" y="184817"/>
                      <a:pt x="60499" y="164998"/>
                      <a:pt x="0" y="126546"/>
                    </a:cubicBezTo>
                    <a:close/>
                    <a:moveTo>
                      <a:pt x="0" y="294532"/>
                    </a:moveTo>
                    <a:lnTo>
                      <a:pt x="0" y="408893"/>
                    </a:lnTo>
                    <a:cubicBezTo>
                      <a:pt x="0" y="442746"/>
                      <a:pt x="107249" y="491771"/>
                      <a:pt x="283295" y="491771"/>
                    </a:cubicBezTo>
                    <a:cubicBezTo>
                      <a:pt x="459340" y="491771"/>
                      <a:pt x="566589" y="443931"/>
                      <a:pt x="566589" y="408893"/>
                    </a:cubicBezTo>
                    <a:lnTo>
                      <a:pt x="566589" y="294532"/>
                    </a:lnTo>
                    <a:cubicBezTo>
                      <a:pt x="504715" y="331893"/>
                      <a:pt x="391919" y="351712"/>
                      <a:pt x="283295" y="351712"/>
                    </a:cubicBezTo>
                    <a:cubicBezTo>
                      <a:pt x="174671" y="351712"/>
                      <a:pt x="60499" y="333031"/>
                      <a:pt x="0" y="294532"/>
                    </a:cubicBezTo>
                    <a:close/>
                    <a:moveTo>
                      <a:pt x="283295" y="0"/>
                    </a:moveTo>
                    <a:cubicBezTo>
                      <a:pt x="107249" y="0"/>
                      <a:pt x="0" y="45090"/>
                      <a:pt x="0" y="78090"/>
                    </a:cubicBezTo>
                    <a:cubicBezTo>
                      <a:pt x="0" y="111089"/>
                      <a:pt x="107249" y="156227"/>
                      <a:pt x="283295" y="156227"/>
                    </a:cubicBezTo>
                    <a:cubicBezTo>
                      <a:pt x="459340" y="156227"/>
                      <a:pt x="566589" y="111137"/>
                      <a:pt x="566589" y="78090"/>
                    </a:cubicBezTo>
                    <a:cubicBezTo>
                      <a:pt x="566589" y="45043"/>
                      <a:pt x="459340" y="0"/>
                      <a:pt x="28329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86" name="Google Shape;2086;g2f5672ebd26_60_0"/>
            <p:cNvSpPr txBox="1"/>
            <p:nvPr/>
          </p:nvSpPr>
          <p:spPr>
            <a:xfrm>
              <a:off x="6695442" y="3111474"/>
              <a:ext cx="1094400" cy="653400"/>
            </a:xfrm>
            <a:prstGeom prst="rect">
              <a:avLst/>
            </a:prstGeom>
            <a:noFill/>
            <a:ln>
              <a:noFill/>
            </a:ln>
          </p:spPr>
          <p:txBody>
            <a:bodyPr spcFirstLastPara="1" wrap="square" lIns="0" tIns="0" rIns="0" bIns="0" anchor="t" anchorCtr="0">
              <a:spAutoFit/>
            </a:bodyPr>
            <a:lstStyle/>
            <a:p>
              <a:pPr marL="0" marR="0" lvl="0" indent="0" algn="ctr" rtl="0">
                <a:lnSpc>
                  <a:spcPct val="85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Networking</a:t>
              </a:r>
              <a:r>
                <a:rPr lang="en-US" sz="2399"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ctr" rtl="0">
                <a:lnSpc>
                  <a:spcPct val="85000"/>
                </a:lnSpc>
                <a:spcBef>
                  <a:spcPts val="200"/>
                </a:spcBef>
                <a:spcAft>
                  <a:spcPts val="0"/>
                </a:spcAft>
                <a:buClr>
                  <a:srgbClr val="000000"/>
                </a:buClr>
                <a:buSzPts val="2399"/>
                <a:buFont typeface="Arial"/>
                <a:buNone/>
              </a:pPr>
              <a:endParaRPr sz="2399" b="0" i="0" u="none" strike="noStrike" cap="none">
                <a:solidFill>
                  <a:srgbClr val="000000"/>
                </a:solidFill>
                <a:latin typeface="Arial"/>
                <a:ea typeface="Arial"/>
                <a:cs typeface="Arial"/>
                <a:sym typeface="Arial"/>
              </a:endParaRPr>
            </a:p>
          </p:txBody>
        </p:sp>
        <p:grpSp>
          <p:nvGrpSpPr>
            <p:cNvPr id="2087" name="Google Shape;2087;g2f5672ebd26_60_0"/>
            <p:cNvGrpSpPr/>
            <p:nvPr/>
          </p:nvGrpSpPr>
          <p:grpSpPr>
            <a:xfrm>
              <a:off x="7001416" y="3478949"/>
              <a:ext cx="481751" cy="481750"/>
              <a:chOff x="10656543" y="2484407"/>
              <a:chExt cx="903000" cy="903000"/>
            </a:xfrm>
          </p:grpSpPr>
          <p:sp>
            <p:nvSpPr>
              <p:cNvPr id="2088" name="Google Shape;2088;g2f5672ebd26_60_0"/>
              <p:cNvSpPr/>
              <p:nvPr/>
            </p:nvSpPr>
            <p:spPr>
              <a:xfrm>
                <a:off x="10656543" y="2484407"/>
                <a:ext cx="903000" cy="903000"/>
              </a:xfrm>
              <a:prstGeom prst="ellipse">
                <a:avLst/>
              </a:prstGeom>
              <a:gradFill>
                <a:gsLst>
                  <a:gs pos="0">
                    <a:srgbClr val="008EB4"/>
                  </a:gs>
                  <a:gs pos="100000">
                    <a:srgbClr val="008198"/>
                  </a:gs>
                </a:gsLst>
                <a:lin ang="0" scaled="0"/>
              </a:gradFill>
              <a:ln>
                <a:noFill/>
              </a:ln>
            </p:spPr>
            <p:txBody>
              <a:bodyPr spcFirstLastPara="1" wrap="square" lIns="82250" tIns="41125" rIns="82250" bIns="41125" anchor="ctr" anchorCtr="0">
                <a:noAutofit/>
              </a:bodyPr>
              <a:lstStyle/>
              <a:p>
                <a:pPr marL="0" marR="0" lvl="0" indent="0" algn="ctr" rtl="0">
                  <a:lnSpc>
                    <a:spcPct val="100000"/>
                  </a:lnSpc>
                  <a:spcBef>
                    <a:spcPts val="0"/>
                  </a:spcBef>
                  <a:spcAft>
                    <a:spcPts val="0"/>
                  </a:spcAft>
                  <a:buClr>
                    <a:srgbClr val="000000"/>
                  </a:buClr>
                  <a:buSzPts val="1796"/>
                  <a:buFont typeface="Arial"/>
                  <a:buNone/>
                </a:pPr>
                <a:endParaRPr sz="1795" b="0" i="0" u="none" strike="noStrike" cap="none">
                  <a:solidFill>
                    <a:srgbClr val="FFFFFF"/>
                  </a:solidFill>
                  <a:latin typeface="Arial"/>
                  <a:ea typeface="Arial"/>
                  <a:cs typeface="Arial"/>
                  <a:sym typeface="Arial"/>
                </a:endParaRPr>
              </a:p>
            </p:txBody>
          </p:sp>
          <p:sp>
            <p:nvSpPr>
              <p:cNvPr id="2089" name="Google Shape;2089;g2f5672ebd26_60_0"/>
              <p:cNvSpPr/>
              <p:nvPr/>
            </p:nvSpPr>
            <p:spPr>
              <a:xfrm>
                <a:off x="10810509" y="2635103"/>
                <a:ext cx="595789" cy="595789"/>
              </a:xfrm>
              <a:custGeom>
                <a:avLst/>
                <a:gdLst/>
                <a:ahLst/>
                <a:cxnLst/>
                <a:rect l="l" t="t" r="r" b="b"/>
                <a:pathLst>
                  <a:path w="595789" h="595789" extrusionOk="0">
                    <a:moveTo>
                      <a:pt x="297895" y="0"/>
                    </a:moveTo>
                    <a:cubicBezTo>
                      <a:pt x="133388" y="0"/>
                      <a:pt x="0" y="133388"/>
                      <a:pt x="0" y="297895"/>
                    </a:cubicBezTo>
                    <a:cubicBezTo>
                      <a:pt x="0" y="462401"/>
                      <a:pt x="133388" y="595789"/>
                      <a:pt x="297895" y="595789"/>
                    </a:cubicBezTo>
                    <a:cubicBezTo>
                      <a:pt x="462401" y="595789"/>
                      <a:pt x="595789" y="462401"/>
                      <a:pt x="595789" y="297895"/>
                    </a:cubicBezTo>
                    <a:cubicBezTo>
                      <a:pt x="595789" y="133388"/>
                      <a:pt x="462401" y="0"/>
                      <a:pt x="297895" y="0"/>
                    </a:cubicBezTo>
                    <a:close/>
                    <a:moveTo>
                      <a:pt x="374404" y="130859"/>
                    </a:moveTo>
                    <a:lnTo>
                      <a:pt x="473717" y="230172"/>
                    </a:lnTo>
                    <a:lnTo>
                      <a:pt x="452500" y="251389"/>
                    </a:lnTo>
                    <a:lnTo>
                      <a:pt x="353187" y="152076"/>
                    </a:lnTo>
                    <a:lnTo>
                      <a:pt x="374404" y="130859"/>
                    </a:lnTo>
                    <a:close/>
                    <a:moveTo>
                      <a:pt x="436255" y="288208"/>
                    </a:moveTo>
                    <a:lnTo>
                      <a:pt x="436255" y="318211"/>
                    </a:lnTo>
                    <a:lnTo>
                      <a:pt x="372475" y="318211"/>
                    </a:lnTo>
                    <a:lnTo>
                      <a:pt x="372475" y="288208"/>
                    </a:lnTo>
                    <a:lnTo>
                      <a:pt x="436255" y="288208"/>
                    </a:lnTo>
                    <a:close/>
                    <a:moveTo>
                      <a:pt x="51735" y="301667"/>
                    </a:moveTo>
                    <a:cubicBezTo>
                      <a:pt x="51735" y="275692"/>
                      <a:pt x="72781" y="254646"/>
                      <a:pt x="98755" y="254646"/>
                    </a:cubicBezTo>
                    <a:cubicBezTo>
                      <a:pt x="124730" y="254646"/>
                      <a:pt x="145775" y="275692"/>
                      <a:pt x="145775" y="301667"/>
                    </a:cubicBezTo>
                    <a:cubicBezTo>
                      <a:pt x="145775" y="327641"/>
                      <a:pt x="124730" y="348687"/>
                      <a:pt x="98755" y="348687"/>
                    </a:cubicBezTo>
                    <a:cubicBezTo>
                      <a:pt x="72781" y="348687"/>
                      <a:pt x="51735" y="327641"/>
                      <a:pt x="51735" y="301667"/>
                    </a:cubicBezTo>
                    <a:close/>
                    <a:moveTo>
                      <a:pt x="230515" y="466430"/>
                    </a:moveTo>
                    <a:lnTo>
                      <a:pt x="131202" y="367118"/>
                    </a:lnTo>
                    <a:lnTo>
                      <a:pt x="152419" y="345901"/>
                    </a:lnTo>
                    <a:lnTo>
                      <a:pt x="251732" y="445213"/>
                    </a:lnTo>
                    <a:lnTo>
                      <a:pt x="230515" y="466430"/>
                    </a:lnTo>
                    <a:close/>
                    <a:moveTo>
                      <a:pt x="165878" y="318211"/>
                    </a:moveTo>
                    <a:lnTo>
                      <a:pt x="165878" y="288208"/>
                    </a:lnTo>
                    <a:lnTo>
                      <a:pt x="229657" y="288208"/>
                    </a:lnTo>
                    <a:lnTo>
                      <a:pt x="229657" y="318211"/>
                    </a:lnTo>
                    <a:lnTo>
                      <a:pt x="165878" y="318211"/>
                    </a:lnTo>
                    <a:close/>
                    <a:moveTo>
                      <a:pt x="152419" y="251432"/>
                    </a:moveTo>
                    <a:lnTo>
                      <a:pt x="131202" y="230215"/>
                    </a:lnTo>
                    <a:lnTo>
                      <a:pt x="230515" y="130902"/>
                    </a:lnTo>
                    <a:lnTo>
                      <a:pt x="251732" y="152119"/>
                    </a:lnTo>
                    <a:lnTo>
                      <a:pt x="152419" y="251432"/>
                    </a:lnTo>
                    <a:close/>
                    <a:moveTo>
                      <a:pt x="299438" y="543840"/>
                    </a:moveTo>
                    <a:cubicBezTo>
                      <a:pt x="273463" y="543840"/>
                      <a:pt x="252417" y="522794"/>
                      <a:pt x="252417" y="496820"/>
                    </a:cubicBezTo>
                    <a:cubicBezTo>
                      <a:pt x="252417" y="470845"/>
                      <a:pt x="273463" y="449799"/>
                      <a:pt x="299438" y="449799"/>
                    </a:cubicBezTo>
                    <a:cubicBezTo>
                      <a:pt x="325412" y="449799"/>
                      <a:pt x="346458" y="470845"/>
                      <a:pt x="346458" y="496820"/>
                    </a:cubicBezTo>
                    <a:cubicBezTo>
                      <a:pt x="346458" y="522794"/>
                      <a:pt x="325412" y="543840"/>
                      <a:pt x="299438" y="543840"/>
                    </a:cubicBezTo>
                    <a:close/>
                    <a:moveTo>
                      <a:pt x="299438" y="347572"/>
                    </a:moveTo>
                    <a:cubicBezTo>
                      <a:pt x="273463" y="347572"/>
                      <a:pt x="252417" y="326527"/>
                      <a:pt x="252417" y="300552"/>
                    </a:cubicBezTo>
                    <a:cubicBezTo>
                      <a:pt x="252417" y="274577"/>
                      <a:pt x="273463" y="253532"/>
                      <a:pt x="299438" y="253532"/>
                    </a:cubicBezTo>
                    <a:cubicBezTo>
                      <a:pt x="325412" y="253532"/>
                      <a:pt x="346458" y="274577"/>
                      <a:pt x="346458" y="300552"/>
                    </a:cubicBezTo>
                    <a:cubicBezTo>
                      <a:pt x="346458" y="326527"/>
                      <a:pt x="325412" y="347572"/>
                      <a:pt x="299438" y="347572"/>
                    </a:cubicBezTo>
                    <a:close/>
                    <a:moveTo>
                      <a:pt x="299438" y="145818"/>
                    </a:moveTo>
                    <a:cubicBezTo>
                      <a:pt x="273463" y="145818"/>
                      <a:pt x="252417" y="124773"/>
                      <a:pt x="252417" y="98798"/>
                    </a:cubicBezTo>
                    <a:cubicBezTo>
                      <a:pt x="252417" y="72823"/>
                      <a:pt x="273463" y="51778"/>
                      <a:pt x="299438" y="51778"/>
                    </a:cubicBezTo>
                    <a:cubicBezTo>
                      <a:pt x="325412" y="51778"/>
                      <a:pt x="346458" y="72823"/>
                      <a:pt x="346458" y="98798"/>
                    </a:cubicBezTo>
                    <a:cubicBezTo>
                      <a:pt x="346458" y="124773"/>
                      <a:pt x="325412" y="145818"/>
                      <a:pt x="299438" y="145818"/>
                    </a:cubicBezTo>
                    <a:close/>
                    <a:moveTo>
                      <a:pt x="374404" y="466430"/>
                    </a:moveTo>
                    <a:lnTo>
                      <a:pt x="353187" y="445213"/>
                    </a:lnTo>
                    <a:lnTo>
                      <a:pt x="452500" y="345901"/>
                    </a:lnTo>
                    <a:lnTo>
                      <a:pt x="473717" y="367118"/>
                    </a:lnTo>
                    <a:lnTo>
                      <a:pt x="374404" y="466430"/>
                    </a:lnTo>
                    <a:close/>
                    <a:moveTo>
                      <a:pt x="500120" y="348687"/>
                    </a:moveTo>
                    <a:cubicBezTo>
                      <a:pt x="474145" y="348687"/>
                      <a:pt x="453100" y="327641"/>
                      <a:pt x="453100" y="301667"/>
                    </a:cubicBezTo>
                    <a:cubicBezTo>
                      <a:pt x="453100" y="275692"/>
                      <a:pt x="474145" y="254646"/>
                      <a:pt x="500120" y="254646"/>
                    </a:cubicBezTo>
                    <a:cubicBezTo>
                      <a:pt x="526095" y="254646"/>
                      <a:pt x="547140" y="275692"/>
                      <a:pt x="547140" y="301667"/>
                    </a:cubicBezTo>
                    <a:cubicBezTo>
                      <a:pt x="547140" y="327641"/>
                      <a:pt x="526095" y="348687"/>
                      <a:pt x="500120" y="3486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90" name="Google Shape;2090;g2f5672ebd26_60_0"/>
            <p:cNvSpPr/>
            <p:nvPr/>
          </p:nvSpPr>
          <p:spPr>
            <a:xfrm>
              <a:off x="4483097" y="2648802"/>
              <a:ext cx="3206700" cy="404100"/>
            </a:xfrm>
            <a:prstGeom prst="roundRect">
              <a:avLst>
                <a:gd name="adj" fmla="val 50000"/>
              </a:avLst>
            </a:prstGeom>
            <a:gradFill>
              <a:gsLst>
                <a:gs pos="0">
                  <a:schemeClr val="accent5"/>
                </a:gs>
                <a:gs pos="4000">
                  <a:schemeClr val="accent5"/>
                </a:gs>
                <a:gs pos="54000">
                  <a:schemeClr val="accent3"/>
                </a:gs>
                <a:gs pos="100000">
                  <a:schemeClr val="accent4"/>
                </a:gs>
              </a:gsLst>
              <a:lin ang="19200160" scaled="0"/>
            </a:gradFill>
            <a:ln>
              <a:noFill/>
            </a:ln>
          </p:spPr>
          <p:txBody>
            <a:bodyPr spcFirstLastPara="1" wrap="square" lIns="0" tIns="45675" rIns="0" bIns="456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AUTOMATION AND OPERATIONS</a:t>
              </a:r>
              <a:endParaRPr sz="1400" b="0" i="0" u="none" strike="noStrike" cap="none">
                <a:solidFill>
                  <a:srgbClr val="000000"/>
                </a:solidFill>
                <a:latin typeface="Arial"/>
                <a:ea typeface="Arial"/>
                <a:cs typeface="Arial"/>
                <a:sym typeface="Arial"/>
              </a:endParaRPr>
            </a:p>
          </p:txBody>
        </p:sp>
      </p:grpSp>
      <p:sp>
        <p:nvSpPr>
          <p:cNvPr id="2091" name="Google Shape;2091;g2f5672ebd26_60_0"/>
          <p:cNvSpPr/>
          <p:nvPr/>
        </p:nvSpPr>
        <p:spPr>
          <a:xfrm flipH="1">
            <a:off x="7799237" y="3312658"/>
            <a:ext cx="1299772" cy="460176"/>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lt1">
              <a:alpha val="25098"/>
            </a:schemeClr>
          </a:soli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2092" name="Google Shape;2092;g2f5672ebd26_60_0"/>
          <p:cNvGrpSpPr/>
          <p:nvPr/>
        </p:nvGrpSpPr>
        <p:grpSpPr>
          <a:xfrm>
            <a:off x="8384841" y="1652116"/>
            <a:ext cx="1154669" cy="914793"/>
            <a:chOff x="695178" y="1528859"/>
            <a:chExt cx="1154669" cy="914793"/>
          </a:xfrm>
        </p:grpSpPr>
        <p:sp>
          <p:nvSpPr>
            <p:cNvPr id="2093" name="Google Shape;2093;g2f5672ebd26_60_0"/>
            <p:cNvSpPr/>
            <p:nvPr/>
          </p:nvSpPr>
          <p:spPr>
            <a:xfrm>
              <a:off x="695178" y="1528859"/>
              <a:ext cx="1154669" cy="914793"/>
            </a:xfrm>
            <a:custGeom>
              <a:avLst/>
              <a:gdLst/>
              <a:ahLst/>
              <a:cxnLst/>
              <a:rect l="l" t="t" r="r" b="b"/>
              <a:pathLst>
                <a:path w="1154669" h="914793" extrusionOk="0">
                  <a:moveTo>
                    <a:pt x="1047346" y="289353"/>
                  </a:moveTo>
                  <a:cubicBezTo>
                    <a:pt x="1002979" y="244986"/>
                    <a:pt x="948307" y="212829"/>
                    <a:pt x="888669" y="195914"/>
                  </a:cubicBezTo>
                  <a:cubicBezTo>
                    <a:pt x="817082" y="74821"/>
                    <a:pt x="686319" y="0"/>
                    <a:pt x="545019" y="0"/>
                  </a:cubicBezTo>
                  <a:cubicBezTo>
                    <a:pt x="438417" y="0"/>
                    <a:pt x="338166" y="41509"/>
                    <a:pt x="262767" y="116907"/>
                  </a:cubicBezTo>
                  <a:cubicBezTo>
                    <a:pt x="213984" y="165691"/>
                    <a:pt x="178738" y="225906"/>
                    <a:pt x="160466" y="291576"/>
                  </a:cubicBezTo>
                  <a:cubicBezTo>
                    <a:pt x="61225" y="352627"/>
                    <a:pt x="0" y="461597"/>
                    <a:pt x="0" y="578302"/>
                  </a:cubicBezTo>
                  <a:cubicBezTo>
                    <a:pt x="0" y="668162"/>
                    <a:pt x="34986" y="752653"/>
                    <a:pt x="98549" y="816216"/>
                  </a:cubicBezTo>
                  <a:cubicBezTo>
                    <a:pt x="129002" y="846669"/>
                    <a:pt x="164305" y="870542"/>
                    <a:pt x="202668" y="887168"/>
                  </a:cubicBezTo>
                  <a:cubicBezTo>
                    <a:pt x="217015" y="893375"/>
                    <a:pt x="231794" y="898628"/>
                    <a:pt x="246920" y="902785"/>
                  </a:cubicBezTo>
                  <a:cubicBezTo>
                    <a:pt x="246920" y="902785"/>
                    <a:pt x="246920" y="902785"/>
                    <a:pt x="246949" y="902785"/>
                  </a:cubicBezTo>
                  <a:lnTo>
                    <a:pt x="285572" y="864162"/>
                  </a:lnTo>
                  <a:cubicBezTo>
                    <a:pt x="285572" y="864162"/>
                    <a:pt x="285543" y="864162"/>
                    <a:pt x="285514" y="864162"/>
                  </a:cubicBezTo>
                  <a:lnTo>
                    <a:pt x="626883" y="522793"/>
                  </a:lnTo>
                  <a:lnTo>
                    <a:pt x="626883" y="653007"/>
                  </a:lnTo>
                  <a:cubicBezTo>
                    <a:pt x="626883" y="665766"/>
                    <a:pt x="637218" y="676100"/>
                    <a:pt x="649976" y="676100"/>
                  </a:cubicBezTo>
                  <a:cubicBezTo>
                    <a:pt x="662735" y="676100"/>
                    <a:pt x="673069" y="665766"/>
                    <a:pt x="673069" y="653007"/>
                  </a:cubicBezTo>
                  <a:lnTo>
                    <a:pt x="673069" y="467081"/>
                  </a:lnTo>
                  <a:lnTo>
                    <a:pt x="673069" y="467081"/>
                  </a:lnTo>
                  <a:lnTo>
                    <a:pt x="673069" y="443959"/>
                  </a:lnTo>
                  <a:lnTo>
                    <a:pt x="464021" y="443959"/>
                  </a:lnTo>
                  <a:cubicBezTo>
                    <a:pt x="451263" y="443959"/>
                    <a:pt x="440929" y="454293"/>
                    <a:pt x="440929" y="467052"/>
                  </a:cubicBezTo>
                  <a:cubicBezTo>
                    <a:pt x="440929" y="479811"/>
                    <a:pt x="451263" y="490145"/>
                    <a:pt x="464021" y="490145"/>
                  </a:cubicBezTo>
                  <a:lnTo>
                    <a:pt x="594236" y="490145"/>
                  </a:lnTo>
                  <a:lnTo>
                    <a:pt x="234248" y="850133"/>
                  </a:lnTo>
                  <a:cubicBezTo>
                    <a:pt x="196000" y="835787"/>
                    <a:pt x="160928" y="813329"/>
                    <a:pt x="131196" y="783568"/>
                  </a:cubicBezTo>
                  <a:cubicBezTo>
                    <a:pt x="76380" y="728752"/>
                    <a:pt x="46186" y="655836"/>
                    <a:pt x="46186" y="578302"/>
                  </a:cubicBezTo>
                  <a:cubicBezTo>
                    <a:pt x="46186" y="474817"/>
                    <a:pt x="102013" y="378376"/>
                    <a:pt x="191901" y="326590"/>
                  </a:cubicBezTo>
                  <a:lnTo>
                    <a:pt x="200388" y="321712"/>
                  </a:lnTo>
                  <a:lnTo>
                    <a:pt x="202784" y="312215"/>
                  </a:lnTo>
                  <a:cubicBezTo>
                    <a:pt x="218198" y="250990"/>
                    <a:pt x="250268" y="194759"/>
                    <a:pt x="295444" y="149555"/>
                  </a:cubicBezTo>
                  <a:cubicBezTo>
                    <a:pt x="362095" y="82903"/>
                    <a:pt x="450743" y="46186"/>
                    <a:pt x="545019" y="46186"/>
                  </a:cubicBezTo>
                  <a:cubicBezTo>
                    <a:pt x="672896" y="46186"/>
                    <a:pt x="791016" y="115464"/>
                    <a:pt x="853280" y="226974"/>
                  </a:cubicBezTo>
                  <a:lnTo>
                    <a:pt x="858129" y="235662"/>
                  </a:lnTo>
                  <a:lnTo>
                    <a:pt x="867770" y="238116"/>
                  </a:lnTo>
                  <a:cubicBezTo>
                    <a:pt x="923049" y="252174"/>
                    <a:pt x="973853" y="281184"/>
                    <a:pt x="1014699" y="322029"/>
                  </a:cubicBezTo>
                  <a:cubicBezTo>
                    <a:pt x="1075173" y="382504"/>
                    <a:pt x="1108484" y="462896"/>
                    <a:pt x="1108484" y="548426"/>
                  </a:cubicBezTo>
                  <a:cubicBezTo>
                    <a:pt x="1108484" y="633956"/>
                    <a:pt x="1075173" y="714348"/>
                    <a:pt x="1014699" y="774822"/>
                  </a:cubicBezTo>
                  <a:cubicBezTo>
                    <a:pt x="954224" y="835296"/>
                    <a:pt x="873832" y="868608"/>
                    <a:pt x="788302" y="868608"/>
                  </a:cubicBezTo>
                  <a:lnTo>
                    <a:pt x="383254" y="868608"/>
                  </a:lnTo>
                  <a:lnTo>
                    <a:pt x="337069" y="914793"/>
                  </a:lnTo>
                  <a:lnTo>
                    <a:pt x="788302" y="914793"/>
                  </a:lnTo>
                  <a:cubicBezTo>
                    <a:pt x="886158" y="914793"/>
                    <a:pt x="978154" y="876690"/>
                    <a:pt x="1047375" y="807498"/>
                  </a:cubicBezTo>
                  <a:cubicBezTo>
                    <a:pt x="1116567" y="738306"/>
                    <a:pt x="1154670" y="646310"/>
                    <a:pt x="1154670" y="548455"/>
                  </a:cubicBezTo>
                  <a:cubicBezTo>
                    <a:pt x="1154670" y="450599"/>
                    <a:pt x="1116567" y="358603"/>
                    <a:pt x="1047375" y="289411"/>
                  </a:cubicBezTo>
                  <a:close/>
                </a:path>
              </a:pathLst>
            </a:custGeom>
            <a:solidFill>
              <a:srgbClr val="0098C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94" name="Google Shape;2094;g2f5672ebd26_60_0"/>
            <p:cNvSpPr/>
            <p:nvPr/>
          </p:nvSpPr>
          <p:spPr>
            <a:xfrm>
              <a:off x="827932" y="1661643"/>
              <a:ext cx="889073" cy="649225"/>
            </a:xfrm>
            <a:custGeom>
              <a:avLst/>
              <a:gdLst/>
              <a:ahLst/>
              <a:cxnLst/>
              <a:rect l="l" t="t" r="r" b="b"/>
              <a:pathLst>
                <a:path w="889073" h="649225" extrusionOk="0">
                  <a:moveTo>
                    <a:pt x="665044" y="182231"/>
                  </a:moveTo>
                  <a:cubicBezTo>
                    <a:pt x="629164" y="74070"/>
                    <a:pt x="527671" y="0"/>
                    <a:pt x="412236" y="0"/>
                  </a:cubicBezTo>
                  <a:cubicBezTo>
                    <a:pt x="270850" y="0"/>
                    <a:pt x="154809" y="110759"/>
                    <a:pt x="146351" y="250066"/>
                  </a:cubicBezTo>
                  <a:cubicBezTo>
                    <a:pt x="60503" y="275151"/>
                    <a:pt x="0" y="354561"/>
                    <a:pt x="0" y="445518"/>
                  </a:cubicBezTo>
                  <a:cubicBezTo>
                    <a:pt x="0" y="518896"/>
                    <a:pt x="39027" y="583325"/>
                    <a:pt x="97365" y="619176"/>
                  </a:cubicBezTo>
                  <a:lnTo>
                    <a:pt x="131254" y="585288"/>
                  </a:lnTo>
                  <a:cubicBezTo>
                    <a:pt x="80767" y="559019"/>
                    <a:pt x="46186" y="506252"/>
                    <a:pt x="46186" y="445518"/>
                  </a:cubicBezTo>
                  <a:cubicBezTo>
                    <a:pt x="46186" y="370293"/>
                    <a:pt x="99703" y="305316"/>
                    <a:pt x="173427" y="290970"/>
                  </a:cubicBezTo>
                  <a:lnTo>
                    <a:pt x="192277" y="287304"/>
                  </a:lnTo>
                  <a:lnTo>
                    <a:pt x="192103" y="268108"/>
                  </a:lnTo>
                  <a:cubicBezTo>
                    <a:pt x="192103" y="267588"/>
                    <a:pt x="192103" y="267068"/>
                    <a:pt x="192075" y="266549"/>
                  </a:cubicBezTo>
                  <a:lnTo>
                    <a:pt x="192075" y="266376"/>
                  </a:lnTo>
                  <a:cubicBezTo>
                    <a:pt x="192075" y="144965"/>
                    <a:pt x="290825" y="46186"/>
                    <a:pt x="412236" y="46186"/>
                  </a:cubicBezTo>
                  <a:cubicBezTo>
                    <a:pt x="512661" y="46186"/>
                    <a:pt x="600327" y="113992"/>
                    <a:pt x="625411" y="211097"/>
                  </a:cubicBezTo>
                  <a:lnTo>
                    <a:pt x="630059" y="229081"/>
                  </a:lnTo>
                  <a:lnTo>
                    <a:pt x="649284" y="228388"/>
                  </a:lnTo>
                  <a:cubicBezTo>
                    <a:pt x="651333" y="228301"/>
                    <a:pt x="653411" y="228244"/>
                    <a:pt x="655490" y="228244"/>
                  </a:cubicBezTo>
                  <a:cubicBezTo>
                    <a:pt x="758801" y="228244"/>
                    <a:pt x="842888" y="312302"/>
                    <a:pt x="842888" y="415642"/>
                  </a:cubicBezTo>
                  <a:cubicBezTo>
                    <a:pt x="842888" y="518982"/>
                    <a:pt x="758830" y="603040"/>
                    <a:pt x="655490" y="603040"/>
                  </a:cubicBezTo>
                  <a:lnTo>
                    <a:pt x="383225" y="603040"/>
                  </a:lnTo>
                  <a:lnTo>
                    <a:pt x="337040" y="649226"/>
                  </a:lnTo>
                  <a:lnTo>
                    <a:pt x="655490" y="649226"/>
                  </a:lnTo>
                  <a:cubicBezTo>
                    <a:pt x="784290" y="649226"/>
                    <a:pt x="889074" y="544442"/>
                    <a:pt x="889074" y="415642"/>
                  </a:cubicBezTo>
                  <a:cubicBezTo>
                    <a:pt x="889074" y="286842"/>
                    <a:pt x="789428" y="187283"/>
                    <a:pt x="665015" y="182260"/>
                  </a:cubicBez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095" name="Google Shape;2095;g2f5672ebd26_60_0"/>
          <p:cNvGrpSpPr/>
          <p:nvPr/>
        </p:nvGrpSpPr>
        <p:grpSpPr>
          <a:xfrm>
            <a:off x="8326223" y="4930909"/>
            <a:ext cx="1373786" cy="798888"/>
            <a:chOff x="4795269" y="4689589"/>
            <a:chExt cx="2734991" cy="1556377"/>
          </a:xfrm>
        </p:grpSpPr>
        <p:sp>
          <p:nvSpPr>
            <p:cNvPr id="2096" name="Google Shape;2096;g2f5672ebd26_60_0"/>
            <p:cNvSpPr/>
            <p:nvPr/>
          </p:nvSpPr>
          <p:spPr>
            <a:xfrm>
              <a:off x="5707414" y="5929954"/>
              <a:ext cx="431615" cy="82562"/>
            </a:xfrm>
            <a:custGeom>
              <a:avLst/>
              <a:gdLst/>
              <a:ahLst/>
              <a:cxnLst/>
              <a:rect l="l" t="t" r="r" b="b"/>
              <a:pathLst>
                <a:path w="323914" h="61960" extrusionOk="0">
                  <a:moveTo>
                    <a:pt x="0" y="0"/>
                  </a:moveTo>
                  <a:lnTo>
                    <a:pt x="323914" y="0"/>
                  </a:lnTo>
                  <a:lnTo>
                    <a:pt x="323914" y="61961"/>
                  </a:lnTo>
                  <a:lnTo>
                    <a:pt x="0" y="61961"/>
                  </a:lnTo>
                  <a:close/>
                </a:path>
              </a:pathLst>
            </a:custGeom>
            <a:solidFill>
              <a:srgbClr val="91D1C7"/>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97" name="Google Shape;2097;g2f5672ebd26_60_0"/>
            <p:cNvSpPr/>
            <p:nvPr/>
          </p:nvSpPr>
          <p:spPr>
            <a:xfrm>
              <a:off x="4889682" y="4826419"/>
              <a:ext cx="2556532" cy="1299633"/>
            </a:xfrm>
            <a:custGeom>
              <a:avLst/>
              <a:gdLst/>
              <a:ahLst/>
              <a:cxnLst/>
              <a:rect l="l" t="t" r="r" b="b"/>
              <a:pathLst>
                <a:path w="1918598" h="975334" extrusionOk="0">
                  <a:moveTo>
                    <a:pt x="0" y="0"/>
                  </a:moveTo>
                  <a:lnTo>
                    <a:pt x="1918599" y="0"/>
                  </a:lnTo>
                  <a:lnTo>
                    <a:pt x="1918599" y="975335"/>
                  </a:lnTo>
                  <a:lnTo>
                    <a:pt x="0" y="975335"/>
                  </a:lnTo>
                  <a:close/>
                </a:path>
              </a:pathLst>
            </a:custGeom>
            <a:gradFill>
              <a:gsLst>
                <a:gs pos="0">
                  <a:schemeClr val="accent3"/>
                </a:gs>
                <a:gs pos="10000">
                  <a:schemeClr val="accent3"/>
                </a:gs>
                <a:gs pos="82000">
                  <a:srgbClr val="43D3FF"/>
                </a:gs>
                <a:gs pos="100000">
                  <a:srgbClr val="43D3FF"/>
                </a:gs>
              </a:gsLst>
              <a:lin ang="18900044" scaled="0"/>
            </a:gra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98" name="Google Shape;2098;g2f5672ebd26_60_0"/>
            <p:cNvSpPr/>
            <p:nvPr/>
          </p:nvSpPr>
          <p:spPr>
            <a:xfrm>
              <a:off x="4889682" y="5048768"/>
              <a:ext cx="2556533" cy="946648"/>
            </a:xfrm>
            <a:custGeom>
              <a:avLst/>
              <a:gdLst/>
              <a:ahLst/>
              <a:cxnLst/>
              <a:rect l="l" t="t" r="r" b="b"/>
              <a:pathLst>
                <a:path w="1918599" h="710430" extrusionOk="0">
                  <a:moveTo>
                    <a:pt x="1644586" y="0"/>
                  </a:moveTo>
                  <a:lnTo>
                    <a:pt x="1690255" y="0"/>
                  </a:lnTo>
                  <a:lnTo>
                    <a:pt x="1735924" y="0"/>
                  </a:lnTo>
                  <a:lnTo>
                    <a:pt x="1781592" y="0"/>
                  </a:lnTo>
                  <a:lnTo>
                    <a:pt x="1781593" y="0"/>
                  </a:lnTo>
                  <a:lnTo>
                    <a:pt x="1827261" y="0"/>
                  </a:lnTo>
                  <a:lnTo>
                    <a:pt x="1872930" y="0"/>
                  </a:lnTo>
                  <a:lnTo>
                    <a:pt x="1918599" y="0"/>
                  </a:lnTo>
                  <a:lnTo>
                    <a:pt x="1918599" y="710430"/>
                  </a:lnTo>
                  <a:lnTo>
                    <a:pt x="1872930" y="710430"/>
                  </a:lnTo>
                  <a:lnTo>
                    <a:pt x="1827261" y="710430"/>
                  </a:lnTo>
                  <a:lnTo>
                    <a:pt x="1781593" y="710430"/>
                  </a:lnTo>
                  <a:lnTo>
                    <a:pt x="1781592" y="710430"/>
                  </a:lnTo>
                  <a:lnTo>
                    <a:pt x="1735924" y="710430"/>
                  </a:lnTo>
                  <a:lnTo>
                    <a:pt x="1690255" y="710430"/>
                  </a:lnTo>
                  <a:lnTo>
                    <a:pt x="1644586" y="710430"/>
                  </a:lnTo>
                  <a:close/>
                  <a:moveTo>
                    <a:pt x="1142102" y="0"/>
                  </a:moveTo>
                  <a:lnTo>
                    <a:pt x="1187771" y="0"/>
                  </a:lnTo>
                  <a:lnTo>
                    <a:pt x="1233439" y="0"/>
                  </a:lnTo>
                  <a:lnTo>
                    <a:pt x="1233440" y="0"/>
                  </a:lnTo>
                  <a:lnTo>
                    <a:pt x="1279108" y="0"/>
                  </a:lnTo>
                  <a:lnTo>
                    <a:pt x="1324777" y="0"/>
                  </a:lnTo>
                  <a:lnTo>
                    <a:pt x="1370446" y="0"/>
                  </a:lnTo>
                  <a:lnTo>
                    <a:pt x="1416114" y="0"/>
                  </a:lnTo>
                  <a:lnTo>
                    <a:pt x="1416115" y="0"/>
                  </a:lnTo>
                  <a:lnTo>
                    <a:pt x="1461783" y="0"/>
                  </a:lnTo>
                  <a:lnTo>
                    <a:pt x="1507452" y="0"/>
                  </a:lnTo>
                  <a:lnTo>
                    <a:pt x="1553120" y="0"/>
                  </a:lnTo>
                  <a:lnTo>
                    <a:pt x="1553121" y="0"/>
                  </a:lnTo>
                  <a:lnTo>
                    <a:pt x="1598789" y="0"/>
                  </a:lnTo>
                  <a:lnTo>
                    <a:pt x="1644458" y="0"/>
                  </a:lnTo>
                  <a:lnTo>
                    <a:pt x="1644458" y="710430"/>
                  </a:lnTo>
                  <a:lnTo>
                    <a:pt x="1598789" y="710430"/>
                  </a:lnTo>
                  <a:lnTo>
                    <a:pt x="1553121" y="710430"/>
                  </a:lnTo>
                  <a:lnTo>
                    <a:pt x="1553120" y="710430"/>
                  </a:lnTo>
                  <a:lnTo>
                    <a:pt x="1507452" y="710430"/>
                  </a:lnTo>
                  <a:lnTo>
                    <a:pt x="1461783" y="710430"/>
                  </a:lnTo>
                  <a:lnTo>
                    <a:pt x="1416115" y="710430"/>
                  </a:lnTo>
                  <a:lnTo>
                    <a:pt x="1416114" y="710430"/>
                  </a:lnTo>
                  <a:lnTo>
                    <a:pt x="1370446" y="710430"/>
                  </a:lnTo>
                  <a:lnTo>
                    <a:pt x="1324777" y="710430"/>
                  </a:lnTo>
                  <a:lnTo>
                    <a:pt x="1279108" y="710430"/>
                  </a:lnTo>
                  <a:lnTo>
                    <a:pt x="1233440" y="710430"/>
                  </a:lnTo>
                  <a:lnTo>
                    <a:pt x="1233439" y="710430"/>
                  </a:lnTo>
                  <a:lnTo>
                    <a:pt x="1187771" y="710430"/>
                  </a:lnTo>
                  <a:lnTo>
                    <a:pt x="1142102" y="710430"/>
                  </a:lnTo>
                  <a:close/>
                  <a:moveTo>
                    <a:pt x="593949" y="0"/>
                  </a:moveTo>
                  <a:lnTo>
                    <a:pt x="639618" y="0"/>
                  </a:lnTo>
                  <a:lnTo>
                    <a:pt x="685287" y="0"/>
                  </a:lnTo>
                  <a:lnTo>
                    <a:pt x="730955" y="0"/>
                  </a:lnTo>
                  <a:lnTo>
                    <a:pt x="730956" y="0"/>
                  </a:lnTo>
                  <a:lnTo>
                    <a:pt x="776624" y="0"/>
                  </a:lnTo>
                  <a:lnTo>
                    <a:pt x="822293" y="0"/>
                  </a:lnTo>
                  <a:lnTo>
                    <a:pt x="867962" y="0"/>
                  </a:lnTo>
                  <a:lnTo>
                    <a:pt x="913630" y="0"/>
                  </a:lnTo>
                  <a:lnTo>
                    <a:pt x="913631" y="0"/>
                  </a:lnTo>
                  <a:lnTo>
                    <a:pt x="959299" y="0"/>
                  </a:lnTo>
                  <a:lnTo>
                    <a:pt x="1004968" y="0"/>
                  </a:lnTo>
                  <a:lnTo>
                    <a:pt x="1050636" y="0"/>
                  </a:lnTo>
                  <a:lnTo>
                    <a:pt x="1050637" y="0"/>
                  </a:lnTo>
                  <a:lnTo>
                    <a:pt x="1096305" y="0"/>
                  </a:lnTo>
                  <a:lnTo>
                    <a:pt x="1141974" y="0"/>
                  </a:lnTo>
                  <a:lnTo>
                    <a:pt x="1141974" y="710430"/>
                  </a:lnTo>
                  <a:lnTo>
                    <a:pt x="1096305" y="710430"/>
                  </a:lnTo>
                  <a:lnTo>
                    <a:pt x="1050637" y="710430"/>
                  </a:lnTo>
                  <a:lnTo>
                    <a:pt x="1050636" y="710430"/>
                  </a:lnTo>
                  <a:lnTo>
                    <a:pt x="1004968" y="710430"/>
                  </a:lnTo>
                  <a:lnTo>
                    <a:pt x="959299" y="710430"/>
                  </a:lnTo>
                  <a:lnTo>
                    <a:pt x="913631" y="710430"/>
                  </a:lnTo>
                  <a:lnTo>
                    <a:pt x="913630" y="710430"/>
                  </a:lnTo>
                  <a:lnTo>
                    <a:pt x="867962" y="710430"/>
                  </a:lnTo>
                  <a:lnTo>
                    <a:pt x="822293" y="710430"/>
                  </a:lnTo>
                  <a:lnTo>
                    <a:pt x="776624" y="710430"/>
                  </a:lnTo>
                  <a:lnTo>
                    <a:pt x="730956" y="710430"/>
                  </a:lnTo>
                  <a:lnTo>
                    <a:pt x="730955" y="710430"/>
                  </a:lnTo>
                  <a:lnTo>
                    <a:pt x="685287" y="710430"/>
                  </a:lnTo>
                  <a:lnTo>
                    <a:pt x="639618" y="710430"/>
                  </a:lnTo>
                  <a:lnTo>
                    <a:pt x="593949" y="710430"/>
                  </a:lnTo>
                  <a:close/>
                  <a:moveTo>
                    <a:pt x="91465" y="0"/>
                  </a:moveTo>
                  <a:lnTo>
                    <a:pt x="137134" y="0"/>
                  </a:lnTo>
                  <a:lnTo>
                    <a:pt x="182803" y="0"/>
                  </a:lnTo>
                  <a:lnTo>
                    <a:pt x="228471" y="0"/>
                  </a:lnTo>
                  <a:lnTo>
                    <a:pt x="228472" y="0"/>
                  </a:lnTo>
                  <a:lnTo>
                    <a:pt x="274140" y="0"/>
                  </a:lnTo>
                  <a:lnTo>
                    <a:pt x="319809" y="0"/>
                  </a:lnTo>
                  <a:lnTo>
                    <a:pt x="365478" y="0"/>
                  </a:lnTo>
                  <a:lnTo>
                    <a:pt x="411146" y="0"/>
                  </a:lnTo>
                  <a:lnTo>
                    <a:pt x="411147" y="0"/>
                  </a:lnTo>
                  <a:lnTo>
                    <a:pt x="456815" y="0"/>
                  </a:lnTo>
                  <a:lnTo>
                    <a:pt x="502484" y="0"/>
                  </a:lnTo>
                  <a:lnTo>
                    <a:pt x="548152" y="0"/>
                  </a:lnTo>
                  <a:lnTo>
                    <a:pt x="548153" y="0"/>
                  </a:lnTo>
                  <a:lnTo>
                    <a:pt x="593821" y="0"/>
                  </a:lnTo>
                  <a:lnTo>
                    <a:pt x="593821" y="710430"/>
                  </a:lnTo>
                  <a:lnTo>
                    <a:pt x="548153" y="710430"/>
                  </a:lnTo>
                  <a:lnTo>
                    <a:pt x="548152" y="710430"/>
                  </a:lnTo>
                  <a:lnTo>
                    <a:pt x="502484" y="710430"/>
                  </a:lnTo>
                  <a:lnTo>
                    <a:pt x="456815" y="710430"/>
                  </a:lnTo>
                  <a:lnTo>
                    <a:pt x="411147" y="710430"/>
                  </a:lnTo>
                  <a:lnTo>
                    <a:pt x="411146" y="710430"/>
                  </a:lnTo>
                  <a:lnTo>
                    <a:pt x="365478" y="710430"/>
                  </a:lnTo>
                  <a:lnTo>
                    <a:pt x="319809" y="710430"/>
                  </a:lnTo>
                  <a:lnTo>
                    <a:pt x="274140" y="710430"/>
                  </a:lnTo>
                  <a:lnTo>
                    <a:pt x="228472" y="710430"/>
                  </a:lnTo>
                  <a:lnTo>
                    <a:pt x="228471" y="710430"/>
                  </a:lnTo>
                  <a:lnTo>
                    <a:pt x="182803" y="710430"/>
                  </a:lnTo>
                  <a:lnTo>
                    <a:pt x="137134" y="710430"/>
                  </a:lnTo>
                  <a:lnTo>
                    <a:pt x="91465" y="710430"/>
                  </a:lnTo>
                  <a:close/>
                  <a:moveTo>
                    <a:pt x="0" y="0"/>
                  </a:moveTo>
                  <a:lnTo>
                    <a:pt x="45668" y="0"/>
                  </a:lnTo>
                  <a:lnTo>
                    <a:pt x="45669" y="0"/>
                  </a:lnTo>
                  <a:lnTo>
                    <a:pt x="91337" y="0"/>
                  </a:lnTo>
                  <a:lnTo>
                    <a:pt x="91337" y="710430"/>
                  </a:lnTo>
                  <a:lnTo>
                    <a:pt x="45669" y="710430"/>
                  </a:lnTo>
                  <a:lnTo>
                    <a:pt x="45668" y="710430"/>
                  </a:lnTo>
                  <a:lnTo>
                    <a:pt x="0" y="710430"/>
                  </a:lnTo>
                  <a:close/>
                </a:path>
              </a:pathLst>
            </a:custGeom>
            <a:solidFill>
              <a:schemeClr val="accent2"/>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099" name="Google Shape;2099;g2f5672ebd26_60_0"/>
            <p:cNvSpPr/>
            <p:nvPr/>
          </p:nvSpPr>
          <p:spPr>
            <a:xfrm>
              <a:off x="4872920" y="5017638"/>
              <a:ext cx="2589010" cy="1017416"/>
            </a:xfrm>
            <a:custGeom>
              <a:avLst/>
              <a:gdLst/>
              <a:ahLst/>
              <a:cxnLst/>
              <a:rect l="l" t="t" r="r" b="b"/>
              <a:pathLst>
                <a:path w="1942972" h="763539" extrusionOk="0">
                  <a:moveTo>
                    <a:pt x="0" y="705812"/>
                  </a:moveTo>
                  <a:lnTo>
                    <a:pt x="1942972" y="705812"/>
                  </a:lnTo>
                  <a:lnTo>
                    <a:pt x="1942972" y="763539"/>
                  </a:lnTo>
                  <a:lnTo>
                    <a:pt x="0" y="763539"/>
                  </a:lnTo>
                  <a:close/>
                  <a:moveTo>
                    <a:pt x="0" y="564573"/>
                  </a:moveTo>
                  <a:lnTo>
                    <a:pt x="1942972" y="564573"/>
                  </a:lnTo>
                  <a:lnTo>
                    <a:pt x="1942972" y="622300"/>
                  </a:lnTo>
                  <a:lnTo>
                    <a:pt x="0" y="622300"/>
                  </a:lnTo>
                  <a:close/>
                  <a:moveTo>
                    <a:pt x="0" y="423333"/>
                  </a:moveTo>
                  <a:lnTo>
                    <a:pt x="1942972" y="423333"/>
                  </a:lnTo>
                  <a:lnTo>
                    <a:pt x="1942972" y="481060"/>
                  </a:lnTo>
                  <a:lnTo>
                    <a:pt x="0" y="481060"/>
                  </a:lnTo>
                  <a:close/>
                  <a:moveTo>
                    <a:pt x="0" y="282094"/>
                  </a:moveTo>
                  <a:lnTo>
                    <a:pt x="1942972" y="282094"/>
                  </a:lnTo>
                  <a:lnTo>
                    <a:pt x="1942972" y="339821"/>
                  </a:lnTo>
                  <a:lnTo>
                    <a:pt x="0" y="339821"/>
                  </a:lnTo>
                  <a:close/>
                  <a:moveTo>
                    <a:pt x="0" y="141239"/>
                  </a:moveTo>
                  <a:lnTo>
                    <a:pt x="1942972" y="141239"/>
                  </a:lnTo>
                  <a:lnTo>
                    <a:pt x="1942972" y="198966"/>
                  </a:lnTo>
                  <a:lnTo>
                    <a:pt x="0" y="198966"/>
                  </a:lnTo>
                  <a:close/>
                  <a:moveTo>
                    <a:pt x="0" y="0"/>
                  </a:moveTo>
                  <a:lnTo>
                    <a:pt x="1942972" y="0"/>
                  </a:lnTo>
                  <a:lnTo>
                    <a:pt x="1942972" y="57727"/>
                  </a:lnTo>
                  <a:lnTo>
                    <a:pt x="0" y="57727"/>
                  </a:lnTo>
                  <a:close/>
                </a:path>
              </a:pathLst>
            </a:custGeom>
            <a:solidFill>
              <a:schemeClr val="accent3"/>
            </a:soli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100" name="Google Shape;2100;g2f5672ebd26_60_0"/>
            <p:cNvSpPr/>
            <p:nvPr/>
          </p:nvSpPr>
          <p:spPr>
            <a:xfrm>
              <a:off x="4795269" y="6126310"/>
              <a:ext cx="2734991" cy="119656"/>
            </a:xfrm>
            <a:custGeom>
              <a:avLst/>
              <a:gdLst/>
              <a:ahLst/>
              <a:cxnLst/>
              <a:rect l="l" t="t" r="r" b="b"/>
              <a:pathLst>
                <a:path w="2052526" h="89798" extrusionOk="0">
                  <a:moveTo>
                    <a:pt x="0" y="0"/>
                  </a:moveTo>
                  <a:lnTo>
                    <a:pt x="2052526" y="0"/>
                  </a:lnTo>
                  <a:lnTo>
                    <a:pt x="2052526" y="89798"/>
                  </a:lnTo>
                  <a:lnTo>
                    <a:pt x="0" y="89798"/>
                  </a:lnTo>
                  <a:close/>
                </a:path>
              </a:pathLst>
            </a:custGeom>
            <a:solidFill>
              <a:srgbClr val="002D45"/>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101" name="Google Shape;2101;g2f5672ebd26_60_0"/>
            <p:cNvSpPr/>
            <p:nvPr/>
          </p:nvSpPr>
          <p:spPr>
            <a:xfrm>
              <a:off x="5766675" y="4689589"/>
              <a:ext cx="803573" cy="1436382"/>
            </a:xfrm>
            <a:custGeom>
              <a:avLst/>
              <a:gdLst/>
              <a:ahLst/>
              <a:cxnLst/>
              <a:rect l="l" t="t" r="r" b="b"/>
              <a:pathLst>
                <a:path w="603057" h="1077960" extrusionOk="0">
                  <a:moveTo>
                    <a:pt x="0" y="0"/>
                  </a:moveTo>
                  <a:lnTo>
                    <a:pt x="603058" y="0"/>
                  </a:lnTo>
                  <a:lnTo>
                    <a:pt x="603058" y="1077961"/>
                  </a:lnTo>
                  <a:lnTo>
                    <a:pt x="0" y="1077961"/>
                  </a:lnTo>
                  <a:close/>
                </a:path>
              </a:pathLst>
            </a:custGeom>
            <a:solidFill>
              <a:schemeClr val="accent2"/>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102" name="Google Shape;2102;g2f5672ebd26_60_0"/>
            <p:cNvSpPr/>
            <p:nvPr/>
          </p:nvSpPr>
          <p:spPr>
            <a:xfrm>
              <a:off x="5766672" y="5016440"/>
              <a:ext cx="803575" cy="829215"/>
            </a:xfrm>
            <a:custGeom>
              <a:avLst/>
              <a:gdLst/>
              <a:ahLst/>
              <a:cxnLst/>
              <a:rect l="l" t="t" r="r" b="b"/>
              <a:pathLst>
                <a:path w="603058" h="622300" extrusionOk="0">
                  <a:moveTo>
                    <a:pt x="0" y="564573"/>
                  </a:moveTo>
                  <a:lnTo>
                    <a:pt x="603058" y="564573"/>
                  </a:lnTo>
                  <a:lnTo>
                    <a:pt x="603058" y="622300"/>
                  </a:lnTo>
                  <a:lnTo>
                    <a:pt x="0" y="622300"/>
                  </a:lnTo>
                  <a:close/>
                  <a:moveTo>
                    <a:pt x="0" y="423333"/>
                  </a:moveTo>
                  <a:lnTo>
                    <a:pt x="603058" y="423333"/>
                  </a:lnTo>
                  <a:lnTo>
                    <a:pt x="603058" y="481060"/>
                  </a:lnTo>
                  <a:lnTo>
                    <a:pt x="0" y="481060"/>
                  </a:lnTo>
                  <a:close/>
                  <a:moveTo>
                    <a:pt x="0" y="282094"/>
                  </a:moveTo>
                  <a:lnTo>
                    <a:pt x="603058" y="282094"/>
                  </a:lnTo>
                  <a:lnTo>
                    <a:pt x="603058" y="339821"/>
                  </a:lnTo>
                  <a:lnTo>
                    <a:pt x="0" y="339821"/>
                  </a:lnTo>
                  <a:close/>
                  <a:moveTo>
                    <a:pt x="0" y="141239"/>
                  </a:moveTo>
                  <a:lnTo>
                    <a:pt x="603058" y="141239"/>
                  </a:lnTo>
                  <a:lnTo>
                    <a:pt x="603058" y="198966"/>
                  </a:lnTo>
                  <a:lnTo>
                    <a:pt x="0" y="198966"/>
                  </a:lnTo>
                  <a:close/>
                  <a:moveTo>
                    <a:pt x="0" y="0"/>
                  </a:moveTo>
                  <a:lnTo>
                    <a:pt x="603058" y="0"/>
                  </a:lnTo>
                  <a:lnTo>
                    <a:pt x="603058" y="57727"/>
                  </a:lnTo>
                  <a:lnTo>
                    <a:pt x="0" y="57727"/>
                  </a:lnTo>
                  <a:close/>
                </a:path>
              </a:pathLst>
            </a:custGeom>
            <a:gradFill>
              <a:gsLst>
                <a:gs pos="0">
                  <a:schemeClr val="accent3"/>
                </a:gs>
                <a:gs pos="100000">
                  <a:srgbClr val="43D3FF"/>
                </a:gs>
              </a:gsLst>
              <a:lin ang="18900044" scaled="0"/>
            </a:gradFill>
            <a:ln>
              <a:noFill/>
            </a:ln>
          </p:spPr>
          <p:txBody>
            <a:bodyPr spcFirstLastPara="1" wrap="square" lIns="82225" tIns="41100" rIns="82225"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sp>
          <p:nvSpPr>
            <p:cNvPr id="2103" name="Google Shape;2103;g2f5672ebd26_60_0"/>
            <p:cNvSpPr/>
            <p:nvPr/>
          </p:nvSpPr>
          <p:spPr>
            <a:xfrm>
              <a:off x="5938400" y="5660644"/>
              <a:ext cx="460500" cy="465600"/>
            </a:xfrm>
            <a:prstGeom prst="rect">
              <a:avLst/>
            </a:prstGeom>
            <a:solidFill>
              <a:srgbClr val="002D45"/>
            </a:solidFill>
            <a:ln>
              <a:noFill/>
            </a:ln>
          </p:spPr>
          <p:txBody>
            <a:bodyPr spcFirstLastPara="1" wrap="square" lIns="82200" tIns="41100" rIns="82200" bIns="41100" anchor="ctr" anchorCtr="0">
              <a:noAutofit/>
            </a:bodyPr>
            <a:lstStyle/>
            <a:p>
              <a:pPr marL="0" marR="0" lvl="0" indent="0" algn="l" rtl="0">
                <a:lnSpc>
                  <a:spcPct val="100000"/>
                </a:lnSpc>
                <a:spcBef>
                  <a:spcPts val="0"/>
                </a:spcBef>
                <a:spcAft>
                  <a:spcPts val="0"/>
                </a:spcAft>
                <a:buClr>
                  <a:srgbClr val="000000"/>
                </a:buClr>
                <a:buSzPts val="1795"/>
                <a:buFont typeface="Arial"/>
                <a:buNone/>
              </a:pPr>
              <a:endParaRPr sz="1795" b="0" i="0" u="none" strike="noStrike" cap="none">
                <a:solidFill>
                  <a:srgbClr val="717074"/>
                </a:solidFill>
                <a:latin typeface="Arial"/>
                <a:ea typeface="Arial"/>
                <a:cs typeface="Arial"/>
                <a:sym typeface="Arial"/>
              </a:endParaRPr>
            </a:p>
          </p:txBody>
        </p:sp>
      </p:grpSp>
      <p:sp>
        <p:nvSpPr>
          <p:cNvPr id="2104" name="Google Shape;2104;g2f5672ebd26_60_0"/>
          <p:cNvSpPr txBox="1"/>
          <p:nvPr/>
        </p:nvSpPr>
        <p:spPr>
          <a:xfrm>
            <a:off x="8013322" y="5891824"/>
            <a:ext cx="2000400" cy="3879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Customer Managed</a:t>
            </a:r>
            <a:br>
              <a:rPr lang="en-US" sz="14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On-Premises, Edge</a:t>
            </a:r>
            <a:endParaRPr sz="1200" b="0" i="0" u="none" strike="noStrike" cap="none">
              <a:solidFill>
                <a:srgbClr val="000000"/>
              </a:solidFill>
              <a:latin typeface="Arial"/>
              <a:ea typeface="Arial"/>
              <a:cs typeface="Arial"/>
              <a:sym typeface="Arial"/>
            </a:endParaRPr>
          </a:p>
        </p:txBody>
      </p:sp>
      <p:grpSp>
        <p:nvGrpSpPr>
          <p:cNvPr id="2105" name="Google Shape;2105;g2f5672ebd26_60_0"/>
          <p:cNvGrpSpPr/>
          <p:nvPr/>
        </p:nvGrpSpPr>
        <p:grpSpPr>
          <a:xfrm>
            <a:off x="8353251" y="4323689"/>
            <a:ext cx="1305042" cy="490224"/>
            <a:chOff x="5557511" y="4472753"/>
            <a:chExt cx="965982" cy="362860"/>
          </a:xfrm>
        </p:grpSpPr>
        <p:grpSp>
          <p:nvGrpSpPr>
            <p:cNvPr id="2106" name="Google Shape;2106;g2f5672ebd26_60_0"/>
            <p:cNvGrpSpPr/>
            <p:nvPr/>
          </p:nvGrpSpPr>
          <p:grpSpPr>
            <a:xfrm>
              <a:off x="5557511" y="4472768"/>
              <a:ext cx="219538" cy="362845"/>
              <a:chOff x="2677630" y="4608000"/>
              <a:chExt cx="219604" cy="362954"/>
            </a:xfrm>
          </p:grpSpPr>
          <p:sp>
            <p:nvSpPr>
              <p:cNvPr id="2107" name="Google Shape;2107;g2f5672ebd26_60_0"/>
              <p:cNvSpPr/>
              <p:nvPr/>
            </p:nvSpPr>
            <p:spPr>
              <a:xfrm rot="-5400000">
                <a:off x="2711086" y="4574544"/>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108" name="Google Shape;2108;g2f5672ebd26_60_0"/>
              <p:cNvSpPr/>
              <p:nvPr/>
            </p:nvSpPr>
            <p:spPr>
              <a:xfrm rot="-5400000">
                <a:off x="2711085" y="4679676"/>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109" name="Google Shape;2109;g2f5672ebd26_60_0"/>
              <p:cNvSpPr/>
              <p:nvPr/>
            </p:nvSpPr>
            <p:spPr>
              <a:xfrm rot="-5400000">
                <a:off x="2711085" y="4784806"/>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grpSp>
        <p:grpSp>
          <p:nvGrpSpPr>
            <p:cNvPr id="2110" name="Google Shape;2110;g2f5672ebd26_60_0"/>
            <p:cNvGrpSpPr/>
            <p:nvPr/>
          </p:nvGrpSpPr>
          <p:grpSpPr>
            <a:xfrm>
              <a:off x="5807850" y="4472753"/>
              <a:ext cx="219538" cy="362847"/>
              <a:chOff x="2928046" y="4607999"/>
              <a:chExt cx="219604" cy="362956"/>
            </a:xfrm>
          </p:grpSpPr>
          <p:sp>
            <p:nvSpPr>
              <p:cNvPr id="2111" name="Google Shape;2111;g2f5672ebd26_60_0"/>
              <p:cNvSpPr/>
              <p:nvPr/>
            </p:nvSpPr>
            <p:spPr>
              <a:xfrm rot="5400000" flipH="1">
                <a:off x="2961501" y="4784807"/>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112" name="Google Shape;2112;g2f5672ebd26_60_0"/>
              <p:cNvSpPr/>
              <p:nvPr/>
            </p:nvSpPr>
            <p:spPr>
              <a:xfrm rot="5400000" flipH="1">
                <a:off x="2961502" y="4679674"/>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113" name="Google Shape;2113;g2f5672ebd26_60_0"/>
              <p:cNvSpPr/>
              <p:nvPr/>
            </p:nvSpPr>
            <p:spPr>
              <a:xfrm rot="5400000" flipH="1">
                <a:off x="2961501" y="4574543"/>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grpSp>
        <p:grpSp>
          <p:nvGrpSpPr>
            <p:cNvPr id="2114" name="Google Shape;2114;g2f5672ebd26_60_0"/>
            <p:cNvGrpSpPr/>
            <p:nvPr/>
          </p:nvGrpSpPr>
          <p:grpSpPr>
            <a:xfrm>
              <a:off x="6053616" y="4472768"/>
              <a:ext cx="219538" cy="362845"/>
              <a:chOff x="3173883" y="4608000"/>
              <a:chExt cx="219604" cy="362954"/>
            </a:xfrm>
          </p:grpSpPr>
          <p:sp>
            <p:nvSpPr>
              <p:cNvPr id="2115" name="Google Shape;2115;g2f5672ebd26_60_0"/>
              <p:cNvSpPr/>
              <p:nvPr/>
            </p:nvSpPr>
            <p:spPr>
              <a:xfrm rot="-5400000">
                <a:off x="3207339" y="4574544"/>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116" name="Google Shape;2116;g2f5672ebd26_60_0"/>
              <p:cNvSpPr/>
              <p:nvPr/>
            </p:nvSpPr>
            <p:spPr>
              <a:xfrm rot="-5400000">
                <a:off x="3207338" y="4679676"/>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117" name="Google Shape;2117;g2f5672ebd26_60_0"/>
              <p:cNvSpPr/>
              <p:nvPr/>
            </p:nvSpPr>
            <p:spPr>
              <a:xfrm rot="-5400000">
                <a:off x="3207338" y="4784806"/>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grpSp>
        <p:grpSp>
          <p:nvGrpSpPr>
            <p:cNvPr id="2118" name="Google Shape;2118;g2f5672ebd26_60_0"/>
            <p:cNvGrpSpPr/>
            <p:nvPr/>
          </p:nvGrpSpPr>
          <p:grpSpPr>
            <a:xfrm>
              <a:off x="6303954" y="4472753"/>
              <a:ext cx="219538" cy="362847"/>
              <a:chOff x="3424299" y="4607999"/>
              <a:chExt cx="219604" cy="362956"/>
            </a:xfrm>
          </p:grpSpPr>
          <p:sp>
            <p:nvSpPr>
              <p:cNvPr id="2119" name="Google Shape;2119;g2f5672ebd26_60_0"/>
              <p:cNvSpPr/>
              <p:nvPr/>
            </p:nvSpPr>
            <p:spPr>
              <a:xfrm rot="5400000" flipH="1">
                <a:off x="3457754" y="4784807"/>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120" name="Google Shape;2120;g2f5672ebd26_60_0"/>
              <p:cNvSpPr/>
              <p:nvPr/>
            </p:nvSpPr>
            <p:spPr>
              <a:xfrm rot="5400000" flipH="1">
                <a:off x="3457755" y="4679674"/>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058"/>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sp>
            <p:nvSpPr>
              <p:cNvPr id="2121" name="Google Shape;2121;g2f5672ebd26_60_0"/>
              <p:cNvSpPr/>
              <p:nvPr/>
            </p:nvSpPr>
            <p:spPr>
              <a:xfrm rot="5400000" flipH="1">
                <a:off x="3457754" y="4574543"/>
                <a:ext cx="152692" cy="21960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3C3C3C"/>
                  </a:solidFill>
                  <a:latin typeface="Arial"/>
                  <a:ea typeface="Arial"/>
                  <a:cs typeface="Arial"/>
                  <a:sym typeface="Arial"/>
                </a:endParaRPr>
              </a:p>
            </p:txBody>
          </p:sp>
        </p:grpSp>
      </p:grpSp>
      <p:sp>
        <p:nvSpPr>
          <p:cNvPr id="2122" name="Google Shape;2122;g2f5672ebd26_60_0"/>
          <p:cNvSpPr txBox="1"/>
          <p:nvPr/>
        </p:nvSpPr>
        <p:spPr>
          <a:xfrm>
            <a:off x="3325015" y="2373779"/>
            <a:ext cx="1975200" cy="138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70C0"/>
                </a:solidFill>
                <a:latin typeface="Arial"/>
                <a:ea typeface="Arial"/>
                <a:cs typeface="Arial"/>
                <a:sym typeface="Arial"/>
              </a:rPr>
              <a:t>Overall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70C0"/>
                </a:solidFill>
                <a:latin typeface="Arial"/>
                <a:ea typeface="Arial"/>
                <a:cs typeface="Arial"/>
                <a:sym typeface="Arial"/>
              </a:rPr>
              <a:t>Cost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70C0"/>
                </a:solidFill>
                <a:latin typeface="Arial"/>
                <a:ea typeface="Arial"/>
                <a:cs typeface="Arial"/>
                <a:sym typeface="Arial"/>
              </a:rPr>
              <a:t>Reduction</a:t>
            </a:r>
            <a:endParaRPr sz="2800" b="0" i="0" u="none" strike="noStrike" cap="none">
              <a:solidFill>
                <a:srgbClr val="0070C0"/>
              </a:solidFill>
              <a:latin typeface="Arial"/>
              <a:ea typeface="Arial"/>
              <a:cs typeface="Arial"/>
              <a:sym typeface="Arial"/>
            </a:endParaRPr>
          </a:p>
        </p:txBody>
      </p:sp>
      <p:grpSp>
        <p:nvGrpSpPr>
          <p:cNvPr id="2123" name="Google Shape;2123;g2f5672ebd26_60_0"/>
          <p:cNvGrpSpPr/>
          <p:nvPr/>
        </p:nvGrpSpPr>
        <p:grpSpPr>
          <a:xfrm>
            <a:off x="2123104" y="4879311"/>
            <a:ext cx="3919349" cy="1292368"/>
            <a:chOff x="4113085" y="2292904"/>
            <a:chExt cx="1480508" cy="488183"/>
          </a:xfrm>
        </p:grpSpPr>
        <p:sp>
          <p:nvSpPr>
            <p:cNvPr id="2124" name="Google Shape;2124;g2f5672ebd26_60_0"/>
            <p:cNvSpPr/>
            <p:nvPr/>
          </p:nvSpPr>
          <p:spPr>
            <a:xfrm flipH="1">
              <a:off x="4113085" y="2292904"/>
              <a:ext cx="1204566" cy="485090"/>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gradFill>
              <a:gsLst>
                <a:gs pos="0">
                  <a:srgbClr val="F4F8FA"/>
                </a:gs>
                <a:gs pos="52000">
                  <a:srgbClr val="F4F8FA"/>
                </a:gs>
                <a:gs pos="100000">
                  <a:srgbClr val="9DCFEC"/>
                </a:gs>
              </a:gsLst>
              <a:lin ang="7799903"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25" name="Google Shape;2125;g2f5672ebd26_60_0"/>
            <p:cNvSpPr/>
            <p:nvPr/>
          </p:nvSpPr>
          <p:spPr>
            <a:xfrm>
              <a:off x="4862108" y="2450552"/>
              <a:ext cx="731485" cy="330535"/>
            </a:xfrm>
            <a:custGeom>
              <a:avLst/>
              <a:gdLst/>
              <a:ahLst/>
              <a:cxnLst/>
              <a:rect l="l" t="t" r="r" b="b"/>
              <a:pathLst>
                <a:path w="1151945" h="348850" extrusionOk="0">
                  <a:moveTo>
                    <a:pt x="684871" y="213"/>
                  </a:moveTo>
                  <a:cubicBezTo>
                    <a:pt x="956206" y="-5908"/>
                    <a:pt x="1099062" y="120177"/>
                    <a:pt x="1142631" y="279652"/>
                  </a:cubicBezTo>
                  <a:lnTo>
                    <a:pt x="1151945" y="348850"/>
                  </a:lnTo>
                  <a:lnTo>
                    <a:pt x="0" y="346352"/>
                  </a:lnTo>
                  <a:cubicBezTo>
                    <a:pt x="307967" y="95872"/>
                    <a:pt x="413536" y="6334"/>
                    <a:pt x="684871" y="213"/>
                  </a:cubicBezTo>
                  <a:close/>
                </a:path>
              </a:pathLst>
            </a:custGeom>
            <a:gradFill>
              <a:gsLst>
                <a:gs pos="0">
                  <a:srgbClr val="FFFFFF"/>
                </a:gs>
                <a:gs pos="27000">
                  <a:srgbClr val="FFFFFF"/>
                </a:gs>
                <a:gs pos="70650">
                  <a:srgbClr val="F4F8FA"/>
                </a:gs>
                <a:gs pos="100000">
                  <a:srgbClr val="9DCFEC"/>
                </a:gs>
              </a:gsLst>
              <a:lin ang="2700006"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2126" name="Google Shape;2126;g2f5672ebd26_60_0"/>
          <p:cNvGrpSpPr/>
          <p:nvPr/>
        </p:nvGrpSpPr>
        <p:grpSpPr>
          <a:xfrm flipH="1">
            <a:off x="791780" y="4435277"/>
            <a:ext cx="2156212" cy="710990"/>
            <a:chOff x="4113085" y="2292904"/>
            <a:chExt cx="1480508" cy="488183"/>
          </a:xfrm>
        </p:grpSpPr>
        <p:sp>
          <p:nvSpPr>
            <p:cNvPr id="2127" name="Google Shape;2127;g2f5672ebd26_60_0"/>
            <p:cNvSpPr/>
            <p:nvPr/>
          </p:nvSpPr>
          <p:spPr>
            <a:xfrm flipH="1">
              <a:off x="4113085" y="2292904"/>
              <a:ext cx="1204566" cy="485090"/>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gradFill>
              <a:gsLst>
                <a:gs pos="0">
                  <a:srgbClr val="F4F8FA"/>
                </a:gs>
                <a:gs pos="52000">
                  <a:srgbClr val="F4F8FA"/>
                </a:gs>
                <a:gs pos="100000">
                  <a:srgbClr val="9DCFEC"/>
                </a:gs>
              </a:gsLst>
              <a:lin ang="7799903"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28" name="Google Shape;2128;g2f5672ebd26_60_0"/>
            <p:cNvSpPr/>
            <p:nvPr/>
          </p:nvSpPr>
          <p:spPr>
            <a:xfrm>
              <a:off x="4862108" y="2450552"/>
              <a:ext cx="731485" cy="330535"/>
            </a:xfrm>
            <a:custGeom>
              <a:avLst/>
              <a:gdLst/>
              <a:ahLst/>
              <a:cxnLst/>
              <a:rect l="l" t="t" r="r" b="b"/>
              <a:pathLst>
                <a:path w="1151945" h="348850" extrusionOk="0">
                  <a:moveTo>
                    <a:pt x="684871" y="213"/>
                  </a:moveTo>
                  <a:cubicBezTo>
                    <a:pt x="956206" y="-5908"/>
                    <a:pt x="1099062" y="120177"/>
                    <a:pt x="1142631" y="279652"/>
                  </a:cubicBezTo>
                  <a:lnTo>
                    <a:pt x="1151945" y="348850"/>
                  </a:lnTo>
                  <a:lnTo>
                    <a:pt x="0" y="346352"/>
                  </a:lnTo>
                  <a:cubicBezTo>
                    <a:pt x="307967" y="95872"/>
                    <a:pt x="413536" y="6334"/>
                    <a:pt x="684871" y="213"/>
                  </a:cubicBezTo>
                  <a:close/>
                </a:path>
              </a:pathLst>
            </a:custGeom>
            <a:gradFill>
              <a:gsLst>
                <a:gs pos="0">
                  <a:srgbClr val="FFFFFF"/>
                </a:gs>
                <a:gs pos="27000">
                  <a:srgbClr val="FFFFFF"/>
                </a:gs>
                <a:gs pos="70650">
                  <a:srgbClr val="F4F8FA"/>
                </a:gs>
                <a:gs pos="100000">
                  <a:srgbClr val="9DCFEC"/>
                </a:gs>
              </a:gsLst>
              <a:lin ang="2700006"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2129" name="Google Shape;2129;g2f5672ebd26_60_0"/>
          <p:cNvGrpSpPr/>
          <p:nvPr/>
        </p:nvGrpSpPr>
        <p:grpSpPr>
          <a:xfrm>
            <a:off x="10062313" y="5054561"/>
            <a:ext cx="2078485" cy="608423"/>
            <a:chOff x="4113085" y="2292904"/>
            <a:chExt cx="1480508" cy="488183"/>
          </a:xfrm>
        </p:grpSpPr>
        <p:sp>
          <p:nvSpPr>
            <p:cNvPr id="2130" name="Google Shape;2130;g2f5672ebd26_60_0"/>
            <p:cNvSpPr/>
            <p:nvPr/>
          </p:nvSpPr>
          <p:spPr>
            <a:xfrm flipH="1">
              <a:off x="4113085" y="2292904"/>
              <a:ext cx="1204566" cy="485090"/>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gradFill>
              <a:gsLst>
                <a:gs pos="0">
                  <a:srgbClr val="F4F8FA"/>
                </a:gs>
                <a:gs pos="52000">
                  <a:srgbClr val="F4F8FA"/>
                </a:gs>
                <a:gs pos="100000">
                  <a:srgbClr val="9DCFEC"/>
                </a:gs>
              </a:gsLst>
              <a:lin ang="7799903"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31" name="Google Shape;2131;g2f5672ebd26_60_0"/>
            <p:cNvSpPr/>
            <p:nvPr/>
          </p:nvSpPr>
          <p:spPr>
            <a:xfrm>
              <a:off x="4862108" y="2450552"/>
              <a:ext cx="731485" cy="330535"/>
            </a:xfrm>
            <a:custGeom>
              <a:avLst/>
              <a:gdLst/>
              <a:ahLst/>
              <a:cxnLst/>
              <a:rect l="l" t="t" r="r" b="b"/>
              <a:pathLst>
                <a:path w="1151945" h="348850" extrusionOk="0">
                  <a:moveTo>
                    <a:pt x="684871" y="213"/>
                  </a:moveTo>
                  <a:cubicBezTo>
                    <a:pt x="956206" y="-5908"/>
                    <a:pt x="1099062" y="120177"/>
                    <a:pt x="1142631" y="279652"/>
                  </a:cubicBezTo>
                  <a:lnTo>
                    <a:pt x="1151945" y="348850"/>
                  </a:lnTo>
                  <a:lnTo>
                    <a:pt x="0" y="346352"/>
                  </a:lnTo>
                  <a:cubicBezTo>
                    <a:pt x="307967" y="95872"/>
                    <a:pt x="413536" y="6334"/>
                    <a:pt x="684871" y="213"/>
                  </a:cubicBezTo>
                  <a:close/>
                </a:path>
              </a:pathLst>
            </a:custGeom>
            <a:gradFill>
              <a:gsLst>
                <a:gs pos="0">
                  <a:srgbClr val="FFFFFF"/>
                </a:gs>
                <a:gs pos="27000">
                  <a:srgbClr val="FFFFFF"/>
                </a:gs>
                <a:gs pos="70650">
                  <a:srgbClr val="F4F8FA"/>
                </a:gs>
                <a:gs pos="100000">
                  <a:srgbClr val="9DCFEC"/>
                </a:gs>
              </a:gsLst>
              <a:lin ang="2700006"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2132" name="Google Shape;2132;g2f5672ebd26_60_0"/>
          <p:cNvSpPr txBox="1"/>
          <p:nvPr/>
        </p:nvSpPr>
        <p:spPr>
          <a:xfrm>
            <a:off x="3524775" y="6441725"/>
            <a:ext cx="8538300" cy="3387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*VMware Cloud Economics Team. Results based on actual customer environment analysis.</a:t>
            </a:r>
            <a:endParaRPr sz="10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04"/>
                                        </p:tgtEl>
                                        <p:attrNameLst>
                                          <p:attrName>style.visibility</p:attrName>
                                        </p:attrNameLst>
                                      </p:cBhvr>
                                      <p:to>
                                        <p:strVal val="visible"/>
                                      </p:to>
                                    </p:set>
                                    <p:animEffect transition="in" filter="fade">
                                      <p:cBhvr>
                                        <p:cTn id="7" dur="250"/>
                                        <p:tgtEl>
                                          <p:spTgt spid="2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2137" name="Google Shape;2137;p8"/>
          <p:cNvSpPr/>
          <p:nvPr/>
        </p:nvSpPr>
        <p:spPr>
          <a:xfrm>
            <a:off x="1588" y="893"/>
            <a:ext cx="12185651" cy="6856214"/>
          </a:xfrm>
          <a:prstGeom prst="rect">
            <a:avLst/>
          </a:prstGeom>
          <a:gradFill>
            <a:gsLst>
              <a:gs pos="0">
                <a:srgbClr val="0193C2">
                  <a:alpha val="72156"/>
                </a:srgbClr>
              </a:gs>
              <a:gs pos="24000">
                <a:srgbClr val="0193C2">
                  <a:alpha val="20000"/>
                </a:srgbClr>
              </a:gs>
              <a:gs pos="60000">
                <a:srgbClr val="0193C2">
                  <a:alpha val="0"/>
                </a:srgbClr>
              </a:gs>
              <a:gs pos="100000">
                <a:srgbClr val="0193C2">
                  <a:alpha val="0"/>
                </a:srgbClr>
              </a:gs>
            </a:gsLst>
            <a:lin ang="8100000" scaled="0"/>
          </a:gradFill>
          <a:ln>
            <a:noFill/>
          </a:ln>
        </p:spPr>
        <p:txBody>
          <a:bodyPr spcFirstLastPara="1" wrap="square" lIns="91350" tIns="45675" rIns="91350" bIns="45675" anchor="ctr" anchorCtr="0">
            <a:noAutofit/>
          </a:bodyPr>
          <a:lstStyle/>
          <a:p>
            <a:pPr marL="0" marR="0" lvl="0" indent="0" algn="l" rtl="0">
              <a:lnSpc>
                <a:spcPct val="100000"/>
              </a:lnSpc>
              <a:spcBef>
                <a:spcPts val="0"/>
              </a:spcBef>
              <a:spcAft>
                <a:spcPts val="0"/>
              </a:spcAft>
              <a:buClr>
                <a:srgbClr val="000000"/>
              </a:buClr>
              <a:buSzPts val="1796"/>
              <a:buFont typeface="Arial"/>
              <a:buNone/>
            </a:pPr>
            <a:endParaRPr sz="1795" b="0" i="0" u="none" strike="noStrike" cap="none">
              <a:solidFill>
                <a:schemeClr val="dk1"/>
              </a:solidFill>
              <a:latin typeface="Arial"/>
              <a:ea typeface="Arial"/>
              <a:cs typeface="Arial"/>
              <a:sym typeface="Arial"/>
            </a:endParaRPr>
          </a:p>
        </p:txBody>
      </p:sp>
      <p:sp>
        <p:nvSpPr>
          <p:cNvPr id="2138" name="Google Shape;2138;p8"/>
          <p:cNvSpPr/>
          <p:nvPr/>
        </p:nvSpPr>
        <p:spPr>
          <a:xfrm>
            <a:off x="6408117" y="3540946"/>
            <a:ext cx="5780709" cy="3317054"/>
          </a:xfrm>
          <a:custGeom>
            <a:avLst/>
            <a:gdLst/>
            <a:ahLst/>
            <a:cxnLst/>
            <a:rect l="l" t="t" r="r" b="b"/>
            <a:pathLst>
              <a:path w="5780709" h="3317054" extrusionOk="0">
                <a:moveTo>
                  <a:pt x="3836552" y="0"/>
                </a:moveTo>
                <a:lnTo>
                  <a:pt x="5780709" y="0"/>
                </a:lnTo>
                <a:lnTo>
                  <a:pt x="5780709" y="1483106"/>
                </a:lnTo>
                <a:lnTo>
                  <a:pt x="3946760" y="3317054"/>
                </a:lnTo>
                <a:lnTo>
                  <a:pt x="0" y="3317054"/>
                </a:lnTo>
                <a:lnTo>
                  <a:pt x="2949608" y="367448"/>
                </a:lnTo>
                <a:cubicBezTo>
                  <a:pt x="3184896" y="132159"/>
                  <a:pt x="3503869" y="0"/>
                  <a:pt x="3836552" y="0"/>
                </a:cubicBezTo>
                <a:close/>
              </a:path>
            </a:pathLst>
          </a:custGeom>
          <a:gradFill>
            <a:gsLst>
              <a:gs pos="0">
                <a:schemeClr val="accent5"/>
              </a:gs>
              <a:gs pos="98000">
                <a:schemeClr val="accent3"/>
              </a:gs>
              <a:gs pos="100000">
                <a:schemeClr val="accent3"/>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39" name="Google Shape;2139;p8"/>
          <p:cNvSpPr/>
          <p:nvPr/>
        </p:nvSpPr>
        <p:spPr>
          <a:xfrm>
            <a:off x="0" y="1818141"/>
            <a:ext cx="12184138" cy="4215759"/>
          </a:xfrm>
          <a:custGeom>
            <a:avLst/>
            <a:gdLst/>
            <a:ahLst/>
            <a:cxnLst/>
            <a:rect l="l" t="t" r="r" b="b"/>
            <a:pathLst>
              <a:path w="3890248" h="1346041" extrusionOk="0">
                <a:moveTo>
                  <a:pt x="3572470" y="0"/>
                </a:moveTo>
                <a:lnTo>
                  <a:pt x="3890248" y="0"/>
                </a:lnTo>
                <a:lnTo>
                  <a:pt x="3890248" y="24329"/>
                </a:lnTo>
                <a:lnTo>
                  <a:pt x="3572470" y="24329"/>
                </a:lnTo>
                <a:cubicBezTo>
                  <a:pt x="3438032" y="24329"/>
                  <a:pt x="3309100" y="77684"/>
                  <a:pt x="3214090" y="172693"/>
                </a:cubicBezTo>
                <a:lnTo>
                  <a:pt x="2188417" y="1197678"/>
                </a:lnTo>
                <a:cubicBezTo>
                  <a:pt x="2093366" y="1292647"/>
                  <a:pt x="1964434" y="1346042"/>
                  <a:pt x="1830036" y="1346042"/>
                </a:cubicBezTo>
                <a:lnTo>
                  <a:pt x="0" y="1346042"/>
                </a:lnTo>
                <a:lnTo>
                  <a:pt x="0" y="1321713"/>
                </a:lnTo>
                <a:lnTo>
                  <a:pt x="1830036" y="1321713"/>
                </a:lnTo>
                <a:cubicBezTo>
                  <a:pt x="1893713" y="1321713"/>
                  <a:pt x="1955852" y="1309366"/>
                  <a:pt x="2014671" y="1284996"/>
                </a:cubicBezTo>
                <a:cubicBezTo>
                  <a:pt x="2073490" y="1260626"/>
                  <a:pt x="2126156" y="1225489"/>
                  <a:pt x="2171212" y="1180473"/>
                </a:cubicBezTo>
                <a:lnTo>
                  <a:pt x="3196885" y="155488"/>
                </a:lnTo>
                <a:cubicBezTo>
                  <a:pt x="3246434" y="105939"/>
                  <a:pt x="3304444" y="67239"/>
                  <a:pt x="3369214" y="40441"/>
                </a:cubicBezTo>
                <a:cubicBezTo>
                  <a:pt x="3433984" y="13642"/>
                  <a:pt x="3502357" y="41"/>
                  <a:pt x="3572470" y="41"/>
                </a:cubicBezTo>
                <a:close/>
              </a:path>
            </a:pathLst>
          </a:custGeom>
          <a:gradFill>
            <a:gsLst>
              <a:gs pos="0">
                <a:schemeClr val="accent5"/>
              </a:gs>
              <a:gs pos="33000">
                <a:schemeClr val="accent5"/>
              </a:gs>
              <a:gs pos="98000">
                <a:schemeClr val="accent3"/>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2140" name="Google Shape;2140;p8"/>
          <p:cNvGrpSpPr/>
          <p:nvPr/>
        </p:nvGrpSpPr>
        <p:grpSpPr>
          <a:xfrm>
            <a:off x="7887722" y="4797929"/>
            <a:ext cx="3914296" cy="1291203"/>
            <a:chOff x="4113962" y="2292904"/>
            <a:chExt cx="1478617" cy="487748"/>
          </a:xfrm>
        </p:grpSpPr>
        <p:sp>
          <p:nvSpPr>
            <p:cNvPr id="2141" name="Google Shape;2141;p8"/>
            <p:cNvSpPr/>
            <p:nvPr/>
          </p:nvSpPr>
          <p:spPr>
            <a:xfrm flipH="1">
              <a:off x="4113962" y="2292904"/>
              <a:ext cx="1203689" cy="485248"/>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gradFill>
              <a:gsLst>
                <a:gs pos="0">
                  <a:srgbClr val="F4F8FA"/>
                </a:gs>
                <a:gs pos="52000">
                  <a:srgbClr val="F4F8FA"/>
                </a:gs>
                <a:gs pos="100000">
                  <a:srgbClr val="9DCFEC"/>
                </a:gs>
              </a:gsLst>
              <a:lin ang="78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42" name="Google Shape;2142;p8"/>
            <p:cNvSpPr/>
            <p:nvPr/>
          </p:nvSpPr>
          <p:spPr>
            <a:xfrm>
              <a:off x="4862108" y="2450552"/>
              <a:ext cx="730471" cy="330100"/>
            </a:xfrm>
            <a:custGeom>
              <a:avLst/>
              <a:gdLst/>
              <a:ahLst/>
              <a:cxnLst/>
              <a:rect l="l" t="t" r="r" b="b"/>
              <a:pathLst>
                <a:path w="1151945" h="348850" extrusionOk="0">
                  <a:moveTo>
                    <a:pt x="684871" y="213"/>
                  </a:moveTo>
                  <a:cubicBezTo>
                    <a:pt x="956206" y="-5908"/>
                    <a:pt x="1099062" y="120177"/>
                    <a:pt x="1142631" y="279652"/>
                  </a:cubicBezTo>
                  <a:lnTo>
                    <a:pt x="1151945" y="348850"/>
                  </a:lnTo>
                  <a:lnTo>
                    <a:pt x="0" y="346352"/>
                  </a:lnTo>
                  <a:cubicBezTo>
                    <a:pt x="307967" y="95872"/>
                    <a:pt x="413536" y="6334"/>
                    <a:pt x="684871" y="213"/>
                  </a:cubicBezTo>
                  <a:close/>
                </a:path>
              </a:pathLst>
            </a:custGeom>
            <a:gradFill>
              <a:gsLst>
                <a:gs pos="0">
                  <a:srgbClr val="FFFFFF"/>
                </a:gs>
                <a:gs pos="27000">
                  <a:srgbClr val="FFFFFF"/>
                </a:gs>
                <a:gs pos="70654">
                  <a:srgbClr val="F4F8FA"/>
                </a:gs>
                <a:gs pos="100000">
                  <a:srgbClr val="9DCFEC"/>
                </a:gs>
              </a:gsLst>
              <a:lin ang="27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2143" name="Google Shape;2143;p8"/>
          <p:cNvSpPr txBox="1"/>
          <p:nvPr/>
        </p:nvSpPr>
        <p:spPr>
          <a:xfrm>
            <a:off x="271253" y="4407157"/>
            <a:ext cx="6100972" cy="477498"/>
          </a:xfrm>
          <a:prstGeom prst="rect">
            <a:avLst/>
          </a:prstGeom>
          <a:noFill/>
          <a:ln>
            <a:noFill/>
          </a:ln>
        </p:spPr>
        <p:txBody>
          <a:bodyPr spcFirstLastPara="1" wrap="square" lIns="91350" tIns="0" rIns="0" bIns="0" anchor="t" anchorCtr="0">
            <a:noAutofit/>
          </a:bodyPr>
          <a:lstStyle/>
          <a:p>
            <a:pPr marL="0" marR="0" lvl="0" indent="0" algn="ctr" rtl="0">
              <a:lnSpc>
                <a:spcPct val="100000"/>
              </a:lnSpc>
              <a:spcBef>
                <a:spcPts val="0"/>
              </a:spcBef>
              <a:spcAft>
                <a:spcPts val="0"/>
              </a:spcAft>
              <a:buClr>
                <a:srgbClr val="A8A8AB"/>
              </a:buClr>
              <a:buSzPts val="2520"/>
              <a:buFont typeface="Arial"/>
              <a:buNone/>
            </a:pPr>
            <a:r>
              <a:rPr lang="en-US" sz="2800" b="0" i="0" u="none" strike="noStrike" cap="none">
                <a:solidFill>
                  <a:schemeClr val="accent3"/>
                </a:solidFill>
                <a:latin typeface="Arial"/>
                <a:ea typeface="Arial"/>
                <a:cs typeface="Arial"/>
                <a:sym typeface="Arial"/>
              </a:rPr>
              <a:t>Smarter Way to Cloud </a:t>
            </a:r>
            <a:endParaRPr sz="1699" b="0" i="0" u="none" strike="noStrike" cap="none">
              <a:solidFill>
                <a:schemeClr val="accent3"/>
              </a:solidFill>
              <a:latin typeface="Arial"/>
              <a:ea typeface="Arial"/>
              <a:cs typeface="Arial"/>
              <a:sym typeface="Arial"/>
            </a:endParaRPr>
          </a:p>
        </p:txBody>
      </p:sp>
      <p:grpSp>
        <p:nvGrpSpPr>
          <p:cNvPr id="2144" name="Google Shape;2144;p8"/>
          <p:cNvGrpSpPr/>
          <p:nvPr/>
        </p:nvGrpSpPr>
        <p:grpSpPr>
          <a:xfrm>
            <a:off x="6984559" y="1832932"/>
            <a:ext cx="959922" cy="959919"/>
            <a:chOff x="6811358" y="1387818"/>
            <a:chExt cx="1161505" cy="1161502"/>
          </a:xfrm>
        </p:grpSpPr>
        <p:sp>
          <p:nvSpPr>
            <p:cNvPr id="2145" name="Google Shape;2145;p8"/>
            <p:cNvSpPr/>
            <p:nvPr/>
          </p:nvSpPr>
          <p:spPr>
            <a:xfrm>
              <a:off x="6811358" y="1387818"/>
              <a:ext cx="1161505" cy="1161502"/>
            </a:xfrm>
            <a:prstGeom prst="ellipse">
              <a:avLst/>
            </a:prstGeom>
            <a:solidFill>
              <a:schemeClr val="accent3">
                <a:alpha val="80000"/>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46" name="Google Shape;2146;p8"/>
            <p:cNvSpPr/>
            <p:nvPr/>
          </p:nvSpPr>
          <p:spPr>
            <a:xfrm>
              <a:off x="7072745" y="1657281"/>
              <a:ext cx="638731" cy="622579"/>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147" name="Google Shape;2147;p8"/>
          <p:cNvGrpSpPr/>
          <p:nvPr/>
        </p:nvGrpSpPr>
        <p:grpSpPr>
          <a:xfrm>
            <a:off x="10921395" y="2064023"/>
            <a:ext cx="793324" cy="793322"/>
            <a:chOff x="6811358" y="1387818"/>
            <a:chExt cx="1161505" cy="1161502"/>
          </a:xfrm>
        </p:grpSpPr>
        <p:sp>
          <p:nvSpPr>
            <p:cNvPr id="2148" name="Google Shape;2148;p8"/>
            <p:cNvSpPr/>
            <p:nvPr/>
          </p:nvSpPr>
          <p:spPr>
            <a:xfrm>
              <a:off x="6811358" y="1387818"/>
              <a:ext cx="1161505" cy="1161502"/>
            </a:xfrm>
            <a:prstGeom prst="ellipse">
              <a:avLst/>
            </a:prstGeom>
            <a:solidFill>
              <a:schemeClr val="accent3">
                <a:alpha val="40392"/>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49" name="Google Shape;2149;p8"/>
            <p:cNvSpPr/>
            <p:nvPr/>
          </p:nvSpPr>
          <p:spPr>
            <a:xfrm>
              <a:off x="7072745" y="1657281"/>
              <a:ext cx="638731" cy="622579"/>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150" name="Google Shape;2150;p8"/>
          <p:cNvGrpSpPr/>
          <p:nvPr/>
        </p:nvGrpSpPr>
        <p:grpSpPr>
          <a:xfrm>
            <a:off x="9517051" y="761751"/>
            <a:ext cx="655640" cy="655638"/>
            <a:chOff x="6811358" y="1387818"/>
            <a:chExt cx="1161505" cy="1161502"/>
          </a:xfrm>
        </p:grpSpPr>
        <p:sp>
          <p:nvSpPr>
            <p:cNvPr id="2151" name="Google Shape;2151;p8"/>
            <p:cNvSpPr/>
            <p:nvPr/>
          </p:nvSpPr>
          <p:spPr>
            <a:xfrm>
              <a:off x="6811358" y="1387818"/>
              <a:ext cx="1161505" cy="1161502"/>
            </a:xfrm>
            <a:prstGeom prst="ellipse">
              <a:avLst/>
            </a:prstGeom>
            <a:solidFill>
              <a:schemeClr val="accent3">
                <a:alpha val="50196"/>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52" name="Google Shape;2152;p8"/>
            <p:cNvSpPr/>
            <p:nvPr/>
          </p:nvSpPr>
          <p:spPr>
            <a:xfrm>
              <a:off x="7072745" y="1657281"/>
              <a:ext cx="638731" cy="622579"/>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153" name="Google Shape;2153;p8"/>
          <p:cNvGrpSpPr/>
          <p:nvPr/>
        </p:nvGrpSpPr>
        <p:grpSpPr>
          <a:xfrm>
            <a:off x="6967486" y="4177582"/>
            <a:ext cx="468325" cy="468324"/>
            <a:chOff x="6811358" y="1387818"/>
            <a:chExt cx="1161505" cy="1161502"/>
          </a:xfrm>
        </p:grpSpPr>
        <p:sp>
          <p:nvSpPr>
            <p:cNvPr id="2154" name="Google Shape;2154;p8"/>
            <p:cNvSpPr/>
            <p:nvPr/>
          </p:nvSpPr>
          <p:spPr>
            <a:xfrm>
              <a:off x="6811358" y="1387818"/>
              <a:ext cx="1161505" cy="1161502"/>
            </a:xfrm>
            <a:prstGeom prst="ellipse">
              <a:avLst/>
            </a:prstGeom>
            <a:solidFill>
              <a:schemeClr val="accent3">
                <a:alpha val="48235"/>
              </a:schemeClr>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55" name="Google Shape;2155;p8"/>
            <p:cNvSpPr/>
            <p:nvPr/>
          </p:nvSpPr>
          <p:spPr>
            <a:xfrm>
              <a:off x="7072745" y="1657281"/>
              <a:ext cx="638731" cy="622579"/>
            </a:xfrm>
            <a:custGeom>
              <a:avLst/>
              <a:gdLst/>
              <a:ahLst/>
              <a:cxnLst/>
              <a:rect l="l" t="t" r="r" b="b"/>
              <a:pathLst>
                <a:path w="611339" h="557274" extrusionOk="0">
                  <a:moveTo>
                    <a:pt x="72043" y="458373"/>
                  </a:moveTo>
                  <a:cubicBezTo>
                    <a:pt x="62114" y="458373"/>
                    <a:pt x="54065" y="466421"/>
                    <a:pt x="54065" y="476351"/>
                  </a:cubicBezTo>
                  <a:cubicBezTo>
                    <a:pt x="54065" y="486280"/>
                    <a:pt x="62114" y="494329"/>
                    <a:pt x="72043" y="494329"/>
                  </a:cubicBezTo>
                  <a:cubicBezTo>
                    <a:pt x="81973" y="494329"/>
                    <a:pt x="90021" y="486280"/>
                    <a:pt x="90021" y="476351"/>
                  </a:cubicBezTo>
                  <a:cubicBezTo>
                    <a:pt x="90021" y="466421"/>
                    <a:pt x="81973" y="458373"/>
                    <a:pt x="72043" y="458373"/>
                  </a:cubicBezTo>
                  <a:close/>
                  <a:moveTo>
                    <a:pt x="538640" y="450062"/>
                  </a:moveTo>
                  <a:lnTo>
                    <a:pt x="538640" y="503996"/>
                  </a:lnTo>
                  <a:lnTo>
                    <a:pt x="551762" y="503996"/>
                  </a:lnTo>
                  <a:lnTo>
                    <a:pt x="551762" y="450062"/>
                  </a:lnTo>
                  <a:close/>
                  <a:moveTo>
                    <a:pt x="502596" y="450062"/>
                  </a:moveTo>
                  <a:lnTo>
                    <a:pt x="502596" y="503996"/>
                  </a:lnTo>
                  <a:lnTo>
                    <a:pt x="515719" y="503996"/>
                  </a:lnTo>
                  <a:lnTo>
                    <a:pt x="515719" y="450062"/>
                  </a:lnTo>
                  <a:close/>
                  <a:moveTo>
                    <a:pt x="466509" y="450062"/>
                  </a:moveTo>
                  <a:lnTo>
                    <a:pt x="466509" y="503996"/>
                  </a:lnTo>
                  <a:lnTo>
                    <a:pt x="479632" y="503996"/>
                  </a:lnTo>
                  <a:lnTo>
                    <a:pt x="479632" y="450062"/>
                  </a:lnTo>
                  <a:close/>
                  <a:moveTo>
                    <a:pt x="430466" y="450062"/>
                  </a:moveTo>
                  <a:lnTo>
                    <a:pt x="430466" y="503996"/>
                  </a:lnTo>
                  <a:lnTo>
                    <a:pt x="443588" y="503996"/>
                  </a:lnTo>
                  <a:lnTo>
                    <a:pt x="443588" y="450062"/>
                  </a:lnTo>
                  <a:close/>
                  <a:moveTo>
                    <a:pt x="394378" y="450062"/>
                  </a:moveTo>
                  <a:lnTo>
                    <a:pt x="394378" y="503996"/>
                  </a:lnTo>
                  <a:lnTo>
                    <a:pt x="407501" y="503996"/>
                  </a:lnTo>
                  <a:lnTo>
                    <a:pt x="407501" y="450062"/>
                  </a:lnTo>
                  <a:close/>
                  <a:moveTo>
                    <a:pt x="358291" y="450062"/>
                  </a:moveTo>
                  <a:lnTo>
                    <a:pt x="358291" y="503996"/>
                  </a:lnTo>
                  <a:lnTo>
                    <a:pt x="371414" y="503996"/>
                  </a:lnTo>
                  <a:lnTo>
                    <a:pt x="371414" y="450062"/>
                  </a:lnTo>
                  <a:close/>
                  <a:moveTo>
                    <a:pt x="322248" y="450062"/>
                  </a:moveTo>
                  <a:lnTo>
                    <a:pt x="322248" y="503996"/>
                  </a:lnTo>
                  <a:lnTo>
                    <a:pt x="335370" y="503996"/>
                  </a:lnTo>
                  <a:lnTo>
                    <a:pt x="335370" y="450062"/>
                  </a:lnTo>
                  <a:close/>
                  <a:moveTo>
                    <a:pt x="286161" y="450062"/>
                  </a:moveTo>
                  <a:lnTo>
                    <a:pt x="286161" y="503996"/>
                  </a:lnTo>
                  <a:lnTo>
                    <a:pt x="299283" y="503996"/>
                  </a:lnTo>
                  <a:lnTo>
                    <a:pt x="299283" y="450062"/>
                  </a:lnTo>
                  <a:close/>
                  <a:moveTo>
                    <a:pt x="0" y="395428"/>
                  </a:moveTo>
                  <a:lnTo>
                    <a:pt x="611339" y="395428"/>
                  </a:lnTo>
                  <a:lnTo>
                    <a:pt x="611339" y="557274"/>
                  </a:lnTo>
                  <a:lnTo>
                    <a:pt x="0" y="557274"/>
                  </a:lnTo>
                  <a:close/>
                  <a:moveTo>
                    <a:pt x="72043" y="260003"/>
                  </a:moveTo>
                  <a:cubicBezTo>
                    <a:pt x="62114" y="260003"/>
                    <a:pt x="54065" y="268052"/>
                    <a:pt x="54065" y="277981"/>
                  </a:cubicBezTo>
                  <a:cubicBezTo>
                    <a:pt x="54065" y="287911"/>
                    <a:pt x="62114" y="295959"/>
                    <a:pt x="72043" y="295959"/>
                  </a:cubicBezTo>
                  <a:cubicBezTo>
                    <a:pt x="81973" y="295959"/>
                    <a:pt x="90021" y="287911"/>
                    <a:pt x="90021" y="277981"/>
                  </a:cubicBezTo>
                  <a:cubicBezTo>
                    <a:pt x="90021" y="268052"/>
                    <a:pt x="81973" y="260003"/>
                    <a:pt x="72043" y="260003"/>
                  </a:cubicBezTo>
                  <a:close/>
                  <a:moveTo>
                    <a:pt x="538640" y="251692"/>
                  </a:moveTo>
                  <a:lnTo>
                    <a:pt x="538640" y="305626"/>
                  </a:lnTo>
                  <a:lnTo>
                    <a:pt x="551762" y="305626"/>
                  </a:lnTo>
                  <a:lnTo>
                    <a:pt x="551762" y="251692"/>
                  </a:lnTo>
                  <a:close/>
                  <a:moveTo>
                    <a:pt x="502596" y="251692"/>
                  </a:moveTo>
                  <a:lnTo>
                    <a:pt x="502596" y="305626"/>
                  </a:lnTo>
                  <a:lnTo>
                    <a:pt x="515719" y="305626"/>
                  </a:lnTo>
                  <a:lnTo>
                    <a:pt x="515719" y="251692"/>
                  </a:lnTo>
                  <a:close/>
                  <a:moveTo>
                    <a:pt x="466509" y="251692"/>
                  </a:moveTo>
                  <a:lnTo>
                    <a:pt x="466509" y="305626"/>
                  </a:lnTo>
                  <a:lnTo>
                    <a:pt x="479632" y="305626"/>
                  </a:lnTo>
                  <a:lnTo>
                    <a:pt x="479632" y="251692"/>
                  </a:lnTo>
                  <a:close/>
                  <a:moveTo>
                    <a:pt x="430466" y="251692"/>
                  </a:moveTo>
                  <a:lnTo>
                    <a:pt x="430466" y="305626"/>
                  </a:lnTo>
                  <a:lnTo>
                    <a:pt x="443588" y="305626"/>
                  </a:lnTo>
                  <a:lnTo>
                    <a:pt x="443588" y="251692"/>
                  </a:lnTo>
                  <a:close/>
                  <a:moveTo>
                    <a:pt x="394378" y="251692"/>
                  </a:moveTo>
                  <a:lnTo>
                    <a:pt x="394378" y="305626"/>
                  </a:lnTo>
                  <a:lnTo>
                    <a:pt x="407501" y="305626"/>
                  </a:lnTo>
                  <a:lnTo>
                    <a:pt x="407501" y="251692"/>
                  </a:lnTo>
                  <a:close/>
                  <a:moveTo>
                    <a:pt x="358291" y="251692"/>
                  </a:moveTo>
                  <a:lnTo>
                    <a:pt x="358291" y="305626"/>
                  </a:lnTo>
                  <a:lnTo>
                    <a:pt x="371414" y="305626"/>
                  </a:lnTo>
                  <a:lnTo>
                    <a:pt x="371414" y="251692"/>
                  </a:lnTo>
                  <a:close/>
                  <a:moveTo>
                    <a:pt x="322248" y="251692"/>
                  </a:moveTo>
                  <a:lnTo>
                    <a:pt x="322248" y="305626"/>
                  </a:lnTo>
                  <a:lnTo>
                    <a:pt x="335370" y="305626"/>
                  </a:lnTo>
                  <a:lnTo>
                    <a:pt x="335370" y="251692"/>
                  </a:lnTo>
                  <a:close/>
                  <a:moveTo>
                    <a:pt x="286161" y="251692"/>
                  </a:moveTo>
                  <a:lnTo>
                    <a:pt x="286161" y="305626"/>
                  </a:lnTo>
                  <a:lnTo>
                    <a:pt x="299283" y="305626"/>
                  </a:lnTo>
                  <a:lnTo>
                    <a:pt x="299283" y="251692"/>
                  </a:lnTo>
                  <a:close/>
                  <a:moveTo>
                    <a:pt x="0" y="197102"/>
                  </a:moveTo>
                  <a:lnTo>
                    <a:pt x="611339" y="197102"/>
                  </a:lnTo>
                  <a:lnTo>
                    <a:pt x="611339" y="358948"/>
                  </a:lnTo>
                  <a:lnTo>
                    <a:pt x="0" y="358948"/>
                  </a:lnTo>
                  <a:close/>
                  <a:moveTo>
                    <a:pt x="72043" y="62945"/>
                  </a:moveTo>
                  <a:cubicBezTo>
                    <a:pt x="62114" y="62945"/>
                    <a:pt x="54065" y="70993"/>
                    <a:pt x="54065" y="80923"/>
                  </a:cubicBezTo>
                  <a:cubicBezTo>
                    <a:pt x="54065" y="90852"/>
                    <a:pt x="62114" y="98901"/>
                    <a:pt x="72043" y="98901"/>
                  </a:cubicBezTo>
                  <a:cubicBezTo>
                    <a:pt x="81973" y="98901"/>
                    <a:pt x="90021" y="90852"/>
                    <a:pt x="90021" y="80923"/>
                  </a:cubicBezTo>
                  <a:cubicBezTo>
                    <a:pt x="90021" y="70993"/>
                    <a:pt x="81973" y="62945"/>
                    <a:pt x="72043" y="62945"/>
                  </a:cubicBezTo>
                  <a:close/>
                  <a:moveTo>
                    <a:pt x="538640" y="54634"/>
                  </a:moveTo>
                  <a:lnTo>
                    <a:pt x="538640" y="108568"/>
                  </a:lnTo>
                  <a:lnTo>
                    <a:pt x="551762" y="108568"/>
                  </a:lnTo>
                  <a:lnTo>
                    <a:pt x="551762" y="54634"/>
                  </a:lnTo>
                  <a:close/>
                  <a:moveTo>
                    <a:pt x="502596" y="54634"/>
                  </a:moveTo>
                  <a:lnTo>
                    <a:pt x="502596" y="108568"/>
                  </a:lnTo>
                  <a:lnTo>
                    <a:pt x="515719" y="108568"/>
                  </a:lnTo>
                  <a:lnTo>
                    <a:pt x="515719" y="54634"/>
                  </a:lnTo>
                  <a:close/>
                  <a:moveTo>
                    <a:pt x="466509" y="54634"/>
                  </a:moveTo>
                  <a:lnTo>
                    <a:pt x="466509" y="108568"/>
                  </a:lnTo>
                  <a:lnTo>
                    <a:pt x="479632" y="108568"/>
                  </a:lnTo>
                  <a:lnTo>
                    <a:pt x="479632" y="54634"/>
                  </a:lnTo>
                  <a:close/>
                  <a:moveTo>
                    <a:pt x="430466" y="54634"/>
                  </a:moveTo>
                  <a:lnTo>
                    <a:pt x="430466" y="108568"/>
                  </a:lnTo>
                  <a:lnTo>
                    <a:pt x="443588" y="108568"/>
                  </a:lnTo>
                  <a:lnTo>
                    <a:pt x="443588" y="54634"/>
                  </a:lnTo>
                  <a:close/>
                  <a:moveTo>
                    <a:pt x="394378" y="54634"/>
                  </a:moveTo>
                  <a:lnTo>
                    <a:pt x="394378" y="108568"/>
                  </a:lnTo>
                  <a:lnTo>
                    <a:pt x="407501" y="108568"/>
                  </a:lnTo>
                  <a:lnTo>
                    <a:pt x="407501" y="54634"/>
                  </a:lnTo>
                  <a:close/>
                  <a:moveTo>
                    <a:pt x="358291" y="54634"/>
                  </a:moveTo>
                  <a:lnTo>
                    <a:pt x="358291" y="108568"/>
                  </a:lnTo>
                  <a:lnTo>
                    <a:pt x="371414" y="108568"/>
                  </a:lnTo>
                  <a:lnTo>
                    <a:pt x="371414" y="54634"/>
                  </a:lnTo>
                  <a:close/>
                  <a:moveTo>
                    <a:pt x="322248" y="54634"/>
                  </a:moveTo>
                  <a:lnTo>
                    <a:pt x="322248" y="108568"/>
                  </a:lnTo>
                  <a:lnTo>
                    <a:pt x="335370" y="108568"/>
                  </a:lnTo>
                  <a:lnTo>
                    <a:pt x="335370" y="54634"/>
                  </a:lnTo>
                  <a:close/>
                  <a:moveTo>
                    <a:pt x="286161" y="54634"/>
                  </a:moveTo>
                  <a:lnTo>
                    <a:pt x="286161" y="108568"/>
                  </a:lnTo>
                  <a:lnTo>
                    <a:pt x="299283" y="108568"/>
                  </a:lnTo>
                  <a:lnTo>
                    <a:pt x="299283" y="54634"/>
                  </a:lnTo>
                  <a:close/>
                  <a:moveTo>
                    <a:pt x="0" y="0"/>
                  </a:moveTo>
                  <a:lnTo>
                    <a:pt x="611339" y="0"/>
                  </a:lnTo>
                  <a:lnTo>
                    <a:pt x="611339" y="161802"/>
                  </a:lnTo>
                  <a:lnTo>
                    <a:pt x="0" y="16180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2156" name="Google Shape;2156;p8"/>
          <p:cNvPicPr preferRelativeResize="0"/>
          <p:nvPr/>
        </p:nvPicPr>
        <p:blipFill rotWithShape="1">
          <a:blip r:embed="rId3">
            <a:alphaModFix/>
          </a:blip>
          <a:srcRect/>
          <a:stretch/>
        </p:blipFill>
        <p:spPr>
          <a:xfrm>
            <a:off x="7163090" y="2119255"/>
            <a:ext cx="3881320" cy="2417218"/>
          </a:xfrm>
          <a:prstGeom prst="rect">
            <a:avLst/>
          </a:prstGeom>
          <a:noFill/>
          <a:ln>
            <a:noFill/>
          </a:ln>
          <a:effectLst>
            <a:outerShdw blurRad="431800" dist="38100" dir="5400000" algn="t" rotWithShape="0">
              <a:srgbClr val="000000">
                <a:alpha val="30196"/>
              </a:srgbClr>
            </a:outerShdw>
          </a:effectLst>
        </p:spPr>
      </p:pic>
      <p:pic>
        <p:nvPicPr>
          <p:cNvPr id="2157" name="Google Shape;2157;p8"/>
          <p:cNvPicPr preferRelativeResize="0"/>
          <p:nvPr/>
        </p:nvPicPr>
        <p:blipFill rotWithShape="1">
          <a:blip r:embed="rId4">
            <a:alphaModFix/>
          </a:blip>
          <a:srcRect/>
          <a:stretch/>
        </p:blipFill>
        <p:spPr>
          <a:xfrm>
            <a:off x="8240919" y="2523626"/>
            <a:ext cx="1725661" cy="1725662"/>
          </a:xfrm>
          <a:prstGeom prst="rect">
            <a:avLst/>
          </a:prstGeom>
          <a:noFill/>
          <a:ln>
            <a:noFill/>
          </a:ln>
        </p:spPr>
      </p:pic>
      <p:grpSp>
        <p:nvGrpSpPr>
          <p:cNvPr id="2158" name="Google Shape;2158;p8"/>
          <p:cNvGrpSpPr/>
          <p:nvPr/>
        </p:nvGrpSpPr>
        <p:grpSpPr>
          <a:xfrm flipH="1">
            <a:off x="7691454" y="880900"/>
            <a:ext cx="2153417" cy="710345"/>
            <a:chOff x="4113962" y="2292904"/>
            <a:chExt cx="1478617" cy="487748"/>
          </a:xfrm>
        </p:grpSpPr>
        <p:sp>
          <p:nvSpPr>
            <p:cNvPr id="2159" name="Google Shape;2159;p8"/>
            <p:cNvSpPr/>
            <p:nvPr/>
          </p:nvSpPr>
          <p:spPr>
            <a:xfrm flipH="1">
              <a:off x="4113962" y="2292904"/>
              <a:ext cx="1203689" cy="485248"/>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gradFill>
              <a:gsLst>
                <a:gs pos="0">
                  <a:srgbClr val="F4F8FA"/>
                </a:gs>
                <a:gs pos="52000">
                  <a:srgbClr val="F4F8FA"/>
                </a:gs>
                <a:gs pos="100000">
                  <a:srgbClr val="9DCFEC"/>
                </a:gs>
              </a:gsLst>
              <a:lin ang="78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160" name="Google Shape;2160;p8"/>
            <p:cNvSpPr/>
            <p:nvPr/>
          </p:nvSpPr>
          <p:spPr>
            <a:xfrm>
              <a:off x="4862108" y="2450552"/>
              <a:ext cx="730471" cy="330100"/>
            </a:xfrm>
            <a:custGeom>
              <a:avLst/>
              <a:gdLst/>
              <a:ahLst/>
              <a:cxnLst/>
              <a:rect l="l" t="t" r="r" b="b"/>
              <a:pathLst>
                <a:path w="1151945" h="348850" extrusionOk="0">
                  <a:moveTo>
                    <a:pt x="684871" y="213"/>
                  </a:moveTo>
                  <a:cubicBezTo>
                    <a:pt x="956206" y="-5908"/>
                    <a:pt x="1099062" y="120177"/>
                    <a:pt x="1142631" y="279652"/>
                  </a:cubicBezTo>
                  <a:lnTo>
                    <a:pt x="1151945" y="348850"/>
                  </a:lnTo>
                  <a:lnTo>
                    <a:pt x="0" y="346352"/>
                  </a:lnTo>
                  <a:cubicBezTo>
                    <a:pt x="307967" y="95872"/>
                    <a:pt x="413536" y="6334"/>
                    <a:pt x="684871" y="213"/>
                  </a:cubicBezTo>
                  <a:close/>
                </a:path>
              </a:pathLst>
            </a:custGeom>
            <a:gradFill>
              <a:gsLst>
                <a:gs pos="0">
                  <a:srgbClr val="FFFFFF"/>
                </a:gs>
                <a:gs pos="27000">
                  <a:srgbClr val="FFFFFF"/>
                </a:gs>
                <a:gs pos="70654">
                  <a:srgbClr val="F4F8FA"/>
                </a:gs>
                <a:gs pos="100000">
                  <a:srgbClr val="9DCFEC"/>
                </a:gs>
              </a:gsLst>
              <a:lin ang="2700000" scaled="0"/>
            </a:gradFill>
            <a:ln>
              <a:noFill/>
            </a:ln>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2161" name="Google Shape;2161;p8"/>
          <p:cNvSpPr txBox="1"/>
          <p:nvPr/>
        </p:nvSpPr>
        <p:spPr>
          <a:xfrm>
            <a:off x="146128" y="1224434"/>
            <a:ext cx="6351221" cy="730649"/>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Clr>
                <a:srgbClr val="000000"/>
              </a:buClr>
              <a:buSzPts val="2200"/>
              <a:buFont typeface="Arial"/>
              <a:buNone/>
            </a:pPr>
            <a:r>
              <a:rPr lang="en-US" sz="2200" b="0" i="0" u="none" strike="noStrike" cap="none">
                <a:solidFill>
                  <a:schemeClr val="dk1"/>
                </a:solidFill>
                <a:latin typeface="Arial"/>
                <a:ea typeface="Arial"/>
                <a:cs typeface="Arial"/>
                <a:sym typeface="Arial"/>
              </a:rPr>
              <a:t>Unified Platform</a:t>
            </a:r>
            <a:endParaRPr sz="2200" b="0" i="0" u="none" strike="noStrike" cap="none">
              <a:solidFill>
                <a:schemeClr val="dk1"/>
              </a:solidFill>
              <a:latin typeface="Arial"/>
              <a:ea typeface="Arial"/>
              <a:cs typeface="Arial"/>
              <a:sym typeface="Arial"/>
            </a:endParaRPr>
          </a:p>
          <a:p>
            <a:pPr marL="0" marR="0" lvl="0" indent="0" algn="ctr" rtl="0">
              <a:lnSpc>
                <a:spcPct val="130000"/>
              </a:lnSpc>
              <a:spcBef>
                <a:spcPts val="0"/>
              </a:spcBef>
              <a:spcAft>
                <a:spcPts val="0"/>
              </a:spcAft>
              <a:buClr>
                <a:srgbClr val="000000"/>
              </a:buClr>
              <a:buSzPts val="1600"/>
              <a:buFont typeface="Arial"/>
              <a:buNone/>
            </a:pPr>
            <a:r>
              <a:rPr lang="en-US" sz="1600" b="0" i="0" u="none" strike="noStrike" cap="none">
                <a:solidFill>
                  <a:schemeClr val="accent3"/>
                </a:solidFill>
                <a:latin typeface="Arial"/>
                <a:ea typeface="Arial"/>
                <a:cs typeface="Arial"/>
                <a:sym typeface="Arial"/>
              </a:rPr>
              <a:t>Modern Infrastructure </a:t>
            </a:r>
            <a:r>
              <a:rPr lang="en-US" sz="1600" b="0" i="0" u="none" strike="noStrike" cap="none">
                <a:solidFill>
                  <a:schemeClr val="dk1"/>
                </a:solidFill>
                <a:latin typeface="Arial"/>
                <a:ea typeface="Arial"/>
                <a:cs typeface="Arial"/>
                <a:sym typeface="Arial"/>
              </a:rPr>
              <a:t>| </a:t>
            </a:r>
            <a:r>
              <a:rPr lang="en-US" sz="1600" b="0" i="0" u="none" strike="noStrike" cap="none">
                <a:solidFill>
                  <a:schemeClr val="accent4"/>
                </a:solidFill>
                <a:latin typeface="Arial"/>
                <a:ea typeface="Arial"/>
                <a:cs typeface="Arial"/>
                <a:sym typeface="Arial"/>
              </a:rPr>
              <a:t>Cloud Experience </a:t>
            </a:r>
            <a:r>
              <a:rPr lang="en-US" sz="1600" b="0" i="0" u="none" strike="noStrike" cap="none">
                <a:solidFill>
                  <a:schemeClr val="dk1"/>
                </a:solidFill>
                <a:latin typeface="Arial"/>
                <a:ea typeface="Arial"/>
                <a:cs typeface="Arial"/>
                <a:sym typeface="Arial"/>
              </a:rPr>
              <a:t>| </a:t>
            </a:r>
            <a:r>
              <a:rPr lang="en-US" sz="1600" b="0" i="0" u="none" strike="noStrike" cap="none">
                <a:solidFill>
                  <a:schemeClr val="accent5"/>
                </a:solidFill>
                <a:latin typeface="Arial"/>
                <a:ea typeface="Arial"/>
                <a:cs typeface="Arial"/>
                <a:sym typeface="Arial"/>
              </a:rPr>
              <a:t>Secure and Resilient</a:t>
            </a:r>
            <a:endParaRPr sz="1400" b="0" i="0" u="none" strike="noStrike" cap="none">
              <a:solidFill>
                <a:srgbClr val="000000"/>
              </a:solidFill>
              <a:latin typeface="Arial"/>
              <a:ea typeface="Arial"/>
              <a:cs typeface="Arial"/>
              <a:sym typeface="Arial"/>
            </a:endParaRPr>
          </a:p>
        </p:txBody>
      </p:sp>
      <p:sp>
        <p:nvSpPr>
          <p:cNvPr id="2162" name="Google Shape;2162;p8"/>
          <p:cNvSpPr txBox="1"/>
          <p:nvPr/>
        </p:nvSpPr>
        <p:spPr>
          <a:xfrm>
            <a:off x="262876" y="2248070"/>
            <a:ext cx="6089725" cy="1624804"/>
          </a:xfrm>
          <a:prstGeom prst="rect">
            <a:avLst/>
          </a:prstGeom>
          <a:noFill/>
          <a:ln>
            <a:noFill/>
          </a:ln>
        </p:spPr>
        <p:txBody>
          <a:bodyPr spcFirstLastPara="1" wrap="square" lIns="0" tIns="0" rIns="0" bIns="0" anchor="b" anchorCtr="0">
            <a:spAutoFit/>
          </a:bodyPr>
          <a:lstStyle/>
          <a:p>
            <a:pPr marL="0" marR="0" lvl="0" indent="0" algn="ctr" rtl="0">
              <a:lnSpc>
                <a:spcPct val="80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Introducing</a:t>
            </a:r>
            <a:endParaRPr sz="1400" b="0" i="0" u="none" strike="noStrike" cap="none">
              <a:solidFill>
                <a:srgbClr val="000000"/>
              </a:solidFill>
              <a:latin typeface="Arial"/>
              <a:ea typeface="Arial"/>
              <a:cs typeface="Arial"/>
              <a:sym typeface="Arial"/>
            </a:endParaRPr>
          </a:p>
          <a:p>
            <a:pPr marL="0" marR="0" lvl="0" indent="0" algn="ctr" rtl="0">
              <a:lnSpc>
                <a:spcPct val="80000"/>
              </a:lnSpc>
              <a:spcBef>
                <a:spcPts val="0"/>
              </a:spcBef>
              <a:spcAft>
                <a:spcPts val="0"/>
              </a:spcAft>
              <a:buClr>
                <a:srgbClr val="000000"/>
              </a:buClr>
              <a:buSzPts val="1800"/>
              <a:buFont typeface="Arial"/>
              <a:buNone/>
            </a:pPr>
            <a:endParaRPr sz="1800" b="1" i="0" u="none" strike="noStrike" cap="none">
              <a:solidFill>
                <a:schemeClr val="dk1"/>
              </a:solidFill>
              <a:latin typeface="Arial"/>
              <a:ea typeface="Arial"/>
              <a:cs typeface="Arial"/>
              <a:sym typeface="Arial"/>
            </a:endParaRPr>
          </a:p>
          <a:p>
            <a:pPr marL="0" marR="0" lvl="0" indent="0" algn="ctr" rtl="0">
              <a:lnSpc>
                <a:spcPct val="80000"/>
              </a:lnSpc>
              <a:spcBef>
                <a:spcPts val="0"/>
              </a:spcBef>
              <a:spcAft>
                <a:spcPts val="0"/>
              </a:spcAft>
              <a:buClr>
                <a:srgbClr val="000000"/>
              </a:buClr>
              <a:buSzPts val="4799"/>
              <a:buFont typeface="Arial"/>
              <a:buNone/>
            </a:pPr>
            <a:r>
              <a:rPr lang="en-US" sz="4799" b="1" i="0" u="none" strike="noStrike" cap="none">
                <a:solidFill>
                  <a:schemeClr val="accent2"/>
                </a:solidFill>
                <a:latin typeface="Arial"/>
                <a:ea typeface="Arial"/>
                <a:cs typeface="Arial"/>
                <a:sym typeface="Arial"/>
              </a:rPr>
              <a:t>VMware Cloud Foundation 9</a:t>
            </a:r>
            <a:endParaRPr sz="1400" b="0" i="0" u="none" strike="noStrike" cap="none">
              <a:solidFill>
                <a:srgbClr val="000000"/>
              </a:solidFill>
              <a:latin typeface="Arial"/>
              <a:ea typeface="Arial"/>
              <a:cs typeface="Arial"/>
              <a:sym typeface="Arial"/>
            </a:endParaRPr>
          </a:p>
        </p:txBody>
      </p:sp>
      <p:grpSp>
        <p:nvGrpSpPr>
          <p:cNvPr id="2163" name="Google Shape;2163;p8"/>
          <p:cNvGrpSpPr/>
          <p:nvPr/>
        </p:nvGrpSpPr>
        <p:grpSpPr>
          <a:xfrm>
            <a:off x="671426" y="2163647"/>
            <a:ext cx="5358318" cy="1842654"/>
            <a:chOff x="671426" y="2163647"/>
            <a:chExt cx="2428820" cy="1842654"/>
          </a:xfrm>
        </p:grpSpPr>
        <p:cxnSp>
          <p:nvCxnSpPr>
            <p:cNvPr id="2164" name="Google Shape;2164;p8"/>
            <p:cNvCxnSpPr/>
            <p:nvPr/>
          </p:nvCxnSpPr>
          <p:spPr>
            <a:xfrm>
              <a:off x="671426" y="4006301"/>
              <a:ext cx="2428820" cy="0"/>
            </a:xfrm>
            <a:prstGeom prst="straightConnector1">
              <a:avLst/>
            </a:prstGeom>
            <a:noFill/>
            <a:ln w="9525" cap="flat" cmpd="sng">
              <a:solidFill>
                <a:schemeClr val="accent3"/>
              </a:solidFill>
              <a:prstDash val="solid"/>
              <a:miter lim="800000"/>
              <a:headEnd type="none" w="sm" len="sm"/>
              <a:tailEnd type="none" w="sm" len="sm"/>
            </a:ln>
          </p:spPr>
        </p:cxnSp>
        <p:cxnSp>
          <p:nvCxnSpPr>
            <p:cNvPr id="2165" name="Google Shape;2165;p8"/>
            <p:cNvCxnSpPr/>
            <p:nvPr/>
          </p:nvCxnSpPr>
          <p:spPr>
            <a:xfrm>
              <a:off x="671426" y="2163647"/>
              <a:ext cx="2428820" cy="0"/>
            </a:xfrm>
            <a:prstGeom prst="straightConnector1">
              <a:avLst/>
            </a:prstGeom>
            <a:noFill/>
            <a:ln w="9525" cap="flat" cmpd="sng">
              <a:solidFill>
                <a:schemeClr val="accent3"/>
              </a:solidFill>
              <a:prstDash val="solid"/>
              <a:miter lim="800000"/>
              <a:headEnd type="none" w="sm" len="sm"/>
              <a:tailEnd type="none" w="sm" len="sm"/>
            </a:ln>
          </p:spPr>
        </p:cxnSp>
      </p:grpSp>
      <p:sp>
        <p:nvSpPr>
          <p:cNvPr id="2166" name="Google Shape;2166;p8"/>
          <p:cNvSpPr/>
          <p:nvPr/>
        </p:nvSpPr>
        <p:spPr>
          <a:xfrm>
            <a:off x="0" y="0"/>
            <a:ext cx="1218882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67" name="Google Shape;2167;p8"/>
          <p:cNvSpPr txBox="1"/>
          <p:nvPr/>
        </p:nvSpPr>
        <p:spPr>
          <a:xfrm>
            <a:off x="5780708" y="6542900"/>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2"/>
        <p:cNvGrpSpPr/>
        <p:nvPr/>
      </p:nvGrpSpPr>
      <p:grpSpPr>
        <a:xfrm>
          <a:off x="0" y="0"/>
          <a:ext cx="0" cy="0"/>
          <a:chOff x="0" y="0"/>
          <a:chExt cx="0" cy="0"/>
        </a:xfrm>
      </p:grpSpPr>
      <p:sp>
        <p:nvSpPr>
          <p:cNvPr id="2173" name="Google Shape;2173;g2800d3fcf52_16_920"/>
          <p:cNvSpPr/>
          <p:nvPr/>
        </p:nvSpPr>
        <p:spPr>
          <a:xfrm>
            <a:off x="2397012" y="1355123"/>
            <a:ext cx="7334555" cy="1199790"/>
          </a:xfrm>
          <a:custGeom>
            <a:avLst/>
            <a:gdLst/>
            <a:ahLst/>
            <a:cxnLst/>
            <a:rect l="l" t="t" r="r" b="b"/>
            <a:pathLst>
              <a:path w="7261936" h="1145384" extrusionOk="0">
                <a:moveTo>
                  <a:pt x="4806203" y="0"/>
                </a:moveTo>
                <a:lnTo>
                  <a:pt x="7199353" y="1854"/>
                </a:lnTo>
                <a:cubicBezTo>
                  <a:pt x="7233917" y="1854"/>
                  <a:pt x="7261936" y="33421"/>
                  <a:pt x="7261936" y="72362"/>
                </a:cubicBezTo>
                <a:lnTo>
                  <a:pt x="7261936" y="498248"/>
                </a:lnTo>
                <a:lnTo>
                  <a:pt x="7261936" y="646082"/>
                </a:lnTo>
                <a:lnTo>
                  <a:pt x="7261936" y="1071967"/>
                </a:lnTo>
                <a:cubicBezTo>
                  <a:pt x="7261936" y="1110908"/>
                  <a:pt x="7233917" y="1142475"/>
                  <a:pt x="7199353" y="1142475"/>
                </a:cubicBezTo>
                <a:lnTo>
                  <a:pt x="7006240" y="1145384"/>
                </a:lnTo>
                <a:lnTo>
                  <a:pt x="254711" y="1145384"/>
                </a:lnTo>
                <a:lnTo>
                  <a:pt x="62583" y="1142475"/>
                </a:lnTo>
                <a:cubicBezTo>
                  <a:pt x="28019" y="1142475"/>
                  <a:pt x="0" y="1110908"/>
                  <a:pt x="0" y="1071967"/>
                </a:cubicBezTo>
                <a:lnTo>
                  <a:pt x="0" y="646082"/>
                </a:lnTo>
                <a:lnTo>
                  <a:pt x="0" y="498248"/>
                </a:lnTo>
                <a:lnTo>
                  <a:pt x="0" y="72362"/>
                </a:lnTo>
                <a:cubicBezTo>
                  <a:pt x="0" y="33421"/>
                  <a:pt x="28019" y="1854"/>
                  <a:pt x="62583" y="1854"/>
                </a:cubicBezTo>
                <a:lnTo>
                  <a:pt x="2553121" y="6096"/>
                </a:lnTo>
              </a:path>
            </a:pathLst>
          </a:cu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sz="1600" b="0" i="0" u="none" strike="noStrike" cap="none">
              <a:solidFill>
                <a:srgbClr val="000000"/>
              </a:solidFill>
              <a:latin typeface="Arial"/>
              <a:ea typeface="Arial"/>
              <a:cs typeface="Arial"/>
              <a:sym typeface="Arial"/>
            </a:endParaRPr>
          </a:p>
        </p:txBody>
      </p:sp>
      <p:pic>
        <p:nvPicPr>
          <p:cNvPr id="2174" name="Google Shape;2174;g2800d3fcf52_16_920"/>
          <p:cNvPicPr preferRelativeResize="0"/>
          <p:nvPr/>
        </p:nvPicPr>
        <p:blipFill rotWithShape="1">
          <a:blip r:embed="rId3">
            <a:alphaModFix/>
          </a:blip>
          <a:srcRect l="9650" t="84196" r="9570" b="-14207"/>
          <a:stretch/>
        </p:blipFill>
        <p:spPr>
          <a:xfrm flipH="1">
            <a:off x="1057702" y="4871453"/>
            <a:ext cx="10073414" cy="716590"/>
          </a:xfrm>
          <a:prstGeom prst="rect">
            <a:avLst/>
          </a:prstGeom>
          <a:noFill/>
          <a:ln>
            <a:noFill/>
          </a:ln>
        </p:spPr>
      </p:pic>
      <p:sp>
        <p:nvSpPr>
          <p:cNvPr id="2175" name="Google Shape;2175;g2800d3fcf52_16_920"/>
          <p:cNvSpPr/>
          <p:nvPr/>
        </p:nvSpPr>
        <p:spPr>
          <a:xfrm>
            <a:off x="2712722" y="2372295"/>
            <a:ext cx="6763500" cy="1242600"/>
          </a:xfrm>
          <a:prstGeom prst="roundRect">
            <a:avLst>
              <a:gd name="adj" fmla="val 8857"/>
            </a:avLst>
          </a:prstGeom>
          <a:gradFill>
            <a:gsLst>
              <a:gs pos="0">
                <a:srgbClr val="021A58"/>
              </a:gs>
              <a:gs pos="99000">
                <a:srgbClr val="02246C"/>
              </a:gs>
              <a:gs pos="100000">
                <a:srgbClr val="02246C"/>
              </a:gs>
            </a:gsLst>
            <a:lin ang="270000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00" b="0" i="0" u="none" strike="noStrike" cap="none">
              <a:solidFill>
                <a:srgbClr val="FFFFFF"/>
              </a:solidFill>
              <a:latin typeface="Arial"/>
              <a:ea typeface="Arial"/>
              <a:cs typeface="Arial"/>
              <a:sym typeface="Arial"/>
            </a:endParaRPr>
          </a:p>
        </p:txBody>
      </p:sp>
      <p:sp>
        <p:nvSpPr>
          <p:cNvPr id="2176" name="Google Shape;2176;g2800d3fcf52_16_920"/>
          <p:cNvSpPr/>
          <p:nvPr/>
        </p:nvSpPr>
        <p:spPr>
          <a:xfrm>
            <a:off x="2457679" y="4774149"/>
            <a:ext cx="7267800" cy="728100"/>
          </a:xfrm>
          <a:prstGeom prst="roundRect">
            <a:avLst>
              <a:gd name="adj" fmla="val 9132"/>
            </a:avLst>
          </a:prstGeom>
          <a:noFill/>
          <a:ln w="19050"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177" name="Google Shape;2177;g2800d3fcf52_16_920"/>
          <p:cNvSpPr/>
          <p:nvPr/>
        </p:nvSpPr>
        <p:spPr>
          <a:xfrm>
            <a:off x="4552641" y="5461199"/>
            <a:ext cx="4812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178" name="Google Shape;2178;g2800d3fcf52_16_920"/>
          <p:cNvSpPr/>
          <p:nvPr/>
        </p:nvSpPr>
        <p:spPr>
          <a:xfrm>
            <a:off x="5872805" y="5461199"/>
            <a:ext cx="437400" cy="11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179" name="Google Shape;2179;g2800d3fcf52_16_920"/>
          <p:cNvSpPr/>
          <p:nvPr/>
        </p:nvSpPr>
        <p:spPr>
          <a:xfrm>
            <a:off x="7104111" y="5264488"/>
            <a:ext cx="484800" cy="4848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180" name="Google Shape;2180;g2800d3fcf52_16_920"/>
          <p:cNvSpPr txBox="1"/>
          <p:nvPr/>
        </p:nvSpPr>
        <p:spPr>
          <a:xfrm>
            <a:off x="5164861" y="1190451"/>
            <a:ext cx="1928400" cy="286200"/>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Clr>
                <a:srgbClr val="000000"/>
              </a:buClr>
              <a:buSzPts val="1400"/>
              <a:buFont typeface="Arial"/>
              <a:buNone/>
            </a:pPr>
            <a:r>
              <a:rPr lang="en-US" sz="1400" b="1" i="0" u="none" strike="noStrike" cap="none">
                <a:solidFill>
                  <a:schemeClr val="accent1"/>
                </a:solidFill>
                <a:latin typeface="Arial"/>
                <a:ea typeface="Arial"/>
                <a:cs typeface="Arial"/>
                <a:sym typeface="Arial"/>
              </a:rPr>
              <a:t>Advanced Services</a:t>
            </a:r>
            <a:endParaRPr sz="1400" b="0" i="0" u="none" strike="noStrike" cap="none">
              <a:solidFill>
                <a:srgbClr val="000000"/>
              </a:solidFill>
              <a:latin typeface="Arial"/>
              <a:ea typeface="Arial"/>
              <a:cs typeface="Arial"/>
              <a:sym typeface="Arial"/>
            </a:endParaRPr>
          </a:p>
        </p:txBody>
      </p:sp>
      <p:sp>
        <p:nvSpPr>
          <p:cNvPr id="2181" name="Google Shape;2181;g2800d3fcf52_16_920"/>
          <p:cNvSpPr/>
          <p:nvPr/>
        </p:nvSpPr>
        <p:spPr>
          <a:xfrm>
            <a:off x="2712722" y="2377862"/>
            <a:ext cx="6763500" cy="1242600"/>
          </a:xfrm>
          <a:prstGeom prst="roundRect">
            <a:avLst>
              <a:gd name="adj" fmla="val 8857"/>
            </a:avLst>
          </a:prstGeom>
          <a:gradFill>
            <a:gsLst>
              <a:gs pos="0">
                <a:srgbClr val="005C8A"/>
              </a:gs>
              <a:gs pos="99000">
                <a:schemeClr val="accent3"/>
              </a:gs>
              <a:gs pos="100000">
                <a:schemeClr val="accent3"/>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2182" name="Google Shape;2182;g2800d3fcf52_16_920"/>
          <p:cNvSpPr/>
          <p:nvPr/>
        </p:nvSpPr>
        <p:spPr>
          <a:xfrm>
            <a:off x="2712722" y="4120929"/>
            <a:ext cx="6763500" cy="880800"/>
          </a:xfrm>
          <a:prstGeom prst="roundRect">
            <a:avLst>
              <a:gd name="adj" fmla="val 8857"/>
            </a:avLst>
          </a:prstGeom>
          <a:gradFill>
            <a:gsLst>
              <a:gs pos="0">
                <a:srgbClr val="6C4B8F"/>
              </a:gs>
              <a:gs pos="100000">
                <a:srgbClr val="005B84"/>
              </a:gs>
            </a:gsLst>
            <a:lin ang="0" scaled="0"/>
          </a:gradFill>
          <a:ln>
            <a:noFill/>
          </a:ln>
          <a:effectLst>
            <a:reflection stA="41000" endPos="31000" dist="50800" dir="5400000" fadeDir="5400012" sy="-100000" algn="bl" rotWithShape="0"/>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2183" name="Google Shape;2183;g2800d3fcf52_16_920"/>
          <p:cNvSpPr/>
          <p:nvPr/>
        </p:nvSpPr>
        <p:spPr>
          <a:xfrm>
            <a:off x="4534248" y="4325707"/>
            <a:ext cx="3120300" cy="449400"/>
          </a:xfrm>
          <a:prstGeom prst="rect">
            <a:avLst/>
          </a:prstGeom>
          <a:noFill/>
          <a:ln>
            <a:noFill/>
          </a:ln>
        </p:spPr>
        <p:txBody>
          <a:bodyPr spcFirstLastPara="1" wrap="square" lIns="91375" tIns="91375" rIns="91375" bIns="913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Arial"/>
                <a:ea typeface="Arial"/>
                <a:cs typeface="Arial"/>
                <a:sym typeface="Arial"/>
              </a:rPr>
              <a:t>Automation &amp; Operations</a:t>
            </a:r>
            <a:endParaRPr sz="1400" b="0" i="0" u="none" strike="noStrike" cap="none">
              <a:solidFill>
                <a:srgbClr val="000000"/>
              </a:solidFill>
              <a:latin typeface="Arial"/>
              <a:ea typeface="Arial"/>
              <a:cs typeface="Arial"/>
              <a:sym typeface="Arial"/>
            </a:endParaRPr>
          </a:p>
        </p:txBody>
      </p:sp>
      <p:sp>
        <p:nvSpPr>
          <p:cNvPr id="2184" name="Google Shape;2184;g2800d3fcf52_16_920"/>
          <p:cNvSpPr txBox="1"/>
          <p:nvPr/>
        </p:nvSpPr>
        <p:spPr>
          <a:xfrm>
            <a:off x="4020342" y="5784652"/>
            <a:ext cx="1562400" cy="307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accent2"/>
              </a:buClr>
              <a:buSzPts val="1100"/>
              <a:buFont typeface="Arial"/>
              <a:buNone/>
            </a:pPr>
            <a:r>
              <a:rPr lang="en-US" sz="1100" b="0" i="0" u="none" strike="noStrike" cap="none">
                <a:solidFill>
                  <a:schemeClr val="accent2"/>
                </a:solidFill>
                <a:latin typeface="Arial"/>
                <a:ea typeface="Arial"/>
                <a:cs typeface="Arial"/>
                <a:sym typeface="Arial"/>
              </a:rPr>
              <a:t>Compute </a:t>
            </a:r>
            <a:br>
              <a:rPr lang="en-US" sz="1100" b="0" i="0" u="none" strike="noStrike" cap="none">
                <a:solidFill>
                  <a:schemeClr val="accent2"/>
                </a:solidFill>
                <a:latin typeface="Arial"/>
                <a:ea typeface="Arial"/>
                <a:cs typeface="Arial"/>
                <a:sym typeface="Arial"/>
              </a:rPr>
            </a:br>
            <a:r>
              <a:rPr lang="en-US" sz="900" b="0" i="0" u="none" strike="noStrike" cap="none">
                <a:solidFill>
                  <a:schemeClr val="accent2"/>
                </a:solidFill>
                <a:latin typeface="Arial"/>
                <a:ea typeface="Arial"/>
                <a:cs typeface="Arial"/>
                <a:sym typeface="Arial"/>
              </a:rPr>
              <a:t>(vSphere)</a:t>
            </a:r>
            <a:endParaRPr sz="1400" b="0" i="0" u="none" strike="noStrike" cap="none">
              <a:solidFill>
                <a:srgbClr val="000000"/>
              </a:solidFill>
              <a:latin typeface="Arial"/>
              <a:ea typeface="Arial"/>
              <a:cs typeface="Arial"/>
              <a:sym typeface="Arial"/>
            </a:endParaRPr>
          </a:p>
        </p:txBody>
      </p:sp>
      <p:sp>
        <p:nvSpPr>
          <p:cNvPr id="2185" name="Google Shape;2185;g2800d3fcf52_16_920"/>
          <p:cNvSpPr txBox="1"/>
          <p:nvPr/>
        </p:nvSpPr>
        <p:spPr>
          <a:xfrm>
            <a:off x="6570089" y="5784652"/>
            <a:ext cx="1562400" cy="307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accent2"/>
              </a:buClr>
              <a:buSzPts val="1100"/>
              <a:buFont typeface="Arial"/>
              <a:buNone/>
            </a:pPr>
            <a:r>
              <a:rPr lang="en-US" sz="1100" b="0" i="0" u="none" strike="noStrike" cap="none">
                <a:solidFill>
                  <a:schemeClr val="accent2"/>
                </a:solidFill>
                <a:latin typeface="Arial"/>
                <a:ea typeface="Arial"/>
                <a:cs typeface="Arial"/>
                <a:sym typeface="Arial"/>
              </a:rPr>
              <a:t>Networking </a:t>
            </a:r>
            <a:br>
              <a:rPr lang="en-US" sz="1100" b="0" i="0" u="none" strike="noStrike" cap="none">
                <a:solidFill>
                  <a:schemeClr val="accent2"/>
                </a:solidFill>
                <a:latin typeface="Arial"/>
                <a:ea typeface="Arial"/>
                <a:cs typeface="Arial"/>
                <a:sym typeface="Arial"/>
              </a:rPr>
            </a:br>
            <a:r>
              <a:rPr lang="en-US" sz="900" b="0" i="0" u="none" strike="noStrike" cap="none">
                <a:solidFill>
                  <a:schemeClr val="accent2"/>
                </a:solidFill>
                <a:latin typeface="Arial"/>
                <a:ea typeface="Arial"/>
                <a:cs typeface="Arial"/>
                <a:sym typeface="Arial"/>
              </a:rPr>
              <a:t>(NSX)</a:t>
            </a:r>
            <a:endParaRPr sz="1400" b="0" i="0" u="none" strike="noStrike" cap="none">
              <a:solidFill>
                <a:srgbClr val="000000"/>
              </a:solidFill>
              <a:latin typeface="Arial"/>
              <a:ea typeface="Arial"/>
              <a:cs typeface="Arial"/>
              <a:sym typeface="Arial"/>
            </a:endParaRPr>
          </a:p>
        </p:txBody>
      </p:sp>
      <p:sp>
        <p:nvSpPr>
          <p:cNvPr id="2186" name="Google Shape;2186;g2800d3fcf52_16_920"/>
          <p:cNvSpPr txBox="1"/>
          <p:nvPr/>
        </p:nvSpPr>
        <p:spPr>
          <a:xfrm>
            <a:off x="5313198" y="5784652"/>
            <a:ext cx="1562400" cy="307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accent2"/>
              </a:buClr>
              <a:buSzPts val="1100"/>
              <a:buFont typeface="Arial"/>
              <a:buNone/>
            </a:pPr>
            <a:r>
              <a:rPr lang="en-US" sz="1100" b="0" i="0" u="none" strike="noStrike" cap="none">
                <a:solidFill>
                  <a:schemeClr val="accent2"/>
                </a:solidFill>
                <a:latin typeface="Arial"/>
                <a:ea typeface="Arial"/>
                <a:cs typeface="Arial"/>
                <a:sym typeface="Arial"/>
              </a:rPr>
              <a:t>Storage </a:t>
            </a:r>
            <a:br>
              <a:rPr lang="en-US" sz="1100" b="0" i="0" u="none" strike="noStrike" cap="none">
                <a:solidFill>
                  <a:schemeClr val="accent2"/>
                </a:solidFill>
                <a:latin typeface="Arial"/>
                <a:ea typeface="Arial"/>
                <a:cs typeface="Arial"/>
                <a:sym typeface="Arial"/>
              </a:rPr>
            </a:br>
            <a:r>
              <a:rPr lang="en-US" sz="900" b="0" i="0" u="none" strike="noStrike" cap="none">
                <a:solidFill>
                  <a:schemeClr val="accent2"/>
                </a:solidFill>
                <a:latin typeface="Arial"/>
                <a:ea typeface="Arial"/>
                <a:cs typeface="Arial"/>
                <a:sym typeface="Arial"/>
              </a:rPr>
              <a:t>(vSAN)</a:t>
            </a:r>
            <a:endParaRPr sz="1400" b="0" i="0" u="none" strike="noStrike" cap="none">
              <a:solidFill>
                <a:srgbClr val="000000"/>
              </a:solidFill>
              <a:latin typeface="Arial"/>
              <a:ea typeface="Arial"/>
              <a:cs typeface="Arial"/>
              <a:sym typeface="Arial"/>
            </a:endParaRPr>
          </a:p>
        </p:txBody>
      </p:sp>
      <p:sp>
        <p:nvSpPr>
          <p:cNvPr id="2187" name="Google Shape;2187;g2800d3fcf52_16_920"/>
          <p:cNvSpPr/>
          <p:nvPr/>
        </p:nvSpPr>
        <p:spPr>
          <a:xfrm>
            <a:off x="3054093" y="2361568"/>
            <a:ext cx="6080700" cy="449400"/>
          </a:xfrm>
          <a:prstGeom prst="rect">
            <a:avLst/>
          </a:prstGeom>
          <a:noFill/>
          <a:ln>
            <a:noFill/>
          </a:ln>
        </p:spPr>
        <p:txBody>
          <a:bodyPr spcFirstLastPara="1" wrap="square" lIns="91375" tIns="91375" rIns="91375" bIns="9137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Arial"/>
                <a:ea typeface="Arial"/>
                <a:cs typeface="Arial"/>
                <a:sym typeface="Arial"/>
              </a:rPr>
              <a:t>Modern </a:t>
            </a:r>
            <a:r>
              <a:rPr lang="en-US" sz="1600">
                <a:solidFill>
                  <a:srgbClr val="FFFFFF"/>
                </a:solidFill>
              </a:rPr>
              <a:t>Cloud</a:t>
            </a:r>
            <a:r>
              <a:rPr lang="en-US" sz="1600" b="0" i="0" u="none" strike="noStrike" cap="none">
                <a:solidFill>
                  <a:srgbClr val="FFFFFF"/>
                </a:solidFill>
                <a:latin typeface="Arial"/>
                <a:ea typeface="Arial"/>
                <a:cs typeface="Arial"/>
                <a:sym typeface="Arial"/>
              </a:rPr>
              <a:t> Interface: AI/ML, K8s, Traditional VMs</a:t>
            </a:r>
            <a:endParaRPr sz="1400" b="0" i="0" u="none" strike="noStrike" cap="none">
              <a:solidFill>
                <a:srgbClr val="000000"/>
              </a:solidFill>
              <a:latin typeface="Arial"/>
              <a:ea typeface="Arial"/>
              <a:cs typeface="Arial"/>
              <a:sym typeface="Arial"/>
            </a:endParaRPr>
          </a:p>
        </p:txBody>
      </p:sp>
      <p:sp>
        <p:nvSpPr>
          <p:cNvPr id="2188" name="Google Shape;2188;g2800d3fcf52_16_920"/>
          <p:cNvSpPr/>
          <p:nvPr/>
        </p:nvSpPr>
        <p:spPr>
          <a:xfrm rot="10800000">
            <a:off x="9610785" y="3023608"/>
            <a:ext cx="217292" cy="31251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100" b="0" i="0" u="none" strike="noStrike" cap="none">
              <a:solidFill>
                <a:schemeClr val="lt1"/>
              </a:solidFill>
              <a:latin typeface="Arial"/>
              <a:ea typeface="Arial"/>
              <a:cs typeface="Arial"/>
              <a:sym typeface="Arial"/>
            </a:endParaRPr>
          </a:p>
        </p:txBody>
      </p:sp>
      <p:sp>
        <p:nvSpPr>
          <p:cNvPr id="2189" name="Google Shape;2189;g2800d3fcf52_16_920"/>
          <p:cNvSpPr/>
          <p:nvPr/>
        </p:nvSpPr>
        <p:spPr>
          <a:xfrm>
            <a:off x="2397012" y="4254114"/>
            <a:ext cx="217292" cy="312513"/>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190" name="Google Shape;2190;g2800d3fcf52_16_920"/>
          <p:cNvSpPr txBox="1"/>
          <p:nvPr/>
        </p:nvSpPr>
        <p:spPr>
          <a:xfrm>
            <a:off x="9910666" y="3022606"/>
            <a:ext cx="1813500" cy="2862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CONSUME</a:t>
            </a:r>
            <a:endParaRPr sz="1400" b="0" i="0" u="none" strike="noStrike" cap="none">
              <a:solidFill>
                <a:srgbClr val="000000"/>
              </a:solidFill>
              <a:latin typeface="Arial"/>
              <a:ea typeface="Arial"/>
              <a:cs typeface="Arial"/>
              <a:sym typeface="Arial"/>
            </a:endParaRPr>
          </a:p>
        </p:txBody>
      </p:sp>
      <p:grpSp>
        <p:nvGrpSpPr>
          <p:cNvPr id="2191" name="Google Shape;2191;g2800d3fcf52_16_920"/>
          <p:cNvGrpSpPr/>
          <p:nvPr/>
        </p:nvGrpSpPr>
        <p:grpSpPr>
          <a:xfrm>
            <a:off x="468651" y="3322121"/>
            <a:ext cx="1267426" cy="2156533"/>
            <a:chOff x="468651" y="3331310"/>
            <a:chExt cx="1267426" cy="2156533"/>
          </a:xfrm>
        </p:grpSpPr>
        <p:grpSp>
          <p:nvGrpSpPr>
            <p:cNvPr id="2192" name="Google Shape;2192;g2800d3fcf52_16_920"/>
            <p:cNvGrpSpPr/>
            <p:nvPr/>
          </p:nvGrpSpPr>
          <p:grpSpPr>
            <a:xfrm>
              <a:off x="757505" y="3331310"/>
              <a:ext cx="978572" cy="1469016"/>
              <a:chOff x="745669" y="3121320"/>
              <a:chExt cx="1260073" cy="1891599"/>
            </a:xfrm>
          </p:grpSpPr>
          <p:sp>
            <p:nvSpPr>
              <p:cNvPr id="2193" name="Google Shape;2193;g2800d3fcf52_16_920"/>
              <p:cNvSpPr/>
              <p:nvPr/>
            </p:nvSpPr>
            <p:spPr>
              <a:xfrm flipH="1">
                <a:off x="1310021" y="3121320"/>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2453AA">
                  <a:alpha val="6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4" name="Google Shape;2194;g2800d3fcf52_16_920"/>
              <p:cNvSpPr/>
              <p:nvPr/>
            </p:nvSpPr>
            <p:spPr>
              <a:xfrm flipH="1">
                <a:off x="1717612" y="3121320"/>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BC9EDC">
                  <a:alpha val="2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5" name="Google Shape;2195;g2800d3fcf52_16_920"/>
              <p:cNvSpPr/>
              <p:nvPr/>
            </p:nvSpPr>
            <p:spPr>
              <a:xfrm flipH="1">
                <a:off x="903722" y="3518601"/>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chemeClr val="accent5">
                  <a:alpha val="40784"/>
                </a:scheme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6" name="Google Shape;2196;g2800d3fcf52_16_920"/>
              <p:cNvSpPr/>
              <p:nvPr/>
            </p:nvSpPr>
            <p:spPr>
              <a:xfrm flipH="1">
                <a:off x="1717612" y="3518601"/>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9165C0">
                  <a:alpha val="2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7" name="Google Shape;2197;g2800d3fcf52_16_920"/>
              <p:cNvSpPr/>
              <p:nvPr/>
            </p:nvSpPr>
            <p:spPr>
              <a:xfrm flipH="1">
                <a:off x="903722" y="3915881"/>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A58BC2">
                  <a:alpha val="66274"/>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8" name="Google Shape;2198;g2800d3fcf52_16_920"/>
              <p:cNvSpPr/>
              <p:nvPr/>
            </p:nvSpPr>
            <p:spPr>
              <a:xfrm flipH="1">
                <a:off x="745669" y="3211513"/>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A58BC2">
                  <a:alpha val="66274"/>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9" name="Google Shape;2199;g2800d3fcf52_16_920"/>
              <p:cNvSpPr/>
              <p:nvPr/>
            </p:nvSpPr>
            <p:spPr>
              <a:xfrm flipH="1">
                <a:off x="1310021" y="3915881"/>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50386B">
                  <a:alpha val="66274"/>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0" name="Google Shape;2200;g2800d3fcf52_16_920"/>
              <p:cNvSpPr/>
              <p:nvPr/>
            </p:nvSpPr>
            <p:spPr>
              <a:xfrm rot="1538180" flipH="1">
                <a:off x="1030629" y="4676291"/>
                <a:ext cx="288429" cy="288429"/>
              </a:xfrm>
              <a:custGeom>
                <a:avLst/>
                <a:gdLst/>
                <a:ahLst/>
                <a:cxnLst/>
                <a:rect l="l" t="t" r="r" b="b"/>
                <a:pathLst>
                  <a:path w="261342" h="261342" extrusionOk="0">
                    <a:moveTo>
                      <a:pt x="201362" y="-1"/>
                    </a:moveTo>
                    <a:cubicBezTo>
                      <a:pt x="234488" y="-1"/>
                      <a:pt x="261343" y="26854"/>
                      <a:pt x="261343" y="59980"/>
                    </a:cubicBezTo>
                    <a:lnTo>
                      <a:pt x="261343" y="201362"/>
                    </a:lnTo>
                    <a:cubicBezTo>
                      <a:pt x="261343" y="234488"/>
                      <a:pt x="234488" y="261342"/>
                      <a:pt x="201362" y="261342"/>
                    </a:cubicBezTo>
                    <a:lnTo>
                      <a:pt x="59980" y="261342"/>
                    </a:lnTo>
                    <a:cubicBezTo>
                      <a:pt x="26854" y="261342"/>
                      <a:pt x="0" y="234488"/>
                      <a:pt x="0" y="201362"/>
                    </a:cubicBezTo>
                    <a:lnTo>
                      <a:pt x="0" y="59980"/>
                    </a:lnTo>
                    <a:cubicBezTo>
                      <a:pt x="0" y="26854"/>
                      <a:pt x="26854" y="-1"/>
                      <a:pt x="59980" y="-1"/>
                    </a:cubicBezTo>
                    <a:close/>
                  </a:path>
                </a:pathLst>
              </a:custGeom>
              <a:solidFill>
                <a:srgbClr val="1D4287">
                  <a:alpha val="66274"/>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201" name="Google Shape;2201;g2800d3fcf52_16_920"/>
            <p:cNvGrpSpPr/>
            <p:nvPr/>
          </p:nvGrpSpPr>
          <p:grpSpPr>
            <a:xfrm flipH="1">
              <a:off x="468651" y="3440505"/>
              <a:ext cx="593973" cy="2047338"/>
              <a:chOff x="1657426" y="3571036"/>
              <a:chExt cx="538653" cy="1856659"/>
            </a:xfrm>
          </p:grpSpPr>
          <p:sp>
            <p:nvSpPr>
              <p:cNvPr id="2202" name="Google Shape;2202;g2800d3fcf52_16_920"/>
              <p:cNvSpPr/>
              <p:nvPr/>
            </p:nvSpPr>
            <p:spPr>
              <a:xfrm>
                <a:off x="1889946" y="3700733"/>
                <a:ext cx="245763" cy="443619"/>
              </a:xfrm>
              <a:custGeom>
                <a:avLst/>
                <a:gdLst/>
                <a:ahLst/>
                <a:cxnLst/>
                <a:rect l="l" t="t" r="r" b="b"/>
                <a:pathLst>
                  <a:path w="245763" h="443619" extrusionOk="0">
                    <a:moveTo>
                      <a:pt x="245763" y="425314"/>
                    </a:moveTo>
                    <a:lnTo>
                      <a:pt x="89970" y="236805"/>
                    </a:lnTo>
                    <a:lnTo>
                      <a:pt x="66991" y="2726"/>
                    </a:lnTo>
                    <a:lnTo>
                      <a:pt x="0" y="0"/>
                    </a:lnTo>
                    <a:lnTo>
                      <a:pt x="3116" y="264458"/>
                    </a:lnTo>
                    <a:lnTo>
                      <a:pt x="110613" y="443620"/>
                    </a:lnTo>
                    <a:lnTo>
                      <a:pt x="245763" y="425314"/>
                    </a:lnTo>
                    <a:close/>
                  </a:path>
                </a:pathLst>
              </a:custGeom>
              <a:solidFill>
                <a:srgbClr val="50386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3" name="Google Shape;2203;g2800d3fcf52_16_920"/>
              <p:cNvSpPr/>
              <p:nvPr/>
            </p:nvSpPr>
            <p:spPr>
              <a:xfrm>
                <a:off x="1958885" y="4542793"/>
                <a:ext cx="237194" cy="884902"/>
              </a:xfrm>
              <a:custGeom>
                <a:avLst/>
                <a:gdLst/>
                <a:ahLst/>
                <a:cxnLst/>
                <a:rect l="l" t="t" r="r" b="b"/>
                <a:pathLst>
                  <a:path w="237194" h="884902" extrusionOk="0">
                    <a:moveTo>
                      <a:pt x="389" y="0"/>
                    </a:moveTo>
                    <a:lnTo>
                      <a:pt x="66601" y="447125"/>
                    </a:lnTo>
                    <a:lnTo>
                      <a:pt x="134761" y="789090"/>
                    </a:lnTo>
                    <a:cubicBezTo>
                      <a:pt x="137098" y="805838"/>
                      <a:pt x="128918" y="815186"/>
                      <a:pt x="116455" y="825701"/>
                    </a:cubicBezTo>
                    <a:lnTo>
                      <a:pt x="93476" y="847513"/>
                    </a:lnTo>
                    <a:cubicBezTo>
                      <a:pt x="83349" y="857250"/>
                      <a:pt x="77117" y="870882"/>
                      <a:pt x="77117" y="884903"/>
                    </a:cubicBezTo>
                    <a:lnTo>
                      <a:pt x="77117" y="884903"/>
                    </a:lnTo>
                    <a:cubicBezTo>
                      <a:pt x="77117" y="884903"/>
                      <a:pt x="237195" y="884903"/>
                      <a:pt x="237195" y="884903"/>
                    </a:cubicBezTo>
                    <a:cubicBezTo>
                      <a:pt x="184225" y="376629"/>
                      <a:pt x="185004" y="390"/>
                      <a:pt x="185004" y="390"/>
                    </a:cubicBezTo>
                    <a:lnTo>
                      <a:pt x="0" y="390"/>
                    </a:lnTo>
                    <a:close/>
                  </a:path>
                </a:pathLst>
              </a:custGeom>
              <a:solidFill>
                <a:srgbClr val="45315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4" name="Google Shape;2204;g2800d3fcf52_16_920"/>
              <p:cNvSpPr/>
              <p:nvPr/>
            </p:nvSpPr>
            <p:spPr>
              <a:xfrm>
                <a:off x="1728311" y="4080485"/>
                <a:ext cx="276142" cy="528520"/>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6C4B8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5" name="Google Shape;2205;g2800d3fcf52_16_920"/>
              <p:cNvSpPr/>
              <p:nvPr/>
            </p:nvSpPr>
            <p:spPr>
              <a:xfrm>
                <a:off x="1782060" y="4542793"/>
                <a:ext cx="269521" cy="884513"/>
              </a:xfrm>
              <a:custGeom>
                <a:avLst/>
                <a:gdLst/>
                <a:ahLst/>
                <a:cxnLst/>
                <a:rect l="l" t="t" r="r" b="b"/>
                <a:pathLst>
                  <a:path w="269521" h="884513" extrusionOk="0">
                    <a:moveTo>
                      <a:pt x="92697" y="0"/>
                    </a:moveTo>
                    <a:lnTo>
                      <a:pt x="74391" y="431546"/>
                    </a:lnTo>
                    <a:lnTo>
                      <a:pt x="71665" y="789090"/>
                    </a:lnTo>
                    <a:cubicBezTo>
                      <a:pt x="72054" y="803501"/>
                      <a:pt x="65433" y="817133"/>
                      <a:pt x="53359" y="825701"/>
                    </a:cubicBezTo>
                    <a:lnTo>
                      <a:pt x="18306" y="849849"/>
                    </a:lnTo>
                    <a:cubicBezTo>
                      <a:pt x="7011" y="857639"/>
                      <a:pt x="0" y="870882"/>
                      <a:pt x="0" y="884513"/>
                    </a:cubicBezTo>
                    <a:lnTo>
                      <a:pt x="0" y="884513"/>
                    </a:lnTo>
                    <a:cubicBezTo>
                      <a:pt x="0" y="884513"/>
                      <a:pt x="174098" y="884513"/>
                      <a:pt x="174098" y="884513"/>
                    </a:cubicBezTo>
                    <a:lnTo>
                      <a:pt x="216941" y="451020"/>
                    </a:lnTo>
                    <a:lnTo>
                      <a:pt x="269522" y="0"/>
                    </a:lnTo>
                    <a:lnTo>
                      <a:pt x="92697" y="0"/>
                    </a:lnTo>
                    <a:close/>
                  </a:path>
                </a:pathLst>
              </a:custGeom>
              <a:solidFill>
                <a:srgbClr val="45315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6" name="Google Shape;2206;g2800d3fcf52_16_920"/>
              <p:cNvSpPr/>
              <p:nvPr/>
            </p:nvSpPr>
            <p:spPr>
              <a:xfrm>
                <a:off x="1893655" y="3571036"/>
                <a:ext cx="72240" cy="131644"/>
              </a:xfrm>
              <a:custGeom>
                <a:avLst/>
                <a:gdLst/>
                <a:ahLst/>
                <a:cxnLst/>
                <a:rect l="l" t="t" r="r" b="b"/>
                <a:pathLst>
                  <a:path w="72240" h="131644" extrusionOk="0">
                    <a:moveTo>
                      <a:pt x="2523" y="130087"/>
                    </a:moveTo>
                    <a:lnTo>
                      <a:pt x="2523" y="130087"/>
                    </a:lnTo>
                    <a:cubicBezTo>
                      <a:pt x="-3709" y="108276"/>
                      <a:pt x="1744" y="84518"/>
                      <a:pt x="17323" y="67770"/>
                    </a:cubicBezTo>
                    <a:lnTo>
                      <a:pt x="28618" y="55696"/>
                    </a:lnTo>
                    <a:lnTo>
                      <a:pt x="18492" y="12853"/>
                    </a:lnTo>
                    <a:lnTo>
                      <a:pt x="35239" y="0"/>
                    </a:lnTo>
                    <a:lnTo>
                      <a:pt x="72240" y="63096"/>
                    </a:lnTo>
                    <a:lnTo>
                      <a:pt x="63672" y="131645"/>
                    </a:lnTo>
                    <a:lnTo>
                      <a:pt x="2523" y="129308"/>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7" name="Google Shape;2207;g2800d3fcf52_16_920"/>
              <p:cNvSpPr/>
              <p:nvPr/>
            </p:nvSpPr>
            <p:spPr>
              <a:xfrm>
                <a:off x="1874757" y="4061004"/>
                <a:ext cx="297167" cy="496199"/>
              </a:xfrm>
              <a:custGeom>
                <a:avLst/>
                <a:gdLst/>
                <a:ahLst/>
                <a:cxnLst/>
                <a:rect l="l" t="t" r="r" b="b"/>
                <a:pathLst>
                  <a:path w="297167" h="496199" extrusionOk="0">
                    <a:moveTo>
                      <a:pt x="229405" y="12074"/>
                    </a:moveTo>
                    <a:lnTo>
                      <a:pt x="208373" y="31548"/>
                    </a:lnTo>
                    <a:lnTo>
                      <a:pt x="129697" y="0"/>
                    </a:lnTo>
                    <a:lnTo>
                      <a:pt x="38169" y="21032"/>
                    </a:lnTo>
                    <a:cubicBezTo>
                      <a:pt x="38169" y="21032"/>
                      <a:pt x="15190" y="297175"/>
                      <a:pt x="0" y="488410"/>
                    </a:cubicBezTo>
                    <a:lnTo>
                      <a:pt x="271079" y="496200"/>
                    </a:lnTo>
                    <a:lnTo>
                      <a:pt x="296785" y="130087"/>
                    </a:lnTo>
                    <a:cubicBezTo>
                      <a:pt x="301069" y="70107"/>
                      <a:pt x="268743" y="21811"/>
                      <a:pt x="229015" y="11684"/>
                    </a:cubicBezTo>
                    <a:close/>
                  </a:path>
                </a:pathLst>
              </a:custGeom>
              <a:solidFill>
                <a:srgbClr val="6C4B8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2208" name="Google Shape;2208;g2800d3fcf52_16_920"/>
              <p:cNvGrpSpPr/>
              <p:nvPr/>
            </p:nvGrpSpPr>
            <p:grpSpPr>
              <a:xfrm>
                <a:off x="1935946" y="3808057"/>
                <a:ext cx="188519" cy="285273"/>
                <a:chOff x="1935946" y="3808057"/>
                <a:chExt cx="188519" cy="285273"/>
              </a:xfrm>
            </p:grpSpPr>
            <p:sp>
              <p:nvSpPr>
                <p:cNvPr id="2209" name="Google Shape;2209;g2800d3fcf52_16_920"/>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0" name="Google Shape;2210;g2800d3fcf52_16_920"/>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1" name="Google Shape;2211;g2800d3fcf52_16_920"/>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3D39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2" name="Google Shape;2212;g2800d3fcf52_16_920"/>
                <p:cNvSpPr/>
                <p:nvPr/>
              </p:nvSpPr>
              <p:spPr>
                <a:xfrm rot="-4691101">
                  <a:off x="1989861" y="3920746"/>
                  <a:ext cx="56153" cy="4133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213" name="Google Shape;2213;g2800d3fcf52_16_920"/>
              <p:cNvSpPr/>
              <p:nvPr/>
            </p:nvSpPr>
            <p:spPr>
              <a:xfrm>
                <a:off x="1925564" y="3803664"/>
                <a:ext cx="172365" cy="108167"/>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3D39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4" name="Google Shape;2214;g2800d3fcf52_16_920"/>
              <p:cNvSpPr/>
              <p:nvPr/>
            </p:nvSpPr>
            <p:spPr>
              <a:xfrm>
                <a:off x="1657426" y="4577457"/>
                <a:ext cx="124634" cy="136318"/>
              </a:xfrm>
              <a:custGeom>
                <a:avLst/>
                <a:gdLst/>
                <a:ahLst/>
                <a:cxnLst/>
                <a:rect l="l" t="t" r="r" b="b"/>
                <a:pathLst>
                  <a:path w="124634" h="136318" extrusionOk="0">
                    <a:moveTo>
                      <a:pt x="124634" y="25316"/>
                    </a:moveTo>
                    <a:lnTo>
                      <a:pt x="98149" y="103992"/>
                    </a:lnTo>
                    <a:lnTo>
                      <a:pt x="42843" y="136319"/>
                    </a:lnTo>
                    <a:lnTo>
                      <a:pt x="29211" y="126971"/>
                    </a:lnTo>
                    <a:lnTo>
                      <a:pt x="19085" y="128919"/>
                    </a:lnTo>
                    <a:lnTo>
                      <a:pt x="10906" y="123466"/>
                    </a:lnTo>
                    <a:lnTo>
                      <a:pt x="42843" y="79844"/>
                    </a:lnTo>
                    <a:lnTo>
                      <a:pt x="8958" y="112171"/>
                    </a:lnTo>
                    <a:lnTo>
                      <a:pt x="0" y="102823"/>
                    </a:lnTo>
                    <a:lnTo>
                      <a:pt x="47517" y="46348"/>
                    </a:lnTo>
                    <a:lnTo>
                      <a:pt x="32327" y="14800"/>
                    </a:lnTo>
                    <a:lnTo>
                      <a:pt x="50633" y="3116"/>
                    </a:lnTo>
                    <a:lnTo>
                      <a:pt x="74002" y="0"/>
                    </a:lnTo>
                    <a:lnTo>
                      <a:pt x="124634" y="25316"/>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5" name="Google Shape;2215;g2800d3fcf52_16_920"/>
              <p:cNvSpPr/>
              <p:nvPr/>
            </p:nvSpPr>
            <p:spPr>
              <a:xfrm>
                <a:off x="1965506" y="4045424"/>
                <a:ext cx="143718" cy="5296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6D6E7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2216" name="Google Shape;2216;g2800d3fcf52_16_920"/>
          <p:cNvSpPr txBox="1"/>
          <p:nvPr/>
        </p:nvSpPr>
        <p:spPr>
          <a:xfrm>
            <a:off x="1252997" y="4254896"/>
            <a:ext cx="1013400" cy="286200"/>
          </a:xfrm>
          <a:prstGeom prst="rect">
            <a:avLst/>
          </a:prstGeom>
          <a:noFill/>
          <a:ln>
            <a:noFill/>
          </a:ln>
        </p:spPr>
        <p:txBody>
          <a:bodyPr spcFirstLastPara="1" wrap="square" lIns="0" tIns="0" rIns="0" bIns="0" anchor="ctr" anchorCtr="0">
            <a:noAutofit/>
          </a:bodyPr>
          <a:lstStyle/>
          <a:p>
            <a:pPr marL="0" marR="0" lvl="0" indent="0" algn="r" rtl="0">
              <a:lnSpc>
                <a:spcPct val="130000"/>
              </a:lnSpc>
              <a:spcBef>
                <a:spcPts val="0"/>
              </a:spcBef>
              <a:spcAft>
                <a:spcPts val="0"/>
              </a:spcAft>
              <a:buClr>
                <a:srgbClr val="000000"/>
              </a:buClr>
              <a:buSzPts val="1400"/>
              <a:buFont typeface="Arial"/>
              <a:buNone/>
            </a:pPr>
            <a:r>
              <a:rPr lang="en-US" sz="1400" b="1" i="0" u="none" strike="noStrike" cap="none">
                <a:solidFill>
                  <a:schemeClr val="accent5"/>
                </a:solidFill>
                <a:latin typeface="Arial"/>
                <a:ea typeface="Arial"/>
                <a:cs typeface="Arial"/>
                <a:sym typeface="Arial"/>
              </a:rPr>
              <a:t>BUILD</a:t>
            </a:r>
            <a:endParaRPr sz="1400" b="0" i="0" u="none" strike="noStrike" cap="none">
              <a:solidFill>
                <a:srgbClr val="000000"/>
              </a:solidFill>
              <a:latin typeface="Arial"/>
              <a:ea typeface="Arial"/>
              <a:cs typeface="Arial"/>
              <a:sym typeface="Arial"/>
            </a:endParaRPr>
          </a:p>
          <a:p>
            <a:pPr marL="0" marR="0" lvl="0" indent="0" algn="r" rtl="0">
              <a:lnSpc>
                <a:spcPct val="130000"/>
              </a:lnSpc>
              <a:spcBef>
                <a:spcPts val="0"/>
              </a:spcBef>
              <a:spcAft>
                <a:spcPts val="0"/>
              </a:spcAft>
              <a:buClr>
                <a:srgbClr val="000000"/>
              </a:buClr>
              <a:buSzPts val="1400"/>
              <a:buFont typeface="Arial"/>
              <a:buNone/>
            </a:pPr>
            <a:r>
              <a:rPr lang="en-US" sz="1400" b="1" i="0" u="none" strike="noStrike" cap="none">
                <a:solidFill>
                  <a:schemeClr val="accent5"/>
                </a:solidFill>
                <a:latin typeface="Arial"/>
                <a:ea typeface="Arial"/>
                <a:cs typeface="Arial"/>
                <a:sym typeface="Arial"/>
              </a:rPr>
              <a:t>DEPLOY</a:t>
            </a:r>
            <a:endParaRPr sz="1400" b="0" i="0" u="none" strike="noStrike" cap="none">
              <a:solidFill>
                <a:srgbClr val="000000"/>
              </a:solidFill>
              <a:latin typeface="Arial"/>
              <a:ea typeface="Arial"/>
              <a:cs typeface="Arial"/>
              <a:sym typeface="Arial"/>
            </a:endParaRPr>
          </a:p>
          <a:p>
            <a:pPr marL="0" marR="0" lvl="0" indent="0" algn="r" rtl="0">
              <a:lnSpc>
                <a:spcPct val="130000"/>
              </a:lnSpc>
              <a:spcBef>
                <a:spcPts val="0"/>
              </a:spcBef>
              <a:spcAft>
                <a:spcPts val="0"/>
              </a:spcAft>
              <a:buClr>
                <a:srgbClr val="000000"/>
              </a:buClr>
              <a:buSzPts val="1400"/>
              <a:buFont typeface="Arial"/>
              <a:buNone/>
            </a:pPr>
            <a:r>
              <a:rPr lang="en-US" sz="1400" b="1" i="0" u="none" strike="noStrike" cap="none">
                <a:solidFill>
                  <a:schemeClr val="accent5"/>
                </a:solidFill>
                <a:latin typeface="Arial"/>
                <a:ea typeface="Arial"/>
                <a:cs typeface="Arial"/>
                <a:sym typeface="Arial"/>
              </a:rPr>
              <a:t>OPERATE</a:t>
            </a:r>
            <a:endParaRPr sz="1400" b="0" i="0" u="none" strike="noStrike" cap="none">
              <a:solidFill>
                <a:srgbClr val="000000"/>
              </a:solidFill>
              <a:latin typeface="Arial"/>
              <a:ea typeface="Arial"/>
              <a:cs typeface="Arial"/>
              <a:sym typeface="Arial"/>
            </a:endParaRPr>
          </a:p>
        </p:txBody>
      </p:sp>
      <p:sp>
        <p:nvSpPr>
          <p:cNvPr id="2217" name="Google Shape;2217;g2800d3fcf52_16_920"/>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accent2"/>
              </a:buClr>
              <a:buSzPts val="2800"/>
              <a:buFont typeface="Arial"/>
              <a:buNone/>
            </a:pPr>
            <a:r>
              <a:rPr lang="en-US" sz="2800"/>
              <a:t>VMware Cloud Foundation 9 – The Unified Platform</a:t>
            </a:r>
            <a:endParaRPr/>
          </a:p>
        </p:txBody>
      </p:sp>
      <p:grpSp>
        <p:nvGrpSpPr>
          <p:cNvPr id="2218" name="Google Shape;2218;g2800d3fcf52_16_920"/>
          <p:cNvGrpSpPr/>
          <p:nvPr/>
        </p:nvGrpSpPr>
        <p:grpSpPr>
          <a:xfrm>
            <a:off x="10769610" y="2341812"/>
            <a:ext cx="1031868" cy="1356401"/>
            <a:chOff x="10321789" y="3824097"/>
            <a:chExt cx="1195260" cy="1571182"/>
          </a:xfrm>
        </p:grpSpPr>
        <p:sp>
          <p:nvSpPr>
            <p:cNvPr id="2219" name="Google Shape;2219;g2800d3fcf52_16_920"/>
            <p:cNvSpPr/>
            <p:nvPr/>
          </p:nvSpPr>
          <p:spPr>
            <a:xfrm>
              <a:off x="11267700" y="4848539"/>
              <a:ext cx="99311" cy="546740"/>
            </a:xfrm>
            <a:custGeom>
              <a:avLst/>
              <a:gdLst/>
              <a:ahLst/>
              <a:cxnLst/>
              <a:rect l="l" t="t" r="r" b="b"/>
              <a:pathLst>
                <a:path w="99311" h="546740" extrusionOk="0">
                  <a:moveTo>
                    <a:pt x="93161" y="0"/>
                  </a:moveTo>
                  <a:lnTo>
                    <a:pt x="99311" y="546740"/>
                  </a:lnTo>
                  <a:lnTo>
                    <a:pt x="60610" y="546740"/>
                  </a:lnTo>
                  <a:lnTo>
                    <a:pt x="0" y="111803"/>
                  </a:lnTo>
                  <a:lnTo>
                    <a:pt x="93161" y="0"/>
                  </a:lnTo>
                  <a:close/>
                </a:path>
              </a:pathLst>
            </a:custGeom>
            <a:solidFill>
              <a:srgbClr val="91939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0" name="Google Shape;2220;g2800d3fcf52_16_920"/>
            <p:cNvSpPr/>
            <p:nvPr/>
          </p:nvSpPr>
          <p:spPr>
            <a:xfrm>
              <a:off x="10651824" y="4941638"/>
              <a:ext cx="93195" cy="434903"/>
            </a:xfrm>
            <a:custGeom>
              <a:avLst/>
              <a:gdLst/>
              <a:ahLst/>
              <a:cxnLst/>
              <a:rect l="l" t="t" r="r" b="b"/>
              <a:pathLst>
                <a:path w="93195" h="434903" extrusionOk="0">
                  <a:moveTo>
                    <a:pt x="0" y="0"/>
                  </a:moveTo>
                  <a:lnTo>
                    <a:pt x="0" y="434903"/>
                  </a:lnTo>
                  <a:lnTo>
                    <a:pt x="38702" y="434903"/>
                  </a:lnTo>
                  <a:lnTo>
                    <a:pt x="93195" y="0"/>
                  </a:lnTo>
                  <a:lnTo>
                    <a:pt x="0" y="0"/>
                  </a:lnTo>
                  <a:close/>
                </a:path>
              </a:pathLst>
            </a:custGeom>
            <a:solidFill>
              <a:srgbClr val="91939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1" name="Google Shape;2221;g2800d3fcf52_16_920"/>
            <p:cNvSpPr/>
            <p:nvPr/>
          </p:nvSpPr>
          <p:spPr>
            <a:xfrm>
              <a:off x="11076428" y="3877370"/>
              <a:ext cx="129245" cy="318051"/>
            </a:xfrm>
            <a:custGeom>
              <a:avLst/>
              <a:gdLst/>
              <a:ahLst/>
              <a:cxnLst/>
              <a:rect l="l" t="t" r="r" b="b"/>
              <a:pathLst>
                <a:path w="129245" h="318051" extrusionOk="0">
                  <a:moveTo>
                    <a:pt x="19948" y="23405"/>
                  </a:moveTo>
                  <a:cubicBezTo>
                    <a:pt x="19948" y="23405"/>
                    <a:pt x="528" y="31598"/>
                    <a:pt x="9" y="50716"/>
                  </a:cubicBezTo>
                  <a:cubicBezTo>
                    <a:pt x="-509" y="69799"/>
                    <a:pt x="21019" y="84180"/>
                    <a:pt x="17667" y="101604"/>
                  </a:cubicBezTo>
                  <a:cubicBezTo>
                    <a:pt x="14350" y="119028"/>
                    <a:pt x="-7938" y="148724"/>
                    <a:pt x="9961" y="172578"/>
                  </a:cubicBezTo>
                  <a:cubicBezTo>
                    <a:pt x="27861" y="196467"/>
                    <a:pt x="44654" y="202275"/>
                    <a:pt x="37536" y="234530"/>
                  </a:cubicBezTo>
                  <a:cubicBezTo>
                    <a:pt x="30452" y="266784"/>
                    <a:pt x="24647" y="279057"/>
                    <a:pt x="43341" y="300353"/>
                  </a:cubicBezTo>
                  <a:cubicBezTo>
                    <a:pt x="62036" y="321649"/>
                    <a:pt x="129245" y="317777"/>
                    <a:pt x="129245" y="317777"/>
                  </a:cubicBezTo>
                  <a:lnTo>
                    <a:pt x="106888" y="0"/>
                  </a:lnTo>
                  <a:lnTo>
                    <a:pt x="19913" y="23405"/>
                  </a:lnTo>
                  <a:close/>
                </a:path>
              </a:pathLst>
            </a:custGeom>
            <a:solidFill>
              <a:srgbClr val="1D215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2" name="Google Shape;2222;g2800d3fcf52_16_920"/>
            <p:cNvSpPr/>
            <p:nvPr/>
          </p:nvSpPr>
          <p:spPr>
            <a:xfrm>
              <a:off x="10793450" y="4497194"/>
              <a:ext cx="336824" cy="463147"/>
            </a:xfrm>
            <a:custGeom>
              <a:avLst/>
              <a:gdLst/>
              <a:ahLst/>
              <a:cxnLst/>
              <a:rect l="l" t="t" r="r" b="b"/>
              <a:pathLst>
                <a:path w="336824" h="463147" extrusionOk="0">
                  <a:moveTo>
                    <a:pt x="78214" y="463148"/>
                  </a:moveTo>
                  <a:lnTo>
                    <a:pt x="1606" y="89954"/>
                  </a:lnTo>
                  <a:cubicBezTo>
                    <a:pt x="-3025" y="67863"/>
                    <a:pt x="2469" y="45115"/>
                    <a:pt x="16672" y="27588"/>
                  </a:cubicBezTo>
                  <a:cubicBezTo>
                    <a:pt x="30908" y="10060"/>
                    <a:pt x="51987" y="0"/>
                    <a:pt x="74551" y="0"/>
                  </a:cubicBezTo>
                  <a:lnTo>
                    <a:pt x="336825" y="0"/>
                  </a:lnTo>
                  <a:lnTo>
                    <a:pt x="327426" y="36818"/>
                  </a:lnTo>
                  <a:lnTo>
                    <a:pt x="105271" y="36818"/>
                  </a:lnTo>
                  <a:cubicBezTo>
                    <a:pt x="93833" y="36818"/>
                    <a:pt x="83156" y="41900"/>
                    <a:pt x="75968" y="50785"/>
                  </a:cubicBezTo>
                  <a:cubicBezTo>
                    <a:pt x="68781" y="59670"/>
                    <a:pt x="65982" y="71182"/>
                    <a:pt x="68332" y="82348"/>
                  </a:cubicBezTo>
                  <a:lnTo>
                    <a:pt x="146530" y="463113"/>
                  </a:lnTo>
                  <a:lnTo>
                    <a:pt x="78214" y="463113"/>
                  </a:lnTo>
                  <a:close/>
                </a:path>
              </a:pathLst>
            </a:custGeom>
            <a:solidFill>
              <a:srgbClr val="BABCB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3" name="Google Shape;2223;g2800d3fcf52_16_920"/>
            <p:cNvSpPr/>
            <p:nvPr/>
          </p:nvSpPr>
          <p:spPr>
            <a:xfrm>
              <a:off x="10618341" y="4181682"/>
              <a:ext cx="574236" cy="778694"/>
            </a:xfrm>
            <a:custGeom>
              <a:avLst/>
              <a:gdLst/>
              <a:ahLst/>
              <a:cxnLst/>
              <a:rect l="l" t="t" r="r" b="b"/>
              <a:pathLst>
                <a:path w="574236" h="778694" extrusionOk="0">
                  <a:moveTo>
                    <a:pt x="512452" y="39636"/>
                  </a:moveTo>
                  <a:lnTo>
                    <a:pt x="405815" y="389874"/>
                  </a:lnTo>
                  <a:cubicBezTo>
                    <a:pt x="399146" y="412484"/>
                    <a:pt x="395863" y="435923"/>
                    <a:pt x="396002" y="459500"/>
                  </a:cubicBezTo>
                  <a:lnTo>
                    <a:pt x="396485" y="535902"/>
                  </a:lnTo>
                  <a:cubicBezTo>
                    <a:pt x="396935" y="603730"/>
                    <a:pt x="342130" y="658975"/>
                    <a:pt x="274299" y="658975"/>
                  </a:cubicBezTo>
                  <a:lnTo>
                    <a:pt x="119664" y="658975"/>
                  </a:lnTo>
                  <a:cubicBezTo>
                    <a:pt x="53560" y="658975"/>
                    <a:pt x="0" y="712594"/>
                    <a:pt x="0" y="778694"/>
                  </a:cubicBezTo>
                  <a:lnTo>
                    <a:pt x="0" y="778694"/>
                  </a:lnTo>
                  <a:cubicBezTo>
                    <a:pt x="0" y="778694"/>
                    <a:pt x="297623" y="778694"/>
                    <a:pt x="297623" y="778694"/>
                  </a:cubicBezTo>
                  <a:cubicBezTo>
                    <a:pt x="384979" y="778694"/>
                    <a:pt x="455782" y="707858"/>
                    <a:pt x="455782" y="620463"/>
                  </a:cubicBezTo>
                  <a:lnTo>
                    <a:pt x="455782" y="469802"/>
                  </a:lnTo>
                  <a:cubicBezTo>
                    <a:pt x="455782" y="447608"/>
                    <a:pt x="458546" y="425517"/>
                    <a:pt x="464041" y="404048"/>
                  </a:cubicBezTo>
                  <a:lnTo>
                    <a:pt x="574237" y="709"/>
                  </a:lnTo>
                  <a:lnTo>
                    <a:pt x="574237" y="709"/>
                  </a:lnTo>
                  <a:cubicBezTo>
                    <a:pt x="546766" y="-3716"/>
                    <a:pt x="520296" y="12981"/>
                    <a:pt x="512452" y="39670"/>
                  </a:cubicBezTo>
                  <a:close/>
                </a:path>
              </a:pathLst>
            </a:custGeom>
            <a:solidFill>
              <a:srgbClr val="6D6F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4" name="Google Shape;2224;g2800d3fcf52_16_920"/>
            <p:cNvSpPr/>
            <p:nvPr/>
          </p:nvSpPr>
          <p:spPr>
            <a:xfrm>
              <a:off x="11242751" y="4182356"/>
              <a:ext cx="274298" cy="496810"/>
            </a:xfrm>
            <a:custGeom>
              <a:avLst/>
              <a:gdLst/>
              <a:ahLst/>
              <a:cxnLst/>
              <a:rect l="l" t="t" r="r" b="b"/>
              <a:pathLst>
                <a:path w="274298" h="496810" extrusionOk="0">
                  <a:moveTo>
                    <a:pt x="274264" y="0"/>
                  </a:moveTo>
                  <a:lnTo>
                    <a:pt x="38218" y="0"/>
                  </a:lnTo>
                  <a:lnTo>
                    <a:pt x="0" y="441230"/>
                  </a:lnTo>
                  <a:cubicBezTo>
                    <a:pt x="0" y="441230"/>
                    <a:pt x="100521" y="505497"/>
                    <a:pt x="107536" y="495817"/>
                  </a:cubicBezTo>
                  <a:cubicBezTo>
                    <a:pt x="114550" y="486137"/>
                    <a:pt x="195375" y="191454"/>
                    <a:pt x="195375" y="191454"/>
                  </a:cubicBezTo>
                  <a:lnTo>
                    <a:pt x="274299" y="0"/>
                  </a:lnTo>
                  <a:close/>
                </a:path>
              </a:pathLst>
            </a:custGeom>
            <a:solidFill>
              <a:srgbClr val="6D6F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5" name="Google Shape;2225;g2800d3fcf52_16_920"/>
            <p:cNvSpPr/>
            <p:nvPr/>
          </p:nvSpPr>
          <p:spPr>
            <a:xfrm>
              <a:off x="11171672" y="3993045"/>
              <a:ext cx="109263" cy="188619"/>
            </a:xfrm>
            <a:custGeom>
              <a:avLst/>
              <a:gdLst/>
              <a:ahLst/>
              <a:cxnLst/>
              <a:rect l="l" t="t" r="r" b="b"/>
              <a:pathLst>
                <a:path w="109263" h="188619" extrusionOk="0">
                  <a:moveTo>
                    <a:pt x="109263" y="188619"/>
                  </a:moveTo>
                  <a:lnTo>
                    <a:pt x="63409" y="0"/>
                  </a:lnTo>
                  <a:lnTo>
                    <a:pt x="0" y="88778"/>
                  </a:lnTo>
                  <a:lnTo>
                    <a:pt x="0" y="188619"/>
                  </a:lnTo>
                  <a:lnTo>
                    <a:pt x="109263" y="188619"/>
                  </a:ln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6" name="Google Shape;2226;g2800d3fcf52_16_920"/>
            <p:cNvSpPr/>
            <p:nvPr/>
          </p:nvSpPr>
          <p:spPr>
            <a:xfrm>
              <a:off x="11102990" y="3885329"/>
              <a:ext cx="172202" cy="220822"/>
            </a:xfrm>
            <a:custGeom>
              <a:avLst/>
              <a:gdLst/>
              <a:ahLst/>
              <a:cxnLst/>
              <a:rect l="l" t="t" r="r" b="b"/>
              <a:pathLst>
                <a:path w="172202" h="220822" extrusionOk="0">
                  <a:moveTo>
                    <a:pt x="101302" y="216788"/>
                  </a:moveTo>
                  <a:lnTo>
                    <a:pt x="73589" y="220798"/>
                  </a:lnTo>
                  <a:cubicBezTo>
                    <a:pt x="32952" y="221455"/>
                    <a:pt x="21238" y="209009"/>
                    <a:pt x="12979" y="179209"/>
                  </a:cubicBezTo>
                  <a:cubicBezTo>
                    <a:pt x="4720" y="149409"/>
                    <a:pt x="21" y="94649"/>
                    <a:pt x="21" y="94649"/>
                  </a:cubicBezTo>
                  <a:cubicBezTo>
                    <a:pt x="-843" y="45247"/>
                    <a:pt x="25004" y="7357"/>
                    <a:pt x="70064" y="857"/>
                  </a:cubicBezTo>
                  <a:lnTo>
                    <a:pt x="70064" y="857"/>
                  </a:lnTo>
                  <a:cubicBezTo>
                    <a:pt x="115124" y="-5677"/>
                    <a:pt x="157316" y="25852"/>
                    <a:pt x="163812" y="70933"/>
                  </a:cubicBezTo>
                  <a:lnTo>
                    <a:pt x="171345" y="122997"/>
                  </a:lnTo>
                  <a:cubicBezTo>
                    <a:pt x="177876" y="168077"/>
                    <a:pt x="146362" y="210288"/>
                    <a:pt x="101302" y="216788"/>
                  </a:cubicBez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7" name="Google Shape;2227;g2800d3fcf52_16_920"/>
            <p:cNvSpPr/>
            <p:nvPr/>
          </p:nvSpPr>
          <p:spPr>
            <a:xfrm>
              <a:off x="10836936" y="4171200"/>
              <a:ext cx="377410" cy="315415"/>
            </a:xfrm>
            <a:custGeom>
              <a:avLst/>
              <a:gdLst/>
              <a:ahLst/>
              <a:cxnLst/>
              <a:rect l="l" t="t" r="r" b="b"/>
              <a:pathLst>
                <a:path w="377410" h="315415" extrusionOk="0">
                  <a:moveTo>
                    <a:pt x="0" y="315415"/>
                  </a:moveTo>
                  <a:lnTo>
                    <a:pt x="245894" y="24639"/>
                  </a:lnTo>
                  <a:cubicBezTo>
                    <a:pt x="274955" y="-7201"/>
                    <a:pt x="324714" y="-8342"/>
                    <a:pt x="355192" y="22150"/>
                  </a:cubicBezTo>
                  <a:lnTo>
                    <a:pt x="355192" y="22150"/>
                  </a:lnTo>
                  <a:cubicBezTo>
                    <a:pt x="383700" y="50671"/>
                    <a:pt x="385013" y="96685"/>
                    <a:pt x="357749" y="126416"/>
                  </a:cubicBezTo>
                  <a:cubicBezTo>
                    <a:pt x="295792" y="193933"/>
                    <a:pt x="188705" y="315415"/>
                    <a:pt x="0" y="315415"/>
                  </a:cubicBezTo>
                  <a:close/>
                </a:path>
              </a:pathLst>
            </a:custGeom>
            <a:solidFill>
              <a:srgbClr val="654A4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8" name="Google Shape;2228;g2800d3fcf52_16_920"/>
            <p:cNvSpPr/>
            <p:nvPr/>
          </p:nvSpPr>
          <p:spPr>
            <a:xfrm>
              <a:off x="10714404" y="4183358"/>
              <a:ext cx="210820" cy="303256"/>
            </a:xfrm>
            <a:custGeom>
              <a:avLst/>
              <a:gdLst/>
              <a:ahLst/>
              <a:cxnLst/>
              <a:rect l="l" t="t" r="r" b="b"/>
              <a:pathLst>
                <a:path w="210820" h="303256" extrusionOk="0">
                  <a:moveTo>
                    <a:pt x="122532" y="303257"/>
                  </a:moveTo>
                  <a:lnTo>
                    <a:pt x="0" y="34329"/>
                  </a:lnTo>
                  <a:lnTo>
                    <a:pt x="17450" y="0"/>
                  </a:lnTo>
                  <a:lnTo>
                    <a:pt x="210821" y="248877"/>
                  </a:lnTo>
                  <a:lnTo>
                    <a:pt x="122532" y="303257"/>
                  </a:lnTo>
                  <a:close/>
                </a:path>
              </a:pathLst>
            </a:custGeom>
            <a:solidFill>
              <a:srgbClr val="654A4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9" name="Google Shape;2229;g2800d3fcf52_16_920"/>
            <p:cNvSpPr/>
            <p:nvPr/>
          </p:nvSpPr>
          <p:spPr>
            <a:xfrm>
              <a:off x="11051696" y="4164310"/>
              <a:ext cx="330264" cy="472308"/>
            </a:xfrm>
            <a:custGeom>
              <a:avLst/>
              <a:gdLst/>
              <a:ahLst/>
              <a:cxnLst/>
              <a:rect l="l" t="t" r="r" b="b"/>
              <a:pathLst>
                <a:path w="330264" h="472308" extrusionOk="0">
                  <a:moveTo>
                    <a:pt x="292302" y="472309"/>
                  </a:moveTo>
                  <a:cubicBezTo>
                    <a:pt x="239674" y="321372"/>
                    <a:pt x="399665" y="170677"/>
                    <a:pt x="292302" y="0"/>
                  </a:cubicBezTo>
                  <a:lnTo>
                    <a:pt x="131862" y="0"/>
                  </a:lnTo>
                  <a:cubicBezTo>
                    <a:pt x="51453" y="0"/>
                    <a:pt x="2419" y="70871"/>
                    <a:pt x="1901" y="158681"/>
                  </a:cubicBezTo>
                  <a:lnTo>
                    <a:pt x="0" y="472309"/>
                  </a:lnTo>
                  <a:lnTo>
                    <a:pt x="292336" y="472309"/>
                  </a:lnTo>
                  <a:close/>
                </a:path>
              </a:pathLst>
            </a:custGeom>
            <a:solidFill>
              <a:srgbClr val="2398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0" name="Google Shape;2230;g2800d3fcf52_16_920"/>
            <p:cNvSpPr/>
            <p:nvPr/>
          </p:nvSpPr>
          <p:spPr>
            <a:xfrm>
              <a:off x="10321789" y="4557318"/>
              <a:ext cx="1032157" cy="582481"/>
            </a:xfrm>
            <a:custGeom>
              <a:avLst/>
              <a:gdLst/>
              <a:ahLst/>
              <a:cxnLst/>
              <a:rect l="l" t="t" r="r" b="b"/>
              <a:pathLst>
                <a:path w="1032157" h="582481" extrusionOk="0">
                  <a:moveTo>
                    <a:pt x="292060" y="94028"/>
                  </a:moveTo>
                  <a:lnTo>
                    <a:pt x="131137" y="474793"/>
                  </a:lnTo>
                  <a:cubicBezTo>
                    <a:pt x="123984" y="491733"/>
                    <a:pt x="107674" y="503038"/>
                    <a:pt x="89325" y="503833"/>
                  </a:cubicBezTo>
                  <a:lnTo>
                    <a:pt x="34866" y="506149"/>
                  </a:lnTo>
                  <a:cubicBezTo>
                    <a:pt x="16310" y="506944"/>
                    <a:pt x="1313" y="521568"/>
                    <a:pt x="0" y="540098"/>
                  </a:cubicBezTo>
                  <a:lnTo>
                    <a:pt x="0" y="540098"/>
                  </a:lnTo>
                  <a:cubicBezTo>
                    <a:pt x="0" y="540098"/>
                    <a:pt x="165450" y="582482"/>
                    <a:pt x="165450" y="582482"/>
                  </a:cubicBezTo>
                  <a:lnTo>
                    <a:pt x="214207" y="479910"/>
                  </a:lnTo>
                  <a:cubicBezTo>
                    <a:pt x="214207" y="479910"/>
                    <a:pt x="214345" y="479598"/>
                    <a:pt x="214449" y="479460"/>
                  </a:cubicBezTo>
                  <a:cubicBezTo>
                    <a:pt x="226129" y="455710"/>
                    <a:pt x="241057" y="433654"/>
                    <a:pt x="257919" y="413291"/>
                  </a:cubicBezTo>
                  <a:lnTo>
                    <a:pt x="481353" y="143257"/>
                  </a:lnTo>
                  <a:lnTo>
                    <a:pt x="849849" y="291256"/>
                  </a:lnTo>
                  <a:cubicBezTo>
                    <a:pt x="940901" y="320399"/>
                    <a:pt x="1040178" y="252536"/>
                    <a:pt x="1031643" y="133543"/>
                  </a:cubicBezTo>
                  <a:lnTo>
                    <a:pt x="1022175" y="79370"/>
                  </a:lnTo>
                  <a:cubicBezTo>
                    <a:pt x="676071" y="-82007"/>
                    <a:pt x="370224" y="47945"/>
                    <a:pt x="308888" y="76570"/>
                  </a:cubicBezTo>
                  <a:cubicBezTo>
                    <a:pt x="301286" y="80131"/>
                    <a:pt x="295273" y="86319"/>
                    <a:pt x="292025" y="94063"/>
                  </a:cubicBezTo>
                  <a:close/>
                </a:path>
              </a:pathLst>
            </a:custGeom>
            <a:solidFill>
              <a:srgbClr val="005B8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1" name="Google Shape;2231;g2800d3fcf52_16_920"/>
            <p:cNvSpPr/>
            <p:nvPr/>
          </p:nvSpPr>
          <p:spPr>
            <a:xfrm>
              <a:off x="10619537" y="4688197"/>
              <a:ext cx="542009" cy="707047"/>
            </a:xfrm>
            <a:custGeom>
              <a:avLst/>
              <a:gdLst/>
              <a:ahLst/>
              <a:cxnLst/>
              <a:rect l="l" t="t" r="r" b="b"/>
              <a:pathLst>
                <a:path w="542009" h="707047" extrusionOk="0">
                  <a:moveTo>
                    <a:pt x="542010" y="151768"/>
                  </a:moveTo>
                  <a:lnTo>
                    <a:pt x="150638" y="154119"/>
                  </a:lnTo>
                  <a:lnTo>
                    <a:pt x="160728" y="233182"/>
                  </a:lnTo>
                  <a:cubicBezTo>
                    <a:pt x="164495" y="262568"/>
                    <a:pt x="163562" y="292368"/>
                    <a:pt x="158033" y="321511"/>
                  </a:cubicBezTo>
                  <a:lnTo>
                    <a:pt x="123478" y="476528"/>
                  </a:lnTo>
                  <a:lnTo>
                    <a:pt x="123478" y="476528"/>
                  </a:lnTo>
                  <a:cubicBezTo>
                    <a:pt x="118053" y="505152"/>
                    <a:pt x="119712" y="534711"/>
                    <a:pt x="128316" y="562540"/>
                  </a:cubicBezTo>
                  <a:lnTo>
                    <a:pt x="138613" y="595832"/>
                  </a:lnTo>
                  <a:lnTo>
                    <a:pt x="12072" y="707047"/>
                  </a:lnTo>
                  <a:lnTo>
                    <a:pt x="12072" y="707047"/>
                  </a:lnTo>
                  <a:cubicBezTo>
                    <a:pt x="-298" y="697575"/>
                    <a:pt x="-3650" y="680324"/>
                    <a:pt x="4297" y="666910"/>
                  </a:cubicBezTo>
                  <a:lnTo>
                    <a:pt x="40891" y="604994"/>
                  </a:lnTo>
                  <a:cubicBezTo>
                    <a:pt x="47180" y="594380"/>
                    <a:pt x="50498" y="582280"/>
                    <a:pt x="50567" y="569939"/>
                  </a:cubicBezTo>
                  <a:lnTo>
                    <a:pt x="48874" y="70180"/>
                  </a:lnTo>
                  <a:cubicBezTo>
                    <a:pt x="48804" y="59014"/>
                    <a:pt x="54886" y="48712"/>
                    <a:pt x="64734" y="43422"/>
                  </a:cubicBezTo>
                  <a:lnTo>
                    <a:pt x="125068" y="10960"/>
                  </a:lnTo>
                  <a:cubicBezTo>
                    <a:pt x="149705" y="-2281"/>
                    <a:pt x="179008" y="-3594"/>
                    <a:pt x="204717" y="7399"/>
                  </a:cubicBezTo>
                  <a:lnTo>
                    <a:pt x="541975" y="151733"/>
                  </a:lnTo>
                  <a:close/>
                </a:path>
              </a:pathLst>
            </a:custGeom>
            <a:gradFill>
              <a:gsLst>
                <a:gs pos="0">
                  <a:srgbClr val="004463"/>
                </a:gs>
                <a:gs pos="49000">
                  <a:srgbClr val="005B84"/>
                </a:gs>
                <a:gs pos="100000">
                  <a:srgbClr val="005B84"/>
                </a:gs>
              </a:gsLst>
              <a:lin ang="5827324"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2" name="Google Shape;2232;g2800d3fcf52_16_920"/>
            <p:cNvSpPr/>
            <p:nvPr/>
          </p:nvSpPr>
          <p:spPr>
            <a:xfrm>
              <a:off x="11097297" y="3839284"/>
              <a:ext cx="340729" cy="342379"/>
            </a:xfrm>
            <a:custGeom>
              <a:avLst/>
              <a:gdLst/>
              <a:ahLst/>
              <a:cxnLst/>
              <a:rect l="l" t="t" r="r" b="b"/>
              <a:pathLst>
                <a:path w="340729" h="342379" extrusionOk="0">
                  <a:moveTo>
                    <a:pt x="326730" y="248070"/>
                  </a:moveTo>
                  <a:cubicBezTo>
                    <a:pt x="294801" y="181659"/>
                    <a:pt x="236576" y="193967"/>
                    <a:pt x="201226" y="83478"/>
                  </a:cubicBezTo>
                  <a:cubicBezTo>
                    <a:pt x="181080" y="20489"/>
                    <a:pt x="119503" y="3515"/>
                    <a:pt x="119503" y="3515"/>
                  </a:cubicBezTo>
                  <a:cubicBezTo>
                    <a:pt x="26412" y="-16432"/>
                    <a:pt x="2396" y="54404"/>
                    <a:pt x="2396" y="68474"/>
                  </a:cubicBezTo>
                  <a:cubicBezTo>
                    <a:pt x="2396" y="70202"/>
                    <a:pt x="-2995" y="67299"/>
                    <a:pt x="2396" y="68474"/>
                  </a:cubicBezTo>
                  <a:cubicBezTo>
                    <a:pt x="9411" y="85206"/>
                    <a:pt x="33081" y="128213"/>
                    <a:pt x="95315" y="142387"/>
                  </a:cubicBezTo>
                  <a:cubicBezTo>
                    <a:pt x="114493" y="146743"/>
                    <a:pt x="130526" y="160364"/>
                    <a:pt x="136470" y="179101"/>
                  </a:cubicBezTo>
                  <a:cubicBezTo>
                    <a:pt x="143553" y="201399"/>
                    <a:pt x="148184" y="228434"/>
                    <a:pt x="149082" y="261207"/>
                  </a:cubicBezTo>
                  <a:cubicBezTo>
                    <a:pt x="150810" y="322536"/>
                    <a:pt x="183603" y="342380"/>
                    <a:pt x="262769" y="342380"/>
                  </a:cubicBezTo>
                  <a:lnTo>
                    <a:pt x="336786" y="342380"/>
                  </a:lnTo>
                  <a:cubicBezTo>
                    <a:pt x="342176" y="318941"/>
                    <a:pt x="344630" y="285407"/>
                    <a:pt x="326661" y="248070"/>
                  </a:cubicBezTo>
                  <a:close/>
                </a:path>
              </a:pathLst>
            </a:custGeom>
            <a:solidFill>
              <a:srgbClr val="1D215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3" name="Google Shape;2233;g2800d3fcf52_16_920"/>
            <p:cNvSpPr/>
            <p:nvPr/>
          </p:nvSpPr>
          <p:spPr>
            <a:xfrm>
              <a:off x="11012925" y="4164332"/>
              <a:ext cx="385604" cy="322282"/>
            </a:xfrm>
            <a:custGeom>
              <a:avLst/>
              <a:gdLst/>
              <a:ahLst/>
              <a:cxnLst/>
              <a:rect l="l" t="t" r="r" b="b"/>
              <a:pathLst>
                <a:path w="385604" h="322282" extrusionOk="0">
                  <a:moveTo>
                    <a:pt x="0" y="322283"/>
                  </a:moveTo>
                  <a:lnTo>
                    <a:pt x="251250" y="25180"/>
                  </a:lnTo>
                  <a:cubicBezTo>
                    <a:pt x="280933" y="-7352"/>
                    <a:pt x="331764" y="-8527"/>
                    <a:pt x="362898" y="22621"/>
                  </a:cubicBezTo>
                  <a:lnTo>
                    <a:pt x="362898" y="22621"/>
                  </a:lnTo>
                  <a:cubicBezTo>
                    <a:pt x="392028" y="51765"/>
                    <a:pt x="393375" y="98781"/>
                    <a:pt x="365524" y="129135"/>
                  </a:cubicBezTo>
                  <a:cubicBezTo>
                    <a:pt x="302219" y="198138"/>
                    <a:pt x="192783" y="322248"/>
                    <a:pt x="0" y="322248"/>
                  </a:cubicBez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4" name="Google Shape;2234;g2800d3fcf52_16_920"/>
            <p:cNvSpPr/>
            <p:nvPr/>
          </p:nvSpPr>
          <p:spPr>
            <a:xfrm>
              <a:off x="10610538" y="3974895"/>
              <a:ext cx="308617" cy="258141"/>
            </a:xfrm>
            <a:custGeom>
              <a:avLst/>
              <a:gdLst/>
              <a:ahLst/>
              <a:cxnLst/>
              <a:rect l="l" t="t" r="r" b="b"/>
              <a:pathLst>
                <a:path w="308617" h="258141" extrusionOk="0">
                  <a:moveTo>
                    <a:pt x="298065" y="258142"/>
                  </a:moveTo>
                  <a:lnTo>
                    <a:pt x="129436" y="258142"/>
                  </a:lnTo>
                  <a:cubicBezTo>
                    <a:pt x="122076" y="258142"/>
                    <a:pt x="115372" y="253889"/>
                    <a:pt x="112262" y="247217"/>
                  </a:cubicBezTo>
                  <a:lnTo>
                    <a:pt x="684" y="10095"/>
                  </a:lnTo>
                  <a:cubicBezTo>
                    <a:pt x="-1528" y="5393"/>
                    <a:pt x="1893" y="0"/>
                    <a:pt x="7077" y="0"/>
                  </a:cubicBezTo>
                  <a:lnTo>
                    <a:pt x="182859" y="0"/>
                  </a:lnTo>
                  <a:cubicBezTo>
                    <a:pt x="189182" y="0"/>
                    <a:pt x="194918" y="3665"/>
                    <a:pt x="197614" y="9369"/>
                  </a:cubicBezTo>
                  <a:lnTo>
                    <a:pt x="307603" y="243103"/>
                  </a:lnTo>
                  <a:cubicBezTo>
                    <a:pt x="310885" y="250087"/>
                    <a:pt x="305806" y="258142"/>
                    <a:pt x="298065" y="2581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5" name="Google Shape;2235;g2800d3fcf52_16_920"/>
            <p:cNvSpPr/>
            <p:nvPr/>
          </p:nvSpPr>
          <p:spPr>
            <a:xfrm>
              <a:off x="10887698" y="4211845"/>
              <a:ext cx="215451" cy="274770"/>
            </a:xfrm>
            <a:custGeom>
              <a:avLst/>
              <a:gdLst/>
              <a:ahLst/>
              <a:cxnLst/>
              <a:rect l="l" t="t" r="r" b="b"/>
              <a:pathLst>
                <a:path w="215451" h="274770" extrusionOk="0">
                  <a:moveTo>
                    <a:pt x="125228" y="274770"/>
                  </a:moveTo>
                  <a:lnTo>
                    <a:pt x="0" y="0"/>
                  </a:lnTo>
                  <a:lnTo>
                    <a:pt x="53526" y="5842"/>
                  </a:lnTo>
                  <a:lnTo>
                    <a:pt x="215451" y="219215"/>
                  </a:lnTo>
                  <a:lnTo>
                    <a:pt x="125228" y="274770"/>
                  </a:ln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6" name="Google Shape;2236;g2800d3fcf52_16_920"/>
            <p:cNvSpPr/>
            <p:nvPr/>
          </p:nvSpPr>
          <p:spPr>
            <a:xfrm>
              <a:off x="10789319" y="4133714"/>
              <a:ext cx="153431" cy="99322"/>
            </a:xfrm>
            <a:custGeom>
              <a:avLst/>
              <a:gdLst/>
              <a:ahLst/>
              <a:cxnLst/>
              <a:rect l="l" t="t" r="r" b="b"/>
              <a:pathLst>
                <a:path w="153431" h="99322" extrusionOk="0">
                  <a:moveTo>
                    <a:pt x="23532" y="0"/>
                  </a:moveTo>
                  <a:lnTo>
                    <a:pt x="103596" y="30630"/>
                  </a:lnTo>
                  <a:lnTo>
                    <a:pt x="89187" y="0"/>
                  </a:lnTo>
                  <a:lnTo>
                    <a:pt x="102076" y="0"/>
                  </a:lnTo>
                  <a:lnTo>
                    <a:pt x="138290" y="31183"/>
                  </a:lnTo>
                  <a:cubicBezTo>
                    <a:pt x="149624" y="42868"/>
                    <a:pt x="155049" y="59047"/>
                    <a:pt x="153010" y="75226"/>
                  </a:cubicBezTo>
                  <a:lnTo>
                    <a:pt x="151904" y="83973"/>
                  </a:lnTo>
                  <a:lnTo>
                    <a:pt x="108054" y="99322"/>
                  </a:lnTo>
                  <a:lnTo>
                    <a:pt x="50416" y="62228"/>
                  </a:lnTo>
                  <a:cubicBezTo>
                    <a:pt x="27402" y="47397"/>
                    <a:pt x="9745" y="25617"/>
                    <a:pt x="0" y="0"/>
                  </a:cubicBezTo>
                  <a:lnTo>
                    <a:pt x="0" y="0"/>
                  </a:lnTo>
                  <a:cubicBezTo>
                    <a:pt x="0" y="0"/>
                    <a:pt x="23532" y="0"/>
                    <a:pt x="23532" y="0"/>
                  </a:cubicBez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7" name="Google Shape;2237;g2800d3fcf52_16_920"/>
            <p:cNvSpPr/>
            <p:nvPr/>
          </p:nvSpPr>
          <p:spPr>
            <a:xfrm>
              <a:off x="10942779" y="4181682"/>
              <a:ext cx="574236" cy="778694"/>
            </a:xfrm>
            <a:custGeom>
              <a:avLst/>
              <a:gdLst/>
              <a:ahLst/>
              <a:cxnLst/>
              <a:rect l="l" t="t" r="r" b="b"/>
              <a:pathLst>
                <a:path w="574236" h="778694" extrusionOk="0">
                  <a:moveTo>
                    <a:pt x="512452" y="39636"/>
                  </a:moveTo>
                  <a:lnTo>
                    <a:pt x="405815" y="389874"/>
                  </a:lnTo>
                  <a:cubicBezTo>
                    <a:pt x="399146" y="412484"/>
                    <a:pt x="395863" y="435923"/>
                    <a:pt x="396002" y="459500"/>
                  </a:cubicBezTo>
                  <a:lnTo>
                    <a:pt x="396485" y="535902"/>
                  </a:lnTo>
                  <a:cubicBezTo>
                    <a:pt x="396935" y="603730"/>
                    <a:pt x="342130" y="658975"/>
                    <a:pt x="274298" y="658975"/>
                  </a:cubicBezTo>
                  <a:lnTo>
                    <a:pt x="119664" y="658975"/>
                  </a:lnTo>
                  <a:cubicBezTo>
                    <a:pt x="53560" y="658975"/>
                    <a:pt x="0" y="712594"/>
                    <a:pt x="0" y="778694"/>
                  </a:cubicBezTo>
                  <a:lnTo>
                    <a:pt x="0" y="778694"/>
                  </a:lnTo>
                  <a:cubicBezTo>
                    <a:pt x="0" y="778694"/>
                    <a:pt x="297623" y="778694"/>
                    <a:pt x="297623" y="778694"/>
                  </a:cubicBezTo>
                  <a:cubicBezTo>
                    <a:pt x="384979" y="778694"/>
                    <a:pt x="455782" y="707858"/>
                    <a:pt x="455782" y="620463"/>
                  </a:cubicBezTo>
                  <a:lnTo>
                    <a:pt x="455782" y="469802"/>
                  </a:lnTo>
                  <a:cubicBezTo>
                    <a:pt x="455782" y="447608"/>
                    <a:pt x="458546" y="425517"/>
                    <a:pt x="464041" y="404048"/>
                  </a:cubicBezTo>
                  <a:lnTo>
                    <a:pt x="574237" y="709"/>
                  </a:lnTo>
                  <a:lnTo>
                    <a:pt x="574237" y="709"/>
                  </a:lnTo>
                  <a:cubicBezTo>
                    <a:pt x="546766" y="-3716"/>
                    <a:pt x="520296" y="12981"/>
                    <a:pt x="512452" y="39670"/>
                  </a:cubicBezTo>
                  <a:close/>
                </a:path>
              </a:pathLst>
            </a:custGeom>
            <a:solidFill>
              <a:srgbClr val="91939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8" name="Google Shape;2238;g2800d3fcf52_16_920"/>
            <p:cNvSpPr/>
            <p:nvPr/>
          </p:nvSpPr>
          <p:spPr>
            <a:xfrm>
              <a:off x="11094114" y="4497194"/>
              <a:ext cx="336824" cy="463147"/>
            </a:xfrm>
            <a:custGeom>
              <a:avLst/>
              <a:gdLst/>
              <a:ahLst/>
              <a:cxnLst/>
              <a:rect l="l" t="t" r="r" b="b"/>
              <a:pathLst>
                <a:path w="336824" h="463147" extrusionOk="0">
                  <a:moveTo>
                    <a:pt x="78214" y="463148"/>
                  </a:moveTo>
                  <a:lnTo>
                    <a:pt x="1606" y="89954"/>
                  </a:lnTo>
                  <a:cubicBezTo>
                    <a:pt x="-3025" y="67863"/>
                    <a:pt x="2469" y="45115"/>
                    <a:pt x="16672" y="27588"/>
                  </a:cubicBezTo>
                  <a:cubicBezTo>
                    <a:pt x="30908" y="10060"/>
                    <a:pt x="51987" y="0"/>
                    <a:pt x="74551" y="0"/>
                  </a:cubicBezTo>
                  <a:lnTo>
                    <a:pt x="336825" y="0"/>
                  </a:lnTo>
                  <a:lnTo>
                    <a:pt x="327426" y="36818"/>
                  </a:lnTo>
                  <a:lnTo>
                    <a:pt x="105271" y="36818"/>
                  </a:lnTo>
                  <a:cubicBezTo>
                    <a:pt x="93833" y="36818"/>
                    <a:pt x="83156" y="41900"/>
                    <a:pt x="75968" y="50785"/>
                  </a:cubicBezTo>
                  <a:cubicBezTo>
                    <a:pt x="68781" y="59670"/>
                    <a:pt x="65982" y="71182"/>
                    <a:pt x="68332" y="82348"/>
                  </a:cubicBezTo>
                  <a:lnTo>
                    <a:pt x="146530" y="463113"/>
                  </a:lnTo>
                  <a:lnTo>
                    <a:pt x="78214" y="463113"/>
                  </a:lnTo>
                  <a:close/>
                </a:path>
              </a:pathLst>
            </a:custGeom>
            <a:solidFill>
              <a:srgbClr val="BABCB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9" name="Google Shape;2239;g2800d3fcf52_16_920"/>
            <p:cNvSpPr/>
            <p:nvPr/>
          </p:nvSpPr>
          <p:spPr>
            <a:xfrm>
              <a:off x="11090256" y="3824097"/>
              <a:ext cx="379980" cy="358259"/>
            </a:xfrm>
            <a:custGeom>
              <a:avLst/>
              <a:gdLst/>
              <a:ahLst/>
              <a:cxnLst/>
              <a:rect l="l" t="t" r="r" b="b"/>
              <a:pathLst>
                <a:path w="379980" h="358259" extrusionOk="0">
                  <a:moveTo>
                    <a:pt x="12893" y="91025"/>
                  </a:moveTo>
                  <a:cubicBezTo>
                    <a:pt x="12893" y="91025"/>
                    <a:pt x="-4626" y="77439"/>
                    <a:pt x="1179" y="53274"/>
                  </a:cubicBezTo>
                  <a:cubicBezTo>
                    <a:pt x="6535" y="30941"/>
                    <a:pt x="28650" y="24926"/>
                    <a:pt x="43751" y="21918"/>
                  </a:cubicBezTo>
                  <a:cubicBezTo>
                    <a:pt x="58852" y="18945"/>
                    <a:pt x="62445" y="0"/>
                    <a:pt x="91472" y="0"/>
                  </a:cubicBezTo>
                  <a:cubicBezTo>
                    <a:pt x="124092" y="0"/>
                    <a:pt x="126234" y="23923"/>
                    <a:pt x="149524" y="21953"/>
                  </a:cubicBezTo>
                  <a:cubicBezTo>
                    <a:pt x="172296" y="20017"/>
                    <a:pt x="211516" y="28728"/>
                    <a:pt x="217978" y="65581"/>
                  </a:cubicBezTo>
                  <a:cubicBezTo>
                    <a:pt x="224440" y="102434"/>
                    <a:pt x="232076" y="118095"/>
                    <a:pt x="257232" y="127118"/>
                  </a:cubicBezTo>
                  <a:cubicBezTo>
                    <a:pt x="282389" y="136141"/>
                    <a:pt x="298526" y="156157"/>
                    <a:pt x="303674" y="196813"/>
                  </a:cubicBezTo>
                  <a:cubicBezTo>
                    <a:pt x="308823" y="237468"/>
                    <a:pt x="339370" y="243103"/>
                    <a:pt x="364319" y="266508"/>
                  </a:cubicBezTo>
                  <a:cubicBezTo>
                    <a:pt x="395280" y="295547"/>
                    <a:pt x="370781" y="358259"/>
                    <a:pt x="370781" y="358259"/>
                  </a:cubicBezTo>
                  <a:lnTo>
                    <a:pt x="279762" y="358259"/>
                  </a:lnTo>
                  <a:lnTo>
                    <a:pt x="115487" y="98078"/>
                  </a:lnTo>
                  <a:lnTo>
                    <a:pt x="12893" y="91025"/>
                  </a:lnTo>
                  <a:close/>
                </a:path>
              </a:pathLst>
            </a:custGeom>
            <a:solidFill>
              <a:srgbClr val="1D215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40" name="Google Shape;2240;g2800d3fcf52_16_920"/>
            <p:cNvSpPr/>
            <p:nvPr/>
          </p:nvSpPr>
          <p:spPr>
            <a:xfrm>
              <a:off x="10942191" y="4960341"/>
              <a:ext cx="93195" cy="434937"/>
            </a:xfrm>
            <a:custGeom>
              <a:avLst/>
              <a:gdLst/>
              <a:ahLst/>
              <a:cxnLst/>
              <a:rect l="l" t="t" r="r" b="b"/>
              <a:pathLst>
                <a:path w="93195" h="434937" extrusionOk="0">
                  <a:moveTo>
                    <a:pt x="0" y="0"/>
                  </a:moveTo>
                  <a:lnTo>
                    <a:pt x="0" y="434938"/>
                  </a:lnTo>
                  <a:lnTo>
                    <a:pt x="38736" y="434938"/>
                  </a:lnTo>
                  <a:lnTo>
                    <a:pt x="93195" y="0"/>
                  </a:lnTo>
                  <a:lnTo>
                    <a:pt x="0" y="0"/>
                  </a:lnTo>
                  <a:close/>
                </a:path>
              </a:pathLst>
            </a:custGeom>
            <a:solidFill>
              <a:srgbClr val="91939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241" name="Google Shape;2241;g2800d3fcf52_16_920"/>
          <p:cNvGrpSpPr/>
          <p:nvPr/>
        </p:nvGrpSpPr>
        <p:grpSpPr>
          <a:xfrm>
            <a:off x="4623286" y="5325421"/>
            <a:ext cx="343511" cy="343503"/>
            <a:chOff x="3822556" y="5087301"/>
            <a:chExt cx="611339" cy="557273"/>
          </a:xfrm>
        </p:grpSpPr>
        <p:sp>
          <p:nvSpPr>
            <p:cNvPr id="2242" name="Google Shape;2242;g2800d3fcf52_16_920"/>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43" name="Google Shape;2243;g2800d3fcf52_16_920"/>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44" name="Google Shape;2244;g2800d3fcf52_16_920"/>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245" name="Google Shape;2245;g2800d3fcf52_16_920"/>
          <p:cNvSpPr/>
          <p:nvPr/>
        </p:nvSpPr>
        <p:spPr>
          <a:xfrm>
            <a:off x="7160285" y="5301361"/>
            <a:ext cx="377671" cy="377671"/>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46" name="Google Shape;2246;g2800d3fcf52_16_920"/>
          <p:cNvSpPr/>
          <p:nvPr/>
        </p:nvSpPr>
        <p:spPr>
          <a:xfrm>
            <a:off x="5940741" y="5325402"/>
            <a:ext cx="307674" cy="34387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47" name="Google Shape;2247;g2800d3fcf52_16_920"/>
          <p:cNvSpPr/>
          <p:nvPr/>
        </p:nvSpPr>
        <p:spPr>
          <a:xfrm>
            <a:off x="4567338" y="2831760"/>
            <a:ext cx="379959" cy="343780"/>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248" name="Google Shape;2248;g2800d3fcf52_16_920"/>
          <p:cNvPicPr preferRelativeResize="0"/>
          <p:nvPr/>
        </p:nvPicPr>
        <p:blipFill rotWithShape="1">
          <a:blip r:embed="rId4">
            <a:alphaModFix/>
          </a:blip>
          <a:srcRect/>
          <a:stretch/>
        </p:blipFill>
        <p:spPr>
          <a:xfrm>
            <a:off x="5902428" y="2820191"/>
            <a:ext cx="383968" cy="371335"/>
          </a:xfrm>
          <a:prstGeom prst="rect">
            <a:avLst/>
          </a:prstGeom>
          <a:noFill/>
          <a:ln>
            <a:noFill/>
          </a:ln>
        </p:spPr>
      </p:pic>
      <p:sp>
        <p:nvSpPr>
          <p:cNvPr id="2249" name="Google Shape;2249;g2800d3fcf52_16_920"/>
          <p:cNvSpPr/>
          <p:nvPr/>
        </p:nvSpPr>
        <p:spPr>
          <a:xfrm>
            <a:off x="7159286" y="2812622"/>
            <a:ext cx="375427" cy="375691"/>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2250" name="Google Shape;2250;g2800d3fcf52_16_920"/>
          <p:cNvGrpSpPr/>
          <p:nvPr/>
        </p:nvGrpSpPr>
        <p:grpSpPr>
          <a:xfrm>
            <a:off x="5013162" y="3686994"/>
            <a:ext cx="257998" cy="353203"/>
            <a:chOff x="5000233" y="3506447"/>
            <a:chExt cx="283795" cy="388519"/>
          </a:xfrm>
        </p:grpSpPr>
        <p:sp>
          <p:nvSpPr>
            <p:cNvPr id="2251" name="Google Shape;2251;g2800d3fcf52_16_920"/>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2745"/>
              </a:schemeClr>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2252" name="Google Shape;2252;g2800d3fcf52_16_920"/>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843"/>
              </a:schemeClr>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2253" name="Google Shape;2253;g2800d3fcf52_16_920"/>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grpSp>
        <p:nvGrpSpPr>
          <p:cNvPr id="2254" name="Google Shape;2254;g2800d3fcf52_16_920"/>
          <p:cNvGrpSpPr/>
          <p:nvPr/>
        </p:nvGrpSpPr>
        <p:grpSpPr>
          <a:xfrm>
            <a:off x="6918180" y="3686994"/>
            <a:ext cx="257998" cy="353203"/>
            <a:chOff x="6905233" y="3506447"/>
            <a:chExt cx="283795" cy="388519"/>
          </a:xfrm>
        </p:grpSpPr>
        <p:sp>
          <p:nvSpPr>
            <p:cNvPr id="2255" name="Google Shape;2255;g2800d3fcf52_16_920"/>
            <p:cNvSpPr/>
            <p:nvPr/>
          </p:nvSpPr>
          <p:spPr>
            <a:xfrm rot="-5400000">
              <a:off x="6965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2745"/>
              </a:schemeClr>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2256" name="Google Shape;2256;g2800d3fcf52_16_920"/>
            <p:cNvSpPr/>
            <p:nvPr/>
          </p:nvSpPr>
          <p:spPr>
            <a:xfrm rot="-5400000">
              <a:off x="6965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7843"/>
              </a:schemeClr>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sp>
          <p:nvSpPr>
            <p:cNvPr id="2257" name="Google Shape;2257;g2800d3fcf52_16_920"/>
            <p:cNvSpPr/>
            <p:nvPr/>
          </p:nvSpPr>
          <p:spPr>
            <a:xfrm rot="-5400000">
              <a:off x="6965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5B84"/>
                </a:solidFill>
                <a:latin typeface="Arial"/>
                <a:ea typeface="Arial"/>
                <a:cs typeface="Arial"/>
                <a:sym typeface="Arial"/>
              </a:endParaRPr>
            </a:p>
          </p:txBody>
        </p:sp>
      </p:grpSp>
      <p:sp>
        <p:nvSpPr>
          <p:cNvPr id="2258" name="Google Shape;2258;g2800d3fcf52_16_920"/>
          <p:cNvSpPr txBox="1"/>
          <p:nvPr/>
        </p:nvSpPr>
        <p:spPr>
          <a:xfrm>
            <a:off x="3970092" y="3316231"/>
            <a:ext cx="1562400" cy="169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1100"/>
              <a:buFont typeface="Arial"/>
              <a:buNone/>
            </a:pPr>
            <a:r>
              <a:rPr lang="en-US" sz="1100" b="0" i="0" u="none" strike="noStrike" cap="none">
                <a:solidFill>
                  <a:srgbClr val="FFFFFF"/>
                </a:solidFill>
                <a:latin typeface="Arial"/>
                <a:ea typeface="Arial"/>
                <a:cs typeface="Arial"/>
                <a:sym typeface="Arial"/>
              </a:rPr>
              <a:t>AI / ML</a:t>
            </a:r>
            <a:endParaRPr sz="1400" b="0" i="0" u="none" strike="noStrike" cap="none">
              <a:solidFill>
                <a:srgbClr val="000000"/>
              </a:solidFill>
              <a:latin typeface="Arial"/>
              <a:ea typeface="Arial"/>
              <a:cs typeface="Arial"/>
              <a:sym typeface="Arial"/>
            </a:endParaRPr>
          </a:p>
        </p:txBody>
      </p:sp>
      <p:sp>
        <p:nvSpPr>
          <p:cNvPr id="2259" name="Google Shape;2259;g2800d3fcf52_16_920"/>
          <p:cNvSpPr txBox="1"/>
          <p:nvPr/>
        </p:nvSpPr>
        <p:spPr>
          <a:xfrm>
            <a:off x="6579141" y="3316231"/>
            <a:ext cx="1562400" cy="169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1100"/>
              <a:buFont typeface="Arial"/>
              <a:buNone/>
            </a:pPr>
            <a:r>
              <a:rPr lang="en-US" sz="1100" b="0" i="0" u="none" strike="noStrike" cap="none">
                <a:solidFill>
                  <a:srgbClr val="FFFFFF"/>
                </a:solidFill>
                <a:latin typeface="Arial"/>
                <a:ea typeface="Arial"/>
                <a:cs typeface="Arial"/>
                <a:sym typeface="Arial"/>
              </a:rPr>
              <a:t>Traditional VMs</a:t>
            </a:r>
            <a:endParaRPr sz="1400" b="0" i="0" u="none" strike="noStrike" cap="none">
              <a:solidFill>
                <a:srgbClr val="000000"/>
              </a:solidFill>
              <a:latin typeface="Arial"/>
              <a:ea typeface="Arial"/>
              <a:cs typeface="Arial"/>
              <a:sym typeface="Arial"/>
            </a:endParaRPr>
          </a:p>
        </p:txBody>
      </p:sp>
      <p:sp>
        <p:nvSpPr>
          <p:cNvPr id="2260" name="Google Shape;2260;g2800d3fcf52_16_920"/>
          <p:cNvSpPr txBox="1"/>
          <p:nvPr/>
        </p:nvSpPr>
        <p:spPr>
          <a:xfrm>
            <a:off x="5313198" y="3316231"/>
            <a:ext cx="1562400" cy="169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1100"/>
              <a:buFont typeface="Arial"/>
              <a:buNone/>
            </a:pPr>
            <a:r>
              <a:rPr lang="en-US" sz="1100" b="0" i="0" u="none" strike="noStrike" cap="none">
                <a:solidFill>
                  <a:srgbClr val="FFFFFF"/>
                </a:solidFill>
                <a:latin typeface="Arial"/>
                <a:ea typeface="Arial"/>
                <a:cs typeface="Arial"/>
                <a:sym typeface="Arial"/>
              </a:rPr>
              <a:t>K8s</a:t>
            </a:r>
            <a:endParaRPr sz="1400" b="0" i="0" u="none" strike="noStrike" cap="none">
              <a:solidFill>
                <a:srgbClr val="000000"/>
              </a:solidFill>
              <a:latin typeface="Arial"/>
              <a:ea typeface="Arial"/>
              <a:cs typeface="Arial"/>
              <a:sym typeface="Arial"/>
            </a:endParaRPr>
          </a:p>
        </p:txBody>
      </p:sp>
      <p:grpSp>
        <p:nvGrpSpPr>
          <p:cNvPr id="2261" name="Google Shape;2261;g2800d3fcf52_16_920"/>
          <p:cNvGrpSpPr/>
          <p:nvPr/>
        </p:nvGrpSpPr>
        <p:grpSpPr>
          <a:xfrm>
            <a:off x="2706119" y="4260584"/>
            <a:ext cx="1420500" cy="575851"/>
            <a:chOff x="2284701" y="4663879"/>
            <a:chExt cx="1420500" cy="575851"/>
          </a:xfrm>
        </p:grpSpPr>
        <p:sp>
          <p:nvSpPr>
            <p:cNvPr id="2262" name="Google Shape;2262;g2800d3fcf52_16_920"/>
            <p:cNvSpPr txBox="1"/>
            <p:nvPr/>
          </p:nvSpPr>
          <p:spPr>
            <a:xfrm>
              <a:off x="2284701" y="4962530"/>
              <a:ext cx="1420500" cy="277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lt1"/>
                </a:buClr>
                <a:buSzPts val="900"/>
                <a:buFont typeface="Arial"/>
                <a:buNone/>
              </a:pPr>
              <a:r>
                <a:rPr lang="en-US" sz="900" b="0" i="0" u="none" strike="noStrike" cap="none">
                  <a:solidFill>
                    <a:schemeClr val="lt1"/>
                  </a:solidFill>
                  <a:latin typeface="Arial"/>
                  <a:ea typeface="Arial"/>
                  <a:cs typeface="Arial"/>
                  <a:sym typeface="Arial"/>
                </a:rPr>
                <a:t>Capacity, Tenancy, Configuration</a:t>
              </a:r>
              <a:endParaRPr sz="1400" b="0" i="0" u="none" strike="noStrike" cap="none">
                <a:solidFill>
                  <a:srgbClr val="000000"/>
                </a:solidFill>
                <a:latin typeface="Arial"/>
                <a:ea typeface="Arial"/>
                <a:cs typeface="Arial"/>
                <a:sym typeface="Arial"/>
              </a:endParaRPr>
            </a:p>
          </p:txBody>
        </p:sp>
        <p:sp>
          <p:nvSpPr>
            <p:cNvPr id="2263" name="Google Shape;2263;g2800d3fcf52_16_920"/>
            <p:cNvSpPr txBox="1"/>
            <p:nvPr/>
          </p:nvSpPr>
          <p:spPr>
            <a:xfrm>
              <a:off x="2461314" y="4663879"/>
              <a:ext cx="1067100" cy="1692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chemeClr val="lt1"/>
                </a:buClr>
                <a:buSzPts val="1100"/>
                <a:buFont typeface="Arial"/>
                <a:buNone/>
              </a:pPr>
              <a:r>
                <a:rPr lang="en-US" sz="1100" b="0" i="0" u="none" strike="noStrike" cap="none">
                  <a:solidFill>
                    <a:schemeClr val="lt1"/>
                  </a:solidFill>
                  <a:latin typeface="Arial"/>
                  <a:ea typeface="Arial"/>
                  <a:cs typeface="Arial"/>
                  <a:sym typeface="Arial"/>
                </a:rPr>
                <a:t>MANAGE</a:t>
              </a:r>
              <a:endParaRPr sz="1400" b="0" i="0" u="none" strike="noStrike" cap="none">
                <a:solidFill>
                  <a:srgbClr val="000000"/>
                </a:solidFill>
                <a:latin typeface="Arial"/>
                <a:ea typeface="Arial"/>
                <a:cs typeface="Arial"/>
                <a:sym typeface="Arial"/>
              </a:endParaRPr>
            </a:p>
          </p:txBody>
        </p:sp>
        <p:cxnSp>
          <p:nvCxnSpPr>
            <p:cNvPr id="2264" name="Google Shape;2264;g2800d3fcf52_16_920"/>
            <p:cNvCxnSpPr/>
            <p:nvPr/>
          </p:nvCxnSpPr>
          <p:spPr>
            <a:xfrm rot="10800000">
              <a:off x="2431212" y="4895559"/>
              <a:ext cx="1133400" cy="0"/>
            </a:xfrm>
            <a:prstGeom prst="straightConnector1">
              <a:avLst/>
            </a:prstGeom>
            <a:noFill/>
            <a:ln w="9525" cap="sq" cmpd="sng">
              <a:solidFill>
                <a:schemeClr val="lt1"/>
              </a:solidFill>
              <a:prstDash val="solid"/>
              <a:miter lim="800000"/>
              <a:headEnd type="none" w="sm" len="sm"/>
              <a:tailEnd type="none" w="sm" len="sm"/>
            </a:ln>
          </p:spPr>
        </p:cxnSp>
      </p:grpSp>
      <p:grpSp>
        <p:nvGrpSpPr>
          <p:cNvPr id="2265" name="Google Shape;2265;g2800d3fcf52_16_920"/>
          <p:cNvGrpSpPr/>
          <p:nvPr/>
        </p:nvGrpSpPr>
        <p:grpSpPr>
          <a:xfrm>
            <a:off x="7841032" y="4260584"/>
            <a:ext cx="1718700" cy="575750"/>
            <a:chOff x="8333559" y="4663879"/>
            <a:chExt cx="1718700" cy="575750"/>
          </a:xfrm>
        </p:grpSpPr>
        <p:sp>
          <p:nvSpPr>
            <p:cNvPr id="2266" name="Google Shape;2266;g2800d3fcf52_16_920"/>
            <p:cNvSpPr txBox="1"/>
            <p:nvPr/>
          </p:nvSpPr>
          <p:spPr>
            <a:xfrm>
              <a:off x="8333559" y="4962630"/>
              <a:ext cx="1718700" cy="2769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lt1"/>
                </a:buClr>
                <a:buSzPts val="900"/>
                <a:buFont typeface="Arial"/>
                <a:buNone/>
              </a:pPr>
              <a:r>
                <a:rPr lang="en-US" sz="900" b="0" i="0" u="none" strike="noStrike" cap="none">
                  <a:solidFill>
                    <a:schemeClr val="lt1"/>
                  </a:solidFill>
                  <a:latin typeface="Arial"/>
                  <a:ea typeface="Arial"/>
                  <a:cs typeface="Arial"/>
                  <a:sym typeface="Arial"/>
                </a:rPr>
                <a:t>SRE Ops, Fleet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900"/>
                <a:buFont typeface="Arial"/>
                <a:buNone/>
              </a:pPr>
              <a:r>
                <a:rPr lang="en-US" sz="900" b="0" i="0" u="none" strike="noStrike" cap="none">
                  <a:solidFill>
                    <a:schemeClr val="lt1"/>
                  </a:solidFill>
                  <a:latin typeface="Arial"/>
                  <a:ea typeface="Arial"/>
                  <a:cs typeface="Arial"/>
                  <a:sym typeface="Arial"/>
                </a:rPr>
                <a:t>and Security Mgmt</a:t>
              </a:r>
              <a:endParaRPr sz="1400" b="0" i="0" u="none" strike="noStrike" cap="none">
                <a:solidFill>
                  <a:srgbClr val="000000"/>
                </a:solidFill>
                <a:latin typeface="Arial"/>
                <a:ea typeface="Arial"/>
                <a:cs typeface="Arial"/>
                <a:sym typeface="Arial"/>
              </a:endParaRPr>
            </a:p>
          </p:txBody>
        </p:sp>
        <p:sp>
          <p:nvSpPr>
            <p:cNvPr id="2267" name="Google Shape;2267;g2800d3fcf52_16_920"/>
            <p:cNvSpPr txBox="1"/>
            <p:nvPr/>
          </p:nvSpPr>
          <p:spPr>
            <a:xfrm>
              <a:off x="8411680" y="4663879"/>
              <a:ext cx="1562400" cy="1692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chemeClr val="lt1"/>
                </a:buClr>
                <a:buSzPts val="1100"/>
                <a:buFont typeface="Arial"/>
                <a:buNone/>
              </a:pPr>
              <a:r>
                <a:rPr lang="en-US" sz="1100" b="0" i="0" u="none" strike="noStrike" cap="none">
                  <a:solidFill>
                    <a:schemeClr val="lt1"/>
                  </a:solidFill>
                  <a:latin typeface="Arial"/>
                  <a:ea typeface="Arial"/>
                  <a:cs typeface="Arial"/>
                  <a:sym typeface="Arial"/>
                </a:rPr>
                <a:t>OPERATE</a:t>
              </a:r>
              <a:endParaRPr sz="1400" b="0" i="0" u="none" strike="noStrike" cap="none">
                <a:solidFill>
                  <a:srgbClr val="000000"/>
                </a:solidFill>
                <a:latin typeface="Arial"/>
                <a:ea typeface="Arial"/>
                <a:cs typeface="Arial"/>
                <a:sym typeface="Arial"/>
              </a:endParaRPr>
            </a:p>
          </p:txBody>
        </p:sp>
        <p:cxnSp>
          <p:nvCxnSpPr>
            <p:cNvPr id="2268" name="Google Shape;2268;g2800d3fcf52_16_920"/>
            <p:cNvCxnSpPr/>
            <p:nvPr/>
          </p:nvCxnSpPr>
          <p:spPr>
            <a:xfrm rot="10800000">
              <a:off x="8650857" y="4895559"/>
              <a:ext cx="1133400" cy="0"/>
            </a:xfrm>
            <a:prstGeom prst="straightConnector1">
              <a:avLst/>
            </a:prstGeom>
            <a:noFill/>
            <a:ln w="9525" cap="sq" cmpd="sng">
              <a:solidFill>
                <a:schemeClr val="lt1"/>
              </a:solidFill>
              <a:prstDash val="solid"/>
              <a:miter lim="800000"/>
              <a:headEnd type="none" w="sm" len="sm"/>
              <a:tailEnd type="none" w="sm" len="sm"/>
            </a:ln>
          </p:spPr>
        </p:cxnSp>
      </p:grpSp>
      <p:grpSp>
        <p:nvGrpSpPr>
          <p:cNvPr id="2269" name="Google Shape;2269;g2800d3fcf52_16_920"/>
          <p:cNvGrpSpPr/>
          <p:nvPr/>
        </p:nvGrpSpPr>
        <p:grpSpPr>
          <a:xfrm>
            <a:off x="2849561" y="2865032"/>
            <a:ext cx="1133400" cy="575128"/>
            <a:chOff x="2431212" y="2735100"/>
            <a:chExt cx="1133400" cy="575128"/>
          </a:xfrm>
        </p:grpSpPr>
        <p:sp>
          <p:nvSpPr>
            <p:cNvPr id="2270" name="Google Shape;2270;g2800d3fcf52_16_920"/>
            <p:cNvSpPr txBox="1"/>
            <p:nvPr/>
          </p:nvSpPr>
          <p:spPr>
            <a:xfrm>
              <a:off x="2461314" y="3033028"/>
              <a:ext cx="1067100" cy="277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lt1"/>
                </a:buClr>
                <a:buSzPts val="900"/>
                <a:buFont typeface="Arial"/>
                <a:buNone/>
              </a:pPr>
              <a:r>
                <a:rPr lang="en-US" sz="900" b="0" i="0" u="none" strike="noStrike" cap="none">
                  <a:solidFill>
                    <a:schemeClr val="lt1"/>
                  </a:solidFill>
                  <a:latin typeface="Arial"/>
                  <a:ea typeface="Arial"/>
                  <a:cs typeface="Arial"/>
                  <a:sym typeface="Arial"/>
                </a:rPr>
                <a:t>Tenant Mgmt, Content</a:t>
              </a:r>
              <a:endParaRPr sz="1400" b="0" i="0" u="none" strike="noStrike" cap="none">
                <a:solidFill>
                  <a:srgbClr val="000000"/>
                </a:solidFill>
                <a:latin typeface="Arial"/>
                <a:ea typeface="Arial"/>
                <a:cs typeface="Arial"/>
                <a:sym typeface="Arial"/>
              </a:endParaRPr>
            </a:p>
          </p:txBody>
        </p:sp>
        <p:sp>
          <p:nvSpPr>
            <p:cNvPr id="2271" name="Google Shape;2271;g2800d3fcf52_16_920"/>
            <p:cNvSpPr txBox="1"/>
            <p:nvPr/>
          </p:nvSpPr>
          <p:spPr>
            <a:xfrm>
              <a:off x="2461314" y="2735100"/>
              <a:ext cx="1067100" cy="1692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chemeClr val="lt1"/>
                </a:buClr>
                <a:buSzPts val="1100"/>
                <a:buFont typeface="Arial"/>
                <a:buNone/>
              </a:pPr>
              <a:r>
                <a:rPr lang="en-US" sz="1100" b="0" i="0" u="none" strike="noStrike" cap="none">
                  <a:solidFill>
                    <a:schemeClr val="lt1"/>
                  </a:solidFill>
                  <a:latin typeface="Arial"/>
                  <a:ea typeface="Arial"/>
                  <a:cs typeface="Arial"/>
                  <a:sym typeface="Arial"/>
                </a:rPr>
                <a:t>MANAGE</a:t>
              </a:r>
              <a:endParaRPr sz="1400" b="0" i="0" u="none" strike="noStrike" cap="none">
                <a:solidFill>
                  <a:srgbClr val="000000"/>
                </a:solidFill>
                <a:latin typeface="Arial"/>
                <a:ea typeface="Arial"/>
                <a:cs typeface="Arial"/>
                <a:sym typeface="Arial"/>
              </a:endParaRPr>
            </a:p>
          </p:txBody>
        </p:sp>
        <p:cxnSp>
          <p:nvCxnSpPr>
            <p:cNvPr id="2272" name="Google Shape;2272;g2800d3fcf52_16_920"/>
            <p:cNvCxnSpPr/>
            <p:nvPr/>
          </p:nvCxnSpPr>
          <p:spPr>
            <a:xfrm rot="10800000">
              <a:off x="2431212" y="2967557"/>
              <a:ext cx="1133400" cy="0"/>
            </a:xfrm>
            <a:prstGeom prst="straightConnector1">
              <a:avLst/>
            </a:prstGeom>
            <a:noFill/>
            <a:ln w="9525" cap="sq" cmpd="sng">
              <a:solidFill>
                <a:schemeClr val="lt1"/>
              </a:solidFill>
              <a:prstDash val="solid"/>
              <a:miter lim="800000"/>
              <a:headEnd type="none" w="sm" len="sm"/>
              <a:tailEnd type="none" w="sm" len="sm"/>
            </a:ln>
          </p:spPr>
        </p:cxnSp>
      </p:grpSp>
      <p:grpSp>
        <p:nvGrpSpPr>
          <p:cNvPr id="2273" name="Google Shape;2273;g2800d3fcf52_16_920"/>
          <p:cNvGrpSpPr/>
          <p:nvPr/>
        </p:nvGrpSpPr>
        <p:grpSpPr>
          <a:xfrm>
            <a:off x="7919153" y="2865032"/>
            <a:ext cx="1562400" cy="575128"/>
            <a:chOff x="8411680" y="2735100"/>
            <a:chExt cx="1562400" cy="575128"/>
          </a:xfrm>
        </p:grpSpPr>
        <p:sp>
          <p:nvSpPr>
            <p:cNvPr id="2274" name="Google Shape;2274;g2800d3fcf52_16_920"/>
            <p:cNvSpPr txBox="1"/>
            <p:nvPr/>
          </p:nvSpPr>
          <p:spPr>
            <a:xfrm>
              <a:off x="8411680" y="3033028"/>
              <a:ext cx="1562400" cy="277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lt1"/>
                </a:buClr>
                <a:buSzPts val="900"/>
                <a:buFont typeface="Arial"/>
                <a:buNone/>
              </a:pPr>
              <a:r>
                <a:rPr lang="en-US" sz="900" b="0" i="0" u="none" strike="noStrike" cap="none">
                  <a:solidFill>
                    <a:schemeClr val="lt1"/>
                  </a:solidFill>
                  <a:latin typeface="Arial"/>
                  <a:ea typeface="Arial"/>
                  <a:cs typeface="Arial"/>
                  <a:sym typeface="Arial"/>
                </a:rPr>
                <a:t>Service Catalog, Orchestration, Apps</a:t>
              </a:r>
              <a:endParaRPr sz="1400" b="0" i="0" u="none" strike="noStrike" cap="none">
                <a:solidFill>
                  <a:srgbClr val="000000"/>
                </a:solidFill>
                <a:latin typeface="Arial"/>
                <a:ea typeface="Arial"/>
                <a:cs typeface="Arial"/>
                <a:sym typeface="Arial"/>
              </a:endParaRPr>
            </a:p>
          </p:txBody>
        </p:sp>
        <p:sp>
          <p:nvSpPr>
            <p:cNvPr id="2275" name="Google Shape;2275;g2800d3fcf52_16_920"/>
            <p:cNvSpPr txBox="1"/>
            <p:nvPr/>
          </p:nvSpPr>
          <p:spPr>
            <a:xfrm>
              <a:off x="8411680" y="2735100"/>
              <a:ext cx="1562400" cy="1692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chemeClr val="lt1"/>
                </a:buClr>
                <a:buSzPts val="1100"/>
                <a:buFont typeface="Arial"/>
                <a:buNone/>
              </a:pPr>
              <a:r>
                <a:rPr lang="en-US" sz="1100" b="0" i="0" u="none" strike="noStrike" cap="none">
                  <a:solidFill>
                    <a:schemeClr val="lt1"/>
                  </a:solidFill>
                  <a:latin typeface="Arial"/>
                  <a:ea typeface="Arial"/>
                  <a:cs typeface="Arial"/>
                  <a:sym typeface="Arial"/>
                </a:rPr>
                <a:t>OPERATE</a:t>
              </a:r>
              <a:endParaRPr sz="1400" b="0" i="0" u="none" strike="noStrike" cap="none">
                <a:solidFill>
                  <a:srgbClr val="000000"/>
                </a:solidFill>
                <a:latin typeface="Arial"/>
                <a:ea typeface="Arial"/>
                <a:cs typeface="Arial"/>
                <a:sym typeface="Arial"/>
              </a:endParaRPr>
            </a:p>
          </p:txBody>
        </p:sp>
        <p:cxnSp>
          <p:nvCxnSpPr>
            <p:cNvPr id="2276" name="Google Shape;2276;g2800d3fcf52_16_920"/>
            <p:cNvCxnSpPr/>
            <p:nvPr/>
          </p:nvCxnSpPr>
          <p:spPr>
            <a:xfrm rot="10800000">
              <a:off x="8650857" y="2967557"/>
              <a:ext cx="1133400" cy="0"/>
            </a:xfrm>
            <a:prstGeom prst="straightConnector1">
              <a:avLst/>
            </a:prstGeom>
            <a:noFill/>
            <a:ln w="9525" cap="sq" cmpd="sng">
              <a:solidFill>
                <a:schemeClr val="lt1"/>
              </a:solidFill>
              <a:prstDash val="solid"/>
              <a:miter lim="800000"/>
              <a:headEnd type="none" w="sm" len="sm"/>
              <a:tailEnd type="none" w="sm" len="sm"/>
            </a:ln>
          </p:spPr>
        </p:cxnSp>
      </p:grpSp>
      <p:sp>
        <p:nvSpPr>
          <p:cNvPr id="2277" name="Google Shape;2277;g2800d3fcf52_16_920"/>
          <p:cNvSpPr txBox="1"/>
          <p:nvPr/>
        </p:nvSpPr>
        <p:spPr>
          <a:xfrm>
            <a:off x="406142" y="5575915"/>
            <a:ext cx="1013400" cy="2862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CLOUD ADMIN</a:t>
            </a:r>
            <a:endParaRPr sz="1400" b="0" i="0" u="none" strike="noStrike" cap="none">
              <a:solidFill>
                <a:srgbClr val="000000"/>
              </a:solidFill>
              <a:latin typeface="Arial"/>
              <a:ea typeface="Arial"/>
              <a:cs typeface="Arial"/>
              <a:sym typeface="Arial"/>
            </a:endParaRPr>
          </a:p>
        </p:txBody>
      </p:sp>
      <p:sp>
        <p:nvSpPr>
          <p:cNvPr id="2278" name="Google Shape;2278;g2800d3fcf52_16_920"/>
          <p:cNvSpPr txBox="1"/>
          <p:nvPr/>
        </p:nvSpPr>
        <p:spPr>
          <a:xfrm>
            <a:off x="10054078" y="3897038"/>
            <a:ext cx="1597800" cy="410522"/>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000000"/>
              </a:buClr>
              <a:buSzPts val="800"/>
              <a:buFont typeface="Arial"/>
              <a:buNone/>
            </a:pPr>
            <a:r>
              <a:rPr lang="en-US" sz="1000" b="1" i="0" u="none" strike="noStrike" cap="none">
                <a:solidFill>
                  <a:srgbClr val="3F3F3F"/>
                </a:solidFill>
                <a:latin typeface="Arial"/>
                <a:ea typeface="Arial"/>
                <a:cs typeface="Arial"/>
                <a:sym typeface="Arial"/>
              </a:rPr>
              <a:t>DEVOPS</a:t>
            </a:r>
            <a:endParaRPr sz="1000" b="0" i="0" u="none" strike="noStrike" cap="none">
              <a:solidFill>
                <a:srgbClr val="000000"/>
              </a:solidFill>
              <a:latin typeface="Arial"/>
              <a:ea typeface="Arial"/>
              <a:cs typeface="Arial"/>
              <a:sym typeface="Arial"/>
            </a:endParaRPr>
          </a:p>
          <a:p>
            <a:pPr marL="0" marR="0" lvl="0" indent="0" algn="r" rtl="0">
              <a:lnSpc>
                <a:spcPct val="110000"/>
              </a:lnSpc>
              <a:spcBef>
                <a:spcPts val="0"/>
              </a:spcBef>
              <a:spcAft>
                <a:spcPts val="0"/>
              </a:spcAft>
              <a:buClr>
                <a:srgbClr val="000000"/>
              </a:buClr>
              <a:buSzPts val="800"/>
              <a:buFont typeface="Arial"/>
              <a:buNone/>
            </a:pPr>
            <a:r>
              <a:rPr lang="en-US" sz="1000" b="1" i="0" u="none" strike="noStrike" cap="none">
                <a:solidFill>
                  <a:srgbClr val="3F3F3F"/>
                </a:solidFill>
                <a:latin typeface="Arial"/>
                <a:ea typeface="Arial"/>
                <a:cs typeface="Arial"/>
                <a:sym typeface="Arial"/>
              </a:rPr>
              <a:t>PLATFORM ENGINEER</a:t>
            </a:r>
            <a:endParaRPr sz="1000" b="0" i="0" u="none" strike="noStrike" cap="none">
              <a:solidFill>
                <a:srgbClr val="000000"/>
              </a:solidFill>
              <a:latin typeface="Arial"/>
              <a:ea typeface="Arial"/>
              <a:cs typeface="Arial"/>
              <a:sym typeface="Arial"/>
            </a:endParaRPr>
          </a:p>
        </p:txBody>
      </p:sp>
      <p:sp>
        <p:nvSpPr>
          <p:cNvPr id="2279" name="Google Shape;2279;g2800d3fcf52_16_920"/>
          <p:cNvSpPr txBox="1"/>
          <p:nvPr/>
        </p:nvSpPr>
        <p:spPr>
          <a:xfrm>
            <a:off x="5780708" y="6542900"/>
            <a:ext cx="6093000" cy="338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
        <p:nvSpPr>
          <p:cNvPr id="2280" name="Google Shape;2280;g2800d3fcf52_16_920"/>
          <p:cNvSpPr txBox="1"/>
          <p:nvPr/>
        </p:nvSpPr>
        <p:spPr>
          <a:xfrm>
            <a:off x="2756979" y="2052555"/>
            <a:ext cx="962700" cy="2492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Private</a:t>
            </a:r>
            <a:br>
              <a:rPr lang="en-US" sz="900" b="0" i="0" u="none" strike="noStrike" cap="none">
                <a:solidFill>
                  <a:schemeClr val="dk1"/>
                </a:solidFill>
                <a:latin typeface="Arial"/>
                <a:ea typeface="Arial"/>
                <a:cs typeface="Arial"/>
                <a:sym typeface="Arial"/>
              </a:rPr>
            </a:br>
            <a:r>
              <a:rPr lang="en-US" sz="900" b="0" i="0" u="none" strike="noStrike" cap="none">
                <a:solidFill>
                  <a:schemeClr val="dk1"/>
                </a:solidFill>
                <a:latin typeface="Arial"/>
                <a:ea typeface="Arial"/>
                <a:cs typeface="Arial"/>
                <a:sym typeface="Arial"/>
              </a:rPr>
              <a:t>AI</a:t>
            </a:r>
            <a:endParaRPr sz="900" b="0" i="0" u="none" strike="noStrike" cap="none">
              <a:solidFill>
                <a:srgbClr val="000000"/>
              </a:solidFill>
              <a:latin typeface="Arial"/>
              <a:ea typeface="Arial"/>
              <a:cs typeface="Arial"/>
              <a:sym typeface="Arial"/>
            </a:endParaRPr>
          </a:p>
        </p:txBody>
      </p:sp>
      <p:sp>
        <p:nvSpPr>
          <p:cNvPr id="2281" name="Google Shape;2281;g2800d3fcf52_16_920"/>
          <p:cNvSpPr txBox="1"/>
          <p:nvPr/>
        </p:nvSpPr>
        <p:spPr>
          <a:xfrm>
            <a:off x="3514136" y="2052555"/>
            <a:ext cx="1059000" cy="2492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Disaster</a:t>
            </a:r>
            <a:endParaRPr sz="9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Recovery</a:t>
            </a:r>
            <a:endParaRPr sz="900" b="0" i="0" u="none" strike="noStrike" cap="none">
              <a:solidFill>
                <a:srgbClr val="000000"/>
              </a:solidFill>
              <a:latin typeface="Arial"/>
              <a:ea typeface="Arial"/>
              <a:cs typeface="Arial"/>
              <a:sym typeface="Arial"/>
            </a:endParaRPr>
          </a:p>
        </p:txBody>
      </p:sp>
      <p:sp>
        <p:nvSpPr>
          <p:cNvPr id="2282" name="Google Shape;2282;g2800d3fcf52_16_920"/>
          <p:cNvSpPr txBox="1"/>
          <p:nvPr/>
        </p:nvSpPr>
        <p:spPr>
          <a:xfrm>
            <a:off x="4365747" y="2052555"/>
            <a:ext cx="962700" cy="2492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Advanced </a:t>
            </a:r>
            <a:endParaRPr sz="900" b="0" i="0" u="none" strike="noStrike" cap="none">
              <a:solidFill>
                <a:schemeClr val="dk1"/>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Security</a:t>
            </a:r>
            <a:endParaRPr sz="900" b="0" i="0" u="none" strike="noStrike" cap="none">
              <a:solidFill>
                <a:srgbClr val="000000"/>
              </a:solidFill>
              <a:latin typeface="Arial"/>
              <a:ea typeface="Arial"/>
              <a:cs typeface="Arial"/>
              <a:sym typeface="Arial"/>
            </a:endParaRPr>
          </a:p>
        </p:txBody>
      </p:sp>
      <p:sp>
        <p:nvSpPr>
          <p:cNvPr id="2283" name="Google Shape;2283;g2800d3fcf52_16_920"/>
          <p:cNvSpPr txBox="1"/>
          <p:nvPr/>
        </p:nvSpPr>
        <p:spPr>
          <a:xfrm>
            <a:off x="6741106" y="2052555"/>
            <a:ext cx="962700" cy="2492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Data </a:t>
            </a:r>
            <a:br>
              <a:rPr lang="en-US" sz="900" b="0" i="0" u="none" strike="noStrike" cap="none">
                <a:solidFill>
                  <a:schemeClr val="dk1"/>
                </a:solidFill>
                <a:latin typeface="Arial"/>
                <a:ea typeface="Arial"/>
                <a:cs typeface="Arial"/>
                <a:sym typeface="Arial"/>
              </a:rPr>
            </a:br>
            <a:r>
              <a:rPr lang="en-US" sz="900" b="0" i="0" u="none" strike="noStrike" cap="none">
                <a:solidFill>
                  <a:schemeClr val="dk1"/>
                </a:solidFill>
                <a:latin typeface="Arial"/>
                <a:ea typeface="Arial"/>
                <a:cs typeface="Arial"/>
                <a:sym typeface="Arial"/>
              </a:rPr>
              <a:t>Services</a:t>
            </a:r>
            <a:endParaRPr sz="900" b="0" i="0" u="none" strike="noStrike" cap="none">
              <a:solidFill>
                <a:srgbClr val="000000"/>
              </a:solidFill>
              <a:latin typeface="Arial"/>
              <a:ea typeface="Arial"/>
              <a:cs typeface="Arial"/>
              <a:sym typeface="Arial"/>
            </a:endParaRPr>
          </a:p>
        </p:txBody>
      </p:sp>
      <p:sp>
        <p:nvSpPr>
          <p:cNvPr id="2284" name="Google Shape;2284;g2800d3fcf52_16_920"/>
          <p:cNvSpPr txBox="1"/>
          <p:nvPr/>
        </p:nvSpPr>
        <p:spPr>
          <a:xfrm>
            <a:off x="7615051" y="2052555"/>
            <a:ext cx="962700" cy="2492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Edge</a:t>
            </a:r>
            <a:endParaRPr sz="9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Orchestration</a:t>
            </a:r>
            <a:endParaRPr sz="900" b="0" i="0" u="none" strike="noStrike" cap="none">
              <a:solidFill>
                <a:srgbClr val="000000"/>
              </a:solidFill>
              <a:latin typeface="Arial"/>
              <a:ea typeface="Arial"/>
              <a:cs typeface="Arial"/>
              <a:sym typeface="Arial"/>
            </a:endParaRPr>
          </a:p>
        </p:txBody>
      </p:sp>
      <p:sp>
        <p:nvSpPr>
          <p:cNvPr id="2285" name="Google Shape;2285;g2800d3fcf52_16_920"/>
          <p:cNvSpPr txBox="1"/>
          <p:nvPr/>
        </p:nvSpPr>
        <p:spPr>
          <a:xfrm>
            <a:off x="8440239" y="2052555"/>
            <a:ext cx="1059000" cy="2492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Workload Automation</a:t>
            </a:r>
            <a:endParaRPr sz="900" b="0" i="0" u="none" strike="noStrike" cap="none">
              <a:solidFill>
                <a:srgbClr val="000000"/>
              </a:solidFill>
              <a:latin typeface="Arial"/>
              <a:ea typeface="Arial"/>
              <a:cs typeface="Arial"/>
              <a:sym typeface="Arial"/>
            </a:endParaRPr>
          </a:p>
        </p:txBody>
      </p:sp>
      <p:sp>
        <p:nvSpPr>
          <p:cNvPr id="2286" name="Google Shape;2286;g2800d3fcf52_16_920"/>
          <p:cNvSpPr txBox="1"/>
          <p:nvPr/>
        </p:nvSpPr>
        <p:spPr>
          <a:xfrm>
            <a:off x="5945440" y="2052555"/>
            <a:ext cx="962700" cy="2492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Container Operations</a:t>
            </a:r>
            <a:endParaRPr sz="900" b="0" i="0" u="none" strike="noStrike" cap="none">
              <a:solidFill>
                <a:srgbClr val="000000"/>
              </a:solidFill>
              <a:latin typeface="Arial"/>
              <a:ea typeface="Arial"/>
              <a:cs typeface="Arial"/>
              <a:sym typeface="Arial"/>
            </a:endParaRPr>
          </a:p>
        </p:txBody>
      </p:sp>
      <p:sp>
        <p:nvSpPr>
          <p:cNvPr id="2287" name="Google Shape;2287;g2800d3fcf52_16_920"/>
          <p:cNvSpPr txBox="1"/>
          <p:nvPr/>
        </p:nvSpPr>
        <p:spPr>
          <a:xfrm>
            <a:off x="5184234" y="2052555"/>
            <a:ext cx="915000" cy="2492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900" b="0" i="0" u="none" strike="noStrike" cap="none">
                <a:solidFill>
                  <a:schemeClr val="dk1"/>
                </a:solidFill>
                <a:latin typeface="Arial"/>
                <a:ea typeface="Arial"/>
                <a:cs typeface="Arial"/>
                <a:sym typeface="Arial"/>
              </a:rPr>
              <a:t>Load </a:t>
            </a:r>
            <a:br>
              <a:rPr lang="en-US" sz="900" b="0" i="0" u="none" strike="noStrike" cap="none">
                <a:solidFill>
                  <a:schemeClr val="dk1"/>
                </a:solidFill>
                <a:latin typeface="Arial"/>
                <a:ea typeface="Arial"/>
                <a:cs typeface="Arial"/>
                <a:sym typeface="Arial"/>
              </a:rPr>
            </a:br>
            <a:r>
              <a:rPr lang="en-US" sz="900" b="0" i="0" u="none" strike="noStrike" cap="none">
                <a:solidFill>
                  <a:schemeClr val="dk1"/>
                </a:solidFill>
                <a:latin typeface="Arial"/>
                <a:ea typeface="Arial"/>
                <a:cs typeface="Arial"/>
                <a:sym typeface="Arial"/>
              </a:rPr>
              <a:t>Balancing </a:t>
            </a:r>
            <a:endParaRPr sz="900" b="0" i="0" u="none" strike="noStrike" cap="none">
              <a:solidFill>
                <a:srgbClr val="000000"/>
              </a:solidFill>
              <a:latin typeface="Arial"/>
              <a:ea typeface="Arial"/>
              <a:cs typeface="Arial"/>
              <a:sym typeface="Arial"/>
            </a:endParaRPr>
          </a:p>
        </p:txBody>
      </p:sp>
      <p:pic>
        <p:nvPicPr>
          <p:cNvPr id="2288" name="Google Shape;2288;g2800d3fcf52_16_920"/>
          <p:cNvPicPr preferRelativeResize="0"/>
          <p:nvPr/>
        </p:nvPicPr>
        <p:blipFill rotWithShape="1">
          <a:blip r:embed="rId5">
            <a:alphaModFix/>
          </a:blip>
          <a:srcRect/>
          <a:stretch/>
        </p:blipFill>
        <p:spPr>
          <a:xfrm>
            <a:off x="3847479" y="1550441"/>
            <a:ext cx="372707" cy="372707"/>
          </a:xfrm>
          <a:prstGeom prst="rect">
            <a:avLst/>
          </a:prstGeom>
          <a:noFill/>
          <a:ln>
            <a:noFill/>
          </a:ln>
        </p:spPr>
      </p:pic>
      <p:pic>
        <p:nvPicPr>
          <p:cNvPr id="2289" name="Google Shape;2289;g2800d3fcf52_16_920"/>
          <p:cNvPicPr preferRelativeResize="0"/>
          <p:nvPr/>
        </p:nvPicPr>
        <p:blipFill rotWithShape="1">
          <a:blip r:embed="rId6">
            <a:alphaModFix/>
          </a:blip>
          <a:srcRect/>
          <a:stretch/>
        </p:blipFill>
        <p:spPr>
          <a:xfrm>
            <a:off x="5439251" y="1529941"/>
            <a:ext cx="413706" cy="413706"/>
          </a:xfrm>
          <a:prstGeom prst="rect">
            <a:avLst/>
          </a:prstGeom>
          <a:noFill/>
          <a:ln>
            <a:noFill/>
          </a:ln>
        </p:spPr>
      </p:pic>
      <p:pic>
        <p:nvPicPr>
          <p:cNvPr id="2290" name="Google Shape;2290;g2800d3fcf52_16_920"/>
          <p:cNvPicPr preferRelativeResize="0"/>
          <p:nvPr/>
        </p:nvPicPr>
        <p:blipFill rotWithShape="1">
          <a:blip r:embed="rId7">
            <a:alphaModFix/>
          </a:blip>
          <a:srcRect/>
          <a:stretch/>
        </p:blipFill>
        <p:spPr>
          <a:xfrm>
            <a:off x="3019659" y="1524963"/>
            <a:ext cx="437325" cy="423659"/>
          </a:xfrm>
          <a:prstGeom prst="rect">
            <a:avLst/>
          </a:prstGeom>
          <a:noFill/>
          <a:ln>
            <a:noFill/>
          </a:ln>
        </p:spPr>
      </p:pic>
      <p:pic>
        <p:nvPicPr>
          <p:cNvPr id="2291" name="Google Shape;2291;g2800d3fcf52_16_920"/>
          <p:cNvPicPr preferRelativeResize="0"/>
          <p:nvPr/>
        </p:nvPicPr>
        <p:blipFill rotWithShape="1">
          <a:blip r:embed="rId8">
            <a:alphaModFix/>
          </a:blip>
          <a:srcRect/>
          <a:stretch/>
        </p:blipFill>
        <p:spPr>
          <a:xfrm>
            <a:off x="4609263" y="1498525"/>
            <a:ext cx="440875" cy="494308"/>
          </a:xfrm>
          <a:prstGeom prst="rect">
            <a:avLst/>
          </a:prstGeom>
          <a:noFill/>
          <a:ln>
            <a:noFill/>
          </a:ln>
        </p:spPr>
      </p:pic>
      <p:pic>
        <p:nvPicPr>
          <p:cNvPr id="2292" name="Google Shape;2292;g2800d3fcf52_16_920"/>
          <p:cNvPicPr preferRelativeResize="0"/>
          <p:nvPr/>
        </p:nvPicPr>
        <p:blipFill rotWithShape="1">
          <a:blip r:embed="rId9">
            <a:alphaModFix/>
          </a:blip>
          <a:srcRect/>
          <a:stretch/>
        </p:blipFill>
        <p:spPr>
          <a:xfrm>
            <a:off x="6217374" y="1537413"/>
            <a:ext cx="410475" cy="398742"/>
          </a:xfrm>
          <a:prstGeom prst="rect">
            <a:avLst/>
          </a:prstGeom>
          <a:noFill/>
          <a:ln>
            <a:noFill/>
          </a:ln>
        </p:spPr>
      </p:pic>
      <p:pic>
        <p:nvPicPr>
          <p:cNvPr id="2293" name="Google Shape;2293;g2800d3fcf52_16_920"/>
          <p:cNvPicPr preferRelativeResize="0"/>
          <p:nvPr/>
        </p:nvPicPr>
        <p:blipFill rotWithShape="1">
          <a:blip r:embed="rId10">
            <a:alphaModFix/>
          </a:blip>
          <a:srcRect/>
          <a:stretch/>
        </p:blipFill>
        <p:spPr>
          <a:xfrm>
            <a:off x="8762895" y="1568400"/>
            <a:ext cx="413700" cy="413700"/>
          </a:xfrm>
          <a:prstGeom prst="rect">
            <a:avLst/>
          </a:prstGeom>
          <a:noFill/>
          <a:ln>
            <a:noFill/>
          </a:ln>
        </p:spPr>
      </p:pic>
      <p:pic>
        <p:nvPicPr>
          <p:cNvPr id="2294" name="Google Shape;2294;g2800d3fcf52_16_920"/>
          <p:cNvPicPr preferRelativeResize="0"/>
          <p:nvPr/>
        </p:nvPicPr>
        <p:blipFill rotWithShape="1">
          <a:blip r:embed="rId11">
            <a:alphaModFix/>
          </a:blip>
          <a:srcRect/>
          <a:stretch/>
        </p:blipFill>
        <p:spPr>
          <a:xfrm>
            <a:off x="7901121" y="1544763"/>
            <a:ext cx="437325" cy="437325"/>
          </a:xfrm>
          <a:prstGeom prst="rect">
            <a:avLst/>
          </a:prstGeom>
          <a:noFill/>
          <a:ln>
            <a:noFill/>
          </a:ln>
        </p:spPr>
      </p:pic>
      <p:pic>
        <p:nvPicPr>
          <p:cNvPr id="2295" name="Google Shape;2295;g2800d3fcf52_16_920"/>
          <p:cNvPicPr preferRelativeResize="0"/>
          <p:nvPr/>
        </p:nvPicPr>
        <p:blipFill rotWithShape="1">
          <a:blip r:embed="rId12">
            <a:alphaModFix/>
          </a:blip>
          <a:srcRect/>
          <a:stretch/>
        </p:blipFill>
        <p:spPr>
          <a:xfrm>
            <a:off x="6968247" y="1517475"/>
            <a:ext cx="508423" cy="4943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00"/>
        <p:cNvGrpSpPr/>
        <p:nvPr/>
      </p:nvGrpSpPr>
      <p:grpSpPr>
        <a:xfrm>
          <a:off x="0" y="0"/>
          <a:ext cx="0" cy="0"/>
          <a:chOff x="0" y="0"/>
          <a:chExt cx="0" cy="0"/>
        </a:xfrm>
      </p:grpSpPr>
      <p:pic>
        <p:nvPicPr>
          <p:cNvPr id="2301" name="Google Shape;2301;p10"/>
          <p:cNvPicPr preferRelativeResize="0"/>
          <p:nvPr/>
        </p:nvPicPr>
        <p:blipFill rotWithShape="1">
          <a:blip r:embed="rId3">
            <a:alphaModFix amt="34000"/>
          </a:blip>
          <a:srcRect t="50515"/>
          <a:stretch/>
        </p:blipFill>
        <p:spPr>
          <a:xfrm>
            <a:off x="6457" y="3101664"/>
            <a:ext cx="12175910" cy="408492"/>
          </a:xfrm>
          <a:prstGeom prst="rect">
            <a:avLst/>
          </a:prstGeom>
          <a:noFill/>
          <a:ln>
            <a:noFill/>
          </a:ln>
        </p:spPr>
      </p:pic>
      <p:sp>
        <p:nvSpPr>
          <p:cNvPr id="2302" name="Google Shape;2302;p10"/>
          <p:cNvSpPr txBox="1"/>
          <p:nvPr/>
        </p:nvSpPr>
        <p:spPr>
          <a:xfrm>
            <a:off x="3379664" y="4196390"/>
            <a:ext cx="2658888" cy="747897"/>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accent2"/>
                </a:solidFill>
                <a:latin typeface="Arial"/>
                <a:ea typeface="Arial"/>
                <a:cs typeface="Arial"/>
                <a:sym typeface="Arial"/>
              </a:rPr>
              <a:t>Accelerated </a:t>
            </a:r>
            <a:br>
              <a:rPr lang="en-US" sz="1800" b="0" i="0" u="none" strike="noStrike" cap="none">
                <a:solidFill>
                  <a:schemeClr val="accent2"/>
                </a:solidFill>
                <a:latin typeface="Arial"/>
                <a:ea typeface="Arial"/>
                <a:cs typeface="Arial"/>
                <a:sym typeface="Arial"/>
              </a:rPr>
            </a:br>
            <a:r>
              <a:rPr lang="en-US" sz="1800" b="0" i="0" u="none" strike="noStrike" cap="none">
                <a:solidFill>
                  <a:schemeClr val="accent2"/>
                </a:solidFill>
                <a:latin typeface="Arial"/>
                <a:ea typeface="Arial"/>
                <a:cs typeface="Arial"/>
                <a:sym typeface="Arial"/>
              </a:rPr>
              <a:t>Innovation </a:t>
            </a:r>
            <a:br>
              <a:rPr lang="en-US" sz="1800" b="0" i="0" u="none" strike="noStrike" cap="none">
                <a:solidFill>
                  <a:schemeClr val="accent2"/>
                </a:solidFill>
                <a:latin typeface="Arial"/>
                <a:ea typeface="Arial"/>
                <a:cs typeface="Arial"/>
                <a:sym typeface="Arial"/>
              </a:rPr>
            </a:br>
            <a:r>
              <a:rPr lang="en-US" sz="1800" b="0" i="0" u="none" strike="noStrike" cap="none">
                <a:solidFill>
                  <a:schemeClr val="accent2"/>
                </a:solidFill>
                <a:latin typeface="Arial"/>
                <a:ea typeface="Arial"/>
                <a:cs typeface="Arial"/>
                <a:sym typeface="Arial"/>
              </a:rPr>
              <a:t>for All Apps</a:t>
            </a:r>
            <a:endParaRPr sz="1400" b="0" i="0" u="none" strike="noStrike" cap="none">
              <a:solidFill>
                <a:srgbClr val="000000"/>
              </a:solidFill>
              <a:latin typeface="Arial"/>
              <a:ea typeface="Arial"/>
              <a:cs typeface="Arial"/>
              <a:sym typeface="Arial"/>
            </a:endParaRPr>
          </a:p>
        </p:txBody>
      </p:sp>
      <p:sp>
        <p:nvSpPr>
          <p:cNvPr id="2303" name="Google Shape;2303;p10"/>
          <p:cNvSpPr txBox="1"/>
          <p:nvPr/>
        </p:nvSpPr>
        <p:spPr>
          <a:xfrm>
            <a:off x="6279898" y="4196388"/>
            <a:ext cx="2417171" cy="747897"/>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accent3"/>
                </a:solidFill>
                <a:latin typeface="Arial"/>
                <a:ea typeface="Arial"/>
                <a:cs typeface="Arial"/>
                <a:sym typeface="Arial"/>
              </a:rPr>
              <a:t>Continuous Platform Resilience and Compliance</a:t>
            </a:r>
            <a:endParaRPr sz="1400" b="0" i="0" u="none" strike="noStrike" cap="none">
              <a:solidFill>
                <a:srgbClr val="000000"/>
              </a:solidFill>
              <a:latin typeface="Arial"/>
              <a:ea typeface="Arial"/>
              <a:cs typeface="Arial"/>
              <a:sym typeface="Arial"/>
            </a:endParaRPr>
          </a:p>
        </p:txBody>
      </p:sp>
      <p:sp>
        <p:nvSpPr>
          <p:cNvPr id="2304" name="Google Shape;2304;p10"/>
          <p:cNvSpPr txBox="1"/>
          <p:nvPr/>
        </p:nvSpPr>
        <p:spPr>
          <a:xfrm>
            <a:off x="8805469" y="4196388"/>
            <a:ext cx="2924777" cy="747897"/>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accent1"/>
                </a:solidFill>
                <a:latin typeface="Arial"/>
                <a:ea typeface="Arial"/>
                <a:cs typeface="Arial"/>
                <a:sym typeface="Arial"/>
              </a:rPr>
              <a:t>Rapid ROI </a:t>
            </a:r>
            <a:br>
              <a:rPr lang="en-US" sz="1800" b="0" i="0" u="none" strike="noStrike" cap="none">
                <a:solidFill>
                  <a:schemeClr val="accent1"/>
                </a:solidFill>
                <a:latin typeface="Arial"/>
                <a:ea typeface="Arial"/>
                <a:cs typeface="Arial"/>
                <a:sym typeface="Arial"/>
              </a:rPr>
            </a:br>
            <a:r>
              <a:rPr lang="en-US" sz="1800" b="0" i="0" u="none" strike="noStrike" cap="none">
                <a:solidFill>
                  <a:schemeClr val="accent1"/>
                </a:solidFill>
                <a:latin typeface="Arial"/>
                <a:ea typeface="Arial"/>
                <a:cs typeface="Arial"/>
                <a:sym typeface="Arial"/>
              </a:rPr>
              <a:t>and Time </a:t>
            </a:r>
            <a:br>
              <a:rPr lang="en-US" sz="1800" b="0" i="0" u="none" strike="noStrike" cap="none">
                <a:solidFill>
                  <a:schemeClr val="accent1"/>
                </a:solidFill>
                <a:latin typeface="Arial"/>
                <a:ea typeface="Arial"/>
                <a:cs typeface="Arial"/>
                <a:sym typeface="Arial"/>
              </a:rPr>
            </a:br>
            <a:r>
              <a:rPr lang="en-US" sz="1800" b="0" i="0" u="none" strike="noStrike" cap="none">
                <a:solidFill>
                  <a:schemeClr val="accent1"/>
                </a:solidFill>
                <a:latin typeface="Arial"/>
                <a:ea typeface="Arial"/>
                <a:cs typeface="Arial"/>
                <a:sym typeface="Arial"/>
              </a:rPr>
              <a:t>to Value</a:t>
            </a:r>
            <a:endParaRPr sz="1400" b="0" i="0" u="none" strike="noStrike" cap="none">
              <a:solidFill>
                <a:srgbClr val="000000"/>
              </a:solidFill>
              <a:latin typeface="Arial"/>
              <a:ea typeface="Arial"/>
              <a:cs typeface="Arial"/>
              <a:sym typeface="Arial"/>
            </a:endParaRPr>
          </a:p>
        </p:txBody>
      </p:sp>
      <p:sp>
        <p:nvSpPr>
          <p:cNvPr id="2305" name="Google Shape;2305;p10"/>
          <p:cNvSpPr txBox="1"/>
          <p:nvPr/>
        </p:nvSpPr>
        <p:spPr>
          <a:xfrm>
            <a:off x="600290" y="4196387"/>
            <a:ext cx="2658888" cy="747897"/>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accent5"/>
                </a:solidFill>
                <a:latin typeface="Arial"/>
                <a:ea typeface="Arial"/>
                <a:cs typeface="Arial"/>
                <a:sym typeface="Arial"/>
              </a:rPr>
              <a:t>Streamlined </a:t>
            </a:r>
            <a:br>
              <a:rPr lang="en-US" sz="1800" b="0" i="0" u="none" strike="noStrike" cap="none">
                <a:solidFill>
                  <a:schemeClr val="accent5"/>
                </a:solidFill>
                <a:latin typeface="Arial"/>
                <a:ea typeface="Arial"/>
                <a:cs typeface="Arial"/>
                <a:sym typeface="Arial"/>
              </a:rPr>
            </a:br>
            <a:r>
              <a:rPr lang="en-US" sz="1800" b="0" i="0" u="none" strike="noStrike" cap="none">
                <a:solidFill>
                  <a:schemeClr val="accent5"/>
                </a:solidFill>
                <a:latin typeface="Arial"/>
                <a:ea typeface="Arial"/>
                <a:cs typeface="Arial"/>
                <a:sym typeface="Arial"/>
              </a:rPr>
              <a:t>Operational </a:t>
            </a:r>
            <a:br>
              <a:rPr lang="en-US" sz="1800" b="0" i="0" u="none" strike="noStrike" cap="none">
                <a:solidFill>
                  <a:schemeClr val="accent5"/>
                </a:solidFill>
                <a:latin typeface="Arial"/>
                <a:ea typeface="Arial"/>
                <a:cs typeface="Arial"/>
                <a:sym typeface="Arial"/>
              </a:rPr>
            </a:br>
            <a:r>
              <a:rPr lang="en-US" sz="1800" b="0" i="0" u="none" strike="noStrike" cap="none">
                <a:solidFill>
                  <a:schemeClr val="accent5"/>
                </a:solidFill>
                <a:latin typeface="Arial"/>
                <a:ea typeface="Arial"/>
                <a:cs typeface="Arial"/>
                <a:sym typeface="Arial"/>
              </a:rPr>
              <a:t>Efficiency</a:t>
            </a:r>
            <a:endParaRPr sz="1400" b="0" i="0" u="none" strike="noStrike" cap="none">
              <a:solidFill>
                <a:srgbClr val="000000"/>
              </a:solidFill>
              <a:latin typeface="Arial"/>
              <a:ea typeface="Arial"/>
              <a:cs typeface="Arial"/>
              <a:sym typeface="Arial"/>
            </a:endParaRPr>
          </a:p>
        </p:txBody>
      </p:sp>
      <p:sp>
        <p:nvSpPr>
          <p:cNvPr id="2306" name="Google Shape;2306;p10"/>
          <p:cNvSpPr txBox="1">
            <a:spLocks noGrp="1"/>
          </p:cNvSpPr>
          <p:nvPr>
            <p:ph type="title"/>
          </p:nvPr>
        </p:nvSpPr>
        <p:spPr>
          <a:xfrm>
            <a:off x="579809" y="603219"/>
            <a:ext cx="11001004"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accent2"/>
              </a:buClr>
              <a:buSzPts val="2800"/>
              <a:buFont typeface="Arial"/>
              <a:buNone/>
            </a:pPr>
            <a:r>
              <a:rPr lang="en-US"/>
              <a:t>VMware Cloud Foundation 9 – Business Outcomes</a:t>
            </a:r>
            <a:endParaRPr/>
          </a:p>
        </p:txBody>
      </p:sp>
      <p:sp>
        <p:nvSpPr>
          <p:cNvPr id="2307" name="Google Shape;2307;p10"/>
          <p:cNvSpPr/>
          <p:nvPr/>
        </p:nvSpPr>
        <p:spPr>
          <a:xfrm rot="-5400000" flipH="1">
            <a:off x="6246708" y="-2240222"/>
            <a:ext cx="18288" cy="10675827"/>
          </a:xfrm>
          <a:prstGeom prst="rect">
            <a:avLst/>
          </a:prstGeom>
          <a:gradFill>
            <a:gsLst>
              <a:gs pos="0">
                <a:srgbClr val="6C4B8F">
                  <a:alpha val="0"/>
                </a:srgbClr>
              </a:gs>
              <a:gs pos="10000">
                <a:schemeClr val="accent5"/>
              </a:gs>
              <a:gs pos="22000">
                <a:schemeClr val="accent2"/>
              </a:gs>
              <a:gs pos="41000">
                <a:schemeClr val="accent2"/>
              </a:gs>
              <a:gs pos="60000">
                <a:srgbClr val="41D1FE"/>
              </a:gs>
              <a:gs pos="90000">
                <a:schemeClr val="accent1"/>
              </a:gs>
              <a:gs pos="100000">
                <a:srgbClr val="007A86">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308" name="Google Shape;2308;p10"/>
          <p:cNvSpPr/>
          <p:nvPr/>
        </p:nvSpPr>
        <p:spPr>
          <a:xfrm>
            <a:off x="1244423" y="2413448"/>
            <a:ext cx="1368486" cy="1368486"/>
          </a:xfrm>
          <a:prstGeom prst="ellipse">
            <a:avLst/>
          </a:prstGeom>
          <a:gradFill>
            <a:gsLst>
              <a:gs pos="0">
                <a:srgbClr val="3D5290"/>
              </a:gs>
              <a:gs pos="18000">
                <a:srgbClr val="3D5290"/>
              </a:gs>
              <a:gs pos="100000">
                <a:schemeClr val="accent5"/>
              </a:gs>
            </a:gsLst>
            <a:lin ang="18900000" scaled="0"/>
          </a:gradFill>
          <a:ln w="9525" cap="flat" cmpd="sng">
            <a:solidFill>
              <a:srgbClr val="E0D8EA"/>
            </a:solidFill>
            <a:prstDash val="solid"/>
            <a:round/>
            <a:headEnd type="none" w="sm" len="sm"/>
            <a:tailEnd type="none" w="sm" len="sm"/>
          </a:ln>
          <a:effectLst>
            <a:outerShdw sx="120000" sy="120000" algn="ctr" rotWithShape="0">
              <a:srgbClr val="6C4B94">
                <a:alpha val="22352"/>
              </a:srgbClr>
            </a:outerShdw>
          </a:effectLst>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2309" name="Google Shape;2309;p10"/>
          <p:cNvGrpSpPr/>
          <p:nvPr/>
        </p:nvGrpSpPr>
        <p:grpSpPr>
          <a:xfrm>
            <a:off x="1594195" y="2777852"/>
            <a:ext cx="675292" cy="638549"/>
            <a:chOff x="1931143" y="3147939"/>
            <a:chExt cx="613902" cy="580499"/>
          </a:xfrm>
        </p:grpSpPr>
        <p:sp>
          <p:nvSpPr>
            <p:cNvPr id="2310" name="Google Shape;2310;p10"/>
            <p:cNvSpPr/>
            <p:nvPr/>
          </p:nvSpPr>
          <p:spPr>
            <a:xfrm>
              <a:off x="1931143" y="3502421"/>
              <a:ext cx="231635" cy="77419"/>
            </a:xfrm>
            <a:custGeom>
              <a:avLst/>
              <a:gdLst/>
              <a:ahLst/>
              <a:cxnLst/>
              <a:rect l="l" t="t" r="r" b="b"/>
              <a:pathLst>
                <a:path w="1368091" h="457252" extrusionOk="0">
                  <a:moveTo>
                    <a:pt x="1368091" y="320286"/>
                  </a:moveTo>
                  <a:lnTo>
                    <a:pt x="1368091" y="136966"/>
                  </a:lnTo>
                  <a:lnTo>
                    <a:pt x="395709" y="136966"/>
                  </a:lnTo>
                  <a:lnTo>
                    <a:pt x="395709" y="0"/>
                  </a:lnTo>
                  <a:lnTo>
                    <a:pt x="0" y="228626"/>
                  </a:lnTo>
                  <a:lnTo>
                    <a:pt x="395709" y="457252"/>
                  </a:lnTo>
                  <a:lnTo>
                    <a:pt x="395709" y="320286"/>
                  </a:lnTo>
                  <a:lnTo>
                    <a:pt x="1368091" y="32028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11" name="Google Shape;2311;p10"/>
            <p:cNvSpPr/>
            <p:nvPr/>
          </p:nvSpPr>
          <p:spPr>
            <a:xfrm>
              <a:off x="2240862" y="3211147"/>
              <a:ext cx="231635" cy="77374"/>
            </a:xfrm>
            <a:custGeom>
              <a:avLst/>
              <a:gdLst/>
              <a:ahLst/>
              <a:cxnLst/>
              <a:rect l="l" t="t" r="r" b="b"/>
              <a:pathLst>
                <a:path w="1368091" h="456990" extrusionOk="0">
                  <a:moveTo>
                    <a:pt x="972382" y="456991"/>
                  </a:moveTo>
                  <a:lnTo>
                    <a:pt x="1368091" y="228364"/>
                  </a:lnTo>
                  <a:lnTo>
                    <a:pt x="972382" y="0"/>
                  </a:lnTo>
                  <a:lnTo>
                    <a:pt x="972382" y="136704"/>
                  </a:lnTo>
                  <a:lnTo>
                    <a:pt x="0" y="136704"/>
                  </a:lnTo>
                  <a:lnTo>
                    <a:pt x="0" y="320024"/>
                  </a:lnTo>
                  <a:lnTo>
                    <a:pt x="972382" y="320024"/>
                  </a:lnTo>
                  <a:lnTo>
                    <a:pt x="972382" y="45699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12" name="Google Shape;2312;p10"/>
            <p:cNvSpPr/>
            <p:nvPr/>
          </p:nvSpPr>
          <p:spPr>
            <a:xfrm>
              <a:off x="2158241" y="3342309"/>
              <a:ext cx="386804" cy="386129"/>
            </a:xfrm>
            <a:custGeom>
              <a:avLst/>
              <a:gdLst/>
              <a:ahLst/>
              <a:cxnLst/>
              <a:rect l="l" t="t" r="r" b="b"/>
              <a:pathLst>
                <a:path w="2284554" h="2280565" extrusionOk="0">
                  <a:moveTo>
                    <a:pt x="2261472" y="1429359"/>
                  </a:moveTo>
                  <a:cubicBezTo>
                    <a:pt x="2210928" y="1386933"/>
                    <a:pt x="2160122" y="1344246"/>
                    <a:pt x="2114816" y="1296321"/>
                  </a:cubicBezTo>
                  <a:cubicBezTo>
                    <a:pt x="2097008" y="1277727"/>
                    <a:pt x="2087056" y="1245777"/>
                    <a:pt x="2084699" y="1219064"/>
                  </a:cubicBezTo>
                  <a:cubicBezTo>
                    <a:pt x="2080247" y="1163021"/>
                    <a:pt x="2080247" y="1106454"/>
                    <a:pt x="2084176" y="1050410"/>
                  </a:cubicBezTo>
                  <a:cubicBezTo>
                    <a:pt x="2086009" y="1023436"/>
                    <a:pt x="2093865" y="990700"/>
                    <a:pt x="2111412" y="972106"/>
                  </a:cubicBezTo>
                  <a:cubicBezTo>
                    <a:pt x="2156194" y="923919"/>
                    <a:pt x="2207262" y="880970"/>
                    <a:pt x="2257282" y="838021"/>
                  </a:cubicBezTo>
                  <a:cubicBezTo>
                    <a:pt x="2280852" y="817856"/>
                    <a:pt x="2286875" y="799524"/>
                    <a:pt x="2272733" y="769931"/>
                  </a:cubicBezTo>
                  <a:cubicBezTo>
                    <a:pt x="2244188" y="710482"/>
                    <a:pt x="2218261" y="649463"/>
                    <a:pt x="2194168" y="587920"/>
                  </a:cubicBezTo>
                  <a:cubicBezTo>
                    <a:pt x="2183430" y="560422"/>
                    <a:pt x="2168241" y="550732"/>
                    <a:pt x="2139172" y="553089"/>
                  </a:cubicBezTo>
                  <a:cubicBezTo>
                    <a:pt x="2071343" y="558589"/>
                    <a:pt x="2003253" y="564088"/>
                    <a:pt x="1935424" y="563826"/>
                  </a:cubicBezTo>
                  <a:cubicBezTo>
                    <a:pt x="1912640" y="563826"/>
                    <a:pt x="1885928" y="550208"/>
                    <a:pt x="1868120" y="534757"/>
                  </a:cubicBezTo>
                  <a:cubicBezTo>
                    <a:pt x="1821504" y="493903"/>
                    <a:pt x="1776984" y="449906"/>
                    <a:pt x="1735344" y="403814"/>
                  </a:cubicBezTo>
                  <a:cubicBezTo>
                    <a:pt x="1719631" y="386530"/>
                    <a:pt x="1706798" y="359817"/>
                    <a:pt x="1706274" y="337295"/>
                  </a:cubicBezTo>
                  <a:cubicBezTo>
                    <a:pt x="1704965" y="273395"/>
                    <a:pt x="1709155" y="209233"/>
                    <a:pt x="1714655" y="145333"/>
                  </a:cubicBezTo>
                  <a:cubicBezTo>
                    <a:pt x="1717798" y="109455"/>
                    <a:pt x="1706798" y="90075"/>
                    <a:pt x="1672229" y="77766"/>
                  </a:cubicBezTo>
                  <a:cubicBezTo>
                    <a:pt x="1615400" y="57601"/>
                    <a:pt x="1559357" y="34555"/>
                    <a:pt x="1504361" y="9414"/>
                  </a:cubicBezTo>
                  <a:cubicBezTo>
                    <a:pt x="1470053" y="-6299"/>
                    <a:pt x="1446222" y="-3680"/>
                    <a:pt x="1421343" y="27484"/>
                  </a:cubicBezTo>
                  <a:cubicBezTo>
                    <a:pt x="1381274" y="77505"/>
                    <a:pt x="1338849" y="125953"/>
                    <a:pt x="1292757" y="170212"/>
                  </a:cubicBezTo>
                  <a:cubicBezTo>
                    <a:pt x="1275211" y="187235"/>
                    <a:pt x="1245617" y="197710"/>
                    <a:pt x="1220476" y="199543"/>
                  </a:cubicBezTo>
                  <a:cubicBezTo>
                    <a:pt x="1164695" y="203734"/>
                    <a:pt x="1108389" y="197448"/>
                    <a:pt x="1052608" y="201900"/>
                  </a:cubicBezTo>
                  <a:cubicBezTo>
                    <a:pt x="1014896" y="205043"/>
                    <a:pt x="988184" y="197448"/>
                    <a:pt x="963566" y="168117"/>
                  </a:cubicBezTo>
                  <a:cubicBezTo>
                    <a:pt x="920879" y="117573"/>
                    <a:pt x="876620" y="68339"/>
                    <a:pt x="829219" y="22247"/>
                  </a:cubicBezTo>
                  <a:cubicBezTo>
                    <a:pt x="817696" y="10986"/>
                    <a:pt x="788889" y="6272"/>
                    <a:pt x="773176" y="12033"/>
                  </a:cubicBezTo>
                  <a:cubicBezTo>
                    <a:pt x="699062" y="39793"/>
                    <a:pt x="626781" y="72529"/>
                    <a:pt x="554501" y="102907"/>
                  </a:cubicBezTo>
                  <a:cubicBezTo>
                    <a:pt x="554501" y="151880"/>
                    <a:pt x="546383" y="200591"/>
                    <a:pt x="556072" y="245635"/>
                  </a:cubicBezTo>
                  <a:cubicBezTo>
                    <a:pt x="577285" y="342795"/>
                    <a:pt x="539312" y="404338"/>
                    <a:pt x="474626" y="477404"/>
                  </a:cubicBezTo>
                  <a:cubicBezTo>
                    <a:pt x="395275" y="567231"/>
                    <a:pt x="312519" y="592634"/>
                    <a:pt x="204098" y="573778"/>
                  </a:cubicBezTo>
                  <a:cubicBezTo>
                    <a:pt x="198598" y="572730"/>
                    <a:pt x="192837" y="572730"/>
                    <a:pt x="187337" y="572469"/>
                  </a:cubicBezTo>
                  <a:cubicBezTo>
                    <a:pt x="72631" y="564874"/>
                    <a:pt x="97772" y="558589"/>
                    <a:pt x="59013" y="653129"/>
                  </a:cubicBezTo>
                  <a:cubicBezTo>
                    <a:pt x="35443" y="710220"/>
                    <a:pt x="-9863" y="775430"/>
                    <a:pt x="1922" y="825712"/>
                  </a:cubicBezTo>
                  <a:cubicBezTo>
                    <a:pt x="13969" y="876256"/>
                    <a:pt x="81535" y="917110"/>
                    <a:pt x="130770" y="954298"/>
                  </a:cubicBezTo>
                  <a:cubicBezTo>
                    <a:pt x="187075" y="996724"/>
                    <a:pt x="208026" y="1043601"/>
                    <a:pt x="192313" y="1113787"/>
                  </a:cubicBezTo>
                  <a:cubicBezTo>
                    <a:pt x="184194" y="1149141"/>
                    <a:pt x="191004" y="1189210"/>
                    <a:pt x="197813" y="1225874"/>
                  </a:cubicBezTo>
                  <a:cubicBezTo>
                    <a:pt x="205669" y="1268561"/>
                    <a:pt x="192575" y="1297630"/>
                    <a:pt x="160625" y="1324604"/>
                  </a:cubicBezTo>
                  <a:cubicBezTo>
                    <a:pt x="111652" y="1365982"/>
                    <a:pt x="63727" y="1408932"/>
                    <a:pt x="18945" y="1455024"/>
                  </a:cubicBezTo>
                  <a:cubicBezTo>
                    <a:pt x="7422" y="1466808"/>
                    <a:pt x="2184" y="1495354"/>
                    <a:pt x="7945" y="1511067"/>
                  </a:cubicBezTo>
                  <a:cubicBezTo>
                    <a:pt x="30730" y="1573134"/>
                    <a:pt x="60846" y="1632320"/>
                    <a:pt x="84154" y="1694125"/>
                  </a:cubicBezTo>
                  <a:cubicBezTo>
                    <a:pt x="96463" y="1726861"/>
                    <a:pt x="114795" y="1735765"/>
                    <a:pt x="147531" y="1732361"/>
                  </a:cubicBezTo>
                  <a:cubicBezTo>
                    <a:pt x="198336" y="1727123"/>
                    <a:pt x="249666" y="1728694"/>
                    <a:pt x="300210" y="1721361"/>
                  </a:cubicBezTo>
                  <a:cubicBezTo>
                    <a:pt x="358087" y="1712981"/>
                    <a:pt x="400512" y="1726599"/>
                    <a:pt x="436652" y="1775834"/>
                  </a:cubicBezTo>
                  <a:cubicBezTo>
                    <a:pt x="464150" y="1813283"/>
                    <a:pt x="501600" y="1844186"/>
                    <a:pt x="538002" y="1874041"/>
                  </a:cubicBezTo>
                  <a:cubicBezTo>
                    <a:pt x="564976" y="1896301"/>
                    <a:pt x="579118" y="1918300"/>
                    <a:pt x="575190" y="1955487"/>
                  </a:cubicBezTo>
                  <a:cubicBezTo>
                    <a:pt x="568643" y="2019125"/>
                    <a:pt x="565762" y="2083287"/>
                    <a:pt x="567072" y="2147188"/>
                  </a:cubicBezTo>
                  <a:cubicBezTo>
                    <a:pt x="567595" y="2166043"/>
                    <a:pt x="582785" y="2193803"/>
                    <a:pt x="599022" y="2201660"/>
                  </a:cubicBezTo>
                  <a:cubicBezTo>
                    <a:pt x="660041" y="2231253"/>
                    <a:pt x="723417" y="2256918"/>
                    <a:pt x="787841" y="2278392"/>
                  </a:cubicBezTo>
                  <a:cubicBezTo>
                    <a:pt x="805649" y="2284416"/>
                    <a:pt x="836552" y="2277345"/>
                    <a:pt x="849908" y="2264251"/>
                  </a:cubicBezTo>
                  <a:cubicBezTo>
                    <a:pt x="898095" y="2216849"/>
                    <a:pt x="939473" y="2162639"/>
                    <a:pt x="987398" y="2114976"/>
                  </a:cubicBezTo>
                  <a:cubicBezTo>
                    <a:pt x="1003635" y="2098739"/>
                    <a:pt x="1030871" y="2087478"/>
                    <a:pt x="1053917" y="2085906"/>
                  </a:cubicBezTo>
                  <a:cubicBezTo>
                    <a:pt x="1113365" y="2081716"/>
                    <a:pt x="1173599" y="2081192"/>
                    <a:pt x="1233309" y="2085383"/>
                  </a:cubicBezTo>
                  <a:cubicBezTo>
                    <a:pt x="1260283" y="2087216"/>
                    <a:pt x="1291971" y="2097691"/>
                    <a:pt x="1311089" y="2115238"/>
                  </a:cubicBezTo>
                  <a:cubicBezTo>
                    <a:pt x="1354038" y="2154520"/>
                    <a:pt x="1393845" y="2198517"/>
                    <a:pt x="1429199" y="2245133"/>
                  </a:cubicBezTo>
                  <a:cubicBezTo>
                    <a:pt x="1460626" y="2286773"/>
                    <a:pt x="1491266" y="2287297"/>
                    <a:pt x="1533954" y="2265560"/>
                  </a:cubicBezTo>
                  <a:cubicBezTo>
                    <a:pt x="1597330" y="2233086"/>
                    <a:pt x="1689514" y="2221301"/>
                    <a:pt x="1719892" y="2170757"/>
                  </a:cubicBezTo>
                  <a:cubicBezTo>
                    <a:pt x="1750533" y="2119428"/>
                    <a:pt x="1723821" y="2031696"/>
                    <a:pt x="1717012" y="1960463"/>
                  </a:cubicBezTo>
                  <a:cubicBezTo>
                    <a:pt x="1712822" y="1916204"/>
                    <a:pt x="1725916" y="1886611"/>
                    <a:pt x="1759961" y="1857804"/>
                  </a:cubicBezTo>
                  <a:cubicBezTo>
                    <a:pt x="1801339" y="1822711"/>
                    <a:pt x="1834075" y="1777667"/>
                    <a:pt x="1875191" y="1742050"/>
                  </a:cubicBezTo>
                  <a:cubicBezTo>
                    <a:pt x="1895356" y="1724766"/>
                    <a:pt x="1925211" y="1710624"/>
                    <a:pt x="1951399" y="1709838"/>
                  </a:cubicBezTo>
                  <a:cubicBezTo>
                    <a:pt x="2015038" y="1707743"/>
                    <a:pt x="2079200" y="1712981"/>
                    <a:pt x="2142838" y="1717695"/>
                  </a:cubicBezTo>
                  <a:cubicBezTo>
                    <a:pt x="2173217" y="1719790"/>
                    <a:pt x="2191549" y="1711933"/>
                    <a:pt x="2202810" y="1681293"/>
                  </a:cubicBezTo>
                  <a:cubicBezTo>
                    <a:pt x="2225594" y="1619226"/>
                    <a:pt x="2250211" y="1557683"/>
                    <a:pt x="2277447" y="1497711"/>
                  </a:cubicBezTo>
                  <a:cubicBezTo>
                    <a:pt x="2290803" y="1468118"/>
                    <a:pt x="2285304" y="1450048"/>
                    <a:pt x="2261210" y="1429883"/>
                  </a:cubicBezTo>
                  <a:close/>
                  <a:moveTo>
                    <a:pt x="1140863" y="1620273"/>
                  </a:moveTo>
                  <a:cubicBezTo>
                    <a:pt x="864050" y="1620273"/>
                    <a:pt x="664493" y="1391647"/>
                    <a:pt x="662660" y="1147308"/>
                  </a:cubicBezTo>
                  <a:cubicBezTo>
                    <a:pt x="660303" y="867352"/>
                    <a:pt x="888143" y="664914"/>
                    <a:pt x="1142173" y="664914"/>
                  </a:cubicBezTo>
                  <a:cubicBezTo>
                    <a:pt x="1403273" y="664914"/>
                    <a:pt x="1620376" y="886470"/>
                    <a:pt x="1618019" y="1146522"/>
                  </a:cubicBezTo>
                  <a:cubicBezTo>
                    <a:pt x="1615400" y="1418360"/>
                    <a:pt x="1388345" y="1620535"/>
                    <a:pt x="1140863" y="16200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13" name="Google Shape;2313;p10"/>
            <p:cNvSpPr/>
            <p:nvPr/>
          </p:nvSpPr>
          <p:spPr>
            <a:xfrm>
              <a:off x="1944784" y="3147939"/>
              <a:ext cx="263654" cy="263333"/>
            </a:xfrm>
            <a:custGeom>
              <a:avLst/>
              <a:gdLst/>
              <a:ahLst/>
              <a:cxnLst/>
              <a:rect l="l" t="t" r="r" b="b"/>
              <a:pathLst>
                <a:path w="1557203" h="1555302" extrusionOk="0">
                  <a:moveTo>
                    <a:pt x="89399" y="650924"/>
                  </a:moveTo>
                  <a:cubicBezTo>
                    <a:pt x="127896" y="679732"/>
                    <a:pt x="142038" y="711944"/>
                    <a:pt x="131301" y="759607"/>
                  </a:cubicBezTo>
                  <a:cubicBezTo>
                    <a:pt x="125801" y="783700"/>
                    <a:pt x="130515" y="811198"/>
                    <a:pt x="134967" y="836077"/>
                  </a:cubicBezTo>
                  <a:cubicBezTo>
                    <a:pt x="140205" y="865147"/>
                    <a:pt x="131301" y="885050"/>
                    <a:pt x="109564" y="903382"/>
                  </a:cubicBezTo>
                  <a:cubicBezTo>
                    <a:pt x="76043" y="931666"/>
                    <a:pt x="43307" y="960997"/>
                    <a:pt x="12928" y="992423"/>
                  </a:cubicBezTo>
                  <a:cubicBezTo>
                    <a:pt x="5072" y="1000542"/>
                    <a:pt x="1406" y="1019921"/>
                    <a:pt x="5334" y="1030658"/>
                  </a:cubicBezTo>
                  <a:cubicBezTo>
                    <a:pt x="20785" y="1072822"/>
                    <a:pt x="41474" y="1113414"/>
                    <a:pt x="57187" y="1155316"/>
                  </a:cubicBezTo>
                  <a:cubicBezTo>
                    <a:pt x="65568" y="1177576"/>
                    <a:pt x="78138" y="1183600"/>
                    <a:pt x="100398" y="1181505"/>
                  </a:cubicBezTo>
                  <a:cubicBezTo>
                    <a:pt x="134967" y="1177838"/>
                    <a:pt x="170060" y="1178886"/>
                    <a:pt x="204367" y="1173910"/>
                  </a:cubicBezTo>
                  <a:cubicBezTo>
                    <a:pt x="243650" y="1168148"/>
                    <a:pt x="272719" y="1177576"/>
                    <a:pt x="297336" y="1211098"/>
                  </a:cubicBezTo>
                  <a:cubicBezTo>
                    <a:pt x="316192" y="1236763"/>
                    <a:pt x="341595" y="1257713"/>
                    <a:pt x="366474" y="1278141"/>
                  </a:cubicBezTo>
                  <a:cubicBezTo>
                    <a:pt x="385068" y="1293330"/>
                    <a:pt x="394496" y="1308257"/>
                    <a:pt x="391877" y="1333660"/>
                  </a:cubicBezTo>
                  <a:cubicBezTo>
                    <a:pt x="387425" y="1377133"/>
                    <a:pt x="385330" y="1420868"/>
                    <a:pt x="386378" y="1464341"/>
                  </a:cubicBezTo>
                  <a:cubicBezTo>
                    <a:pt x="386639" y="1477174"/>
                    <a:pt x="397115" y="1496291"/>
                    <a:pt x="408114" y="1501529"/>
                  </a:cubicBezTo>
                  <a:cubicBezTo>
                    <a:pt x="449754" y="1521694"/>
                    <a:pt x="492965" y="1539241"/>
                    <a:pt x="536700" y="1553906"/>
                  </a:cubicBezTo>
                  <a:cubicBezTo>
                    <a:pt x="548747" y="1557835"/>
                    <a:pt x="569959" y="1553121"/>
                    <a:pt x="579126" y="1544216"/>
                  </a:cubicBezTo>
                  <a:cubicBezTo>
                    <a:pt x="611861" y="1512005"/>
                    <a:pt x="640145" y="1475079"/>
                    <a:pt x="672881" y="1442343"/>
                  </a:cubicBezTo>
                  <a:cubicBezTo>
                    <a:pt x="683880" y="1431344"/>
                    <a:pt x="702474" y="1423487"/>
                    <a:pt x="718187" y="1422440"/>
                  </a:cubicBezTo>
                  <a:cubicBezTo>
                    <a:pt x="758779" y="1419559"/>
                    <a:pt x="799895" y="1419297"/>
                    <a:pt x="840487" y="1422178"/>
                  </a:cubicBezTo>
                  <a:cubicBezTo>
                    <a:pt x="858819" y="1423487"/>
                    <a:pt x="880294" y="1430558"/>
                    <a:pt x="893650" y="1442605"/>
                  </a:cubicBezTo>
                  <a:cubicBezTo>
                    <a:pt x="922981" y="1469317"/>
                    <a:pt x="950218" y="1499434"/>
                    <a:pt x="974049" y="1531122"/>
                  </a:cubicBezTo>
                  <a:cubicBezTo>
                    <a:pt x="995524" y="1559406"/>
                    <a:pt x="1016475" y="1559930"/>
                    <a:pt x="1045544" y="1545002"/>
                  </a:cubicBezTo>
                  <a:cubicBezTo>
                    <a:pt x="1088755" y="1523004"/>
                    <a:pt x="1151608" y="1514885"/>
                    <a:pt x="1172297" y="1480316"/>
                  </a:cubicBezTo>
                  <a:cubicBezTo>
                    <a:pt x="1193248" y="1445224"/>
                    <a:pt x="1174916" y="1385514"/>
                    <a:pt x="1170202" y="1337065"/>
                  </a:cubicBezTo>
                  <a:cubicBezTo>
                    <a:pt x="1167321" y="1306948"/>
                    <a:pt x="1176225" y="1286521"/>
                    <a:pt x="1199533" y="1267141"/>
                  </a:cubicBezTo>
                  <a:cubicBezTo>
                    <a:pt x="1227817" y="1243310"/>
                    <a:pt x="1250077" y="1212407"/>
                    <a:pt x="1278099" y="1188052"/>
                  </a:cubicBezTo>
                  <a:cubicBezTo>
                    <a:pt x="1291717" y="1176267"/>
                    <a:pt x="1312144" y="1166577"/>
                    <a:pt x="1329952" y="1166053"/>
                  </a:cubicBezTo>
                  <a:cubicBezTo>
                    <a:pt x="1373425" y="1164744"/>
                    <a:pt x="1416898" y="1168148"/>
                    <a:pt x="1460371" y="1171291"/>
                  </a:cubicBezTo>
                  <a:cubicBezTo>
                    <a:pt x="1481060" y="1172862"/>
                    <a:pt x="1493630" y="1167363"/>
                    <a:pt x="1501225" y="1146412"/>
                  </a:cubicBezTo>
                  <a:cubicBezTo>
                    <a:pt x="1516677" y="1103987"/>
                    <a:pt x="1533699" y="1062085"/>
                    <a:pt x="1552293" y="1021231"/>
                  </a:cubicBezTo>
                  <a:cubicBezTo>
                    <a:pt x="1561459" y="1001065"/>
                    <a:pt x="1557793" y="988757"/>
                    <a:pt x="1541294" y="974877"/>
                  </a:cubicBezTo>
                  <a:cubicBezTo>
                    <a:pt x="1506725" y="946069"/>
                    <a:pt x="1472156" y="916738"/>
                    <a:pt x="1441253" y="884264"/>
                  </a:cubicBezTo>
                  <a:cubicBezTo>
                    <a:pt x="1429207" y="871432"/>
                    <a:pt x="1422136" y="849957"/>
                    <a:pt x="1420826" y="831625"/>
                  </a:cubicBezTo>
                  <a:cubicBezTo>
                    <a:pt x="1417684" y="793390"/>
                    <a:pt x="1417946" y="754893"/>
                    <a:pt x="1420564" y="716658"/>
                  </a:cubicBezTo>
                  <a:cubicBezTo>
                    <a:pt x="1421874" y="698325"/>
                    <a:pt x="1427112" y="676065"/>
                    <a:pt x="1439158" y="663233"/>
                  </a:cubicBezTo>
                  <a:cubicBezTo>
                    <a:pt x="1469799" y="630235"/>
                    <a:pt x="1504368" y="601166"/>
                    <a:pt x="1538675" y="571835"/>
                  </a:cubicBezTo>
                  <a:cubicBezTo>
                    <a:pt x="1554650" y="557955"/>
                    <a:pt x="1558840" y="545646"/>
                    <a:pt x="1549150" y="525481"/>
                  </a:cubicBezTo>
                  <a:cubicBezTo>
                    <a:pt x="1529771" y="484889"/>
                    <a:pt x="1511963" y="443249"/>
                    <a:pt x="1495726" y="401347"/>
                  </a:cubicBezTo>
                  <a:cubicBezTo>
                    <a:pt x="1488393" y="382753"/>
                    <a:pt x="1478179" y="375944"/>
                    <a:pt x="1458276" y="377515"/>
                  </a:cubicBezTo>
                  <a:cubicBezTo>
                    <a:pt x="1412184" y="381182"/>
                    <a:pt x="1365568" y="385110"/>
                    <a:pt x="1319477" y="384848"/>
                  </a:cubicBezTo>
                  <a:cubicBezTo>
                    <a:pt x="1304025" y="384848"/>
                    <a:pt x="1285693" y="375682"/>
                    <a:pt x="1273647" y="364945"/>
                  </a:cubicBezTo>
                  <a:cubicBezTo>
                    <a:pt x="1241696" y="336923"/>
                    <a:pt x="1211318" y="307068"/>
                    <a:pt x="1183034" y="275642"/>
                  </a:cubicBezTo>
                  <a:cubicBezTo>
                    <a:pt x="1172297" y="263857"/>
                    <a:pt x="1163654" y="245787"/>
                    <a:pt x="1163393" y="230074"/>
                  </a:cubicBezTo>
                  <a:cubicBezTo>
                    <a:pt x="1162607" y="186601"/>
                    <a:pt x="1165226" y="142604"/>
                    <a:pt x="1169154" y="99131"/>
                  </a:cubicBezTo>
                  <a:cubicBezTo>
                    <a:pt x="1171249" y="74776"/>
                    <a:pt x="1163916" y="61419"/>
                    <a:pt x="1140085" y="53039"/>
                  </a:cubicBezTo>
                  <a:cubicBezTo>
                    <a:pt x="1101326" y="39159"/>
                    <a:pt x="1063090" y="23446"/>
                    <a:pt x="1025641" y="6423"/>
                  </a:cubicBezTo>
                  <a:cubicBezTo>
                    <a:pt x="1002071" y="-4314"/>
                    <a:pt x="986096" y="-2481"/>
                    <a:pt x="969073" y="18732"/>
                  </a:cubicBezTo>
                  <a:cubicBezTo>
                    <a:pt x="941837" y="52777"/>
                    <a:pt x="912768" y="85775"/>
                    <a:pt x="881342" y="115892"/>
                  </a:cubicBezTo>
                  <a:cubicBezTo>
                    <a:pt x="869295" y="127415"/>
                    <a:pt x="849130" y="134485"/>
                    <a:pt x="832107" y="135795"/>
                  </a:cubicBezTo>
                  <a:cubicBezTo>
                    <a:pt x="794134" y="138676"/>
                    <a:pt x="755636" y="134485"/>
                    <a:pt x="717663" y="137366"/>
                  </a:cubicBezTo>
                  <a:cubicBezTo>
                    <a:pt x="691998" y="139461"/>
                    <a:pt x="673666" y="134224"/>
                    <a:pt x="656906" y="114320"/>
                  </a:cubicBezTo>
                  <a:cubicBezTo>
                    <a:pt x="627836" y="80013"/>
                    <a:pt x="597719" y="46230"/>
                    <a:pt x="565246" y="14804"/>
                  </a:cubicBezTo>
                  <a:cubicBezTo>
                    <a:pt x="557389" y="7209"/>
                    <a:pt x="537748" y="3804"/>
                    <a:pt x="527010" y="7995"/>
                  </a:cubicBezTo>
                  <a:cubicBezTo>
                    <a:pt x="476466" y="26850"/>
                    <a:pt x="427232" y="49111"/>
                    <a:pt x="377997" y="70062"/>
                  </a:cubicBezTo>
                  <a:cubicBezTo>
                    <a:pt x="377997" y="103321"/>
                    <a:pt x="372498" y="136581"/>
                    <a:pt x="379045" y="167221"/>
                  </a:cubicBezTo>
                  <a:cubicBezTo>
                    <a:pt x="393448" y="233478"/>
                    <a:pt x="367522" y="275380"/>
                    <a:pt x="323525" y="325138"/>
                  </a:cubicBezTo>
                  <a:cubicBezTo>
                    <a:pt x="269315" y="386420"/>
                    <a:pt x="213009" y="403704"/>
                    <a:pt x="139157" y="390872"/>
                  </a:cubicBezTo>
                  <a:cubicBezTo>
                    <a:pt x="135491" y="390348"/>
                    <a:pt x="131563" y="390086"/>
                    <a:pt x="127634" y="389824"/>
                  </a:cubicBezTo>
                  <a:cubicBezTo>
                    <a:pt x="49331" y="384586"/>
                    <a:pt x="66615" y="380396"/>
                    <a:pt x="40165" y="444820"/>
                  </a:cubicBezTo>
                  <a:cubicBezTo>
                    <a:pt x="24190" y="483841"/>
                    <a:pt x="-6975" y="528100"/>
                    <a:pt x="1406" y="562407"/>
                  </a:cubicBezTo>
                  <a:cubicBezTo>
                    <a:pt x="9524" y="596714"/>
                    <a:pt x="55616" y="624736"/>
                    <a:pt x="89399" y="650139"/>
                  </a:cubicBezTo>
                  <a:close/>
                  <a:moveTo>
                    <a:pt x="778682" y="453986"/>
                  </a:moveTo>
                  <a:cubicBezTo>
                    <a:pt x="956765" y="453986"/>
                    <a:pt x="1104730" y="605094"/>
                    <a:pt x="1103159" y="782391"/>
                  </a:cubicBezTo>
                  <a:cubicBezTo>
                    <a:pt x="1101588" y="967806"/>
                    <a:pt x="946551" y="1105558"/>
                    <a:pt x="777897" y="1105296"/>
                  </a:cubicBezTo>
                  <a:cubicBezTo>
                    <a:pt x="589077" y="1105296"/>
                    <a:pt x="453158" y="949474"/>
                    <a:pt x="451849" y="782915"/>
                  </a:cubicBezTo>
                  <a:cubicBezTo>
                    <a:pt x="450278" y="592000"/>
                    <a:pt x="605576" y="453986"/>
                    <a:pt x="778944" y="4539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314" name="Google Shape;2314;p10"/>
          <p:cNvSpPr/>
          <p:nvPr/>
        </p:nvSpPr>
        <p:spPr>
          <a:xfrm>
            <a:off x="4033263" y="2413448"/>
            <a:ext cx="1368486" cy="1368486"/>
          </a:xfrm>
          <a:prstGeom prst="ellipse">
            <a:avLst/>
          </a:prstGeom>
          <a:gradFill>
            <a:gsLst>
              <a:gs pos="0">
                <a:srgbClr val="002D42"/>
              </a:gs>
              <a:gs pos="41000">
                <a:schemeClr val="accent2"/>
              </a:gs>
              <a:gs pos="100000">
                <a:schemeClr val="accent2"/>
              </a:gs>
            </a:gsLst>
            <a:lin ang="18900000" scaled="0"/>
          </a:gradFill>
          <a:ln w="9525" cap="flat" cmpd="sng">
            <a:solidFill>
              <a:srgbClr val="BFEFFF"/>
            </a:solidFill>
            <a:prstDash val="solid"/>
            <a:round/>
            <a:headEnd type="none" w="sm" len="sm"/>
            <a:tailEnd type="none" w="sm" len="sm"/>
          </a:ln>
          <a:effectLst>
            <a:outerShdw sx="120000" sy="120000" algn="ctr" rotWithShape="0">
              <a:srgbClr val="0098C7">
                <a:alpha val="22352"/>
              </a:srgbClr>
            </a:outerShdw>
          </a:effectLst>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315" name="Google Shape;2315;p10"/>
          <p:cNvSpPr/>
          <p:nvPr/>
        </p:nvSpPr>
        <p:spPr>
          <a:xfrm>
            <a:off x="6814529" y="2417421"/>
            <a:ext cx="1368486" cy="1368486"/>
          </a:xfrm>
          <a:prstGeom prst="ellipse">
            <a:avLst/>
          </a:prstGeom>
          <a:gradFill>
            <a:gsLst>
              <a:gs pos="0">
                <a:schemeClr val="accent2"/>
              </a:gs>
              <a:gs pos="12000">
                <a:schemeClr val="accent2"/>
              </a:gs>
              <a:gs pos="88000">
                <a:schemeClr val="accent3"/>
              </a:gs>
              <a:gs pos="100000">
                <a:schemeClr val="accent3"/>
              </a:gs>
            </a:gsLst>
            <a:lin ang="18900000" scaled="0"/>
          </a:gradFill>
          <a:ln w="9525" cap="flat" cmpd="sng">
            <a:solidFill>
              <a:srgbClr val="BFEFFF"/>
            </a:solidFill>
            <a:prstDash val="solid"/>
            <a:round/>
            <a:headEnd type="none" w="sm" len="sm"/>
            <a:tailEnd type="none" w="sm" len="sm"/>
          </a:ln>
          <a:effectLst>
            <a:outerShdw sx="120000" sy="120000" algn="ctr" rotWithShape="0">
              <a:srgbClr val="0098C7">
                <a:alpha val="22352"/>
              </a:srgbClr>
            </a:outerShdw>
          </a:effectLst>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316" name="Google Shape;2316;p10"/>
          <p:cNvSpPr/>
          <p:nvPr/>
        </p:nvSpPr>
        <p:spPr>
          <a:xfrm>
            <a:off x="9578502" y="2413448"/>
            <a:ext cx="1368486" cy="1368486"/>
          </a:xfrm>
          <a:prstGeom prst="ellipse">
            <a:avLst/>
          </a:prstGeom>
          <a:gradFill>
            <a:gsLst>
              <a:gs pos="0">
                <a:srgbClr val="004463"/>
              </a:gs>
              <a:gs pos="56000">
                <a:schemeClr val="accent1"/>
              </a:gs>
              <a:gs pos="100000">
                <a:schemeClr val="accent1"/>
              </a:gs>
            </a:gsLst>
            <a:lin ang="18900000" scaled="0"/>
          </a:gradFill>
          <a:ln w="9525" cap="flat" cmpd="sng">
            <a:solidFill>
              <a:srgbClr val="B3F9FF"/>
            </a:solidFill>
            <a:prstDash val="solid"/>
            <a:round/>
            <a:headEnd type="none" w="sm" len="sm"/>
            <a:tailEnd type="none" w="sm" len="sm"/>
          </a:ln>
          <a:effectLst>
            <a:outerShdw sx="120000" sy="120000" algn="ctr" rotWithShape="0">
              <a:schemeClr val="accent3">
                <a:alpha val="22352"/>
              </a:schemeClr>
            </a:outerShdw>
          </a:effectLst>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317" name="Google Shape;2317;p10"/>
          <p:cNvSpPr/>
          <p:nvPr/>
        </p:nvSpPr>
        <p:spPr>
          <a:xfrm>
            <a:off x="7090434" y="2705447"/>
            <a:ext cx="802049" cy="801082"/>
          </a:xfrm>
          <a:custGeom>
            <a:avLst/>
            <a:gdLst/>
            <a:ahLst/>
            <a:cxnLst/>
            <a:rect l="l" t="t" r="r" b="b"/>
            <a:pathLst>
              <a:path w="729135" h="728256" extrusionOk="0">
                <a:moveTo>
                  <a:pt x="364620" y="390078"/>
                </a:moveTo>
                <a:cubicBezTo>
                  <a:pt x="347528" y="390078"/>
                  <a:pt x="333666" y="403925"/>
                  <a:pt x="333666" y="420995"/>
                </a:cubicBezTo>
                <a:cubicBezTo>
                  <a:pt x="333666" y="431511"/>
                  <a:pt x="338957" y="440760"/>
                  <a:pt x="346946" y="446362"/>
                </a:cubicBezTo>
                <a:lnTo>
                  <a:pt x="346946" y="473949"/>
                </a:lnTo>
                <a:cubicBezTo>
                  <a:pt x="346946" y="483674"/>
                  <a:pt x="354884" y="491601"/>
                  <a:pt x="364620" y="491601"/>
                </a:cubicBezTo>
                <a:cubicBezTo>
                  <a:pt x="374355" y="491601"/>
                  <a:pt x="382293" y="483674"/>
                  <a:pt x="382293" y="473949"/>
                </a:cubicBezTo>
                <a:lnTo>
                  <a:pt x="382293" y="446362"/>
                </a:lnTo>
                <a:cubicBezTo>
                  <a:pt x="390335" y="440760"/>
                  <a:pt x="395573" y="431511"/>
                  <a:pt x="395573" y="420995"/>
                </a:cubicBezTo>
                <a:cubicBezTo>
                  <a:pt x="395573" y="403925"/>
                  <a:pt x="381710" y="390078"/>
                  <a:pt x="364620" y="390078"/>
                </a:cubicBezTo>
                <a:close/>
                <a:moveTo>
                  <a:pt x="364567" y="332737"/>
                </a:moveTo>
                <a:cubicBezTo>
                  <a:pt x="425574" y="332737"/>
                  <a:pt x="475047" y="382151"/>
                  <a:pt x="475047" y="443086"/>
                </a:cubicBezTo>
                <a:cubicBezTo>
                  <a:pt x="475047" y="504020"/>
                  <a:pt x="425574" y="553433"/>
                  <a:pt x="364567" y="553433"/>
                </a:cubicBezTo>
                <a:cubicBezTo>
                  <a:pt x="303558" y="553433"/>
                  <a:pt x="254085" y="504020"/>
                  <a:pt x="254085" y="443086"/>
                </a:cubicBezTo>
                <a:cubicBezTo>
                  <a:pt x="254085" y="382151"/>
                  <a:pt x="303558" y="332737"/>
                  <a:pt x="364567" y="332737"/>
                </a:cubicBezTo>
                <a:close/>
                <a:moveTo>
                  <a:pt x="364567" y="174137"/>
                </a:moveTo>
                <a:cubicBezTo>
                  <a:pt x="396315" y="174137"/>
                  <a:pt x="422030" y="199822"/>
                  <a:pt x="422030" y="231531"/>
                </a:cubicBezTo>
                <a:lnTo>
                  <a:pt x="422030" y="299600"/>
                </a:lnTo>
                <a:cubicBezTo>
                  <a:pt x="404251" y="292519"/>
                  <a:pt x="384886" y="288607"/>
                  <a:pt x="364567" y="288607"/>
                </a:cubicBezTo>
                <a:cubicBezTo>
                  <a:pt x="344249" y="288607"/>
                  <a:pt x="324883" y="292519"/>
                  <a:pt x="307104" y="299600"/>
                </a:cubicBezTo>
                <a:lnTo>
                  <a:pt x="307104" y="231531"/>
                </a:lnTo>
                <a:cubicBezTo>
                  <a:pt x="307104" y="199822"/>
                  <a:pt x="332820" y="174137"/>
                  <a:pt x="364567" y="174137"/>
                </a:cubicBezTo>
                <a:close/>
                <a:moveTo>
                  <a:pt x="367955" y="130061"/>
                </a:moveTo>
                <a:cubicBezTo>
                  <a:pt x="311814" y="130061"/>
                  <a:pt x="266309" y="175511"/>
                  <a:pt x="266309" y="231583"/>
                </a:cubicBezTo>
                <a:lnTo>
                  <a:pt x="266309" y="326659"/>
                </a:lnTo>
                <a:cubicBezTo>
                  <a:pt x="233820" y="354933"/>
                  <a:pt x="213290" y="396631"/>
                  <a:pt x="213290" y="443084"/>
                </a:cubicBezTo>
                <a:cubicBezTo>
                  <a:pt x="213290" y="528382"/>
                  <a:pt x="282553" y="597561"/>
                  <a:pt x="367955" y="597561"/>
                </a:cubicBezTo>
                <a:cubicBezTo>
                  <a:pt x="453355" y="597561"/>
                  <a:pt x="522618" y="528382"/>
                  <a:pt x="522618" y="443084"/>
                </a:cubicBezTo>
                <a:cubicBezTo>
                  <a:pt x="522618" y="396631"/>
                  <a:pt x="502088" y="354985"/>
                  <a:pt x="469599" y="326659"/>
                </a:cubicBezTo>
                <a:lnTo>
                  <a:pt x="469599" y="231583"/>
                </a:lnTo>
                <a:cubicBezTo>
                  <a:pt x="469599" y="175511"/>
                  <a:pt x="424094" y="130061"/>
                  <a:pt x="367955" y="130061"/>
                </a:cubicBezTo>
                <a:close/>
                <a:moveTo>
                  <a:pt x="364567" y="0"/>
                </a:moveTo>
                <a:cubicBezTo>
                  <a:pt x="565952" y="0"/>
                  <a:pt x="729135" y="163038"/>
                  <a:pt x="729135" y="364128"/>
                </a:cubicBezTo>
                <a:cubicBezTo>
                  <a:pt x="729135" y="565217"/>
                  <a:pt x="565899" y="728256"/>
                  <a:pt x="364567" y="728256"/>
                </a:cubicBezTo>
                <a:cubicBezTo>
                  <a:pt x="163235" y="728256"/>
                  <a:pt x="0" y="565217"/>
                  <a:pt x="0" y="364128"/>
                </a:cubicBezTo>
                <a:cubicBezTo>
                  <a:pt x="0" y="163038"/>
                  <a:pt x="163235" y="0"/>
                  <a:pt x="36456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18" name="Google Shape;2318;p10"/>
          <p:cNvSpPr/>
          <p:nvPr/>
        </p:nvSpPr>
        <p:spPr>
          <a:xfrm>
            <a:off x="9855311" y="2697345"/>
            <a:ext cx="801870" cy="782403"/>
          </a:xfrm>
          <a:custGeom>
            <a:avLst/>
            <a:gdLst/>
            <a:ahLst/>
            <a:cxnLst/>
            <a:rect l="l" t="t" r="r" b="b"/>
            <a:pathLst>
              <a:path w="737886" h="719971" extrusionOk="0">
                <a:moveTo>
                  <a:pt x="220582" y="647750"/>
                </a:moveTo>
                <a:lnTo>
                  <a:pt x="220582" y="684141"/>
                </a:lnTo>
                <a:lnTo>
                  <a:pt x="256972" y="684141"/>
                </a:lnTo>
                <a:lnTo>
                  <a:pt x="256972" y="647750"/>
                </a:lnTo>
                <a:close/>
                <a:moveTo>
                  <a:pt x="480354" y="627036"/>
                </a:moveTo>
                <a:lnTo>
                  <a:pt x="480354" y="684141"/>
                </a:lnTo>
                <a:lnTo>
                  <a:pt x="516744" y="684141"/>
                </a:lnTo>
                <a:lnTo>
                  <a:pt x="516744" y="627036"/>
                </a:lnTo>
                <a:close/>
                <a:moveTo>
                  <a:pt x="350468" y="627036"/>
                </a:moveTo>
                <a:lnTo>
                  <a:pt x="350468" y="684141"/>
                </a:lnTo>
                <a:lnTo>
                  <a:pt x="386858" y="684141"/>
                </a:lnTo>
                <a:lnTo>
                  <a:pt x="386858" y="627036"/>
                </a:lnTo>
                <a:close/>
                <a:moveTo>
                  <a:pt x="415411" y="565452"/>
                </a:moveTo>
                <a:lnTo>
                  <a:pt x="415411" y="684141"/>
                </a:lnTo>
                <a:lnTo>
                  <a:pt x="451801" y="684141"/>
                </a:lnTo>
                <a:lnTo>
                  <a:pt x="451801" y="565452"/>
                </a:lnTo>
                <a:close/>
                <a:moveTo>
                  <a:pt x="285525" y="565452"/>
                </a:moveTo>
                <a:lnTo>
                  <a:pt x="285525" y="684141"/>
                </a:lnTo>
                <a:lnTo>
                  <a:pt x="321915" y="684141"/>
                </a:lnTo>
                <a:lnTo>
                  <a:pt x="321915" y="565452"/>
                </a:lnTo>
                <a:close/>
                <a:moveTo>
                  <a:pt x="128766" y="490991"/>
                </a:moveTo>
                <a:lnTo>
                  <a:pt x="85098" y="502748"/>
                </a:lnTo>
                <a:lnTo>
                  <a:pt x="95175" y="512825"/>
                </a:lnTo>
                <a:lnTo>
                  <a:pt x="36950" y="571050"/>
                </a:lnTo>
                <a:lnTo>
                  <a:pt x="48707" y="582807"/>
                </a:lnTo>
                <a:lnTo>
                  <a:pt x="106932" y="524582"/>
                </a:lnTo>
                <a:lnTo>
                  <a:pt x="117009" y="534659"/>
                </a:lnTo>
                <a:close/>
                <a:moveTo>
                  <a:pt x="707654" y="480913"/>
                </a:moveTo>
                <a:cubicBezTo>
                  <a:pt x="698137" y="480913"/>
                  <a:pt x="690299" y="488751"/>
                  <a:pt x="690299" y="498269"/>
                </a:cubicBezTo>
                <a:cubicBezTo>
                  <a:pt x="690299" y="499948"/>
                  <a:pt x="690299" y="501628"/>
                  <a:pt x="690859" y="503307"/>
                </a:cubicBezTo>
                <a:lnTo>
                  <a:pt x="665105" y="529621"/>
                </a:lnTo>
                <a:cubicBezTo>
                  <a:pt x="663426" y="529061"/>
                  <a:pt x="661746" y="528501"/>
                  <a:pt x="659507" y="528501"/>
                </a:cubicBezTo>
                <a:cubicBezTo>
                  <a:pt x="652789" y="528501"/>
                  <a:pt x="646630" y="532980"/>
                  <a:pt x="643831" y="539138"/>
                </a:cubicBezTo>
                <a:lnTo>
                  <a:pt x="621437" y="539138"/>
                </a:lnTo>
                <a:cubicBezTo>
                  <a:pt x="619197" y="532980"/>
                  <a:pt x="613039" y="528501"/>
                  <a:pt x="605761" y="528501"/>
                </a:cubicBezTo>
                <a:cubicBezTo>
                  <a:pt x="596243" y="528501"/>
                  <a:pt x="588405" y="536339"/>
                  <a:pt x="588405" y="545856"/>
                </a:cubicBezTo>
                <a:cubicBezTo>
                  <a:pt x="588405" y="555374"/>
                  <a:pt x="596243" y="563212"/>
                  <a:pt x="605761" y="563212"/>
                </a:cubicBezTo>
                <a:cubicBezTo>
                  <a:pt x="611919" y="563212"/>
                  <a:pt x="616398" y="560413"/>
                  <a:pt x="619757" y="555934"/>
                </a:cubicBezTo>
                <a:lnTo>
                  <a:pt x="646070" y="555934"/>
                </a:lnTo>
                <a:cubicBezTo>
                  <a:pt x="649429" y="560413"/>
                  <a:pt x="654468" y="563212"/>
                  <a:pt x="660067" y="563212"/>
                </a:cubicBezTo>
                <a:cubicBezTo>
                  <a:pt x="669584" y="563212"/>
                  <a:pt x="677422" y="555374"/>
                  <a:pt x="677422" y="545856"/>
                </a:cubicBezTo>
                <a:cubicBezTo>
                  <a:pt x="677422" y="544737"/>
                  <a:pt x="676862" y="543617"/>
                  <a:pt x="676862" y="542497"/>
                </a:cubicBezTo>
                <a:lnTo>
                  <a:pt x="703735" y="515064"/>
                </a:lnTo>
                <a:cubicBezTo>
                  <a:pt x="705415" y="515624"/>
                  <a:pt x="706535" y="515624"/>
                  <a:pt x="708214" y="515624"/>
                </a:cubicBezTo>
                <a:cubicBezTo>
                  <a:pt x="717732" y="515624"/>
                  <a:pt x="725010" y="507786"/>
                  <a:pt x="725010" y="498269"/>
                </a:cubicBezTo>
                <a:cubicBezTo>
                  <a:pt x="725010" y="488751"/>
                  <a:pt x="717172" y="480913"/>
                  <a:pt x="707654" y="480913"/>
                </a:cubicBezTo>
                <a:close/>
                <a:moveTo>
                  <a:pt x="0" y="460199"/>
                </a:moveTo>
                <a:lnTo>
                  <a:pt x="162917" y="460199"/>
                </a:lnTo>
                <a:lnTo>
                  <a:pt x="162917" y="608000"/>
                </a:lnTo>
                <a:lnTo>
                  <a:pt x="0" y="608000"/>
                </a:lnTo>
                <a:close/>
                <a:moveTo>
                  <a:pt x="574969" y="451801"/>
                </a:moveTo>
                <a:lnTo>
                  <a:pt x="737886" y="451801"/>
                </a:lnTo>
                <a:lnTo>
                  <a:pt x="737886" y="599602"/>
                </a:lnTo>
                <a:lnTo>
                  <a:pt x="574969" y="599602"/>
                </a:lnTo>
                <a:close/>
                <a:moveTo>
                  <a:pt x="174674" y="423809"/>
                </a:moveTo>
                <a:lnTo>
                  <a:pt x="565452" y="423809"/>
                </a:lnTo>
                <a:lnTo>
                  <a:pt x="565452" y="719971"/>
                </a:lnTo>
                <a:lnTo>
                  <a:pt x="174674" y="719971"/>
                </a:lnTo>
                <a:lnTo>
                  <a:pt x="174674" y="513945"/>
                </a:lnTo>
                <a:lnTo>
                  <a:pt x="501628" y="513945"/>
                </a:lnTo>
                <a:lnTo>
                  <a:pt x="501628" y="474756"/>
                </a:lnTo>
                <a:lnTo>
                  <a:pt x="174674" y="474756"/>
                </a:lnTo>
                <a:close/>
                <a:moveTo>
                  <a:pt x="661186" y="288325"/>
                </a:moveTo>
                <a:cubicBezTo>
                  <a:pt x="665105" y="287205"/>
                  <a:pt x="668465" y="287765"/>
                  <a:pt x="671824" y="289444"/>
                </a:cubicBezTo>
                <a:cubicBezTo>
                  <a:pt x="675183" y="291124"/>
                  <a:pt x="677422" y="293923"/>
                  <a:pt x="677982" y="297842"/>
                </a:cubicBezTo>
                <a:cubicBezTo>
                  <a:pt x="679102" y="301761"/>
                  <a:pt x="678542" y="305120"/>
                  <a:pt x="676862" y="308479"/>
                </a:cubicBezTo>
                <a:cubicBezTo>
                  <a:pt x="675183" y="311838"/>
                  <a:pt x="671824" y="314078"/>
                  <a:pt x="668465" y="315197"/>
                </a:cubicBezTo>
                <a:lnTo>
                  <a:pt x="643271" y="321916"/>
                </a:lnTo>
                <a:cubicBezTo>
                  <a:pt x="642151" y="322476"/>
                  <a:pt x="641032" y="322476"/>
                  <a:pt x="639912" y="322476"/>
                </a:cubicBezTo>
                <a:cubicBezTo>
                  <a:pt x="633754" y="322476"/>
                  <a:pt x="628155" y="318557"/>
                  <a:pt x="626476" y="312398"/>
                </a:cubicBezTo>
                <a:cubicBezTo>
                  <a:pt x="625356" y="308479"/>
                  <a:pt x="625916" y="305120"/>
                  <a:pt x="627595" y="301761"/>
                </a:cubicBezTo>
                <a:cubicBezTo>
                  <a:pt x="629275" y="298402"/>
                  <a:pt x="632634" y="296162"/>
                  <a:pt x="635993" y="295043"/>
                </a:cubicBezTo>
                <a:close/>
                <a:moveTo>
                  <a:pt x="106932" y="264810"/>
                </a:moveTo>
                <a:lnTo>
                  <a:pt x="132126" y="272088"/>
                </a:lnTo>
                <a:cubicBezTo>
                  <a:pt x="136045" y="272648"/>
                  <a:pt x="139404" y="274887"/>
                  <a:pt x="141083" y="278246"/>
                </a:cubicBezTo>
                <a:cubicBezTo>
                  <a:pt x="142763" y="281605"/>
                  <a:pt x="143323" y="285524"/>
                  <a:pt x="142203" y="288884"/>
                </a:cubicBezTo>
                <a:cubicBezTo>
                  <a:pt x="140523" y="294482"/>
                  <a:pt x="134925" y="298961"/>
                  <a:pt x="128766" y="298961"/>
                </a:cubicBezTo>
                <a:cubicBezTo>
                  <a:pt x="127647" y="298961"/>
                  <a:pt x="126527" y="298961"/>
                  <a:pt x="125407" y="298401"/>
                </a:cubicBezTo>
                <a:lnTo>
                  <a:pt x="99654" y="291683"/>
                </a:lnTo>
                <a:cubicBezTo>
                  <a:pt x="96295" y="290563"/>
                  <a:pt x="92936" y="288324"/>
                  <a:pt x="91256" y="284965"/>
                </a:cubicBezTo>
                <a:cubicBezTo>
                  <a:pt x="89577" y="281605"/>
                  <a:pt x="89017" y="277686"/>
                  <a:pt x="90137" y="274327"/>
                </a:cubicBezTo>
                <a:cubicBezTo>
                  <a:pt x="91816" y="267049"/>
                  <a:pt x="99654" y="263130"/>
                  <a:pt x="106932" y="264810"/>
                </a:cubicBezTo>
                <a:close/>
                <a:moveTo>
                  <a:pt x="558733" y="263130"/>
                </a:moveTo>
                <a:cubicBezTo>
                  <a:pt x="561533" y="262011"/>
                  <a:pt x="563212" y="264250"/>
                  <a:pt x="564892" y="268729"/>
                </a:cubicBezTo>
                <a:cubicBezTo>
                  <a:pt x="566571" y="273208"/>
                  <a:pt x="565452" y="277127"/>
                  <a:pt x="563212" y="278246"/>
                </a:cubicBezTo>
                <a:lnTo>
                  <a:pt x="415971" y="339270"/>
                </a:lnTo>
                <a:cubicBezTo>
                  <a:pt x="417091" y="343189"/>
                  <a:pt x="417650" y="346548"/>
                  <a:pt x="417650" y="350467"/>
                </a:cubicBezTo>
                <a:lnTo>
                  <a:pt x="335352" y="350467"/>
                </a:lnTo>
                <a:cubicBezTo>
                  <a:pt x="335352" y="327513"/>
                  <a:pt x="353827" y="309038"/>
                  <a:pt x="376781" y="309038"/>
                </a:cubicBezTo>
                <a:cubicBezTo>
                  <a:pt x="382940" y="309038"/>
                  <a:pt x="389098" y="310718"/>
                  <a:pt x="394137" y="312957"/>
                </a:cubicBezTo>
                <a:close/>
                <a:moveTo>
                  <a:pt x="590366" y="156479"/>
                </a:moveTo>
                <a:cubicBezTo>
                  <a:pt x="593865" y="156479"/>
                  <a:pt x="597364" y="157878"/>
                  <a:pt x="600163" y="160678"/>
                </a:cubicBezTo>
                <a:cubicBezTo>
                  <a:pt x="605761" y="166276"/>
                  <a:pt x="605761" y="174674"/>
                  <a:pt x="600163" y="180273"/>
                </a:cubicBezTo>
                <a:lnTo>
                  <a:pt x="581128" y="198748"/>
                </a:lnTo>
                <a:cubicBezTo>
                  <a:pt x="578889" y="200987"/>
                  <a:pt x="575529" y="202667"/>
                  <a:pt x="571610" y="202667"/>
                </a:cubicBezTo>
                <a:cubicBezTo>
                  <a:pt x="568251" y="202667"/>
                  <a:pt x="564892" y="201547"/>
                  <a:pt x="562093" y="198748"/>
                </a:cubicBezTo>
                <a:cubicBezTo>
                  <a:pt x="556494" y="193149"/>
                  <a:pt x="556494" y="184752"/>
                  <a:pt x="562093" y="179153"/>
                </a:cubicBezTo>
                <a:lnTo>
                  <a:pt x="580568" y="160678"/>
                </a:lnTo>
                <a:cubicBezTo>
                  <a:pt x="583368" y="157878"/>
                  <a:pt x="586867" y="156479"/>
                  <a:pt x="590366" y="156479"/>
                </a:cubicBezTo>
                <a:close/>
                <a:moveTo>
                  <a:pt x="170615" y="156479"/>
                </a:moveTo>
                <a:cubicBezTo>
                  <a:pt x="174114" y="156479"/>
                  <a:pt x="177473" y="157878"/>
                  <a:pt x="179713" y="160678"/>
                </a:cubicBezTo>
                <a:lnTo>
                  <a:pt x="198188" y="179153"/>
                </a:lnTo>
                <a:cubicBezTo>
                  <a:pt x="203787" y="184752"/>
                  <a:pt x="203787" y="193149"/>
                  <a:pt x="198188" y="198748"/>
                </a:cubicBezTo>
                <a:cubicBezTo>
                  <a:pt x="195949" y="200987"/>
                  <a:pt x="192590" y="202667"/>
                  <a:pt x="188671" y="202667"/>
                </a:cubicBezTo>
                <a:cubicBezTo>
                  <a:pt x="185311" y="202667"/>
                  <a:pt x="181952" y="201547"/>
                  <a:pt x="179153" y="198748"/>
                </a:cubicBezTo>
                <a:lnTo>
                  <a:pt x="160678" y="180273"/>
                </a:lnTo>
                <a:cubicBezTo>
                  <a:pt x="155079" y="174674"/>
                  <a:pt x="155079" y="166276"/>
                  <a:pt x="160678" y="160678"/>
                </a:cubicBezTo>
                <a:cubicBezTo>
                  <a:pt x="163477" y="157878"/>
                  <a:pt x="167116" y="156479"/>
                  <a:pt x="170615" y="156479"/>
                </a:cubicBezTo>
                <a:close/>
                <a:moveTo>
                  <a:pt x="297842" y="83418"/>
                </a:moveTo>
                <a:cubicBezTo>
                  <a:pt x="301761" y="82298"/>
                  <a:pt x="305120" y="82858"/>
                  <a:pt x="308479" y="84537"/>
                </a:cubicBezTo>
                <a:cubicBezTo>
                  <a:pt x="311278" y="86217"/>
                  <a:pt x="313518" y="89016"/>
                  <a:pt x="314638" y="92375"/>
                </a:cubicBezTo>
                <a:lnTo>
                  <a:pt x="321356" y="117569"/>
                </a:lnTo>
                <a:cubicBezTo>
                  <a:pt x="322476" y="121488"/>
                  <a:pt x="321916" y="124847"/>
                  <a:pt x="320236" y="128206"/>
                </a:cubicBezTo>
                <a:cubicBezTo>
                  <a:pt x="318557" y="131565"/>
                  <a:pt x="315197" y="133804"/>
                  <a:pt x="311838" y="134924"/>
                </a:cubicBezTo>
                <a:cubicBezTo>
                  <a:pt x="310719" y="135484"/>
                  <a:pt x="309599" y="135484"/>
                  <a:pt x="308479" y="135484"/>
                </a:cubicBezTo>
                <a:cubicBezTo>
                  <a:pt x="302321" y="135484"/>
                  <a:pt x="296722" y="131565"/>
                  <a:pt x="295043" y="125407"/>
                </a:cubicBezTo>
                <a:lnTo>
                  <a:pt x="288324" y="100213"/>
                </a:lnTo>
                <a:cubicBezTo>
                  <a:pt x="286085" y="92935"/>
                  <a:pt x="290564" y="85657"/>
                  <a:pt x="297842" y="83418"/>
                </a:cubicBezTo>
                <a:close/>
                <a:moveTo>
                  <a:pt x="459639" y="77819"/>
                </a:moveTo>
                <a:cubicBezTo>
                  <a:pt x="466917" y="79498"/>
                  <a:pt x="471396" y="87336"/>
                  <a:pt x="469157" y="94615"/>
                </a:cubicBezTo>
                <a:lnTo>
                  <a:pt x="462439" y="119808"/>
                </a:lnTo>
                <a:cubicBezTo>
                  <a:pt x="460759" y="125406"/>
                  <a:pt x="455160" y="129885"/>
                  <a:pt x="449002" y="129885"/>
                </a:cubicBezTo>
                <a:cubicBezTo>
                  <a:pt x="447882" y="129885"/>
                  <a:pt x="446763" y="129885"/>
                  <a:pt x="445643" y="129325"/>
                </a:cubicBezTo>
                <a:cubicBezTo>
                  <a:pt x="438365" y="127646"/>
                  <a:pt x="433886" y="119808"/>
                  <a:pt x="436125" y="112530"/>
                </a:cubicBezTo>
                <a:lnTo>
                  <a:pt x="442844" y="87336"/>
                </a:lnTo>
                <a:cubicBezTo>
                  <a:pt x="445083" y="79498"/>
                  <a:pt x="452361" y="75580"/>
                  <a:pt x="459639" y="77819"/>
                </a:cubicBezTo>
                <a:close/>
                <a:moveTo>
                  <a:pt x="377900" y="0"/>
                </a:moveTo>
                <a:cubicBezTo>
                  <a:pt x="471396" y="0"/>
                  <a:pt x="559853" y="37510"/>
                  <a:pt x="627035" y="104693"/>
                </a:cubicBezTo>
                <a:cubicBezTo>
                  <a:pt x="693658" y="171875"/>
                  <a:pt x="730048" y="259772"/>
                  <a:pt x="730048" y="352708"/>
                </a:cubicBezTo>
                <a:lnTo>
                  <a:pt x="730048" y="363905"/>
                </a:lnTo>
                <a:lnTo>
                  <a:pt x="693658" y="363905"/>
                </a:lnTo>
                <a:lnTo>
                  <a:pt x="693658" y="352708"/>
                </a:lnTo>
                <a:cubicBezTo>
                  <a:pt x="693658" y="269849"/>
                  <a:pt x="660626" y="190350"/>
                  <a:pt x="600722" y="130446"/>
                </a:cubicBezTo>
                <a:cubicBezTo>
                  <a:pt x="540818" y="69982"/>
                  <a:pt x="461319" y="36390"/>
                  <a:pt x="377341" y="36390"/>
                </a:cubicBezTo>
                <a:cubicBezTo>
                  <a:pt x="293363" y="36390"/>
                  <a:pt x="213863" y="69982"/>
                  <a:pt x="153959" y="130446"/>
                </a:cubicBezTo>
                <a:cubicBezTo>
                  <a:pt x="94055" y="190350"/>
                  <a:pt x="61023" y="269289"/>
                  <a:pt x="61023" y="352708"/>
                </a:cubicBezTo>
                <a:lnTo>
                  <a:pt x="61023" y="363905"/>
                </a:lnTo>
                <a:lnTo>
                  <a:pt x="24633" y="363905"/>
                </a:lnTo>
                <a:lnTo>
                  <a:pt x="24633" y="352708"/>
                </a:lnTo>
                <a:cubicBezTo>
                  <a:pt x="24633" y="259772"/>
                  <a:pt x="61583" y="171875"/>
                  <a:pt x="128766" y="104693"/>
                </a:cubicBezTo>
                <a:cubicBezTo>
                  <a:pt x="195388" y="36950"/>
                  <a:pt x="284405" y="0"/>
                  <a:pt x="37790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2319" name="Google Shape;2319;p10"/>
          <p:cNvSpPr/>
          <p:nvPr/>
        </p:nvSpPr>
        <p:spPr>
          <a:xfrm>
            <a:off x="4267038" y="2827428"/>
            <a:ext cx="935309" cy="622230"/>
          </a:xfrm>
          <a:custGeom>
            <a:avLst/>
            <a:gdLst/>
            <a:ahLst/>
            <a:cxnLst/>
            <a:rect l="l" t="t" r="r" b="b"/>
            <a:pathLst>
              <a:path w="695678" h="462815" extrusionOk="0">
                <a:moveTo>
                  <a:pt x="322502" y="296744"/>
                </a:moveTo>
                <a:cubicBezTo>
                  <a:pt x="296385" y="296744"/>
                  <a:pt x="272968" y="317559"/>
                  <a:pt x="273214" y="346327"/>
                </a:cubicBezTo>
                <a:cubicBezTo>
                  <a:pt x="273410" y="371463"/>
                  <a:pt x="293931" y="394978"/>
                  <a:pt x="322404" y="394978"/>
                </a:cubicBezTo>
                <a:cubicBezTo>
                  <a:pt x="347834" y="395027"/>
                  <a:pt x="371202" y="374212"/>
                  <a:pt x="371448" y="346278"/>
                </a:cubicBezTo>
                <a:cubicBezTo>
                  <a:pt x="371693" y="319523"/>
                  <a:pt x="349356" y="296744"/>
                  <a:pt x="322502" y="296744"/>
                </a:cubicBezTo>
                <a:close/>
                <a:moveTo>
                  <a:pt x="359813" y="229242"/>
                </a:moveTo>
                <a:cubicBezTo>
                  <a:pt x="365458" y="231795"/>
                  <a:pt x="371251" y="234201"/>
                  <a:pt x="377093" y="236262"/>
                </a:cubicBezTo>
                <a:cubicBezTo>
                  <a:pt x="380677" y="237539"/>
                  <a:pt x="381806" y="239552"/>
                  <a:pt x="381462" y="243234"/>
                </a:cubicBezTo>
                <a:cubicBezTo>
                  <a:pt x="380922" y="249812"/>
                  <a:pt x="380480" y="256390"/>
                  <a:pt x="380628" y="262969"/>
                </a:cubicBezTo>
                <a:cubicBezTo>
                  <a:pt x="380677" y="265325"/>
                  <a:pt x="382002" y="268074"/>
                  <a:pt x="383622" y="269842"/>
                </a:cubicBezTo>
                <a:cubicBezTo>
                  <a:pt x="387893" y="274555"/>
                  <a:pt x="392459" y="279071"/>
                  <a:pt x="397270" y="283293"/>
                </a:cubicBezTo>
                <a:cubicBezTo>
                  <a:pt x="399086" y="284864"/>
                  <a:pt x="401836" y="286288"/>
                  <a:pt x="404192" y="286288"/>
                </a:cubicBezTo>
                <a:cubicBezTo>
                  <a:pt x="411212" y="286337"/>
                  <a:pt x="418183" y="285748"/>
                  <a:pt x="425155" y="285208"/>
                </a:cubicBezTo>
                <a:cubicBezTo>
                  <a:pt x="428149" y="284962"/>
                  <a:pt x="429671" y="285993"/>
                  <a:pt x="430800" y="288791"/>
                </a:cubicBezTo>
                <a:cubicBezTo>
                  <a:pt x="433255" y="295075"/>
                  <a:pt x="435906" y="301359"/>
                  <a:pt x="438851" y="307495"/>
                </a:cubicBezTo>
                <a:cubicBezTo>
                  <a:pt x="440324" y="310588"/>
                  <a:pt x="439686" y="312454"/>
                  <a:pt x="437280" y="314516"/>
                </a:cubicBezTo>
                <a:cubicBezTo>
                  <a:pt x="432126" y="318934"/>
                  <a:pt x="426873" y="323352"/>
                  <a:pt x="422258" y="328311"/>
                </a:cubicBezTo>
                <a:cubicBezTo>
                  <a:pt x="420442" y="330225"/>
                  <a:pt x="419656" y="333563"/>
                  <a:pt x="419460" y="336362"/>
                </a:cubicBezTo>
                <a:cubicBezTo>
                  <a:pt x="419018" y="342106"/>
                  <a:pt x="418969" y="347948"/>
                  <a:pt x="419460" y="353691"/>
                </a:cubicBezTo>
                <a:cubicBezTo>
                  <a:pt x="419705" y="356440"/>
                  <a:pt x="420736" y="359730"/>
                  <a:pt x="422553" y="361644"/>
                </a:cubicBezTo>
                <a:lnTo>
                  <a:pt x="422553" y="361742"/>
                </a:lnTo>
                <a:cubicBezTo>
                  <a:pt x="427216" y="366603"/>
                  <a:pt x="432420" y="371021"/>
                  <a:pt x="437624" y="375390"/>
                </a:cubicBezTo>
                <a:cubicBezTo>
                  <a:pt x="440128" y="377452"/>
                  <a:pt x="440668" y="379318"/>
                  <a:pt x="439293" y="382361"/>
                </a:cubicBezTo>
                <a:cubicBezTo>
                  <a:pt x="436446" y="388547"/>
                  <a:pt x="433942" y="394880"/>
                  <a:pt x="431586" y="401262"/>
                </a:cubicBezTo>
                <a:cubicBezTo>
                  <a:pt x="430456" y="404404"/>
                  <a:pt x="428591" y="405238"/>
                  <a:pt x="425449" y="404993"/>
                </a:cubicBezTo>
                <a:cubicBezTo>
                  <a:pt x="418871" y="404551"/>
                  <a:pt x="412292" y="404011"/>
                  <a:pt x="405763" y="404207"/>
                </a:cubicBezTo>
                <a:cubicBezTo>
                  <a:pt x="403112" y="404306"/>
                  <a:pt x="400019" y="405778"/>
                  <a:pt x="397957" y="407546"/>
                </a:cubicBezTo>
                <a:cubicBezTo>
                  <a:pt x="393735" y="411228"/>
                  <a:pt x="390397" y="415891"/>
                  <a:pt x="386126" y="419475"/>
                </a:cubicBezTo>
                <a:cubicBezTo>
                  <a:pt x="382591" y="422421"/>
                  <a:pt x="381266" y="425464"/>
                  <a:pt x="381708" y="430030"/>
                </a:cubicBezTo>
                <a:cubicBezTo>
                  <a:pt x="382395" y="437345"/>
                  <a:pt x="385144" y="446329"/>
                  <a:pt x="382002" y="451631"/>
                </a:cubicBezTo>
                <a:cubicBezTo>
                  <a:pt x="378910" y="456785"/>
                  <a:pt x="369386" y="458013"/>
                  <a:pt x="362905" y="461351"/>
                </a:cubicBezTo>
                <a:cubicBezTo>
                  <a:pt x="358487" y="463609"/>
                  <a:pt x="355345" y="463511"/>
                  <a:pt x="352105" y="459240"/>
                </a:cubicBezTo>
                <a:cubicBezTo>
                  <a:pt x="348521" y="454429"/>
                  <a:pt x="344398" y="449912"/>
                  <a:pt x="339979" y="445887"/>
                </a:cubicBezTo>
                <a:cubicBezTo>
                  <a:pt x="338016" y="444070"/>
                  <a:pt x="334726" y="442990"/>
                  <a:pt x="331977" y="442794"/>
                </a:cubicBezTo>
                <a:cubicBezTo>
                  <a:pt x="325841" y="442303"/>
                  <a:pt x="319655" y="442352"/>
                  <a:pt x="313519" y="442794"/>
                </a:cubicBezTo>
                <a:cubicBezTo>
                  <a:pt x="311162" y="442941"/>
                  <a:pt x="308364" y="444119"/>
                  <a:pt x="306695" y="445789"/>
                </a:cubicBezTo>
                <a:cubicBezTo>
                  <a:pt x="301785" y="450698"/>
                  <a:pt x="297514" y="456294"/>
                  <a:pt x="292556" y="461154"/>
                </a:cubicBezTo>
                <a:cubicBezTo>
                  <a:pt x="291182" y="462480"/>
                  <a:pt x="287991" y="463167"/>
                  <a:pt x="286174" y="462578"/>
                </a:cubicBezTo>
                <a:cubicBezTo>
                  <a:pt x="279596" y="460369"/>
                  <a:pt x="273066" y="457718"/>
                  <a:pt x="266783" y="454674"/>
                </a:cubicBezTo>
                <a:cubicBezTo>
                  <a:pt x="265114" y="453889"/>
                  <a:pt x="263493" y="451041"/>
                  <a:pt x="263493" y="449078"/>
                </a:cubicBezTo>
                <a:cubicBezTo>
                  <a:pt x="263346" y="442499"/>
                  <a:pt x="263641" y="435872"/>
                  <a:pt x="264328" y="429343"/>
                </a:cubicBezTo>
                <a:cubicBezTo>
                  <a:pt x="264721" y="425563"/>
                  <a:pt x="263297" y="423304"/>
                  <a:pt x="260499" y="420997"/>
                </a:cubicBezTo>
                <a:cubicBezTo>
                  <a:pt x="256768" y="417904"/>
                  <a:pt x="252939" y="414713"/>
                  <a:pt x="250091" y="410884"/>
                </a:cubicBezTo>
                <a:cubicBezTo>
                  <a:pt x="246360" y="405827"/>
                  <a:pt x="241991" y="404453"/>
                  <a:pt x="236051" y="405287"/>
                </a:cubicBezTo>
                <a:cubicBezTo>
                  <a:pt x="230847" y="406024"/>
                  <a:pt x="225545" y="405877"/>
                  <a:pt x="220341" y="406416"/>
                </a:cubicBezTo>
                <a:cubicBezTo>
                  <a:pt x="216954" y="406760"/>
                  <a:pt x="215088" y="405827"/>
                  <a:pt x="213812" y="402489"/>
                </a:cubicBezTo>
                <a:cubicBezTo>
                  <a:pt x="211407" y="396156"/>
                  <a:pt x="208265" y="390069"/>
                  <a:pt x="205957" y="383687"/>
                </a:cubicBezTo>
                <a:cubicBezTo>
                  <a:pt x="205368" y="382018"/>
                  <a:pt x="205908" y="379121"/>
                  <a:pt x="207086" y="377894"/>
                </a:cubicBezTo>
                <a:cubicBezTo>
                  <a:pt x="211701" y="373181"/>
                  <a:pt x="216610" y="368763"/>
                  <a:pt x="221667" y="364492"/>
                </a:cubicBezTo>
                <a:cubicBezTo>
                  <a:pt x="224956" y="361693"/>
                  <a:pt x="226281" y="358699"/>
                  <a:pt x="225496" y="354330"/>
                </a:cubicBezTo>
                <a:cubicBezTo>
                  <a:pt x="224809" y="350549"/>
                  <a:pt x="224121" y="346426"/>
                  <a:pt x="224956" y="342793"/>
                </a:cubicBezTo>
                <a:cubicBezTo>
                  <a:pt x="226576" y="335576"/>
                  <a:pt x="224416" y="330765"/>
                  <a:pt x="218623" y="326396"/>
                </a:cubicBezTo>
                <a:cubicBezTo>
                  <a:pt x="213567" y="322616"/>
                  <a:pt x="206595" y="318394"/>
                  <a:pt x="205368" y="313190"/>
                </a:cubicBezTo>
                <a:cubicBezTo>
                  <a:pt x="204141" y="308035"/>
                  <a:pt x="208805" y="301359"/>
                  <a:pt x="211210" y="295468"/>
                </a:cubicBezTo>
                <a:cubicBezTo>
                  <a:pt x="215236" y="285748"/>
                  <a:pt x="212634" y="286386"/>
                  <a:pt x="224416" y="287171"/>
                </a:cubicBezTo>
                <a:cubicBezTo>
                  <a:pt x="225005" y="287220"/>
                  <a:pt x="225545" y="287220"/>
                  <a:pt x="226134" y="287319"/>
                </a:cubicBezTo>
                <a:cubicBezTo>
                  <a:pt x="237278" y="289233"/>
                  <a:pt x="245771" y="286631"/>
                  <a:pt x="253920" y="277402"/>
                </a:cubicBezTo>
                <a:cubicBezTo>
                  <a:pt x="260597" y="269891"/>
                  <a:pt x="264475" y="263607"/>
                  <a:pt x="262315" y="253592"/>
                </a:cubicBezTo>
                <a:cubicBezTo>
                  <a:pt x="261333" y="248977"/>
                  <a:pt x="262168" y="243921"/>
                  <a:pt x="262168" y="238913"/>
                </a:cubicBezTo>
                <a:cubicBezTo>
                  <a:pt x="269581" y="235772"/>
                  <a:pt x="277043" y="232384"/>
                  <a:pt x="284652" y="229537"/>
                </a:cubicBezTo>
                <a:cubicBezTo>
                  <a:pt x="286272" y="228899"/>
                  <a:pt x="289218" y="229390"/>
                  <a:pt x="290396" y="230568"/>
                </a:cubicBezTo>
                <a:cubicBezTo>
                  <a:pt x="295256" y="235330"/>
                  <a:pt x="299822" y="240386"/>
                  <a:pt x="304191" y="245590"/>
                </a:cubicBezTo>
                <a:cubicBezTo>
                  <a:pt x="306744" y="248634"/>
                  <a:pt x="309493" y="249370"/>
                  <a:pt x="313371" y="249076"/>
                </a:cubicBezTo>
                <a:cubicBezTo>
                  <a:pt x="319115" y="248634"/>
                  <a:pt x="324908" y="249272"/>
                  <a:pt x="330652" y="248830"/>
                </a:cubicBezTo>
                <a:cubicBezTo>
                  <a:pt x="333205" y="248585"/>
                  <a:pt x="336248" y="247505"/>
                  <a:pt x="338065" y="245786"/>
                </a:cubicBezTo>
                <a:cubicBezTo>
                  <a:pt x="342778" y="241221"/>
                  <a:pt x="347147" y="236262"/>
                  <a:pt x="351271" y="231108"/>
                </a:cubicBezTo>
                <a:cubicBezTo>
                  <a:pt x="353872" y="227868"/>
                  <a:pt x="356278" y="227622"/>
                  <a:pt x="359813" y="229242"/>
                </a:cubicBezTo>
                <a:close/>
                <a:moveTo>
                  <a:pt x="580631" y="70526"/>
                </a:moveTo>
                <a:cubicBezTo>
                  <a:pt x="559374" y="69986"/>
                  <a:pt x="540473" y="83732"/>
                  <a:pt x="531980" y="105627"/>
                </a:cubicBezTo>
                <a:lnTo>
                  <a:pt x="527169" y="118048"/>
                </a:lnTo>
                <a:lnTo>
                  <a:pt x="515191" y="112255"/>
                </a:lnTo>
                <a:cubicBezTo>
                  <a:pt x="510036" y="109751"/>
                  <a:pt x="504341" y="108376"/>
                  <a:pt x="498254" y="108229"/>
                </a:cubicBezTo>
                <a:cubicBezTo>
                  <a:pt x="497910" y="108229"/>
                  <a:pt x="497567" y="108229"/>
                  <a:pt x="497223" y="108229"/>
                </a:cubicBezTo>
                <a:cubicBezTo>
                  <a:pt x="491823" y="108229"/>
                  <a:pt x="486668" y="109358"/>
                  <a:pt x="481857" y="111273"/>
                </a:cubicBezTo>
                <a:cubicBezTo>
                  <a:pt x="489712" y="124233"/>
                  <a:pt x="495456" y="138814"/>
                  <a:pt x="498450" y="154572"/>
                </a:cubicBezTo>
                <a:cubicBezTo>
                  <a:pt x="525746" y="162280"/>
                  <a:pt x="547543" y="184813"/>
                  <a:pt x="557508" y="213778"/>
                </a:cubicBezTo>
                <a:cubicBezTo>
                  <a:pt x="604637" y="213581"/>
                  <a:pt x="634976" y="213483"/>
                  <a:pt x="637971" y="213581"/>
                </a:cubicBezTo>
                <a:cubicBezTo>
                  <a:pt x="647593" y="213876"/>
                  <a:pt x="654368" y="209163"/>
                  <a:pt x="658540" y="205186"/>
                </a:cubicBezTo>
                <a:lnTo>
                  <a:pt x="658491" y="205137"/>
                </a:lnTo>
                <a:cubicBezTo>
                  <a:pt x="666346" y="197626"/>
                  <a:pt x="671059" y="186433"/>
                  <a:pt x="671304" y="174356"/>
                </a:cubicBezTo>
                <a:cubicBezTo>
                  <a:pt x="671844" y="153050"/>
                  <a:pt x="658835" y="135132"/>
                  <a:pt x="641653" y="133512"/>
                </a:cubicBezTo>
                <a:lnTo>
                  <a:pt x="631540" y="132530"/>
                </a:lnTo>
                <a:lnTo>
                  <a:pt x="630607" y="122417"/>
                </a:lnTo>
                <a:cubicBezTo>
                  <a:pt x="628005" y="93452"/>
                  <a:pt x="606502" y="71164"/>
                  <a:pt x="580631" y="70526"/>
                </a:cubicBezTo>
                <a:close/>
                <a:moveTo>
                  <a:pt x="237868" y="24478"/>
                </a:moveTo>
                <a:cubicBezTo>
                  <a:pt x="211849" y="23741"/>
                  <a:pt x="188727" y="40629"/>
                  <a:pt x="178368" y="67286"/>
                </a:cubicBezTo>
                <a:lnTo>
                  <a:pt x="173557" y="79706"/>
                </a:lnTo>
                <a:lnTo>
                  <a:pt x="161579" y="73914"/>
                </a:lnTo>
                <a:cubicBezTo>
                  <a:pt x="155148" y="70821"/>
                  <a:pt x="148127" y="69152"/>
                  <a:pt x="140665" y="68955"/>
                </a:cubicBezTo>
                <a:cubicBezTo>
                  <a:pt x="140273" y="68955"/>
                  <a:pt x="139831" y="68955"/>
                  <a:pt x="139438" y="68955"/>
                </a:cubicBezTo>
                <a:cubicBezTo>
                  <a:pt x="115236" y="68955"/>
                  <a:pt x="94126" y="86138"/>
                  <a:pt x="88971" y="110242"/>
                </a:cubicBezTo>
                <a:lnTo>
                  <a:pt x="86222" y="122957"/>
                </a:lnTo>
                <a:lnTo>
                  <a:pt x="73654" y="119471"/>
                </a:lnTo>
                <a:cubicBezTo>
                  <a:pt x="70709" y="118686"/>
                  <a:pt x="67518" y="118195"/>
                  <a:pt x="64179" y="118146"/>
                </a:cubicBezTo>
                <a:cubicBezTo>
                  <a:pt x="63836" y="118146"/>
                  <a:pt x="63541" y="118146"/>
                  <a:pt x="63198" y="118146"/>
                </a:cubicBezTo>
                <a:cubicBezTo>
                  <a:pt x="53232" y="118146"/>
                  <a:pt x="43806" y="121926"/>
                  <a:pt x="36590" y="128848"/>
                </a:cubicBezTo>
                <a:cubicBezTo>
                  <a:pt x="29128" y="136015"/>
                  <a:pt x="24857" y="145687"/>
                  <a:pt x="24611" y="156045"/>
                </a:cubicBezTo>
                <a:cubicBezTo>
                  <a:pt x="24120" y="177155"/>
                  <a:pt x="44150" y="197675"/>
                  <a:pt x="65800" y="198264"/>
                </a:cubicBezTo>
                <a:cubicBezTo>
                  <a:pt x="67812" y="198314"/>
                  <a:pt x="82049" y="198264"/>
                  <a:pt x="102570" y="198215"/>
                </a:cubicBezTo>
                <a:cubicBezTo>
                  <a:pt x="118476" y="184224"/>
                  <a:pt x="138603" y="176860"/>
                  <a:pt x="159860" y="177253"/>
                </a:cubicBezTo>
                <a:cubicBezTo>
                  <a:pt x="161137" y="177253"/>
                  <a:pt x="162462" y="177302"/>
                  <a:pt x="163788" y="177400"/>
                </a:cubicBezTo>
                <a:cubicBezTo>
                  <a:pt x="179105" y="138077"/>
                  <a:pt x="217397" y="111764"/>
                  <a:pt x="260303" y="112697"/>
                </a:cubicBezTo>
                <a:cubicBezTo>
                  <a:pt x="268845" y="112942"/>
                  <a:pt x="277093" y="114169"/>
                  <a:pt x="284997" y="116378"/>
                </a:cubicBezTo>
                <a:lnTo>
                  <a:pt x="284948" y="116329"/>
                </a:lnTo>
                <a:cubicBezTo>
                  <a:pt x="289170" y="108524"/>
                  <a:pt x="294079" y="101405"/>
                  <a:pt x="299577" y="94925"/>
                </a:cubicBezTo>
                <a:lnTo>
                  <a:pt x="298939" y="87659"/>
                </a:lnTo>
                <a:cubicBezTo>
                  <a:pt x="295748" y="52411"/>
                  <a:pt x="269484" y="25263"/>
                  <a:pt x="237868" y="24478"/>
                </a:cubicBezTo>
                <a:close/>
                <a:moveTo>
                  <a:pt x="238408" y="30"/>
                </a:moveTo>
                <a:cubicBezTo>
                  <a:pt x="279057" y="1011"/>
                  <a:pt x="313225" y="32332"/>
                  <a:pt x="321718" y="74601"/>
                </a:cubicBezTo>
                <a:cubicBezTo>
                  <a:pt x="340864" y="61150"/>
                  <a:pt x="363692" y="53835"/>
                  <a:pt x="387747" y="54424"/>
                </a:cubicBezTo>
                <a:cubicBezTo>
                  <a:pt x="418430" y="55160"/>
                  <a:pt x="446363" y="69004"/>
                  <a:pt x="466786" y="91145"/>
                </a:cubicBezTo>
                <a:cubicBezTo>
                  <a:pt x="476408" y="86138"/>
                  <a:pt x="487355" y="83437"/>
                  <a:pt x="498794" y="83732"/>
                </a:cubicBezTo>
                <a:cubicBezTo>
                  <a:pt x="504096" y="83879"/>
                  <a:pt x="509251" y="84616"/>
                  <a:pt x="514160" y="85892"/>
                </a:cubicBezTo>
                <a:cubicBezTo>
                  <a:pt x="528200" y="60610"/>
                  <a:pt x="553385" y="45195"/>
                  <a:pt x="581220" y="46029"/>
                </a:cubicBezTo>
                <a:cubicBezTo>
                  <a:pt x="616665" y="46913"/>
                  <a:pt x="646464" y="74208"/>
                  <a:pt x="653729" y="111027"/>
                </a:cubicBezTo>
                <a:lnTo>
                  <a:pt x="653484" y="111027"/>
                </a:lnTo>
                <a:cubicBezTo>
                  <a:pt x="678521" y="118489"/>
                  <a:pt x="696440" y="144705"/>
                  <a:pt x="695654" y="174946"/>
                </a:cubicBezTo>
                <a:cubicBezTo>
                  <a:pt x="695261" y="193453"/>
                  <a:pt x="687799" y="210979"/>
                  <a:pt x="675232" y="222958"/>
                </a:cubicBezTo>
                <a:cubicBezTo>
                  <a:pt x="664579" y="233120"/>
                  <a:pt x="651029" y="238667"/>
                  <a:pt x="637136" y="238127"/>
                </a:cubicBezTo>
                <a:cubicBezTo>
                  <a:pt x="634485" y="238078"/>
                  <a:pt x="599826" y="238177"/>
                  <a:pt x="562565" y="238324"/>
                </a:cubicBezTo>
                <a:cubicBezTo>
                  <a:pt x="563007" y="242840"/>
                  <a:pt x="563252" y="247357"/>
                  <a:pt x="563154" y="252021"/>
                </a:cubicBezTo>
                <a:cubicBezTo>
                  <a:pt x="562565" y="280200"/>
                  <a:pt x="551225" y="306808"/>
                  <a:pt x="532128" y="325021"/>
                </a:cubicBezTo>
                <a:cubicBezTo>
                  <a:pt x="515976" y="340387"/>
                  <a:pt x="495456" y="348438"/>
                  <a:pt x="474493" y="347996"/>
                </a:cubicBezTo>
                <a:cubicBezTo>
                  <a:pt x="474051" y="347996"/>
                  <a:pt x="473070" y="347996"/>
                  <a:pt x="471646" y="347996"/>
                </a:cubicBezTo>
                <a:lnTo>
                  <a:pt x="471646" y="313631"/>
                </a:lnTo>
                <a:cubicBezTo>
                  <a:pt x="473511" y="313631"/>
                  <a:pt x="474788" y="313631"/>
                  <a:pt x="475328" y="313631"/>
                </a:cubicBezTo>
                <a:cubicBezTo>
                  <a:pt x="490497" y="314024"/>
                  <a:pt x="501739" y="306513"/>
                  <a:pt x="508416" y="300131"/>
                </a:cubicBezTo>
                <a:cubicBezTo>
                  <a:pt x="520935" y="288202"/>
                  <a:pt x="528348" y="270381"/>
                  <a:pt x="528789" y="251235"/>
                </a:cubicBezTo>
                <a:cubicBezTo>
                  <a:pt x="529673" y="217361"/>
                  <a:pt x="508760" y="188888"/>
                  <a:pt x="481268" y="186237"/>
                </a:cubicBezTo>
                <a:lnTo>
                  <a:pt x="467080" y="184862"/>
                </a:lnTo>
                <a:lnTo>
                  <a:pt x="465804" y="170675"/>
                </a:lnTo>
                <a:cubicBezTo>
                  <a:pt x="461631" y="124970"/>
                  <a:pt x="427610" y="89770"/>
                  <a:pt x="386716" y="88789"/>
                </a:cubicBezTo>
                <a:cubicBezTo>
                  <a:pt x="353481" y="87905"/>
                  <a:pt x="323142" y="109702"/>
                  <a:pt x="309739" y="144263"/>
                </a:cubicBezTo>
                <a:lnTo>
                  <a:pt x="303014" y="161642"/>
                </a:lnTo>
                <a:lnTo>
                  <a:pt x="286224" y="153492"/>
                </a:lnTo>
                <a:cubicBezTo>
                  <a:pt x="278026" y="149467"/>
                  <a:pt x="268944" y="147307"/>
                  <a:pt x="259272" y="147061"/>
                </a:cubicBezTo>
                <a:cubicBezTo>
                  <a:pt x="227461" y="146325"/>
                  <a:pt x="199331" y="168662"/>
                  <a:pt x="192556" y="200326"/>
                </a:cubicBezTo>
                <a:lnTo>
                  <a:pt x="188727" y="218147"/>
                </a:lnTo>
                <a:lnTo>
                  <a:pt x="171152" y="213287"/>
                </a:lnTo>
                <a:cubicBezTo>
                  <a:pt x="167372" y="212207"/>
                  <a:pt x="163248" y="211667"/>
                  <a:pt x="158977" y="211568"/>
                </a:cubicBezTo>
                <a:cubicBezTo>
                  <a:pt x="158584" y="211568"/>
                  <a:pt x="158142" y="211568"/>
                  <a:pt x="157749" y="211568"/>
                </a:cubicBezTo>
                <a:cubicBezTo>
                  <a:pt x="144936" y="211568"/>
                  <a:pt x="132860" y="216429"/>
                  <a:pt x="123581" y="225314"/>
                </a:cubicBezTo>
                <a:cubicBezTo>
                  <a:pt x="114008" y="234495"/>
                  <a:pt x="108510" y="246915"/>
                  <a:pt x="108215" y="260219"/>
                </a:cubicBezTo>
                <a:cubicBezTo>
                  <a:pt x="107577" y="287318"/>
                  <a:pt x="133351" y="313730"/>
                  <a:pt x="161186" y="314466"/>
                </a:cubicBezTo>
                <a:cubicBezTo>
                  <a:pt x="162561" y="314466"/>
                  <a:pt x="168697" y="314466"/>
                  <a:pt x="178221" y="314466"/>
                </a:cubicBezTo>
                <a:lnTo>
                  <a:pt x="178221" y="348831"/>
                </a:lnTo>
                <a:cubicBezTo>
                  <a:pt x="174637" y="348831"/>
                  <a:pt x="171446" y="348831"/>
                  <a:pt x="168844" y="348831"/>
                </a:cubicBezTo>
                <a:cubicBezTo>
                  <a:pt x="164328" y="348831"/>
                  <a:pt x="161431" y="348831"/>
                  <a:pt x="160400" y="348831"/>
                </a:cubicBezTo>
                <a:cubicBezTo>
                  <a:pt x="113174" y="347554"/>
                  <a:pt x="72820" y="305777"/>
                  <a:pt x="73900" y="259434"/>
                </a:cubicBezTo>
                <a:cubicBezTo>
                  <a:pt x="74194" y="246424"/>
                  <a:pt x="77484" y="234004"/>
                  <a:pt x="83276" y="222811"/>
                </a:cubicBezTo>
                <a:cubicBezTo>
                  <a:pt x="78465" y="222811"/>
                  <a:pt x="74391" y="222811"/>
                  <a:pt x="71396" y="222811"/>
                </a:cubicBezTo>
                <a:cubicBezTo>
                  <a:pt x="68058" y="222811"/>
                  <a:pt x="65898" y="222811"/>
                  <a:pt x="65161" y="222811"/>
                </a:cubicBezTo>
                <a:cubicBezTo>
                  <a:pt x="29569" y="221878"/>
                  <a:pt x="-819" y="190410"/>
                  <a:pt x="16" y="155505"/>
                </a:cubicBezTo>
                <a:cubicBezTo>
                  <a:pt x="409" y="138617"/>
                  <a:pt x="7331" y="122859"/>
                  <a:pt x="19555" y="111175"/>
                </a:cubicBezTo>
                <a:cubicBezTo>
                  <a:pt x="31779" y="99442"/>
                  <a:pt x="47930" y="93158"/>
                  <a:pt x="64670" y="93649"/>
                </a:cubicBezTo>
                <a:cubicBezTo>
                  <a:pt x="65849" y="93649"/>
                  <a:pt x="67076" y="93698"/>
                  <a:pt x="68254" y="93796"/>
                </a:cubicBezTo>
                <a:cubicBezTo>
                  <a:pt x="79644" y="63850"/>
                  <a:pt x="108903" y="43673"/>
                  <a:pt x="141254" y="44458"/>
                </a:cubicBezTo>
                <a:cubicBezTo>
                  <a:pt x="147882" y="44655"/>
                  <a:pt x="154362" y="45636"/>
                  <a:pt x="160499" y="47404"/>
                </a:cubicBezTo>
                <a:cubicBezTo>
                  <a:pt x="176454" y="17457"/>
                  <a:pt x="205909" y="-854"/>
                  <a:pt x="238408" y="3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320" name="Google Shape;2320;p10"/>
          <p:cNvSpPr txBox="1"/>
          <p:nvPr/>
        </p:nvSpPr>
        <p:spPr>
          <a:xfrm>
            <a:off x="5780708" y="6542900"/>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pic>
        <p:nvPicPr>
          <p:cNvPr id="2326" name="Google Shape;2326;p11"/>
          <p:cNvPicPr preferRelativeResize="0"/>
          <p:nvPr/>
        </p:nvPicPr>
        <p:blipFill rotWithShape="1">
          <a:blip r:embed="rId3">
            <a:alphaModFix/>
          </a:blip>
          <a:srcRect l="58738" t="84195" r="9573" b="-14206"/>
          <a:stretch/>
        </p:blipFill>
        <p:spPr>
          <a:xfrm>
            <a:off x="0" y="4197390"/>
            <a:ext cx="3216011" cy="716590"/>
          </a:xfrm>
          <a:prstGeom prst="rect">
            <a:avLst/>
          </a:prstGeom>
          <a:noFill/>
          <a:ln>
            <a:noFill/>
          </a:ln>
        </p:spPr>
      </p:pic>
      <p:pic>
        <p:nvPicPr>
          <p:cNvPr id="2327" name="Google Shape;2327;p11"/>
          <p:cNvPicPr preferRelativeResize="0"/>
          <p:nvPr/>
        </p:nvPicPr>
        <p:blipFill rotWithShape="1">
          <a:blip r:embed="rId3">
            <a:alphaModFix/>
          </a:blip>
          <a:srcRect l="58738" t="84195" r="9573" b="-14206"/>
          <a:stretch/>
        </p:blipFill>
        <p:spPr>
          <a:xfrm flipH="1">
            <a:off x="8972813" y="4197390"/>
            <a:ext cx="3216011" cy="716590"/>
          </a:xfrm>
          <a:prstGeom prst="rect">
            <a:avLst/>
          </a:prstGeom>
          <a:noFill/>
          <a:ln>
            <a:noFill/>
          </a:ln>
        </p:spPr>
      </p:pic>
      <p:sp>
        <p:nvSpPr>
          <p:cNvPr id="2328" name="Google Shape;2328;p11"/>
          <p:cNvSpPr txBox="1">
            <a:spLocks noGrp="1"/>
          </p:cNvSpPr>
          <p:nvPr>
            <p:ph type="title"/>
          </p:nvPr>
        </p:nvSpPr>
        <p:spPr>
          <a:xfrm>
            <a:off x="584000" y="577326"/>
            <a:ext cx="11001000"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accent2"/>
              </a:buClr>
              <a:buSzPts val="2800"/>
              <a:buFont typeface="Arial"/>
              <a:buNone/>
            </a:pPr>
            <a:r>
              <a:rPr lang="en-US"/>
              <a:t>A Unified Platform for Operations and Automation</a:t>
            </a:r>
            <a:endParaRPr/>
          </a:p>
        </p:txBody>
      </p:sp>
      <p:sp>
        <p:nvSpPr>
          <p:cNvPr id="2329" name="Google Shape;2329;p11"/>
          <p:cNvSpPr/>
          <p:nvPr/>
        </p:nvSpPr>
        <p:spPr>
          <a:xfrm flipH="1">
            <a:off x="1588" y="893"/>
            <a:ext cx="12188820" cy="93109"/>
          </a:xfrm>
          <a:custGeom>
            <a:avLst/>
            <a:gdLst/>
            <a:ahLst/>
            <a:cxnLst/>
            <a:rect l="l" t="t" r="r" b="b"/>
            <a:pathLst>
              <a:path w="3672840" h="3488576" extrusionOk="0">
                <a:moveTo>
                  <a:pt x="0" y="0"/>
                </a:moveTo>
                <a:lnTo>
                  <a:pt x="3672840" y="0"/>
                </a:lnTo>
                <a:lnTo>
                  <a:pt x="3672840" y="1284810"/>
                </a:lnTo>
                <a:lnTo>
                  <a:pt x="3672840" y="1371601"/>
                </a:lnTo>
                <a:lnTo>
                  <a:pt x="3672840" y="3488576"/>
                </a:lnTo>
                <a:lnTo>
                  <a:pt x="0" y="3488576"/>
                </a:lnTo>
                <a:lnTo>
                  <a:pt x="0" y="1371601"/>
                </a:lnTo>
                <a:lnTo>
                  <a:pt x="0" y="1284810"/>
                </a:lnTo>
                <a:close/>
              </a:path>
            </a:pathLst>
          </a:custGeom>
          <a:gradFill>
            <a:gsLst>
              <a:gs pos="0">
                <a:schemeClr val="accent5"/>
              </a:gs>
              <a:gs pos="52999">
                <a:schemeClr val="accent5"/>
              </a:gs>
              <a:gs pos="100000">
                <a:schemeClr val="accent2"/>
              </a:gs>
            </a:gsLst>
            <a:lin ang="18900000" scaled="0"/>
          </a:gra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nvGrpSpPr>
          <p:cNvPr id="2330" name="Google Shape;2330;p11"/>
          <p:cNvGrpSpPr/>
          <p:nvPr/>
        </p:nvGrpSpPr>
        <p:grpSpPr>
          <a:xfrm>
            <a:off x="208462" y="2180266"/>
            <a:ext cx="1360737" cy="2265077"/>
            <a:chOff x="271144" y="2105635"/>
            <a:chExt cx="1360737" cy="2265077"/>
          </a:xfrm>
        </p:grpSpPr>
        <p:grpSp>
          <p:nvGrpSpPr>
            <p:cNvPr id="2331" name="Google Shape;2331;p11"/>
            <p:cNvGrpSpPr/>
            <p:nvPr/>
          </p:nvGrpSpPr>
          <p:grpSpPr>
            <a:xfrm>
              <a:off x="271144" y="2105635"/>
              <a:ext cx="1360737" cy="311694"/>
              <a:chOff x="1252997" y="1623405"/>
              <a:chExt cx="1360737" cy="311694"/>
            </a:xfrm>
          </p:grpSpPr>
          <p:sp>
            <p:nvSpPr>
              <p:cNvPr id="2332" name="Google Shape;2332;p11"/>
              <p:cNvSpPr/>
              <p:nvPr/>
            </p:nvSpPr>
            <p:spPr>
              <a:xfrm>
                <a:off x="2397012" y="1623405"/>
                <a:ext cx="216722" cy="311694"/>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333" name="Google Shape;2333;p11"/>
              <p:cNvSpPr txBox="1"/>
              <p:nvPr/>
            </p:nvSpPr>
            <p:spPr>
              <a:xfrm>
                <a:off x="1252997" y="1624187"/>
                <a:ext cx="1013295" cy="286252"/>
              </a:xfrm>
              <a:prstGeom prst="rect">
                <a:avLst/>
              </a:prstGeom>
              <a:noFill/>
              <a:ln>
                <a:noFill/>
              </a:ln>
            </p:spPr>
            <p:txBody>
              <a:bodyPr spcFirstLastPara="1" wrap="square" lIns="0" tIns="0" rIns="0" bIns="0" anchor="ctr" anchorCtr="0">
                <a:noAutofit/>
              </a:bodyPr>
              <a:lstStyle/>
              <a:p>
                <a:pPr marL="0" marR="0" lvl="0" indent="0" algn="r" rtl="0">
                  <a:lnSpc>
                    <a:spcPct val="130000"/>
                  </a:lnSpc>
                  <a:spcBef>
                    <a:spcPts val="0"/>
                  </a:spcBef>
                  <a:spcAft>
                    <a:spcPts val="0"/>
                  </a:spcAft>
                  <a:buClr>
                    <a:srgbClr val="000000"/>
                  </a:buClr>
                  <a:buSzPts val="1400"/>
                  <a:buFont typeface="Arial"/>
                  <a:buNone/>
                </a:pPr>
                <a:r>
                  <a:rPr lang="en-US" sz="1400" b="1" i="0" u="none" strike="noStrike" cap="none">
                    <a:solidFill>
                      <a:schemeClr val="accent5"/>
                    </a:solidFill>
                    <a:latin typeface="Arial"/>
                    <a:ea typeface="Arial"/>
                    <a:cs typeface="Arial"/>
                    <a:sym typeface="Arial"/>
                  </a:rPr>
                  <a:t>BUILD</a:t>
                </a:r>
                <a:endParaRPr sz="1400" b="0" i="0" u="none" strike="noStrike" cap="none">
                  <a:solidFill>
                    <a:srgbClr val="000000"/>
                  </a:solidFill>
                  <a:latin typeface="Arial"/>
                  <a:ea typeface="Arial"/>
                  <a:cs typeface="Arial"/>
                  <a:sym typeface="Arial"/>
                </a:endParaRPr>
              </a:p>
              <a:p>
                <a:pPr marL="0" marR="0" lvl="0" indent="0" algn="r" rtl="0">
                  <a:lnSpc>
                    <a:spcPct val="130000"/>
                  </a:lnSpc>
                  <a:spcBef>
                    <a:spcPts val="0"/>
                  </a:spcBef>
                  <a:spcAft>
                    <a:spcPts val="0"/>
                  </a:spcAft>
                  <a:buClr>
                    <a:srgbClr val="000000"/>
                  </a:buClr>
                  <a:buSzPts val="1400"/>
                  <a:buFont typeface="Arial"/>
                  <a:buNone/>
                </a:pPr>
                <a:r>
                  <a:rPr lang="en-US" sz="1400" b="1" i="0" u="none" strike="noStrike" cap="none">
                    <a:solidFill>
                      <a:schemeClr val="accent5"/>
                    </a:solidFill>
                    <a:latin typeface="Arial"/>
                    <a:ea typeface="Arial"/>
                    <a:cs typeface="Arial"/>
                    <a:sym typeface="Arial"/>
                  </a:rPr>
                  <a:t>DEPLOY</a:t>
                </a:r>
                <a:endParaRPr sz="1400" b="0" i="0" u="none" strike="noStrike" cap="none">
                  <a:solidFill>
                    <a:srgbClr val="000000"/>
                  </a:solidFill>
                  <a:latin typeface="Arial"/>
                  <a:ea typeface="Arial"/>
                  <a:cs typeface="Arial"/>
                  <a:sym typeface="Arial"/>
                </a:endParaRPr>
              </a:p>
              <a:p>
                <a:pPr marL="0" marR="0" lvl="0" indent="0" algn="r" rtl="0">
                  <a:lnSpc>
                    <a:spcPct val="130000"/>
                  </a:lnSpc>
                  <a:spcBef>
                    <a:spcPts val="0"/>
                  </a:spcBef>
                  <a:spcAft>
                    <a:spcPts val="0"/>
                  </a:spcAft>
                  <a:buClr>
                    <a:srgbClr val="000000"/>
                  </a:buClr>
                  <a:buSzPts val="1400"/>
                  <a:buFont typeface="Arial"/>
                  <a:buNone/>
                </a:pPr>
                <a:r>
                  <a:rPr lang="en-US" sz="1400" b="1" i="0" u="none" strike="noStrike" cap="none">
                    <a:solidFill>
                      <a:schemeClr val="accent5"/>
                    </a:solidFill>
                    <a:latin typeface="Arial"/>
                    <a:ea typeface="Arial"/>
                    <a:cs typeface="Arial"/>
                    <a:sym typeface="Arial"/>
                  </a:rPr>
                  <a:t>OPERATE</a:t>
                </a:r>
                <a:endParaRPr sz="1400" b="0" i="0" u="none" strike="noStrike" cap="none">
                  <a:solidFill>
                    <a:srgbClr val="000000"/>
                  </a:solidFill>
                  <a:latin typeface="Arial"/>
                  <a:ea typeface="Arial"/>
                  <a:cs typeface="Arial"/>
                  <a:sym typeface="Arial"/>
                </a:endParaRPr>
              </a:p>
            </p:txBody>
          </p:sp>
        </p:grpSp>
        <p:grpSp>
          <p:nvGrpSpPr>
            <p:cNvPr id="2334" name="Google Shape;2334;p11"/>
            <p:cNvGrpSpPr/>
            <p:nvPr/>
          </p:nvGrpSpPr>
          <p:grpSpPr>
            <a:xfrm>
              <a:off x="547175" y="2750408"/>
              <a:ext cx="716300" cy="1620304"/>
              <a:chOff x="468588" y="734001"/>
              <a:chExt cx="953395" cy="2156626"/>
            </a:xfrm>
          </p:grpSpPr>
          <p:grpSp>
            <p:nvGrpSpPr>
              <p:cNvPr id="2335" name="Google Shape;2335;p11"/>
              <p:cNvGrpSpPr/>
              <p:nvPr/>
            </p:nvGrpSpPr>
            <p:grpSpPr>
              <a:xfrm>
                <a:off x="757473" y="734001"/>
                <a:ext cx="664510" cy="570971"/>
                <a:chOff x="757472" y="734001"/>
                <a:chExt cx="978641" cy="840884"/>
              </a:xfrm>
            </p:grpSpPr>
            <p:sp>
              <p:nvSpPr>
                <p:cNvPr id="2336" name="Google Shape;2336;p11"/>
                <p:cNvSpPr/>
                <p:nvPr/>
              </p:nvSpPr>
              <p:spPr>
                <a:xfrm flipH="1">
                  <a:off x="1195758" y="734001"/>
                  <a:ext cx="223813" cy="223813"/>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2453AA">
                    <a:alpha val="66274"/>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37" name="Google Shape;2337;p11"/>
                <p:cNvSpPr/>
                <p:nvPr/>
              </p:nvSpPr>
              <p:spPr>
                <a:xfrm flipH="1">
                  <a:off x="1512300" y="734001"/>
                  <a:ext cx="223813" cy="223813"/>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BC9EDC">
                    <a:alpha val="2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38" name="Google Shape;2338;p11"/>
                <p:cNvSpPr/>
                <p:nvPr/>
              </p:nvSpPr>
              <p:spPr>
                <a:xfrm flipH="1">
                  <a:off x="880219" y="1042537"/>
                  <a:ext cx="223813" cy="223813"/>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chemeClr val="accent5">
                    <a:alpha val="41176"/>
                  </a:scheme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39" name="Google Shape;2339;p11"/>
                <p:cNvSpPr/>
                <p:nvPr/>
              </p:nvSpPr>
              <p:spPr>
                <a:xfrm flipH="1">
                  <a:off x="1512300" y="1042537"/>
                  <a:ext cx="223813" cy="223813"/>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9165C0">
                    <a:alpha val="2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0" name="Google Shape;2340;p11"/>
                <p:cNvSpPr/>
                <p:nvPr/>
              </p:nvSpPr>
              <p:spPr>
                <a:xfrm flipH="1">
                  <a:off x="880219" y="1351072"/>
                  <a:ext cx="223813" cy="223813"/>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A58BC2">
                    <a:alpha val="66666"/>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1" name="Google Shape;2341;p11"/>
                <p:cNvSpPr/>
                <p:nvPr/>
              </p:nvSpPr>
              <p:spPr>
                <a:xfrm flipH="1">
                  <a:off x="757472" y="804047"/>
                  <a:ext cx="223813" cy="223813"/>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A58BC2">
                    <a:alpha val="66666"/>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2" name="Google Shape;2342;p11"/>
                <p:cNvSpPr/>
                <p:nvPr/>
              </p:nvSpPr>
              <p:spPr>
                <a:xfrm flipH="1">
                  <a:off x="1195758" y="1351072"/>
                  <a:ext cx="223813" cy="223813"/>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50386B">
                    <a:alpha val="66666"/>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343" name="Google Shape;2343;p11"/>
              <p:cNvSpPr/>
              <p:nvPr/>
            </p:nvSpPr>
            <p:spPr>
              <a:xfrm rot="1536000" flipH="1">
                <a:off x="998121" y="1929771"/>
                <a:ext cx="151972" cy="151972"/>
              </a:xfrm>
              <a:custGeom>
                <a:avLst/>
                <a:gdLst/>
                <a:ahLst/>
                <a:cxnLst/>
                <a:rect l="l" t="t" r="r" b="b"/>
                <a:pathLst>
                  <a:path w="261342" h="261342" extrusionOk="0">
                    <a:moveTo>
                      <a:pt x="201362" y="-1"/>
                    </a:moveTo>
                    <a:cubicBezTo>
                      <a:pt x="234488" y="-1"/>
                      <a:pt x="261343" y="26854"/>
                      <a:pt x="261343" y="59980"/>
                    </a:cubicBezTo>
                    <a:lnTo>
                      <a:pt x="261343" y="201362"/>
                    </a:lnTo>
                    <a:cubicBezTo>
                      <a:pt x="261343" y="234488"/>
                      <a:pt x="234488" y="261342"/>
                      <a:pt x="201362" y="261342"/>
                    </a:cubicBezTo>
                    <a:lnTo>
                      <a:pt x="59980" y="261342"/>
                    </a:lnTo>
                    <a:cubicBezTo>
                      <a:pt x="26854" y="261342"/>
                      <a:pt x="0" y="234488"/>
                      <a:pt x="0" y="201362"/>
                    </a:cubicBezTo>
                    <a:lnTo>
                      <a:pt x="0" y="59980"/>
                    </a:lnTo>
                    <a:cubicBezTo>
                      <a:pt x="0" y="26854"/>
                      <a:pt x="26854" y="-1"/>
                      <a:pt x="59980" y="-1"/>
                    </a:cubicBezTo>
                    <a:close/>
                  </a:path>
                </a:pathLst>
              </a:custGeom>
              <a:solidFill>
                <a:srgbClr val="1D4287">
                  <a:alpha val="66666"/>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2344" name="Google Shape;2344;p11"/>
              <p:cNvGrpSpPr/>
              <p:nvPr/>
            </p:nvGrpSpPr>
            <p:grpSpPr>
              <a:xfrm flipH="1">
                <a:off x="468588" y="843237"/>
                <a:ext cx="593988" cy="2047390"/>
                <a:chOff x="1657426" y="3571036"/>
                <a:chExt cx="538653" cy="1856659"/>
              </a:xfrm>
            </p:grpSpPr>
            <p:sp>
              <p:nvSpPr>
                <p:cNvPr id="2345" name="Google Shape;2345;p11"/>
                <p:cNvSpPr/>
                <p:nvPr/>
              </p:nvSpPr>
              <p:spPr>
                <a:xfrm>
                  <a:off x="1889946" y="3700733"/>
                  <a:ext cx="245763" cy="443619"/>
                </a:xfrm>
                <a:custGeom>
                  <a:avLst/>
                  <a:gdLst/>
                  <a:ahLst/>
                  <a:cxnLst/>
                  <a:rect l="l" t="t" r="r" b="b"/>
                  <a:pathLst>
                    <a:path w="245763" h="443619" extrusionOk="0">
                      <a:moveTo>
                        <a:pt x="245763" y="425314"/>
                      </a:moveTo>
                      <a:lnTo>
                        <a:pt x="89970" y="236805"/>
                      </a:lnTo>
                      <a:lnTo>
                        <a:pt x="66991" y="2726"/>
                      </a:lnTo>
                      <a:lnTo>
                        <a:pt x="0" y="0"/>
                      </a:lnTo>
                      <a:lnTo>
                        <a:pt x="3116" y="264458"/>
                      </a:lnTo>
                      <a:lnTo>
                        <a:pt x="110613" y="443620"/>
                      </a:lnTo>
                      <a:lnTo>
                        <a:pt x="245763" y="425314"/>
                      </a:lnTo>
                      <a:close/>
                    </a:path>
                  </a:pathLst>
                </a:custGeom>
                <a:solidFill>
                  <a:srgbClr val="50386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6" name="Google Shape;2346;p11"/>
                <p:cNvSpPr/>
                <p:nvPr/>
              </p:nvSpPr>
              <p:spPr>
                <a:xfrm>
                  <a:off x="1958885" y="4542793"/>
                  <a:ext cx="237194" cy="884902"/>
                </a:xfrm>
                <a:custGeom>
                  <a:avLst/>
                  <a:gdLst/>
                  <a:ahLst/>
                  <a:cxnLst/>
                  <a:rect l="l" t="t" r="r" b="b"/>
                  <a:pathLst>
                    <a:path w="237194" h="884902" extrusionOk="0">
                      <a:moveTo>
                        <a:pt x="389" y="0"/>
                      </a:moveTo>
                      <a:lnTo>
                        <a:pt x="66601" y="447125"/>
                      </a:lnTo>
                      <a:lnTo>
                        <a:pt x="134761" y="789090"/>
                      </a:lnTo>
                      <a:cubicBezTo>
                        <a:pt x="137098" y="805838"/>
                        <a:pt x="128918" y="815186"/>
                        <a:pt x="116455" y="825701"/>
                      </a:cubicBezTo>
                      <a:lnTo>
                        <a:pt x="93476" y="847513"/>
                      </a:lnTo>
                      <a:cubicBezTo>
                        <a:pt x="83349" y="857250"/>
                        <a:pt x="77117" y="870882"/>
                        <a:pt x="77117" y="884903"/>
                      </a:cubicBezTo>
                      <a:lnTo>
                        <a:pt x="77117" y="884903"/>
                      </a:lnTo>
                      <a:cubicBezTo>
                        <a:pt x="77117" y="884903"/>
                        <a:pt x="237195" y="884903"/>
                        <a:pt x="237195" y="884903"/>
                      </a:cubicBezTo>
                      <a:cubicBezTo>
                        <a:pt x="184225" y="376629"/>
                        <a:pt x="185004" y="390"/>
                        <a:pt x="185004" y="390"/>
                      </a:cubicBezTo>
                      <a:lnTo>
                        <a:pt x="0" y="390"/>
                      </a:lnTo>
                      <a:close/>
                    </a:path>
                  </a:pathLst>
                </a:custGeom>
                <a:solidFill>
                  <a:srgbClr val="45315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7" name="Google Shape;2347;p11"/>
                <p:cNvSpPr/>
                <p:nvPr/>
              </p:nvSpPr>
              <p:spPr>
                <a:xfrm>
                  <a:off x="1728311" y="4080485"/>
                  <a:ext cx="276142" cy="528520"/>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6C4B8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8" name="Google Shape;2348;p11"/>
                <p:cNvSpPr/>
                <p:nvPr/>
              </p:nvSpPr>
              <p:spPr>
                <a:xfrm>
                  <a:off x="1782060" y="4542793"/>
                  <a:ext cx="269521" cy="884513"/>
                </a:xfrm>
                <a:custGeom>
                  <a:avLst/>
                  <a:gdLst/>
                  <a:ahLst/>
                  <a:cxnLst/>
                  <a:rect l="l" t="t" r="r" b="b"/>
                  <a:pathLst>
                    <a:path w="269521" h="884513" extrusionOk="0">
                      <a:moveTo>
                        <a:pt x="92697" y="0"/>
                      </a:moveTo>
                      <a:lnTo>
                        <a:pt x="74391" y="431546"/>
                      </a:lnTo>
                      <a:lnTo>
                        <a:pt x="71665" y="789090"/>
                      </a:lnTo>
                      <a:cubicBezTo>
                        <a:pt x="72054" y="803501"/>
                        <a:pt x="65433" y="817133"/>
                        <a:pt x="53359" y="825701"/>
                      </a:cubicBezTo>
                      <a:lnTo>
                        <a:pt x="18306" y="849849"/>
                      </a:lnTo>
                      <a:cubicBezTo>
                        <a:pt x="7011" y="857639"/>
                        <a:pt x="0" y="870882"/>
                        <a:pt x="0" y="884513"/>
                      </a:cubicBezTo>
                      <a:lnTo>
                        <a:pt x="0" y="884513"/>
                      </a:lnTo>
                      <a:cubicBezTo>
                        <a:pt x="0" y="884513"/>
                        <a:pt x="174098" y="884513"/>
                        <a:pt x="174098" y="884513"/>
                      </a:cubicBezTo>
                      <a:lnTo>
                        <a:pt x="216941" y="451020"/>
                      </a:lnTo>
                      <a:lnTo>
                        <a:pt x="269522" y="0"/>
                      </a:lnTo>
                      <a:lnTo>
                        <a:pt x="92697" y="0"/>
                      </a:lnTo>
                      <a:close/>
                    </a:path>
                  </a:pathLst>
                </a:custGeom>
                <a:solidFill>
                  <a:srgbClr val="45315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9" name="Google Shape;2349;p11"/>
                <p:cNvSpPr/>
                <p:nvPr/>
              </p:nvSpPr>
              <p:spPr>
                <a:xfrm>
                  <a:off x="1893655" y="3571036"/>
                  <a:ext cx="72240" cy="131644"/>
                </a:xfrm>
                <a:custGeom>
                  <a:avLst/>
                  <a:gdLst/>
                  <a:ahLst/>
                  <a:cxnLst/>
                  <a:rect l="l" t="t" r="r" b="b"/>
                  <a:pathLst>
                    <a:path w="72240" h="131644" extrusionOk="0">
                      <a:moveTo>
                        <a:pt x="2523" y="130087"/>
                      </a:moveTo>
                      <a:lnTo>
                        <a:pt x="2523" y="130087"/>
                      </a:lnTo>
                      <a:cubicBezTo>
                        <a:pt x="-3709" y="108276"/>
                        <a:pt x="1744" y="84518"/>
                        <a:pt x="17323" y="67770"/>
                      </a:cubicBezTo>
                      <a:lnTo>
                        <a:pt x="28618" y="55696"/>
                      </a:lnTo>
                      <a:lnTo>
                        <a:pt x="18492" y="12853"/>
                      </a:lnTo>
                      <a:lnTo>
                        <a:pt x="35239" y="0"/>
                      </a:lnTo>
                      <a:lnTo>
                        <a:pt x="72240" y="63096"/>
                      </a:lnTo>
                      <a:lnTo>
                        <a:pt x="63672" y="131645"/>
                      </a:lnTo>
                      <a:lnTo>
                        <a:pt x="2523" y="129308"/>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0" name="Google Shape;2350;p11"/>
                <p:cNvSpPr/>
                <p:nvPr/>
              </p:nvSpPr>
              <p:spPr>
                <a:xfrm>
                  <a:off x="1874757" y="4061004"/>
                  <a:ext cx="297167" cy="496199"/>
                </a:xfrm>
                <a:custGeom>
                  <a:avLst/>
                  <a:gdLst/>
                  <a:ahLst/>
                  <a:cxnLst/>
                  <a:rect l="l" t="t" r="r" b="b"/>
                  <a:pathLst>
                    <a:path w="297167" h="496199" extrusionOk="0">
                      <a:moveTo>
                        <a:pt x="229405" y="12074"/>
                      </a:moveTo>
                      <a:lnTo>
                        <a:pt x="208373" y="31548"/>
                      </a:lnTo>
                      <a:lnTo>
                        <a:pt x="129697" y="0"/>
                      </a:lnTo>
                      <a:lnTo>
                        <a:pt x="38169" y="21032"/>
                      </a:lnTo>
                      <a:cubicBezTo>
                        <a:pt x="38169" y="21032"/>
                        <a:pt x="15190" y="297175"/>
                        <a:pt x="0" y="488410"/>
                      </a:cubicBezTo>
                      <a:lnTo>
                        <a:pt x="271079" y="496200"/>
                      </a:lnTo>
                      <a:lnTo>
                        <a:pt x="296785" y="130087"/>
                      </a:lnTo>
                      <a:cubicBezTo>
                        <a:pt x="301069" y="70107"/>
                        <a:pt x="268743" y="21811"/>
                        <a:pt x="229015" y="11684"/>
                      </a:cubicBezTo>
                      <a:close/>
                    </a:path>
                  </a:pathLst>
                </a:custGeom>
                <a:solidFill>
                  <a:srgbClr val="6C4B8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2351" name="Google Shape;2351;p11"/>
                <p:cNvGrpSpPr/>
                <p:nvPr/>
              </p:nvGrpSpPr>
              <p:grpSpPr>
                <a:xfrm>
                  <a:off x="1935946" y="3808057"/>
                  <a:ext cx="188519" cy="285273"/>
                  <a:chOff x="1935946" y="3808057"/>
                  <a:chExt cx="188519" cy="285273"/>
                </a:xfrm>
              </p:grpSpPr>
              <p:sp>
                <p:nvSpPr>
                  <p:cNvPr id="2352" name="Google Shape;2352;p11"/>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3" name="Google Shape;2353;p11"/>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4" name="Google Shape;2354;p11"/>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3D39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5" name="Google Shape;2355;p11"/>
                  <p:cNvSpPr/>
                  <p:nvPr/>
                </p:nvSpPr>
                <p:spPr>
                  <a:xfrm rot="-4692000">
                    <a:off x="1989857" y="3920792"/>
                    <a:ext cx="56085" cy="4128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356" name="Google Shape;2356;p11"/>
                <p:cNvSpPr/>
                <p:nvPr/>
              </p:nvSpPr>
              <p:spPr>
                <a:xfrm>
                  <a:off x="1925564" y="3803664"/>
                  <a:ext cx="172365" cy="108167"/>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3D398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7" name="Google Shape;2357;p11"/>
                <p:cNvSpPr/>
                <p:nvPr/>
              </p:nvSpPr>
              <p:spPr>
                <a:xfrm>
                  <a:off x="1657426" y="4577457"/>
                  <a:ext cx="124634" cy="136318"/>
                </a:xfrm>
                <a:custGeom>
                  <a:avLst/>
                  <a:gdLst/>
                  <a:ahLst/>
                  <a:cxnLst/>
                  <a:rect l="l" t="t" r="r" b="b"/>
                  <a:pathLst>
                    <a:path w="124634" h="136318" extrusionOk="0">
                      <a:moveTo>
                        <a:pt x="124634" y="25316"/>
                      </a:moveTo>
                      <a:lnTo>
                        <a:pt x="98149" y="103992"/>
                      </a:lnTo>
                      <a:lnTo>
                        <a:pt x="42843" y="136319"/>
                      </a:lnTo>
                      <a:lnTo>
                        <a:pt x="29211" y="126971"/>
                      </a:lnTo>
                      <a:lnTo>
                        <a:pt x="19085" y="128919"/>
                      </a:lnTo>
                      <a:lnTo>
                        <a:pt x="10906" y="123466"/>
                      </a:lnTo>
                      <a:lnTo>
                        <a:pt x="42843" y="79844"/>
                      </a:lnTo>
                      <a:lnTo>
                        <a:pt x="8958" y="112171"/>
                      </a:lnTo>
                      <a:lnTo>
                        <a:pt x="0" y="102823"/>
                      </a:lnTo>
                      <a:lnTo>
                        <a:pt x="47517" y="46348"/>
                      </a:lnTo>
                      <a:lnTo>
                        <a:pt x="32327" y="14800"/>
                      </a:lnTo>
                      <a:lnTo>
                        <a:pt x="50633" y="3116"/>
                      </a:lnTo>
                      <a:lnTo>
                        <a:pt x="74002" y="0"/>
                      </a:lnTo>
                      <a:lnTo>
                        <a:pt x="124634" y="25316"/>
                      </a:lnTo>
                      <a:close/>
                    </a:path>
                  </a:pathLst>
                </a:custGeom>
                <a:solidFill>
                  <a:srgbClr val="DAA87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8" name="Google Shape;2358;p11"/>
                <p:cNvSpPr/>
                <p:nvPr/>
              </p:nvSpPr>
              <p:spPr>
                <a:xfrm>
                  <a:off x="1965506" y="4045424"/>
                  <a:ext cx="143718" cy="5296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6D6E7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grpSp>
        <p:nvGrpSpPr>
          <p:cNvPr id="2359" name="Google Shape;2359;p11"/>
          <p:cNvGrpSpPr/>
          <p:nvPr/>
        </p:nvGrpSpPr>
        <p:grpSpPr>
          <a:xfrm>
            <a:off x="10695090" y="2682411"/>
            <a:ext cx="2112826" cy="1643864"/>
            <a:chOff x="10695090" y="2726849"/>
            <a:chExt cx="2112826" cy="1643864"/>
          </a:xfrm>
        </p:grpSpPr>
        <p:grpSp>
          <p:nvGrpSpPr>
            <p:cNvPr id="2360" name="Google Shape;2360;p11"/>
            <p:cNvGrpSpPr/>
            <p:nvPr/>
          </p:nvGrpSpPr>
          <p:grpSpPr>
            <a:xfrm>
              <a:off x="10695090" y="2726849"/>
              <a:ext cx="2112826" cy="311695"/>
              <a:chOff x="9631072" y="1216263"/>
              <a:chExt cx="2112826" cy="311695"/>
            </a:xfrm>
          </p:grpSpPr>
          <p:sp>
            <p:nvSpPr>
              <p:cNvPr id="2361" name="Google Shape;2361;p11"/>
              <p:cNvSpPr/>
              <p:nvPr/>
            </p:nvSpPr>
            <p:spPr>
              <a:xfrm rot="10800000">
                <a:off x="9631072" y="1216264"/>
                <a:ext cx="216722" cy="311694"/>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50" tIns="45650" rIns="91350"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100" b="0" i="0" u="none" strike="noStrike" cap="none">
                  <a:solidFill>
                    <a:schemeClr val="lt1"/>
                  </a:solidFill>
                  <a:latin typeface="Arial"/>
                  <a:ea typeface="Arial"/>
                  <a:cs typeface="Arial"/>
                  <a:sym typeface="Arial"/>
                </a:endParaRPr>
              </a:p>
            </p:txBody>
          </p:sp>
          <p:sp>
            <p:nvSpPr>
              <p:cNvPr id="2362" name="Google Shape;2362;p11"/>
              <p:cNvSpPr txBox="1"/>
              <p:nvPr/>
            </p:nvSpPr>
            <p:spPr>
              <a:xfrm>
                <a:off x="9930383" y="1216263"/>
                <a:ext cx="1813515" cy="286252"/>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CONSUME</a:t>
                </a:r>
                <a:endParaRPr sz="1400" b="0" i="0" u="none" strike="noStrike" cap="none">
                  <a:solidFill>
                    <a:srgbClr val="000000"/>
                  </a:solidFill>
                  <a:latin typeface="Arial"/>
                  <a:ea typeface="Arial"/>
                  <a:cs typeface="Arial"/>
                  <a:sym typeface="Arial"/>
                </a:endParaRPr>
              </a:p>
            </p:txBody>
          </p:sp>
        </p:grpSp>
        <p:grpSp>
          <p:nvGrpSpPr>
            <p:cNvPr id="2363" name="Google Shape;2363;p11"/>
            <p:cNvGrpSpPr/>
            <p:nvPr/>
          </p:nvGrpSpPr>
          <p:grpSpPr>
            <a:xfrm>
              <a:off x="10845757" y="3205992"/>
              <a:ext cx="886051" cy="1164721"/>
              <a:chOff x="10321789" y="3824097"/>
              <a:chExt cx="1195260" cy="1571182"/>
            </a:xfrm>
          </p:grpSpPr>
          <p:sp>
            <p:nvSpPr>
              <p:cNvPr id="2364" name="Google Shape;2364;p11"/>
              <p:cNvSpPr/>
              <p:nvPr/>
            </p:nvSpPr>
            <p:spPr>
              <a:xfrm>
                <a:off x="11267700" y="4848539"/>
                <a:ext cx="99311" cy="546740"/>
              </a:xfrm>
              <a:custGeom>
                <a:avLst/>
                <a:gdLst/>
                <a:ahLst/>
                <a:cxnLst/>
                <a:rect l="l" t="t" r="r" b="b"/>
                <a:pathLst>
                  <a:path w="99311" h="546740" extrusionOk="0">
                    <a:moveTo>
                      <a:pt x="93161" y="0"/>
                    </a:moveTo>
                    <a:lnTo>
                      <a:pt x="99311" y="546740"/>
                    </a:lnTo>
                    <a:lnTo>
                      <a:pt x="60610" y="546740"/>
                    </a:lnTo>
                    <a:lnTo>
                      <a:pt x="0" y="111803"/>
                    </a:lnTo>
                    <a:lnTo>
                      <a:pt x="93161" y="0"/>
                    </a:lnTo>
                    <a:close/>
                  </a:path>
                </a:pathLst>
              </a:custGeom>
              <a:solidFill>
                <a:srgbClr val="91939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65" name="Google Shape;2365;p11"/>
              <p:cNvSpPr/>
              <p:nvPr/>
            </p:nvSpPr>
            <p:spPr>
              <a:xfrm>
                <a:off x="10651824" y="4941638"/>
                <a:ext cx="93195" cy="434903"/>
              </a:xfrm>
              <a:custGeom>
                <a:avLst/>
                <a:gdLst/>
                <a:ahLst/>
                <a:cxnLst/>
                <a:rect l="l" t="t" r="r" b="b"/>
                <a:pathLst>
                  <a:path w="93195" h="434903" extrusionOk="0">
                    <a:moveTo>
                      <a:pt x="0" y="0"/>
                    </a:moveTo>
                    <a:lnTo>
                      <a:pt x="0" y="434903"/>
                    </a:lnTo>
                    <a:lnTo>
                      <a:pt x="38702" y="434903"/>
                    </a:lnTo>
                    <a:lnTo>
                      <a:pt x="93195" y="0"/>
                    </a:lnTo>
                    <a:lnTo>
                      <a:pt x="0" y="0"/>
                    </a:lnTo>
                    <a:close/>
                  </a:path>
                </a:pathLst>
              </a:custGeom>
              <a:solidFill>
                <a:srgbClr val="91939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66" name="Google Shape;2366;p11"/>
              <p:cNvSpPr/>
              <p:nvPr/>
            </p:nvSpPr>
            <p:spPr>
              <a:xfrm>
                <a:off x="11076428" y="3877370"/>
                <a:ext cx="129245" cy="318051"/>
              </a:xfrm>
              <a:custGeom>
                <a:avLst/>
                <a:gdLst/>
                <a:ahLst/>
                <a:cxnLst/>
                <a:rect l="l" t="t" r="r" b="b"/>
                <a:pathLst>
                  <a:path w="129245" h="318051" extrusionOk="0">
                    <a:moveTo>
                      <a:pt x="19948" y="23405"/>
                    </a:moveTo>
                    <a:cubicBezTo>
                      <a:pt x="19948" y="23405"/>
                      <a:pt x="528" y="31598"/>
                      <a:pt x="9" y="50716"/>
                    </a:cubicBezTo>
                    <a:cubicBezTo>
                      <a:pt x="-509" y="69799"/>
                      <a:pt x="21019" y="84180"/>
                      <a:pt x="17667" y="101604"/>
                    </a:cubicBezTo>
                    <a:cubicBezTo>
                      <a:pt x="14350" y="119028"/>
                      <a:pt x="-7938" y="148724"/>
                      <a:pt x="9961" y="172578"/>
                    </a:cubicBezTo>
                    <a:cubicBezTo>
                      <a:pt x="27861" y="196467"/>
                      <a:pt x="44654" y="202275"/>
                      <a:pt x="37536" y="234530"/>
                    </a:cubicBezTo>
                    <a:cubicBezTo>
                      <a:pt x="30452" y="266784"/>
                      <a:pt x="24647" y="279057"/>
                      <a:pt x="43341" y="300353"/>
                    </a:cubicBezTo>
                    <a:cubicBezTo>
                      <a:pt x="62036" y="321649"/>
                      <a:pt x="129245" y="317777"/>
                      <a:pt x="129245" y="317777"/>
                    </a:cubicBezTo>
                    <a:lnTo>
                      <a:pt x="106888" y="0"/>
                    </a:lnTo>
                    <a:lnTo>
                      <a:pt x="19913" y="23405"/>
                    </a:lnTo>
                    <a:close/>
                  </a:path>
                </a:pathLst>
              </a:custGeom>
              <a:solidFill>
                <a:srgbClr val="1D215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67" name="Google Shape;2367;p11"/>
              <p:cNvSpPr/>
              <p:nvPr/>
            </p:nvSpPr>
            <p:spPr>
              <a:xfrm>
                <a:off x="10793450" y="4497194"/>
                <a:ext cx="336824" cy="463147"/>
              </a:xfrm>
              <a:custGeom>
                <a:avLst/>
                <a:gdLst/>
                <a:ahLst/>
                <a:cxnLst/>
                <a:rect l="l" t="t" r="r" b="b"/>
                <a:pathLst>
                  <a:path w="336824" h="463147" extrusionOk="0">
                    <a:moveTo>
                      <a:pt x="78214" y="463148"/>
                    </a:moveTo>
                    <a:lnTo>
                      <a:pt x="1606" y="89954"/>
                    </a:lnTo>
                    <a:cubicBezTo>
                      <a:pt x="-3025" y="67863"/>
                      <a:pt x="2469" y="45115"/>
                      <a:pt x="16672" y="27588"/>
                    </a:cubicBezTo>
                    <a:cubicBezTo>
                      <a:pt x="30908" y="10060"/>
                      <a:pt x="51987" y="0"/>
                      <a:pt x="74551" y="0"/>
                    </a:cubicBezTo>
                    <a:lnTo>
                      <a:pt x="336825" y="0"/>
                    </a:lnTo>
                    <a:lnTo>
                      <a:pt x="327426" y="36818"/>
                    </a:lnTo>
                    <a:lnTo>
                      <a:pt x="105271" y="36818"/>
                    </a:lnTo>
                    <a:cubicBezTo>
                      <a:pt x="93833" y="36818"/>
                      <a:pt x="83156" y="41900"/>
                      <a:pt x="75968" y="50785"/>
                    </a:cubicBezTo>
                    <a:cubicBezTo>
                      <a:pt x="68781" y="59670"/>
                      <a:pt x="65982" y="71182"/>
                      <a:pt x="68332" y="82348"/>
                    </a:cubicBezTo>
                    <a:lnTo>
                      <a:pt x="146530" y="463113"/>
                    </a:lnTo>
                    <a:lnTo>
                      <a:pt x="78214" y="463113"/>
                    </a:lnTo>
                    <a:close/>
                  </a:path>
                </a:pathLst>
              </a:custGeom>
              <a:solidFill>
                <a:srgbClr val="BABCB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68" name="Google Shape;2368;p11"/>
              <p:cNvSpPr/>
              <p:nvPr/>
            </p:nvSpPr>
            <p:spPr>
              <a:xfrm>
                <a:off x="10618341" y="4181682"/>
                <a:ext cx="574236" cy="778694"/>
              </a:xfrm>
              <a:custGeom>
                <a:avLst/>
                <a:gdLst/>
                <a:ahLst/>
                <a:cxnLst/>
                <a:rect l="l" t="t" r="r" b="b"/>
                <a:pathLst>
                  <a:path w="574236" h="778694" extrusionOk="0">
                    <a:moveTo>
                      <a:pt x="512452" y="39636"/>
                    </a:moveTo>
                    <a:lnTo>
                      <a:pt x="405815" y="389874"/>
                    </a:lnTo>
                    <a:cubicBezTo>
                      <a:pt x="399146" y="412484"/>
                      <a:pt x="395863" y="435923"/>
                      <a:pt x="396002" y="459500"/>
                    </a:cubicBezTo>
                    <a:lnTo>
                      <a:pt x="396485" y="535902"/>
                    </a:lnTo>
                    <a:cubicBezTo>
                      <a:pt x="396935" y="603730"/>
                      <a:pt x="342130" y="658975"/>
                      <a:pt x="274299" y="658975"/>
                    </a:cubicBezTo>
                    <a:lnTo>
                      <a:pt x="119664" y="658975"/>
                    </a:lnTo>
                    <a:cubicBezTo>
                      <a:pt x="53560" y="658975"/>
                      <a:pt x="0" y="712594"/>
                      <a:pt x="0" y="778694"/>
                    </a:cubicBezTo>
                    <a:lnTo>
                      <a:pt x="0" y="778694"/>
                    </a:lnTo>
                    <a:cubicBezTo>
                      <a:pt x="0" y="778694"/>
                      <a:pt x="297623" y="778694"/>
                      <a:pt x="297623" y="778694"/>
                    </a:cubicBezTo>
                    <a:cubicBezTo>
                      <a:pt x="384979" y="778694"/>
                      <a:pt x="455782" y="707858"/>
                      <a:pt x="455782" y="620463"/>
                    </a:cubicBezTo>
                    <a:lnTo>
                      <a:pt x="455782" y="469802"/>
                    </a:lnTo>
                    <a:cubicBezTo>
                      <a:pt x="455782" y="447608"/>
                      <a:pt x="458546" y="425517"/>
                      <a:pt x="464041" y="404048"/>
                    </a:cubicBezTo>
                    <a:lnTo>
                      <a:pt x="574237" y="709"/>
                    </a:lnTo>
                    <a:lnTo>
                      <a:pt x="574237" y="709"/>
                    </a:lnTo>
                    <a:cubicBezTo>
                      <a:pt x="546766" y="-3716"/>
                      <a:pt x="520296" y="12981"/>
                      <a:pt x="512452" y="39670"/>
                    </a:cubicBezTo>
                    <a:close/>
                  </a:path>
                </a:pathLst>
              </a:custGeom>
              <a:solidFill>
                <a:srgbClr val="6D6F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69" name="Google Shape;2369;p11"/>
              <p:cNvSpPr/>
              <p:nvPr/>
            </p:nvSpPr>
            <p:spPr>
              <a:xfrm>
                <a:off x="11242751" y="4182356"/>
                <a:ext cx="274298" cy="496810"/>
              </a:xfrm>
              <a:custGeom>
                <a:avLst/>
                <a:gdLst/>
                <a:ahLst/>
                <a:cxnLst/>
                <a:rect l="l" t="t" r="r" b="b"/>
                <a:pathLst>
                  <a:path w="274298" h="496810" extrusionOk="0">
                    <a:moveTo>
                      <a:pt x="274264" y="0"/>
                    </a:moveTo>
                    <a:lnTo>
                      <a:pt x="38218" y="0"/>
                    </a:lnTo>
                    <a:lnTo>
                      <a:pt x="0" y="441230"/>
                    </a:lnTo>
                    <a:cubicBezTo>
                      <a:pt x="0" y="441230"/>
                      <a:pt x="100521" y="505497"/>
                      <a:pt x="107536" y="495817"/>
                    </a:cubicBezTo>
                    <a:cubicBezTo>
                      <a:pt x="114550" y="486137"/>
                      <a:pt x="195375" y="191454"/>
                      <a:pt x="195375" y="191454"/>
                    </a:cubicBezTo>
                    <a:lnTo>
                      <a:pt x="274299" y="0"/>
                    </a:lnTo>
                    <a:close/>
                  </a:path>
                </a:pathLst>
              </a:custGeom>
              <a:solidFill>
                <a:srgbClr val="6D6F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0" name="Google Shape;2370;p11"/>
              <p:cNvSpPr/>
              <p:nvPr/>
            </p:nvSpPr>
            <p:spPr>
              <a:xfrm>
                <a:off x="11171672" y="3993045"/>
                <a:ext cx="109263" cy="188619"/>
              </a:xfrm>
              <a:custGeom>
                <a:avLst/>
                <a:gdLst/>
                <a:ahLst/>
                <a:cxnLst/>
                <a:rect l="l" t="t" r="r" b="b"/>
                <a:pathLst>
                  <a:path w="109263" h="188619" extrusionOk="0">
                    <a:moveTo>
                      <a:pt x="109263" y="188619"/>
                    </a:moveTo>
                    <a:lnTo>
                      <a:pt x="63409" y="0"/>
                    </a:lnTo>
                    <a:lnTo>
                      <a:pt x="0" y="88778"/>
                    </a:lnTo>
                    <a:lnTo>
                      <a:pt x="0" y="188619"/>
                    </a:lnTo>
                    <a:lnTo>
                      <a:pt x="109263" y="188619"/>
                    </a:ln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1" name="Google Shape;2371;p11"/>
              <p:cNvSpPr/>
              <p:nvPr/>
            </p:nvSpPr>
            <p:spPr>
              <a:xfrm>
                <a:off x="11102990" y="3885329"/>
                <a:ext cx="172202" cy="220822"/>
              </a:xfrm>
              <a:custGeom>
                <a:avLst/>
                <a:gdLst/>
                <a:ahLst/>
                <a:cxnLst/>
                <a:rect l="l" t="t" r="r" b="b"/>
                <a:pathLst>
                  <a:path w="172202" h="220822" extrusionOk="0">
                    <a:moveTo>
                      <a:pt x="101302" y="216788"/>
                    </a:moveTo>
                    <a:lnTo>
                      <a:pt x="73589" y="220798"/>
                    </a:lnTo>
                    <a:cubicBezTo>
                      <a:pt x="32952" y="221455"/>
                      <a:pt x="21238" y="209009"/>
                      <a:pt x="12979" y="179209"/>
                    </a:cubicBezTo>
                    <a:cubicBezTo>
                      <a:pt x="4720" y="149409"/>
                      <a:pt x="21" y="94649"/>
                      <a:pt x="21" y="94649"/>
                    </a:cubicBezTo>
                    <a:cubicBezTo>
                      <a:pt x="-843" y="45247"/>
                      <a:pt x="25004" y="7357"/>
                      <a:pt x="70064" y="857"/>
                    </a:cubicBezTo>
                    <a:lnTo>
                      <a:pt x="70064" y="857"/>
                    </a:lnTo>
                    <a:cubicBezTo>
                      <a:pt x="115124" y="-5677"/>
                      <a:pt x="157316" y="25852"/>
                      <a:pt x="163812" y="70933"/>
                    </a:cubicBezTo>
                    <a:lnTo>
                      <a:pt x="171345" y="122997"/>
                    </a:lnTo>
                    <a:cubicBezTo>
                      <a:pt x="177876" y="168077"/>
                      <a:pt x="146362" y="210288"/>
                      <a:pt x="101302" y="216788"/>
                    </a:cubicBez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2" name="Google Shape;2372;p11"/>
              <p:cNvSpPr/>
              <p:nvPr/>
            </p:nvSpPr>
            <p:spPr>
              <a:xfrm>
                <a:off x="10836936" y="4171200"/>
                <a:ext cx="377410" cy="315415"/>
              </a:xfrm>
              <a:custGeom>
                <a:avLst/>
                <a:gdLst/>
                <a:ahLst/>
                <a:cxnLst/>
                <a:rect l="l" t="t" r="r" b="b"/>
                <a:pathLst>
                  <a:path w="377410" h="315415" extrusionOk="0">
                    <a:moveTo>
                      <a:pt x="0" y="315415"/>
                    </a:moveTo>
                    <a:lnTo>
                      <a:pt x="245894" y="24639"/>
                    </a:lnTo>
                    <a:cubicBezTo>
                      <a:pt x="274955" y="-7201"/>
                      <a:pt x="324714" y="-8342"/>
                      <a:pt x="355192" y="22150"/>
                    </a:cubicBezTo>
                    <a:lnTo>
                      <a:pt x="355192" y="22150"/>
                    </a:lnTo>
                    <a:cubicBezTo>
                      <a:pt x="383700" y="50671"/>
                      <a:pt x="385013" y="96685"/>
                      <a:pt x="357749" y="126416"/>
                    </a:cubicBezTo>
                    <a:cubicBezTo>
                      <a:pt x="295792" y="193933"/>
                      <a:pt x="188705" y="315415"/>
                      <a:pt x="0" y="315415"/>
                    </a:cubicBezTo>
                    <a:close/>
                  </a:path>
                </a:pathLst>
              </a:custGeom>
              <a:solidFill>
                <a:srgbClr val="654A4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3" name="Google Shape;2373;p11"/>
              <p:cNvSpPr/>
              <p:nvPr/>
            </p:nvSpPr>
            <p:spPr>
              <a:xfrm>
                <a:off x="10714404" y="4183358"/>
                <a:ext cx="210820" cy="303256"/>
              </a:xfrm>
              <a:custGeom>
                <a:avLst/>
                <a:gdLst/>
                <a:ahLst/>
                <a:cxnLst/>
                <a:rect l="l" t="t" r="r" b="b"/>
                <a:pathLst>
                  <a:path w="210820" h="303256" extrusionOk="0">
                    <a:moveTo>
                      <a:pt x="122532" y="303257"/>
                    </a:moveTo>
                    <a:lnTo>
                      <a:pt x="0" y="34329"/>
                    </a:lnTo>
                    <a:lnTo>
                      <a:pt x="17450" y="0"/>
                    </a:lnTo>
                    <a:lnTo>
                      <a:pt x="210821" y="248877"/>
                    </a:lnTo>
                    <a:lnTo>
                      <a:pt x="122532" y="303257"/>
                    </a:lnTo>
                    <a:close/>
                  </a:path>
                </a:pathLst>
              </a:custGeom>
              <a:solidFill>
                <a:srgbClr val="654A4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4" name="Google Shape;2374;p11"/>
              <p:cNvSpPr/>
              <p:nvPr/>
            </p:nvSpPr>
            <p:spPr>
              <a:xfrm>
                <a:off x="11051696" y="4164310"/>
                <a:ext cx="330264" cy="472308"/>
              </a:xfrm>
              <a:custGeom>
                <a:avLst/>
                <a:gdLst/>
                <a:ahLst/>
                <a:cxnLst/>
                <a:rect l="l" t="t" r="r" b="b"/>
                <a:pathLst>
                  <a:path w="330264" h="472308" extrusionOk="0">
                    <a:moveTo>
                      <a:pt x="292302" y="472309"/>
                    </a:moveTo>
                    <a:cubicBezTo>
                      <a:pt x="239674" y="321372"/>
                      <a:pt x="399665" y="170677"/>
                      <a:pt x="292302" y="0"/>
                    </a:cubicBezTo>
                    <a:lnTo>
                      <a:pt x="131862" y="0"/>
                    </a:lnTo>
                    <a:cubicBezTo>
                      <a:pt x="51453" y="0"/>
                      <a:pt x="2419" y="70871"/>
                      <a:pt x="1901" y="158681"/>
                    </a:cubicBezTo>
                    <a:lnTo>
                      <a:pt x="0" y="472309"/>
                    </a:lnTo>
                    <a:lnTo>
                      <a:pt x="292336" y="472309"/>
                    </a:lnTo>
                    <a:close/>
                  </a:path>
                </a:pathLst>
              </a:custGeom>
              <a:solidFill>
                <a:srgbClr val="2398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5" name="Google Shape;2375;p11"/>
              <p:cNvSpPr/>
              <p:nvPr/>
            </p:nvSpPr>
            <p:spPr>
              <a:xfrm>
                <a:off x="10321789" y="4557318"/>
                <a:ext cx="1032157" cy="582481"/>
              </a:xfrm>
              <a:custGeom>
                <a:avLst/>
                <a:gdLst/>
                <a:ahLst/>
                <a:cxnLst/>
                <a:rect l="l" t="t" r="r" b="b"/>
                <a:pathLst>
                  <a:path w="1032157" h="582481" extrusionOk="0">
                    <a:moveTo>
                      <a:pt x="292060" y="94028"/>
                    </a:moveTo>
                    <a:lnTo>
                      <a:pt x="131137" y="474793"/>
                    </a:lnTo>
                    <a:cubicBezTo>
                      <a:pt x="123984" y="491733"/>
                      <a:pt x="107674" y="503038"/>
                      <a:pt x="89325" y="503833"/>
                    </a:cubicBezTo>
                    <a:lnTo>
                      <a:pt x="34866" y="506149"/>
                    </a:lnTo>
                    <a:cubicBezTo>
                      <a:pt x="16310" y="506944"/>
                      <a:pt x="1313" y="521568"/>
                      <a:pt x="0" y="540098"/>
                    </a:cubicBezTo>
                    <a:lnTo>
                      <a:pt x="0" y="540098"/>
                    </a:lnTo>
                    <a:cubicBezTo>
                      <a:pt x="0" y="540098"/>
                      <a:pt x="165450" y="582482"/>
                      <a:pt x="165450" y="582482"/>
                    </a:cubicBezTo>
                    <a:lnTo>
                      <a:pt x="214207" y="479910"/>
                    </a:lnTo>
                    <a:cubicBezTo>
                      <a:pt x="214207" y="479910"/>
                      <a:pt x="214345" y="479598"/>
                      <a:pt x="214449" y="479460"/>
                    </a:cubicBezTo>
                    <a:cubicBezTo>
                      <a:pt x="226129" y="455710"/>
                      <a:pt x="241057" y="433654"/>
                      <a:pt x="257919" y="413291"/>
                    </a:cubicBezTo>
                    <a:lnTo>
                      <a:pt x="481353" y="143257"/>
                    </a:lnTo>
                    <a:lnTo>
                      <a:pt x="849849" y="291256"/>
                    </a:lnTo>
                    <a:cubicBezTo>
                      <a:pt x="940901" y="320399"/>
                      <a:pt x="1040178" y="252536"/>
                      <a:pt x="1031643" y="133543"/>
                    </a:cubicBezTo>
                    <a:lnTo>
                      <a:pt x="1022175" y="79370"/>
                    </a:lnTo>
                    <a:cubicBezTo>
                      <a:pt x="676071" y="-82007"/>
                      <a:pt x="370224" y="47945"/>
                      <a:pt x="308888" y="76570"/>
                    </a:cubicBezTo>
                    <a:cubicBezTo>
                      <a:pt x="301286" y="80131"/>
                      <a:pt x="295273" y="86319"/>
                      <a:pt x="292025" y="94063"/>
                    </a:cubicBezTo>
                    <a:close/>
                  </a:path>
                </a:pathLst>
              </a:custGeom>
              <a:solidFill>
                <a:srgbClr val="005B8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6" name="Google Shape;2376;p11"/>
              <p:cNvSpPr/>
              <p:nvPr/>
            </p:nvSpPr>
            <p:spPr>
              <a:xfrm>
                <a:off x="10619537" y="4688197"/>
                <a:ext cx="542009" cy="707047"/>
              </a:xfrm>
              <a:custGeom>
                <a:avLst/>
                <a:gdLst/>
                <a:ahLst/>
                <a:cxnLst/>
                <a:rect l="l" t="t" r="r" b="b"/>
                <a:pathLst>
                  <a:path w="542009" h="707047" extrusionOk="0">
                    <a:moveTo>
                      <a:pt x="542010" y="151768"/>
                    </a:moveTo>
                    <a:lnTo>
                      <a:pt x="150638" y="154119"/>
                    </a:lnTo>
                    <a:lnTo>
                      <a:pt x="160728" y="233182"/>
                    </a:lnTo>
                    <a:cubicBezTo>
                      <a:pt x="164495" y="262568"/>
                      <a:pt x="163562" y="292368"/>
                      <a:pt x="158033" y="321511"/>
                    </a:cubicBezTo>
                    <a:lnTo>
                      <a:pt x="123478" y="476528"/>
                    </a:lnTo>
                    <a:lnTo>
                      <a:pt x="123478" y="476528"/>
                    </a:lnTo>
                    <a:cubicBezTo>
                      <a:pt x="118053" y="505152"/>
                      <a:pt x="119712" y="534711"/>
                      <a:pt x="128316" y="562540"/>
                    </a:cubicBezTo>
                    <a:lnTo>
                      <a:pt x="138613" y="595832"/>
                    </a:lnTo>
                    <a:lnTo>
                      <a:pt x="12072" y="707047"/>
                    </a:lnTo>
                    <a:lnTo>
                      <a:pt x="12072" y="707047"/>
                    </a:lnTo>
                    <a:cubicBezTo>
                      <a:pt x="-298" y="697575"/>
                      <a:pt x="-3650" y="680324"/>
                      <a:pt x="4297" y="666910"/>
                    </a:cubicBezTo>
                    <a:lnTo>
                      <a:pt x="40891" y="604994"/>
                    </a:lnTo>
                    <a:cubicBezTo>
                      <a:pt x="47180" y="594380"/>
                      <a:pt x="50498" y="582280"/>
                      <a:pt x="50567" y="569939"/>
                    </a:cubicBezTo>
                    <a:lnTo>
                      <a:pt x="48874" y="70180"/>
                    </a:lnTo>
                    <a:cubicBezTo>
                      <a:pt x="48804" y="59014"/>
                      <a:pt x="54886" y="48712"/>
                      <a:pt x="64734" y="43422"/>
                    </a:cubicBezTo>
                    <a:lnTo>
                      <a:pt x="125068" y="10960"/>
                    </a:lnTo>
                    <a:cubicBezTo>
                      <a:pt x="149705" y="-2281"/>
                      <a:pt x="179008" y="-3594"/>
                      <a:pt x="204717" y="7399"/>
                    </a:cubicBezTo>
                    <a:lnTo>
                      <a:pt x="541975" y="151733"/>
                    </a:lnTo>
                    <a:close/>
                  </a:path>
                </a:pathLst>
              </a:custGeom>
              <a:gradFill>
                <a:gsLst>
                  <a:gs pos="0">
                    <a:srgbClr val="004463"/>
                  </a:gs>
                  <a:gs pos="49000">
                    <a:srgbClr val="005B84"/>
                  </a:gs>
                  <a:gs pos="100000">
                    <a:srgbClr val="005B84"/>
                  </a:gs>
                </a:gsLst>
                <a:lin ang="58272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7" name="Google Shape;2377;p11"/>
              <p:cNvSpPr/>
              <p:nvPr/>
            </p:nvSpPr>
            <p:spPr>
              <a:xfrm>
                <a:off x="11097297" y="3839284"/>
                <a:ext cx="340729" cy="342379"/>
              </a:xfrm>
              <a:custGeom>
                <a:avLst/>
                <a:gdLst/>
                <a:ahLst/>
                <a:cxnLst/>
                <a:rect l="l" t="t" r="r" b="b"/>
                <a:pathLst>
                  <a:path w="340729" h="342379" extrusionOk="0">
                    <a:moveTo>
                      <a:pt x="326730" y="248070"/>
                    </a:moveTo>
                    <a:cubicBezTo>
                      <a:pt x="294801" y="181659"/>
                      <a:pt x="236576" y="193967"/>
                      <a:pt x="201226" y="83478"/>
                    </a:cubicBezTo>
                    <a:cubicBezTo>
                      <a:pt x="181080" y="20489"/>
                      <a:pt x="119503" y="3515"/>
                      <a:pt x="119503" y="3515"/>
                    </a:cubicBezTo>
                    <a:cubicBezTo>
                      <a:pt x="26412" y="-16432"/>
                      <a:pt x="2396" y="54404"/>
                      <a:pt x="2396" y="68474"/>
                    </a:cubicBezTo>
                    <a:cubicBezTo>
                      <a:pt x="2396" y="70202"/>
                      <a:pt x="-2995" y="67299"/>
                      <a:pt x="2396" y="68474"/>
                    </a:cubicBezTo>
                    <a:cubicBezTo>
                      <a:pt x="9411" y="85206"/>
                      <a:pt x="33081" y="128213"/>
                      <a:pt x="95315" y="142387"/>
                    </a:cubicBezTo>
                    <a:cubicBezTo>
                      <a:pt x="114493" y="146743"/>
                      <a:pt x="130526" y="160364"/>
                      <a:pt x="136470" y="179101"/>
                    </a:cubicBezTo>
                    <a:cubicBezTo>
                      <a:pt x="143553" y="201399"/>
                      <a:pt x="148184" y="228434"/>
                      <a:pt x="149082" y="261207"/>
                    </a:cubicBezTo>
                    <a:cubicBezTo>
                      <a:pt x="150810" y="322536"/>
                      <a:pt x="183603" y="342380"/>
                      <a:pt x="262769" y="342380"/>
                    </a:cubicBezTo>
                    <a:lnTo>
                      <a:pt x="336786" y="342380"/>
                    </a:lnTo>
                    <a:cubicBezTo>
                      <a:pt x="342176" y="318941"/>
                      <a:pt x="344630" y="285407"/>
                      <a:pt x="326661" y="248070"/>
                    </a:cubicBezTo>
                    <a:close/>
                  </a:path>
                </a:pathLst>
              </a:custGeom>
              <a:solidFill>
                <a:srgbClr val="1D215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8" name="Google Shape;2378;p11"/>
              <p:cNvSpPr/>
              <p:nvPr/>
            </p:nvSpPr>
            <p:spPr>
              <a:xfrm>
                <a:off x="11012925" y="4164332"/>
                <a:ext cx="385604" cy="322282"/>
              </a:xfrm>
              <a:custGeom>
                <a:avLst/>
                <a:gdLst/>
                <a:ahLst/>
                <a:cxnLst/>
                <a:rect l="l" t="t" r="r" b="b"/>
                <a:pathLst>
                  <a:path w="385604" h="322282" extrusionOk="0">
                    <a:moveTo>
                      <a:pt x="0" y="322283"/>
                    </a:moveTo>
                    <a:lnTo>
                      <a:pt x="251250" y="25180"/>
                    </a:lnTo>
                    <a:cubicBezTo>
                      <a:pt x="280933" y="-7352"/>
                      <a:pt x="331764" y="-8527"/>
                      <a:pt x="362898" y="22621"/>
                    </a:cubicBezTo>
                    <a:lnTo>
                      <a:pt x="362898" y="22621"/>
                    </a:lnTo>
                    <a:cubicBezTo>
                      <a:pt x="392028" y="51765"/>
                      <a:pt x="393375" y="98781"/>
                      <a:pt x="365524" y="129135"/>
                    </a:cubicBezTo>
                    <a:cubicBezTo>
                      <a:pt x="302219" y="198138"/>
                      <a:pt x="192783" y="322248"/>
                      <a:pt x="0" y="322248"/>
                    </a:cubicBez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9" name="Google Shape;2379;p11"/>
              <p:cNvSpPr/>
              <p:nvPr/>
            </p:nvSpPr>
            <p:spPr>
              <a:xfrm>
                <a:off x="10610538" y="3974895"/>
                <a:ext cx="308617" cy="258141"/>
              </a:xfrm>
              <a:custGeom>
                <a:avLst/>
                <a:gdLst/>
                <a:ahLst/>
                <a:cxnLst/>
                <a:rect l="l" t="t" r="r" b="b"/>
                <a:pathLst>
                  <a:path w="308617" h="258141" extrusionOk="0">
                    <a:moveTo>
                      <a:pt x="298065" y="258142"/>
                    </a:moveTo>
                    <a:lnTo>
                      <a:pt x="129436" y="258142"/>
                    </a:lnTo>
                    <a:cubicBezTo>
                      <a:pt x="122076" y="258142"/>
                      <a:pt x="115372" y="253889"/>
                      <a:pt x="112262" y="247217"/>
                    </a:cubicBezTo>
                    <a:lnTo>
                      <a:pt x="684" y="10095"/>
                    </a:lnTo>
                    <a:cubicBezTo>
                      <a:pt x="-1528" y="5393"/>
                      <a:pt x="1893" y="0"/>
                      <a:pt x="7077" y="0"/>
                    </a:cubicBezTo>
                    <a:lnTo>
                      <a:pt x="182859" y="0"/>
                    </a:lnTo>
                    <a:cubicBezTo>
                      <a:pt x="189182" y="0"/>
                      <a:pt x="194918" y="3665"/>
                      <a:pt x="197614" y="9369"/>
                    </a:cubicBezTo>
                    <a:lnTo>
                      <a:pt x="307603" y="243103"/>
                    </a:lnTo>
                    <a:cubicBezTo>
                      <a:pt x="310885" y="250087"/>
                      <a:pt x="305806" y="258142"/>
                      <a:pt x="298065" y="2581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80" name="Google Shape;2380;p11"/>
              <p:cNvSpPr/>
              <p:nvPr/>
            </p:nvSpPr>
            <p:spPr>
              <a:xfrm>
                <a:off x="10887698" y="4211845"/>
                <a:ext cx="215451" cy="274770"/>
              </a:xfrm>
              <a:custGeom>
                <a:avLst/>
                <a:gdLst/>
                <a:ahLst/>
                <a:cxnLst/>
                <a:rect l="l" t="t" r="r" b="b"/>
                <a:pathLst>
                  <a:path w="215451" h="274770" extrusionOk="0">
                    <a:moveTo>
                      <a:pt x="125228" y="274770"/>
                    </a:moveTo>
                    <a:lnTo>
                      <a:pt x="0" y="0"/>
                    </a:lnTo>
                    <a:lnTo>
                      <a:pt x="53526" y="5842"/>
                    </a:lnTo>
                    <a:lnTo>
                      <a:pt x="215451" y="219215"/>
                    </a:lnTo>
                    <a:lnTo>
                      <a:pt x="125228" y="274770"/>
                    </a:ln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81" name="Google Shape;2381;p11"/>
              <p:cNvSpPr/>
              <p:nvPr/>
            </p:nvSpPr>
            <p:spPr>
              <a:xfrm>
                <a:off x="10789319" y="4133714"/>
                <a:ext cx="153431" cy="99322"/>
              </a:xfrm>
              <a:custGeom>
                <a:avLst/>
                <a:gdLst/>
                <a:ahLst/>
                <a:cxnLst/>
                <a:rect l="l" t="t" r="r" b="b"/>
                <a:pathLst>
                  <a:path w="153431" h="99322" extrusionOk="0">
                    <a:moveTo>
                      <a:pt x="23532" y="0"/>
                    </a:moveTo>
                    <a:lnTo>
                      <a:pt x="103596" y="30630"/>
                    </a:lnTo>
                    <a:lnTo>
                      <a:pt x="89187" y="0"/>
                    </a:lnTo>
                    <a:lnTo>
                      <a:pt x="102076" y="0"/>
                    </a:lnTo>
                    <a:lnTo>
                      <a:pt x="138290" y="31183"/>
                    </a:lnTo>
                    <a:cubicBezTo>
                      <a:pt x="149624" y="42868"/>
                      <a:pt x="155049" y="59047"/>
                      <a:pt x="153010" y="75226"/>
                    </a:cubicBezTo>
                    <a:lnTo>
                      <a:pt x="151904" y="83973"/>
                    </a:lnTo>
                    <a:lnTo>
                      <a:pt x="108054" y="99322"/>
                    </a:lnTo>
                    <a:lnTo>
                      <a:pt x="50416" y="62228"/>
                    </a:lnTo>
                    <a:cubicBezTo>
                      <a:pt x="27402" y="47397"/>
                      <a:pt x="9745" y="25617"/>
                      <a:pt x="0" y="0"/>
                    </a:cubicBezTo>
                    <a:lnTo>
                      <a:pt x="0" y="0"/>
                    </a:lnTo>
                    <a:cubicBezTo>
                      <a:pt x="0" y="0"/>
                      <a:pt x="23532" y="0"/>
                      <a:pt x="23532" y="0"/>
                    </a:cubicBezTo>
                    <a:close/>
                  </a:path>
                </a:pathLst>
              </a:custGeom>
              <a:solidFill>
                <a:srgbClr val="77533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82" name="Google Shape;2382;p11"/>
              <p:cNvSpPr/>
              <p:nvPr/>
            </p:nvSpPr>
            <p:spPr>
              <a:xfrm>
                <a:off x="10942779" y="4181682"/>
                <a:ext cx="574236" cy="778694"/>
              </a:xfrm>
              <a:custGeom>
                <a:avLst/>
                <a:gdLst/>
                <a:ahLst/>
                <a:cxnLst/>
                <a:rect l="l" t="t" r="r" b="b"/>
                <a:pathLst>
                  <a:path w="574236" h="778694" extrusionOk="0">
                    <a:moveTo>
                      <a:pt x="512452" y="39636"/>
                    </a:moveTo>
                    <a:lnTo>
                      <a:pt x="405815" y="389874"/>
                    </a:lnTo>
                    <a:cubicBezTo>
                      <a:pt x="399146" y="412484"/>
                      <a:pt x="395863" y="435923"/>
                      <a:pt x="396002" y="459500"/>
                    </a:cubicBezTo>
                    <a:lnTo>
                      <a:pt x="396485" y="535902"/>
                    </a:lnTo>
                    <a:cubicBezTo>
                      <a:pt x="396935" y="603730"/>
                      <a:pt x="342130" y="658975"/>
                      <a:pt x="274298" y="658975"/>
                    </a:cubicBezTo>
                    <a:lnTo>
                      <a:pt x="119664" y="658975"/>
                    </a:lnTo>
                    <a:cubicBezTo>
                      <a:pt x="53560" y="658975"/>
                      <a:pt x="0" y="712594"/>
                      <a:pt x="0" y="778694"/>
                    </a:cubicBezTo>
                    <a:lnTo>
                      <a:pt x="0" y="778694"/>
                    </a:lnTo>
                    <a:cubicBezTo>
                      <a:pt x="0" y="778694"/>
                      <a:pt x="297623" y="778694"/>
                      <a:pt x="297623" y="778694"/>
                    </a:cubicBezTo>
                    <a:cubicBezTo>
                      <a:pt x="384979" y="778694"/>
                      <a:pt x="455782" y="707858"/>
                      <a:pt x="455782" y="620463"/>
                    </a:cubicBezTo>
                    <a:lnTo>
                      <a:pt x="455782" y="469802"/>
                    </a:lnTo>
                    <a:cubicBezTo>
                      <a:pt x="455782" y="447608"/>
                      <a:pt x="458546" y="425517"/>
                      <a:pt x="464041" y="404048"/>
                    </a:cubicBezTo>
                    <a:lnTo>
                      <a:pt x="574237" y="709"/>
                    </a:lnTo>
                    <a:lnTo>
                      <a:pt x="574237" y="709"/>
                    </a:lnTo>
                    <a:cubicBezTo>
                      <a:pt x="546766" y="-3716"/>
                      <a:pt x="520296" y="12981"/>
                      <a:pt x="512452" y="39670"/>
                    </a:cubicBezTo>
                    <a:close/>
                  </a:path>
                </a:pathLst>
              </a:custGeom>
              <a:solidFill>
                <a:srgbClr val="91939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83" name="Google Shape;2383;p11"/>
              <p:cNvSpPr/>
              <p:nvPr/>
            </p:nvSpPr>
            <p:spPr>
              <a:xfrm>
                <a:off x="11094117" y="4497193"/>
                <a:ext cx="336824" cy="463147"/>
              </a:xfrm>
              <a:custGeom>
                <a:avLst/>
                <a:gdLst/>
                <a:ahLst/>
                <a:cxnLst/>
                <a:rect l="l" t="t" r="r" b="b"/>
                <a:pathLst>
                  <a:path w="336824" h="463147" extrusionOk="0">
                    <a:moveTo>
                      <a:pt x="78214" y="463148"/>
                    </a:moveTo>
                    <a:lnTo>
                      <a:pt x="1606" y="89954"/>
                    </a:lnTo>
                    <a:cubicBezTo>
                      <a:pt x="-3025" y="67863"/>
                      <a:pt x="2469" y="45115"/>
                      <a:pt x="16672" y="27588"/>
                    </a:cubicBezTo>
                    <a:cubicBezTo>
                      <a:pt x="30908" y="10060"/>
                      <a:pt x="51987" y="0"/>
                      <a:pt x="74551" y="0"/>
                    </a:cubicBezTo>
                    <a:lnTo>
                      <a:pt x="336825" y="0"/>
                    </a:lnTo>
                    <a:lnTo>
                      <a:pt x="327426" y="36818"/>
                    </a:lnTo>
                    <a:lnTo>
                      <a:pt x="105271" y="36818"/>
                    </a:lnTo>
                    <a:cubicBezTo>
                      <a:pt x="93833" y="36818"/>
                      <a:pt x="83156" y="41900"/>
                      <a:pt x="75968" y="50785"/>
                    </a:cubicBezTo>
                    <a:cubicBezTo>
                      <a:pt x="68781" y="59670"/>
                      <a:pt x="65982" y="71182"/>
                      <a:pt x="68332" y="82348"/>
                    </a:cubicBezTo>
                    <a:lnTo>
                      <a:pt x="146530" y="463113"/>
                    </a:lnTo>
                    <a:lnTo>
                      <a:pt x="78214" y="463113"/>
                    </a:lnTo>
                    <a:close/>
                  </a:path>
                </a:pathLst>
              </a:custGeom>
              <a:solidFill>
                <a:srgbClr val="BABCB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84" name="Google Shape;2384;p11"/>
              <p:cNvSpPr/>
              <p:nvPr/>
            </p:nvSpPr>
            <p:spPr>
              <a:xfrm>
                <a:off x="11090256" y="3824097"/>
                <a:ext cx="379980" cy="358259"/>
              </a:xfrm>
              <a:custGeom>
                <a:avLst/>
                <a:gdLst/>
                <a:ahLst/>
                <a:cxnLst/>
                <a:rect l="l" t="t" r="r" b="b"/>
                <a:pathLst>
                  <a:path w="379980" h="358259" extrusionOk="0">
                    <a:moveTo>
                      <a:pt x="12893" y="91025"/>
                    </a:moveTo>
                    <a:cubicBezTo>
                      <a:pt x="12893" y="91025"/>
                      <a:pt x="-4626" y="77439"/>
                      <a:pt x="1179" y="53274"/>
                    </a:cubicBezTo>
                    <a:cubicBezTo>
                      <a:pt x="6535" y="30941"/>
                      <a:pt x="28650" y="24926"/>
                      <a:pt x="43751" y="21918"/>
                    </a:cubicBezTo>
                    <a:cubicBezTo>
                      <a:pt x="58852" y="18945"/>
                      <a:pt x="62445" y="0"/>
                      <a:pt x="91472" y="0"/>
                    </a:cubicBezTo>
                    <a:cubicBezTo>
                      <a:pt x="124092" y="0"/>
                      <a:pt x="126234" y="23923"/>
                      <a:pt x="149524" y="21953"/>
                    </a:cubicBezTo>
                    <a:cubicBezTo>
                      <a:pt x="172296" y="20017"/>
                      <a:pt x="211516" y="28728"/>
                      <a:pt x="217978" y="65581"/>
                    </a:cubicBezTo>
                    <a:cubicBezTo>
                      <a:pt x="224440" y="102434"/>
                      <a:pt x="232076" y="118095"/>
                      <a:pt x="257232" y="127118"/>
                    </a:cubicBezTo>
                    <a:cubicBezTo>
                      <a:pt x="282389" y="136141"/>
                      <a:pt x="298526" y="156157"/>
                      <a:pt x="303674" y="196813"/>
                    </a:cubicBezTo>
                    <a:cubicBezTo>
                      <a:pt x="308823" y="237468"/>
                      <a:pt x="339370" y="243103"/>
                      <a:pt x="364319" y="266508"/>
                    </a:cubicBezTo>
                    <a:cubicBezTo>
                      <a:pt x="395280" y="295547"/>
                      <a:pt x="370781" y="358259"/>
                      <a:pt x="370781" y="358259"/>
                    </a:cubicBezTo>
                    <a:lnTo>
                      <a:pt x="279762" y="358259"/>
                    </a:lnTo>
                    <a:lnTo>
                      <a:pt x="115487" y="98078"/>
                    </a:lnTo>
                    <a:lnTo>
                      <a:pt x="12893" y="91025"/>
                    </a:lnTo>
                    <a:close/>
                  </a:path>
                </a:pathLst>
              </a:custGeom>
              <a:solidFill>
                <a:srgbClr val="1D215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85" name="Google Shape;2385;p11"/>
              <p:cNvSpPr/>
              <p:nvPr/>
            </p:nvSpPr>
            <p:spPr>
              <a:xfrm>
                <a:off x="10942191" y="4960341"/>
                <a:ext cx="93195" cy="434937"/>
              </a:xfrm>
              <a:custGeom>
                <a:avLst/>
                <a:gdLst/>
                <a:ahLst/>
                <a:cxnLst/>
                <a:rect l="l" t="t" r="r" b="b"/>
                <a:pathLst>
                  <a:path w="93195" h="434937" extrusionOk="0">
                    <a:moveTo>
                      <a:pt x="0" y="0"/>
                    </a:moveTo>
                    <a:lnTo>
                      <a:pt x="0" y="434938"/>
                    </a:lnTo>
                    <a:lnTo>
                      <a:pt x="38736" y="434938"/>
                    </a:lnTo>
                    <a:lnTo>
                      <a:pt x="93195" y="0"/>
                    </a:lnTo>
                    <a:lnTo>
                      <a:pt x="0" y="0"/>
                    </a:lnTo>
                    <a:close/>
                  </a:path>
                </a:pathLst>
              </a:custGeom>
              <a:solidFill>
                <a:srgbClr val="91939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2386" name="Google Shape;2386;p11"/>
          <p:cNvGrpSpPr/>
          <p:nvPr/>
        </p:nvGrpSpPr>
        <p:grpSpPr>
          <a:xfrm>
            <a:off x="3884302" y="1399695"/>
            <a:ext cx="4420221" cy="4420221"/>
            <a:chOff x="3665452" y="1178098"/>
            <a:chExt cx="4863510" cy="4863510"/>
          </a:xfrm>
        </p:grpSpPr>
        <p:sp>
          <p:nvSpPr>
            <p:cNvPr id="2387" name="Google Shape;2387;p11"/>
            <p:cNvSpPr/>
            <p:nvPr/>
          </p:nvSpPr>
          <p:spPr>
            <a:xfrm rot="5400000">
              <a:off x="3665452" y="1178098"/>
              <a:ext cx="4863510" cy="4863510"/>
            </a:xfrm>
            <a:prstGeom prst="ellipse">
              <a:avLst/>
            </a:prstGeom>
            <a:gradFill>
              <a:gsLst>
                <a:gs pos="0">
                  <a:schemeClr val="accent3"/>
                </a:gs>
                <a:gs pos="36000">
                  <a:schemeClr val="accent1"/>
                </a:gs>
                <a:gs pos="69000">
                  <a:schemeClr val="accent2"/>
                </a:gs>
                <a:gs pos="100000">
                  <a:schemeClr val="accent5"/>
                </a:gs>
              </a:gsLst>
              <a:lin ang="5400000" scaled="0"/>
            </a:gra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2388" name="Google Shape;2388;p11"/>
            <p:cNvSpPr/>
            <p:nvPr/>
          </p:nvSpPr>
          <p:spPr>
            <a:xfrm>
              <a:off x="4093976" y="1611257"/>
              <a:ext cx="3997192" cy="3997192"/>
            </a:xfrm>
            <a:prstGeom prst="ellipse">
              <a:avLst/>
            </a:prstGeom>
            <a:solidFill>
              <a:srgbClr val="FFFFFF"/>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2389" name="Google Shape;2389;p11"/>
            <p:cNvSpPr/>
            <p:nvPr/>
          </p:nvSpPr>
          <p:spPr>
            <a:xfrm>
              <a:off x="3870592" y="1396586"/>
              <a:ext cx="4443960" cy="4443958"/>
            </a:xfrm>
            <a:prstGeom prst="ellipse">
              <a:avLst/>
            </a:prstGeom>
            <a:noFill/>
            <a:ln w="25400" cap="rnd" cmpd="sng">
              <a:solidFill>
                <a:schemeClr val="lt1"/>
              </a:solidFill>
              <a:prstDash val="dot"/>
              <a:round/>
              <a:headEnd type="none" w="sm" len="sm"/>
              <a:tailEnd type="none" w="sm" len="sm"/>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grpSp>
      <p:sp>
        <p:nvSpPr>
          <p:cNvPr id="2390" name="Google Shape;2390;p11"/>
          <p:cNvSpPr txBox="1"/>
          <p:nvPr/>
        </p:nvSpPr>
        <p:spPr>
          <a:xfrm>
            <a:off x="9107534" y="3317750"/>
            <a:ext cx="1623900" cy="6647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i="0" u="none" strike="noStrike" cap="none">
                <a:solidFill>
                  <a:schemeClr val="accent3"/>
                </a:solidFill>
                <a:latin typeface="Arial"/>
                <a:ea typeface="Arial"/>
                <a:cs typeface="Arial"/>
                <a:sym typeface="Arial"/>
              </a:rPr>
              <a:t>Application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600"/>
              <a:buFont typeface="Arial"/>
              <a:buNone/>
            </a:pPr>
            <a:r>
              <a:rPr lang="en-US" sz="1600" b="1" i="0" u="none" strike="noStrike" cap="none">
                <a:solidFill>
                  <a:schemeClr val="accent3"/>
                </a:solidFill>
                <a:latin typeface="Arial"/>
                <a:ea typeface="Arial"/>
                <a:cs typeface="Arial"/>
                <a:sym typeface="Arial"/>
              </a:rPr>
              <a:t>and Workflow Orchestration</a:t>
            </a:r>
            <a:endParaRPr sz="1600" b="0" i="0" u="none" strike="noStrike" cap="none">
              <a:solidFill>
                <a:schemeClr val="accent3"/>
              </a:solidFill>
              <a:latin typeface="Arial"/>
              <a:ea typeface="Arial"/>
              <a:cs typeface="Arial"/>
              <a:sym typeface="Arial"/>
            </a:endParaRPr>
          </a:p>
        </p:txBody>
      </p:sp>
      <p:grpSp>
        <p:nvGrpSpPr>
          <p:cNvPr id="2391" name="Google Shape;2391;p11"/>
          <p:cNvGrpSpPr/>
          <p:nvPr/>
        </p:nvGrpSpPr>
        <p:grpSpPr>
          <a:xfrm>
            <a:off x="6549460" y="1415609"/>
            <a:ext cx="865000" cy="865000"/>
            <a:chOff x="7578889" y="1733395"/>
            <a:chExt cx="865000" cy="865000"/>
          </a:xfrm>
        </p:grpSpPr>
        <p:sp>
          <p:nvSpPr>
            <p:cNvPr id="2392" name="Google Shape;2392;p11"/>
            <p:cNvSpPr/>
            <p:nvPr/>
          </p:nvSpPr>
          <p:spPr>
            <a:xfrm>
              <a:off x="7578889" y="1733395"/>
              <a:ext cx="865000" cy="865000"/>
            </a:xfrm>
            <a:prstGeom prst="ellipse">
              <a:avLst/>
            </a:prstGeom>
            <a:solidFill>
              <a:schemeClr val="accent3">
                <a:alpha val="30196"/>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2393" name="Google Shape;2393;p11"/>
            <p:cNvSpPr/>
            <p:nvPr/>
          </p:nvSpPr>
          <p:spPr>
            <a:xfrm>
              <a:off x="7679233" y="1833740"/>
              <a:ext cx="664312" cy="664312"/>
            </a:xfrm>
            <a:prstGeom prst="ellipse">
              <a:avLst/>
            </a:prstGeom>
            <a:solidFill>
              <a:srgbClr val="FFFFFF"/>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pic>
          <p:nvPicPr>
            <p:cNvPr id="2394" name="Google Shape;2394;p11"/>
            <p:cNvPicPr preferRelativeResize="0"/>
            <p:nvPr/>
          </p:nvPicPr>
          <p:blipFill rotWithShape="1">
            <a:blip r:embed="rId4">
              <a:alphaModFix/>
            </a:blip>
            <a:srcRect/>
            <a:stretch/>
          </p:blipFill>
          <p:spPr>
            <a:xfrm>
              <a:off x="7766300" y="1928353"/>
              <a:ext cx="490789" cy="490789"/>
            </a:xfrm>
            <a:prstGeom prst="rect">
              <a:avLst/>
            </a:prstGeom>
            <a:noFill/>
            <a:ln>
              <a:noFill/>
            </a:ln>
          </p:spPr>
        </p:pic>
      </p:grpSp>
      <p:sp>
        <p:nvSpPr>
          <p:cNvPr id="2395" name="Google Shape;2395;p11"/>
          <p:cNvSpPr txBox="1"/>
          <p:nvPr/>
        </p:nvSpPr>
        <p:spPr>
          <a:xfrm>
            <a:off x="7567811" y="5301208"/>
            <a:ext cx="2501100" cy="221700"/>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1600"/>
              <a:buFont typeface="Arial"/>
              <a:buNone/>
            </a:pPr>
            <a:r>
              <a:rPr lang="en-US" sz="1600" b="1">
                <a:solidFill>
                  <a:schemeClr val="accent3"/>
                </a:solidFill>
              </a:rPr>
              <a:t>Unified</a:t>
            </a:r>
            <a:r>
              <a:rPr lang="en-US" sz="1600" b="1" i="0" u="none" strike="noStrike" cap="none">
                <a:solidFill>
                  <a:schemeClr val="accent3"/>
                </a:solidFill>
                <a:latin typeface="Arial"/>
                <a:ea typeface="Arial"/>
                <a:cs typeface="Arial"/>
                <a:sym typeface="Arial"/>
              </a:rPr>
              <a:t> </a:t>
            </a:r>
            <a:r>
              <a:rPr lang="en-US" sz="1600" b="1">
                <a:solidFill>
                  <a:schemeClr val="accent3"/>
                </a:solidFill>
              </a:rPr>
              <a:t>Cloud</a:t>
            </a:r>
            <a:r>
              <a:rPr lang="en-US" sz="1600" b="1" i="0" u="none" strike="noStrike" cap="none">
                <a:solidFill>
                  <a:schemeClr val="accent3"/>
                </a:solidFill>
                <a:latin typeface="Arial"/>
                <a:ea typeface="Arial"/>
                <a:cs typeface="Arial"/>
                <a:sym typeface="Arial"/>
              </a:rPr>
              <a:t> Experience</a:t>
            </a:r>
            <a:endParaRPr sz="1800" b="0" i="0" u="none" strike="noStrike" cap="none">
              <a:solidFill>
                <a:schemeClr val="accent3"/>
              </a:solidFill>
              <a:latin typeface="Arial"/>
              <a:ea typeface="Arial"/>
              <a:cs typeface="Arial"/>
              <a:sym typeface="Arial"/>
            </a:endParaRPr>
          </a:p>
        </p:txBody>
      </p:sp>
      <p:grpSp>
        <p:nvGrpSpPr>
          <p:cNvPr id="2396" name="Google Shape;2396;p11"/>
          <p:cNvGrpSpPr/>
          <p:nvPr/>
        </p:nvGrpSpPr>
        <p:grpSpPr>
          <a:xfrm>
            <a:off x="6549460" y="5005251"/>
            <a:ext cx="865000" cy="865000"/>
            <a:chOff x="7578889" y="4621216"/>
            <a:chExt cx="865000" cy="865000"/>
          </a:xfrm>
        </p:grpSpPr>
        <p:sp>
          <p:nvSpPr>
            <p:cNvPr id="2397" name="Google Shape;2397;p11"/>
            <p:cNvSpPr/>
            <p:nvPr/>
          </p:nvSpPr>
          <p:spPr>
            <a:xfrm>
              <a:off x="7578889" y="4621216"/>
              <a:ext cx="865000" cy="865000"/>
            </a:xfrm>
            <a:prstGeom prst="ellipse">
              <a:avLst/>
            </a:prstGeom>
            <a:solidFill>
              <a:schemeClr val="accent3">
                <a:alpha val="30196"/>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2398" name="Google Shape;2398;p11"/>
            <p:cNvSpPr/>
            <p:nvPr/>
          </p:nvSpPr>
          <p:spPr>
            <a:xfrm>
              <a:off x="7679233" y="4721561"/>
              <a:ext cx="664312" cy="664312"/>
            </a:xfrm>
            <a:prstGeom prst="ellipse">
              <a:avLst/>
            </a:prstGeom>
            <a:solidFill>
              <a:srgbClr val="FFFFFF"/>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pic>
          <p:nvPicPr>
            <p:cNvPr id="2399" name="Google Shape;2399;p11"/>
            <p:cNvPicPr preferRelativeResize="0"/>
            <p:nvPr/>
          </p:nvPicPr>
          <p:blipFill rotWithShape="1">
            <a:blip r:embed="rId5">
              <a:alphaModFix/>
            </a:blip>
            <a:srcRect/>
            <a:stretch/>
          </p:blipFill>
          <p:spPr>
            <a:xfrm>
              <a:off x="7772446" y="4810271"/>
              <a:ext cx="477885" cy="462165"/>
            </a:xfrm>
            <a:prstGeom prst="rect">
              <a:avLst/>
            </a:prstGeom>
            <a:noFill/>
            <a:ln>
              <a:noFill/>
            </a:ln>
          </p:spPr>
        </p:pic>
      </p:grpSp>
      <p:sp>
        <p:nvSpPr>
          <p:cNvPr id="2400" name="Google Shape;2400;p11"/>
          <p:cNvSpPr txBox="1"/>
          <p:nvPr/>
        </p:nvSpPr>
        <p:spPr>
          <a:xfrm>
            <a:off x="2488020" y="5301208"/>
            <a:ext cx="1974692" cy="443198"/>
          </a:xfrm>
          <a:prstGeom prst="rect">
            <a:avLst/>
          </a:prstGeom>
          <a:noFill/>
          <a:ln>
            <a:noFill/>
          </a:ln>
        </p:spPr>
        <p:txBody>
          <a:bodyPr spcFirstLastPara="1" wrap="square" lIns="0" tIns="0" rIns="0" bIns="0" anchor="ctr" anchorCtr="0">
            <a:spAutoFit/>
          </a:bodyPr>
          <a:lstStyle/>
          <a:p>
            <a:pPr marL="0" marR="0" lvl="0" indent="0" algn="r" rtl="0">
              <a:lnSpc>
                <a:spcPct val="90000"/>
              </a:lnSpc>
              <a:spcBef>
                <a:spcPts val="0"/>
              </a:spcBef>
              <a:spcAft>
                <a:spcPts val="0"/>
              </a:spcAft>
              <a:buClr>
                <a:srgbClr val="000000"/>
              </a:buClr>
              <a:buSzPts val="1600"/>
              <a:buFont typeface="Arial"/>
              <a:buNone/>
            </a:pPr>
            <a:r>
              <a:rPr lang="en-US" sz="1600" b="1" i="0" u="none" strike="noStrike" cap="none">
                <a:solidFill>
                  <a:schemeClr val="accent5"/>
                </a:solidFill>
                <a:latin typeface="Arial"/>
                <a:ea typeface="Arial"/>
                <a:cs typeface="Arial"/>
                <a:sym typeface="Arial"/>
              </a:rPr>
              <a:t>Optimized Fleet</a:t>
            </a:r>
            <a:endParaRPr sz="1800" b="0" i="0" u="none" strike="noStrike" cap="none">
              <a:solidFill>
                <a:schemeClr val="dk1"/>
              </a:solidFill>
              <a:latin typeface="Arial"/>
              <a:ea typeface="Arial"/>
              <a:cs typeface="Arial"/>
              <a:sym typeface="Arial"/>
            </a:endParaRPr>
          </a:p>
          <a:p>
            <a:pPr marL="0" marR="0" lvl="0" indent="0" algn="r" rtl="0">
              <a:lnSpc>
                <a:spcPct val="90000"/>
              </a:lnSpc>
              <a:spcBef>
                <a:spcPts val="0"/>
              </a:spcBef>
              <a:spcAft>
                <a:spcPts val="0"/>
              </a:spcAft>
              <a:buClr>
                <a:srgbClr val="000000"/>
              </a:buClr>
              <a:buSzPts val="1600"/>
              <a:buFont typeface="Arial"/>
              <a:buNone/>
            </a:pPr>
            <a:r>
              <a:rPr lang="en-US" sz="1600" b="1" i="0" u="none" strike="noStrike" cap="none">
                <a:solidFill>
                  <a:schemeClr val="accent5"/>
                </a:solidFill>
                <a:latin typeface="Arial"/>
                <a:ea typeface="Arial"/>
                <a:cs typeface="Arial"/>
                <a:sym typeface="Arial"/>
              </a:rPr>
              <a:t>Management</a:t>
            </a:r>
            <a:endParaRPr sz="1600" b="0" i="0" u="none" strike="noStrike" cap="none">
              <a:solidFill>
                <a:schemeClr val="dk1"/>
              </a:solidFill>
              <a:latin typeface="Arial"/>
              <a:ea typeface="Arial"/>
              <a:cs typeface="Arial"/>
              <a:sym typeface="Arial"/>
            </a:endParaRPr>
          </a:p>
        </p:txBody>
      </p:sp>
      <p:grpSp>
        <p:nvGrpSpPr>
          <p:cNvPr id="2401" name="Google Shape;2401;p11"/>
          <p:cNvGrpSpPr/>
          <p:nvPr/>
        </p:nvGrpSpPr>
        <p:grpSpPr>
          <a:xfrm>
            <a:off x="4655015" y="5005251"/>
            <a:ext cx="865000" cy="865000"/>
            <a:chOff x="3712904" y="4621216"/>
            <a:chExt cx="865000" cy="865000"/>
          </a:xfrm>
        </p:grpSpPr>
        <p:sp>
          <p:nvSpPr>
            <p:cNvPr id="2402" name="Google Shape;2402;p11"/>
            <p:cNvSpPr/>
            <p:nvPr/>
          </p:nvSpPr>
          <p:spPr>
            <a:xfrm>
              <a:off x="3712904" y="4621216"/>
              <a:ext cx="865000" cy="865000"/>
            </a:xfrm>
            <a:prstGeom prst="ellipse">
              <a:avLst/>
            </a:prstGeom>
            <a:solidFill>
              <a:schemeClr val="accent5">
                <a:alpha val="29411"/>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2403" name="Google Shape;2403;p11"/>
            <p:cNvSpPr/>
            <p:nvPr/>
          </p:nvSpPr>
          <p:spPr>
            <a:xfrm>
              <a:off x="3813249" y="4721561"/>
              <a:ext cx="664312" cy="664312"/>
            </a:xfrm>
            <a:prstGeom prst="ellipse">
              <a:avLst/>
            </a:prstGeom>
            <a:solidFill>
              <a:srgbClr val="FFFFFF"/>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pic>
          <p:nvPicPr>
            <p:cNvPr id="2404" name="Google Shape;2404;p11"/>
            <p:cNvPicPr preferRelativeResize="0"/>
            <p:nvPr/>
          </p:nvPicPr>
          <p:blipFill rotWithShape="1">
            <a:blip r:embed="rId6">
              <a:alphaModFix/>
            </a:blip>
            <a:srcRect/>
            <a:stretch/>
          </p:blipFill>
          <p:spPr>
            <a:xfrm>
              <a:off x="3902019" y="4840675"/>
              <a:ext cx="474034" cy="474034"/>
            </a:xfrm>
            <a:prstGeom prst="rect">
              <a:avLst/>
            </a:prstGeom>
            <a:noFill/>
            <a:ln>
              <a:noFill/>
            </a:ln>
          </p:spPr>
        </p:pic>
      </p:grpSp>
      <p:sp>
        <p:nvSpPr>
          <p:cNvPr id="2405" name="Google Shape;2405;p11"/>
          <p:cNvSpPr txBox="1"/>
          <p:nvPr/>
        </p:nvSpPr>
        <p:spPr>
          <a:xfrm>
            <a:off x="1993404" y="1541455"/>
            <a:ext cx="2469308" cy="443198"/>
          </a:xfrm>
          <a:prstGeom prst="rect">
            <a:avLst/>
          </a:prstGeom>
          <a:noFill/>
          <a:ln>
            <a:noFill/>
          </a:ln>
        </p:spPr>
        <p:txBody>
          <a:bodyPr spcFirstLastPara="1" wrap="square" lIns="0" tIns="0" rIns="0" bIns="0" anchor="ctr" anchorCtr="0">
            <a:spAutoFit/>
          </a:bodyPr>
          <a:lstStyle/>
          <a:p>
            <a:pPr marL="0" marR="0" lvl="0" indent="0" algn="r" rtl="0">
              <a:lnSpc>
                <a:spcPct val="90000"/>
              </a:lnSpc>
              <a:spcBef>
                <a:spcPts val="0"/>
              </a:spcBef>
              <a:spcAft>
                <a:spcPts val="0"/>
              </a:spcAft>
              <a:buClr>
                <a:srgbClr val="000000"/>
              </a:buClr>
              <a:buSzPts val="1600"/>
              <a:buFont typeface="Arial"/>
              <a:buNone/>
            </a:pPr>
            <a:r>
              <a:rPr lang="en-US" sz="1600" b="1" i="0" u="none" strike="noStrike" cap="none">
                <a:solidFill>
                  <a:schemeClr val="accent5"/>
                </a:solidFill>
                <a:latin typeface="Arial"/>
                <a:ea typeface="Arial"/>
                <a:cs typeface="Arial"/>
                <a:sym typeface="Arial"/>
              </a:rPr>
              <a:t>Private Cloud</a:t>
            </a:r>
            <a:endParaRPr sz="1600" b="1" i="0" u="none" strike="noStrike" cap="none">
              <a:solidFill>
                <a:schemeClr val="accent5"/>
              </a:solidFill>
              <a:latin typeface="Arial"/>
              <a:ea typeface="Arial"/>
              <a:cs typeface="Arial"/>
              <a:sym typeface="Arial"/>
            </a:endParaRPr>
          </a:p>
          <a:p>
            <a:pPr marL="0" marR="0" lvl="0" indent="0" algn="r" rtl="0">
              <a:lnSpc>
                <a:spcPct val="90000"/>
              </a:lnSpc>
              <a:spcBef>
                <a:spcPts val="0"/>
              </a:spcBef>
              <a:spcAft>
                <a:spcPts val="0"/>
              </a:spcAft>
              <a:buClr>
                <a:srgbClr val="000000"/>
              </a:buClr>
              <a:buSzPts val="1600"/>
              <a:buFont typeface="Arial"/>
              <a:buNone/>
            </a:pPr>
            <a:r>
              <a:rPr lang="en-US" sz="1600" b="1" i="0" u="none" strike="noStrike" cap="none">
                <a:solidFill>
                  <a:schemeClr val="accent5"/>
                </a:solidFill>
                <a:latin typeface="Arial"/>
                <a:ea typeface="Arial"/>
                <a:cs typeface="Arial"/>
                <a:sym typeface="Arial"/>
              </a:rPr>
              <a:t>Deployment</a:t>
            </a:r>
            <a:endParaRPr sz="1600" b="0" i="0" u="none" strike="noStrike" cap="none">
              <a:solidFill>
                <a:schemeClr val="dk1"/>
              </a:solidFill>
              <a:latin typeface="Arial"/>
              <a:ea typeface="Arial"/>
              <a:cs typeface="Arial"/>
              <a:sym typeface="Arial"/>
            </a:endParaRPr>
          </a:p>
        </p:txBody>
      </p:sp>
      <p:grpSp>
        <p:nvGrpSpPr>
          <p:cNvPr id="2406" name="Google Shape;2406;p11"/>
          <p:cNvGrpSpPr/>
          <p:nvPr/>
        </p:nvGrpSpPr>
        <p:grpSpPr>
          <a:xfrm>
            <a:off x="4655015" y="1415609"/>
            <a:ext cx="865000" cy="865000"/>
            <a:chOff x="3712904" y="1733395"/>
            <a:chExt cx="865000" cy="865000"/>
          </a:xfrm>
        </p:grpSpPr>
        <p:sp>
          <p:nvSpPr>
            <p:cNvPr id="2407" name="Google Shape;2407;p11"/>
            <p:cNvSpPr/>
            <p:nvPr/>
          </p:nvSpPr>
          <p:spPr>
            <a:xfrm>
              <a:off x="3712904" y="1733395"/>
              <a:ext cx="865000" cy="865000"/>
            </a:xfrm>
            <a:prstGeom prst="ellipse">
              <a:avLst/>
            </a:prstGeom>
            <a:solidFill>
              <a:schemeClr val="accent5">
                <a:alpha val="29411"/>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2408" name="Google Shape;2408;p11"/>
            <p:cNvSpPr/>
            <p:nvPr/>
          </p:nvSpPr>
          <p:spPr>
            <a:xfrm>
              <a:off x="3813249" y="1833740"/>
              <a:ext cx="664312" cy="664312"/>
            </a:xfrm>
            <a:prstGeom prst="ellipse">
              <a:avLst/>
            </a:prstGeom>
            <a:solidFill>
              <a:srgbClr val="FFFFFF"/>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pic>
          <p:nvPicPr>
            <p:cNvPr id="2409" name="Google Shape;2409;p11"/>
            <p:cNvPicPr preferRelativeResize="0"/>
            <p:nvPr/>
          </p:nvPicPr>
          <p:blipFill rotWithShape="1">
            <a:blip r:embed="rId7">
              <a:alphaModFix/>
            </a:blip>
            <a:srcRect/>
            <a:stretch/>
          </p:blipFill>
          <p:spPr>
            <a:xfrm>
              <a:off x="3926630" y="1951935"/>
              <a:ext cx="437546" cy="437546"/>
            </a:xfrm>
            <a:prstGeom prst="rect">
              <a:avLst/>
            </a:prstGeom>
            <a:noFill/>
            <a:ln>
              <a:noFill/>
            </a:ln>
          </p:spPr>
        </p:pic>
      </p:grpSp>
      <p:grpSp>
        <p:nvGrpSpPr>
          <p:cNvPr id="2410" name="Google Shape;2410;p11"/>
          <p:cNvGrpSpPr/>
          <p:nvPr/>
        </p:nvGrpSpPr>
        <p:grpSpPr>
          <a:xfrm>
            <a:off x="3960978" y="2345540"/>
            <a:ext cx="4255940" cy="2652758"/>
            <a:chOff x="3244415" y="-5005501"/>
            <a:chExt cx="7432006" cy="4632430"/>
          </a:xfrm>
        </p:grpSpPr>
        <p:pic>
          <p:nvPicPr>
            <p:cNvPr id="2411" name="Google Shape;2411;p11"/>
            <p:cNvPicPr preferRelativeResize="0"/>
            <p:nvPr/>
          </p:nvPicPr>
          <p:blipFill rotWithShape="1">
            <a:blip r:embed="rId8">
              <a:alphaModFix/>
            </a:blip>
            <a:srcRect b="14328"/>
            <a:stretch/>
          </p:blipFill>
          <p:spPr>
            <a:xfrm>
              <a:off x="3756001" y="-4800066"/>
              <a:ext cx="6404209" cy="3663737"/>
            </a:xfrm>
            <a:prstGeom prst="rect">
              <a:avLst/>
            </a:prstGeom>
            <a:noFill/>
            <a:ln>
              <a:noFill/>
            </a:ln>
          </p:spPr>
        </p:pic>
        <p:pic>
          <p:nvPicPr>
            <p:cNvPr id="2412" name="Google Shape;2412;p11"/>
            <p:cNvPicPr preferRelativeResize="0"/>
            <p:nvPr/>
          </p:nvPicPr>
          <p:blipFill rotWithShape="1">
            <a:blip r:embed="rId8">
              <a:alphaModFix/>
            </a:blip>
            <a:srcRect t="83064" b="14328"/>
            <a:stretch/>
          </p:blipFill>
          <p:spPr>
            <a:xfrm>
              <a:off x="3756001" y="-1228297"/>
              <a:ext cx="6404209" cy="391997"/>
            </a:xfrm>
            <a:prstGeom prst="rect">
              <a:avLst/>
            </a:prstGeom>
            <a:noFill/>
            <a:ln>
              <a:noFill/>
            </a:ln>
          </p:spPr>
        </p:pic>
        <p:pic>
          <p:nvPicPr>
            <p:cNvPr id="2413" name="Google Shape;2413;p11"/>
            <p:cNvPicPr preferRelativeResize="0"/>
            <p:nvPr/>
          </p:nvPicPr>
          <p:blipFill rotWithShape="1">
            <a:blip r:embed="rId8">
              <a:alphaModFix/>
            </a:blip>
            <a:srcRect t="83063" r="96957" b="13224"/>
            <a:stretch/>
          </p:blipFill>
          <p:spPr>
            <a:xfrm>
              <a:off x="3756001" y="-4772772"/>
              <a:ext cx="194897" cy="557561"/>
            </a:xfrm>
            <a:prstGeom prst="rect">
              <a:avLst/>
            </a:prstGeom>
            <a:noFill/>
            <a:ln>
              <a:noFill/>
            </a:ln>
          </p:spPr>
        </p:pic>
        <p:grpSp>
          <p:nvGrpSpPr>
            <p:cNvPr id="2414" name="Google Shape;2414;p11"/>
            <p:cNvGrpSpPr/>
            <p:nvPr/>
          </p:nvGrpSpPr>
          <p:grpSpPr>
            <a:xfrm>
              <a:off x="3244415" y="-5005501"/>
              <a:ext cx="7432006" cy="4632430"/>
              <a:chOff x="3244415" y="-5005501"/>
              <a:chExt cx="7432006" cy="4632430"/>
            </a:xfrm>
          </p:grpSpPr>
          <p:pic>
            <p:nvPicPr>
              <p:cNvPr id="2415" name="Google Shape;2415;p11" descr="A close-up of a computer&#10;&#10;Description automatically generated"/>
              <p:cNvPicPr preferRelativeResize="0"/>
              <p:nvPr/>
            </p:nvPicPr>
            <p:blipFill rotWithShape="1">
              <a:blip r:embed="rId9">
                <a:alphaModFix/>
              </a:blip>
              <a:srcRect t="19013"/>
              <a:stretch/>
            </p:blipFill>
            <p:spPr>
              <a:xfrm>
                <a:off x="3244415" y="-3971625"/>
                <a:ext cx="7432006" cy="3598554"/>
              </a:xfrm>
              <a:prstGeom prst="rect">
                <a:avLst/>
              </a:prstGeom>
              <a:noFill/>
              <a:ln>
                <a:noFill/>
              </a:ln>
            </p:spPr>
          </p:pic>
          <p:pic>
            <p:nvPicPr>
              <p:cNvPr id="2416" name="Google Shape;2416;p11" descr="A close-up of a computer&#10;&#10;Description automatically generated"/>
              <p:cNvPicPr preferRelativeResize="0"/>
              <p:nvPr/>
            </p:nvPicPr>
            <p:blipFill rotWithShape="1">
              <a:blip r:embed="rId9">
                <a:alphaModFix/>
              </a:blip>
              <a:srcRect b="65764"/>
              <a:stretch/>
            </p:blipFill>
            <p:spPr>
              <a:xfrm>
                <a:off x="3244415" y="-5005501"/>
                <a:ext cx="7432006" cy="1521261"/>
              </a:xfrm>
              <a:prstGeom prst="rect">
                <a:avLst/>
              </a:prstGeom>
              <a:noFill/>
              <a:ln>
                <a:noFill/>
              </a:ln>
            </p:spPr>
          </p:pic>
        </p:grpSp>
      </p:grpSp>
      <p:grpSp>
        <p:nvGrpSpPr>
          <p:cNvPr id="2417" name="Google Shape;2417;p11"/>
          <p:cNvGrpSpPr/>
          <p:nvPr/>
        </p:nvGrpSpPr>
        <p:grpSpPr>
          <a:xfrm>
            <a:off x="8059475" y="3177305"/>
            <a:ext cx="865000" cy="865000"/>
            <a:chOff x="8164739" y="3177305"/>
            <a:chExt cx="865000" cy="865000"/>
          </a:xfrm>
        </p:grpSpPr>
        <p:sp>
          <p:nvSpPr>
            <p:cNvPr id="2418" name="Google Shape;2418;p11"/>
            <p:cNvSpPr/>
            <p:nvPr/>
          </p:nvSpPr>
          <p:spPr>
            <a:xfrm>
              <a:off x="8164739" y="3177305"/>
              <a:ext cx="865000" cy="865000"/>
            </a:xfrm>
            <a:prstGeom prst="ellipse">
              <a:avLst/>
            </a:prstGeom>
            <a:solidFill>
              <a:schemeClr val="accent3">
                <a:alpha val="30196"/>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2419" name="Google Shape;2419;p11"/>
            <p:cNvSpPr/>
            <p:nvPr/>
          </p:nvSpPr>
          <p:spPr>
            <a:xfrm>
              <a:off x="8265083" y="3277650"/>
              <a:ext cx="664312" cy="664312"/>
            </a:xfrm>
            <a:prstGeom prst="ellipse">
              <a:avLst/>
            </a:prstGeom>
            <a:solidFill>
              <a:srgbClr val="FFFFFF"/>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pic>
          <p:nvPicPr>
            <p:cNvPr id="2420" name="Google Shape;2420;p11"/>
            <p:cNvPicPr preferRelativeResize="0"/>
            <p:nvPr/>
          </p:nvPicPr>
          <p:blipFill rotWithShape="1">
            <a:blip r:embed="rId10">
              <a:alphaModFix/>
            </a:blip>
            <a:srcRect/>
            <a:stretch/>
          </p:blipFill>
          <p:spPr>
            <a:xfrm>
              <a:off x="8371544" y="3387461"/>
              <a:ext cx="441599" cy="441599"/>
            </a:xfrm>
            <a:prstGeom prst="rect">
              <a:avLst/>
            </a:prstGeom>
            <a:noFill/>
            <a:ln>
              <a:noFill/>
            </a:ln>
          </p:spPr>
        </p:pic>
      </p:grpSp>
      <p:grpSp>
        <p:nvGrpSpPr>
          <p:cNvPr id="2421" name="Google Shape;2421;p11"/>
          <p:cNvGrpSpPr/>
          <p:nvPr/>
        </p:nvGrpSpPr>
        <p:grpSpPr>
          <a:xfrm>
            <a:off x="1554494" y="3177305"/>
            <a:ext cx="2560093" cy="865000"/>
            <a:chOff x="1444944" y="3177305"/>
            <a:chExt cx="2560093" cy="865000"/>
          </a:xfrm>
        </p:grpSpPr>
        <p:sp>
          <p:nvSpPr>
            <p:cNvPr id="2422" name="Google Shape;2422;p11"/>
            <p:cNvSpPr txBox="1"/>
            <p:nvPr/>
          </p:nvSpPr>
          <p:spPr>
            <a:xfrm>
              <a:off x="1444944" y="3194307"/>
              <a:ext cx="1538972" cy="830996"/>
            </a:xfrm>
            <a:prstGeom prst="rect">
              <a:avLst/>
            </a:prstGeom>
            <a:noFill/>
            <a:ln>
              <a:noFill/>
            </a:ln>
          </p:spPr>
          <p:txBody>
            <a:bodyPr spcFirstLastPara="1" wrap="square" lIns="0" tIns="0" rIns="0" bIns="0" anchor="ctr" anchorCtr="0">
              <a:spAutoFit/>
            </a:bodyPr>
            <a:lstStyle/>
            <a:p>
              <a:pPr marL="0" marR="0" lvl="0" indent="0" algn="r" rtl="0">
                <a:lnSpc>
                  <a:spcPct val="90000"/>
                </a:lnSpc>
                <a:spcBef>
                  <a:spcPts val="0"/>
                </a:spcBef>
                <a:spcAft>
                  <a:spcPts val="0"/>
                </a:spcAft>
                <a:buClr>
                  <a:srgbClr val="000000"/>
                </a:buClr>
                <a:buSzPts val="1600"/>
                <a:buFont typeface="Arial"/>
                <a:buNone/>
              </a:pPr>
              <a:r>
                <a:rPr lang="en-US" sz="1600" b="1" i="0" u="none" strike="noStrike" cap="none">
                  <a:solidFill>
                    <a:schemeClr val="accent5"/>
                  </a:solidFill>
                  <a:latin typeface="Arial"/>
                  <a:ea typeface="Arial"/>
                  <a:cs typeface="Arial"/>
                  <a:sym typeface="Arial"/>
                </a:rPr>
                <a:t>Resource Management,</a:t>
              </a:r>
              <a:endParaRPr sz="1600" b="1" i="0" u="none" strike="noStrike" cap="none">
                <a:solidFill>
                  <a:schemeClr val="accent5"/>
                </a:solidFill>
                <a:latin typeface="Arial"/>
                <a:ea typeface="Arial"/>
                <a:cs typeface="Arial"/>
                <a:sym typeface="Arial"/>
              </a:endParaRPr>
            </a:p>
            <a:p>
              <a:pPr marL="0" marR="0" lvl="0" indent="0" algn="r" rtl="0">
                <a:lnSpc>
                  <a:spcPct val="90000"/>
                </a:lnSpc>
                <a:spcBef>
                  <a:spcPts val="0"/>
                </a:spcBef>
                <a:spcAft>
                  <a:spcPts val="0"/>
                </a:spcAft>
                <a:buClr>
                  <a:srgbClr val="000000"/>
                </a:buClr>
                <a:buSzPts val="1600"/>
                <a:buFont typeface="Arial"/>
                <a:buNone/>
              </a:pPr>
              <a:r>
                <a:rPr lang="en-US" sz="1600" b="1" i="0" u="none" strike="noStrike" cap="none">
                  <a:solidFill>
                    <a:schemeClr val="accent5"/>
                  </a:solidFill>
                  <a:latin typeface="Arial"/>
                  <a:ea typeface="Arial"/>
                  <a:cs typeface="Arial"/>
                  <a:sym typeface="Arial"/>
                </a:rPr>
                <a:t>Governance</a:t>
              </a:r>
              <a:r>
                <a:rPr lang="en-US" sz="1800" b="0" i="0" u="none" strike="noStrike" cap="none">
                  <a:solidFill>
                    <a:schemeClr val="dk1"/>
                  </a:solidFill>
                  <a:latin typeface="Arial"/>
                  <a:ea typeface="Arial"/>
                  <a:cs typeface="Arial"/>
                  <a:sym typeface="Arial"/>
                </a:rPr>
                <a:t>, </a:t>
              </a:r>
              <a:r>
                <a:rPr lang="en-US" sz="1600" b="1" i="0" u="none" strike="noStrike" cap="none">
                  <a:solidFill>
                    <a:schemeClr val="accent5"/>
                  </a:solidFill>
                  <a:latin typeface="Arial"/>
                  <a:ea typeface="Arial"/>
                  <a:cs typeface="Arial"/>
                  <a:sym typeface="Arial"/>
                </a:rPr>
                <a:t>Security</a:t>
              </a:r>
              <a:endParaRPr sz="1600" b="1" i="0" u="none" strike="noStrike" cap="none">
                <a:solidFill>
                  <a:schemeClr val="accent5"/>
                </a:solidFill>
                <a:latin typeface="Arial"/>
                <a:ea typeface="Arial"/>
                <a:cs typeface="Arial"/>
                <a:sym typeface="Arial"/>
              </a:endParaRPr>
            </a:p>
          </p:txBody>
        </p:sp>
        <p:sp>
          <p:nvSpPr>
            <p:cNvPr id="2423" name="Google Shape;2423;p11"/>
            <p:cNvSpPr/>
            <p:nvPr/>
          </p:nvSpPr>
          <p:spPr>
            <a:xfrm>
              <a:off x="3140037" y="3177305"/>
              <a:ext cx="865000" cy="865000"/>
            </a:xfrm>
            <a:prstGeom prst="ellipse">
              <a:avLst/>
            </a:prstGeom>
            <a:solidFill>
              <a:schemeClr val="accent5">
                <a:alpha val="29411"/>
              </a:schemeClr>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sp>
          <p:nvSpPr>
            <p:cNvPr id="2424" name="Google Shape;2424;p11"/>
            <p:cNvSpPr/>
            <p:nvPr/>
          </p:nvSpPr>
          <p:spPr>
            <a:xfrm>
              <a:off x="3240381" y="3277650"/>
              <a:ext cx="664312" cy="664312"/>
            </a:xfrm>
            <a:prstGeom prst="ellipse">
              <a:avLst/>
            </a:prstGeom>
            <a:solidFill>
              <a:srgbClr val="FFFFFF"/>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2142"/>
                </a:solidFill>
                <a:latin typeface="Arial"/>
                <a:ea typeface="Arial"/>
                <a:cs typeface="Arial"/>
                <a:sym typeface="Arial"/>
              </a:endParaRPr>
            </a:p>
          </p:txBody>
        </p:sp>
        <p:pic>
          <p:nvPicPr>
            <p:cNvPr id="2425" name="Google Shape;2425;p11"/>
            <p:cNvPicPr preferRelativeResize="0"/>
            <p:nvPr/>
          </p:nvPicPr>
          <p:blipFill rotWithShape="1">
            <a:blip r:embed="rId11">
              <a:alphaModFix/>
            </a:blip>
            <a:srcRect/>
            <a:stretch/>
          </p:blipFill>
          <p:spPr>
            <a:xfrm>
              <a:off x="3335301" y="3391474"/>
              <a:ext cx="436662" cy="436662"/>
            </a:xfrm>
            <a:prstGeom prst="rect">
              <a:avLst/>
            </a:prstGeom>
            <a:noFill/>
            <a:ln>
              <a:noFill/>
            </a:ln>
          </p:spPr>
        </p:pic>
      </p:grpSp>
      <p:grpSp>
        <p:nvGrpSpPr>
          <p:cNvPr id="2426" name="Google Shape;2426;p11"/>
          <p:cNvGrpSpPr/>
          <p:nvPr/>
        </p:nvGrpSpPr>
        <p:grpSpPr>
          <a:xfrm>
            <a:off x="5591008" y="1984652"/>
            <a:ext cx="1006808" cy="627022"/>
            <a:chOff x="7163090" y="2119255"/>
            <a:chExt cx="3881320" cy="2417218"/>
          </a:xfrm>
        </p:grpSpPr>
        <p:pic>
          <p:nvPicPr>
            <p:cNvPr id="2427" name="Google Shape;2427;p11"/>
            <p:cNvPicPr preferRelativeResize="0"/>
            <p:nvPr/>
          </p:nvPicPr>
          <p:blipFill rotWithShape="1">
            <a:blip r:embed="rId12">
              <a:alphaModFix/>
            </a:blip>
            <a:srcRect/>
            <a:stretch/>
          </p:blipFill>
          <p:spPr>
            <a:xfrm>
              <a:off x="7163090" y="2119255"/>
              <a:ext cx="3881320" cy="2417218"/>
            </a:xfrm>
            <a:prstGeom prst="rect">
              <a:avLst/>
            </a:prstGeom>
            <a:noFill/>
            <a:ln>
              <a:noFill/>
            </a:ln>
            <a:effectLst>
              <a:outerShdw blurRad="431800" dist="97934" dir="5400000" sx="77000" sy="77000" algn="t" rotWithShape="0">
                <a:srgbClr val="000000">
                  <a:alpha val="30196"/>
                </a:srgbClr>
              </a:outerShdw>
            </a:effectLst>
          </p:spPr>
        </p:pic>
        <p:pic>
          <p:nvPicPr>
            <p:cNvPr id="2428" name="Google Shape;2428;p11"/>
            <p:cNvPicPr preferRelativeResize="0"/>
            <p:nvPr/>
          </p:nvPicPr>
          <p:blipFill rotWithShape="1">
            <a:blip r:embed="rId13">
              <a:alphaModFix/>
            </a:blip>
            <a:srcRect/>
            <a:stretch/>
          </p:blipFill>
          <p:spPr>
            <a:xfrm>
              <a:off x="8240919" y="2523626"/>
              <a:ext cx="1725661" cy="1725662"/>
            </a:xfrm>
            <a:prstGeom prst="rect">
              <a:avLst/>
            </a:prstGeom>
            <a:noFill/>
            <a:ln>
              <a:noFill/>
            </a:ln>
          </p:spPr>
        </p:pic>
      </p:grpSp>
      <p:sp>
        <p:nvSpPr>
          <p:cNvPr id="2429" name="Google Shape;2429;p11"/>
          <p:cNvSpPr txBox="1"/>
          <p:nvPr/>
        </p:nvSpPr>
        <p:spPr>
          <a:xfrm>
            <a:off x="379201" y="4464437"/>
            <a:ext cx="1013295" cy="286252"/>
          </a:xfrm>
          <a:prstGeom prst="rect">
            <a:avLst/>
          </a:prstGeom>
          <a:noFill/>
          <a:ln>
            <a:noFill/>
          </a:ln>
        </p:spPr>
        <p:txBody>
          <a:bodyPr spcFirstLastPara="1" wrap="square" lIns="0" tIns="0" rIns="0" bIns="0" anchor="ctr" anchorCtr="0">
            <a:noAutofit/>
          </a:bodyPr>
          <a:lstStyle/>
          <a:p>
            <a:pPr marL="0" marR="0" lvl="0" indent="0" algn="r" rtl="0">
              <a:lnSpc>
                <a:spcPct val="130000"/>
              </a:lnSpc>
              <a:spcBef>
                <a:spcPts val="0"/>
              </a:spcBef>
              <a:spcAft>
                <a:spcPts val="0"/>
              </a:spcAft>
              <a:buClr>
                <a:srgbClr val="000000"/>
              </a:buClr>
              <a:buSzPts val="1000"/>
              <a:buFont typeface="Arial"/>
              <a:buNone/>
            </a:pPr>
            <a:r>
              <a:rPr lang="en-US" sz="1000" b="1" i="0" u="none" strike="noStrike" cap="none">
                <a:solidFill>
                  <a:schemeClr val="dk1"/>
                </a:solidFill>
                <a:latin typeface="Arial"/>
                <a:ea typeface="Arial"/>
                <a:cs typeface="Arial"/>
                <a:sym typeface="Arial"/>
              </a:rPr>
              <a:t>CLOUD ADMIN</a:t>
            </a:r>
            <a:endParaRPr sz="1400" b="0" i="0" u="none" strike="noStrike" cap="none">
              <a:solidFill>
                <a:srgbClr val="000000"/>
              </a:solidFill>
              <a:latin typeface="Arial"/>
              <a:ea typeface="Arial"/>
              <a:cs typeface="Arial"/>
              <a:sym typeface="Arial"/>
            </a:endParaRPr>
          </a:p>
        </p:txBody>
      </p:sp>
      <p:sp>
        <p:nvSpPr>
          <p:cNvPr id="2430" name="Google Shape;2430;p11"/>
          <p:cNvSpPr txBox="1"/>
          <p:nvPr/>
        </p:nvSpPr>
        <p:spPr>
          <a:xfrm>
            <a:off x="10046069" y="4522201"/>
            <a:ext cx="1597880" cy="286252"/>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000000"/>
              </a:buClr>
              <a:buSzPts val="800"/>
              <a:buFont typeface="Arial"/>
              <a:buNone/>
            </a:pPr>
            <a:r>
              <a:rPr lang="en-US" sz="1000" b="1" i="0" u="none" strike="noStrike" cap="none">
                <a:solidFill>
                  <a:srgbClr val="3F3F3F"/>
                </a:solidFill>
                <a:latin typeface="Arial"/>
                <a:ea typeface="Arial"/>
                <a:cs typeface="Arial"/>
                <a:sym typeface="Arial"/>
              </a:rPr>
              <a:t>PLATFORM ENGINEER</a:t>
            </a:r>
            <a:endParaRPr sz="1000" b="0" i="0" u="none" strike="noStrike" cap="none">
              <a:solidFill>
                <a:srgbClr val="000000"/>
              </a:solidFill>
              <a:latin typeface="Arial"/>
              <a:ea typeface="Arial"/>
              <a:cs typeface="Arial"/>
              <a:sym typeface="Arial"/>
            </a:endParaRPr>
          </a:p>
          <a:p>
            <a:pPr marL="0" marR="0" lvl="0" indent="0" algn="r" rtl="0">
              <a:lnSpc>
                <a:spcPct val="110000"/>
              </a:lnSpc>
              <a:spcBef>
                <a:spcPts val="0"/>
              </a:spcBef>
              <a:spcAft>
                <a:spcPts val="0"/>
              </a:spcAft>
              <a:buClr>
                <a:srgbClr val="000000"/>
              </a:buClr>
              <a:buSzPts val="800"/>
              <a:buFont typeface="Arial"/>
              <a:buNone/>
            </a:pPr>
            <a:r>
              <a:rPr lang="en-US" sz="1000" b="1" i="0" u="none" strike="noStrike" cap="none">
                <a:solidFill>
                  <a:srgbClr val="3F3F3F"/>
                </a:solidFill>
                <a:latin typeface="Arial"/>
                <a:ea typeface="Arial"/>
                <a:cs typeface="Arial"/>
                <a:sym typeface="Arial"/>
              </a:rPr>
              <a:t>DEVOPS</a:t>
            </a:r>
            <a:endParaRPr sz="1000" b="0" i="0" u="none" strike="noStrike" cap="none">
              <a:solidFill>
                <a:srgbClr val="000000"/>
              </a:solidFill>
              <a:latin typeface="Arial"/>
              <a:ea typeface="Arial"/>
              <a:cs typeface="Arial"/>
              <a:sym typeface="Arial"/>
            </a:endParaRPr>
          </a:p>
        </p:txBody>
      </p:sp>
      <p:sp>
        <p:nvSpPr>
          <p:cNvPr id="2431" name="Google Shape;2431;p11"/>
          <p:cNvSpPr txBox="1"/>
          <p:nvPr/>
        </p:nvSpPr>
        <p:spPr>
          <a:xfrm>
            <a:off x="5780708" y="6542900"/>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
        <p:nvSpPr>
          <p:cNvPr id="2432" name="Google Shape;2432;p11"/>
          <p:cNvSpPr txBox="1"/>
          <p:nvPr/>
        </p:nvSpPr>
        <p:spPr>
          <a:xfrm>
            <a:off x="5377517" y="4959579"/>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sp>
        <p:nvSpPr>
          <p:cNvPr id="2433" name="Google Shape;2433;p11"/>
          <p:cNvSpPr txBox="1"/>
          <p:nvPr/>
        </p:nvSpPr>
        <p:spPr>
          <a:xfrm>
            <a:off x="7874580" y="1541455"/>
            <a:ext cx="3721800" cy="443400"/>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193C2"/>
              </a:buClr>
              <a:buSzPts val="1600"/>
              <a:buFont typeface="Arial"/>
              <a:buNone/>
            </a:pPr>
            <a:r>
              <a:rPr lang="en-US" sz="1600" b="1" i="0" u="none" strike="noStrike" cap="none">
                <a:solidFill>
                  <a:srgbClr val="0193C2"/>
                </a:solidFill>
                <a:latin typeface="Arial"/>
                <a:ea typeface="Arial"/>
                <a:cs typeface="Arial"/>
                <a:sym typeface="Arial"/>
              </a:rPr>
              <a:t>Tenant Management </a:t>
            </a:r>
            <a:br>
              <a:rPr lang="en-US" sz="1600" b="1" i="0" u="none" strike="noStrike" cap="none">
                <a:solidFill>
                  <a:srgbClr val="0193C2"/>
                </a:solidFill>
                <a:latin typeface="Arial"/>
                <a:ea typeface="Arial"/>
                <a:cs typeface="Arial"/>
                <a:sym typeface="Arial"/>
              </a:rPr>
            </a:br>
            <a:r>
              <a:rPr lang="en-US" sz="1600" b="1" i="0" u="none" strike="noStrike" cap="none">
                <a:solidFill>
                  <a:srgbClr val="0193C2"/>
                </a:solidFill>
                <a:latin typeface="Arial"/>
                <a:ea typeface="Arial"/>
                <a:cs typeface="Arial"/>
                <a:sym typeface="Arial"/>
              </a:rPr>
              <a:t>and Governance</a:t>
            </a:r>
            <a:endParaRPr sz="1800" b="0" i="0" u="none" strike="noStrike" cap="none">
              <a:solidFill>
                <a:srgbClr val="0193C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38"/>
        <p:cNvGrpSpPr/>
        <p:nvPr/>
      </p:nvGrpSpPr>
      <p:grpSpPr>
        <a:xfrm>
          <a:off x="0" y="0"/>
          <a:ext cx="0" cy="0"/>
          <a:chOff x="0" y="0"/>
          <a:chExt cx="0" cy="0"/>
        </a:xfrm>
      </p:grpSpPr>
      <p:sp>
        <p:nvSpPr>
          <p:cNvPr id="2439" name="Google Shape;2439;p12"/>
          <p:cNvSpPr txBox="1"/>
          <p:nvPr/>
        </p:nvSpPr>
        <p:spPr>
          <a:xfrm>
            <a:off x="4574896" y="-19122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Broadcom Proprietary and Confidential. Copyright © 2024 Broadcom.  </a:t>
            </a:r>
            <a:endParaRPr sz="1400" b="0" i="0" u="none" strike="noStrike" cap="none">
              <a:solidFill>
                <a:srgbClr val="000000"/>
              </a:solidFill>
              <a:latin typeface="Arial"/>
              <a:ea typeface="Arial"/>
              <a:cs typeface="Arial"/>
              <a:sym typeface="Arial"/>
            </a:endParaRPr>
          </a:p>
        </p:txBody>
      </p:sp>
      <p:sp>
        <p:nvSpPr>
          <p:cNvPr id="2440" name="Google Shape;2440;p12"/>
          <p:cNvSpPr txBox="1"/>
          <p:nvPr/>
        </p:nvSpPr>
        <p:spPr>
          <a:xfrm>
            <a:off x="14420753" y="-18791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12</a:t>
            </a:fld>
            <a:endParaRPr sz="800" b="0" i="0" u="none" strike="noStrike" cap="none">
              <a:solidFill>
                <a:schemeClr val="dk2"/>
              </a:solidFill>
              <a:latin typeface="Arial"/>
              <a:ea typeface="Arial"/>
              <a:cs typeface="Arial"/>
              <a:sym typeface="Arial"/>
            </a:endParaRPr>
          </a:p>
        </p:txBody>
      </p:sp>
      <p:pic>
        <p:nvPicPr>
          <p:cNvPr id="2441" name="Google Shape;2441;p12"/>
          <p:cNvPicPr preferRelativeResize="0"/>
          <p:nvPr/>
        </p:nvPicPr>
        <p:blipFill rotWithShape="1">
          <a:blip r:embed="rId3">
            <a:alphaModFix amt="42000"/>
          </a:blip>
          <a:srcRect l="34345" t="62835" b="-4513"/>
          <a:stretch/>
        </p:blipFill>
        <p:spPr>
          <a:xfrm>
            <a:off x="1" y="5734430"/>
            <a:ext cx="8844594" cy="739672"/>
          </a:xfrm>
          <a:prstGeom prst="rect">
            <a:avLst/>
          </a:prstGeom>
          <a:noFill/>
          <a:ln>
            <a:noFill/>
          </a:ln>
        </p:spPr>
      </p:pic>
      <p:grpSp>
        <p:nvGrpSpPr>
          <p:cNvPr id="2442" name="Google Shape;2442;p12"/>
          <p:cNvGrpSpPr/>
          <p:nvPr/>
        </p:nvGrpSpPr>
        <p:grpSpPr>
          <a:xfrm>
            <a:off x="7908010" y="1484516"/>
            <a:ext cx="4280815" cy="3974569"/>
            <a:chOff x="7908010" y="1282823"/>
            <a:chExt cx="4280815" cy="5052085"/>
          </a:xfrm>
        </p:grpSpPr>
        <p:grpSp>
          <p:nvGrpSpPr>
            <p:cNvPr id="2443" name="Google Shape;2443;p12"/>
            <p:cNvGrpSpPr/>
            <p:nvPr/>
          </p:nvGrpSpPr>
          <p:grpSpPr>
            <a:xfrm>
              <a:off x="7908010" y="1282823"/>
              <a:ext cx="4280815" cy="1500530"/>
              <a:chOff x="7908010" y="1282823"/>
              <a:chExt cx="4280815" cy="1500530"/>
            </a:xfrm>
          </p:grpSpPr>
          <p:grpSp>
            <p:nvGrpSpPr>
              <p:cNvPr id="2444" name="Google Shape;2444;p12"/>
              <p:cNvGrpSpPr/>
              <p:nvPr/>
            </p:nvGrpSpPr>
            <p:grpSpPr>
              <a:xfrm>
                <a:off x="7908010" y="1282823"/>
                <a:ext cx="4280815" cy="671330"/>
                <a:chOff x="7908010" y="1282823"/>
                <a:chExt cx="4280815" cy="671330"/>
              </a:xfrm>
            </p:grpSpPr>
            <p:sp>
              <p:nvSpPr>
                <p:cNvPr id="2445" name="Google Shape;2445;p12"/>
                <p:cNvSpPr/>
                <p:nvPr/>
              </p:nvSpPr>
              <p:spPr>
                <a:xfrm flipH="1">
                  <a:off x="7908010" y="1282823"/>
                  <a:ext cx="4280815" cy="3414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46" name="Google Shape;2446;p12"/>
                <p:cNvSpPr txBox="1"/>
                <p:nvPr/>
              </p:nvSpPr>
              <p:spPr>
                <a:xfrm>
                  <a:off x="7908011" y="1480177"/>
                  <a:ext cx="4139970" cy="473976"/>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chemeClr val="accent4"/>
                    </a:buClr>
                    <a:buSzPts val="1800"/>
                    <a:buFont typeface="Arial"/>
                    <a:buNone/>
                  </a:pPr>
                  <a:r>
                    <a:rPr lang="en-US" sz="1800" b="0" i="0" u="none" strike="noStrike" cap="none">
                      <a:solidFill>
                        <a:schemeClr val="accent3"/>
                      </a:solidFill>
                      <a:latin typeface="Arial"/>
                      <a:ea typeface="Arial"/>
                      <a:cs typeface="Arial"/>
                      <a:sym typeface="Arial"/>
                    </a:rPr>
                    <a:t>VCF Build Experience</a:t>
                  </a:r>
                  <a:endParaRPr sz="1400" b="0" i="0" u="none" strike="noStrike" cap="none">
                    <a:solidFill>
                      <a:srgbClr val="000000"/>
                    </a:solidFill>
                    <a:latin typeface="Arial"/>
                    <a:ea typeface="Arial"/>
                    <a:cs typeface="Arial"/>
                    <a:sym typeface="Arial"/>
                  </a:endParaRPr>
                </a:p>
              </p:txBody>
            </p:sp>
          </p:grpSp>
          <p:sp>
            <p:nvSpPr>
              <p:cNvPr id="2447" name="Google Shape;2447;p12"/>
              <p:cNvSpPr txBox="1"/>
              <p:nvPr/>
            </p:nvSpPr>
            <p:spPr>
              <a:xfrm>
                <a:off x="7908011" y="1902265"/>
                <a:ext cx="4280814" cy="881088"/>
              </a:xfrm>
              <a:prstGeom prst="rect">
                <a:avLst/>
              </a:prstGeom>
              <a:noFill/>
              <a:ln>
                <a:noFill/>
              </a:ln>
            </p:spPr>
            <p:txBody>
              <a:bodyPr spcFirstLastPara="1" wrap="square" lIns="0" tIns="0" rIns="274300" bIns="0" anchor="t" anchorCtr="0">
                <a:spAutoFit/>
              </a:bodyPr>
              <a:lstStyle/>
              <a:p>
                <a:pPr marL="176213" marR="0" lvl="0" indent="-176213" algn="l" rtl="0">
                  <a:lnSpc>
                    <a:spcPct val="95000"/>
                  </a:lnSpc>
                  <a:spcBef>
                    <a:spcPts val="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Quick Start App for VCF Deployment</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Resource allocation with role-based access</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60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Governance, cost management, and visibility</a:t>
                </a:r>
                <a:endParaRPr sz="1400" b="0" i="0" u="none" strike="noStrike" cap="none">
                  <a:solidFill>
                    <a:srgbClr val="000000"/>
                  </a:solidFill>
                  <a:latin typeface="Arial"/>
                  <a:ea typeface="Arial"/>
                  <a:cs typeface="Arial"/>
                  <a:sym typeface="Arial"/>
                </a:endParaRPr>
              </a:p>
            </p:txBody>
          </p:sp>
        </p:grpSp>
        <p:grpSp>
          <p:nvGrpSpPr>
            <p:cNvPr id="2448" name="Google Shape;2448;p12"/>
            <p:cNvGrpSpPr/>
            <p:nvPr/>
          </p:nvGrpSpPr>
          <p:grpSpPr>
            <a:xfrm>
              <a:off x="7908010" y="3038794"/>
              <a:ext cx="4280815" cy="1500530"/>
              <a:chOff x="7908010" y="2980637"/>
              <a:chExt cx="4280815" cy="1500530"/>
            </a:xfrm>
          </p:grpSpPr>
          <p:sp>
            <p:nvSpPr>
              <p:cNvPr id="2449" name="Google Shape;2449;p12"/>
              <p:cNvSpPr/>
              <p:nvPr/>
            </p:nvSpPr>
            <p:spPr>
              <a:xfrm flipH="1">
                <a:off x="7908010" y="2980637"/>
                <a:ext cx="4280815" cy="3414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50" name="Google Shape;2450;p12"/>
              <p:cNvSpPr txBox="1"/>
              <p:nvPr/>
            </p:nvSpPr>
            <p:spPr>
              <a:xfrm>
                <a:off x="7908011" y="3177991"/>
                <a:ext cx="4280814" cy="547701"/>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chemeClr val="accent4"/>
                  </a:buClr>
                  <a:buSzPts val="1800"/>
                  <a:buFont typeface="Arial"/>
                  <a:buNone/>
                </a:pPr>
                <a:r>
                  <a:rPr lang="en-US" sz="1800" b="0" i="0" u="none" strike="noStrike" cap="none">
                    <a:solidFill>
                      <a:schemeClr val="accent2"/>
                    </a:solidFill>
                    <a:latin typeface="Arial"/>
                    <a:ea typeface="Arial"/>
                    <a:cs typeface="Arial"/>
                    <a:sym typeface="Arial"/>
                  </a:rPr>
                  <a:t>VCF SRE, Security, and Deploy Ops</a:t>
                </a:r>
                <a:endParaRPr sz="1400" b="0" i="0" u="none" strike="noStrike" cap="none">
                  <a:solidFill>
                    <a:srgbClr val="000000"/>
                  </a:solidFill>
                  <a:latin typeface="Arial"/>
                  <a:ea typeface="Arial"/>
                  <a:cs typeface="Arial"/>
                  <a:sym typeface="Arial"/>
                </a:endParaRPr>
              </a:p>
            </p:txBody>
          </p:sp>
          <p:sp>
            <p:nvSpPr>
              <p:cNvPr id="2451" name="Google Shape;2451;p12"/>
              <p:cNvSpPr txBox="1"/>
              <p:nvPr/>
            </p:nvSpPr>
            <p:spPr>
              <a:xfrm>
                <a:off x="7908011" y="3600079"/>
                <a:ext cx="4280814" cy="881088"/>
              </a:xfrm>
              <a:prstGeom prst="rect">
                <a:avLst/>
              </a:prstGeom>
              <a:noFill/>
              <a:ln>
                <a:noFill/>
              </a:ln>
            </p:spPr>
            <p:txBody>
              <a:bodyPr spcFirstLastPara="1" wrap="square" lIns="0" tIns="0" rIns="274300" bIns="0" anchor="t" anchorCtr="0">
                <a:spAutoFit/>
              </a:bodyPr>
              <a:lstStyle/>
              <a:p>
                <a:pPr marL="176213" marR="0" lvl="0" indent="-176213" algn="l" rtl="0">
                  <a:lnSpc>
                    <a:spcPct val="95000"/>
                  </a:lnSpc>
                  <a:spcBef>
                    <a:spcPts val="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VCF Diagnostics, Performance Optimization</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Application Topology and Network Analysis</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60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VCF Security Dashboard</a:t>
                </a:r>
                <a:endParaRPr sz="1400" b="0" i="0" u="none" strike="noStrike" cap="none">
                  <a:solidFill>
                    <a:srgbClr val="000000"/>
                  </a:solidFill>
                  <a:latin typeface="Arial"/>
                  <a:ea typeface="Arial"/>
                  <a:cs typeface="Arial"/>
                  <a:sym typeface="Arial"/>
                </a:endParaRPr>
              </a:p>
            </p:txBody>
          </p:sp>
        </p:grpSp>
        <p:grpSp>
          <p:nvGrpSpPr>
            <p:cNvPr id="2452" name="Google Shape;2452;p12"/>
            <p:cNvGrpSpPr/>
            <p:nvPr/>
          </p:nvGrpSpPr>
          <p:grpSpPr>
            <a:xfrm>
              <a:off x="7908010" y="4794766"/>
              <a:ext cx="4280815" cy="1540142"/>
              <a:chOff x="7908010" y="4794766"/>
              <a:chExt cx="4280815" cy="1540142"/>
            </a:xfrm>
          </p:grpSpPr>
          <p:sp>
            <p:nvSpPr>
              <p:cNvPr id="2453" name="Google Shape;2453;p12"/>
              <p:cNvSpPr/>
              <p:nvPr/>
            </p:nvSpPr>
            <p:spPr>
              <a:xfrm flipH="1">
                <a:off x="7908010" y="4794766"/>
                <a:ext cx="4280815" cy="34141"/>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54" name="Google Shape;2454;p12"/>
              <p:cNvSpPr txBox="1"/>
              <p:nvPr/>
            </p:nvSpPr>
            <p:spPr>
              <a:xfrm>
                <a:off x="7908011" y="4992120"/>
                <a:ext cx="4139970" cy="473976"/>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chemeClr val="accent4"/>
                  </a:buClr>
                  <a:buSzPts val="1800"/>
                  <a:buFont typeface="Arial"/>
                  <a:buNone/>
                </a:pPr>
                <a:r>
                  <a:rPr lang="en-US" sz="1800" b="0" i="0" u="none" strike="noStrike" cap="none">
                    <a:solidFill>
                      <a:schemeClr val="accent5"/>
                    </a:solidFill>
                    <a:latin typeface="Arial"/>
                    <a:ea typeface="Arial"/>
                    <a:cs typeface="Arial"/>
                    <a:sym typeface="Arial"/>
                  </a:rPr>
                  <a:t>VCF Management</a:t>
                </a:r>
                <a:endParaRPr sz="1400" b="0" i="0" u="none" strike="noStrike" cap="none">
                  <a:solidFill>
                    <a:srgbClr val="000000"/>
                  </a:solidFill>
                  <a:latin typeface="Arial"/>
                  <a:ea typeface="Arial"/>
                  <a:cs typeface="Arial"/>
                  <a:sym typeface="Arial"/>
                </a:endParaRPr>
              </a:p>
            </p:txBody>
          </p:sp>
          <p:sp>
            <p:nvSpPr>
              <p:cNvPr id="2455" name="Google Shape;2455;p12"/>
              <p:cNvSpPr txBox="1"/>
              <p:nvPr/>
            </p:nvSpPr>
            <p:spPr>
              <a:xfrm>
                <a:off x="7908011" y="5414208"/>
                <a:ext cx="4280700" cy="920700"/>
              </a:xfrm>
              <a:prstGeom prst="rect">
                <a:avLst/>
              </a:prstGeom>
              <a:noFill/>
              <a:ln>
                <a:noFill/>
              </a:ln>
            </p:spPr>
            <p:txBody>
              <a:bodyPr spcFirstLastPara="1" wrap="square" lIns="0" tIns="0" rIns="274300" bIns="0" anchor="t" anchorCtr="0">
                <a:spAutoFit/>
              </a:bodyPr>
              <a:lstStyle/>
              <a:p>
                <a:pPr marL="176213" marR="0" lvl="0" indent="-176213" algn="l" rtl="0">
                  <a:lnSpc>
                    <a:spcPct val="95000"/>
                  </a:lnSpc>
                  <a:spcBef>
                    <a:spcPts val="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Fleet Lifecycle: Plan, Schedule and Upgrade</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One Place for Identity and SSO Configuration</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60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Single Subscription and Support Experience</a:t>
                </a:r>
                <a:endParaRPr sz="1400" b="0" i="0" u="none" strike="noStrike" cap="none">
                  <a:solidFill>
                    <a:srgbClr val="000000"/>
                  </a:solidFill>
                  <a:latin typeface="Arial"/>
                  <a:ea typeface="Arial"/>
                  <a:cs typeface="Arial"/>
                  <a:sym typeface="Arial"/>
                </a:endParaRPr>
              </a:p>
            </p:txBody>
          </p:sp>
        </p:grpSp>
      </p:grpSp>
      <p:sp>
        <p:nvSpPr>
          <p:cNvPr id="2456" name="Google Shape;2456;p12"/>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Build, Deploy and Operate the Private Cloud With Ease</a:t>
            </a:r>
            <a:endParaRPr/>
          </a:p>
        </p:txBody>
      </p:sp>
      <p:sp>
        <p:nvSpPr>
          <p:cNvPr id="2457" name="Google Shape;2457;p12"/>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Unified Cloud Admin Experience with the VCF Operations Console</a:t>
            </a:r>
            <a:endParaRPr/>
          </a:p>
        </p:txBody>
      </p:sp>
      <p:grpSp>
        <p:nvGrpSpPr>
          <p:cNvPr id="2458" name="Google Shape;2458;p12"/>
          <p:cNvGrpSpPr/>
          <p:nvPr/>
        </p:nvGrpSpPr>
        <p:grpSpPr>
          <a:xfrm>
            <a:off x="355680" y="1621800"/>
            <a:ext cx="6948503" cy="4521642"/>
            <a:chOff x="7099794" y="3439249"/>
            <a:chExt cx="3327833" cy="2602031"/>
          </a:xfrm>
        </p:grpSpPr>
        <p:grpSp>
          <p:nvGrpSpPr>
            <p:cNvPr id="2459" name="Google Shape;2459;p12"/>
            <p:cNvGrpSpPr/>
            <p:nvPr/>
          </p:nvGrpSpPr>
          <p:grpSpPr>
            <a:xfrm>
              <a:off x="7831945" y="5717323"/>
              <a:ext cx="1858110" cy="323957"/>
              <a:chOff x="5493826" y="4735334"/>
              <a:chExt cx="1401453" cy="244341"/>
            </a:xfrm>
          </p:grpSpPr>
          <p:sp>
            <p:nvSpPr>
              <p:cNvPr id="2460" name="Google Shape;2460;p12"/>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solidFill>
                <a:schemeClr val="dk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461" name="Google Shape;2461;p12"/>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solidFill>
                <a:schemeClr val="dk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2462" name="Google Shape;2462;p12"/>
            <p:cNvSpPr/>
            <p:nvPr/>
          </p:nvSpPr>
          <p:spPr>
            <a:xfrm>
              <a:off x="7099794" y="3439249"/>
              <a:ext cx="3327833" cy="2288688"/>
            </a:xfrm>
            <a:prstGeom prst="roundRect">
              <a:avLst>
                <a:gd name="adj" fmla="val 2649"/>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1"/>
                </a:solidFill>
                <a:latin typeface="Arial"/>
                <a:ea typeface="Arial"/>
                <a:cs typeface="Arial"/>
                <a:sym typeface="Arial"/>
              </a:endParaRPr>
            </a:p>
          </p:txBody>
        </p:sp>
        <p:sp>
          <p:nvSpPr>
            <p:cNvPr id="2463" name="Google Shape;2463;p12"/>
            <p:cNvSpPr/>
            <p:nvPr/>
          </p:nvSpPr>
          <p:spPr>
            <a:xfrm>
              <a:off x="7191472" y="3536080"/>
              <a:ext cx="3110576" cy="2074375"/>
            </a:xfrm>
            <a:prstGeom prst="roundRect">
              <a:avLst>
                <a:gd name="adj" fmla="val 3526"/>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1"/>
                </a:solidFill>
                <a:latin typeface="Arial"/>
                <a:ea typeface="Arial"/>
                <a:cs typeface="Arial"/>
                <a:sym typeface="Arial"/>
              </a:endParaRPr>
            </a:p>
          </p:txBody>
        </p:sp>
      </p:grpSp>
      <p:sp>
        <p:nvSpPr>
          <p:cNvPr id="2464" name="Google Shape;2464;p12"/>
          <p:cNvSpPr/>
          <p:nvPr/>
        </p:nvSpPr>
        <p:spPr>
          <a:xfrm>
            <a:off x="4709552" y="5472756"/>
            <a:ext cx="2594631" cy="362582"/>
          </a:xfrm>
          <a:prstGeom prst="roundRect">
            <a:avLst>
              <a:gd name="adj" fmla="val 50000"/>
            </a:avLst>
          </a:prstGeom>
          <a:solidFill>
            <a:srgbClr val="0193C2"/>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VCF Operations Console </a:t>
            </a:r>
            <a:endParaRPr sz="1400" b="0" i="0" u="none" strike="noStrike" cap="none">
              <a:solidFill>
                <a:srgbClr val="000000"/>
              </a:solidFill>
              <a:latin typeface="Arial"/>
              <a:ea typeface="Arial"/>
              <a:cs typeface="Arial"/>
              <a:sym typeface="Arial"/>
            </a:endParaRPr>
          </a:p>
        </p:txBody>
      </p:sp>
      <p:sp>
        <p:nvSpPr>
          <p:cNvPr id="2465" name="Google Shape;2465;p12"/>
          <p:cNvSpPr txBox="1"/>
          <p:nvPr/>
        </p:nvSpPr>
        <p:spPr>
          <a:xfrm>
            <a:off x="5780708" y="6542900"/>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
        <p:nvSpPr>
          <p:cNvPr id="2466" name="Google Shape;2466;p12"/>
          <p:cNvSpPr txBox="1"/>
          <p:nvPr/>
        </p:nvSpPr>
        <p:spPr>
          <a:xfrm>
            <a:off x="2029146" y="5539366"/>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pic>
        <p:nvPicPr>
          <p:cNvPr id="2467" name="Google Shape;2467;p12"/>
          <p:cNvPicPr preferRelativeResize="0"/>
          <p:nvPr/>
        </p:nvPicPr>
        <p:blipFill rotWithShape="1">
          <a:blip r:embed="rId4">
            <a:alphaModFix/>
          </a:blip>
          <a:srcRect/>
          <a:stretch/>
        </p:blipFill>
        <p:spPr>
          <a:xfrm>
            <a:off x="547103" y="1851217"/>
            <a:ext cx="6571863" cy="338498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72"/>
        <p:cNvGrpSpPr/>
        <p:nvPr/>
      </p:nvGrpSpPr>
      <p:grpSpPr>
        <a:xfrm>
          <a:off x="0" y="0"/>
          <a:ext cx="0" cy="0"/>
          <a:chOff x="0" y="0"/>
          <a:chExt cx="0" cy="0"/>
        </a:xfrm>
      </p:grpSpPr>
      <p:sp>
        <p:nvSpPr>
          <p:cNvPr id="2473" name="Google Shape;2473;p13"/>
          <p:cNvSpPr txBox="1"/>
          <p:nvPr/>
        </p:nvSpPr>
        <p:spPr>
          <a:xfrm>
            <a:off x="14420753" y="-18791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t>13</a:t>
            </a:fld>
            <a:endParaRPr sz="800" b="0" i="0" u="none" strike="noStrike" cap="none">
              <a:solidFill>
                <a:schemeClr val="dk2"/>
              </a:solidFill>
              <a:latin typeface="Arial"/>
              <a:ea typeface="Arial"/>
              <a:cs typeface="Arial"/>
              <a:sym typeface="Arial"/>
            </a:endParaRPr>
          </a:p>
        </p:txBody>
      </p:sp>
      <p:pic>
        <p:nvPicPr>
          <p:cNvPr id="2474" name="Google Shape;2474;p13"/>
          <p:cNvPicPr preferRelativeResize="0"/>
          <p:nvPr/>
        </p:nvPicPr>
        <p:blipFill rotWithShape="1">
          <a:blip r:embed="rId3">
            <a:alphaModFix amt="42000"/>
          </a:blip>
          <a:srcRect l="34345" t="62835" b="-4513"/>
          <a:stretch/>
        </p:blipFill>
        <p:spPr>
          <a:xfrm>
            <a:off x="88135" y="5644107"/>
            <a:ext cx="8844594" cy="884049"/>
          </a:xfrm>
          <a:prstGeom prst="rect">
            <a:avLst/>
          </a:prstGeom>
          <a:noFill/>
          <a:ln>
            <a:noFill/>
          </a:ln>
        </p:spPr>
      </p:pic>
      <p:grpSp>
        <p:nvGrpSpPr>
          <p:cNvPr id="2475" name="Google Shape;2475;p13"/>
          <p:cNvGrpSpPr/>
          <p:nvPr/>
        </p:nvGrpSpPr>
        <p:grpSpPr>
          <a:xfrm>
            <a:off x="7908010" y="1484516"/>
            <a:ext cx="4280815" cy="4172006"/>
            <a:chOff x="7908010" y="1282823"/>
            <a:chExt cx="4280815" cy="5306169"/>
          </a:xfrm>
        </p:grpSpPr>
        <p:grpSp>
          <p:nvGrpSpPr>
            <p:cNvPr id="2476" name="Google Shape;2476;p13"/>
            <p:cNvGrpSpPr/>
            <p:nvPr/>
          </p:nvGrpSpPr>
          <p:grpSpPr>
            <a:xfrm>
              <a:off x="7908010" y="1282823"/>
              <a:ext cx="4280815" cy="1500530"/>
              <a:chOff x="7908010" y="1282823"/>
              <a:chExt cx="4280815" cy="1500530"/>
            </a:xfrm>
          </p:grpSpPr>
          <p:grpSp>
            <p:nvGrpSpPr>
              <p:cNvPr id="2477" name="Google Shape;2477;p13"/>
              <p:cNvGrpSpPr/>
              <p:nvPr/>
            </p:nvGrpSpPr>
            <p:grpSpPr>
              <a:xfrm>
                <a:off x="7908010" y="1282823"/>
                <a:ext cx="4280815" cy="671330"/>
                <a:chOff x="7908010" y="1282823"/>
                <a:chExt cx="4280815" cy="671330"/>
              </a:xfrm>
            </p:grpSpPr>
            <p:sp>
              <p:nvSpPr>
                <p:cNvPr id="2478" name="Google Shape;2478;p13"/>
                <p:cNvSpPr/>
                <p:nvPr/>
              </p:nvSpPr>
              <p:spPr>
                <a:xfrm flipH="1">
                  <a:off x="7908010" y="1282823"/>
                  <a:ext cx="4280815" cy="3414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79" name="Google Shape;2479;p13"/>
                <p:cNvSpPr txBox="1"/>
                <p:nvPr/>
              </p:nvSpPr>
              <p:spPr>
                <a:xfrm>
                  <a:off x="7908011" y="1480177"/>
                  <a:ext cx="4139970" cy="473976"/>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chemeClr val="accent4"/>
                    </a:buClr>
                    <a:buSzPts val="1800"/>
                    <a:buFont typeface="Arial"/>
                    <a:buNone/>
                  </a:pPr>
                  <a:r>
                    <a:rPr lang="en-US" sz="1800" b="0" i="0" u="none" strike="noStrike" cap="none">
                      <a:solidFill>
                        <a:schemeClr val="accent3"/>
                      </a:solidFill>
                      <a:latin typeface="Arial"/>
                      <a:ea typeface="Arial"/>
                      <a:cs typeface="Arial"/>
                      <a:sym typeface="Arial"/>
                    </a:rPr>
                    <a:t>Tenant Management</a:t>
                  </a:r>
                  <a:endParaRPr sz="1400" b="0" i="0" u="none" strike="noStrike" cap="none">
                    <a:solidFill>
                      <a:srgbClr val="000000"/>
                    </a:solidFill>
                    <a:latin typeface="Arial"/>
                    <a:ea typeface="Arial"/>
                    <a:cs typeface="Arial"/>
                    <a:sym typeface="Arial"/>
                  </a:endParaRPr>
                </a:p>
              </p:txBody>
            </p:sp>
          </p:grpSp>
          <p:sp>
            <p:nvSpPr>
              <p:cNvPr id="2480" name="Google Shape;2480;p13"/>
              <p:cNvSpPr txBox="1"/>
              <p:nvPr/>
            </p:nvSpPr>
            <p:spPr>
              <a:xfrm>
                <a:off x="7908011" y="1902265"/>
                <a:ext cx="4280814" cy="881088"/>
              </a:xfrm>
              <a:prstGeom prst="rect">
                <a:avLst/>
              </a:prstGeom>
              <a:noFill/>
              <a:ln>
                <a:noFill/>
              </a:ln>
            </p:spPr>
            <p:txBody>
              <a:bodyPr spcFirstLastPara="1" wrap="square" lIns="0" tIns="0" rIns="274300" bIns="0" anchor="t" anchorCtr="0">
                <a:spAutoFit/>
              </a:bodyPr>
              <a:lstStyle/>
              <a:p>
                <a:pPr marL="176213" marR="0" lvl="0" indent="-176213" algn="l" rtl="0">
                  <a:lnSpc>
                    <a:spcPct val="95000"/>
                  </a:lnSpc>
                  <a:spcBef>
                    <a:spcPts val="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Organize and Allocate Tenant Resources</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Tenant/LOB Admin Identity Management</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60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Tenant Operations</a:t>
                </a:r>
                <a:endParaRPr sz="1400" b="0" i="0" u="none" strike="noStrike" cap="none">
                  <a:solidFill>
                    <a:srgbClr val="000000"/>
                  </a:solidFill>
                  <a:latin typeface="Arial"/>
                  <a:ea typeface="Arial"/>
                  <a:cs typeface="Arial"/>
                  <a:sym typeface="Arial"/>
                </a:endParaRPr>
              </a:p>
            </p:txBody>
          </p:sp>
        </p:grpSp>
        <p:grpSp>
          <p:nvGrpSpPr>
            <p:cNvPr id="2481" name="Google Shape;2481;p13"/>
            <p:cNvGrpSpPr/>
            <p:nvPr/>
          </p:nvGrpSpPr>
          <p:grpSpPr>
            <a:xfrm>
              <a:off x="7908010" y="3038794"/>
              <a:ext cx="4280815" cy="1500530"/>
              <a:chOff x="7908010" y="2980637"/>
              <a:chExt cx="4280815" cy="1500530"/>
            </a:xfrm>
          </p:grpSpPr>
          <p:sp>
            <p:nvSpPr>
              <p:cNvPr id="2482" name="Google Shape;2482;p13"/>
              <p:cNvSpPr/>
              <p:nvPr/>
            </p:nvSpPr>
            <p:spPr>
              <a:xfrm flipH="1">
                <a:off x="7908010" y="2980637"/>
                <a:ext cx="4280815" cy="3414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83" name="Google Shape;2483;p13"/>
              <p:cNvSpPr txBox="1"/>
              <p:nvPr/>
            </p:nvSpPr>
            <p:spPr>
              <a:xfrm>
                <a:off x="7908011" y="3177991"/>
                <a:ext cx="4139970" cy="473976"/>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chemeClr val="accent4"/>
                  </a:buClr>
                  <a:buSzPts val="1800"/>
                  <a:buFont typeface="Arial"/>
                  <a:buNone/>
                </a:pPr>
                <a:r>
                  <a:rPr lang="en-US" sz="1800" b="0" i="0" u="none" strike="noStrike" cap="none">
                    <a:solidFill>
                      <a:schemeClr val="accent2"/>
                    </a:solidFill>
                    <a:latin typeface="Arial"/>
                    <a:ea typeface="Arial"/>
                    <a:cs typeface="Arial"/>
                    <a:sym typeface="Arial"/>
                  </a:rPr>
                  <a:t>Cloud Governance</a:t>
                </a:r>
                <a:endParaRPr sz="1400" b="0" i="0" u="none" strike="noStrike" cap="none">
                  <a:solidFill>
                    <a:srgbClr val="000000"/>
                  </a:solidFill>
                  <a:latin typeface="Arial"/>
                  <a:ea typeface="Arial"/>
                  <a:cs typeface="Arial"/>
                  <a:sym typeface="Arial"/>
                </a:endParaRPr>
              </a:p>
            </p:txBody>
          </p:sp>
          <p:sp>
            <p:nvSpPr>
              <p:cNvPr id="2484" name="Google Shape;2484;p13"/>
              <p:cNvSpPr txBox="1"/>
              <p:nvPr/>
            </p:nvSpPr>
            <p:spPr>
              <a:xfrm>
                <a:off x="7908011" y="3600079"/>
                <a:ext cx="4280814" cy="881088"/>
              </a:xfrm>
              <a:prstGeom prst="rect">
                <a:avLst/>
              </a:prstGeom>
              <a:noFill/>
              <a:ln>
                <a:noFill/>
              </a:ln>
            </p:spPr>
            <p:txBody>
              <a:bodyPr spcFirstLastPara="1" wrap="square" lIns="0" tIns="0" rIns="274300" bIns="0" anchor="t" anchorCtr="0">
                <a:spAutoFit/>
              </a:bodyPr>
              <a:lstStyle/>
              <a:p>
                <a:pPr marL="176213" marR="0" lvl="0" indent="-176213" algn="l" rtl="0">
                  <a:lnSpc>
                    <a:spcPct val="95000"/>
                  </a:lnSpc>
                  <a:spcBef>
                    <a:spcPts val="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Governance Policies</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Application Blueprints</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60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Workflow Orchestration</a:t>
                </a:r>
                <a:endParaRPr sz="1400" b="0" i="0" u="none" strike="noStrike" cap="none">
                  <a:solidFill>
                    <a:srgbClr val="000000"/>
                  </a:solidFill>
                  <a:latin typeface="Arial"/>
                  <a:ea typeface="Arial"/>
                  <a:cs typeface="Arial"/>
                  <a:sym typeface="Arial"/>
                </a:endParaRPr>
              </a:p>
            </p:txBody>
          </p:sp>
        </p:grpSp>
        <p:grpSp>
          <p:nvGrpSpPr>
            <p:cNvPr id="2485" name="Google Shape;2485;p13"/>
            <p:cNvGrpSpPr/>
            <p:nvPr/>
          </p:nvGrpSpPr>
          <p:grpSpPr>
            <a:xfrm>
              <a:off x="7908010" y="4794766"/>
              <a:ext cx="4280815" cy="1794226"/>
              <a:chOff x="7908010" y="4794766"/>
              <a:chExt cx="4280815" cy="1794226"/>
            </a:xfrm>
          </p:grpSpPr>
          <p:sp>
            <p:nvSpPr>
              <p:cNvPr id="2486" name="Google Shape;2486;p13"/>
              <p:cNvSpPr/>
              <p:nvPr/>
            </p:nvSpPr>
            <p:spPr>
              <a:xfrm flipH="1">
                <a:off x="7908010" y="4794766"/>
                <a:ext cx="4280815" cy="34141"/>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87" name="Google Shape;2487;p13"/>
              <p:cNvSpPr txBox="1"/>
              <p:nvPr/>
            </p:nvSpPr>
            <p:spPr>
              <a:xfrm>
                <a:off x="7908011" y="4992120"/>
                <a:ext cx="4139970" cy="473976"/>
              </a:xfrm>
              <a:prstGeom prst="rect">
                <a:avLst/>
              </a:prstGeom>
              <a:noFill/>
              <a:ln>
                <a:noFill/>
              </a:ln>
            </p:spPr>
            <p:txBody>
              <a:bodyPr spcFirstLastPara="1" wrap="square" lIns="0" tIns="0" rIns="274300" bIns="0" anchor="t" anchorCtr="0">
                <a:spAutoFit/>
              </a:bodyPr>
              <a:lstStyle/>
              <a:p>
                <a:pPr marL="0" marR="0" lvl="0" indent="0" algn="l" rtl="0">
                  <a:lnSpc>
                    <a:spcPct val="100000"/>
                  </a:lnSpc>
                  <a:spcBef>
                    <a:spcPts val="0"/>
                  </a:spcBef>
                  <a:spcAft>
                    <a:spcPts val="1200"/>
                  </a:spcAft>
                  <a:buClr>
                    <a:schemeClr val="accent4"/>
                  </a:buClr>
                  <a:buSzPts val="1800"/>
                  <a:buFont typeface="Arial"/>
                  <a:buNone/>
                </a:pPr>
                <a:r>
                  <a:rPr lang="en-US" sz="1800" b="0" i="0" u="none" strike="noStrike" cap="none">
                    <a:solidFill>
                      <a:schemeClr val="accent5"/>
                    </a:solidFill>
                    <a:latin typeface="Arial"/>
                    <a:ea typeface="Arial"/>
                    <a:cs typeface="Arial"/>
                    <a:sym typeface="Arial"/>
                  </a:rPr>
                  <a:t>Developer Experience</a:t>
                </a:r>
                <a:endParaRPr sz="1400" b="0" i="0" u="none" strike="noStrike" cap="none">
                  <a:solidFill>
                    <a:srgbClr val="000000"/>
                  </a:solidFill>
                  <a:latin typeface="Arial"/>
                  <a:ea typeface="Arial"/>
                  <a:cs typeface="Arial"/>
                  <a:sym typeface="Arial"/>
                </a:endParaRPr>
              </a:p>
            </p:txBody>
          </p:sp>
          <p:sp>
            <p:nvSpPr>
              <p:cNvPr id="2488" name="Google Shape;2488;p13"/>
              <p:cNvSpPr txBox="1"/>
              <p:nvPr/>
            </p:nvSpPr>
            <p:spPr>
              <a:xfrm>
                <a:off x="7908011" y="5414208"/>
                <a:ext cx="4280814" cy="1174784"/>
              </a:xfrm>
              <a:prstGeom prst="rect">
                <a:avLst/>
              </a:prstGeom>
              <a:noFill/>
              <a:ln>
                <a:noFill/>
              </a:ln>
            </p:spPr>
            <p:txBody>
              <a:bodyPr spcFirstLastPara="1" wrap="square" lIns="0" tIns="0" rIns="274300" bIns="0" anchor="t" anchorCtr="0">
                <a:spAutoFit/>
              </a:bodyPr>
              <a:lstStyle/>
              <a:p>
                <a:pPr marL="176213" marR="0" lvl="0" indent="-176213" algn="l" rtl="0">
                  <a:lnSpc>
                    <a:spcPct val="95000"/>
                  </a:lnSpc>
                  <a:spcBef>
                    <a:spcPts val="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Out-of-the-Box IaaS Surface for VCF</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Application Catalog</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Integrated Kubernetes</a:t>
                </a:r>
                <a:endParaRPr sz="1400" b="0" i="0" u="none" strike="noStrike" cap="none">
                  <a:solidFill>
                    <a:srgbClr val="000000"/>
                  </a:solidFill>
                  <a:latin typeface="Arial"/>
                  <a:ea typeface="Arial"/>
                  <a:cs typeface="Arial"/>
                  <a:sym typeface="Arial"/>
                </a:endParaRPr>
              </a:p>
              <a:p>
                <a:pPr marL="176213" marR="0" lvl="0" indent="-176213" algn="l" rtl="0">
                  <a:lnSpc>
                    <a:spcPct val="95000"/>
                  </a:lnSpc>
                  <a:spcBef>
                    <a:spcPts val="600"/>
                  </a:spcBef>
                  <a:spcAft>
                    <a:spcPts val="600"/>
                  </a:spcAft>
                  <a:buClr>
                    <a:schemeClr val="accent2"/>
                  </a:buClr>
                  <a:buSzPts val="1040"/>
                  <a:buFont typeface="Arial"/>
                  <a:buChar char="•"/>
                </a:pPr>
                <a:r>
                  <a:rPr lang="en-US" sz="1300" b="0" i="0" u="none" strike="noStrike" cap="none">
                    <a:solidFill>
                      <a:srgbClr val="1B1E35"/>
                    </a:solidFill>
                    <a:latin typeface="Arial"/>
                    <a:ea typeface="Arial"/>
                    <a:cs typeface="Arial"/>
                    <a:sym typeface="Arial"/>
                  </a:rPr>
                  <a:t>Ecosystem Services</a:t>
                </a:r>
                <a:endParaRPr sz="1400" b="0" i="0" u="none" strike="noStrike" cap="none">
                  <a:solidFill>
                    <a:srgbClr val="000000"/>
                  </a:solidFill>
                  <a:latin typeface="Arial"/>
                  <a:ea typeface="Arial"/>
                  <a:cs typeface="Arial"/>
                  <a:sym typeface="Arial"/>
                </a:endParaRPr>
              </a:p>
            </p:txBody>
          </p:sp>
        </p:grpSp>
      </p:grpSp>
      <p:sp>
        <p:nvSpPr>
          <p:cNvPr id="2489" name="Google Shape;2489;p1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Drive A Modern Developer Experience and Consumption Model </a:t>
            </a:r>
            <a:endParaRPr/>
          </a:p>
        </p:txBody>
      </p:sp>
      <p:sp>
        <p:nvSpPr>
          <p:cNvPr id="2490" name="Google Shape;2490;p1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Unified Consumption Experience with VCF Automation Console</a:t>
            </a:r>
            <a:endParaRPr/>
          </a:p>
        </p:txBody>
      </p:sp>
      <p:grpSp>
        <p:nvGrpSpPr>
          <p:cNvPr id="2491" name="Google Shape;2491;p13"/>
          <p:cNvGrpSpPr/>
          <p:nvPr/>
        </p:nvGrpSpPr>
        <p:grpSpPr>
          <a:xfrm>
            <a:off x="354799" y="1399142"/>
            <a:ext cx="6839215" cy="4519559"/>
            <a:chOff x="5565778" y="1591897"/>
            <a:chExt cx="6385445" cy="4180942"/>
          </a:xfrm>
        </p:grpSpPr>
        <p:grpSp>
          <p:nvGrpSpPr>
            <p:cNvPr id="2492" name="Google Shape;2492;p13"/>
            <p:cNvGrpSpPr/>
            <p:nvPr/>
          </p:nvGrpSpPr>
          <p:grpSpPr>
            <a:xfrm>
              <a:off x="5565778" y="1591897"/>
              <a:ext cx="6385445" cy="4180942"/>
              <a:chOff x="7099794" y="3439249"/>
              <a:chExt cx="3327833" cy="2602031"/>
            </a:xfrm>
          </p:grpSpPr>
          <p:grpSp>
            <p:nvGrpSpPr>
              <p:cNvPr id="2493" name="Google Shape;2493;p13"/>
              <p:cNvGrpSpPr/>
              <p:nvPr/>
            </p:nvGrpSpPr>
            <p:grpSpPr>
              <a:xfrm>
                <a:off x="7831945" y="5717323"/>
                <a:ext cx="1858110" cy="323957"/>
                <a:chOff x="5493826" y="4735334"/>
                <a:chExt cx="1401453" cy="244341"/>
              </a:xfrm>
            </p:grpSpPr>
            <p:sp>
              <p:nvSpPr>
                <p:cNvPr id="2494" name="Google Shape;2494;p13"/>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solidFill>
                  <a:schemeClr val="dk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495" name="Google Shape;2495;p13"/>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solidFill>
                  <a:schemeClr val="dk2"/>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sp>
            <p:nvSpPr>
              <p:cNvPr id="2496" name="Google Shape;2496;p13"/>
              <p:cNvSpPr/>
              <p:nvPr/>
            </p:nvSpPr>
            <p:spPr>
              <a:xfrm>
                <a:off x="7099794" y="3439249"/>
                <a:ext cx="3327833" cy="2288688"/>
              </a:xfrm>
              <a:prstGeom prst="roundRect">
                <a:avLst>
                  <a:gd name="adj" fmla="val 2649"/>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1"/>
                  </a:solidFill>
                  <a:latin typeface="Arial"/>
                  <a:ea typeface="Arial"/>
                  <a:cs typeface="Arial"/>
                  <a:sym typeface="Arial"/>
                </a:endParaRPr>
              </a:p>
            </p:txBody>
          </p:sp>
          <p:sp>
            <p:nvSpPr>
              <p:cNvPr id="2497" name="Google Shape;2497;p13"/>
              <p:cNvSpPr/>
              <p:nvPr/>
            </p:nvSpPr>
            <p:spPr>
              <a:xfrm>
                <a:off x="7191472" y="3536080"/>
                <a:ext cx="3110576" cy="2074375"/>
              </a:xfrm>
              <a:prstGeom prst="roundRect">
                <a:avLst>
                  <a:gd name="adj" fmla="val 3526"/>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1"/>
                  </a:solidFill>
                  <a:latin typeface="Arial"/>
                  <a:ea typeface="Arial"/>
                  <a:cs typeface="Arial"/>
                  <a:sym typeface="Arial"/>
                </a:endParaRPr>
              </a:p>
            </p:txBody>
          </p:sp>
        </p:grpSp>
        <p:pic>
          <p:nvPicPr>
            <p:cNvPr id="2498" name="Google Shape;2498;p13"/>
            <p:cNvPicPr preferRelativeResize="0"/>
            <p:nvPr/>
          </p:nvPicPr>
          <p:blipFill rotWithShape="1">
            <a:blip r:embed="rId4">
              <a:alphaModFix/>
            </a:blip>
            <a:srcRect/>
            <a:stretch/>
          </p:blipFill>
          <p:spPr>
            <a:xfrm>
              <a:off x="5638850" y="1793401"/>
              <a:ext cx="6228898" cy="3246757"/>
            </a:xfrm>
            <a:prstGeom prst="rect">
              <a:avLst/>
            </a:prstGeom>
            <a:noFill/>
            <a:ln>
              <a:noFill/>
            </a:ln>
          </p:spPr>
        </p:pic>
      </p:grpSp>
      <p:sp>
        <p:nvSpPr>
          <p:cNvPr id="2499" name="Google Shape;2499;p13"/>
          <p:cNvSpPr/>
          <p:nvPr/>
        </p:nvSpPr>
        <p:spPr>
          <a:xfrm>
            <a:off x="4599383" y="5250116"/>
            <a:ext cx="2594631" cy="362582"/>
          </a:xfrm>
          <a:prstGeom prst="roundRect">
            <a:avLst>
              <a:gd name="adj" fmla="val 50000"/>
            </a:avLst>
          </a:prstGeom>
          <a:solidFill>
            <a:srgbClr val="0193C2"/>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VCF Automation Console</a:t>
            </a:r>
            <a:endParaRPr sz="1400" b="0" i="0" u="none" strike="noStrike" cap="none">
              <a:solidFill>
                <a:srgbClr val="000000"/>
              </a:solidFill>
              <a:latin typeface="Arial"/>
              <a:ea typeface="Arial"/>
              <a:cs typeface="Arial"/>
              <a:sym typeface="Arial"/>
            </a:endParaRPr>
          </a:p>
        </p:txBody>
      </p:sp>
      <p:sp>
        <p:nvSpPr>
          <p:cNvPr id="2500" name="Google Shape;2500;p13"/>
          <p:cNvSpPr txBox="1"/>
          <p:nvPr/>
        </p:nvSpPr>
        <p:spPr>
          <a:xfrm>
            <a:off x="5780708" y="6542900"/>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
        <p:nvSpPr>
          <p:cNvPr id="2501" name="Google Shape;2501;p13"/>
          <p:cNvSpPr txBox="1"/>
          <p:nvPr/>
        </p:nvSpPr>
        <p:spPr>
          <a:xfrm>
            <a:off x="2011339" y="5366525"/>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6"/>
        <p:cNvGrpSpPr/>
        <p:nvPr/>
      </p:nvGrpSpPr>
      <p:grpSpPr>
        <a:xfrm>
          <a:off x="0" y="0"/>
          <a:ext cx="0" cy="0"/>
          <a:chOff x="0" y="0"/>
          <a:chExt cx="0" cy="0"/>
        </a:xfrm>
      </p:grpSpPr>
      <p:sp>
        <p:nvSpPr>
          <p:cNvPr id="2507" name="Google Shape;2507;p14"/>
          <p:cNvSpPr/>
          <p:nvPr/>
        </p:nvSpPr>
        <p:spPr>
          <a:xfrm rot="-5400000">
            <a:off x="7044894" y="2133305"/>
            <a:ext cx="4938617" cy="3304323"/>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sp>
        <p:nvSpPr>
          <p:cNvPr id="2508" name="Google Shape;2508;p14"/>
          <p:cNvSpPr/>
          <p:nvPr/>
        </p:nvSpPr>
        <p:spPr>
          <a:xfrm rot="-5400000">
            <a:off x="3544479" y="2098464"/>
            <a:ext cx="4938617" cy="3374006"/>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sp>
        <p:nvSpPr>
          <p:cNvPr id="2509" name="Google Shape;2509;p14"/>
          <p:cNvSpPr/>
          <p:nvPr/>
        </p:nvSpPr>
        <p:spPr>
          <a:xfrm rot="-5400000">
            <a:off x="144572" y="2205012"/>
            <a:ext cx="4938617" cy="3160915"/>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sp>
        <p:nvSpPr>
          <p:cNvPr id="2510" name="Google Shape;2510;p14"/>
          <p:cNvSpPr/>
          <p:nvPr/>
        </p:nvSpPr>
        <p:spPr>
          <a:xfrm>
            <a:off x="827468" y="3289219"/>
            <a:ext cx="10533889" cy="2469659"/>
          </a:xfrm>
          <a:custGeom>
            <a:avLst/>
            <a:gdLst/>
            <a:ahLst/>
            <a:cxnLst/>
            <a:rect l="l" t="t" r="r" b="b"/>
            <a:pathLst>
              <a:path w="10533889" h="2591672" extrusionOk="0">
                <a:moveTo>
                  <a:pt x="8504637" y="0"/>
                </a:moveTo>
                <a:lnTo>
                  <a:pt x="10321398" y="0"/>
                </a:lnTo>
                <a:cubicBezTo>
                  <a:pt x="10438754" y="0"/>
                  <a:pt x="10533889" y="95135"/>
                  <a:pt x="10533889" y="212491"/>
                </a:cubicBezTo>
                <a:lnTo>
                  <a:pt x="10533889" y="2379181"/>
                </a:lnTo>
                <a:cubicBezTo>
                  <a:pt x="10533889" y="2496537"/>
                  <a:pt x="10438754" y="2591672"/>
                  <a:pt x="10321398" y="2591672"/>
                </a:cubicBezTo>
                <a:lnTo>
                  <a:pt x="212491" y="2591672"/>
                </a:lnTo>
                <a:cubicBezTo>
                  <a:pt x="95135" y="2591672"/>
                  <a:pt x="0" y="2496537"/>
                  <a:pt x="0" y="2379181"/>
                </a:cubicBezTo>
                <a:lnTo>
                  <a:pt x="0" y="212491"/>
                </a:lnTo>
                <a:cubicBezTo>
                  <a:pt x="0" y="95135"/>
                  <a:pt x="95135" y="0"/>
                  <a:pt x="212491" y="0"/>
                </a:cubicBezTo>
                <a:lnTo>
                  <a:pt x="1706726" y="0"/>
                </a:lnTo>
              </a:path>
            </a:pathLst>
          </a:custGeom>
          <a:no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511" name="Google Shape;2511;p14"/>
          <p:cNvSpPr txBox="1"/>
          <p:nvPr/>
        </p:nvSpPr>
        <p:spPr>
          <a:xfrm>
            <a:off x="5354984" y="3984475"/>
            <a:ext cx="1781400" cy="387900"/>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Integrated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VCF Multi-Tenancy</a:t>
            </a:r>
            <a:endParaRPr sz="1400" b="0" i="0" u="none" strike="noStrike" cap="none">
              <a:solidFill>
                <a:srgbClr val="000000"/>
              </a:solidFill>
              <a:latin typeface="Arial"/>
              <a:ea typeface="Arial"/>
              <a:cs typeface="Arial"/>
              <a:sym typeface="Arial"/>
            </a:endParaRPr>
          </a:p>
        </p:txBody>
      </p:sp>
      <p:sp>
        <p:nvSpPr>
          <p:cNvPr id="2512" name="Google Shape;2512;p14"/>
          <p:cNvSpPr txBox="1"/>
          <p:nvPr/>
        </p:nvSpPr>
        <p:spPr>
          <a:xfrm>
            <a:off x="5354984" y="4821876"/>
            <a:ext cx="2152500" cy="387900"/>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Native VPCs in vCenter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and VCF Automation</a:t>
            </a:r>
            <a:endParaRPr sz="1400" b="0" i="0" u="none" strike="noStrike" cap="none">
              <a:solidFill>
                <a:srgbClr val="000000"/>
              </a:solidFill>
              <a:latin typeface="Arial"/>
              <a:ea typeface="Arial"/>
              <a:cs typeface="Arial"/>
              <a:sym typeface="Arial"/>
            </a:endParaRPr>
          </a:p>
        </p:txBody>
      </p:sp>
      <p:sp>
        <p:nvSpPr>
          <p:cNvPr id="2513" name="Google Shape;2513;p14"/>
          <p:cNvSpPr/>
          <p:nvPr/>
        </p:nvSpPr>
        <p:spPr>
          <a:xfrm>
            <a:off x="4603181" y="4734582"/>
            <a:ext cx="563074" cy="563074"/>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4"/>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514" name="Google Shape;2514;p14"/>
          <p:cNvSpPr txBox="1"/>
          <p:nvPr/>
        </p:nvSpPr>
        <p:spPr>
          <a:xfrm>
            <a:off x="1959555" y="3984475"/>
            <a:ext cx="2234783" cy="3877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Enhanced VCF Import – NSX, Multiple Topologies</a:t>
            </a:r>
            <a:endParaRPr sz="1400" b="0" i="0" u="none" strike="noStrike" cap="none">
              <a:solidFill>
                <a:srgbClr val="000000"/>
              </a:solidFill>
              <a:latin typeface="Arial"/>
              <a:ea typeface="Arial"/>
              <a:cs typeface="Arial"/>
              <a:sym typeface="Arial"/>
            </a:endParaRPr>
          </a:p>
        </p:txBody>
      </p:sp>
      <p:sp>
        <p:nvSpPr>
          <p:cNvPr id="2515" name="Google Shape;2515;p14"/>
          <p:cNvSpPr txBox="1"/>
          <p:nvPr/>
        </p:nvSpPr>
        <p:spPr>
          <a:xfrm>
            <a:off x="1959555" y="4821876"/>
            <a:ext cx="1808408" cy="3877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Advanced Memory Tiering with NVMe</a:t>
            </a:r>
            <a:endParaRPr sz="1400" b="0" i="0" u="none" strike="noStrike" cap="none">
              <a:solidFill>
                <a:schemeClr val="dk1"/>
              </a:solidFill>
              <a:latin typeface="Arial"/>
              <a:ea typeface="Arial"/>
              <a:cs typeface="Arial"/>
              <a:sym typeface="Arial"/>
            </a:endParaRPr>
          </a:p>
        </p:txBody>
      </p:sp>
      <p:sp>
        <p:nvSpPr>
          <p:cNvPr id="2516" name="Google Shape;2516;p14"/>
          <p:cNvSpPr/>
          <p:nvPr/>
        </p:nvSpPr>
        <p:spPr>
          <a:xfrm>
            <a:off x="1340723" y="3954434"/>
            <a:ext cx="447483" cy="447878"/>
          </a:xfrm>
          <a:custGeom>
            <a:avLst/>
            <a:gdLst/>
            <a:ahLst/>
            <a:cxnLst/>
            <a:rect l="l" t="t" r="r" b="b"/>
            <a:pathLst>
              <a:path w="595599" h="596126" extrusionOk="0">
                <a:moveTo>
                  <a:pt x="121863" y="426257"/>
                </a:moveTo>
                <a:lnTo>
                  <a:pt x="148240" y="426257"/>
                </a:lnTo>
                <a:lnTo>
                  <a:pt x="148240" y="444721"/>
                </a:lnTo>
                <a:lnTo>
                  <a:pt x="166704" y="444721"/>
                </a:lnTo>
                <a:lnTo>
                  <a:pt x="166704" y="471098"/>
                </a:lnTo>
                <a:lnTo>
                  <a:pt x="121863" y="471098"/>
                </a:lnTo>
                <a:close/>
                <a:moveTo>
                  <a:pt x="419399" y="331826"/>
                </a:moveTo>
                <a:cubicBezTo>
                  <a:pt x="433115" y="331826"/>
                  <a:pt x="446040" y="334991"/>
                  <a:pt x="457580" y="340531"/>
                </a:cubicBezTo>
                <a:lnTo>
                  <a:pt x="464789" y="346069"/>
                </a:lnTo>
                <a:lnTo>
                  <a:pt x="472153" y="346069"/>
                </a:lnTo>
                <a:lnTo>
                  <a:pt x="470297" y="350300"/>
                </a:lnTo>
                <a:lnTo>
                  <a:pt x="487452" y="363479"/>
                </a:lnTo>
                <a:lnTo>
                  <a:pt x="446599" y="404332"/>
                </a:lnTo>
                <a:lnTo>
                  <a:pt x="445776" y="406209"/>
                </a:lnTo>
                <a:lnTo>
                  <a:pt x="445776" y="405155"/>
                </a:lnTo>
                <a:lnTo>
                  <a:pt x="413596" y="437335"/>
                </a:lnTo>
                <a:lnTo>
                  <a:pt x="374030" y="398297"/>
                </a:lnTo>
                <a:lnTo>
                  <a:pt x="352400" y="419926"/>
                </a:lnTo>
                <a:lnTo>
                  <a:pt x="400688" y="468214"/>
                </a:lnTo>
                <a:lnTo>
                  <a:pt x="407265" y="471098"/>
                </a:lnTo>
                <a:lnTo>
                  <a:pt x="403573" y="471098"/>
                </a:lnTo>
                <a:lnTo>
                  <a:pt x="413596" y="481121"/>
                </a:lnTo>
                <a:lnTo>
                  <a:pt x="503278" y="390911"/>
                </a:lnTo>
                <a:cubicBezTo>
                  <a:pt x="506971" y="400407"/>
                  <a:pt x="509081" y="410430"/>
                  <a:pt x="509081" y="420981"/>
                </a:cubicBezTo>
                <a:cubicBezTo>
                  <a:pt x="509081" y="470043"/>
                  <a:pt x="468988" y="510136"/>
                  <a:pt x="419399" y="510136"/>
                </a:cubicBezTo>
                <a:cubicBezTo>
                  <a:pt x="394604" y="510136"/>
                  <a:pt x="372183" y="500113"/>
                  <a:pt x="355961" y="483957"/>
                </a:cubicBezTo>
                <a:lnTo>
                  <a:pt x="347249" y="471098"/>
                </a:lnTo>
                <a:lnTo>
                  <a:pt x="347125" y="471098"/>
                </a:lnTo>
                <a:lnTo>
                  <a:pt x="347125" y="470915"/>
                </a:lnTo>
                <a:lnTo>
                  <a:pt x="336755" y="455610"/>
                </a:lnTo>
                <a:cubicBezTo>
                  <a:pt x="332222" y="444952"/>
                  <a:pt x="329716" y="433247"/>
                  <a:pt x="329716" y="420981"/>
                </a:cubicBezTo>
                <a:cubicBezTo>
                  <a:pt x="329716" y="371919"/>
                  <a:pt x="369809" y="331826"/>
                  <a:pt x="419399" y="331826"/>
                </a:cubicBezTo>
                <a:close/>
                <a:moveTo>
                  <a:pt x="419398" y="316527"/>
                </a:moveTo>
                <a:cubicBezTo>
                  <a:pt x="361369" y="316527"/>
                  <a:pt x="313889" y="363478"/>
                  <a:pt x="313889" y="421509"/>
                </a:cubicBezTo>
                <a:cubicBezTo>
                  <a:pt x="313889" y="479539"/>
                  <a:pt x="361369" y="526490"/>
                  <a:pt x="419398" y="526490"/>
                </a:cubicBezTo>
                <a:cubicBezTo>
                  <a:pt x="477428" y="526490"/>
                  <a:pt x="524908" y="479539"/>
                  <a:pt x="524908" y="421509"/>
                </a:cubicBezTo>
                <a:lnTo>
                  <a:pt x="524380" y="422036"/>
                </a:lnTo>
                <a:cubicBezTo>
                  <a:pt x="524380" y="406737"/>
                  <a:pt x="521215" y="392494"/>
                  <a:pt x="515412" y="379305"/>
                </a:cubicBezTo>
                <a:lnTo>
                  <a:pt x="543372" y="351345"/>
                </a:lnTo>
                <a:lnTo>
                  <a:pt x="521742" y="329716"/>
                </a:lnTo>
                <a:lnTo>
                  <a:pt x="498530" y="352928"/>
                </a:lnTo>
                <a:cubicBezTo>
                  <a:pt x="479011" y="330771"/>
                  <a:pt x="451051" y="316527"/>
                  <a:pt x="419398" y="316527"/>
                </a:cubicBezTo>
                <a:close/>
                <a:moveTo>
                  <a:pt x="0" y="304921"/>
                </a:moveTo>
                <a:lnTo>
                  <a:pt x="26377" y="304921"/>
                </a:lnTo>
                <a:lnTo>
                  <a:pt x="26377" y="323385"/>
                </a:lnTo>
                <a:lnTo>
                  <a:pt x="44841" y="323385"/>
                </a:lnTo>
                <a:lnTo>
                  <a:pt x="44841" y="349762"/>
                </a:lnTo>
                <a:lnTo>
                  <a:pt x="0" y="349762"/>
                </a:lnTo>
                <a:close/>
                <a:moveTo>
                  <a:pt x="121863" y="266410"/>
                </a:moveTo>
                <a:lnTo>
                  <a:pt x="148240" y="266410"/>
                </a:lnTo>
                <a:lnTo>
                  <a:pt x="148240" y="326550"/>
                </a:lnTo>
                <a:lnTo>
                  <a:pt x="125028" y="326550"/>
                </a:lnTo>
                <a:lnTo>
                  <a:pt x="125028" y="346069"/>
                </a:lnTo>
                <a:lnTo>
                  <a:pt x="148240" y="346069"/>
                </a:lnTo>
                <a:lnTo>
                  <a:pt x="148240" y="406209"/>
                </a:lnTo>
                <a:lnTo>
                  <a:pt x="121863" y="406209"/>
                </a:lnTo>
                <a:lnTo>
                  <a:pt x="121863" y="349762"/>
                </a:lnTo>
                <a:lnTo>
                  <a:pt x="64888" y="349762"/>
                </a:lnTo>
                <a:lnTo>
                  <a:pt x="64888" y="323385"/>
                </a:lnTo>
                <a:lnTo>
                  <a:pt x="121863" y="323385"/>
                </a:lnTo>
                <a:close/>
                <a:moveTo>
                  <a:pt x="472153" y="246363"/>
                </a:moveTo>
                <a:lnTo>
                  <a:pt x="472153" y="246891"/>
                </a:lnTo>
                <a:lnTo>
                  <a:pt x="595599" y="246891"/>
                </a:lnTo>
                <a:lnTo>
                  <a:pt x="595599" y="596126"/>
                </a:lnTo>
                <a:lnTo>
                  <a:pt x="244781" y="596126"/>
                </a:lnTo>
                <a:lnTo>
                  <a:pt x="244781" y="471098"/>
                </a:lnTo>
                <a:lnTo>
                  <a:pt x="186751" y="471098"/>
                </a:lnTo>
                <a:lnTo>
                  <a:pt x="186751" y="444721"/>
                </a:lnTo>
                <a:lnTo>
                  <a:pt x="244781" y="444721"/>
                </a:lnTo>
                <a:lnTo>
                  <a:pt x="244781" y="246891"/>
                </a:lnTo>
                <a:lnTo>
                  <a:pt x="471458" y="246891"/>
                </a:lnTo>
                <a:close/>
                <a:moveTo>
                  <a:pt x="0" y="224734"/>
                </a:moveTo>
                <a:lnTo>
                  <a:pt x="26377" y="224734"/>
                </a:lnTo>
                <a:lnTo>
                  <a:pt x="26377" y="284874"/>
                </a:lnTo>
                <a:lnTo>
                  <a:pt x="0" y="284874"/>
                </a:lnTo>
                <a:close/>
                <a:moveTo>
                  <a:pt x="445776" y="186223"/>
                </a:moveTo>
                <a:lnTo>
                  <a:pt x="472153" y="186223"/>
                </a:lnTo>
                <a:lnTo>
                  <a:pt x="472153" y="246363"/>
                </a:lnTo>
                <a:lnTo>
                  <a:pt x="445776" y="246363"/>
                </a:lnTo>
                <a:close/>
                <a:moveTo>
                  <a:pt x="121863" y="186223"/>
                </a:moveTo>
                <a:lnTo>
                  <a:pt x="148240" y="186223"/>
                </a:lnTo>
                <a:lnTo>
                  <a:pt x="148240" y="246363"/>
                </a:lnTo>
                <a:lnTo>
                  <a:pt x="121863" y="246363"/>
                </a:lnTo>
                <a:close/>
                <a:moveTo>
                  <a:pt x="0" y="145075"/>
                </a:moveTo>
                <a:lnTo>
                  <a:pt x="26377" y="145075"/>
                </a:lnTo>
                <a:lnTo>
                  <a:pt x="26377" y="205215"/>
                </a:lnTo>
                <a:lnTo>
                  <a:pt x="0" y="205215"/>
                </a:lnTo>
                <a:close/>
                <a:moveTo>
                  <a:pt x="427311" y="121335"/>
                </a:moveTo>
                <a:lnTo>
                  <a:pt x="472152" y="121335"/>
                </a:lnTo>
                <a:lnTo>
                  <a:pt x="472152" y="166176"/>
                </a:lnTo>
                <a:lnTo>
                  <a:pt x="445775" y="166176"/>
                </a:lnTo>
                <a:lnTo>
                  <a:pt x="445775" y="147712"/>
                </a:lnTo>
                <a:lnTo>
                  <a:pt x="427311" y="147712"/>
                </a:lnTo>
                <a:close/>
                <a:moveTo>
                  <a:pt x="186751" y="121335"/>
                </a:moveTo>
                <a:lnTo>
                  <a:pt x="246891" y="121335"/>
                </a:lnTo>
                <a:lnTo>
                  <a:pt x="246891" y="147712"/>
                </a:lnTo>
                <a:lnTo>
                  <a:pt x="186751" y="147712"/>
                </a:lnTo>
                <a:close/>
                <a:moveTo>
                  <a:pt x="121863" y="121335"/>
                </a:moveTo>
                <a:lnTo>
                  <a:pt x="166704" y="121335"/>
                </a:lnTo>
                <a:lnTo>
                  <a:pt x="166704" y="147712"/>
                </a:lnTo>
                <a:lnTo>
                  <a:pt x="148240" y="147712"/>
                </a:lnTo>
                <a:lnTo>
                  <a:pt x="148240" y="166176"/>
                </a:lnTo>
                <a:lnTo>
                  <a:pt x="121863" y="166176"/>
                </a:lnTo>
                <a:close/>
                <a:moveTo>
                  <a:pt x="324440" y="64888"/>
                </a:moveTo>
                <a:lnTo>
                  <a:pt x="350817" y="64888"/>
                </a:lnTo>
                <a:lnTo>
                  <a:pt x="350817" y="121335"/>
                </a:lnTo>
                <a:lnTo>
                  <a:pt x="407265" y="121335"/>
                </a:lnTo>
                <a:lnTo>
                  <a:pt x="407265" y="147712"/>
                </a:lnTo>
                <a:lnTo>
                  <a:pt x="347125" y="147712"/>
                </a:lnTo>
                <a:lnTo>
                  <a:pt x="347125" y="125028"/>
                </a:lnTo>
                <a:lnTo>
                  <a:pt x="327078" y="125028"/>
                </a:lnTo>
                <a:lnTo>
                  <a:pt x="327078" y="147712"/>
                </a:lnTo>
                <a:lnTo>
                  <a:pt x="266938" y="147712"/>
                </a:lnTo>
                <a:lnTo>
                  <a:pt x="266938" y="121335"/>
                </a:lnTo>
                <a:lnTo>
                  <a:pt x="324440" y="121335"/>
                </a:lnTo>
                <a:close/>
                <a:moveTo>
                  <a:pt x="0" y="64888"/>
                </a:moveTo>
                <a:lnTo>
                  <a:pt x="26377" y="64888"/>
                </a:lnTo>
                <a:lnTo>
                  <a:pt x="26377" y="125028"/>
                </a:lnTo>
                <a:lnTo>
                  <a:pt x="0" y="125028"/>
                </a:lnTo>
                <a:close/>
                <a:moveTo>
                  <a:pt x="305976" y="0"/>
                </a:moveTo>
                <a:lnTo>
                  <a:pt x="350817" y="0"/>
                </a:lnTo>
                <a:lnTo>
                  <a:pt x="350817" y="44841"/>
                </a:lnTo>
                <a:lnTo>
                  <a:pt x="324440" y="44841"/>
                </a:lnTo>
                <a:lnTo>
                  <a:pt x="324440" y="26377"/>
                </a:lnTo>
                <a:lnTo>
                  <a:pt x="305976" y="26377"/>
                </a:lnTo>
                <a:close/>
                <a:moveTo>
                  <a:pt x="225262" y="0"/>
                </a:moveTo>
                <a:lnTo>
                  <a:pt x="285402" y="0"/>
                </a:lnTo>
                <a:lnTo>
                  <a:pt x="285402" y="26377"/>
                </a:lnTo>
                <a:lnTo>
                  <a:pt x="225262" y="26377"/>
                </a:lnTo>
                <a:close/>
                <a:moveTo>
                  <a:pt x="145075" y="0"/>
                </a:moveTo>
                <a:lnTo>
                  <a:pt x="205215" y="0"/>
                </a:lnTo>
                <a:lnTo>
                  <a:pt x="205215" y="26377"/>
                </a:lnTo>
                <a:lnTo>
                  <a:pt x="145075" y="26377"/>
                </a:lnTo>
                <a:close/>
                <a:moveTo>
                  <a:pt x="64888" y="0"/>
                </a:moveTo>
                <a:lnTo>
                  <a:pt x="125028" y="0"/>
                </a:lnTo>
                <a:lnTo>
                  <a:pt x="125028" y="26377"/>
                </a:lnTo>
                <a:lnTo>
                  <a:pt x="64888" y="26377"/>
                </a:lnTo>
                <a:close/>
                <a:moveTo>
                  <a:pt x="0" y="0"/>
                </a:moveTo>
                <a:lnTo>
                  <a:pt x="44841" y="0"/>
                </a:lnTo>
                <a:lnTo>
                  <a:pt x="44841" y="26377"/>
                </a:lnTo>
                <a:lnTo>
                  <a:pt x="26377" y="26377"/>
                </a:lnTo>
                <a:lnTo>
                  <a:pt x="26377" y="44841"/>
                </a:lnTo>
                <a:lnTo>
                  <a:pt x="0" y="4484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2517" name="Google Shape;2517;p14"/>
          <p:cNvSpPr/>
          <p:nvPr/>
        </p:nvSpPr>
        <p:spPr>
          <a:xfrm>
            <a:off x="1394792" y="4810253"/>
            <a:ext cx="421270" cy="411043"/>
          </a:xfrm>
          <a:custGeom>
            <a:avLst/>
            <a:gdLst/>
            <a:ahLst/>
            <a:cxnLst/>
            <a:rect l="l" t="t" r="r" b="b"/>
            <a:pathLst>
              <a:path w="737886" h="719971" extrusionOk="0">
                <a:moveTo>
                  <a:pt x="220582" y="647750"/>
                </a:moveTo>
                <a:lnTo>
                  <a:pt x="220582" y="684141"/>
                </a:lnTo>
                <a:lnTo>
                  <a:pt x="256972" y="684141"/>
                </a:lnTo>
                <a:lnTo>
                  <a:pt x="256972" y="647750"/>
                </a:lnTo>
                <a:close/>
                <a:moveTo>
                  <a:pt x="480354" y="627036"/>
                </a:moveTo>
                <a:lnTo>
                  <a:pt x="480354" y="684141"/>
                </a:lnTo>
                <a:lnTo>
                  <a:pt x="516744" y="684141"/>
                </a:lnTo>
                <a:lnTo>
                  <a:pt x="516744" y="627036"/>
                </a:lnTo>
                <a:close/>
                <a:moveTo>
                  <a:pt x="350468" y="627036"/>
                </a:moveTo>
                <a:lnTo>
                  <a:pt x="350468" y="684141"/>
                </a:lnTo>
                <a:lnTo>
                  <a:pt x="386858" y="684141"/>
                </a:lnTo>
                <a:lnTo>
                  <a:pt x="386858" y="627036"/>
                </a:lnTo>
                <a:close/>
                <a:moveTo>
                  <a:pt x="415411" y="565452"/>
                </a:moveTo>
                <a:lnTo>
                  <a:pt x="415411" y="684141"/>
                </a:lnTo>
                <a:lnTo>
                  <a:pt x="451801" y="684141"/>
                </a:lnTo>
                <a:lnTo>
                  <a:pt x="451801" y="565452"/>
                </a:lnTo>
                <a:close/>
                <a:moveTo>
                  <a:pt x="285525" y="565452"/>
                </a:moveTo>
                <a:lnTo>
                  <a:pt x="285525" y="684141"/>
                </a:lnTo>
                <a:lnTo>
                  <a:pt x="321915" y="684141"/>
                </a:lnTo>
                <a:lnTo>
                  <a:pt x="321915" y="565452"/>
                </a:lnTo>
                <a:close/>
                <a:moveTo>
                  <a:pt x="128766" y="490991"/>
                </a:moveTo>
                <a:lnTo>
                  <a:pt x="85098" y="502748"/>
                </a:lnTo>
                <a:lnTo>
                  <a:pt x="95175" y="512825"/>
                </a:lnTo>
                <a:lnTo>
                  <a:pt x="36950" y="571050"/>
                </a:lnTo>
                <a:lnTo>
                  <a:pt x="48707" y="582807"/>
                </a:lnTo>
                <a:lnTo>
                  <a:pt x="106932" y="524582"/>
                </a:lnTo>
                <a:lnTo>
                  <a:pt x="117009" y="534659"/>
                </a:lnTo>
                <a:close/>
                <a:moveTo>
                  <a:pt x="707654" y="480913"/>
                </a:moveTo>
                <a:cubicBezTo>
                  <a:pt x="698137" y="480913"/>
                  <a:pt x="690299" y="488751"/>
                  <a:pt x="690299" y="498269"/>
                </a:cubicBezTo>
                <a:cubicBezTo>
                  <a:pt x="690299" y="499948"/>
                  <a:pt x="690299" y="501628"/>
                  <a:pt x="690859" y="503307"/>
                </a:cubicBezTo>
                <a:lnTo>
                  <a:pt x="665105" y="529621"/>
                </a:lnTo>
                <a:cubicBezTo>
                  <a:pt x="663426" y="529061"/>
                  <a:pt x="661746" y="528501"/>
                  <a:pt x="659507" y="528501"/>
                </a:cubicBezTo>
                <a:cubicBezTo>
                  <a:pt x="652789" y="528501"/>
                  <a:pt x="646630" y="532980"/>
                  <a:pt x="643831" y="539138"/>
                </a:cubicBezTo>
                <a:lnTo>
                  <a:pt x="621437" y="539138"/>
                </a:lnTo>
                <a:cubicBezTo>
                  <a:pt x="619197" y="532980"/>
                  <a:pt x="613039" y="528501"/>
                  <a:pt x="605761" y="528501"/>
                </a:cubicBezTo>
                <a:cubicBezTo>
                  <a:pt x="596243" y="528501"/>
                  <a:pt x="588405" y="536339"/>
                  <a:pt x="588405" y="545856"/>
                </a:cubicBezTo>
                <a:cubicBezTo>
                  <a:pt x="588405" y="555374"/>
                  <a:pt x="596243" y="563212"/>
                  <a:pt x="605761" y="563212"/>
                </a:cubicBezTo>
                <a:cubicBezTo>
                  <a:pt x="611919" y="563212"/>
                  <a:pt x="616398" y="560413"/>
                  <a:pt x="619757" y="555934"/>
                </a:cubicBezTo>
                <a:lnTo>
                  <a:pt x="646070" y="555934"/>
                </a:lnTo>
                <a:cubicBezTo>
                  <a:pt x="649429" y="560413"/>
                  <a:pt x="654468" y="563212"/>
                  <a:pt x="660067" y="563212"/>
                </a:cubicBezTo>
                <a:cubicBezTo>
                  <a:pt x="669584" y="563212"/>
                  <a:pt x="677422" y="555374"/>
                  <a:pt x="677422" y="545856"/>
                </a:cubicBezTo>
                <a:cubicBezTo>
                  <a:pt x="677422" y="544737"/>
                  <a:pt x="676862" y="543617"/>
                  <a:pt x="676862" y="542497"/>
                </a:cubicBezTo>
                <a:lnTo>
                  <a:pt x="703735" y="515064"/>
                </a:lnTo>
                <a:cubicBezTo>
                  <a:pt x="705415" y="515624"/>
                  <a:pt x="706535" y="515624"/>
                  <a:pt x="708214" y="515624"/>
                </a:cubicBezTo>
                <a:cubicBezTo>
                  <a:pt x="717732" y="515624"/>
                  <a:pt x="725010" y="507786"/>
                  <a:pt x="725010" y="498269"/>
                </a:cubicBezTo>
                <a:cubicBezTo>
                  <a:pt x="725010" y="488751"/>
                  <a:pt x="717172" y="480913"/>
                  <a:pt x="707654" y="480913"/>
                </a:cubicBezTo>
                <a:close/>
                <a:moveTo>
                  <a:pt x="0" y="460199"/>
                </a:moveTo>
                <a:lnTo>
                  <a:pt x="162917" y="460199"/>
                </a:lnTo>
                <a:lnTo>
                  <a:pt x="162917" y="608000"/>
                </a:lnTo>
                <a:lnTo>
                  <a:pt x="0" y="608000"/>
                </a:lnTo>
                <a:close/>
                <a:moveTo>
                  <a:pt x="574969" y="451801"/>
                </a:moveTo>
                <a:lnTo>
                  <a:pt x="737886" y="451801"/>
                </a:lnTo>
                <a:lnTo>
                  <a:pt x="737886" y="599602"/>
                </a:lnTo>
                <a:lnTo>
                  <a:pt x="574969" y="599602"/>
                </a:lnTo>
                <a:close/>
                <a:moveTo>
                  <a:pt x="174674" y="423809"/>
                </a:moveTo>
                <a:lnTo>
                  <a:pt x="565452" y="423809"/>
                </a:lnTo>
                <a:lnTo>
                  <a:pt x="565452" y="719971"/>
                </a:lnTo>
                <a:lnTo>
                  <a:pt x="174674" y="719971"/>
                </a:lnTo>
                <a:lnTo>
                  <a:pt x="174674" y="513945"/>
                </a:lnTo>
                <a:lnTo>
                  <a:pt x="501628" y="513945"/>
                </a:lnTo>
                <a:lnTo>
                  <a:pt x="501628" y="474756"/>
                </a:lnTo>
                <a:lnTo>
                  <a:pt x="174674" y="474756"/>
                </a:lnTo>
                <a:close/>
                <a:moveTo>
                  <a:pt x="661186" y="288325"/>
                </a:moveTo>
                <a:cubicBezTo>
                  <a:pt x="665105" y="287205"/>
                  <a:pt x="668465" y="287765"/>
                  <a:pt x="671824" y="289444"/>
                </a:cubicBezTo>
                <a:cubicBezTo>
                  <a:pt x="675183" y="291124"/>
                  <a:pt x="677422" y="293923"/>
                  <a:pt x="677982" y="297842"/>
                </a:cubicBezTo>
                <a:cubicBezTo>
                  <a:pt x="679102" y="301761"/>
                  <a:pt x="678542" y="305120"/>
                  <a:pt x="676862" y="308479"/>
                </a:cubicBezTo>
                <a:cubicBezTo>
                  <a:pt x="675183" y="311838"/>
                  <a:pt x="671824" y="314078"/>
                  <a:pt x="668465" y="315197"/>
                </a:cubicBezTo>
                <a:lnTo>
                  <a:pt x="643271" y="321916"/>
                </a:lnTo>
                <a:cubicBezTo>
                  <a:pt x="642151" y="322476"/>
                  <a:pt x="641032" y="322476"/>
                  <a:pt x="639912" y="322476"/>
                </a:cubicBezTo>
                <a:cubicBezTo>
                  <a:pt x="633754" y="322476"/>
                  <a:pt x="628155" y="318557"/>
                  <a:pt x="626476" y="312398"/>
                </a:cubicBezTo>
                <a:cubicBezTo>
                  <a:pt x="625356" y="308479"/>
                  <a:pt x="625916" y="305120"/>
                  <a:pt x="627595" y="301761"/>
                </a:cubicBezTo>
                <a:cubicBezTo>
                  <a:pt x="629275" y="298402"/>
                  <a:pt x="632634" y="296162"/>
                  <a:pt x="635993" y="295043"/>
                </a:cubicBezTo>
                <a:close/>
                <a:moveTo>
                  <a:pt x="106932" y="264810"/>
                </a:moveTo>
                <a:lnTo>
                  <a:pt x="132126" y="272088"/>
                </a:lnTo>
                <a:cubicBezTo>
                  <a:pt x="136045" y="272648"/>
                  <a:pt x="139404" y="274887"/>
                  <a:pt x="141083" y="278246"/>
                </a:cubicBezTo>
                <a:cubicBezTo>
                  <a:pt x="142763" y="281605"/>
                  <a:pt x="143323" y="285524"/>
                  <a:pt x="142203" y="288884"/>
                </a:cubicBezTo>
                <a:cubicBezTo>
                  <a:pt x="140523" y="294482"/>
                  <a:pt x="134925" y="298961"/>
                  <a:pt x="128766" y="298961"/>
                </a:cubicBezTo>
                <a:cubicBezTo>
                  <a:pt x="127647" y="298961"/>
                  <a:pt x="126527" y="298961"/>
                  <a:pt x="125407" y="298401"/>
                </a:cubicBezTo>
                <a:lnTo>
                  <a:pt x="99654" y="291683"/>
                </a:lnTo>
                <a:cubicBezTo>
                  <a:pt x="96295" y="290563"/>
                  <a:pt x="92936" y="288324"/>
                  <a:pt x="91256" y="284965"/>
                </a:cubicBezTo>
                <a:cubicBezTo>
                  <a:pt x="89577" y="281605"/>
                  <a:pt x="89017" y="277686"/>
                  <a:pt x="90137" y="274327"/>
                </a:cubicBezTo>
                <a:cubicBezTo>
                  <a:pt x="91816" y="267049"/>
                  <a:pt x="99654" y="263130"/>
                  <a:pt x="106932" y="264810"/>
                </a:cubicBezTo>
                <a:close/>
                <a:moveTo>
                  <a:pt x="558733" y="263130"/>
                </a:moveTo>
                <a:cubicBezTo>
                  <a:pt x="561533" y="262011"/>
                  <a:pt x="563212" y="264250"/>
                  <a:pt x="564892" y="268729"/>
                </a:cubicBezTo>
                <a:cubicBezTo>
                  <a:pt x="566571" y="273208"/>
                  <a:pt x="565452" y="277127"/>
                  <a:pt x="563212" y="278246"/>
                </a:cubicBezTo>
                <a:lnTo>
                  <a:pt x="415971" y="339270"/>
                </a:lnTo>
                <a:cubicBezTo>
                  <a:pt x="417091" y="343189"/>
                  <a:pt x="417650" y="346548"/>
                  <a:pt x="417650" y="350467"/>
                </a:cubicBezTo>
                <a:lnTo>
                  <a:pt x="335352" y="350467"/>
                </a:lnTo>
                <a:cubicBezTo>
                  <a:pt x="335352" y="327513"/>
                  <a:pt x="353827" y="309038"/>
                  <a:pt x="376781" y="309038"/>
                </a:cubicBezTo>
                <a:cubicBezTo>
                  <a:pt x="382940" y="309038"/>
                  <a:pt x="389098" y="310718"/>
                  <a:pt x="394137" y="312957"/>
                </a:cubicBezTo>
                <a:close/>
                <a:moveTo>
                  <a:pt x="590366" y="156479"/>
                </a:moveTo>
                <a:cubicBezTo>
                  <a:pt x="593865" y="156479"/>
                  <a:pt x="597364" y="157878"/>
                  <a:pt x="600163" y="160678"/>
                </a:cubicBezTo>
                <a:cubicBezTo>
                  <a:pt x="605761" y="166276"/>
                  <a:pt x="605761" y="174674"/>
                  <a:pt x="600163" y="180273"/>
                </a:cubicBezTo>
                <a:lnTo>
                  <a:pt x="581128" y="198748"/>
                </a:lnTo>
                <a:cubicBezTo>
                  <a:pt x="578889" y="200987"/>
                  <a:pt x="575529" y="202667"/>
                  <a:pt x="571610" y="202667"/>
                </a:cubicBezTo>
                <a:cubicBezTo>
                  <a:pt x="568251" y="202667"/>
                  <a:pt x="564892" y="201547"/>
                  <a:pt x="562093" y="198748"/>
                </a:cubicBezTo>
                <a:cubicBezTo>
                  <a:pt x="556494" y="193149"/>
                  <a:pt x="556494" y="184752"/>
                  <a:pt x="562093" y="179153"/>
                </a:cubicBezTo>
                <a:lnTo>
                  <a:pt x="580568" y="160678"/>
                </a:lnTo>
                <a:cubicBezTo>
                  <a:pt x="583368" y="157878"/>
                  <a:pt x="586867" y="156479"/>
                  <a:pt x="590366" y="156479"/>
                </a:cubicBezTo>
                <a:close/>
                <a:moveTo>
                  <a:pt x="170615" y="156479"/>
                </a:moveTo>
                <a:cubicBezTo>
                  <a:pt x="174114" y="156479"/>
                  <a:pt x="177473" y="157878"/>
                  <a:pt x="179713" y="160678"/>
                </a:cubicBezTo>
                <a:lnTo>
                  <a:pt x="198188" y="179153"/>
                </a:lnTo>
                <a:cubicBezTo>
                  <a:pt x="203787" y="184752"/>
                  <a:pt x="203787" y="193149"/>
                  <a:pt x="198188" y="198748"/>
                </a:cubicBezTo>
                <a:cubicBezTo>
                  <a:pt x="195949" y="200987"/>
                  <a:pt x="192590" y="202667"/>
                  <a:pt x="188671" y="202667"/>
                </a:cubicBezTo>
                <a:cubicBezTo>
                  <a:pt x="185311" y="202667"/>
                  <a:pt x="181952" y="201547"/>
                  <a:pt x="179153" y="198748"/>
                </a:cubicBezTo>
                <a:lnTo>
                  <a:pt x="160678" y="180273"/>
                </a:lnTo>
                <a:cubicBezTo>
                  <a:pt x="155079" y="174674"/>
                  <a:pt x="155079" y="166276"/>
                  <a:pt x="160678" y="160678"/>
                </a:cubicBezTo>
                <a:cubicBezTo>
                  <a:pt x="163477" y="157878"/>
                  <a:pt x="167116" y="156479"/>
                  <a:pt x="170615" y="156479"/>
                </a:cubicBezTo>
                <a:close/>
                <a:moveTo>
                  <a:pt x="297842" y="83418"/>
                </a:moveTo>
                <a:cubicBezTo>
                  <a:pt x="301761" y="82298"/>
                  <a:pt x="305120" y="82858"/>
                  <a:pt x="308479" y="84537"/>
                </a:cubicBezTo>
                <a:cubicBezTo>
                  <a:pt x="311278" y="86217"/>
                  <a:pt x="313518" y="89016"/>
                  <a:pt x="314638" y="92375"/>
                </a:cubicBezTo>
                <a:lnTo>
                  <a:pt x="321356" y="117569"/>
                </a:lnTo>
                <a:cubicBezTo>
                  <a:pt x="322476" y="121488"/>
                  <a:pt x="321916" y="124847"/>
                  <a:pt x="320236" y="128206"/>
                </a:cubicBezTo>
                <a:cubicBezTo>
                  <a:pt x="318557" y="131565"/>
                  <a:pt x="315197" y="133804"/>
                  <a:pt x="311838" y="134924"/>
                </a:cubicBezTo>
                <a:cubicBezTo>
                  <a:pt x="310719" y="135484"/>
                  <a:pt x="309599" y="135484"/>
                  <a:pt x="308479" y="135484"/>
                </a:cubicBezTo>
                <a:cubicBezTo>
                  <a:pt x="302321" y="135484"/>
                  <a:pt x="296722" y="131565"/>
                  <a:pt x="295043" y="125407"/>
                </a:cubicBezTo>
                <a:lnTo>
                  <a:pt x="288324" y="100213"/>
                </a:lnTo>
                <a:cubicBezTo>
                  <a:pt x="286085" y="92935"/>
                  <a:pt x="290564" y="85657"/>
                  <a:pt x="297842" y="83418"/>
                </a:cubicBezTo>
                <a:close/>
                <a:moveTo>
                  <a:pt x="459639" y="77819"/>
                </a:moveTo>
                <a:cubicBezTo>
                  <a:pt x="466917" y="79498"/>
                  <a:pt x="471396" y="87336"/>
                  <a:pt x="469157" y="94615"/>
                </a:cubicBezTo>
                <a:lnTo>
                  <a:pt x="462439" y="119808"/>
                </a:lnTo>
                <a:cubicBezTo>
                  <a:pt x="460759" y="125406"/>
                  <a:pt x="455160" y="129885"/>
                  <a:pt x="449002" y="129885"/>
                </a:cubicBezTo>
                <a:cubicBezTo>
                  <a:pt x="447882" y="129885"/>
                  <a:pt x="446763" y="129885"/>
                  <a:pt x="445643" y="129325"/>
                </a:cubicBezTo>
                <a:cubicBezTo>
                  <a:pt x="438365" y="127646"/>
                  <a:pt x="433886" y="119808"/>
                  <a:pt x="436125" y="112530"/>
                </a:cubicBezTo>
                <a:lnTo>
                  <a:pt x="442844" y="87336"/>
                </a:lnTo>
                <a:cubicBezTo>
                  <a:pt x="445083" y="79498"/>
                  <a:pt x="452361" y="75580"/>
                  <a:pt x="459639" y="77819"/>
                </a:cubicBezTo>
                <a:close/>
                <a:moveTo>
                  <a:pt x="377900" y="0"/>
                </a:moveTo>
                <a:cubicBezTo>
                  <a:pt x="471396" y="0"/>
                  <a:pt x="559853" y="37510"/>
                  <a:pt x="627035" y="104693"/>
                </a:cubicBezTo>
                <a:cubicBezTo>
                  <a:pt x="693658" y="171875"/>
                  <a:pt x="730048" y="259772"/>
                  <a:pt x="730048" y="352708"/>
                </a:cubicBezTo>
                <a:lnTo>
                  <a:pt x="730048" y="363905"/>
                </a:lnTo>
                <a:lnTo>
                  <a:pt x="693658" y="363905"/>
                </a:lnTo>
                <a:lnTo>
                  <a:pt x="693658" y="352708"/>
                </a:lnTo>
                <a:cubicBezTo>
                  <a:pt x="693658" y="269849"/>
                  <a:pt x="660626" y="190350"/>
                  <a:pt x="600722" y="130446"/>
                </a:cubicBezTo>
                <a:cubicBezTo>
                  <a:pt x="540818" y="69982"/>
                  <a:pt x="461319" y="36390"/>
                  <a:pt x="377341" y="36390"/>
                </a:cubicBezTo>
                <a:cubicBezTo>
                  <a:pt x="293363" y="36390"/>
                  <a:pt x="213863" y="69982"/>
                  <a:pt x="153959" y="130446"/>
                </a:cubicBezTo>
                <a:cubicBezTo>
                  <a:pt x="94055" y="190350"/>
                  <a:pt x="61023" y="269289"/>
                  <a:pt x="61023" y="352708"/>
                </a:cubicBezTo>
                <a:lnTo>
                  <a:pt x="61023" y="363905"/>
                </a:lnTo>
                <a:lnTo>
                  <a:pt x="24633" y="363905"/>
                </a:lnTo>
                <a:lnTo>
                  <a:pt x="24633" y="352708"/>
                </a:lnTo>
                <a:cubicBezTo>
                  <a:pt x="24633" y="259772"/>
                  <a:pt x="61583" y="171875"/>
                  <a:pt x="128766" y="104693"/>
                </a:cubicBezTo>
                <a:cubicBezTo>
                  <a:pt x="195388" y="36950"/>
                  <a:pt x="284405" y="0"/>
                  <a:pt x="377900"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2518" name="Google Shape;2518;p14"/>
          <p:cNvSpPr txBox="1"/>
          <p:nvPr/>
        </p:nvSpPr>
        <p:spPr>
          <a:xfrm>
            <a:off x="8538309" y="3984475"/>
            <a:ext cx="2207400" cy="387900"/>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Unified VCF Security Management</a:t>
            </a:r>
            <a:endParaRPr sz="1400" b="0" i="0" u="none" strike="noStrike" cap="none">
              <a:solidFill>
                <a:srgbClr val="000000"/>
              </a:solidFill>
              <a:latin typeface="Arial"/>
              <a:ea typeface="Arial"/>
              <a:cs typeface="Arial"/>
              <a:sym typeface="Arial"/>
            </a:endParaRPr>
          </a:p>
        </p:txBody>
      </p:sp>
      <p:sp>
        <p:nvSpPr>
          <p:cNvPr id="2519" name="Google Shape;2519;p14"/>
          <p:cNvSpPr txBox="1"/>
          <p:nvPr/>
        </p:nvSpPr>
        <p:spPr>
          <a:xfrm>
            <a:off x="8538313" y="4801125"/>
            <a:ext cx="2567100" cy="387900"/>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Native vSAN-to-vSAN Data Protection with Deep Snapshots</a:t>
            </a:r>
            <a:endParaRPr sz="1400" b="0" i="0" u="none" strike="noStrike" cap="none">
              <a:solidFill>
                <a:srgbClr val="000000"/>
              </a:solidFill>
              <a:latin typeface="Arial"/>
              <a:ea typeface="Arial"/>
              <a:cs typeface="Arial"/>
              <a:sym typeface="Arial"/>
            </a:endParaRPr>
          </a:p>
        </p:txBody>
      </p:sp>
      <p:sp>
        <p:nvSpPr>
          <p:cNvPr id="2520" name="Google Shape;2520;p14"/>
          <p:cNvSpPr/>
          <p:nvPr/>
        </p:nvSpPr>
        <p:spPr>
          <a:xfrm>
            <a:off x="7966433" y="3931627"/>
            <a:ext cx="433742" cy="493492"/>
          </a:xfrm>
          <a:custGeom>
            <a:avLst/>
            <a:gdLst/>
            <a:ahLst/>
            <a:cxnLst/>
            <a:rect l="l" t="t" r="r" b="b"/>
            <a:pathLst>
              <a:path w="527510" h="623343" extrusionOk="0">
                <a:moveTo>
                  <a:pt x="518975" y="69255"/>
                </a:moveTo>
                <a:cubicBezTo>
                  <a:pt x="362692" y="69255"/>
                  <a:pt x="263755" y="0"/>
                  <a:pt x="263755" y="0"/>
                </a:cubicBezTo>
                <a:cubicBezTo>
                  <a:pt x="263755" y="0"/>
                  <a:pt x="164774" y="69255"/>
                  <a:pt x="8536" y="69255"/>
                </a:cubicBezTo>
                <a:cubicBezTo>
                  <a:pt x="-55706" y="505605"/>
                  <a:pt x="263755" y="623343"/>
                  <a:pt x="263755" y="623343"/>
                </a:cubicBezTo>
                <a:cubicBezTo>
                  <a:pt x="263755" y="623343"/>
                  <a:pt x="583216" y="505605"/>
                  <a:pt x="518975" y="69255"/>
                </a:cubicBezTo>
                <a:close/>
                <a:moveTo>
                  <a:pt x="400565" y="225494"/>
                </a:moveTo>
                <a:lnTo>
                  <a:pt x="219704" y="439483"/>
                </a:lnTo>
                <a:cubicBezTo>
                  <a:pt x="215809" y="444094"/>
                  <a:pt x="210034" y="446735"/>
                  <a:pt x="204035" y="446735"/>
                </a:cubicBezTo>
                <a:cubicBezTo>
                  <a:pt x="203588" y="446735"/>
                  <a:pt x="203140" y="446735"/>
                  <a:pt x="202692" y="446735"/>
                </a:cubicBezTo>
                <a:cubicBezTo>
                  <a:pt x="202066" y="446690"/>
                  <a:pt x="201618" y="446646"/>
                  <a:pt x="201215" y="446601"/>
                </a:cubicBezTo>
                <a:cubicBezTo>
                  <a:pt x="195261" y="445795"/>
                  <a:pt x="189978" y="442393"/>
                  <a:pt x="186755" y="437334"/>
                </a:cubicBezTo>
                <a:lnTo>
                  <a:pt x="125289" y="340770"/>
                </a:lnTo>
                <a:cubicBezTo>
                  <a:pt x="119559" y="331772"/>
                  <a:pt x="121618" y="320133"/>
                  <a:pt x="130035" y="313597"/>
                </a:cubicBezTo>
                <a:lnTo>
                  <a:pt x="149419" y="298555"/>
                </a:lnTo>
                <a:cubicBezTo>
                  <a:pt x="153761" y="295197"/>
                  <a:pt x="159357" y="293675"/>
                  <a:pt x="164819" y="294436"/>
                </a:cubicBezTo>
                <a:cubicBezTo>
                  <a:pt x="164998" y="294436"/>
                  <a:pt x="165401" y="294526"/>
                  <a:pt x="165580" y="294570"/>
                </a:cubicBezTo>
                <a:cubicBezTo>
                  <a:pt x="171131" y="295555"/>
                  <a:pt x="176145" y="298868"/>
                  <a:pt x="179234" y="303748"/>
                </a:cubicBezTo>
                <a:lnTo>
                  <a:pt x="209497" y="351336"/>
                </a:lnTo>
                <a:lnTo>
                  <a:pt x="349619" y="183950"/>
                </a:lnTo>
                <a:cubicBezTo>
                  <a:pt x="354186" y="178488"/>
                  <a:pt x="361125" y="175802"/>
                  <a:pt x="368198" y="176832"/>
                </a:cubicBezTo>
                <a:cubicBezTo>
                  <a:pt x="371735" y="177324"/>
                  <a:pt x="375137" y="178757"/>
                  <a:pt x="377957" y="180995"/>
                </a:cubicBezTo>
                <a:lnTo>
                  <a:pt x="397431" y="196216"/>
                </a:lnTo>
                <a:cubicBezTo>
                  <a:pt x="401818" y="199618"/>
                  <a:pt x="404639" y="204767"/>
                  <a:pt x="405176" y="210273"/>
                </a:cubicBezTo>
                <a:cubicBezTo>
                  <a:pt x="405758" y="215780"/>
                  <a:pt x="404012" y="221375"/>
                  <a:pt x="400431" y="22558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2521" name="Google Shape;2521;p14"/>
          <p:cNvSpPr/>
          <p:nvPr/>
        </p:nvSpPr>
        <p:spPr>
          <a:xfrm>
            <a:off x="7918506" y="4797342"/>
            <a:ext cx="544662" cy="436864"/>
          </a:xfrm>
          <a:custGeom>
            <a:avLst/>
            <a:gdLst/>
            <a:ahLst/>
            <a:cxnLst/>
            <a:rect l="l" t="t" r="r" b="b"/>
            <a:pathLst>
              <a:path w="724945" h="581465" extrusionOk="0">
                <a:moveTo>
                  <a:pt x="356952" y="399084"/>
                </a:moveTo>
                <a:cubicBezTo>
                  <a:pt x="343672" y="399084"/>
                  <a:pt x="332891" y="409864"/>
                  <a:pt x="332891" y="423145"/>
                </a:cubicBezTo>
                <a:cubicBezTo>
                  <a:pt x="332891" y="431321"/>
                  <a:pt x="336953" y="438560"/>
                  <a:pt x="343203" y="442883"/>
                </a:cubicBezTo>
                <a:lnTo>
                  <a:pt x="343203" y="464391"/>
                </a:lnTo>
                <a:cubicBezTo>
                  <a:pt x="343203" y="471995"/>
                  <a:pt x="349348" y="478140"/>
                  <a:pt x="356952" y="478140"/>
                </a:cubicBezTo>
                <a:cubicBezTo>
                  <a:pt x="364555" y="478140"/>
                  <a:pt x="370701" y="471995"/>
                  <a:pt x="370701" y="464391"/>
                </a:cubicBezTo>
                <a:lnTo>
                  <a:pt x="370701" y="442883"/>
                </a:lnTo>
                <a:cubicBezTo>
                  <a:pt x="376950" y="438560"/>
                  <a:pt x="381012" y="431321"/>
                  <a:pt x="381012" y="423145"/>
                </a:cubicBezTo>
                <a:cubicBezTo>
                  <a:pt x="381012" y="409864"/>
                  <a:pt x="370232" y="399084"/>
                  <a:pt x="356952" y="399084"/>
                </a:cubicBezTo>
                <a:close/>
                <a:moveTo>
                  <a:pt x="356952" y="354452"/>
                </a:moveTo>
                <a:cubicBezTo>
                  <a:pt x="404396" y="354452"/>
                  <a:pt x="442831" y="392887"/>
                  <a:pt x="442831" y="440331"/>
                </a:cubicBezTo>
                <a:cubicBezTo>
                  <a:pt x="442831" y="487775"/>
                  <a:pt x="404396" y="526210"/>
                  <a:pt x="356952" y="526210"/>
                </a:cubicBezTo>
                <a:cubicBezTo>
                  <a:pt x="309508" y="526210"/>
                  <a:pt x="271073" y="487775"/>
                  <a:pt x="271073" y="440331"/>
                </a:cubicBezTo>
                <a:cubicBezTo>
                  <a:pt x="271073" y="392887"/>
                  <a:pt x="309508" y="354452"/>
                  <a:pt x="356952" y="354452"/>
                </a:cubicBezTo>
                <a:close/>
                <a:moveTo>
                  <a:pt x="356900" y="230972"/>
                </a:moveTo>
                <a:cubicBezTo>
                  <a:pt x="381586" y="230972"/>
                  <a:pt x="401584" y="250970"/>
                  <a:pt x="401584" y="275656"/>
                </a:cubicBezTo>
                <a:lnTo>
                  <a:pt x="401584" y="328621"/>
                </a:lnTo>
                <a:cubicBezTo>
                  <a:pt x="387783" y="323048"/>
                  <a:pt x="372680" y="320028"/>
                  <a:pt x="356900" y="320028"/>
                </a:cubicBezTo>
                <a:cubicBezTo>
                  <a:pt x="341120" y="320028"/>
                  <a:pt x="326017" y="323100"/>
                  <a:pt x="312216" y="328621"/>
                </a:cubicBezTo>
                <a:lnTo>
                  <a:pt x="312216" y="275656"/>
                </a:lnTo>
                <a:cubicBezTo>
                  <a:pt x="312216" y="250970"/>
                  <a:pt x="332214" y="230972"/>
                  <a:pt x="356900" y="230972"/>
                </a:cubicBezTo>
                <a:close/>
                <a:moveTo>
                  <a:pt x="356953" y="196651"/>
                </a:moveTo>
                <a:cubicBezTo>
                  <a:pt x="313310" y="196651"/>
                  <a:pt x="277948" y="232013"/>
                  <a:pt x="277948" y="275655"/>
                </a:cubicBezTo>
                <a:lnTo>
                  <a:pt x="277948" y="349660"/>
                </a:lnTo>
                <a:cubicBezTo>
                  <a:pt x="252690" y="371742"/>
                  <a:pt x="236701" y="404187"/>
                  <a:pt x="236701" y="440330"/>
                </a:cubicBezTo>
                <a:cubicBezTo>
                  <a:pt x="236701" y="506731"/>
                  <a:pt x="290551" y="560582"/>
                  <a:pt x="356953" y="560582"/>
                </a:cubicBezTo>
                <a:cubicBezTo>
                  <a:pt x="423354" y="560582"/>
                  <a:pt x="477204" y="506731"/>
                  <a:pt x="477204" y="440330"/>
                </a:cubicBezTo>
                <a:cubicBezTo>
                  <a:pt x="477204" y="404135"/>
                  <a:pt x="461215" y="371690"/>
                  <a:pt x="435957" y="349660"/>
                </a:cubicBezTo>
                <a:lnTo>
                  <a:pt x="435957" y="275655"/>
                </a:lnTo>
                <a:cubicBezTo>
                  <a:pt x="435957" y="232013"/>
                  <a:pt x="400595" y="196651"/>
                  <a:pt x="356953" y="196651"/>
                </a:cubicBezTo>
                <a:close/>
                <a:moveTo>
                  <a:pt x="105" y="122386"/>
                </a:moveTo>
                <a:lnTo>
                  <a:pt x="724945" y="122386"/>
                </a:lnTo>
                <a:lnTo>
                  <a:pt x="724945" y="558915"/>
                </a:lnTo>
                <a:cubicBezTo>
                  <a:pt x="724945" y="571206"/>
                  <a:pt x="714686" y="581465"/>
                  <a:pt x="702343" y="581465"/>
                </a:cubicBezTo>
                <a:lnTo>
                  <a:pt x="20624" y="581465"/>
                </a:lnTo>
                <a:cubicBezTo>
                  <a:pt x="8334" y="581465"/>
                  <a:pt x="105" y="571206"/>
                  <a:pt x="105" y="558915"/>
                </a:cubicBezTo>
                <a:close/>
                <a:moveTo>
                  <a:pt x="178684" y="24842"/>
                </a:moveTo>
                <a:cubicBezTo>
                  <a:pt x="168425" y="24842"/>
                  <a:pt x="158165" y="33175"/>
                  <a:pt x="158165" y="45621"/>
                </a:cubicBezTo>
                <a:cubicBezTo>
                  <a:pt x="158165" y="56037"/>
                  <a:pt x="168425" y="66401"/>
                  <a:pt x="178684" y="66401"/>
                </a:cubicBezTo>
                <a:cubicBezTo>
                  <a:pt x="190975" y="66401"/>
                  <a:pt x="199203" y="55985"/>
                  <a:pt x="199203" y="45621"/>
                </a:cubicBezTo>
                <a:cubicBezTo>
                  <a:pt x="199203" y="33122"/>
                  <a:pt x="191027" y="24842"/>
                  <a:pt x="178684" y="24842"/>
                </a:cubicBezTo>
                <a:close/>
                <a:moveTo>
                  <a:pt x="112960" y="24842"/>
                </a:moveTo>
                <a:cubicBezTo>
                  <a:pt x="100669" y="24842"/>
                  <a:pt x="92441" y="33175"/>
                  <a:pt x="92441" y="45621"/>
                </a:cubicBezTo>
                <a:cubicBezTo>
                  <a:pt x="92441" y="56037"/>
                  <a:pt x="100617" y="66401"/>
                  <a:pt x="112960" y="66401"/>
                </a:cubicBezTo>
                <a:cubicBezTo>
                  <a:pt x="123220" y="66401"/>
                  <a:pt x="133479" y="55985"/>
                  <a:pt x="133479" y="45621"/>
                </a:cubicBezTo>
                <a:cubicBezTo>
                  <a:pt x="133479" y="33122"/>
                  <a:pt x="123220" y="24842"/>
                  <a:pt x="112960" y="24842"/>
                </a:cubicBezTo>
                <a:close/>
                <a:moveTo>
                  <a:pt x="45205" y="24842"/>
                </a:moveTo>
                <a:cubicBezTo>
                  <a:pt x="34945" y="24842"/>
                  <a:pt x="24686" y="33175"/>
                  <a:pt x="24686" y="45621"/>
                </a:cubicBezTo>
                <a:cubicBezTo>
                  <a:pt x="24686" y="56037"/>
                  <a:pt x="34945" y="66401"/>
                  <a:pt x="45205" y="66401"/>
                </a:cubicBezTo>
                <a:cubicBezTo>
                  <a:pt x="57548" y="66401"/>
                  <a:pt x="67807" y="55985"/>
                  <a:pt x="67807" y="45621"/>
                </a:cubicBezTo>
                <a:cubicBezTo>
                  <a:pt x="67807" y="33122"/>
                  <a:pt x="57548" y="24842"/>
                  <a:pt x="45205" y="24842"/>
                </a:cubicBezTo>
                <a:close/>
                <a:moveTo>
                  <a:pt x="0" y="0"/>
                </a:moveTo>
                <a:lnTo>
                  <a:pt x="724840" y="0"/>
                </a:lnTo>
                <a:lnTo>
                  <a:pt x="724840" y="93430"/>
                </a:lnTo>
                <a:lnTo>
                  <a:pt x="0" y="9343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sp>
        <p:nvSpPr>
          <p:cNvPr id="2522" name="Google Shape;2522;p14"/>
          <p:cNvSpPr/>
          <p:nvPr/>
        </p:nvSpPr>
        <p:spPr>
          <a:xfrm>
            <a:off x="1033423" y="2847887"/>
            <a:ext cx="10303110" cy="938596"/>
          </a:xfrm>
          <a:prstGeom prst="ellipse">
            <a:avLst/>
          </a:prstGeom>
          <a:gradFill>
            <a:gsLst>
              <a:gs pos="0">
                <a:schemeClr val="lt1"/>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nvGrpSpPr>
          <p:cNvPr id="2523" name="Google Shape;2523;p14"/>
          <p:cNvGrpSpPr/>
          <p:nvPr/>
        </p:nvGrpSpPr>
        <p:grpSpPr>
          <a:xfrm>
            <a:off x="2710849" y="3075353"/>
            <a:ext cx="6613936" cy="430322"/>
            <a:chOff x="2710849" y="3075353"/>
            <a:chExt cx="6613936" cy="430322"/>
          </a:xfrm>
        </p:grpSpPr>
        <p:sp>
          <p:nvSpPr>
            <p:cNvPr id="2524" name="Google Shape;2524;p14"/>
            <p:cNvSpPr txBox="1"/>
            <p:nvPr/>
          </p:nvSpPr>
          <p:spPr>
            <a:xfrm>
              <a:off x="3401405" y="3152745"/>
              <a:ext cx="5923380" cy="276999"/>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a:solidFill>
                    <a:schemeClr val="accent2"/>
                  </a:solidFill>
                  <a:latin typeface="Arial"/>
                  <a:ea typeface="Arial"/>
                  <a:cs typeface="Arial"/>
                  <a:sym typeface="Arial"/>
                </a:rPr>
                <a:t>Unified Platform for Operations and Automation</a:t>
              </a:r>
              <a:endParaRPr sz="1400" b="0" i="0" u="none" strike="noStrike" cap="none">
                <a:solidFill>
                  <a:srgbClr val="000000"/>
                </a:solidFill>
                <a:latin typeface="Arial"/>
                <a:ea typeface="Arial"/>
                <a:cs typeface="Arial"/>
                <a:sym typeface="Arial"/>
              </a:endParaRPr>
            </a:p>
          </p:txBody>
        </p:sp>
        <p:sp>
          <p:nvSpPr>
            <p:cNvPr id="2525" name="Google Shape;2525;p14"/>
            <p:cNvSpPr/>
            <p:nvPr/>
          </p:nvSpPr>
          <p:spPr>
            <a:xfrm>
              <a:off x="2710849" y="3075353"/>
              <a:ext cx="538578" cy="430322"/>
            </a:xfrm>
            <a:custGeom>
              <a:avLst/>
              <a:gdLst/>
              <a:ahLst/>
              <a:cxnLst/>
              <a:rect l="l" t="t" r="r" b="b"/>
              <a:pathLst>
                <a:path w="1698884" h="1357399" extrusionOk="0">
                  <a:moveTo>
                    <a:pt x="1465017" y="1028223"/>
                  </a:moveTo>
                  <a:cubicBezTo>
                    <a:pt x="1412796" y="1028223"/>
                    <a:pt x="1366242" y="1069514"/>
                    <a:pt x="1366647" y="1126593"/>
                  </a:cubicBezTo>
                  <a:cubicBezTo>
                    <a:pt x="1367052" y="1176789"/>
                    <a:pt x="1407938" y="1223343"/>
                    <a:pt x="1464612" y="1223343"/>
                  </a:cubicBezTo>
                  <a:cubicBezTo>
                    <a:pt x="1515618" y="1223343"/>
                    <a:pt x="1562172" y="1182052"/>
                    <a:pt x="1562576" y="1126593"/>
                  </a:cubicBezTo>
                  <a:cubicBezTo>
                    <a:pt x="1562981" y="1073562"/>
                    <a:pt x="1518452" y="1028223"/>
                    <a:pt x="1465017" y="1028223"/>
                  </a:cubicBezTo>
                  <a:close/>
                  <a:moveTo>
                    <a:pt x="1529989" y="891599"/>
                  </a:moveTo>
                  <a:cubicBezTo>
                    <a:pt x="1532721" y="891093"/>
                    <a:pt x="1535656" y="891802"/>
                    <a:pt x="1539097" y="893421"/>
                  </a:cubicBezTo>
                  <a:cubicBezTo>
                    <a:pt x="1550432" y="898683"/>
                    <a:pt x="1561767" y="903541"/>
                    <a:pt x="1573507" y="907589"/>
                  </a:cubicBezTo>
                  <a:cubicBezTo>
                    <a:pt x="1580793" y="910018"/>
                    <a:pt x="1583222" y="914066"/>
                    <a:pt x="1582412" y="921353"/>
                  </a:cubicBezTo>
                  <a:cubicBezTo>
                    <a:pt x="1581198" y="934307"/>
                    <a:pt x="1580793" y="947666"/>
                    <a:pt x="1580793" y="960619"/>
                  </a:cubicBezTo>
                  <a:cubicBezTo>
                    <a:pt x="1581198" y="965477"/>
                    <a:pt x="1583627" y="970740"/>
                    <a:pt x="1586865" y="974383"/>
                  </a:cubicBezTo>
                  <a:cubicBezTo>
                    <a:pt x="1595366" y="983694"/>
                    <a:pt x="1604272" y="992600"/>
                    <a:pt x="1613988" y="1001101"/>
                  </a:cubicBezTo>
                  <a:cubicBezTo>
                    <a:pt x="1617631" y="1004339"/>
                    <a:pt x="1613988" y="1007173"/>
                    <a:pt x="1627751" y="1007173"/>
                  </a:cubicBezTo>
                  <a:cubicBezTo>
                    <a:pt x="1641515" y="1007173"/>
                    <a:pt x="1655683" y="1006363"/>
                    <a:pt x="1669447" y="1005149"/>
                  </a:cubicBezTo>
                  <a:cubicBezTo>
                    <a:pt x="1675519" y="1004744"/>
                    <a:pt x="1678758" y="1006768"/>
                    <a:pt x="1680782" y="1012436"/>
                  </a:cubicBezTo>
                  <a:cubicBezTo>
                    <a:pt x="1685639" y="1024985"/>
                    <a:pt x="1691307" y="1037534"/>
                    <a:pt x="1696974" y="1049678"/>
                  </a:cubicBezTo>
                  <a:cubicBezTo>
                    <a:pt x="1699808" y="1055751"/>
                    <a:pt x="1698593" y="1059394"/>
                    <a:pt x="1693736" y="1063442"/>
                  </a:cubicBezTo>
                  <a:cubicBezTo>
                    <a:pt x="1683615" y="1072348"/>
                    <a:pt x="1673090" y="1081254"/>
                    <a:pt x="1663779" y="1090969"/>
                  </a:cubicBezTo>
                  <a:cubicBezTo>
                    <a:pt x="1660136" y="1095017"/>
                    <a:pt x="1658517" y="1101494"/>
                    <a:pt x="1658112" y="1107162"/>
                  </a:cubicBezTo>
                  <a:cubicBezTo>
                    <a:pt x="1657303" y="1118496"/>
                    <a:pt x="1657303" y="1130236"/>
                    <a:pt x="1658112" y="1141571"/>
                  </a:cubicBezTo>
                  <a:cubicBezTo>
                    <a:pt x="1658517" y="1147238"/>
                    <a:pt x="1660541" y="1153715"/>
                    <a:pt x="1664184" y="1157358"/>
                  </a:cubicBezTo>
                  <a:cubicBezTo>
                    <a:pt x="1673495" y="1167074"/>
                    <a:pt x="1683615" y="1175980"/>
                    <a:pt x="1694140" y="1184481"/>
                  </a:cubicBezTo>
                  <a:lnTo>
                    <a:pt x="1694140" y="1183671"/>
                  </a:lnTo>
                  <a:cubicBezTo>
                    <a:pt x="1698998" y="1188124"/>
                    <a:pt x="1700213" y="1191767"/>
                    <a:pt x="1697379" y="1197435"/>
                  </a:cubicBezTo>
                  <a:lnTo>
                    <a:pt x="1697784" y="1197435"/>
                  </a:lnTo>
                  <a:cubicBezTo>
                    <a:pt x="1692116" y="1209984"/>
                    <a:pt x="1687259" y="1222533"/>
                    <a:pt x="1682401" y="1235082"/>
                  </a:cubicBezTo>
                  <a:cubicBezTo>
                    <a:pt x="1680377" y="1241155"/>
                    <a:pt x="1676329" y="1242774"/>
                    <a:pt x="1670256" y="1242369"/>
                  </a:cubicBezTo>
                  <a:cubicBezTo>
                    <a:pt x="1657303" y="1241559"/>
                    <a:pt x="1643944" y="1240345"/>
                    <a:pt x="1630990" y="1240750"/>
                  </a:cubicBezTo>
                  <a:cubicBezTo>
                    <a:pt x="1625322" y="1240750"/>
                    <a:pt x="1619250" y="1243583"/>
                    <a:pt x="1615202" y="1247227"/>
                  </a:cubicBezTo>
                  <a:cubicBezTo>
                    <a:pt x="1607106" y="1254513"/>
                    <a:pt x="1600224" y="1263419"/>
                    <a:pt x="1591723" y="1270706"/>
                  </a:cubicBezTo>
                  <a:cubicBezTo>
                    <a:pt x="1584436" y="1276778"/>
                    <a:pt x="1582007" y="1282850"/>
                    <a:pt x="1582817" y="1291756"/>
                  </a:cubicBezTo>
                  <a:cubicBezTo>
                    <a:pt x="1584032" y="1306329"/>
                    <a:pt x="1589699" y="1324141"/>
                    <a:pt x="1583222" y="1334666"/>
                  </a:cubicBezTo>
                  <a:cubicBezTo>
                    <a:pt x="1577149" y="1345191"/>
                    <a:pt x="1558123" y="1347620"/>
                    <a:pt x="1545170" y="1354097"/>
                  </a:cubicBezTo>
                  <a:cubicBezTo>
                    <a:pt x="1536263" y="1358550"/>
                    <a:pt x="1530191" y="1358550"/>
                    <a:pt x="1523714" y="1350049"/>
                  </a:cubicBezTo>
                  <a:cubicBezTo>
                    <a:pt x="1516428" y="1340738"/>
                    <a:pt x="1508331" y="1331832"/>
                    <a:pt x="1499426" y="1323736"/>
                  </a:cubicBezTo>
                  <a:cubicBezTo>
                    <a:pt x="1495378" y="1320093"/>
                    <a:pt x="1488901" y="1318069"/>
                    <a:pt x="1483233" y="1317664"/>
                  </a:cubicBezTo>
                  <a:cubicBezTo>
                    <a:pt x="1471089" y="1316855"/>
                    <a:pt x="1458540" y="1316855"/>
                    <a:pt x="1446395" y="1317664"/>
                  </a:cubicBezTo>
                  <a:cubicBezTo>
                    <a:pt x="1441537" y="1318069"/>
                    <a:pt x="1435870" y="1320498"/>
                    <a:pt x="1432632" y="1323736"/>
                  </a:cubicBezTo>
                  <a:cubicBezTo>
                    <a:pt x="1422511" y="1333452"/>
                    <a:pt x="1414415" y="1344382"/>
                    <a:pt x="1404295" y="1354097"/>
                  </a:cubicBezTo>
                  <a:cubicBezTo>
                    <a:pt x="1401866" y="1356931"/>
                    <a:pt x="1395389" y="1358145"/>
                    <a:pt x="1391746" y="1356931"/>
                  </a:cubicBezTo>
                  <a:cubicBezTo>
                    <a:pt x="1378387" y="1352478"/>
                    <a:pt x="1365433" y="1347215"/>
                    <a:pt x="1352884" y="1341143"/>
                  </a:cubicBezTo>
                  <a:cubicBezTo>
                    <a:pt x="1349645" y="1339524"/>
                    <a:pt x="1346406" y="1333856"/>
                    <a:pt x="1346406" y="1330213"/>
                  </a:cubicBezTo>
                  <a:cubicBezTo>
                    <a:pt x="1346002" y="1316855"/>
                    <a:pt x="1346812" y="1303900"/>
                    <a:pt x="1348026" y="1290946"/>
                  </a:cubicBezTo>
                  <a:cubicBezTo>
                    <a:pt x="1348836" y="1283255"/>
                    <a:pt x="1346002" y="1278802"/>
                    <a:pt x="1340334" y="1274349"/>
                  </a:cubicBezTo>
                  <a:cubicBezTo>
                    <a:pt x="1333048" y="1268277"/>
                    <a:pt x="1325356" y="1261800"/>
                    <a:pt x="1319689" y="1254109"/>
                  </a:cubicBezTo>
                  <a:cubicBezTo>
                    <a:pt x="1312402" y="1244393"/>
                    <a:pt x="1303496" y="1241559"/>
                    <a:pt x="1291757" y="1243179"/>
                  </a:cubicBezTo>
                  <a:cubicBezTo>
                    <a:pt x="1281636" y="1244798"/>
                    <a:pt x="1271111" y="1244393"/>
                    <a:pt x="1260586" y="1245607"/>
                  </a:cubicBezTo>
                  <a:cubicBezTo>
                    <a:pt x="1254109" y="1246417"/>
                    <a:pt x="1250061" y="1244798"/>
                    <a:pt x="1247632" y="1237916"/>
                  </a:cubicBezTo>
                  <a:cubicBezTo>
                    <a:pt x="1242774" y="1225367"/>
                    <a:pt x="1236298" y="1213222"/>
                    <a:pt x="1231845" y="1200673"/>
                  </a:cubicBezTo>
                  <a:cubicBezTo>
                    <a:pt x="1230630" y="1197435"/>
                    <a:pt x="1231440" y="1191767"/>
                    <a:pt x="1233869" y="1189339"/>
                  </a:cubicBezTo>
                  <a:cubicBezTo>
                    <a:pt x="1243179" y="1180028"/>
                    <a:pt x="1252895" y="1171122"/>
                    <a:pt x="1263015" y="1162621"/>
                  </a:cubicBezTo>
                  <a:cubicBezTo>
                    <a:pt x="1269492" y="1156954"/>
                    <a:pt x="1272326" y="1151286"/>
                    <a:pt x="1270707" y="1142380"/>
                  </a:cubicBezTo>
                  <a:cubicBezTo>
                    <a:pt x="1269492" y="1134689"/>
                    <a:pt x="1267873" y="1126593"/>
                    <a:pt x="1269492" y="1119306"/>
                  </a:cubicBezTo>
                  <a:cubicBezTo>
                    <a:pt x="1272731" y="1105137"/>
                    <a:pt x="1268278" y="1095422"/>
                    <a:pt x="1256943" y="1086921"/>
                  </a:cubicBezTo>
                  <a:cubicBezTo>
                    <a:pt x="1246823" y="1079230"/>
                    <a:pt x="1233059" y="1070728"/>
                    <a:pt x="1230630" y="1060608"/>
                  </a:cubicBezTo>
                  <a:cubicBezTo>
                    <a:pt x="1228201" y="1050488"/>
                    <a:pt x="1237512" y="1037129"/>
                    <a:pt x="1242370" y="1025390"/>
                  </a:cubicBezTo>
                  <a:cubicBezTo>
                    <a:pt x="1250466" y="1005958"/>
                    <a:pt x="1245203" y="1007173"/>
                    <a:pt x="1268683" y="1008792"/>
                  </a:cubicBezTo>
                  <a:cubicBezTo>
                    <a:pt x="1269897" y="1008792"/>
                    <a:pt x="1271111" y="1008792"/>
                    <a:pt x="1272326" y="1008792"/>
                  </a:cubicBezTo>
                  <a:cubicBezTo>
                    <a:pt x="1294591" y="1012436"/>
                    <a:pt x="1311593" y="1007173"/>
                    <a:pt x="1327785" y="988956"/>
                  </a:cubicBezTo>
                  <a:cubicBezTo>
                    <a:pt x="1341144" y="973978"/>
                    <a:pt x="1348836" y="961429"/>
                    <a:pt x="1344382" y="941593"/>
                  </a:cubicBezTo>
                  <a:cubicBezTo>
                    <a:pt x="1342763" y="932283"/>
                    <a:pt x="1344382" y="922567"/>
                    <a:pt x="1344382" y="912447"/>
                  </a:cubicBezTo>
                  <a:cubicBezTo>
                    <a:pt x="1359361" y="905970"/>
                    <a:pt x="1373934" y="899493"/>
                    <a:pt x="1389317" y="893825"/>
                  </a:cubicBezTo>
                  <a:cubicBezTo>
                    <a:pt x="1392555" y="892611"/>
                    <a:pt x="1398223" y="893421"/>
                    <a:pt x="1400651" y="895849"/>
                  </a:cubicBezTo>
                  <a:cubicBezTo>
                    <a:pt x="1410367" y="905565"/>
                    <a:pt x="1419273" y="915281"/>
                    <a:pt x="1428179" y="925806"/>
                  </a:cubicBezTo>
                  <a:cubicBezTo>
                    <a:pt x="1433036" y="931878"/>
                    <a:pt x="1438704" y="933092"/>
                    <a:pt x="1446395" y="932687"/>
                  </a:cubicBezTo>
                  <a:cubicBezTo>
                    <a:pt x="1457730" y="931878"/>
                    <a:pt x="1469469" y="933092"/>
                    <a:pt x="1480804" y="932283"/>
                  </a:cubicBezTo>
                  <a:cubicBezTo>
                    <a:pt x="1486067" y="931878"/>
                    <a:pt x="1492139" y="929449"/>
                    <a:pt x="1495782" y="926210"/>
                  </a:cubicBezTo>
                  <a:cubicBezTo>
                    <a:pt x="1505093" y="916900"/>
                    <a:pt x="1513999" y="907184"/>
                    <a:pt x="1522095" y="897064"/>
                  </a:cubicBezTo>
                  <a:cubicBezTo>
                    <a:pt x="1524727" y="893826"/>
                    <a:pt x="1527257" y="892105"/>
                    <a:pt x="1529989" y="891599"/>
                  </a:cubicBezTo>
                  <a:close/>
                  <a:moveTo>
                    <a:pt x="431125" y="510063"/>
                  </a:moveTo>
                  <a:lnTo>
                    <a:pt x="344496" y="533137"/>
                  </a:lnTo>
                  <a:lnTo>
                    <a:pt x="259080" y="556212"/>
                  </a:lnTo>
                  <a:lnTo>
                    <a:pt x="301585" y="599527"/>
                  </a:lnTo>
                  <a:lnTo>
                    <a:pt x="200787" y="701134"/>
                  </a:lnTo>
                  <a:lnTo>
                    <a:pt x="240459" y="740401"/>
                  </a:lnTo>
                  <a:lnTo>
                    <a:pt x="341257" y="638793"/>
                  </a:lnTo>
                  <a:lnTo>
                    <a:pt x="383763" y="682108"/>
                  </a:lnTo>
                  <a:lnTo>
                    <a:pt x="406432" y="595074"/>
                  </a:lnTo>
                  <a:lnTo>
                    <a:pt x="406837" y="595478"/>
                  </a:lnTo>
                  <a:close/>
                  <a:moveTo>
                    <a:pt x="810" y="250983"/>
                  </a:moveTo>
                  <a:lnTo>
                    <a:pt x="1497402" y="250983"/>
                  </a:lnTo>
                  <a:lnTo>
                    <a:pt x="1497402" y="865083"/>
                  </a:lnTo>
                  <a:cubicBezTo>
                    <a:pt x="1495378" y="867107"/>
                    <a:pt x="1492949" y="869536"/>
                    <a:pt x="1490925" y="871965"/>
                  </a:cubicBezTo>
                  <a:cubicBezTo>
                    <a:pt x="1484853" y="879657"/>
                    <a:pt x="1478780" y="886539"/>
                    <a:pt x="1473113" y="892206"/>
                  </a:cubicBezTo>
                  <a:cubicBezTo>
                    <a:pt x="1472708" y="892206"/>
                    <a:pt x="1473922" y="892206"/>
                    <a:pt x="1471494" y="892206"/>
                  </a:cubicBezTo>
                  <a:cubicBezTo>
                    <a:pt x="1469065" y="892206"/>
                    <a:pt x="1467041" y="892206"/>
                    <a:pt x="1464612" y="892206"/>
                  </a:cubicBezTo>
                  <a:cubicBezTo>
                    <a:pt x="1461778" y="892206"/>
                    <a:pt x="1459349" y="892206"/>
                    <a:pt x="1456516" y="892206"/>
                  </a:cubicBezTo>
                  <a:cubicBezTo>
                    <a:pt x="1455301" y="892206"/>
                    <a:pt x="1454087" y="892206"/>
                    <a:pt x="1452872" y="892206"/>
                  </a:cubicBezTo>
                  <a:cubicBezTo>
                    <a:pt x="1445181" y="882895"/>
                    <a:pt x="1437084" y="874799"/>
                    <a:pt x="1429393" y="867107"/>
                  </a:cubicBezTo>
                  <a:cubicBezTo>
                    <a:pt x="1420083" y="857797"/>
                    <a:pt x="1406724" y="852939"/>
                    <a:pt x="1392960" y="852939"/>
                  </a:cubicBezTo>
                  <a:cubicBezTo>
                    <a:pt x="1386888" y="852939"/>
                    <a:pt x="1381221" y="854154"/>
                    <a:pt x="1375553" y="856178"/>
                  </a:cubicBezTo>
                  <a:cubicBezTo>
                    <a:pt x="1363814" y="860631"/>
                    <a:pt x="1352074" y="865488"/>
                    <a:pt x="1341144" y="870346"/>
                  </a:cubicBezTo>
                  <a:cubicBezTo>
                    <a:pt x="1337501" y="872370"/>
                    <a:pt x="1333453" y="873989"/>
                    <a:pt x="1329404" y="875609"/>
                  </a:cubicBezTo>
                  <a:cubicBezTo>
                    <a:pt x="1314427" y="881681"/>
                    <a:pt x="1304711" y="896659"/>
                    <a:pt x="1304711" y="912851"/>
                  </a:cubicBezTo>
                  <a:cubicBezTo>
                    <a:pt x="1304711" y="914875"/>
                    <a:pt x="1304711" y="917304"/>
                    <a:pt x="1304711" y="920138"/>
                  </a:cubicBezTo>
                  <a:cubicBezTo>
                    <a:pt x="1304306" y="928639"/>
                    <a:pt x="1303901" y="939164"/>
                    <a:pt x="1306330" y="950499"/>
                  </a:cubicBezTo>
                  <a:cubicBezTo>
                    <a:pt x="1306330" y="951713"/>
                    <a:pt x="1306330" y="952523"/>
                    <a:pt x="1306330" y="952523"/>
                  </a:cubicBezTo>
                  <a:cubicBezTo>
                    <a:pt x="1305925" y="953333"/>
                    <a:pt x="1304306" y="956166"/>
                    <a:pt x="1298639" y="962643"/>
                  </a:cubicBezTo>
                  <a:cubicBezTo>
                    <a:pt x="1291757" y="969930"/>
                    <a:pt x="1288923" y="969930"/>
                    <a:pt x="1286090" y="969930"/>
                  </a:cubicBezTo>
                  <a:cubicBezTo>
                    <a:pt x="1284470" y="969930"/>
                    <a:pt x="1282446" y="969525"/>
                    <a:pt x="1280018" y="969525"/>
                  </a:cubicBezTo>
                  <a:cubicBezTo>
                    <a:pt x="1279612" y="969525"/>
                    <a:pt x="1278803" y="969525"/>
                    <a:pt x="1278803" y="969525"/>
                  </a:cubicBezTo>
                  <a:cubicBezTo>
                    <a:pt x="1275969" y="968715"/>
                    <a:pt x="1273540" y="968715"/>
                    <a:pt x="1271111" y="968715"/>
                  </a:cubicBezTo>
                  <a:cubicBezTo>
                    <a:pt x="1269897" y="968715"/>
                    <a:pt x="1268683" y="968715"/>
                    <a:pt x="1267468" y="968715"/>
                  </a:cubicBezTo>
                  <a:cubicBezTo>
                    <a:pt x="1263015" y="968311"/>
                    <a:pt x="1259777" y="968311"/>
                    <a:pt x="1256133" y="968311"/>
                  </a:cubicBezTo>
                  <a:cubicBezTo>
                    <a:pt x="1221320" y="968311"/>
                    <a:pt x="1211604" y="995433"/>
                    <a:pt x="1208365" y="1004339"/>
                  </a:cubicBezTo>
                  <a:cubicBezTo>
                    <a:pt x="1207556" y="1006363"/>
                    <a:pt x="1206746" y="1008387"/>
                    <a:pt x="1205937" y="1010816"/>
                  </a:cubicBezTo>
                  <a:cubicBezTo>
                    <a:pt x="1205127" y="1012435"/>
                    <a:pt x="1203913" y="1014864"/>
                    <a:pt x="1202698" y="1017698"/>
                  </a:cubicBezTo>
                  <a:cubicBezTo>
                    <a:pt x="1196221" y="1029842"/>
                    <a:pt x="1186911" y="1048868"/>
                    <a:pt x="1192173" y="1070728"/>
                  </a:cubicBezTo>
                  <a:cubicBezTo>
                    <a:pt x="1197436" y="1093802"/>
                    <a:pt x="1216462" y="1107566"/>
                    <a:pt x="1229011" y="1116472"/>
                  </a:cubicBezTo>
                  <a:cubicBezTo>
                    <a:pt x="1229416" y="1116877"/>
                    <a:pt x="1229821" y="1116877"/>
                    <a:pt x="1229821" y="1116877"/>
                  </a:cubicBezTo>
                  <a:cubicBezTo>
                    <a:pt x="1228606" y="1124973"/>
                    <a:pt x="1229011" y="1132260"/>
                    <a:pt x="1229821" y="1138737"/>
                  </a:cubicBezTo>
                  <a:cubicBezTo>
                    <a:pt x="1220105" y="1146833"/>
                    <a:pt x="1212414" y="1154120"/>
                    <a:pt x="1205532" y="1161406"/>
                  </a:cubicBezTo>
                  <a:cubicBezTo>
                    <a:pt x="1197031" y="1169907"/>
                    <a:pt x="1191768" y="1182456"/>
                    <a:pt x="1191363" y="1195005"/>
                  </a:cubicBezTo>
                  <a:lnTo>
                    <a:pt x="42910" y="1195005"/>
                  </a:lnTo>
                  <a:cubicBezTo>
                    <a:pt x="17407" y="1195005"/>
                    <a:pt x="405" y="1173955"/>
                    <a:pt x="405" y="1148857"/>
                  </a:cubicBezTo>
                  <a:lnTo>
                    <a:pt x="405" y="251793"/>
                  </a:lnTo>
                  <a:close/>
                  <a:moveTo>
                    <a:pt x="369189" y="51816"/>
                  </a:moveTo>
                  <a:cubicBezTo>
                    <a:pt x="347734" y="51816"/>
                    <a:pt x="326684" y="73271"/>
                    <a:pt x="326684" y="94321"/>
                  </a:cubicBezTo>
                  <a:cubicBezTo>
                    <a:pt x="326684" y="115372"/>
                    <a:pt x="348139" y="136827"/>
                    <a:pt x="369189" y="136827"/>
                  </a:cubicBezTo>
                  <a:cubicBezTo>
                    <a:pt x="394692" y="136827"/>
                    <a:pt x="411695" y="119825"/>
                    <a:pt x="411695" y="94321"/>
                  </a:cubicBezTo>
                  <a:cubicBezTo>
                    <a:pt x="411695" y="68818"/>
                    <a:pt x="390644" y="51816"/>
                    <a:pt x="369189" y="51816"/>
                  </a:cubicBezTo>
                  <a:close/>
                  <a:moveTo>
                    <a:pt x="233577" y="51816"/>
                  </a:moveTo>
                  <a:cubicBezTo>
                    <a:pt x="208074" y="51816"/>
                    <a:pt x="191072" y="73271"/>
                    <a:pt x="191072" y="94321"/>
                  </a:cubicBezTo>
                  <a:cubicBezTo>
                    <a:pt x="191072" y="115372"/>
                    <a:pt x="208074" y="136827"/>
                    <a:pt x="233577" y="136827"/>
                  </a:cubicBezTo>
                  <a:cubicBezTo>
                    <a:pt x="255032" y="136827"/>
                    <a:pt x="276082" y="119825"/>
                    <a:pt x="276082" y="94321"/>
                  </a:cubicBezTo>
                  <a:cubicBezTo>
                    <a:pt x="276082" y="68818"/>
                    <a:pt x="259080" y="51816"/>
                    <a:pt x="233577" y="51816"/>
                  </a:cubicBezTo>
                  <a:close/>
                  <a:moveTo>
                    <a:pt x="93512" y="51816"/>
                  </a:moveTo>
                  <a:cubicBezTo>
                    <a:pt x="72057" y="51816"/>
                    <a:pt x="51007" y="73271"/>
                    <a:pt x="51007" y="94321"/>
                  </a:cubicBezTo>
                  <a:cubicBezTo>
                    <a:pt x="51007" y="115372"/>
                    <a:pt x="72462" y="136827"/>
                    <a:pt x="93512" y="136827"/>
                  </a:cubicBezTo>
                  <a:cubicBezTo>
                    <a:pt x="119015" y="136827"/>
                    <a:pt x="140065" y="119825"/>
                    <a:pt x="140065" y="94321"/>
                  </a:cubicBezTo>
                  <a:cubicBezTo>
                    <a:pt x="140065" y="68818"/>
                    <a:pt x="114967" y="51816"/>
                    <a:pt x="93512" y="51816"/>
                  </a:cubicBezTo>
                  <a:close/>
                  <a:moveTo>
                    <a:pt x="0" y="0"/>
                  </a:moveTo>
                  <a:lnTo>
                    <a:pt x="1496592" y="0"/>
                  </a:lnTo>
                  <a:lnTo>
                    <a:pt x="1496592" y="191881"/>
                  </a:lnTo>
                  <a:lnTo>
                    <a:pt x="0" y="19188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526" name="Google Shape;2526;p14"/>
          <p:cNvGrpSpPr/>
          <p:nvPr/>
        </p:nvGrpSpPr>
        <p:grpSpPr>
          <a:xfrm>
            <a:off x="1397810" y="1661022"/>
            <a:ext cx="9284844" cy="609398"/>
            <a:chOff x="1061008" y="1761075"/>
            <a:chExt cx="10213328" cy="609398"/>
          </a:xfrm>
        </p:grpSpPr>
        <p:sp>
          <p:nvSpPr>
            <p:cNvPr id="2527" name="Google Shape;2527;p14"/>
            <p:cNvSpPr txBox="1"/>
            <p:nvPr/>
          </p:nvSpPr>
          <p:spPr>
            <a:xfrm>
              <a:off x="1061008" y="1761075"/>
              <a:ext cx="2570594" cy="6093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chemeClr val="accent3"/>
                  </a:solidFill>
                  <a:latin typeface="Arial"/>
                  <a:ea typeface="Arial"/>
                  <a:cs typeface="Arial"/>
                  <a:sym typeface="Arial"/>
                </a:rPr>
                <a:t>Modern</a:t>
              </a:r>
              <a:br>
                <a:rPr lang="en-US" sz="2200" b="0" i="0" u="none" strike="noStrike" cap="none">
                  <a:solidFill>
                    <a:schemeClr val="accent3"/>
                  </a:solidFill>
                  <a:latin typeface="Arial"/>
                  <a:ea typeface="Arial"/>
                  <a:cs typeface="Arial"/>
                  <a:sym typeface="Arial"/>
                </a:rPr>
              </a:br>
              <a:r>
                <a:rPr lang="en-US" sz="2200" b="0" i="0" u="none" strike="noStrike" cap="none">
                  <a:solidFill>
                    <a:schemeClr val="accent3"/>
                  </a:solidFill>
                  <a:latin typeface="Arial"/>
                  <a:ea typeface="Arial"/>
                  <a:cs typeface="Arial"/>
                  <a:sym typeface="Arial"/>
                </a:rPr>
                <a:t>Infrastructure</a:t>
              </a:r>
              <a:endParaRPr sz="1400" b="0" i="0" u="none" strike="noStrike" cap="none">
                <a:solidFill>
                  <a:srgbClr val="000000"/>
                </a:solidFill>
                <a:latin typeface="Arial"/>
                <a:ea typeface="Arial"/>
                <a:cs typeface="Arial"/>
                <a:sym typeface="Arial"/>
              </a:endParaRPr>
            </a:p>
          </p:txBody>
        </p:sp>
        <p:sp>
          <p:nvSpPr>
            <p:cNvPr id="2528" name="Google Shape;2528;p14"/>
            <p:cNvSpPr txBox="1"/>
            <p:nvPr/>
          </p:nvSpPr>
          <p:spPr>
            <a:xfrm>
              <a:off x="4903151" y="1761075"/>
              <a:ext cx="2648239" cy="6093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chemeClr val="accent4"/>
                  </a:solidFill>
                  <a:latin typeface="Arial"/>
                  <a:ea typeface="Arial"/>
                  <a:cs typeface="Arial"/>
                  <a:sym typeface="Arial"/>
                </a:rPr>
                <a:t>Unified Cloud </a:t>
              </a:r>
              <a:br>
                <a:rPr lang="en-US" sz="2200" b="0" i="0" u="none" strike="noStrike" cap="none">
                  <a:solidFill>
                    <a:schemeClr val="accent4"/>
                  </a:solidFill>
                  <a:latin typeface="Arial"/>
                  <a:ea typeface="Arial"/>
                  <a:cs typeface="Arial"/>
                  <a:sym typeface="Arial"/>
                </a:rPr>
              </a:br>
              <a:r>
                <a:rPr lang="en-US" sz="2200" b="0" i="0" u="none" strike="noStrike" cap="none">
                  <a:solidFill>
                    <a:schemeClr val="accent4"/>
                  </a:solidFill>
                  <a:latin typeface="Arial"/>
                  <a:ea typeface="Arial"/>
                  <a:cs typeface="Arial"/>
                  <a:sym typeface="Arial"/>
                </a:rPr>
                <a:t>Experience</a:t>
              </a:r>
              <a:endParaRPr sz="1400" b="0" i="0" u="none" strike="noStrike" cap="none">
                <a:solidFill>
                  <a:srgbClr val="000000"/>
                </a:solidFill>
                <a:latin typeface="Arial"/>
                <a:ea typeface="Arial"/>
                <a:cs typeface="Arial"/>
                <a:sym typeface="Arial"/>
              </a:endParaRPr>
            </a:p>
          </p:txBody>
        </p:sp>
        <p:sp>
          <p:nvSpPr>
            <p:cNvPr id="2529" name="Google Shape;2529;p14"/>
            <p:cNvSpPr txBox="1"/>
            <p:nvPr/>
          </p:nvSpPr>
          <p:spPr>
            <a:xfrm>
              <a:off x="8703742" y="1761075"/>
              <a:ext cx="2570594" cy="6093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chemeClr val="accent5"/>
                  </a:solidFill>
                  <a:latin typeface="Arial"/>
                  <a:ea typeface="Arial"/>
                  <a:cs typeface="Arial"/>
                  <a:sym typeface="Arial"/>
                </a:rPr>
                <a:t>Secure and </a:t>
              </a:r>
              <a:br>
                <a:rPr lang="en-US" sz="2200" b="0" i="0" u="none" strike="noStrike" cap="none">
                  <a:solidFill>
                    <a:schemeClr val="accent5"/>
                  </a:solidFill>
                  <a:latin typeface="Arial"/>
                  <a:ea typeface="Arial"/>
                  <a:cs typeface="Arial"/>
                  <a:sym typeface="Arial"/>
                </a:rPr>
              </a:br>
              <a:r>
                <a:rPr lang="en-US" sz="2200" b="0" i="0" u="none" strike="noStrike" cap="none">
                  <a:solidFill>
                    <a:schemeClr val="accent5"/>
                  </a:solidFill>
                  <a:latin typeface="Arial"/>
                  <a:ea typeface="Arial"/>
                  <a:cs typeface="Arial"/>
                  <a:sym typeface="Arial"/>
                </a:rPr>
                <a:t>Resilient Platform</a:t>
              </a:r>
              <a:endParaRPr sz="1400" b="0" i="0" u="none" strike="noStrike" cap="none">
                <a:solidFill>
                  <a:srgbClr val="000000"/>
                </a:solidFill>
                <a:latin typeface="Arial"/>
                <a:ea typeface="Arial"/>
                <a:cs typeface="Arial"/>
                <a:sym typeface="Arial"/>
              </a:endParaRPr>
            </a:p>
          </p:txBody>
        </p:sp>
      </p:grpSp>
      <p:sp>
        <p:nvSpPr>
          <p:cNvPr id="2530" name="Google Shape;2530;p14"/>
          <p:cNvSpPr txBox="1"/>
          <p:nvPr/>
        </p:nvSpPr>
        <p:spPr>
          <a:xfrm>
            <a:off x="579809" y="603219"/>
            <a:ext cx="11001004" cy="381000"/>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Clr>
                <a:schemeClr val="accent2"/>
              </a:buClr>
              <a:buSzPts val="2800"/>
              <a:buFont typeface="Arial"/>
              <a:buNone/>
            </a:pPr>
            <a:r>
              <a:rPr lang="en-US" sz="2800" b="0" i="0" u="none" strike="noStrike" cap="none">
                <a:solidFill>
                  <a:schemeClr val="accent2"/>
                </a:solidFill>
                <a:latin typeface="Arial"/>
                <a:ea typeface="Arial"/>
                <a:cs typeface="Arial"/>
                <a:sym typeface="Arial"/>
              </a:rPr>
              <a:t>VMware Cloud Foundation 9  – Planned Key Features</a:t>
            </a:r>
            <a:endParaRPr sz="1400" b="0" i="0" u="none" strike="noStrike" cap="none">
              <a:solidFill>
                <a:srgbClr val="000000"/>
              </a:solidFill>
              <a:latin typeface="Arial"/>
              <a:ea typeface="Arial"/>
              <a:cs typeface="Arial"/>
              <a:sym typeface="Arial"/>
            </a:endParaRPr>
          </a:p>
        </p:txBody>
      </p:sp>
      <p:pic>
        <p:nvPicPr>
          <p:cNvPr id="2531" name="Google Shape;2531;p14"/>
          <p:cNvPicPr preferRelativeResize="0"/>
          <p:nvPr/>
        </p:nvPicPr>
        <p:blipFill rotWithShape="1">
          <a:blip r:embed="rId3">
            <a:alphaModFix amt="50000"/>
          </a:blip>
          <a:srcRect l="1" t="65198" r="1" b="-31278"/>
          <a:stretch/>
        </p:blipFill>
        <p:spPr>
          <a:xfrm>
            <a:off x="0" y="1316165"/>
            <a:ext cx="12188825" cy="241469"/>
          </a:xfrm>
          <a:prstGeom prst="rect">
            <a:avLst/>
          </a:prstGeom>
          <a:noFill/>
          <a:ln>
            <a:noFill/>
          </a:ln>
        </p:spPr>
      </p:pic>
      <p:sp>
        <p:nvSpPr>
          <p:cNvPr id="2532" name="Google Shape;2532;p14"/>
          <p:cNvSpPr txBox="1"/>
          <p:nvPr/>
        </p:nvSpPr>
        <p:spPr>
          <a:xfrm>
            <a:off x="5780708" y="6542900"/>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
        <p:nvSpPr>
          <p:cNvPr id="2533" name="Google Shape;2533;p14"/>
          <p:cNvSpPr/>
          <p:nvPr/>
        </p:nvSpPr>
        <p:spPr>
          <a:xfrm rot="-2700000">
            <a:off x="4699329" y="3973929"/>
            <a:ext cx="408035" cy="408891"/>
          </a:xfrm>
          <a:custGeom>
            <a:avLst/>
            <a:gdLst/>
            <a:ahLst/>
            <a:cxnLst/>
            <a:rect l="l" t="t" r="r" b="b"/>
            <a:pathLst>
              <a:path w="541830" h="542967" extrusionOk="0">
                <a:moveTo>
                  <a:pt x="32609" y="486850"/>
                </a:moveTo>
                <a:lnTo>
                  <a:pt x="32608" y="510358"/>
                </a:lnTo>
                <a:lnTo>
                  <a:pt x="55738" y="509979"/>
                </a:lnTo>
                <a:lnTo>
                  <a:pt x="55738" y="542588"/>
                </a:lnTo>
                <a:lnTo>
                  <a:pt x="379" y="542587"/>
                </a:lnTo>
                <a:lnTo>
                  <a:pt x="0" y="486850"/>
                </a:lnTo>
                <a:close/>
                <a:moveTo>
                  <a:pt x="185033" y="511117"/>
                </a:moveTo>
                <a:lnTo>
                  <a:pt x="185034" y="542967"/>
                </a:lnTo>
                <a:lnTo>
                  <a:pt x="98962" y="542587"/>
                </a:lnTo>
                <a:lnTo>
                  <a:pt x="98962" y="510738"/>
                </a:lnTo>
                <a:close/>
                <a:moveTo>
                  <a:pt x="31850" y="357175"/>
                </a:moveTo>
                <a:lnTo>
                  <a:pt x="31851" y="443625"/>
                </a:lnTo>
                <a:lnTo>
                  <a:pt x="0" y="443625"/>
                </a:lnTo>
                <a:lnTo>
                  <a:pt x="1" y="357175"/>
                </a:lnTo>
                <a:close/>
                <a:moveTo>
                  <a:pt x="313950" y="511117"/>
                </a:moveTo>
                <a:lnTo>
                  <a:pt x="313950" y="542967"/>
                </a:lnTo>
                <a:lnTo>
                  <a:pt x="227879" y="542587"/>
                </a:lnTo>
                <a:lnTo>
                  <a:pt x="227879" y="510738"/>
                </a:lnTo>
                <a:close/>
                <a:moveTo>
                  <a:pt x="32229" y="227879"/>
                </a:moveTo>
                <a:lnTo>
                  <a:pt x="32230" y="314329"/>
                </a:lnTo>
                <a:lnTo>
                  <a:pt x="379" y="314329"/>
                </a:lnTo>
                <a:lnTo>
                  <a:pt x="380" y="227879"/>
                </a:lnTo>
                <a:close/>
                <a:moveTo>
                  <a:pt x="442867" y="511117"/>
                </a:moveTo>
                <a:lnTo>
                  <a:pt x="442867" y="542966"/>
                </a:lnTo>
                <a:lnTo>
                  <a:pt x="356795" y="542588"/>
                </a:lnTo>
                <a:lnTo>
                  <a:pt x="356796" y="510738"/>
                </a:lnTo>
                <a:close/>
                <a:moveTo>
                  <a:pt x="31850" y="98583"/>
                </a:moveTo>
                <a:lnTo>
                  <a:pt x="31851" y="185033"/>
                </a:lnTo>
                <a:lnTo>
                  <a:pt x="0" y="185033"/>
                </a:lnTo>
                <a:lnTo>
                  <a:pt x="1" y="98583"/>
                </a:lnTo>
                <a:close/>
                <a:moveTo>
                  <a:pt x="541450" y="486850"/>
                </a:moveTo>
                <a:lnTo>
                  <a:pt x="541830" y="542588"/>
                </a:lnTo>
                <a:lnTo>
                  <a:pt x="485712" y="542588"/>
                </a:lnTo>
                <a:lnTo>
                  <a:pt x="486092" y="510359"/>
                </a:lnTo>
                <a:lnTo>
                  <a:pt x="509601" y="510359"/>
                </a:lnTo>
                <a:lnTo>
                  <a:pt x="509221" y="487230"/>
                </a:lnTo>
                <a:close/>
                <a:moveTo>
                  <a:pt x="55737" y="379"/>
                </a:moveTo>
                <a:lnTo>
                  <a:pt x="55738" y="32229"/>
                </a:lnTo>
                <a:lnTo>
                  <a:pt x="32229" y="32229"/>
                </a:lnTo>
                <a:lnTo>
                  <a:pt x="32229" y="55738"/>
                </a:lnTo>
                <a:lnTo>
                  <a:pt x="379" y="55737"/>
                </a:lnTo>
                <a:lnTo>
                  <a:pt x="0" y="0"/>
                </a:lnTo>
                <a:close/>
                <a:moveTo>
                  <a:pt x="541071" y="357554"/>
                </a:moveTo>
                <a:lnTo>
                  <a:pt x="541072" y="444004"/>
                </a:lnTo>
                <a:lnTo>
                  <a:pt x="509221" y="444004"/>
                </a:lnTo>
                <a:lnTo>
                  <a:pt x="509222" y="357554"/>
                </a:lnTo>
                <a:close/>
                <a:moveTo>
                  <a:pt x="184654" y="1137"/>
                </a:moveTo>
                <a:lnTo>
                  <a:pt x="184655" y="32987"/>
                </a:lnTo>
                <a:lnTo>
                  <a:pt x="98583" y="32608"/>
                </a:lnTo>
                <a:lnTo>
                  <a:pt x="98583" y="758"/>
                </a:lnTo>
                <a:close/>
                <a:moveTo>
                  <a:pt x="541450" y="228258"/>
                </a:moveTo>
                <a:lnTo>
                  <a:pt x="541451" y="314709"/>
                </a:lnTo>
                <a:lnTo>
                  <a:pt x="509600" y="314709"/>
                </a:lnTo>
                <a:lnTo>
                  <a:pt x="509601" y="228258"/>
                </a:lnTo>
                <a:close/>
                <a:moveTo>
                  <a:pt x="313950" y="758"/>
                </a:moveTo>
                <a:lnTo>
                  <a:pt x="313950" y="32608"/>
                </a:lnTo>
                <a:lnTo>
                  <a:pt x="227879" y="32229"/>
                </a:lnTo>
                <a:lnTo>
                  <a:pt x="227879" y="379"/>
                </a:lnTo>
                <a:close/>
                <a:moveTo>
                  <a:pt x="459930" y="86829"/>
                </a:moveTo>
                <a:lnTo>
                  <a:pt x="437180" y="171004"/>
                </a:lnTo>
                <a:lnTo>
                  <a:pt x="418600" y="152424"/>
                </a:lnTo>
                <a:lnTo>
                  <a:pt x="347230" y="223794"/>
                </a:lnTo>
                <a:lnTo>
                  <a:pt x="347230" y="448719"/>
                </a:lnTo>
                <a:cubicBezTo>
                  <a:pt x="347230" y="462342"/>
                  <a:pt x="336187" y="473385"/>
                  <a:pt x="322564" y="473385"/>
                </a:cubicBezTo>
                <a:lnTo>
                  <a:pt x="96814" y="473385"/>
                </a:lnTo>
                <a:cubicBezTo>
                  <a:pt x="83191" y="473385"/>
                  <a:pt x="72148" y="462342"/>
                  <a:pt x="72148" y="448719"/>
                </a:cubicBezTo>
                <a:lnTo>
                  <a:pt x="72148" y="222969"/>
                </a:lnTo>
                <a:cubicBezTo>
                  <a:pt x="72148" y="209346"/>
                  <a:pt x="83191" y="198303"/>
                  <a:pt x="96814" y="198303"/>
                </a:cubicBezTo>
                <a:lnTo>
                  <a:pt x="322564" y="198303"/>
                </a:lnTo>
                <a:lnTo>
                  <a:pt x="323176" y="198557"/>
                </a:lnTo>
                <a:lnTo>
                  <a:pt x="393955" y="127779"/>
                </a:lnTo>
                <a:lnTo>
                  <a:pt x="375376" y="109200"/>
                </a:lnTo>
                <a:close/>
                <a:moveTo>
                  <a:pt x="541071" y="98963"/>
                </a:moveTo>
                <a:lnTo>
                  <a:pt x="541072" y="185413"/>
                </a:lnTo>
                <a:lnTo>
                  <a:pt x="509221" y="185413"/>
                </a:lnTo>
                <a:lnTo>
                  <a:pt x="509222" y="98963"/>
                </a:lnTo>
                <a:close/>
                <a:moveTo>
                  <a:pt x="442867" y="758"/>
                </a:moveTo>
                <a:lnTo>
                  <a:pt x="442867" y="32608"/>
                </a:lnTo>
                <a:lnTo>
                  <a:pt x="356795" y="32229"/>
                </a:lnTo>
                <a:lnTo>
                  <a:pt x="356796" y="379"/>
                </a:lnTo>
                <a:close/>
                <a:moveTo>
                  <a:pt x="541450" y="0"/>
                </a:moveTo>
                <a:lnTo>
                  <a:pt x="541451" y="56117"/>
                </a:lnTo>
                <a:lnTo>
                  <a:pt x="509221" y="55738"/>
                </a:lnTo>
                <a:lnTo>
                  <a:pt x="509221" y="32229"/>
                </a:lnTo>
                <a:lnTo>
                  <a:pt x="486092" y="32609"/>
                </a:lnTo>
                <a:lnTo>
                  <a:pt x="485713" y="379"/>
                </a:lnTo>
                <a:close/>
              </a:path>
            </a:pathLst>
          </a:custGeom>
          <a:solidFill>
            <a:schemeClr val="accent4"/>
          </a:solidFill>
          <a:ln>
            <a:noFill/>
          </a:ln>
        </p:spPr>
        <p:txBody>
          <a:bodyPr spcFirstLastPara="1" wrap="square" lIns="91375" tIns="45675" rIns="91375"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38"/>
        <p:cNvGrpSpPr/>
        <p:nvPr/>
      </p:nvGrpSpPr>
      <p:grpSpPr>
        <a:xfrm>
          <a:off x="0" y="0"/>
          <a:ext cx="0" cy="0"/>
          <a:chOff x="0" y="0"/>
          <a:chExt cx="0" cy="0"/>
        </a:xfrm>
      </p:grpSpPr>
      <p:grpSp>
        <p:nvGrpSpPr>
          <p:cNvPr id="2539" name="Google Shape;2539;p15"/>
          <p:cNvGrpSpPr/>
          <p:nvPr/>
        </p:nvGrpSpPr>
        <p:grpSpPr>
          <a:xfrm>
            <a:off x="4874370" y="670099"/>
            <a:ext cx="7314454" cy="5528280"/>
            <a:chOff x="5837054" y="702832"/>
            <a:chExt cx="6351774" cy="4099644"/>
          </a:xfrm>
        </p:grpSpPr>
        <p:sp>
          <p:nvSpPr>
            <p:cNvPr id="2540" name="Google Shape;2540;p15"/>
            <p:cNvSpPr/>
            <p:nvPr/>
          </p:nvSpPr>
          <p:spPr>
            <a:xfrm rot="-5400000">
              <a:off x="8358351" y="-1818465"/>
              <a:ext cx="1309176" cy="6351771"/>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sp>
          <p:nvSpPr>
            <p:cNvPr id="2541" name="Google Shape;2541;p15"/>
            <p:cNvSpPr/>
            <p:nvPr/>
          </p:nvSpPr>
          <p:spPr>
            <a:xfrm rot="-5400000">
              <a:off x="8358352" y="-423229"/>
              <a:ext cx="1309176" cy="6351769"/>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sp>
          <p:nvSpPr>
            <p:cNvPr id="2542" name="Google Shape;2542;p15"/>
            <p:cNvSpPr/>
            <p:nvPr/>
          </p:nvSpPr>
          <p:spPr>
            <a:xfrm rot="-5400000">
              <a:off x="8358355" y="972004"/>
              <a:ext cx="1309176" cy="6351769"/>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grpSp>
      <p:sp>
        <p:nvSpPr>
          <p:cNvPr id="2543" name="Google Shape;2543;p15"/>
          <p:cNvSpPr txBox="1"/>
          <p:nvPr/>
        </p:nvSpPr>
        <p:spPr>
          <a:xfrm>
            <a:off x="695178" y="3337556"/>
            <a:ext cx="3722347" cy="821946"/>
          </a:xfrm>
          <a:prstGeom prst="rect">
            <a:avLst/>
          </a:prstGeom>
          <a:noFill/>
          <a:ln>
            <a:noFill/>
          </a:ln>
        </p:spPr>
        <p:txBody>
          <a:bodyPr spcFirstLastPara="1" wrap="square" lIns="0" tIns="45675" rIns="91375" bIns="45675" anchor="t" anchorCtr="0">
            <a:noAutofit/>
          </a:bodyPr>
          <a:lstStyle/>
          <a:p>
            <a:pPr marL="0" marR="0" lvl="0" indent="0" algn="l" rtl="0">
              <a:lnSpc>
                <a:spcPct val="80000"/>
              </a:lnSpc>
              <a:spcBef>
                <a:spcPts val="0"/>
              </a:spcBef>
              <a:spcAft>
                <a:spcPts val="0"/>
              </a:spcAft>
              <a:buClr>
                <a:schemeClr val="accent2"/>
              </a:buClr>
              <a:buSzPts val="3600"/>
              <a:buFont typeface="Arial"/>
              <a:buNone/>
            </a:pPr>
            <a:r>
              <a:rPr lang="en-US" sz="3600" b="0" i="0" u="none" strike="noStrike" cap="none">
                <a:solidFill>
                  <a:schemeClr val="accent2"/>
                </a:solidFill>
                <a:latin typeface="Arial"/>
                <a:ea typeface="Arial"/>
                <a:cs typeface="Arial"/>
                <a:sym typeface="Arial"/>
              </a:rPr>
              <a:t>VCF 9</a:t>
            </a:r>
            <a:br>
              <a:rPr lang="en-US" sz="3600" b="0" i="0" u="none" strike="noStrike" cap="none">
                <a:solidFill>
                  <a:schemeClr val="accent2"/>
                </a:solidFill>
                <a:latin typeface="Arial"/>
                <a:ea typeface="Arial"/>
                <a:cs typeface="Arial"/>
                <a:sym typeface="Arial"/>
              </a:rPr>
            </a:br>
            <a:r>
              <a:rPr lang="en-US" sz="3600" b="0" i="0" u="none" strike="noStrike" cap="none">
                <a:solidFill>
                  <a:schemeClr val="accent2"/>
                </a:solidFill>
                <a:latin typeface="Arial"/>
                <a:ea typeface="Arial"/>
                <a:cs typeface="Arial"/>
                <a:sym typeface="Arial"/>
              </a:rPr>
              <a:t>By the Numbers</a:t>
            </a:r>
            <a:endParaRPr sz="3600" b="0" i="0" u="none" strike="noStrike" cap="none">
              <a:solidFill>
                <a:schemeClr val="accent2"/>
              </a:solidFill>
              <a:latin typeface="Arial"/>
              <a:ea typeface="Arial"/>
              <a:cs typeface="Arial"/>
              <a:sym typeface="Arial"/>
            </a:endParaRPr>
          </a:p>
        </p:txBody>
      </p:sp>
      <p:grpSp>
        <p:nvGrpSpPr>
          <p:cNvPr id="2544" name="Google Shape;2544;p15"/>
          <p:cNvGrpSpPr/>
          <p:nvPr/>
        </p:nvGrpSpPr>
        <p:grpSpPr>
          <a:xfrm>
            <a:off x="695178" y="2074930"/>
            <a:ext cx="1154669" cy="914793"/>
            <a:chOff x="695178" y="1528859"/>
            <a:chExt cx="1154669" cy="914793"/>
          </a:xfrm>
        </p:grpSpPr>
        <p:sp>
          <p:nvSpPr>
            <p:cNvPr id="2545" name="Google Shape;2545;p15"/>
            <p:cNvSpPr/>
            <p:nvPr/>
          </p:nvSpPr>
          <p:spPr>
            <a:xfrm>
              <a:off x="695178" y="1528859"/>
              <a:ext cx="1154669" cy="914793"/>
            </a:xfrm>
            <a:custGeom>
              <a:avLst/>
              <a:gdLst/>
              <a:ahLst/>
              <a:cxnLst/>
              <a:rect l="l" t="t" r="r" b="b"/>
              <a:pathLst>
                <a:path w="1154669" h="914793" extrusionOk="0">
                  <a:moveTo>
                    <a:pt x="1047346" y="289353"/>
                  </a:moveTo>
                  <a:cubicBezTo>
                    <a:pt x="1002979" y="244986"/>
                    <a:pt x="948307" y="212829"/>
                    <a:pt x="888669" y="195914"/>
                  </a:cubicBezTo>
                  <a:cubicBezTo>
                    <a:pt x="817082" y="74821"/>
                    <a:pt x="686319" y="0"/>
                    <a:pt x="545019" y="0"/>
                  </a:cubicBezTo>
                  <a:cubicBezTo>
                    <a:pt x="438417" y="0"/>
                    <a:pt x="338166" y="41509"/>
                    <a:pt x="262767" y="116907"/>
                  </a:cubicBezTo>
                  <a:cubicBezTo>
                    <a:pt x="213984" y="165691"/>
                    <a:pt x="178738" y="225906"/>
                    <a:pt x="160466" y="291576"/>
                  </a:cubicBezTo>
                  <a:cubicBezTo>
                    <a:pt x="61225" y="352627"/>
                    <a:pt x="0" y="461597"/>
                    <a:pt x="0" y="578302"/>
                  </a:cubicBezTo>
                  <a:cubicBezTo>
                    <a:pt x="0" y="668162"/>
                    <a:pt x="34986" y="752653"/>
                    <a:pt x="98549" y="816216"/>
                  </a:cubicBezTo>
                  <a:cubicBezTo>
                    <a:pt x="129002" y="846669"/>
                    <a:pt x="164305" y="870542"/>
                    <a:pt x="202668" y="887168"/>
                  </a:cubicBezTo>
                  <a:cubicBezTo>
                    <a:pt x="217015" y="893375"/>
                    <a:pt x="231794" y="898628"/>
                    <a:pt x="246920" y="902785"/>
                  </a:cubicBezTo>
                  <a:cubicBezTo>
                    <a:pt x="246920" y="902785"/>
                    <a:pt x="246920" y="902785"/>
                    <a:pt x="246949" y="902785"/>
                  </a:cubicBezTo>
                  <a:lnTo>
                    <a:pt x="285572" y="864162"/>
                  </a:lnTo>
                  <a:cubicBezTo>
                    <a:pt x="285572" y="864162"/>
                    <a:pt x="285543" y="864162"/>
                    <a:pt x="285514" y="864162"/>
                  </a:cubicBezTo>
                  <a:lnTo>
                    <a:pt x="626883" y="522793"/>
                  </a:lnTo>
                  <a:lnTo>
                    <a:pt x="626883" y="653007"/>
                  </a:lnTo>
                  <a:cubicBezTo>
                    <a:pt x="626883" y="665766"/>
                    <a:pt x="637218" y="676100"/>
                    <a:pt x="649976" y="676100"/>
                  </a:cubicBezTo>
                  <a:cubicBezTo>
                    <a:pt x="662735" y="676100"/>
                    <a:pt x="673069" y="665766"/>
                    <a:pt x="673069" y="653007"/>
                  </a:cubicBezTo>
                  <a:lnTo>
                    <a:pt x="673069" y="467081"/>
                  </a:lnTo>
                  <a:lnTo>
                    <a:pt x="673069" y="467081"/>
                  </a:lnTo>
                  <a:lnTo>
                    <a:pt x="673069" y="443959"/>
                  </a:lnTo>
                  <a:lnTo>
                    <a:pt x="464021" y="443959"/>
                  </a:lnTo>
                  <a:cubicBezTo>
                    <a:pt x="451263" y="443959"/>
                    <a:pt x="440929" y="454293"/>
                    <a:pt x="440929" y="467052"/>
                  </a:cubicBezTo>
                  <a:cubicBezTo>
                    <a:pt x="440929" y="479811"/>
                    <a:pt x="451263" y="490145"/>
                    <a:pt x="464021" y="490145"/>
                  </a:cubicBezTo>
                  <a:lnTo>
                    <a:pt x="594236" y="490145"/>
                  </a:lnTo>
                  <a:lnTo>
                    <a:pt x="234248" y="850133"/>
                  </a:lnTo>
                  <a:cubicBezTo>
                    <a:pt x="196000" y="835787"/>
                    <a:pt x="160928" y="813329"/>
                    <a:pt x="131196" y="783568"/>
                  </a:cubicBezTo>
                  <a:cubicBezTo>
                    <a:pt x="76380" y="728752"/>
                    <a:pt x="46186" y="655836"/>
                    <a:pt x="46186" y="578302"/>
                  </a:cubicBezTo>
                  <a:cubicBezTo>
                    <a:pt x="46186" y="474817"/>
                    <a:pt x="102013" y="378376"/>
                    <a:pt x="191901" y="326590"/>
                  </a:cubicBezTo>
                  <a:lnTo>
                    <a:pt x="200388" y="321712"/>
                  </a:lnTo>
                  <a:lnTo>
                    <a:pt x="202784" y="312215"/>
                  </a:lnTo>
                  <a:cubicBezTo>
                    <a:pt x="218198" y="250990"/>
                    <a:pt x="250268" y="194759"/>
                    <a:pt x="295444" y="149555"/>
                  </a:cubicBezTo>
                  <a:cubicBezTo>
                    <a:pt x="362095" y="82903"/>
                    <a:pt x="450743" y="46186"/>
                    <a:pt x="545019" y="46186"/>
                  </a:cubicBezTo>
                  <a:cubicBezTo>
                    <a:pt x="672896" y="46186"/>
                    <a:pt x="791016" y="115464"/>
                    <a:pt x="853280" y="226974"/>
                  </a:cubicBezTo>
                  <a:lnTo>
                    <a:pt x="858129" y="235662"/>
                  </a:lnTo>
                  <a:lnTo>
                    <a:pt x="867770" y="238116"/>
                  </a:lnTo>
                  <a:cubicBezTo>
                    <a:pt x="923049" y="252174"/>
                    <a:pt x="973853" y="281184"/>
                    <a:pt x="1014699" y="322029"/>
                  </a:cubicBezTo>
                  <a:cubicBezTo>
                    <a:pt x="1075173" y="382504"/>
                    <a:pt x="1108484" y="462896"/>
                    <a:pt x="1108484" y="548426"/>
                  </a:cubicBezTo>
                  <a:cubicBezTo>
                    <a:pt x="1108484" y="633956"/>
                    <a:pt x="1075173" y="714348"/>
                    <a:pt x="1014699" y="774822"/>
                  </a:cubicBezTo>
                  <a:cubicBezTo>
                    <a:pt x="954224" y="835296"/>
                    <a:pt x="873832" y="868608"/>
                    <a:pt x="788302" y="868608"/>
                  </a:cubicBezTo>
                  <a:lnTo>
                    <a:pt x="383254" y="868608"/>
                  </a:lnTo>
                  <a:lnTo>
                    <a:pt x="337069" y="914793"/>
                  </a:lnTo>
                  <a:lnTo>
                    <a:pt x="788302" y="914793"/>
                  </a:lnTo>
                  <a:cubicBezTo>
                    <a:pt x="886158" y="914793"/>
                    <a:pt x="978154" y="876690"/>
                    <a:pt x="1047375" y="807498"/>
                  </a:cubicBezTo>
                  <a:cubicBezTo>
                    <a:pt x="1116567" y="738306"/>
                    <a:pt x="1154670" y="646310"/>
                    <a:pt x="1154670" y="548455"/>
                  </a:cubicBezTo>
                  <a:cubicBezTo>
                    <a:pt x="1154670" y="450599"/>
                    <a:pt x="1116567" y="358603"/>
                    <a:pt x="1047375" y="289411"/>
                  </a:cubicBezTo>
                  <a:close/>
                </a:path>
              </a:pathLst>
            </a:custGeom>
            <a:solidFill>
              <a:srgbClr val="0098C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46" name="Google Shape;2546;p15"/>
            <p:cNvSpPr/>
            <p:nvPr/>
          </p:nvSpPr>
          <p:spPr>
            <a:xfrm>
              <a:off x="827932" y="1661643"/>
              <a:ext cx="889073" cy="649225"/>
            </a:xfrm>
            <a:custGeom>
              <a:avLst/>
              <a:gdLst/>
              <a:ahLst/>
              <a:cxnLst/>
              <a:rect l="l" t="t" r="r" b="b"/>
              <a:pathLst>
                <a:path w="889073" h="649225" extrusionOk="0">
                  <a:moveTo>
                    <a:pt x="665044" y="182231"/>
                  </a:moveTo>
                  <a:cubicBezTo>
                    <a:pt x="629164" y="74070"/>
                    <a:pt x="527671" y="0"/>
                    <a:pt x="412236" y="0"/>
                  </a:cubicBezTo>
                  <a:cubicBezTo>
                    <a:pt x="270850" y="0"/>
                    <a:pt x="154809" y="110759"/>
                    <a:pt x="146351" y="250066"/>
                  </a:cubicBezTo>
                  <a:cubicBezTo>
                    <a:pt x="60503" y="275151"/>
                    <a:pt x="0" y="354561"/>
                    <a:pt x="0" y="445518"/>
                  </a:cubicBezTo>
                  <a:cubicBezTo>
                    <a:pt x="0" y="518896"/>
                    <a:pt x="39027" y="583325"/>
                    <a:pt x="97365" y="619176"/>
                  </a:cubicBezTo>
                  <a:lnTo>
                    <a:pt x="131254" y="585288"/>
                  </a:lnTo>
                  <a:cubicBezTo>
                    <a:pt x="80767" y="559019"/>
                    <a:pt x="46186" y="506252"/>
                    <a:pt x="46186" y="445518"/>
                  </a:cubicBezTo>
                  <a:cubicBezTo>
                    <a:pt x="46186" y="370293"/>
                    <a:pt x="99703" y="305316"/>
                    <a:pt x="173427" y="290970"/>
                  </a:cubicBezTo>
                  <a:lnTo>
                    <a:pt x="192277" y="287304"/>
                  </a:lnTo>
                  <a:lnTo>
                    <a:pt x="192103" y="268108"/>
                  </a:lnTo>
                  <a:cubicBezTo>
                    <a:pt x="192103" y="267588"/>
                    <a:pt x="192103" y="267068"/>
                    <a:pt x="192075" y="266549"/>
                  </a:cubicBezTo>
                  <a:lnTo>
                    <a:pt x="192075" y="266376"/>
                  </a:lnTo>
                  <a:cubicBezTo>
                    <a:pt x="192075" y="144965"/>
                    <a:pt x="290825" y="46186"/>
                    <a:pt x="412236" y="46186"/>
                  </a:cubicBezTo>
                  <a:cubicBezTo>
                    <a:pt x="512661" y="46186"/>
                    <a:pt x="600327" y="113992"/>
                    <a:pt x="625411" y="211097"/>
                  </a:cubicBezTo>
                  <a:lnTo>
                    <a:pt x="630059" y="229081"/>
                  </a:lnTo>
                  <a:lnTo>
                    <a:pt x="649284" y="228388"/>
                  </a:lnTo>
                  <a:cubicBezTo>
                    <a:pt x="651333" y="228301"/>
                    <a:pt x="653411" y="228244"/>
                    <a:pt x="655490" y="228244"/>
                  </a:cubicBezTo>
                  <a:cubicBezTo>
                    <a:pt x="758801" y="228244"/>
                    <a:pt x="842888" y="312302"/>
                    <a:pt x="842888" y="415642"/>
                  </a:cubicBezTo>
                  <a:cubicBezTo>
                    <a:pt x="842888" y="518982"/>
                    <a:pt x="758830" y="603040"/>
                    <a:pt x="655490" y="603040"/>
                  </a:cubicBezTo>
                  <a:lnTo>
                    <a:pt x="383225" y="603040"/>
                  </a:lnTo>
                  <a:lnTo>
                    <a:pt x="337040" y="649226"/>
                  </a:lnTo>
                  <a:lnTo>
                    <a:pt x="655490" y="649226"/>
                  </a:lnTo>
                  <a:cubicBezTo>
                    <a:pt x="784290" y="649226"/>
                    <a:pt x="889074" y="544442"/>
                    <a:pt x="889074" y="415642"/>
                  </a:cubicBezTo>
                  <a:cubicBezTo>
                    <a:pt x="889074" y="286842"/>
                    <a:pt x="789428" y="187283"/>
                    <a:pt x="665015" y="182260"/>
                  </a:cubicBez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547" name="Google Shape;2547;p15"/>
          <p:cNvGrpSpPr/>
          <p:nvPr/>
        </p:nvGrpSpPr>
        <p:grpSpPr>
          <a:xfrm>
            <a:off x="7156976" y="1036386"/>
            <a:ext cx="4740812" cy="1140471"/>
            <a:chOff x="6930704" y="778929"/>
            <a:chExt cx="4740812" cy="1140471"/>
          </a:xfrm>
        </p:grpSpPr>
        <p:sp>
          <p:nvSpPr>
            <p:cNvPr id="2548" name="Google Shape;2548;p15"/>
            <p:cNvSpPr txBox="1"/>
            <p:nvPr/>
          </p:nvSpPr>
          <p:spPr>
            <a:xfrm>
              <a:off x="6930704" y="778929"/>
              <a:ext cx="4740812" cy="686213"/>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600"/>
                </a:spcAft>
                <a:buClr>
                  <a:schemeClr val="accent5"/>
                </a:buClr>
                <a:buSzPts val="2399"/>
                <a:buFont typeface="Arial"/>
                <a:buNone/>
              </a:pPr>
              <a:r>
                <a:rPr lang="en-US" sz="2399" b="1" i="0" u="none" strike="noStrike" cap="none">
                  <a:solidFill>
                    <a:schemeClr val="accent5"/>
                  </a:solidFill>
                  <a:latin typeface="Arial"/>
                  <a:ea typeface="Arial"/>
                  <a:cs typeface="Arial"/>
                  <a:sym typeface="Arial"/>
                </a:rPr>
                <a:t>34% Lower TCO </a:t>
              </a:r>
              <a:br>
                <a:rPr lang="en-US" sz="2399" b="0" i="0" u="none" strike="noStrike" cap="none">
                  <a:solidFill>
                    <a:schemeClr val="accent5"/>
                  </a:solidFill>
                  <a:latin typeface="Arial"/>
                  <a:ea typeface="Arial"/>
                  <a:cs typeface="Arial"/>
                  <a:sym typeface="Arial"/>
                </a:rPr>
              </a:br>
              <a:r>
                <a:rPr lang="en-US" sz="2000" b="0" i="0" u="none" strike="noStrike" cap="none">
                  <a:solidFill>
                    <a:schemeClr val="accent5"/>
                  </a:solidFill>
                  <a:latin typeface="Arial"/>
                  <a:ea typeface="Arial"/>
                  <a:cs typeface="Arial"/>
                  <a:sym typeface="Arial"/>
                </a:rPr>
                <a:t>vSAN ESA with Global Dedupe</a:t>
              </a:r>
              <a:endParaRPr sz="2000" b="0" i="0" u="none" strike="noStrike" cap="none">
                <a:solidFill>
                  <a:srgbClr val="000000"/>
                </a:solidFill>
                <a:latin typeface="Arial"/>
                <a:ea typeface="Arial"/>
                <a:cs typeface="Arial"/>
                <a:sym typeface="Arial"/>
              </a:endParaRPr>
            </a:p>
          </p:txBody>
        </p:sp>
        <p:sp>
          <p:nvSpPr>
            <p:cNvPr id="2549" name="Google Shape;2549;p15"/>
            <p:cNvSpPr txBox="1"/>
            <p:nvPr/>
          </p:nvSpPr>
          <p:spPr>
            <a:xfrm>
              <a:off x="6930704" y="1396220"/>
              <a:ext cx="4124972" cy="523180"/>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3C3C3C"/>
                  </a:solidFill>
                  <a:latin typeface="Arial"/>
                  <a:ea typeface="Arial"/>
                  <a:cs typeface="Arial"/>
                  <a:sym typeface="Arial"/>
                </a:rPr>
                <a:t>$10m in savings over 3 years compared </a:t>
              </a:r>
              <a:br>
                <a:rPr lang="en-US" sz="1400" b="0" i="0" u="none" strike="noStrike" cap="none">
                  <a:solidFill>
                    <a:srgbClr val="3C3C3C"/>
                  </a:solidFill>
                  <a:latin typeface="Arial"/>
                  <a:ea typeface="Arial"/>
                  <a:cs typeface="Arial"/>
                  <a:sym typeface="Arial"/>
                </a:rPr>
              </a:br>
              <a:r>
                <a:rPr lang="en-US" sz="1400" b="0" i="0" u="none" strike="noStrike" cap="none">
                  <a:solidFill>
                    <a:srgbClr val="3C3C3C"/>
                  </a:solidFill>
                  <a:latin typeface="Arial"/>
                  <a:ea typeface="Arial"/>
                  <a:cs typeface="Arial"/>
                  <a:sym typeface="Arial"/>
                </a:rPr>
                <a:t>to VCF with traditional storage</a:t>
              </a:r>
              <a:endParaRPr sz="1400" b="0" i="0" u="none" strike="noStrike" cap="none">
                <a:solidFill>
                  <a:srgbClr val="000000"/>
                </a:solidFill>
                <a:latin typeface="Arial"/>
                <a:ea typeface="Arial"/>
                <a:cs typeface="Arial"/>
                <a:sym typeface="Arial"/>
              </a:endParaRPr>
            </a:p>
          </p:txBody>
        </p:sp>
      </p:grpSp>
      <p:grpSp>
        <p:nvGrpSpPr>
          <p:cNvPr id="2550" name="Google Shape;2550;p15"/>
          <p:cNvGrpSpPr/>
          <p:nvPr/>
        </p:nvGrpSpPr>
        <p:grpSpPr>
          <a:xfrm>
            <a:off x="7156976" y="2951406"/>
            <a:ext cx="5234700" cy="1112900"/>
            <a:chOff x="6930704" y="2714395"/>
            <a:chExt cx="5234700" cy="1112900"/>
          </a:xfrm>
        </p:grpSpPr>
        <p:sp>
          <p:nvSpPr>
            <p:cNvPr id="2551" name="Google Shape;2551;p15"/>
            <p:cNvSpPr txBox="1"/>
            <p:nvPr/>
          </p:nvSpPr>
          <p:spPr>
            <a:xfrm>
              <a:off x="6930704" y="2714395"/>
              <a:ext cx="5234700" cy="581700"/>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600"/>
                </a:spcAft>
                <a:buClr>
                  <a:schemeClr val="accent2"/>
                </a:buClr>
                <a:buSzPts val="2399"/>
                <a:buFont typeface="Arial"/>
                <a:buNone/>
              </a:pPr>
              <a:r>
                <a:rPr lang="en-US" sz="2200" b="1" i="0" u="none" strike="noStrike" cap="none">
                  <a:solidFill>
                    <a:schemeClr val="accent2"/>
                  </a:solidFill>
                  <a:latin typeface="Arial"/>
                  <a:ea typeface="Arial"/>
                  <a:cs typeface="Arial"/>
                  <a:sym typeface="Arial"/>
                </a:rPr>
                <a:t>40% More Server Consolidation</a:t>
              </a:r>
              <a:br>
                <a:rPr lang="en-US" sz="2399" b="0" i="0" u="none" strike="noStrike" cap="none">
                  <a:solidFill>
                    <a:schemeClr val="accent2"/>
                  </a:solidFill>
                  <a:latin typeface="Arial"/>
                  <a:ea typeface="Arial"/>
                  <a:cs typeface="Arial"/>
                  <a:sym typeface="Arial"/>
                </a:rPr>
              </a:br>
              <a:r>
                <a:rPr lang="en-US" sz="2000" b="0" i="0" u="none" strike="noStrike" cap="none">
                  <a:solidFill>
                    <a:schemeClr val="accent2"/>
                  </a:solidFill>
                  <a:latin typeface="Arial"/>
                  <a:ea typeface="Arial"/>
                  <a:cs typeface="Arial"/>
                  <a:sym typeface="Arial"/>
                </a:rPr>
                <a:t>Memory Tiering with NVMe</a:t>
              </a:r>
              <a:endParaRPr sz="2000" b="0" i="0" u="none" strike="noStrike" cap="none">
                <a:solidFill>
                  <a:schemeClr val="accent2"/>
                </a:solidFill>
                <a:latin typeface="Arial"/>
                <a:ea typeface="Arial"/>
                <a:cs typeface="Arial"/>
                <a:sym typeface="Arial"/>
              </a:endParaRPr>
            </a:p>
          </p:txBody>
        </p:sp>
        <p:sp>
          <p:nvSpPr>
            <p:cNvPr id="2552" name="Google Shape;2552;p15"/>
            <p:cNvSpPr txBox="1"/>
            <p:nvPr/>
          </p:nvSpPr>
          <p:spPr>
            <a:xfrm>
              <a:off x="6930704" y="3304115"/>
              <a:ext cx="4213614" cy="523180"/>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3C3C3C"/>
                  </a:solidFill>
                  <a:latin typeface="Arial"/>
                  <a:ea typeface="Arial"/>
                  <a:cs typeface="Arial"/>
                  <a:sym typeface="Arial"/>
                </a:rPr>
                <a:t>Reduced memory and licensing spend with advanced memory optimization and management</a:t>
              </a:r>
              <a:endParaRPr sz="1400" b="0" i="0" u="none" strike="noStrike" cap="none">
                <a:solidFill>
                  <a:srgbClr val="000000"/>
                </a:solidFill>
                <a:latin typeface="Arial"/>
                <a:ea typeface="Arial"/>
                <a:cs typeface="Arial"/>
                <a:sym typeface="Arial"/>
              </a:endParaRPr>
            </a:p>
          </p:txBody>
        </p:sp>
      </p:grpSp>
      <p:grpSp>
        <p:nvGrpSpPr>
          <p:cNvPr id="2553" name="Google Shape;2553;p15"/>
          <p:cNvGrpSpPr/>
          <p:nvPr/>
        </p:nvGrpSpPr>
        <p:grpSpPr>
          <a:xfrm>
            <a:off x="7156975" y="4772816"/>
            <a:ext cx="4620056" cy="1140995"/>
            <a:chOff x="6930703" y="4594718"/>
            <a:chExt cx="3948195" cy="1140995"/>
          </a:xfrm>
        </p:grpSpPr>
        <p:sp>
          <p:nvSpPr>
            <p:cNvPr id="2554" name="Google Shape;2554;p15"/>
            <p:cNvSpPr txBox="1"/>
            <p:nvPr/>
          </p:nvSpPr>
          <p:spPr>
            <a:xfrm>
              <a:off x="6930704" y="4594718"/>
              <a:ext cx="3835435" cy="686213"/>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600"/>
                </a:spcAft>
                <a:buClr>
                  <a:schemeClr val="accent3"/>
                </a:buClr>
                <a:buSzPts val="2399"/>
                <a:buFont typeface="Arial"/>
                <a:buNone/>
              </a:pPr>
              <a:r>
                <a:rPr lang="en-US" sz="2399" b="1" i="0" u="none" strike="noStrike" cap="none">
                  <a:solidFill>
                    <a:schemeClr val="accent3"/>
                  </a:solidFill>
                  <a:latin typeface="Arial"/>
                  <a:ea typeface="Arial"/>
                  <a:cs typeface="Arial"/>
                  <a:sym typeface="Arial"/>
                </a:rPr>
                <a:t>3x Switching Performance</a:t>
              </a:r>
              <a:br>
                <a:rPr lang="en-US" sz="2399" b="0" i="0" u="none" strike="noStrike" cap="none">
                  <a:solidFill>
                    <a:schemeClr val="accent3"/>
                  </a:solidFill>
                  <a:latin typeface="Arial"/>
                  <a:ea typeface="Arial"/>
                  <a:cs typeface="Arial"/>
                  <a:sym typeface="Arial"/>
                </a:rPr>
              </a:br>
              <a:r>
                <a:rPr lang="en-US" sz="2000" b="0" i="0" u="none" strike="noStrike" cap="none">
                  <a:solidFill>
                    <a:schemeClr val="accent3"/>
                  </a:solidFill>
                  <a:latin typeface="Arial"/>
                  <a:ea typeface="Arial"/>
                  <a:cs typeface="Arial"/>
                  <a:sym typeface="Arial"/>
                </a:rPr>
                <a:t>NSX Enhanced Data Path</a:t>
              </a:r>
              <a:endParaRPr sz="2000" b="0" i="0" u="none" strike="noStrike" cap="none">
                <a:solidFill>
                  <a:srgbClr val="000000"/>
                </a:solidFill>
                <a:latin typeface="Arial"/>
                <a:ea typeface="Arial"/>
                <a:cs typeface="Arial"/>
                <a:sym typeface="Arial"/>
              </a:endParaRPr>
            </a:p>
          </p:txBody>
        </p:sp>
        <p:sp>
          <p:nvSpPr>
            <p:cNvPr id="2555" name="Google Shape;2555;p15"/>
            <p:cNvSpPr txBox="1"/>
            <p:nvPr/>
          </p:nvSpPr>
          <p:spPr>
            <a:xfrm>
              <a:off x="6930703" y="5212533"/>
              <a:ext cx="3948195" cy="523180"/>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3C3C3C"/>
                  </a:solidFill>
                  <a:latin typeface="Arial"/>
                  <a:ea typeface="Arial"/>
                  <a:cs typeface="Arial"/>
                  <a:sym typeface="Arial"/>
                </a:rPr>
                <a:t>High-performance networking mode to </a:t>
              </a:r>
              <a:br>
                <a:rPr lang="en-US" sz="1400" b="0" i="0" u="none" strike="noStrike" cap="none">
                  <a:solidFill>
                    <a:srgbClr val="3C3C3C"/>
                  </a:solidFill>
                  <a:latin typeface="Arial"/>
                  <a:ea typeface="Arial"/>
                  <a:cs typeface="Arial"/>
                  <a:sym typeface="Arial"/>
                </a:rPr>
              </a:br>
              <a:r>
                <a:rPr lang="en-US" sz="1400" b="0" i="0" u="none" strike="noStrike" cap="none">
                  <a:solidFill>
                    <a:srgbClr val="3C3C3C"/>
                  </a:solidFill>
                  <a:latin typeface="Arial"/>
                  <a:ea typeface="Arial"/>
                  <a:cs typeface="Arial"/>
                  <a:sym typeface="Arial"/>
                </a:rPr>
                <a:t>fully utilize physical network bandwidth</a:t>
              </a:r>
              <a:endParaRPr sz="1400" b="0" i="0" u="none" strike="noStrike" cap="none">
                <a:solidFill>
                  <a:srgbClr val="000000"/>
                </a:solidFill>
                <a:latin typeface="Arial"/>
                <a:ea typeface="Arial"/>
                <a:cs typeface="Arial"/>
                <a:sym typeface="Arial"/>
              </a:endParaRPr>
            </a:p>
          </p:txBody>
        </p:sp>
      </p:grpSp>
      <p:grpSp>
        <p:nvGrpSpPr>
          <p:cNvPr id="2556" name="Google Shape;2556;p15"/>
          <p:cNvGrpSpPr/>
          <p:nvPr/>
        </p:nvGrpSpPr>
        <p:grpSpPr>
          <a:xfrm>
            <a:off x="5518863" y="992483"/>
            <a:ext cx="1095259" cy="1095259"/>
            <a:chOff x="5431781" y="877481"/>
            <a:chExt cx="1325263" cy="1325263"/>
          </a:xfrm>
        </p:grpSpPr>
        <p:sp>
          <p:nvSpPr>
            <p:cNvPr id="2557" name="Google Shape;2557;p15"/>
            <p:cNvSpPr/>
            <p:nvPr/>
          </p:nvSpPr>
          <p:spPr>
            <a:xfrm>
              <a:off x="5431781" y="877481"/>
              <a:ext cx="1325263" cy="1325263"/>
            </a:xfrm>
            <a:prstGeom prst="ellipse">
              <a:avLst/>
            </a:prstGeom>
            <a:gradFill>
              <a:gsLst>
                <a:gs pos="0">
                  <a:srgbClr val="3D5290"/>
                </a:gs>
                <a:gs pos="18000">
                  <a:srgbClr val="3D5290"/>
                </a:gs>
                <a:gs pos="100000">
                  <a:schemeClr val="accent5"/>
                </a:gs>
              </a:gsLst>
              <a:lin ang="18900000" scaled="0"/>
            </a:gradFill>
            <a:ln w="9525" cap="flat" cmpd="sng">
              <a:solidFill>
                <a:srgbClr val="E0D8EA"/>
              </a:solidFill>
              <a:prstDash val="solid"/>
              <a:round/>
              <a:headEnd type="none" w="sm" len="sm"/>
              <a:tailEnd type="none" w="sm" len="sm"/>
            </a:ln>
            <a:effectLst>
              <a:outerShdw sx="120000" sy="120000" algn="ctr" rotWithShape="0">
                <a:srgbClr val="6C4B94">
                  <a:alpha val="22352"/>
                </a:srgbClr>
              </a:outerShdw>
            </a:effectLst>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2558" name="Google Shape;2558;p15"/>
            <p:cNvPicPr preferRelativeResize="0"/>
            <p:nvPr/>
          </p:nvPicPr>
          <p:blipFill rotWithShape="1">
            <a:blip r:embed="rId3">
              <a:alphaModFix/>
            </a:blip>
            <a:srcRect/>
            <a:stretch/>
          </p:blipFill>
          <p:spPr>
            <a:xfrm>
              <a:off x="5686476" y="1143302"/>
              <a:ext cx="815872" cy="815872"/>
            </a:xfrm>
            <a:prstGeom prst="rect">
              <a:avLst/>
            </a:prstGeom>
            <a:noFill/>
            <a:ln>
              <a:noFill/>
            </a:ln>
          </p:spPr>
        </p:pic>
      </p:grpSp>
      <p:pic>
        <p:nvPicPr>
          <p:cNvPr id="2559" name="Google Shape;2559;p15"/>
          <p:cNvPicPr preferRelativeResize="0"/>
          <p:nvPr/>
        </p:nvPicPr>
        <p:blipFill rotWithShape="1">
          <a:blip r:embed="rId4">
            <a:alphaModFix amt="50000"/>
          </a:blip>
          <a:srcRect t="47733" r="1618" b="-46969"/>
          <a:stretch/>
        </p:blipFill>
        <p:spPr>
          <a:xfrm rot="-5400000">
            <a:off x="1612863" y="3261510"/>
            <a:ext cx="6857999" cy="334978"/>
          </a:xfrm>
          <a:prstGeom prst="rect">
            <a:avLst/>
          </a:prstGeom>
          <a:noFill/>
          <a:ln>
            <a:noFill/>
          </a:ln>
        </p:spPr>
      </p:pic>
      <p:sp>
        <p:nvSpPr>
          <p:cNvPr id="2560" name="Google Shape;2560;p15"/>
          <p:cNvSpPr/>
          <p:nvPr/>
        </p:nvSpPr>
        <p:spPr>
          <a:xfrm>
            <a:off x="0" y="0"/>
            <a:ext cx="12188825" cy="74871"/>
          </a:xfrm>
          <a:custGeom>
            <a:avLst/>
            <a:gdLst/>
            <a:ahLst/>
            <a:cxnLst/>
            <a:rect l="l" t="t" r="r" b="b"/>
            <a:pathLst>
              <a:path w="12185715" h="74871" extrusionOk="0">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2561" name="Google Shape;2561;p15"/>
          <p:cNvGrpSpPr/>
          <p:nvPr/>
        </p:nvGrpSpPr>
        <p:grpSpPr>
          <a:xfrm>
            <a:off x="5518863" y="2881370"/>
            <a:ext cx="1095259" cy="1095259"/>
            <a:chOff x="5431781" y="2766368"/>
            <a:chExt cx="1325263" cy="1325263"/>
          </a:xfrm>
        </p:grpSpPr>
        <p:sp>
          <p:nvSpPr>
            <p:cNvPr id="2562" name="Google Shape;2562;p15"/>
            <p:cNvSpPr/>
            <p:nvPr/>
          </p:nvSpPr>
          <p:spPr>
            <a:xfrm>
              <a:off x="5431781" y="2766368"/>
              <a:ext cx="1325263" cy="1325263"/>
            </a:xfrm>
            <a:prstGeom prst="ellipse">
              <a:avLst/>
            </a:prstGeom>
            <a:gradFill>
              <a:gsLst>
                <a:gs pos="0">
                  <a:srgbClr val="002D42"/>
                </a:gs>
                <a:gs pos="41000">
                  <a:schemeClr val="accent2"/>
                </a:gs>
                <a:gs pos="100000">
                  <a:schemeClr val="accent2"/>
                </a:gs>
              </a:gsLst>
              <a:lin ang="18900000" scaled="0"/>
            </a:gradFill>
            <a:ln w="9525" cap="flat" cmpd="sng">
              <a:solidFill>
                <a:srgbClr val="BFEFFF"/>
              </a:solidFill>
              <a:prstDash val="solid"/>
              <a:round/>
              <a:headEnd type="none" w="sm" len="sm"/>
              <a:tailEnd type="none" w="sm" len="sm"/>
            </a:ln>
            <a:effectLst>
              <a:outerShdw sx="120000" sy="120000" algn="ctr" rotWithShape="0">
                <a:srgbClr val="0098C7">
                  <a:alpha val="22352"/>
                </a:srgbClr>
              </a:outerShdw>
            </a:effectLst>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563" name="Google Shape;2563;p15"/>
            <p:cNvSpPr/>
            <p:nvPr/>
          </p:nvSpPr>
          <p:spPr>
            <a:xfrm>
              <a:off x="5677347" y="3043565"/>
              <a:ext cx="834130" cy="601941"/>
            </a:xfrm>
            <a:custGeom>
              <a:avLst/>
              <a:gdLst/>
              <a:ahLst/>
              <a:cxnLst/>
              <a:rect l="l" t="t" r="r" b="b"/>
              <a:pathLst>
                <a:path w="611695" h="430339" extrusionOk="0">
                  <a:moveTo>
                    <a:pt x="305848" y="48"/>
                  </a:moveTo>
                  <a:cubicBezTo>
                    <a:pt x="136922" y="48"/>
                    <a:pt x="0" y="136970"/>
                    <a:pt x="0" y="305895"/>
                  </a:cubicBezTo>
                  <a:cubicBezTo>
                    <a:pt x="0" y="350234"/>
                    <a:pt x="9525" y="392287"/>
                    <a:pt x="26479" y="430340"/>
                  </a:cubicBezTo>
                  <a:lnTo>
                    <a:pt x="89011" y="430340"/>
                  </a:lnTo>
                  <a:cubicBezTo>
                    <a:pt x="67913" y="393668"/>
                    <a:pt x="55816" y="351234"/>
                    <a:pt x="55816" y="305895"/>
                  </a:cubicBezTo>
                  <a:cubicBezTo>
                    <a:pt x="55816" y="167783"/>
                    <a:pt x="167783" y="55864"/>
                    <a:pt x="305848" y="55864"/>
                  </a:cubicBezTo>
                  <a:cubicBezTo>
                    <a:pt x="376523" y="55864"/>
                    <a:pt x="440246" y="85249"/>
                    <a:pt x="485727" y="132398"/>
                  </a:cubicBezTo>
                  <a:lnTo>
                    <a:pt x="467582" y="150400"/>
                  </a:lnTo>
                  <a:cubicBezTo>
                    <a:pt x="432483" y="113919"/>
                    <a:pt x="385239" y="89249"/>
                    <a:pt x="332280" y="83010"/>
                  </a:cubicBezTo>
                  <a:lnTo>
                    <a:pt x="305848" y="123873"/>
                  </a:lnTo>
                  <a:lnTo>
                    <a:pt x="279416" y="83010"/>
                  </a:lnTo>
                  <a:cubicBezTo>
                    <a:pt x="176641" y="95060"/>
                    <a:pt x="95155" y="176498"/>
                    <a:pt x="83010" y="279273"/>
                  </a:cubicBezTo>
                  <a:lnTo>
                    <a:pt x="124111" y="305895"/>
                  </a:lnTo>
                  <a:lnTo>
                    <a:pt x="83010" y="332518"/>
                  </a:lnTo>
                  <a:cubicBezTo>
                    <a:pt x="87249" y="368427"/>
                    <a:pt x="100013" y="401717"/>
                    <a:pt x="119110" y="430340"/>
                  </a:cubicBezTo>
                  <a:lnTo>
                    <a:pt x="492538" y="430340"/>
                  </a:lnTo>
                  <a:cubicBezTo>
                    <a:pt x="511683" y="401669"/>
                    <a:pt x="524399" y="368427"/>
                    <a:pt x="528638" y="332518"/>
                  </a:cubicBezTo>
                  <a:lnTo>
                    <a:pt x="487537" y="305895"/>
                  </a:lnTo>
                  <a:lnTo>
                    <a:pt x="528638" y="279273"/>
                  </a:lnTo>
                  <a:cubicBezTo>
                    <a:pt x="524828" y="247174"/>
                    <a:pt x="514160" y="217170"/>
                    <a:pt x="498300" y="190691"/>
                  </a:cubicBezTo>
                  <a:lnTo>
                    <a:pt x="514636" y="168402"/>
                  </a:lnTo>
                  <a:cubicBezTo>
                    <a:pt x="540639" y="207835"/>
                    <a:pt x="555879" y="255032"/>
                    <a:pt x="555879" y="305848"/>
                  </a:cubicBezTo>
                  <a:cubicBezTo>
                    <a:pt x="555879" y="351187"/>
                    <a:pt x="543782" y="393621"/>
                    <a:pt x="522684" y="430292"/>
                  </a:cubicBezTo>
                  <a:lnTo>
                    <a:pt x="585216" y="430292"/>
                  </a:lnTo>
                  <a:cubicBezTo>
                    <a:pt x="602171" y="392287"/>
                    <a:pt x="611696" y="350187"/>
                    <a:pt x="611696" y="305848"/>
                  </a:cubicBezTo>
                  <a:cubicBezTo>
                    <a:pt x="611696" y="136922"/>
                    <a:pt x="474774" y="0"/>
                    <a:pt x="305848" y="0"/>
                  </a:cubicBezTo>
                  <a:close/>
                  <a:moveTo>
                    <a:pt x="526685" y="124587"/>
                  </a:moveTo>
                  <a:lnTo>
                    <a:pt x="352758" y="361807"/>
                  </a:lnTo>
                  <a:cubicBezTo>
                    <a:pt x="358759" y="370761"/>
                    <a:pt x="362283" y="381572"/>
                    <a:pt x="362283" y="393192"/>
                  </a:cubicBezTo>
                  <a:lnTo>
                    <a:pt x="249460" y="393192"/>
                  </a:lnTo>
                  <a:cubicBezTo>
                    <a:pt x="249460" y="363045"/>
                    <a:pt x="273082" y="338519"/>
                    <a:pt x="302800" y="336947"/>
                  </a:cubicBezTo>
                  <a:lnTo>
                    <a:pt x="521351" y="120063"/>
                  </a:lnTo>
                  <a:cubicBezTo>
                    <a:pt x="524399" y="117110"/>
                    <a:pt x="529114" y="121110"/>
                    <a:pt x="526685" y="1245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564" name="Google Shape;2564;p15"/>
          <p:cNvGrpSpPr/>
          <p:nvPr/>
        </p:nvGrpSpPr>
        <p:grpSpPr>
          <a:xfrm>
            <a:off x="5518863" y="4770257"/>
            <a:ext cx="1095259" cy="1095259"/>
            <a:chOff x="5431781" y="4655255"/>
            <a:chExt cx="1325263" cy="1325263"/>
          </a:xfrm>
        </p:grpSpPr>
        <p:sp>
          <p:nvSpPr>
            <p:cNvPr id="2565" name="Google Shape;2565;p15"/>
            <p:cNvSpPr/>
            <p:nvPr/>
          </p:nvSpPr>
          <p:spPr>
            <a:xfrm>
              <a:off x="5431781" y="4655255"/>
              <a:ext cx="1325263" cy="1325263"/>
            </a:xfrm>
            <a:prstGeom prst="ellipse">
              <a:avLst/>
            </a:prstGeom>
            <a:gradFill>
              <a:gsLst>
                <a:gs pos="0">
                  <a:schemeClr val="accent2"/>
                </a:gs>
                <a:gs pos="12000">
                  <a:schemeClr val="accent2"/>
                </a:gs>
                <a:gs pos="88000">
                  <a:schemeClr val="accent3"/>
                </a:gs>
                <a:gs pos="100000">
                  <a:schemeClr val="accent3"/>
                </a:gs>
              </a:gsLst>
              <a:lin ang="18900000" scaled="0"/>
            </a:gradFill>
            <a:ln w="9525" cap="flat" cmpd="sng">
              <a:solidFill>
                <a:srgbClr val="BFEFFF"/>
              </a:solidFill>
              <a:prstDash val="solid"/>
              <a:round/>
              <a:headEnd type="none" w="sm" len="sm"/>
              <a:tailEnd type="none" w="sm" len="sm"/>
            </a:ln>
            <a:effectLst>
              <a:outerShdw sx="120000" sy="120000" algn="ctr" rotWithShape="0">
                <a:srgbClr val="0098C7">
                  <a:alpha val="22352"/>
                </a:srgbClr>
              </a:outerShdw>
            </a:effectLst>
          </p:spPr>
          <p:txBody>
            <a:bodyPr spcFirstLastPara="1" wrap="square" lIns="91350" tIns="45675" rIns="91350" bIns="456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566" name="Google Shape;2566;p15"/>
            <p:cNvSpPr/>
            <p:nvPr/>
          </p:nvSpPr>
          <p:spPr>
            <a:xfrm>
              <a:off x="5670669" y="4894143"/>
              <a:ext cx="847486" cy="847486"/>
            </a:xfrm>
            <a:custGeom>
              <a:avLst/>
              <a:gdLst/>
              <a:ahLst/>
              <a:cxnLst/>
              <a:rect l="l" t="t" r="r" b="b"/>
              <a:pathLst>
                <a:path w="584492" h="584492" extrusionOk="0">
                  <a:moveTo>
                    <a:pt x="292246" y="0"/>
                  </a:moveTo>
                  <a:cubicBezTo>
                    <a:pt x="130832" y="0"/>
                    <a:pt x="0" y="130832"/>
                    <a:pt x="0" y="292246"/>
                  </a:cubicBezTo>
                  <a:cubicBezTo>
                    <a:pt x="0" y="453661"/>
                    <a:pt x="130832" y="584492"/>
                    <a:pt x="292246" y="584492"/>
                  </a:cubicBezTo>
                  <a:cubicBezTo>
                    <a:pt x="453661" y="584492"/>
                    <a:pt x="584492" y="453661"/>
                    <a:pt x="584492" y="292246"/>
                  </a:cubicBezTo>
                  <a:cubicBezTo>
                    <a:pt x="584492" y="130832"/>
                    <a:pt x="453617" y="0"/>
                    <a:pt x="292246" y="0"/>
                  </a:cubicBezTo>
                  <a:close/>
                  <a:moveTo>
                    <a:pt x="172982" y="333520"/>
                  </a:moveTo>
                  <a:lnTo>
                    <a:pt x="172982" y="307581"/>
                  </a:lnTo>
                  <a:lnTo>
                    <a:pt x="59895" y="307581"/>
                  </a:lnTo>
                  <a:lnTo>
                    <a:pt x="59895" y="276911"/>
                  </a:lnTo>
                  <a:lnTo>
                    <a:pt x="172982" y="276911"/>
                  </a:lnTo>
                  <a:lnTo>
                    <a:pt x="172982" y="250972"/>
                  </a:lnTo>
                  <a:lnTo>
                    <a:pt x="244488" y="292246"/>
                  </a:lnTo>
                  <a:lnTo>
                    <a:pt x="172982" y="333520"/>
                  </a:lnTo>
                  <a:close/>
                  <a:moveTo>
                    <a:pt x="292246" y="519646"/>
                  </a:moveTo>
                  <a:lnTo>
                    <a:pt x="250972" y="448140"/>
                  </a:lnTo>
                  <a:lnTo>
                    <a:pt x="276911" y="448140"/>
                  </a:lnTo>
                  <a:lnTo>
                    <a:pt x="276911" y="335053"/>
                  </a:lnTo>
                  <a:lnTo>
                    <a:pt x="307581" y="335053"/>
                  </a:lnTo>
                  <a:lnTo>
                    <a:pt x="307581" y="448140"/>
                  </a:lnTo>
                  <a:lnTo>
                    <a:pt x="333520" y="448140"/>
                  </a:lnTo>
                  <a:lnTo>
                    <a:pt x="292246" y="519646"/>
                  </a:lnTo>
                  <a:close/>
                  <a:moveTo>
                    <a:pt x="307581" y="136352"/>
                  </a:moveTo>
                  <a:lnTo>
                    <a:pt x="307581" y="249439"/>
                  </a:lnTo>
                  <a:lnTo>
                    <a:pt x="276911" y="249439"/>
                  </a:lnTo>
                  <a:lnTo>
                    <a:pt x="276911" y="136352"/>
                  </a:lnTo>
                  <a:lnTo>
                    <a:pt x="250972" y="136352"/>
                  </a:lnTo>
                  <a:lnTo>
                    <a:pt x="292246" y="64846"/>
                  </a:lnTo>
                  <a:lnTo>
                    <a:pt x="333520" y="136352"/>
                  </a:lnTo>
                  <a:lnTo>
                    <a:pt x="307581" y="136352"/>
                  </a:lnTo>
                  <a:close/>
                  <a:moveTo>
                    <a:pt x="411511" y="307581"/>
                  </a:moveTo>
                  <a:lnTo>
                    <a:pt x="411511" y="333520"/>
                  </a:lnTo>
                  <a:lnTo>
                    <a:pt x="340004" y="292246"/>
                  </a:lnTo>
                  <a:lnTo>
                    <a:pt x="411511" y="250972"/>
                  </a:lnTo>
                  <a:lnTo>
                    <a:pt x="411511" y="276911"/>
                  </a:lnTo>
                  <a:lnTo>
                    <a:pt x="524597" y="276911"/>
                  </a:lnTo>
                  <a:lnTo>
                    <a:pt x="524597" y="307581"/>
                  </a:lnTo>
                  <a:lnTo>
                    <a:pt x="411511" y="307581"/>
                  </a:lnTo>
                  <a:close/>
                </a:path>
              </a:pathLst>
            </a:custGeom>
            <a:solidFill>
              <a:schemeClr val="lt1"/>
            </a:solidFill>
            <a:ln>
              <a:noFill/>
            </a:ln>
          </p:spPr>
          <p:txBody>
            <a:bodyPr spcFirstLastPara="1" wrap="square" lIns="109725" tIns="54850" rIns="109725" bIns="548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67" name="Google Shape;2567;p15"/>
          <p:cNvSpPr txBox="1"/>
          <p:nvPr/>
        </p:nvSpPr>
        <p:spPr>
          <a:xfrm>
            <a:off x="7776755" y="6328173"/>
            <a:ext cx="4121034" cy="2000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Arial"/>
                <a:ea typeface="Arial"/>
                <a:cs typeface="Arial"/>
                <a:sym typeface="Arial"/>
              </a:rPr>
              <a:t>*"Based on internal Broadcom estimates. Results will vary from customer to customer</a:t>
            </a:r>
            <a:endParaRPr sz="1400" b="0" i="0" u="none" strike="noStrike" cap="none">
              <a:solidFill>
                <a:srgbClr val="000000"/>
              </a:solidFill>
              <a:latin typeface="Arial"/>
              <a:ea typeface="Arial"/>
              <a:cs typeface="Arial"/>
              <a:sym typeface="Arial"/>
            </a:endParaRPr>
          </a:p>
        </p:txBody>
      </p:sp>
      <p:sp>
        <p:nvSpPr>
          <p:cNvPr id="2568" name="Google Shape;2568;p15"/>
          <p:cNvSpPr txBox="1"/>
          <p:nvPr/>
        </p:nvSpPr>
        <p:spPr>
          <a:xfrm>
            <a:off x="5804701" y="6479698"/>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2"/>
        <p:cNvGrpSpPr/>
        <p:nvPr/>
      </p:nvGrpSpPr>
      <p:grpSpPr>
        <a:xfrm>
          <a:off x="0" y="0"/>
          <a:ext cx="0" cy="0"/>
          <a:chOff x="0" y="0"/>
          <a:chExt cx="0" cy="0"/>
        </a:xfrm>
      </p:grpSpPr>
      <p:sp>
        <p:nvSpPr>
          <p:cNvPr id="2573" name="Google Shape;2573;g2800d3fcf52_16_1840"/>
          <p:cNvSpPr/>
          <p:nvPr/>
        </p:nvSpPr>
        <p:spPr>
          <a:xfrm rot="-5400000">
            <a:off x="5421748" y="-487595"/>
            <a:ext cx="1345200" cy="12188700"/>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sp>
        <p:nvSpPr>
          <p:cNvPr id="2574" name="Google Shape;2574;g2800d3fcf52_16_1840"/>
          <p:cNvSpPr/>
          <p:nvPr/>
        </p:nvSpPr>
        <p:spPr>
          <a:xfrm rot="-5400000">
            <a:off x="5332948" y="-2215581"/>
            <a:ext cx="1522800" cy="12188700"/>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sp>
        <p:nvSpPr>
          <p:cNvPr id="2575" name="Google Shape;2575;g2800d3fcf52_16_1840"/>
          <p:cNvSpPr/>
          <p:nvPr/>
        </p:nvSpPr>
        <p:spPr>
          <a:xfrm rot="-5400000">
            <a:off x="5332948" y="-4009914"/>
            <a:ext cx="1522800" cy="12188700"/>
          </a:xfrm>
          <a:prstGeom prst="rect">
            <a:avLst/>
          </a:prstGeom>
          <a:solidFill>
            <a:srgbClr val="F2F2F2"/>
          </a:solidFill>
          <a:ln>
            <a:noFill/>
          </a:ln>
        </p:spPr>
        <p:txBody>
          <a:bodyPr spcFirstLastPara="1" wrap="square" lIns="91400" tIns="45700" rIns="91400" bIns="45700" anchor="ctr" anchorCtr="0">
            <a:noAutofit/>
          </a:bodyPr>
          <a:lstStyle/>
          <a:p>
            <a:pPr marL="171450" marR="0" lvl="0" indent="-110490" algn="ctr" rtl="0">
              <a:lnSpc>
                <a:spcPct val="100000"/>
              </a:lnSpc>
              <a:spcBef>
                <a:spcPts val="0"/>
              </a:spcBef>
              <a:spcAft>
                <a:spcPts val="0"/>
              </a:spcAft>
              <a:buClr>
                <a:srgbClr val="000000"/>
              </a:buClr>
              <a:buSzPts val="960"/>
              <a:buFont typeface="Arial"/>
              <a:buNone/>
            </a:pPr>
            <a:endParaRPr sz="1200" b="0" i="0" u="none" strike="noStrike" cap="none">
              <a:solidFill>
                <a:srgbClr val="FFFFFF"/>
              </a:solidFill>
              <a:latin typeface="Arial"/>
              <a:ea typeface="Arial"/>
              <a:cs typeface="Arial"/>
              <a:sym typeface="Arial"/>
            </a:endParaRPr>
          </a:p>
        </p:txBody>
      </p:sp>
      <p:sp>
        <p:nvSpPr>
          <p:cNvPr id="2576" name="Google Shape;2576;g2800d3fcf52_16_1840"/>
          <p:cNvSpPr/>
          <p:nvPr/>
        </p:nvSpPr>
        <p:spPr>
          <a:xfrm>
            <a:off x="2167325" y="5360700"/>
            <a:ext cx="3936000" cy="533700"/>
          </a:xfrm>
          <a:prstGeom prst="roundRect">
            <a:avLst>
              <a:gd name="adj" fmla="val 7490"/>
            </a:avLst>
          </a:prstGeom>
          <a:solidFill>
            <a:schemeClr val="lt1"/>
          </a:solidFill>
          <a:ln w="1905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577" name="Google Shape;2577;g2800d3fcf52_16_1840"/>
          <p:cNvSpPr/>
          <p:nvPr/>
        </p:nvSpPr>
        <p:spPr>
          <a:xfrm>
            <a:off x="6426298" y="5360700"/>
            <a:ext cx="4026300" cy="533700"/>
          </a:xfrm>
          <a:prstGeom prst="roundRect">
            <a:avLst>
              <a:gd name="adj" fmla="val 7490"/>
            </a:avLst>
          </a:prstGeom>
          <a:solidFill>
            <a:schemeClr val="lt1"/>
          </a:solidFill>
          <a:ln w="1905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pic>
        <p:nvPicPr>
          <p:cNvPr id="2578" name="Google Shape;2578;g2800d3fcf52_16_1840"/>
          <p:cNvPicPr preferRelativeResize="0"/>
          <p:nvPr/>
        </p:nvPicPr>
        <p:blipFill rotWithShape="1">
          <a:blip r:embed="rId3">
            <a:alphaModFix amt="50000"/>
          </a:blip>
          <a:srcRect t="65198" b="-31280"/>
          <a:stretch/>
        </p:blipFill>
        <p:spPr>
          <a:xfrm>
            <a:off x="0" y="1316165"/>
            <a:ext cx="12188824" cy="241469"/>
          </a:xfrm>
          <a:prstGeom prst="rect">
            <a:avLst/>
          </a:prstGeom>
          <a:noFill/>
          <a:ln>
            <a:noFill/>
          </a:ln>
        </p:spPr>
      </p:pic>
      <p:sp>
        <p:nvSpPr>
          <p:cNvPr id="2579" name="Google Shape;2579;g2800d3fcf52_16_1840"/>
          <p:cNvSpPr/>
          <p:nvPr/>
        </p:nvSpPr>
        <p:spPr>
          <a:xfrm>
            <a:off x="4787601" y="1071379"/>
            <a:ext cx="2767200" cy="37380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ial"/>
                <a:ea typeface="Arial"/>
                <a:cs typeface="Arial"/>
                <a:sym typeface="Arial"/>
              </a:rPr>
              <a:t>AVAILABLE OUT OF THE BOX</a:t>
            </a:r>
            <a:endParaRPr sz="1400" b="0" i="0" u="none" strike="noStrike" cap="none">
              <a:solidFill>
                <a:srgbClr val="000000"/>
              </a:solidFill>
              <a:latin typeface="Arial"/>
              <a:ea typeface="Arial"/>
              <a:cs typeface="Arial"/>
              <a:sym typeface="Arial"/>
            </a:endParaRPr>
          </a:p>
        </p:txBody>
      </p:sp>
      <p:pic>
        <p:nvPicPr>
          <p:cNvPr id="2580" name="Google Shape;2580;g2800d3fcf52_16_1840"/>
          <p:cNvPicPr preferRelativeResize="0"/>
          <p:nvPr/>
        </p:nvPicPr>
        <p:blipFill rotWithShape="1">
          <a:blip r:embed="rId3">
            <a:alphaModFix amt="50000"/>
          </a:blip>
          <a:srcRect t="65198" b="-31280"/>
          <a:stretch/>
        </p:blipFill>
        <p:spPr>
          <a:xfrm flipH="1">
            <a:off x="-1" y="4943814"/>
            <a:ext cx="12188824" cy="230311"/>
          </a:xfrm>
          <a:prstGeom prst="rect">
            <a:avLst/>
          </a:prstGeom>
          <a:noFill/>
          <a:ln>
            <a:noFill/>
          </a:ln>
        </p:spPr>
      </p:pic>
      <p:sp>
        <p:nvSpPr>
          <p:cNvPr id="2581" name="Google Shape;2581;g2800d3fcf52_16_1840"/>
          <p:cNvSpPr/>
          <p:nvPr/>
        </p:nvSpPr>
        <p:spPr>
          <a:xfrm>
            <a:off x="4822336" y="4760573"/>
            <a:ext cx="2767200" cy="373800"/>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ial"/>
                <a:ea typeface="Arial"/>
                <a:cs typeface="Arial"/>
                <a:sym typeface="Arial"/>
              </a:rPr>
              <a:t>PARTNER SERVICES</a:t>
            </a:r>
            <a:endParaRPr sz="1400" b="0" i="0" u="none" strike="noStrike" cap="none">
              <a:solidFill>
                <a:srgbClr val="000000"/>
              </a:solidFill>
              <a:latin typeface="Arial"/>
              <a:ea typeface="Arial"/>
              <a:cs typeface="Arial"/>
              <a:sym typeface="Arial"/>
            </a:endParaRPr>
          </a:p>
        </p:txBody>
      </p:sp>
      <p:grpSp>
        <p:nvGrpSpPr>
          <p:cNvPr id="2582" name="Google Shape;2582;g2800d3fcf52_16_1840"/>
          <p:cNvGrpSpPr/>
          <p:nvPr/>
        </p:nvGrpSpPr>
        <p:grpSpPr>
          <a:xfrm>
            <a:off x="719523" y="1574014"/>
            <a:ext cx="11008410" cy="533400"/>
            <a:chOff x="719523" y="1574014"/>
            <a:chExt cx="11008410" cy="533400"/>
          </a:xfrm>
        </p:grpSpPr>
        <p:grpSp>
          <p:nvGrpSpPr>
            <p:cNvPr id="2583" name="Google Shape;2583;g2800d3fcf52_16_1840"/>
            <p:cNvGrpSpPr/>
            <p:nvPr/>
          </p:nvGrpSpPr>
          <p:grpSpPr>
            <a:xfrm>
              <a:off x="755051" y="1586033"/>
              <a:ext cx="10972882" cy="519558"/>
              <a:chOff x="719524" y="2009521"/>
              <a:chExt cx="10972882" cy="859200"/>
            </a:xfrm>
          </p:grpSpPr>
          <p:sp>
            <p:nvSpPr>
              <p:cNvPr id="2584" name="Google Shape;2584;g2800d3fcf52_16_1840"/>
              <p:cNvSpPr/>
              <p:nvPr/>
            </p:nvSpPr>
            <p:spPr>
              <a:xfrm>
                <a:off x="719524" y="2009521"/>
                <a:ext cx="3116400" cy="859200"/>
              </a:xfrm>
              <a:prstGeom prst="roundRect">
                <a:avLst>
                  <a:gd name="adj" fmla="val 7490"/>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Arial"/>
                  <a:ea typeface="Arial"/>
                  <a:cs typeface="Arial"/>
                  <a:sym typeface="Arial"/>
                </a:endParaRPr>
              </a:p>
            </p:txBody>
          </p:sp>
          <p:sp>
            <p:nvSpPr>
              <p:cNvPr id="2585" name="Google Shape;2585;g2800d3fcf52_16_1840"/>
              <p:cNvSpPr/>
              <p:nvPr/>
            </p:nvSpPr>
            <p:spPr>
              <a:xfrm>
                <a:off x="4428039" y="2009521"/>
                <a:ext cx="3339600" cy="859200"/>
              </a:xfrm>
              <a:prstGeom prst="roundRect">
                <a:avLst>
                  <a:gd name="adj" fmla="val 7490"/>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Arial"/>
                  <a:ea typeface="Arial"/>
                  <a:cs typeface="Arial"/>
                  <a:sym typeface="Arial"/>
                </a:endParaRPr>
              </a:p>
            </p:txBody>
          </p:sp>
          <p:sp>
            <p:nvSpPr>
              <p:cNvPr id="2586" name="Google Shape;2586;g2800d3fcf52_16_1840"/>
              <p:cNvSpPr/>
              <p:nvPr/>
            </p:nvSpPr>
            <p:spPr>
              <a:xfrm>
                <a:off x="8352806" y="2009521"/>
                <a:ext cx="3339600" cy="859200"/>
              </a:xfrm>
              <a:prstGeom prst="roundRect">
                <a:avLst>
                  <a:gd name="adj" fmla="val 7490"/>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Arial"/>
                  <a:ea typeface="Arial"/>
                  <a:cs typeface="Arial"/>
                  <a:sym typeface="Arial"/>
                </a:endParaRPr>
              </a:p>
            </p:txBody>
          </p:sp>
        </p:grpSp>
        <p:sp>
          <p:nvSpPr>
            <p:cNvPr id="2587" name="Google Shape;2587;g2800d3fcf52_16_1840"/>
            <p:cNvSpPr/>
            <p:nvPr/>
          </p:nvSpPr>
          <p:spPr>
            <a:xfrm>
              <a:off x="719523" y="1574014"/>
              <a:ext cx="3116400" cy="5334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VM and K8s Service</a:t>
              </a:r>
              <a:endParaRPr sz="1400" b="0" i="0" u="none" strike="noStrike" cap="none">
                <a:solidFill>
                  <a:srgbClr val="000000"/>
                </a:solidFill>
                <a:latin typeface="Arial"/>
                <a:ea typeface="Arial"/>
                <a:cs typeface="Arial"/>
                <a:sym typeface="Arial"/>
              </a:endParaRPr>
            </a:p>
          </p:txBody>
        </p:sp>
      </p:grpSp>
      <p:sp>
        <p:nvSpPr>
          <p:cNvPr id="2588" name="Google Shape;2588;g2800d3fcf52_16_1840"/>
          <p:cNvSpPr/>
          <p:nvPr/>
        </p:nvSpPr>
        <p:spPr>
          <a:xfrm>
            <a:off x="4594213" y="1579572"/>
            <a:ext cx="3036000" cy="5334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Network and </a:t>
            </a:r>
            <a:br>
              <a:rPr lang="en-US" sz="1200" b="0" i="0" u="none" strike="noStrike" cap="none">
                <a:solidFill>
                  <a:schemeClr val="accent3"/>
                </a:solidFill>
                <a:latin typeface="Arial"/>
                <a:ea typeface="Arial"/>
                <a:cs typeface="Arial"/>
                <a:sym typeface="Arial"/>
              </a:rPr>
            </a:br>
            <a:r>
              <a:rPr lang="en-US" sz="1200" b="0" i="0" u="none" strike="noStrike" cap="none">
                <a:solidFill>
                  <a:schemeClr val="accent3"/>
                </a:solidFill>
                <a:latin typeface="Arial"/>
                <a:ea typeface="Arial"/>
                <a:cs typeface="Arial"/>
                <a:sym typeface="Arial"/>
              </a:rPr>
              <a:t>Storage Services</a:t>
            </a:r>
            <a:endParaRPr sz="1400" b="0" i="0" u="none" strike="noStrike" cap="none">
              <a:solidFill>
                <a:srgbClr val="000000"/>
              </a:solidFill>
              <a:latin typeface="Arial"/>
              <a:ea typeface="Arial"/>
              <a:cs typeface="Arial"/>
              <a:sym typeface="Arial"/>
            </a:endParaRPr>
          </a:p>
        </p:txBody>
      </p:sp>
      <p:sp>
        <p:nvSpPr>
          <p:cNvPr id="2589" name="Google Shape;2589;g2800d3fcf52_16_1840"/>
          <p:cNvSpPr/>
          <p:nvPr/>
        </p:nvSpPr>
        <p:spPr>
          <a:xfrm>
            <a:off x="8504601" y="1553139"/>
            <a:ext cx="3036000" cy="5334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AI Workloads</a:t>
            </a:r>
            <a:endParaRPr sz="1400" b="0" i="0" u="none" strike="noStrike" cap="none">
              <a:solidFill>
                <a:srgbClr val="000000"/>
              </a:solidFill>
              <a:latin typeface="Arial"/>
              <a:ea typeface="Arial"/>
              <a:cs typeface="Arial"/>
              <a:sym typeface="Arial"/>
            </a:endParaRPr>
          </a:p>
        </p:txBody>
      </p:sp>
      <p:sp>
        <p:nvSpPr>
          <p:cNvPr id="2590" name="Google Shape;2590;g2800d3fcf52_16_1840"/>
          <p:cNvSpPr/>
          <p:nvPr/>
        </p:nvSpPr>
        <p:spPr>
          <a:xfrm>
            <a:off x="2869652" y="5323450"/>
            <a:ext cx="2427000" cy="569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600"/>
              <a:buFont typeface="Arial"/>
              <a:buNone/>
            </a:pPr>
            <a:r>
              <a:rPr lang="en-US" sz="1500" b="0" i="0" u="none" strike="noStrike" cap="none">
                <a:solidFill>
                  <a:schemeClr val="accent4"/>
                </a:solidFill>
                <a:latin typeface="Arial"/>
                <a:ea typeface="Arial"/>
                <a:cs typeface="Arial"/>
                <a:sym typeface="Arial"/>
              </a:rPr>
              <a:t>Object Store</a:t>
            </a:r>
            <a:endParaRPr sz="1300" b="0" i="0" u="none" strike="noStrike" cap="none">
              <a:solidFill>
                <a:srgbClr val="000000"/>
              </a:solidFill>
              <a:latin typeface="Arial"/>
              <a:ea typeface="Arial"/>
              <a:cs typeface="Arial"/>
              <a:sym typeface="Arial"/>
            </a:endParaRPr>
          </a:p>
        </p:txBody>
      </p:sp>
      <p:sp>
        <p:nvSpPr>
          <p:cNvPr id="2591" name="Google Shape;2591;g2800d3fcf52_16_1840"/>
          <p:cNvSpPr/>
          <p:nvPr/>
        </p:nvSpPr>
        <p:spPr>
          <a:xfrm>
            <a:off x="6995776" y="5371673"/>
            <a:ext cx="2879400" cy="4839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600"/>
              <a:buFont typeface="Arial"/>
              <a:buNone/>
            </a:pPr>
            <a:r>
              <a:rPr lang="en-US" sz="1500" b="0" i="0" u="none" strike="noStrike" cap="none">
                <a:solidFill>
                  <a:schemeClr val="accent4"/>
                </a:solidFill>
                <a:latin typeface="Arial"/>
                <a:ea typeface="Arial"/>
                <a:cs typeface="Arial"/>
                <a:sym typeface="Arial"/>
              </a:rPr>
              <a:t>Other Partner Services</a:t>
            </a:r>
            <a:endParaRPr sz="1300" b="0" i="0" u="none" strike="noStrike" cap="none">
              <a:solidFill>
                <a:srgbClr val="000000"/>
              </a:solidFill>
              <a:latin typeface="Arial"/>
              <a:ea typeface="Arial"/>
              <a:cs typeface="Arial"/>
              <a:sym typeface="Arial"/>
            </a:endParaRPr>
          </a:p>
        </p:txBody>
      </p:sp>
      <p:pic>
        <p:nvPicPr>
          <p:cNvPr id="2592" name="Google Shape;2592;g2800d3fcf52_16_1840"/>
          <p:cNvPicPr preferRelativeResize="0"/>
          <p:nvPr/>
        </p:nvPicPr>
        <p:blipFill rotWithShape="1">
          <a:blip r:embed="rId3">
            <a:alphaModFix amt="50000"/>
          </a:blip>
          <a:srcRect t="65198" b="-31280"/>
          <a:stretch/>
        </p:blipFill>
        <p:spPr>
          <a:xfrm>
            <a:off x="0" y="3117464"/>
            <a:ext cx="12188824" cy="241469"/>
          </a:xfrm>
          <a:prstGeom prst="rect">
            <a:avLst/>
          </a:prstGeom>
          <a:noFill/>
          <a:ln>
            <a:noFill/>
          </a:ln>
        </p:spPr>
      </p:pic>
      <p:sp>
        <p:nvSpPr>
          <p:cNvPr id="2593" name="Google Shape;2593;g2800d3fcf52_16_1840"/>
          <p:cNvSpPr/>
          <p:nvPr/>
        </p:nvSpPr>
        <p:spPr>
          <a:xfrm>
            <a:off x="4822338" y="2937518"/>
            <a:ext cx="2767200" cy="373800"/>
          </a:xfrm>
          <a:prstGeom prst="roundRect">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ial"/>
                <a:ea typeface="Arial"/>
                <a:cs typeface="Arial"/>
                <a:sym typeface="Arial"/>
              </a:rPr>
              <a:t>ADVANCED SERVICES</a:t>
            </a:r>
            <a:endParaRPr sz="1400" b="0" i="0" u="none" strike="noStrike" cap="none">
              <a:solidFill>
                <a:srgbClr val="000000"/>
              </a:solidFill>
              <a:latin typeface="Arial"/>
              <a:ea typeface="Arial"/>
              <a:cs typeface="Arial"/>
              <a:sym typeface="Arial"/>
            </a:endParaRPr>
          </a:p>
        </p:txBody>
      </p:sp>
      <p:sp>
        <p:nvSpPr>
          <p:cNvPr id="2594" name="Google Shape;2594;g2800d3fcf52_16_1840"/>
          <p:cNvSpPr txBox="1">
            <a:spLocks noGrp="1"/>
          </p:cNvSpPr>
          <p:nvPr>
            <p:ph type="title"/>
          </p:nvPr>
        </p:nvSpPr>
        <p:spPr>
          <a:xfrm>
            <a:off x="579809" y="412751"/>
            <a:ext cx="11001000" cy="3810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accent2"/>
              </a:buClr>
              <a:buSzPts val="2800"/>
              <a:buFont typeface="Arial"/>
              <a:buNone/>
            </a:pPr>
            <a:r>
              <a:rPr lang="en-US"/>
              <a:t>Leverage an Integrated IaaS Platform with a Rich Set of Services</a:t>
            </a:r>
            <a:endParaRPr/>
          </a:p>
        </p:txBody>
      </p:sp>
      <p:sp>
        <p:nvSpPr>
          <p:cNvPr id="2595" name="Google Shape;2595;g2800d3fcf52_16_1840"/>
          <p:cNvSpPr/>
          <p:nvPr/>
        </p:nvSpPr>
        <p:spPr>
          <a:xfrm>
            <a:off x="2405942" y="2207002"/>
            <a:ext cx="1348800" cy="519600"/>
          </a:xfrm>
          <a:prstGeom prst="roundRect">
            <a:avLst>
              <a:gd name="adj" fmla="val 7490"/>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Arial"/>
              <a:ea typeface="Arial"/>
              <a:cs typeface="Arial"/>
              <a:sym typeface="Arial"/>
            </a:endParaRPr>
          </a:p>
        </p:txBody>
      </p:sp>
      <p:sp>
        <p:nvSpPr>
          <p:cNvPr id="2596" name="Google Shape;2596;g2800d3fcf52_16_1840"/>
          <p:cNvSpPr/>
          <p:nvPr/>
        </p:nvSpPr>
        <p:spPr>
          <a:xfrm>
            <a:off x="5387668" y="2207002"/>
            <a:ext cx="1445400" cy="519600"/>
          </a:xfrm>
          <a:prstGeom prst="roundRect">
            <a:avLst>
              <a:gd name="adj" fmla="val 7490"/>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Arial"/>
              <a:ea typeface="Arial"/>
              <a:cs typeface="Arial"/>
              <a:sym typeface="Arial"/>
            </a:endParaRPr>
          </a:p>
        </p:txBody>
      </p:sp>
      <p:sp>
        <p:nvSpPr>
          <p:cNvPr id="2597" name="Google Shape;2597;g2800d3fcf52_16_1840"/>
          <p:cNvSpPr/>
          <p:nvPr/>
        </p:nvSpPr>
        <p:spPr>
          <a:xfrm>
            <a:off x="8618495" y="2216738"/>
            <a:ext cx="1445400" cy="519600"/>
          </a:xfrm>
          <a:prstGeom prst="roundRect">
            <a:avLst>
              <a:gd name="adj" fmla="val 7490"/>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Arial"/>
              <a:ea typeface="Arial"/>
              <a:cs typeface="Arial"/>
              <a:sym typeface="Arial"/>
            </a:endParaRPr>
          </a:p>
        </p:txBody>
      </p:sp>
      <p:sp>
        <p:nvSpPr>
          <p:cNvPr id="2598" name="Google Shape;2598;g2800d3fcf52_16_1840"/>
          <p:cNvSpPr/>
          <p:nvPr/>
        </p:nvSpPr>
        <p:spPr>
          <a:xfrm>
            <a:off x="3896805" y="2207002"/>
            <a:ext cx="1348800" cy="519600"/>
          </a:xfrm>
          <a:prstGeom prst="roundRect">
            <a:avLst>
              <a:gd name="adj" fmla="val 7490"/>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Arial"/>
              <a:ea typeface="Arial"/>
              <a:cs typeface="Arial"/>
              <a:sym typeface="Arial"/>
            </a:endParaRPr>
          </a:p>
        </p:txBody>
      </p:sp>
      <p:sp>
        <p:nvSpPr>
          <p:cNvPr id="2599" name="Google Shape;2599;g2800d3fcf52_16_1840"/>
          <p:cNvSpPr/>
          <p:nvPr/>
        </p:nvSpPr>
        <p:spPr>
          <a:xfrm>
            <a:off x="7013344" y="2207002"/>
            <a:ext cx="1445400" cy="519600"/>
          </a:xfrm>
          <a:prstGeom prst="roundRect">
            <a:avLst>
              <a:gd name="adj" fmla="val 7490"/>
            </a:avLst>
          </a:prstGeom>
          <a:solidFill>
            <a:schemeClr val="lt1"/>
          </a:solidFill>
          <a:ln w="1905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Arial"/>
              <a:ea typeface="Arial"/>
              <a:cs typeface="Arial"/>
              <a:sym typeface="Arial"/>
            </a:endParaRPr>
          </a:p>
        </p:txBody>
      </p:sp>
      <p:sp>
        <p:nvSpPr>
          <p:cNvPr id="2600" name="Google Shape;2600;g2800d3fcf52_16_1840"/>
          <p:cNvSpPr/>
          <p:nvPr/>
        </p:nvSpPr>
        <p:spPr>
          <a:xfrm>
            <a:off x="2190224" y="2216919"/>
            <a:ext cx="1780200" cy="5334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Certificate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Manager</a:t>
            </a:r>
            <a:endParaRPr sz="1400" b="0" i="0" u="none" strike="noStrike" cap="none">
              <a:solidFill>
                <a:srgbClr val="000000"/>
              </a:solidFill>
              <a:latin typeface="Arial"/>
              <a:ea typeface="Arial"/>
              <a:cs typeface="Arial"/>
              <a:sym typeface="Arial"/>
            </a:endParaRPr>
          </a:p>
        </p:txBody>
      </p:sp>
      <p:sp>
        <p:nvSpPr>
          <p:cNvPr id="2601" name="Google Shape;2601;g2800d3fcf52_16_1840"/>
          <p:cNvSpPr/>
          <p:nvPr/>
        </p:nvSpPr>
        <p:spPr>
          <a:xfrm>
            <a:off x="3681087" y="2203010"/>
            <a:ext cx="1780200" cy="5334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Database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Management</a:t>
            </a:r>
            <a:endParaRPr sz="1400" b="0" i="0" u="none" strike="noStrike" cap="none">
              <a:solidFill>
                <a:srgbClr val="000000"/>
              </a:solidFill>
              <a:latin typeface="Arial"/>
              <a:ea typeface="Arial"/>
              <a:cs typeface="Arial"/>
              <a:sym typeface="Arial"/>
            </a:endParaRPr>
          </a:p>
        </p:txBody>
      </p:sp>
      <p:sp>
        <p:nvSpPr>
          <p:cNvPr id="2602" name="Google Shape;2602;g2800d3fcf52_16_1840"/>
          <p:cNvSpPr/>
          <p:nvPr/>
        </p:nvSpPr>
        <p:spPr>
          <a:xfrm>
            <a:off x="5211089" y="2196105"/>
            <a:ext cx="1780200" cy="5334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Secrets and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Identity Store</a:t>
            </a:r>
            <a:endParaRPr sz="1400" b="0" i="0" u="none" strike="noStrike" cap="none">
              <a:solidFill>
                <a:srgbClr val="000000"/>
              </a:solidFill>
              <a:latin typeface="Arial"/>
              <a:ea typeface="Arial"/>
              <a:cs typeface="Arial"/>
              <a:sym typeface="Arial"/>
            </a:endParaRPr>
          </a:p>
        </p:txBody>
      </p:sp>
      <p:sp>
        <p:nvSpPr>
          <p:cNvPr id="2603" name="Google Shape;2603;g2800d3fcf52_16_1840"/>
          <p:cNvSpPr/>
          <p:nvPr/>
        </p:nvSpPr>
        <p:spPr>
          <a:xfrm>
            <a:off x="6975050" y="2212955"/>
            <a:ext cx="1491000" cy="5334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Volume Service</a:t>
            </a:r>
            <a:endParaRPr sz="1400" b="0" i="0" u="none" strike="noStrike" cap="none">
              <a:solidFill>
                <a:srgbClr val="000000"/>
              </a:solidFill>
              <a:latin typeface="Arial"/>
              <a:ea typeface="Arial"/>
              <a:cs typeface="Arial"/>
              <a:sym typeface="Arial"/>
            </a:endParaRPr>
          </a:p>
        </p:txBody>
      </p:sp>
      <p:sp>
        <p:nvSpPr>
          <p:cNvPr id="2604" name="Google Shape;2604;g2800d3fcf52_16_1840"/>
          <p:cNvSpPr/>
          <p:nvPr/>
        </p:nvSpPr>
        <p:spPr>
          <a:xfrm>
            <a:off x="8420486" y="2209783"/>
            <a:ext cx="1780200" cy="5334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Virtual Private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accent3"/>
                </a:solidFill>
                <a:latin typeface="Arial"/>
                <a:ea typeface="Arial"/>
                <a:cs typeface="Arial"/>
                <a:sym typeface="Arial"/>
              </a:rPr>
              <a:t>Cloud (VPC)</a:t>
            </a:r>
            <a:endParaRPr sz="1400" b="0" i="0" u="none" strike="noStrike" cap="none">
              <a:solidFill>
                <a:srgbClr val="000000"/>
              </a:solidFill>
              <a:latin typeface="Arial"/>
              <a:ea typeface="Arial"/>
              <a:cs typeface="Arial"/>
              <a:sym typeface="Arial"/>
            </a:endParaRPr>
          </a:p>
        </p:txBody>
      </p:sp>
      <p:grpSp>
        <p:nvGrpSpPr>
          <p:cNvPr id="2605" name="Google Shape;2605;g2800d3fcf52_16_1840"/>
          <p:cNvGrpSpPr/>
          <p:nvPr/>
        </p:nvGrpSpPr>
        <p:grpSpPr>
          <a:xfrm>
            <a:off x="1594980" y="3551250"/>
            <a:ext cx="9241525" cy="800947"/>
            <a:chOff x="1594980" y="3551250"/>
            <a:chExt cx="9241525" cy="800947"/>
          </a:xfrm>
        </p:grpSpPr>
        <p:grpSp>
          <p:nvGrpSpPr>
            <p:cNvPr id="2606" name="Google Shape;2606;g2800d3fcf52_16_1840"/>
            <p:cNvGrpSpPr/>
            <p:nvPr/>
          </p:nvGrpSpPr>
          <p:grpSpPr>
            <a:xfrm>
              <a:off x="1594980" y="3551250"/>
              <a:ext cx="6919494" cy="800947"/>
              <a:chOff x="719524" y="3550266"/>
              <a:chExt cx="10972873" cy="800947"/>
            </a:xfrm>
          </p:grpSpPr>
          <p:sp>
            <p:nvSpPr>
              <p:cNvPr id="2607" name="Google Shape;2607;g2800d3fcf52_16_1840"/>
              <p:cNvSpPr/>
              <p:nvPr/>
            </p:nvSpPr>
            <p:spPr>
              <a:xfrm>
                <a:off x="4405462" y="3564559"/>
                <a:ext cx="1765800" cy="785100"/>
              </a:xfrm>
              <a:prstGeom prst="roundRect">
                <a:avLst>
                  <a:gd name="adj" fmla="val 749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608" name="Google Shape;2608;g2800d3fcf52_16_1840"/>
              <p:cNvSpPr/>
              <p:nvPr/>
            </p:nvSpPr>
            <p:spPr>
              <a:xfrm>
                <a:off x="6241451" y="3564559"/>
                <a:ext cx="1765800" cy="785100"/>
              </a:xfrm>
              <a:prstGeom prst="roundRect">
                <a:avLst>
                  <a:gd name="adj" fmla="val 749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609" name="Google Shape;2609;g2800d3fcf52_16_1840"/>
              <p:cNvSpPr/>
              <p:nvPr/>
            </p:nvSpPr>
            <p:spPr>
              <a:xfrm>
                <a:off x="8077440" y="3550266"/>
                <a:ext cx="1765800" cy="785100"/>
              </a:xfrm>
              <a:prstGeom prst="roundRect">
                <a:avLst>
                  <a:gd name="adj" fmla="val 749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610" name="Google Shape;2610;g2800d3fcf52_16_1840"/>
              <p:cNvSpPr/>
              <p:nvPr/>
            </p:nvSpPr>
            <p:spPr>
              <a:xfrm>
                <a:off x="9926597" y="3550266"/>
                <a:ext cx="1765800" cy="785100"/>
              </a:xfrm>
              <a:prstGeom prst="roundRect">
                <a:avLst>
                  <a:gd name="adj" fmla="val 749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611" name="Google Shape;2611;g2800d3fcf52_16_1840"/>
              <p:cNvSpPr/>
              <p:nvPr/>
            </p:nvSpPr>
            <p:spPr>
              <a:xfrm>
                <a:off x="719524" y="3566113"/>
                <a:ext cx="1765800" cy="785100"/>
              </a:xfrm>
              <a:prstGeom prst="roundRect">
                <a:avLst>
                  <a:gd name="adj" fmla="val 749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612" name="Google Shape;2612;g2800d3fcf52_16_1840"/>
              <p:cNvSpPr/>
              <p:nvPr/>
            </p:nvSpPr>
            <p:spPr>
              <a:xfrm>
                <a:off x="2568681" y="3564559"/>
                <a:ext cx="1766400" cy="785100"/>
              </a:xfrm>
              <a:prstGeom prst="roundRect">
                <a:avLst>
                  <a:gd name="adj" fmla="val 749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grpSp>
        <p:sp>
          <p:nvSpPr>
            <p:cNvPr id="2613" name="Google Shape;2613;g2800d3fcf52_16_1840"/>
            <p:cNvSpPr/>
            <p:nvPr/>
          </p:nvSpPr>
          <p:spPr>
            <a:xfrm>
              <a:off x="3934072" y="3683604"/>
              <a:ext cx="1112700" cy="536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Advanced Security</a:t>
              </a:r>
              <a:endParaRPr sz="1400" b="0" i="0" u="none" strike="noStrike" cap="none">
                <a:solidFill>
                  <a:srgbClr val="000000"/>
                </a:solidFill>
                <a:latin typeface="Arial"/>
                <a:ea typeface="Arial"/>
                <a:cs typeface="Arial"/>
                <a:sym typeface="Arial"/>
              </a:endParaRPr>
            </a:p>
          </p:txBody>
        </p:sp>
        <p:sp>
          <p:nvSpPr>
            <p:cNvPr id="2614" name="Google Shape;2614;g2800d3fcf52_16_1840"/>
            <p:cNvSpPr/>
            <p:nvPr/>
          </p:nvSpPr>
          <p:spPr>
            <a:xfrm>
              <a:off x="4951383" y="3683604"/>
              <a:ext cx="1372800" cy="536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Load Balancing</a:t>
              </a:r>
              <a:endParaRPr sz="1400" b="0" i="0" u="none" strike="noStrike" cap="none">
                <a:solidFill>
                  <a:srgbClr val="000000"/>
                </a:solidFill>
                <a:latin typeface="Arial"/>
                <a:ea typeface="Arial"/>
                <a:cs typeface="Arial"/>
                <a:sym typeface="Arial"/>
              </a:endParaRPr>
            </a:p>
          </p:txBody>
        </p:sp>
        <p:sp>
          <p:nvSpPr>
            <p:cNvPr id="2615" name="Google Shape;2615;g2800d3fcf52_16_1840"/>
            <p:cNvSpPr/>
            <p:nvPr/>
          </p:nvSpPr>
          <p:spPr>
            <a:xfrm>
              <a:off x="6102974" y="3683604"/>
              <a:ext cx="1372800" cy="536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Container Operations</a:t>
              </a:r>
              <a:endParaRPr sz="1400" b="0" i="0" u="none" strike="noStrike" cap="none">
                <a:solidFill>
                  <a:srgbClr val="000000"/>
                </a:solidFill>
                <a:latin typeface="Arial"/>
                <a:ea typeface="Arial"/>
                <a:cs typeface="Arial"/>
                <a:sym typeface="Arial"/>
              </a:endParaRPr>
            </a:p>
          </p:txBody>
        </p:sp>
        <p:sp>
          <p:nvSpPr>
            <p:cNvPr id="2616" name="Google Shape;2616;g2800d3fcf52_16_1840"/>
            <p:cNvSpPr/>
            <p:nvPr/>
          </p:nvSpPr>
          <p:spPr>
            <a:xfrm>
              <a:off x="7383050" y="3683604"/>
              <a:ext cx="1113600" cy="536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Data Services</a:t>
              </a:r>
              <a:endParaRPr sz="1400" b="0" i="0" u="none" strike="noStrike" cap="none">
                <a:solidFill>
                  <a:srgbClr val="000000"/>
                </a:solidFill>
                <a:latin typeface="Arial"/>
                <a:ea typeface="Arial"/>
                <a:cs typeface="Arial"/>
                <a:sym typeface="Arial"/>
              </a:endParaRPr>
            </a:p>
          </p:txBody>
        </p:sp>
        <p:sp>
          <p:nvSpPr>
            <p:cNvPr id="2617" name="Google Shape;2617;g2800d3fcf52_16_1840"/>
            <p:cNvSpPr/>
            <p:nvPr/>
          </p:nvSpPr>
          <p:spPr>
            <a:xfrm>
              <a:off x="1672688" y="3683604"/>
              <a:ext cx="992700" cy="536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Private AI</a:t>
              </a:r>
              <a:endParaRPr sz="1400" b="0" i="0" u="none" strike="noStrike" cap="none">
                <a:solidFill>
                  <a:srgbClr val="000000"/>
                </a:solidFill>
                <a:latin typeface="Arial"/>
                <a:ea typeface="Arial"/>
                <a:cs typeface="Arial"/>
                <a:sym typeface="Arial"/>
              </a:endParaRPr>
            </a:p>
          </p:txBody>
        </p:sp>
        <p:sp>
          <p:nvSpPr>
            <p:cNvPr id="2618" name="Google Shape;2618;g2800d3fcf52_16_1840"/>
            <p:cNvSpPr/>
            <p:nvPr/>
          </p:nvSpPr>
          <p:spPr>
            <a:xfrm>
              <a:off x="2649681" y="3683604"/>
              <a:ext cx="1373400" cy="536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Disaster Recovery</a:t>
              </a:r>
              <a:endParaRPr sz="1400" b="0" i="0" u="none" strike="noStrike" cap="none">
                <a:solidFill>
                  <a:srgbClr val="000000"/>
                </a:solidFill>
                <a:latin typeface="Arial"/>
                <a:ea typeface="Arial"/>
                <a:cs typeface="Arial"/>
                <a:sym typeface="Arial"/>
              </a:endParaRPr>
            </a:p>
          </p:txBody>
        </p:sp>
        <p:grpSp>
          <p:nvGrpSpPr>
            <p:cNvPr id="2619" name="Google Shape;2619;g2800d3fcf52_16_1840"/>
            <p:cNvGrpSpPr/>
            <p:nvPr/>
          </p:nvGrpSpPr>
          <p:grpSpPr>
            <a:xfrm>
              <a:off x="9722905" y="3559173"/>
              <a:ext cx="1113600" cy="785100"/>
              <a:chOff x="9722905" y="3559173"/>
              <a:chExt cx="1113600" cy="785100"/>
            </a:xfrm>
          </p:grpSpPr>
          <p:sp>
            <p:nvSpPr>
              <p:cNvPr id="2620" name="Google Shape;2620;g2800d3fcf52_16_1840"/>
              <p:cNvSpPr/>
              <p:nvPr/>
            </p:nvSpPr>
            <p:spPr>
              <a:xfrm>
                <a:off x="9722905" y="3559173"/>
                <a:ext cx="1113600" cy="785100"/>
              </a:xfrm>
              <a:prstGeom prst="roundRect">
                <a:avLst>
                  <a:gd name="adj" fmla="val 749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621" name="Google Shape;2621;g2800d3fcf52_16_1840"/>
              <p:cNvSpPr/>
              <p:nvPr/>
            </p:nvSpPr>
            <p:spPr>
              <a:xfrm>
                <a:off x="9722905" y="3683604"/>
                <a:ext cx="1113600" cy="536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Workload Automation</a:t>
                </a:r>
                <a:endParaRPr sz="1400" b="0" i="0" u="none" strike="noStrike" cap="none">
                  <a:solidFill>
                    <a:srgbClr val="000000"/>
                  </a:solidFill>
                  <a:latin typeface="Arial"/>
                  <a:ea typeface="Arial"/>
                  <a:cs typeface="Arial"/>
                  <a:sym typeface="Arial"/>
                </a:endParaRPr>
              </a:p>
            </p:txBody>
          </p:sp>
        </p:grpSp>
        <p:grpSp>
          <p:nvGrpSpPr>
            <p:cNvPr id="2622" name="Google Shape;2622;g2800d3fcf52_16_1840"/>
            <p:cNvGrpSpPr/>
            <p:nvPr/>
          </p:nvGrpSpPr>
          <p:grpSpPr>
            <a:xfrm>
              <a:off x="8420486" y="3559173"/>
              <a:ext cx="1348800" cy="785100"/>
              <a:chOff x="8420486" y="3559173"/>
              <a:chExt cx="1348800" cy="785100"/>
            </a:xfrm>
          </p:grpSpPr>
          <p:sp>
            <p:nvSpPr>
              <p:cNvPr id="2623" name="Google Shape;2623;g2800d3fcf52_16_1840"/>
              <p:cNvSpPr/>
              <p:nvPr/>
            </p:nvSpPr>
            <p:spPr>
              <a:xfrm>
                <a:off x="8540917" y="3559173"/>
                <a:ext cx="1113600" cy="785100"/>
              </a:xfrm>
              <a:prstGeom prst="roundRect">
                <a:avLst>
                  <a:gd name="adj" fmla="val 7490"/>
                </a:avLst>
              </a:prstGeom>
              <a:solidFill>
                <a:schemeClr val="lt1"/>
              </a:solidFill>
              <a:ln w="1905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2"/>
                  </a:solidFill>
                  <a:latin typeface="Arial"/>
                  <a:ea typeface="Arial"/>
                  <a:cs typeface="Arial"/>
                  <a:sym typeface="Arial"/>
                </a:endParaRPr>
              </a:p>
            </p:txBody>
          </p:sp>
          <p:sp>
            <p:nvSpPr>
              <p:cNvPr id="2624" name="Google Shape;2624;g2800d3fcf52_16_1840"/>
              <p:cNvSpPr/>
              <p:nvPr/>
            </p:nvSpPr>
            <p:spPr>
              <a:xfrm>
                <a:off x="8420486" y="3683600"/>
                <a:ext cx="1348800" cy="536100"/>
              </a:xfrm>
              <a:prstGeom prst="roundRect">
                <a:avLst>
                  <a:gd name="adj" fmla="val 7490"/>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US" sz="1400" b="0" i="0" u="none" strike="noStrike" cap="none">
                    <a:solidFill>
                      <a:schemeClr val="accent2"/>
                    </a:solidFill>
                    <a:latin typeface="Arial"/>
                    <a:ea typeface="Arial"/>
                    <a:cs typeface="Arial"/>
                    <a:sym typeface="Arial"/>
                  </a:rPr>
                  <a:t>Edge Orchestration</a:t>
                </a:r>
                <a:endParaRPr sz="1400" b="0" i="0" u="none" strike="noStrike" cap="none">
                  <a:solidFill>
                    <a:srgbClr val="000000"/>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28"/>
        <p:cNvGrpSpPr/>
        <p:nvPr/>
      </p:nvGrpSpPr>
      <p:grpSpPr>
        <a:xfrm>
          <a:off x="0" y="0"/>
          <a:ext cx="0" cy="0"/>
          <a:chOff x="0" y="0"/>
          <a:chExt cx="0" cy="0"/>
        </a:xfrm>
      </p:grpSpPr>
      <p:sp>
        <p:nvSpPr>
          <p:cNvPr id="2629" name="Google Shape;2629;p4"/>
          <p:cNvSpPr txBox="1">
            <a:spLocks noGrp="1"/>
          </p:cNvSpPr>
          <p:nvPr>
            <p:ph type="body" idx="1"/>
          </p:nvPr>
        </p:nvSpPr>
        <p:spPr>
          <a:xfrm>
            <a:off x="608013" y="2233670"/>
            <a:ext cx="6497867" cy="2285999"/>
          </a:xfrm>
          <a:prstGeom prst="rect">
            <a:avLst/>
          </a:prstGeom>
          <a:noFill/>
          <a:ln>
            <a:noFill/>
          </a:ln>
        </p:spPr>
        <p:txBody>
          <a:bodyPr spcFirstLastPara="1" wrap="square" lIns="0" tIns="0" rIns="0" bIns="0" anchor="ctr" anchorCtr="0">
            <a:noAutofit/>
          </a:bodyPr>
          <a:lstStyle/>
          <a:p>
            <a:pPr marL="457200" lvl="0" indent="-434340" algn="l" rtl="0">
              <a:lnSpc>
                <a:spcPct val="100000"/>
              </a:lnSpc>
              <a:spcBef>
                <a:spcPts val="0"/>
              </a:spcBef>
              <a:spcAft>
                <a:spcPts val="0"/>
              </a:spcAft>
              <a:buSzPts val="3240"/>
              <a:buChar char="​"/>
            </a:pPr>
            <a:r>
              <a:rPr lang="en-US" sz="5400">
                <a:solidFill>
                  <a:schemeClr val="dk2"/>
                </a:solidFill>
              </a:rPr>
              <a:t>Deep Dive and Backup Slides</a:t>
            </a:r>
            <a:endParaRPr>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34"/>
        <p:cNvGrpSpPr/>
        <p:nvPr/>
      </p:nvGrpSpPr>
      <p:grpSpPr>
        <a:xfrm>
          <a:off x="0" y="0"/>
          <a:ext cx="0" cy="0"/>
          <a:chOff x="0" y="0"/>
          <a:chExt cx="0" cy="0"/>
        </a:xfrm>
      </p:grpSpPr>
      <p:sp>
        <p:nvSpPr>
          <p:cNvPr id="2635" name="Google Shape;2635;p9"/>
          <p:cNvSpPr txBox="1"/>
          <p:nvPr/>
        </p:nvSpPr>
        <p:spPr>
          <a:xfrm>
            <a:off x="6440414" y="1673150"/>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Customer Benefits</a:t>
            </a:r>
            <a:endParaRPr sz="1400" b="1" i="0" u="none" strike="noStrike" cap="none">
              <a:solidFill>
                <a:schemeClr val="accent3"/>
              </a:solidFill>
              <a:latin typeface="Arial"/>
              <a:ea typeface="Arial"/>
              <a:cs typeface="Arial"/>
              <a:sym typeface="Arial"/>
            </a:endParaRPr>
          </a:p>
        </p:txBody>
      </p:sp>
      <p:sp>
        <p:nvSpPr>
          <p:cNvPr id="2636" name="Google Shape;2636;p9"/>
          <p:cNvSpPr txBox="1"/>
          <p:nvPr/>
        </p:nvSpPr>
        <p:spPr>
          <a:xfrm>
            <a:off x="6440415" y="2043428"/>
            <a:ext cx="5601737" cy="1637371"/>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Smooth Integration</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Effortlessly add NSX and complex storage topologies to existing environments.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Reliable Compatibility</a:t>
            </a:r>
            <a:r>
              <a:rPr lang="en-US" sz="1200" b="0" i="0" u="none" strike="noStrike" cap="none">
                <a:solidFill>
                  <a:schemeClr val="accent1"/>
                </a:solidFill>
                <a:latin typeface="Arial"/>
                <a:ea typeface="Arial"/>
                <a:cs typeface="Arial"/>
                <a:sym typeface="Arial"/>
              </a:rPr>
              <a:t>:</a:t>
            </a:r>
            <a:r>
              <a:rPr lang="en-US" sz="1200" b="0" i="0" u="none" strike="noStrike" cap="none">
                <a:solidFill>
                  <a:schemeClr val="dk1"/>
                </a:solidFill>
                <a:latin typeface="Arial"/>
                <a:ea typeface="Arial"/>
                <a:cs typeface="Arial"/>
                <a:sym typeface="Arial"/>
              </a:rPr>
              <a:t> Leverage and integrate older versions of existing infrastructure.</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User-Friendly</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Intuitive UI simplifies management and deployment.</a:t>
            </a:r>
            <a:endParaRPr sz="1400" b="0" i="0" u="none" strike="noStrike" cap="none">
              <a:solidFill>
                <a:srgbClr val="000000"/>
              </a:solidFill>
              <a:latin typeface="Arial"/>
              <a:ea typeface="Arial"/>
              <a:cs typeface="Arial"/>
              <a:sym typeface="Arial"/>
            </a:endParaRPr>
          </a:p>
          <a:p>
            <a:pPr marL="285750" marR="0" lvl="0" indent="-209550" algn="l" rtl="0">
              <a:lnSpc>
                <a:spcPct val="120000"/>
              </a:lnSpc>
              <a:spcBef>
                <a:spcPts val="600"/>
              </a:spcBef>
              <a:spcAft>
                <a:spcPts val="600"/>
              </a:spcAft>
              <a:buClr>
                <a:schemeClr val="accent4"/>
              </a:buClr>
              <a:buSzPts val="1200"/>
              <a:buFont typeface="Arial"/>
              <a:buNone/>
            </a:pPr>
            <a:endParaRPr sz="1200" b="0" i="0" u="none" strike="noStrike" cap="none">
              <a:solidFill>
                <a:schemeClr val="dk1"/>
              </a:solidFill>
              <a:latin typeface="Arial"/>
              <a:ea typeface="Arial"/>
              <a:cs typeface="Arial"/>
              <a:sym typeface="Arial"/>
            </a:endParaRPr>
          </a:p>
        </p:txBody>
      </p:sp>
      <p:sp>
        <p:nvSpPr>
          <p:cNvPr id="2637" name="Google Shape;2637;p9"/>
          <p:cNvSpPr txBox="1"/>
          <p:nvPr/>
        </p:nvSpPr>
        <p:spPr>
          <a:xfrm>
            <a:off x="6440414" y="3667689"/>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Key Attributes</a:t>
            </a:r>
            <a:endParaRPr sz="1400" b="1" i="0" u="none" strike="noStrike" cap="none">
              <a:solidFill>
                <a:schemeClr val="accent3"/>
              </a:solidFill>
              <a:latin typeface="Arial"/>
              <a:ea typeface="Arial"/>
              <a:cs typeface="Arial"/>
              <a:sym typeface="Arial"/>
            </a:endParaRPr>
          </a:p>
        </p:txBody>
      </p:sp>
      <p:pic>
        <p:nvPicPr>
          <p:cNvPr id="2638" name="Google Shape;2638;p9"/>
          <p:cNvPicPr preferRelativeResize="0"/>
          <p:nvPr/>
        </p:nvPicPr>
        <p:blipFill rotWithShape="1">
          <a:blip r:embed="rId3">
            <a:alphaModFix amt="42000"/>
          </a:blip>
          <a:srcRect l="34345" t="62835" b="-4513"/>
          <a:stretch/>
        </p:blipFill>
        <p:spPr>
          <a:xfrm>
            <a:off x="0" y="5338323"/>
            <a:ext cx="8899301" cy="884049"/>
          </a:xfrm>
          <a:prstGeom prst="rect">
            <a:avLst/>
          </a:prstGeom>
          <a:noFill/>
          <a:ln>
            <a:noFill/>
          </a:ln>
        </p:spPr>
      </p:pic>
      <p:sp>
        <p:nvSpPr>
          <p:cNvPr id="2639" name="Google Shape;2639;p9"/>
          <p:cNvSpPr txBox="1"/>
          <p:nvPr/>
        </p:nvSpPr>
        <p:spPr>
          <a:xfrm>
            <a:off x="6440415" y="4037967"/>
            <a:ext cx="5748410" cy="2600712"/>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Default NSX Addition</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NSX addition enabled by default during vSphere/vSAN environment import</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Networking Options: </a:t>
            </a:r>
            <a:r>
              <a:rPr lang="en-US" sz="1200" b="0" i="0" u="none" strike="noStrike" cap="none">
                <a:solidFill>
                  <a:schemeClr val="dk1"/>
                </a:solidFill>
                <a:latin typeface="Arial"/>
                <a:ea typeface="Arial"/>
                <a:cs typeface="Arial"/>
                <a:sym typeface="Arial"/>
              </a:rPr>
              <a:t>Choice between 1 or 3 NSX Overlay nodes, with default on vmk0.</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NSX Manager Deployment</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NSX Managers deployed in the same cluster as the VC during import, ensuring colocation and compatibility.</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Extensive Storage Topology Support</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Support for various compute, logical, and edge topologies, excluding deprecated features and certain configurations.</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600"/>
              </a:spcBef>
              <a:spcAft>
                <a:spcPts val="600"/>
              </a:spcAft>
              <a:buClr>
                <a:schemeClr val="accent4"/>
              </a:buClr>
              <a:buSzPts val="1200"/>
              <a:buFont typeface="Arial"/>
              <a:buNone/>
            </a:pPr>
            <a:endParaRPr sz="1200" b="0" i="0" u="none" strike="noStrike" cap="none">
              <a:solidFill>
                <a:schemeClr val="dk1"/>
              </a:solidFill>
              <a:latin typeface="Arial"/>
              <a:ea typeface="Arial"/>
              <a:cs typeface="Arial"/>
              <a:sym typeface="Arial"/>
            </a:endParaRPr>
          </a:p>
        </p:txBody>
      </p:sp>
      <p:sp>
        <p:nvSpPr>
          <p:cNvPr id="2640" name="Google Shape;2640;p9"/>
          <p:cNvSpPr txBox="1"/>
          <p:nvPr/>
        </p:nvSpPr>
        <p:spPr>
          <a:xfrm>
            <a:off x="579809" y="0"/>
            <a:ext cx="11001004" cy="809625"/>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799"/>
              <a:buFont typeface="Arial"/>
              <a:buNone/>
            </a:pPr>
            <a:r>
              <a:rPr lang="en-US" sz="2799" b="0" i="0" u="none" strike="noStrike" cap="none">
                <a:solidFill>
                  <a:schemeClr val="dk2"/>
                </a:solidFill>
                <a:latin typeface="Arial"/>
                <a:ea typeface="Arial"/>
                <a:cs typeface="Arial"/>
                <a:sym typeface="Arial"/>
              </a:rPr>
              <a:t>Enhanced VCF Import – Networking, Storage</a:t>
            </a:r>
            <a:endParaRPr sz="1400" b="0" i="0" u="none" strike="noStrike" cap="none">
              <a:solidFill>
                <a:srgbClr val="000000"/>
              </a:solidFill>
              <a:latin typeface="Arial"/>
              <a:ea typeface="Arial"/>
              <a:cs typeface="Arial"/>
              <a:sym typeface="Arial"/>
            </a:endParaRPr>
          </a:p>
        </p:txBody>
      </p:sp>
      <p:sp>
        <p:nvSpPr>
          <p:cNvPr id="2641" name="Google Shape;2641;p9"/>
          <p:cNvSpPr txBox="1"/>
          <p:nvPr/>
        </p:nvSpPr>
        <p:spPr>
          <a:xfrm>
            <a:off x="592868" y="809625"/>
            <a:ext cx="10962687" cy="2477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798"/>
              <a:buFont typeface="Arial"/>
              <a:buNone/>
            </a:pPr>
            <a:r>
              <a:rPr lang="en-US" sz="1998" b="0" i="0" u="none" strike="noStrike" cap="none">
                <a:solidFill>
                  <a:schemeClr val="accent3"/>
                </a:solidFill>
                <a:latin typeface="Arial"/>
                <a:ea typeface="Arial"/>
                <a:cs typeface="Arial"/>
                <a:sym typeface="Arial"/>
              </a:rPr>
              <a:t>Extended Storage Support, UX/UI, Networking Integration</a:t>
            </a:r>
            <a:endParaRPr sz="1400" b="0" i="0" u="none" strike="noStrike" cap="none">
              <a:solidFill>
                <a:srgbClr val="000000"/>
              </a:solidFill>
              <a:latin typeface="Arial"/>
              <a:ea typeface="Arial"/>
              <a:cs typeface="Arial"/>
              <a:sym typeface="Arial"/>
            </a:endParaRPr>
          </a:p>
        </p:txBody>
      </p:sp>
      <p:sp>
        <p:nvSpPr>
          <p:cNvPr id="2642" name="Google Shape;2642;p9"/>
          <p:cNvSpPr/>
          <p:nvPr/>
        </p:nvSpPr>
        <p:spPr>
          <a:xfrm>
            <a:off x="476900" y="2182606"/>
            <a:ext cx="5388639" cy="3239788"/>
          </a:xfrm>
          <a:prstGeom prst="roundRect">
            <a:avLst>
              <a:gd name="adj" fmla="val 3370"/>
            </a:avLst>
          </a:prstGeom>
          <a:solidFill>
            <a:srgbClr val="F0F0F0"/>
          </a:solidFill>
          <a:ln w="25400" cap="flat" cmpd="sng">
            <a:solidFill>
              <a:schemeClr val="dk1"/>
            </a:solidFill>
            <a:prstDash val="solid"/>
            <a:round/>
            <a:headEnd type="none" w="sm" len="sm"/>
            <a:tailEnd type="none" w="sm" len="sm"/>
          </a:ln>
        </p:spPr>
        <p:txBody>
          <a:bodyPr spcFirstLastPara="1" wrap="square" lIns="91375" tIns="182825" rIns="91375" bIns="45675" anchor="t" anchorCtr="0">
            <a:noAutofit/>
          </a:bodyPr>
          <a:lstStyle/>
          <a:p>
            <a:pPr marL="0" marR="0" lvl="0" indent="0" algn="ctr" rtl="0">
              <a:lnSpc>
                <a:spcPct val="100000"/>
              </a:lnSpc>
              <a:spcBef>
                <a:spcPts val="0"/>
              </a:spcBef>
              <a:spcAft>
                <a:spcPts val="0"/>
              </a:spcAft>
              <a:buClr>
                <a:srgbClr val="000000"/>
              </a:buClr>
              <a:buSzPts val="1998"/>
              <a:buFont typeface="Arial"/>
              <a:buNone/>
            </a:pPr>
            <a:endParaRPr sz="1998" b="0" i="0" u="none" strike="noStrike" cap="none">
              <a:solidFill>
                <a:srgbClr val="000000"/>
              </a:solidFill>
              <a:latin typeface="Arial"/>
              <a:ea typeface="Arial"/>
              <a:cs typeface="Arial"/>
              <a:sym typeface="Arial"/>
            </a:endParaRPr>
          </a:p>
        </p:txBody>
      </p:sp>
      <p:pic>
        <p:nvPicPr>
          <p:cNvPr id="2643" name="Google Shape;2643;p9"/>
          <p:cNvPicPr preferRelativeResize="0"/>
          <p:nvPr/>
        </p:nvPicPr>
        <p:blipFill rotWithShape="1">
          <a:blip r:embed="rId4">
            <a:alphaModFix amt="51000"/>
          </a:blip>
          <a:srcRect l="34345" t="62835" b="-4513"/>
          <a:stretch/>
        </p:blipFill>
        <p:spPr>
          <a:xfrm>
            <a:off x="0" y="5238174"/>
            <a:ext cx="7249045" cy="896460"/>
          </a:xfrm>
          <a:prstGeom prst="rect">
            <a:avLst/>
          </a:prstGeom>
          <a:noFill/>
          <a:ln>
            <a:noFill/>
          </a:ln>
        </p:spPr>
      </p:pic>
      <p:grpSp>
        <p:nvGrpSpPr>
          <p:cNvPr id="2644" name="Google Shape;2644;p9"/>
          <p:cNvGrpSpPr/>
          <p:nvPr/>
        </p:nvGrpSpPr>
        <p:grpSpPr>
          <a:xfrm>
            <a:off x="95862" y="2108377"/>
            <a:ext cx="6197879" cy="3373669"/>
            <a:chOff x="114628" y="1550095"/>
            <a:chExt cx="6197879" cy="4315264"/>
          </a:xfrm>
        </p:grpSpPr>
        <p:pic>
          <p:nvPicPr>
            <p:cNvPr id="2645" name="Google Shape;2645;p9" descr="A close-up of a computer&#10;&#10;Description automatically generated"/>
            <p:cNvPicPr preferRelativeResize="0"/>
            <p:nvPr/>
          </p:nvPicPr>
          <p:blipFill rotWithShape="1">
            <a:blip r:embed="rId5">
              <a:alphaModFix/>
            </a:blip>
            <a:srcRect b="65764"/>
            <a:stretch/>
          </p:blipFill>
          <p:spPr>
            <a:xfrm>
              <a:off x="114628" y="1550095"/>
              <a:ext cx="6197879" cy="1268647"/>
            </a:xfrm>
            <a:prstGeom prst="rect">
              <a:avLst/>
            </a:prstGeom>
            <a:noFill/>
            <a:ln>
              <a:noFill/>
            </a:ln>
          </p:spPr>
        </p:pic>
        <p:pic>
          <p:nvPicPr>
            <p:cNvPr id="2646" name="Google Shape;2646;p9" descr="A close-up of a computer&#10;&#10;Description automatically generated"/>
            <p:cNvPicPr preferRelativeResize="0"/>
            <p:nvPr/>
          </p:nvPicPr>
          <p:blipFill rotWithShape="1">
            <a:blip r:embed="rId5">
              <a:alphaModFix/>
            </a:blip>
            <a:srcRect t="12407" b="65764"/>
            <a:stretch/>
          </p:blipFill>
          <p:spPr>
            <a:xfrm>
              <a:off x="114628" y="2682006"/>
              <a:ext cx="6197879" cy="2109542"/>
            </a:xfrm>
            <a:prstGeom prst="rect">
              <a:avLst/>
            </a:prstGeom>
            <a:noFill/>
            <a:ln>
              <a:noFill/>
            </a:ln>
          </p:spPr>
        </p:pic>
        <p:pic>
          <p:nvPicPr>
            <p:cNvPr id="2647" name="Google Shape;2647;p9" descr="A close-up of a computer&#10;&#10;Description automatically generated"/>
            <p:cNvPicPr preferRelativeResize="0"/>
            <p:nvPr/>
          </p:nvPicPr>
          <p:blipFill rotWithShape="1">
            <a:blip r:embed="rId5">
              <a:alphaModFix/>
            </a:blip>
            <a:srcRect b="65764"/>
            <a:stretch/>
          </p:blipFill>
          <p:spPr>
            <a:xfrm rot="10800000" flipH="1">
              <a:off x="114628" y="4596712"/>
              <a:ext cx="6197879" cy="1268647"/>
            </a:xfrm>
            <a:prstGeom prst="rect">
              <a:avLst/>
            </a:prstGeom>
            <a:noFill/>
            <a:ln>
              <a:noFill/>
            </a:ln>
            <a:effectLst>
              <a:reflection stA="22000" endPos="28000" dist="50800" dir="5400000" sy="-100000" algn="bl" rotWithShape="0"/>
            </a:effectLst>
          </p:spPr>
        </p:pic>
      </p:grpSp>
      <p:grpSp>
        <p:nvGrpSpPr>
          <p:cNvPr id="2648" name="Google Shape;2648;p9"/>
          <p:cNvGrpSpPr/>
          <p:nvPr/>
        </p:nvGrpSpPr>
        <p:grpSpPr>
          <a:xfrm>
            <a:off x="381037" y="1494479"/>
            <a:ext cx="842400" cy="842400"/>
            <a:chOff x="6672195" y="1266257"/>
            <a:chExt cx="842400" cy="842400"/>
          </a:xfrm>
        </p:grpSpPr>
        <p:sp>
          <p:nvSpPr>
            <p:cNvPr id="2649" name="Google Shape;2649;p9"/>
            <p:cNvSpPr/>
            <p:nvPr/>
          </p:nvSpPr>
          <p:spPr>
            <a:xfrm>
              <a:off x="6672195" y="1266257"/>
              <a:ext cx="842400" cy="842400"/>
            </a:xfrm>
            <a:prstGeom prst="ellipse">
              <a:avLst/>
            </a:prstGeom>
            <a:solidFill>
              <a:schemeClr val="dk1"/>
            </a:solidFill>
            <a:ln>
              <a:noFill/>
            </a:ln>
            <a:effectLst>
              <a:outerShdw blurRad="76971" dist="38100" dir="5400000" algn="t" rotWithShape="0">
                <a:srgbClr val="000000">
                  <a:alpha val="40000"/>
                </a:srgbClr>
              </a:outerShdw>
            </a:effectLst>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50" name="Google Shape;2650;p9"/>
            <p:cNvPicPr preferRelativeResize="0"/>
            <p:nvPr/>
          </p:nvPicPr>
          <p:blipFill rotWithShape="1">
            <a:blip r:embed="rId6">
              <a:alphaModFix/>
            </a:blip>
            <a:srcRect/>
            <a:stretch/>
          </p:blipFill>
          <p:spPr>
            <a:xfrm>
              <a:off x="6766913" y="1322447"/>
              <a:ext cx="664318" cy="664318"/>
            </a:xfrm>
            <a:prstGeom prst="rect">
              <a:avLst/>
            </a:prstGeom>
            <a:noFill/>
            <a:ln>
              <a:noFill/>
            </a:ln>
          </p:spPr>
        </p:pic>
      </p:grpSp>
      <p:sp>
        <p:nvSpPr>
          <p:cNvPr id="2651" name="Google Shape;2651;p9"/>
          <p:cNvSpPr/>
          <p:nvPr/>
        </p:nvSpPr>
        <p:spPr>
          <a:xfrm>
            <a:off x="2188064" y="1806292"/>
            <a:ext cx="3677475" cy="362582"/>
          </a:xfrm>
          <a:prstGeom prst="roundRect">
            <a:avLst>
              <a:gd name="adj" fmla="val 50000"/>
            </a:avLst>
          </a:prstGeom>
          <a:solidFill>
            <a:schemeClr val="dk1"/>
          </a:solidFill>
          <a:ln>
            <a:noFill/>
          </a:ln>
        </p:spPr>
        <p:txBody>
          <a:bodyPr spcFirstLastPara="1" wrap="square" lIns="91350" tIns="91350" rIns="91350" bIns="91350"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200" b="0" i="0" u="none" strike="noStrike" cap="none">
                <a:solidFill>
                  <a:schemeClr val="lt2"/>
                </a:solidFill>
                <a:latin typeface="Arial"/>
                <a:ea typeface="Arial"/>
                <a:cs typeface="Arial"/>
                <a:sym typeface="Arial"/>
              </a:rPr>
              <a:t>Enhanced VCF Import – NSX, Multiple Topologies</a:t>
            </a:r>
            <a:endParaRPr sz="1400" b="0" i="0" u="none" strike="noStrike" cap="none">
              <a:solidFill>
                <a:srgbClr val="000000"/>
              </a:solidFill>
              <a:latin typeface="Arial"/>
              <a:ea typeface="Arial"/>
              <a:cs typeface="Arial"/>
              <a:sym typeface="Arial"/>
            </a:endParaRPr>
          </a:p>
        </p:txBody>
      </p:sp>
      <p:grpSp>
        <p:nvGrpSpPr>
          <p:cNvPr id="2652" name="Google Shape;2652;p9"/>
          <p:cNvGrpSpPr/>
          <p:nvPr/>
        </p:nvGrpSpPr>
        <p:grpSpPr>
          <a:xfrm>
            <a:off x="8887913" y="200972"/>
            <a:ext cx="3300912" cy="530590"/>
            <a:chOff x="8887913" y="200972"/>
            <a:chExt cx="3300912" cy="530590"/>
          </a:xfrm>
        </p:grpSpPr>
        <p:sp>
          <p:nvSpPr>
            <p:cNvPr id="2653" name="Google Shape;2653;p9"/>
            <p:cNvSpPr/>
            <p:nvPr/>
          </p:nvSpPr>
          <p:spPr>
            <a:xfrm>
              <a:off x="8887913" y="200972"/>
              <a:ext cx="3300912" cy="530590"/>
            </a:xfrm>
            <a:custGeom>
              <a:avLst/>
              <a:gdLst/>
              <a:ahLst/>
              <a:cxnLst/>
              <a:rect l="l" t="t" r="r" b="b"/>
              <a:pathLst>
                <a:path w="3300912" h="530590" extrusionOk="0">
                  <a:moveTo>
                    <a:pt x="265295" y="0"/>
                  </a:moveTo>
                  <a:lnTo>
                    <a:pt x="890708" y="0"/>
                  </a:lnTo>
                  <a:lnTo>
                    <a:pt x="2888944" y="0"/>
                  </a:lnTo>
                  <a:lnTo>
                    <a:pt x="3300912" y="0"/>
                  </a:lnTo>
                  <a:lnTo>
                    <a:pt x="3300912" y="530590"/>
                  </a:lnTo>
                  <a:lnTo>
                    <a:pt x="2888944" y="530590"/>
                  </a:lnTo>
                  <a:lnTo>
                    <a:pt x="890708" y="530590"/>
                  </a:lnTo>
                  <a:lnTo>
                    <a:pt x="265295" y="530590"/>
                  </a:lnTo>
                  <a:cubicBezTo>
                    <a:pt x="118777" y="530590"/>
                    <a:pt x="0" y="411813"/>
                    <a:pt x="0" y="265295"/>
                  </a:cubicBezTo>
                  <a:cubicBezTo>
                    <a:pt x="0" y="118777"/>
                    <a:pt x="118777" y="0"/>
                    <a:pt x="265295" y="0"/>
                  </a:cubicBezTo>
                  <a:close/>
                </a:path>
              </a:pathLst>
            </a:custGeom>
            <a:gradFill>
              <a:gsLst>
                <a:gs pos="0">
                  <a:schemeClr val="accent3"/>
                </a:gs>
                <a:gs pos="99000">
                  <a:schemeClr val="accent3"/>
                </a:gs>
                <a:gs pos="100000">
                  <a:schemeClr val="accent3"/>
                </a:gs>
              </a:gsLst>
              <a:lin ang="0" scaled="0"/>
            </a:gra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grpSp>
          <p:nvGrpSpPr>
            <p:cNvPr id="2654" name="Google Shape;2654;p9"/>
            <p:cNvGrpSpPr/>
            <p:nvPr/>
          </p:nvGrpSpPr>
          <p:grpSpPr>
            <a:xfrm>
              <a:off x="8918853" y="224458"/>
              <a:ext cx="482356" cy="482356"/>
              <a:chOff x="8933955" y="265364"/>
              <a:chExt cx="438505" cy="438505"/>
            </a:xfrm>
          </p:grpSpPr>
          <p:sp>
            <p:nvSpPr>
              <p:cNvPr id="2655" name="Google Shape;2655;p9"/>
              <p:cNvSpPr/>
              <p:nvPr/>
            </p:nvSpPr>
            <p:spPr>
              <a:xfrm>
                <a:off x="8933955" y="265364"/>
                <a:ext cx="438505" cy="438505"/>
              </a:xfrm>
              <a:prstGeom prst="ellipse">
                <a:avLst/>
              </a:prstGeom>
              <a:solidFill>
                <a:schemeClr val="dk1"/>
              </a:soli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56" name="Google Shape;2656;p9"/>
              <p:cNvPicPr preferRelativeResize="0"/>
              <p:nvPr/>
            </p:nvPicPr>
            <p:blipFill rotWithShape="1">
              <a:blip r:embed="rId7">
                <a:alphaModFix/>
              </a:blip>
              <a:srcRect/>
              <a:stretch/>
            </p:blipFill>
            <p:spPr>
              <a:xfrm>
                <a:off x="9005804" y="346439"/>
                <a:ext cx="295146" cy="295146"/>
              </a:xfrm>
              <a:prstGeom prst="rect">
                <a:avLst/>
              </a:prstGeom>
              <a:noFill/>
              <a:ln>
                <a:noFill/>
              </a:ln>
            </p:spPr>
          </p:pic>
        </p:grpSp>
        <p:sp>
          <p:nvSpPr>
            <p:cNvPr id="2657" name="Google Shape;2657;p9"/>
            <p:cNvSpPr txBox="1"/>
            <p:nvPr/>
          </p:nvSpPr>
          <p:spPr>
            <a:xfrm>
              <a:off x="9555629" y="343121"/>
              <a:ext cx="2590274" cy="22309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lt2"/>
                  </a:solidFill>
                  <a:latin typeface="Arial"/>
                  <a:ea typeface="Arial"/>
                  <a:cs typeface="Arial"/>
                  <a:sym typeface="Arial"/>
                </a:rPr>
                <a:t>Modernize Infrastructure</a:t>
              </a:r>
              <a:endParaRPr sz="1400" b="0" i="0" u="none" strike="noStrike" cap="none">
                <a:solidFill>
                  <a:srgbClr val="000000"/>
                </a:solidFill>
                <a:latin typeface="Arial"/>
                <a:ea typeface="Arial"/>
                <a:cs typeface="Arial"/>
                <a:sym typeface="Arial"/>
              </a:endParaRPr>
            </a:p>
          </p:txBody>
        </p:sp>
      </p:grpSp>
      <p:grpSp>
        <p:nvGrpSpPr>
          <p:cNvPr id="2658" name="Google Shape;2658;p9"/>
          <p:cNvGrpSpPr/>
          <p:nvPr/>
        </p:nvGrpSpPr>
        <p:grpSpPr>
          <a:xfrm>
            <a:off x="6440414" y="1524641"/>
            <a:ext cx="5748411" cy="2010465"/>
            <a:chOff x="6440414" y="1524641"/>
            <a:chExt cx="4280815" cy="2010465"/>
          </a:xfrm>
        </p:grpSpPr>
        <p:sp>
          <p:nvSpPr>
            <p:cNvPr id="2659" name="Google Shape;2659;p9"/>
            <p:cNvSpPr/>
            <p:nvPr/>
          </p:nvSpPr>
          <p:spPr>
            <a:xfrm flipH="1">
              <a:off x="6440414" y="1524641"/>
              <a:ext cx="4280815"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660" name="Google Shape;2660;p9"/>
            <p:cNvSpPr/>
            <p:nvPr/>
          </p:nvSpPr>
          <p:spPr>
            <a:xfrm flipH="1">
              <a:off x="6440414" y="3519180"/>
              <a:ext cx="4280815"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pic>
        <p:nvPicPr>
          <p:cNvPr id="2661" name="Google Shape;2661;p9"/>
          <p:cNvPicPr preferRelativeResize="0"/>
          <p:nvPr/>
        </p:nvPicPr>
        <p:blipFill rotWithShape="1">
          <a:blip r:embed="rId8">
            <a:alphaModFix/>
          </a:blip>
          <a:srcRect/>
          <a:stretch/>
        </p:blipFill>
        <p:spPr>
          <a:xfrm>
            <a:off x="476900" y="2209964"/>
            <a:ext cx="5388639" cy="3128359"/>
          </a:xfrm>
          <a:prstGeom prst="rect">
            <a:avLst/>
          </a:prstGeom>
          <a:noFill/>
          <a:ln>
            <a:noFill/>
          </a:ln>
        </p:spPr>
      </p:pic>
      <p:sp>
        <p:nvSpPr>
          <p:cNvPr id="2662" name="Google Shape;2662;p9"/>
          <p:cNvSpPr txBox="1"/>
          <p:nvPr/>
        </p:nvSpPr>
        <p:spPr>
          <a:xfrm>
            <a:off x="6074211" y="6520877"/>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
        <p:nvSpPr>
          <p:cNvPr id="2663" name="Google Shape;2663;p9"/>
          <p:cNvSpPr txBox="1"/>
          <p:nvPr/>
        </p:nvSpPr>
        <p:spPr>
          <a:xfrm>
            <a:off x="4511801" y="5522543"/>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68"/>
        <p:cNvGrpSpPr/>
        <p:nvPr/>
      </p:nvGrpSpPr>
      <p:grpSpPr>
        <a:xfrm>
          <a:off x="0" y="0"/>
          <a:ext cx="0" cy="0"/>
          <a:chOff x="0" y="0"/>
          <a:chExt cx="0" cy="0"/>
        </a:xfrm>
      </p:grpSpPr>
      <p:sp>
        <p:nvSpPr>
          <p:cNvPr id="2669" name="Google Shape;2669;p16"/>
          <p:cNvSpPr/>
          <p:nvPr/>
        </p:nvSpPr>
        <p:spPr>
          <a:xfrm>
            <a:off x="484816" y="1988360"/>
            <a:ext cx="5425032" cy="3301659"/>
          </a:xfrm>
          <a:prstGeom prst="rect">
            <a:avLst/>
          </a:prstGeom>
          <a:solidFill>
            <a:srgbClr val="F4F8F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pic>
        <p:nvPicPr>
          <p:cNvPr id="2670" name="Google Shape;2670;p16"/>
          <p:cNvPicPr preferRelativeResize="0"/>
          <p:nvPr/>
        </p:nvPicPr>
        <p:blipFill rotWithShape="1">
          <a:blip r:embed="rId3">
            <a:alphaModFix/>
          </a:blip>
          <a:srcRect l="1775" t="2824" r="1775" b="13078"/>
          <a:stretch/>
        </p:blipFill>
        <p:spPr>
          <a:xfrm>
            <a:off x="528288" y="2445418"/>
            <a:ext cx="5381560" cy="2654422"/>
          </a:xfrm>
          <a:prstGeom prst="rect">
            <a:avLst/>
          </a:prstGeom>
          <a:noFill/>
          <a:ln>
            <a:noFill/>
          </a:ln>
        </p:spPr>
      </p:pic>
      <p:pic>
        <p:nvPicPr>
          <p:cNvPr id="2671" name="Google Shape;2671;p16"/>
          <p:cNvPicPr preferRelativeResize="0"/>
          <p:nvPr/>
        </p:nvPicPr>
        <p:blipFill rotWithShape="1">
          <a:blip r:embed="rId4">
            <a:alphaModFix amt="51000"/>
          </a:blip>
          <a:srcRect l="34345" t="62835" b="-4513"/>
          <a:stretch/>
        </p:blipFill>
        <p:spPr>
          <a:xfrm>
            <a:off x="0" y="5238174"/>
            <a:ext cx="7249045" cy="896460"/>
          </a:xfrm>
          <a:prstGeom prst="rect">
            <a:avLst/>
          </a:prstGeom>
          <a:noFill/>
          <a:ln>
            <a:noFill/>
          </a:ln>
        </p:spPr>
      </p:pic>
      <p:grpSp>
        <p:nvGrpSpPr>
          <p:cNvPr id="2672" name="Google Shape;2672;p16"/>
          <p:cNvGrpSpPr/>
          <p:nvPr/>
        </p:nvGrpSpPr>
        <p:grpSpPr>
          <a:xfrm>
            <a:off x="114628" y="1880073"/>
            <a:ext cx="6197879" cy="3863189"/>
            <a:chOff x="125386" y="1038585"/>
            <a:chExt cx="7772400" cy="4844599"/>
          </a:xfrm>
        </p:grpSpPr>
        <p:pic>
          <p:nvPicPr>
            <p:cNvPr id="2673" name="Google Shape;2673;p16" descr="A close-up of a computer&#10;&#10;Description automatically generated"/>
            <p:cNvPicPr preferRelativeResize="0"/>
            <p:nvPr/>
          </p:nvPicPr>
          <p:blipFill rotWithShape="1">
            <a:blip r:embed="rId5">
              <a:alphaModFix/>
            </a:blip>
            <a:srcRect t="19013"/>
            <a:stretch/>
          </p:blipFill>
          <p:spPr>
            <a:xfrm>
              <a:off x="125386" y="2119813"/>
              <a:ext cx="7772400" cy="3763371"/>
            </a:xfrm>
            <a:prstGeom prst="rect">
              <a:avLst/>
            </a:prstGeom>
            <a:noFill/>
            <a:ln>
              <a:noFill/>
            </a:ln>
          </p:spPr>
        </p:pic>
        <p:pic>
          <p:nvPicPr>
            <p:cNvPr id="2674" name="Google Shape;2674;p16" descr="A close-up of a computer&#10;&#10;Description automatically generated"/>
            <p:cNvPicPr preferRelativeResize="0"/>
            <p:nvPr/>
          </p:nvPicPr>
          <p:blipFill rotWithShape="1">
            <a:blip r:embed="rId5">
              <a:alphaModFix/>
            </a:blip>
            <a:srcRect b="65764"/>
            <a:stretch/>
          </p:blipFill>
          <p:spPr>
            <a:xfrm>
              <a:off x="125386" y="1038585"/>
              <a:ext cx="7772400" cy="1590936"/>
            </a:xfrm>
            <a:prstGeom prst="rect">
              <a:avLst/>
            </a:prstGeom>
            <a:noFill/>
            <a:ln>
              <a:noFill/>
            </a:ln>
          </p:spPr>
        </p:pic>
      </p:grpSp>
      <p:sp>
        <p:nvSpPr>
          <p:cNvPr id="2675" name="Google Shape;2675;p16"/>
          <p:cNvSpPr/>
          <p:nvPr/>
        </p:nvSpPr>
        <p:spPr>
          <a:xfrm>
            <a:off x="3315217" y="1658941"/>
            <a:ext cx="2594631" cy="362582"/>
          </a:xfrm>
          <a:prstGeom prst="roundRect">
            <a:avLst>
              <a:gd name="adj" fmla="val 50000"/>
            </a:avLst>
          </a:prstGeom>
          <a:solidFill>
            <a:schemeClr val="dk1"/>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NVMe Memory Tiering</a:t>
            </a:r>
            <a:endParaRPr sz="1400" b="0" i="0" u="none" strike="noStrike" cap="none">
              <a:solidFill>
                <a:srgbClr val="000000"/>
              </a:solidFill>
              <a:latin typeface="Arial"/>
              <a:ea typeface="Arial"/>
              <a:cs typeface="Arial"/>
              <a:sym typeface="Arial"/>
            </a:endParaRPr>
          </a:p>
        </p:txBody>
      </p:sp>
      <p:sp>
        <p:nvSpPr>
          <p:cNvPr id="2676" name="Google Shape;2676;p16"/>
          <p:cNvSpPr txBox="1"/>
          <p:nvPr/>
        </p:nvSpPr>
        <p:spPr>
          <a:xfrm>
            <a:off x="6440414" y="1673150"/>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Customer Benefits</a:t>
            </a:r>
            <a:endParaRPr sz="1400" b="1" i="0" u="none" strike="noStrike" cap="none">
              <a:solidFill>
                <a:schemeClr val="accent3"/>
              </a:solidFill>
              <a:latin typeface="Arial"/>
              <a:ea typeface="Arial"/>
              <a:cs typeface="Arial"/>
              <a:sym typeface="Arial"/>
            </a:endParaRPr>
          </a:p>
        </p:txBody>
      </p:sp>
      <p:sp>
        <p:nvSpPr>
          <p:cNvPr id="2677" name="Google Shape;2677;p16"/>
          <p:cNvSpPr txBox="1"/>
          <p:nvPr/>
        </p:nvSpPr>
        <p:spPr>
          <a:xfrm>
            <a:off x="6440415" y="2043428"/>
            <a:ext cx="5581797" cy="1338828"/>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Utilize NVMe as a second-tier memory to lower overall memory costs.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Leverage existing server slots for NVMe devices, maximizing hardware investment.</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60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Enhance VM performance under memory pressure with advanced memory tiering algorithms.</a:t>
            </a:r>
            <a:endParaRPr sz="1400" b="0" i="0" u="none" strike="noStrike" cap="none">
              <a:solidFill>
                <a:srgbClr val="000000"/>
              </a:solidFill>
              <a:latin typeface="Arial"/>
              <a:ea typeface="Arial"/>
              <a:cs typeface="Arial"/>
              <a:sym typeface="Arial"/>
            </a:endParaRPr>
          </a:p>
        </p:txBody>
      </p:sp>
      <p:sp>
        <p:nvSpPr>
          <p:cNvPr id="2678" name="Google Shape;2678;p16"/>
          <p:cNvSpPr txBox="1"/>
          <p:nvPr/>
        </p:nvSpPr>
        <p:spPr>
          <a:xfrm>
            <a:off x="6440414" y="3667689"/>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Key Attributes</a:t>
            </a:r>
            <a:endParaRPr sz="1400" b="1" i="0" u="none" strike="noStrike" cap="none">
              <a:solidFill>
                <a:schemeClr val="accent3"/>
              </a:solidFill>
              <a:latin typeface="Arial"/>
              <a:ea typeface="Arial"/>
              <a:cs typeface="Arial"/>
              <a:sym typeface="Arial"/>
            </a:endParaRPr>
          </a:p>
        </p:txBody>
      </p:sp>
      <p:sp>
        <p:nvSpPr>
          <p:cNvPr id="2679" name="Google Shape;2679;p16"/>
          <p:cNvSpPr txBox="1"/>
          <p:nvPr/>
        </p:nvSpPr>
        <p:spPr>
          <a:xfrm>
            <a:off x="6440415" y="4037967"/>
            <a:ext cx="5452922" cy="2379113"/>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Cost Efficiency</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NVMe tiering reduces DRAM costs by offloading 20-25% of memory accesses.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Advanced Tiering</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Uses extensive hot/cold page analysis and LRU-like algorithms for optimal memory distribution.</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Enhanced Visibility</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Provides detailed DRAM and NVMe bandwidth stats for better VM management.</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Avoids Ballooning Issues</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Prevents guest OS slowdown and improves visibility into VM activity by avoiding ballooning.</a:t>
            </a:r>
            <a:endParaRPr sz="1400" b="0" i="0" u="none" strike="noStrike" cap="none">
              <a:solidFill>
                <a:srgbClr val="000000"/>
              </a:solidFill>
              <a:latin typeface="Arial"/>
              <a:ea typeface="Arial"/>
              <a:cs typeface="Arial"/>
              <a:sym typeface="Arial"/>
            </a:endParaRPr>
          </a:p>
          <a:p>
            <a:pPr marL="285750" marR="0" lvl="0" indent="-209550" algn="l" rtl="0">
              <a:lnSpc>
                <a:spcPct val="120000"/>
              </a:lnSpc>
              <a:spcBef>
                <a:spcPts val="600"/>
              </a:spcBef>
              <a:spcAft>
                <a:spcPts val="600"/>
              </a:spcAft>
              <a:buClr>
                <a:schemeClr val="accent4"/>
              </a:buClr>
              <a:buSzPts val="1200"/>
              <a:buFont typeface="Arial"/>
              <a:buNone/>
            </a:pPr>
            <a:endParaRPr sz="1200" b="0" i="0" u="none" strike="noStrike" cap="none">
              <a:solidFill>
                <a:schemeClr val="dk1"/>
              </a:solidFill>
              <a:latin typeface="Arial"/>
              <a:ea typeface="Arial"/>
              <a:cs typeface="Arial"/>
              <a:sym typeface="Arial"/>
            </a:endParaRPr>
          </a:p>
        </p:txBody>
      </p:sp>
      <p:sp>
        <p:nvSpPr>
          <p:cNvPr id="2680" name="Google Shape;2680;p16"/>
          <p:cNvSpPr txBox="1"/>
          <p:nvPr/>
        </p:nvSpPr>
        <p:spPr>
          <a:xfrm>
            <a:off x="579809" y="0"/>
            <a:ext cx="11001004" cy="809625"/>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799"/>
              <a:buFont typeface="Arial"/>
              <a:buNone/>
            </a:pPr>
            <a:r>
              <a:rPr lang="en-US" sz="2799" b="0" i="0" u="none" strike="noStrike" cap="none">
                <a:solidFill>
                  <a:schemeClr val="dk2"/>
                </a:solidFill>
                <a:latin typeface="Arial"/>
                <a:ea typeface="Arial"/>
                <a:cs typeface="Arial"/>
                <a:sym typeface="Arial"/>
              </a:rPr>
              <a:t>Advanced Memory Tiering with NVMe</a:t>
            </a:r>
            <a:endParaRPr sz="2799" b="0" i="0" u="none" strike="noStrike" cap="none">
              <a:solidFill>
                <a:schemeClr val="dk2"/>
              </a:solidFill>
              <a:latin typeface="Arial"/>
              <a:ea typeface="Arial"/>
              <a:cs typeface="Arial"/>
              <a:sym typeface="Arial"/>
            </a:endParaRPr>
          </a:p>
        </p:txBody>
      </p:sp>
      <p:sp>
        <p:nvSpPr>
          <p:cNvPr id="2681" name="Google Shape;2681;p16"/>
          <p:cNvSpPr txBox="1"/>
          <p:nvPr/>
        </p:nvSpPr>
        <p:spPr>
          <a:xfrm>
            <a:off x="592868" y="809625"/>
            <a:ext cx="10962687" cy="2477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798"/>
              <a:buFont typeface="Arial"/>
              <a:buNone/>
            </a:pPr>
            <a:r>
              <a:rPr lang="en-US" sz="1998" b="0" i="0" u="none" strike="noStrike" cap="none">
                <a:solidFill>
                  <a:schemeClr val="accent3"/>
                </a:solidFill>
                <a:latin typeface="Arial"/>
                <a:ea typeface="Arial"/>
                <a:cs typeface="Arial"/>
                <a:sym typeface="Arial"/>
              </a:rPr>
              <a:t>Cost-effective and efficient memory management for enhanced VM performance</a:t>
            </a:r>
            <a:br>
              <a:rPr lang="en-US" sz="1998" b="0" i="0" u="none" strike="noStrike" cap="none">
                <a:solidFill>
                  <a:schemeClr val="accent3"/>
                </a:solidFill>
                <a:latin typeface="Arial"/>
                <a:ea typeface="Arial"/>
                <a:cs typeface="Arial"/>
                <a:sym typeface="Arial"/>
              </a:rPr>
            </a:br>
            <a:endParaRPr sz="1998" b="0" i="0" u="none" strike="noStrike" cap="none">
              <a:solidFill>
                <a:schemeClr val="accent3"/>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798"/>
              <a:buFont typeface="Arial"/>
              <a:buNone/>
            </a:pPr>
            <a:endParaRPr sz="1998" b="0" i="0" u="none" strike="noStrike" cap="none">
              <a:solidFill>
                <a:schemeClr val="accent1"/>
              </a:solidFill>
              <a:latin typeface="Arial"/>
              <a:ea typeface="Arial"/>
              <a:cs typeface="Arial"/>
              <a:sym typeface="Arial"/>
            </a:endParaRPr>
          </a:p>
        </p:txBody>
      </p:sp>
      <p:grpSp>
        <p:nvGrpSpPr>
          <p:cNvPr id="2682" name="Google Shape;2682;p16"/>
          <p:cNvGrpSpPr/>
          <p:nvPr/>
        </p:nvGrpSpPr>
        <p:grpSpPr>
          <a:xfrm>
            <a:off x="467558" y="1324559"/>
            <a:ext cx="842400" cy="842400"/>
            <a:chOff x="6672195" y="1266257"/>
            <a:chExt cx="842400" cy="842400"/>
          </a:xfrm>
        </p:grpSpPr>
        <p:sp>
          <p:nvSpPr>
            <p:cNvPr id="2683" name="Google Shape;2683;p16"/>
            <p:cNvSpPr/>
            <p:nvPr/>
          </p:nvSpPr>
          <p:spPr>
            <a:xfrm>
              <a:off x="6672195" y="1266257"/>
              <a:ext cx="842400" cy="842400"/>
            </a:xfrm>
            <a:prstGeom prst="ellipse">
              <a:avLst/>
            </a:prstGeom>
            <a:solidFill>
              <a:schemeClr val="dk1"/>
            </a:solidFill>
            <a:ln>
              <a:noFill/>
            </a:ln>
            <a:effectLst>
              <a:outerShdw blurRad="76971" dist="38100" dir="5400000" algn="t" rotWithShape="0">
                <a:srgbClr val="000000">
                  <a:alpha val="40000"/>
                </a:srgbClr>
              </a:outerShdw>
            </a:effectLst>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84" name="Google Shape;2684;p16"/>
            <p:cNvPicPr preferRelativeResize="0"/>
            <p:nvPr/>
          </p:nvPicPr>
          <p:blipFill rotWithShape="1">
            <a:blip r:embed="rId6">
              <a:alphaModFix/>
            </a:blip>
            <a:srcRect/>
            <a:stretch/>
          </p:blipFill>
          <p:spPr>
            <a:xfrm>
              <a:off x="6766913" y="1322447"/>
              <a:ext cx="664318" cy="664318"/>
            </a:xfrm>
            <a:prstGeom prst="rect">
              <a:avLst/>
            </a:prstGeom>
            <a:noFill/>
            <a:ln>
              <a:noFill/>
            </a:ln>
          </p:spPr>
        </p:pic>
      </p:grpSp>
      <p:sp>
        <p:nvSpPr>
          <p:cNvPr id="2685" name="Google Shape;2685;p16"/>
          <p:cNvSpPr/>
          <p:nvPr/>
        </p:nvSpPr>
        <p:spPr>
          <a:xfrm flipH="1">
            <a:off x="6440414" y="1524641"/>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686" name="Google Shape;2686;p16"/>
          <p:cNvSpPr/>
          <p:nvPr/>
        </p:nvSpPr>
        <p:spPr>
          <a:xfrm flipH="1">
            <a:off x="6440414" y="3519180"/>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nvGrpSpPr>
          <p:cNvPr id="2687" name="Google Shape;2687;p16"/>
          <p:cNvGrpSpPr/>
          <p:nvPr/>
        </p:nvGrpSpPr>
        <p:grpSpPr>
          <a:xfrm>
            <a:off x="8887913" y="200972"/>
            <a:ext cx="3300912" cy="530590"/>
            <a:chOff x="8887913" y="200972"/>
            <a:chExt cx="3300912" cy="530590"/>
          </a:xfrm>
        </p:grpSpPr>
        <p:sp>
          <p:nvSpPr>
            <p:cNvPr id="2688" name="Google Shape;2688;p16"/>
            <p:cNvSpPr/>
            <p:nvPr/>
          </p:nvSpPr>
          <p:spPr>
            <a:xfrm>
              <a:off x="8887913" y="200972"/>
              <a:ext cx="3300912" cy="530590"/>
            </a:xfrm>
            <a:custGeom>
              <a:avLst/>
              <a:gdLst/>
              <a:ahLst/>
              <a:cxnLst/>
              <a:rect l="l" t="t" r="r" b="b"/>
              <a:pathLst>
                <a:path w="3300912" h="530590" extrusionOk="0">
                  <a:moveTo>
                    <a:pt x="265295" y="0"/>
                  </a:moveTo>
                  <a:lnTo>
                    <a:pt x="890708" y="0"/>
                  </a:lnTo>
                  <a:lnTo>
                    <a:pt x="2888944" y="0"/>
                  </a:lnTo>
                  <a:lnTo>
                    <a:pt x="3300912" y="0"/>
                  </a:lnTo>
                  <a:lnTo>
                    <a:pt x="3300912" y="530590"/>
                  </a:lnTo>
                  <a:lnTo>
                    <a:pt x="2888944" y="530590"/>
                  </a:lnTo>
                  <a:lnTo>
                    <a:pt x="890708" y="530590"/>
                  </a:lnTo>
                  <a:lnTo>
                    <a:pt x="265295" y="530590"/>
                  </a:lnTo>
                  <a:cubicBezTo>
                    <a:pt x="118777" y="530590"/>
                    <a:pt x="0" y="411813"/>
                    <a:pt x="0" y="265295"/>
                  </a:cubicBezTo>
                  <a:cubicBezTo>
                    <a:pt x="0" y="118777"/>
                    <a:pt x="118777" y="0"/>
                    <a:pt x="265295" y="0"/>
                  </a:cubicBezTo>
                  <a:close/>
                </a:path>
              </a:pathLst>
            </a:custGeom>
            <a:gradFill>
              <a:gsLst>
                <a:gs pos="0">
                  <a:schemeClr val="accent3"/>
                </a:gs>
                <a:gs pos="99000">
                  <a:schemeClr val="accent3"/>
                </a:gs>
                <a:gs pos="100000">
                  <a:schemeClr val="accent3"/>
                </a:gs>
              </a:gsLst>
              <a:lin ang="0" scaled="0"/>
            </a:gra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grpSp>
          <p:nvGrpSpPr>
            <p:cNvPr id="2689" name="Google Shape;2689;p16"/>
            <p:cNvGrpSpPr/>
            <p:nvPr/>
          </p:nvGrpSpPr>
          <p:grpSpPr>
            <a:xfrm>
              <a:off x="8918853" y="224458"/>
              <a:ext cx="482356" cy="482356"/>
              <a:chOff x="8933955" y="265364"/>
              <a:chExt cx="438505" cy="438505"/>
            </a:xfrm>
          </p:grpSpPr>
          <p:sp>
            <p:nvSpPr>
              <p:cNvPr id="2690" name="Google Shape;2690;p16"/>
              <p:cNvSpPr/>
              <p:nvPr/>
            </p:nvSpPr>
            <p:spPr>
              <a:xfrm>
                <a:off x="8933955" y="265364"/>
                <a:ext cx="438505" cy="438505"/>
              </a:xfrm>
              <a:prstGeom prst="ellipse">
                <a:avLst/>
              </a:prstGeom>
              <a:solidFill>
                <a:schemeClr val="dk1"/>
              </a:soli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91" name="Google Shape;2691;p16"/>
              <p:cNvPicPr preferRelativeResize="0"/>
              <p:nvPr/>
            </p:nvPicPr>
            <p:blipFill rotWithShape="1">
              <a:blip r:embed="rId7">
                <a:alphaModFix/>
              </a:blip>
              <a:srcRect/>
              <a:stretch/>
            </p:blipFill>
            <p:spPr>
              <a:xfrm>
                <a:off x="9005804" y="346439"/>
                <a:ext cx="295146" cy="295146"/>
              </a:xfrm>
              <a:prstGeom prst="rect">
                <a:avLst/>
              </a:prstGeom>
              <a:noFill/>
              <a:ln>
                <a:noFill/>
              </a:ln>
            </p:spPr>
          </p:pic>
        </p:grpSp>
        <p:sp>
          <p:nvSpPr>
            <p:cNvPr id="2692" name="Google Shape;2692;p16"/>
            <p:cNvSpPr txBox="1"/>
            <p:nvPr/>
          </p:nvSpPr>
          <p:spPr>
            <a:xfrm>
              <a:off x="9555629" y="343121"/>
              <a:ext cx="2590274" cy="22309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lt2"/>
                  </a:solidFill>
                  <a:latin typeface="Arial"/>
                  <a:ea typeface="Arial"/>
                  <a:cs typeface="Arial"/>
                  <a:sym typeface="Arial"/>
                </a:rPr>
                <a:t>Modernize Infrastructure</a:t>
              </a:r>
              <a:endParaRPr sz="1400" b="0" i="0" u="none" strike="noStrike" cap="none">
                <a:solidFill>
                  <a:srgbClr val="000000"/>
                </a:solidFill>
                <a:latin typeface="Arial"/>
                <a:ea typeface="Arial"/>
                <a:cs typeface="Arial"/>
                <a:sym typeface="Arial"/>
              </a:endParaRPr>
            </a:p>
          </p:txBody>
        </p:sp>
      </p:grpSp>
      <p:sp>
        <p:nvSpPr>
          <p:cNvPr id="2693" name="Google Shape;2693;p16"/>
          <p:cNvSpPr txBox="1"/>
          <p:nvPr/>
        </p:nvSpPr>
        <p:spPr>
          <a:xfrm>
            <a:off x="6052816" y="6549796"/>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
        <p:nvSpPr>
          <p:cNvPr id="2694" name="Google Shape;2694;p16"/>
          <p:cNvSpPr txBox="1"/>
          <p:nvPr/>
        </p:nvSpPr>
        <p:spPr>
          <a:xfrm>
            <a:off x="4684018" y="5082187"/>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99"/>
        <p:cNvGrpSpPr/>
        <p:nvPr/>
      </p:nvGrpSpPr>
      <p:grpSpPr>
        <a:xfrm>
          <a:off x="0" y="0"/>
          <a:ext cx="0" cy="0"/>
          <a:chOff x="0" y="0"/>
          <a:chExt cx="0" cy="0"/>
        </a:xfrm>
      </p:grpSpPr>
      <p:grpSp>
        <p:nvGrpSpPr>
          <p:cNvPr id="2700" name="Google Shape;2700;p70"/>
          <p:cNvGrpSpPr/>
          <p:nvPr/>
        </p:nvGrpSpPr>
        <p:grpSpPr>
          <a:xfrm>
            <a:off x="0" y="1843468"/>
            <a:ext cx="6197879" cy="3863189"/>
            <a:chOff x="125386" y="1038585"/>
            <a:chExt cx="7772400" cy="4844599"/>
          </a:xfrm>
        </p:grpSpPr>
        <p:pic>
          <p:nvPicPr>
            <p:cNvPr id="2701" name="Google Shape;2701;p70" descr="A close-up of a computer&#10;&#10;Description automatically generated"/>
            <p:cNvPicPr preferRelativeResize="0"/>
            <p:nvPr/>
          </p:nvPicPr>
          <p:blipFill rotWithShape="1">
            <a:blip r:embed="rId3">
              <a:alphaModFix/>
            </a:blip>
            <a:srcRect t="19013"/>
            <a:stretch/>
          </p:blipFill>
          <p:spPr>
            <a:xfrm>
              <a:off x="125386" y="2119813"/>
              <a:ext cx="7772400" cy="3763371"/>
            </a:xfrm>
            <a:prstGeom prst="rect">
              <a:avLst/>
            </a:prstGeom>
            <a:noFill/>
            <a:ln>
              <a:noFill/>
            </a:ln>
          </p:spPr>
        </p:pic>
        <p:pic>
          <p:nvPicPr>
            <p:cNvPr id="2702" name="Google Shape;2702;p70" descr="A close-up of a computer&#10;&#10;Description automatically generated"/>
            <p:cNvPicPr preferRelativeResize="0"/>
            <p:nvPr/>
          </p:nvPicPr>
          <p:blipFill rotWithShape="1">
            <a:blip r:embed="rId3">
              <a:alphaModFix/>
            </a:blip>
            <a:srcRect b="65764"/>
            <a:stretch/>
          </p:blipFill>
          <p:spPr>
            <a:xfrm>
              <a:off x="125386" y="1038585"/>
              <a:ext cx="7772400" cy="1590936"/>
            </a:xfrm>
            <a:prstGeom prst="rect">
              <a:avLst/>
            </a:prstGeom>
            <a:noFill/>
            <a:ln>
              <a:noFill/>
            </a:ln>
          </p:spPr>
        </p:pic>
      </p:grpSp>
      <p:pic>
        <p:nvPicPr>
          <p:cNvPr id="2703" name="Google Shape;2703;p70"/>
          <p:cNvPicPr preferRelativeResize="0"/>
          <p:nvPr/>
        </p:nvPicPr>
        <p:blipFill rotWithShape="1">
          <a:blip r:embed="rId4">
            <a:alphaModFix amt="51000"/>
          </a:blip>
          <a:srcRect l="34345" t="62835" b="-4513"/>
          <a:stretch/>
        </p:blipFill>
        <p:spPr>
          <a:xfrm>
            <a:off x="0" y="5338324"/>
            <a:ext cx="7929349" cy="980590"/>
          </a:xfrm>
          <a:prstGeom prst="rect">
            <a:avLst/>
          </a:prstGeom>
          <a:noFill/>
          <a:ln>
            <a:noFill/>
          </a:ln>
        </p:spPr>
      </p:pic>
      <p:sp>
        <p:nvSpPr>
          <p:cNvPr id="2704" name="Google Shape;2704;p70"/>
          <p:cNvSpPr txBox="1"/>
          <p:nvPr/>
        </p:nvSpPr>
        <p:spPr>
          <a:xfrm>
            <a:off x="579809" y="0"/>
            <a:ext cx="11001004" cy="809625"/>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799"/>
              <a:buFont typeface="Arial"/>
              <a:buNone/>
            </a:pPr>
            <a:r>
              <a:rPr lang="en-US" sz="2799" b="0" i="0" u="none" strike="noStrike" cap="none">
                <a:solidFill>
                  <a:schemeClr val="dk2"/>
                </a:solidFill>
                <a:latin typeface="Arial"/>
                <a:ea typeface="Arial"/>
                <a:cs typeface="Arial"/>
                <a:sym typeface="Arial"/>
              </a:rPr>
              <a:t>Native VCF Multi-Tenancy</a:t>
            </a:r>
            <a:endParaRPr sz="1400" b="0" i="0" u="none" strike="noStrike" cap="none">
              <a:solidFill>
                <a:srgbClr val="000000"/>
              </a:solidFill>
              <a:latin typeface="Arial"/>
              <a:ea typeface="Arial"/>
              <a:cs typeface="Arial"/>
              <a:sym typeface="Arial"/>
            </a:endParaRPr>
          </a:p>
        </p:txBody>
      </p:sp>
      <p:sp>
        <p:nvSpPr>
          <p:cNvPr id="2705" name="Google Shape;2705;p70"/>
          <p:cNvSpPr txBox="1"/>
          <p:nvPr/>
        </p:nvSpPr>
        <p:spPr>
          <a:xfrm>
            <a:off x="592868" y="809625"/>
            <a:ext cx="10962687" cy="2477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440"/>
              <a:buFont typeface="Arial"/>
              <a:buNone/>
            </a:pPr>
            <a:r>
              <a:rPr lang="en-US" sz="1600" b="0" i="0" u="none" strike="noStrike" cap="none">
                <a:solidFill>
                  <a:schemeClr val="accent3"/>
                </a:solidFill>
                <a:latin typeface="Arial"/>
                <a:ea typeface="Arial"/>
                <a:cs typeface="Arial"/>
                <a:sym typeface="Arial"/>
              </a:rPr>
              <a:t>Streamlined, Secure and Scalable Cloud Management for Enterprises and Service Providers</a:t>
            </a:r>
            <a:endParaRPr sz="1400" b="0" i="0" u="none" strike="noStrike" cap="none">
              <a:solidFill>
                <a:srgbClr val="000000"/>
              </a:solidFill>
              <a:latin typeface="Arial"/>
              <a:ea typeface="Arial"/>
              <a:cs typeface="Arial"/>
              <a:sym typeface="Arial"/>
            </a:endParaRPr>
          </a:p>
        </p:txBody>
      </p:sp>
      <p:sp>
        <p:nvSpPr>
          <p:cNvPr id="2706" name="Google Shape;2706;p70"/>
          <p:cNvSpPr/>
          <p:nvPr/>
        </p:nvSpPr>
        <p:spPr>
          <a:xfrm>
            <a:off x="3266587" y="1620676"/>
            <a:ext cx="2594631" cy="362582"/>
          </a:xfrm>
          <a:prstGeom prst="roundRect">
            <a:avLst>
              <a:gd name="adj" fmla="val 50000"/>
            </a:avLst>
          </a:prstGeom>
          <a:solidFill>
            <a:schemeClr val="dk1"/>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Native VCF Multi-Tenancy </a:t>
            </a:r>
            <a:endParaRPr sz="1400" b="0" i="0" u="none" strike="noStrike" cap="none">
              <a:solidFill>
                <a:srgbClr val="000000"/>
              </a:solidFill>
              <a:latin typeface="Arial"/>
              <a:ea typeface="Arial"/>
              <a:cs typeface="Arial"/>
              <a:sym typeface="Arial"/>
            </a:endParaRPr>
          </a:p>
        </p:txBody>
      </p:sp>
      <p:sp>
        <p:nvSpPr>
          <p:cNvPr id="2707" name="Google Shape;2707;p70"/>
          <p:cNvSpPr txBox="1"/>
          <p:nvPr/>
        </p:nvSpPr>
        <p:spPr>
          <a:xfrm>
            <a:off x="6440414" y="1673150"/>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Customer Benefits</a:t>
            </a:r>
            <a:endParaRPr sz="1400" b="1" i="0" u="none" strike="noStrike" cap="none">
              <a:solidFill>
                <a:schemeClr val="accent3"/>
              </a:solidFill>
              <a:latin typeface="Arial"/>
              <a:ea typeface="Arial"/>
              <a:cs typeface="Arial"/>
              <a:sym typeface="Arial"/>
            </a:endParaRPr>
          </a:p>
        </p:txBody>
      </p:sp>
      <p:sp>
        <p:nvSpPr>
          <p:cNvPr id="2708" name="Google Shape;2708;p70"/>
          <p:cNvSpPr txBox="1"/>
          <p:nvPr/>
        </p:nvSpPr>
        <p:spPr>
          <a:xfrm>
            <a:off x="6440415" y="2043428"/>
            <a:ext cx="5581797" cy="1194173"/>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Increased Operational Efficiency and Reduced Overhead</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Optimized Resource Allocations and Cost Savings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Easily Scale Tenants and Monitor Cost and Chargeback</a:t>
            </a:r>
            <a:endParaRPr sz="1400" b="0" i="0" u="none" strike="noStrike" cap="none">
              <a:solidFill>
                <a:srgbClr val="000000"/>
              </a:solidFill>
              <a:latin typeface="Arial"/>
              <a:ea typeface="Arial"/>
              <a:cs typeface="Arial"/>
              <a:sym typeface="Arial"/>
            </a:endParaRPr>
          </a:p>
          <a:p>
            <a:pPr marL="285750" marR="0" lvl="0" indent="-209550" algn="l" rtl="0">
              <a:lnSpc>
                <a:spcPct val="120000"/>
              </a:lnSpc>
              <a:spcBef>
                <a:spcPts val="600"/>
              </a:spcBef>
              <a:spcAft>
                <a:spcPts val="600"/>
              </a:spcAft>
              <a:buClr>
                <a:schemeClr val="accent4"/>
              </a:buClr>
              <a:buSzPts val="1200"/>
              <a:buFont typeface="Arial"/>
              <a:buNone/>
            </a:pPr>
            <a:endParaRPr sz="1200" b="0" i="0" u="none" strike="noStrike" cap="none">
              <a:solidFill>
                <a:schemeClr val="dk1"/>
              </a:solidFill>
              <a:latin typeface="Arial"/>
              <a:ea typeface="Arial"/>
              <a:cs typeface="Arial"/>
              <a:sym typeface="Arial"/>
            </a:endParaRPr>
          </a:p>
        </p:txBody>
      </p:sp>
      <p:sp>
        <p:nvSpPr>
          <p:cNvPr id="2709" name="Google Shape;2709;p70"/>
          <p:cNvSpPr/>
          <p:nvPr/>
        </p:nvSpPr>
        <p:spPr>
          <a:xfrm flipH="1">
            <a:off x="6440414" y="1524641"/>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710" name="Google Shape;2710;p70"/>
          <p:cNvSpPr txBox="1"/>
          <p:nvPr/>
        </p:nvSpPr>
        <p:spPr>
          <a:xfrm>
            <a:off x="6440414" y="3337489"/>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Key Attributes</a:t>
            </a:r>
            <a:endParaRPr sz="1400" b="1" i="0" u="none" strike="noStrike" cap="none">
              <a:solidFill>
                <a:schemeClr val="accent3"/>
              </a:solidFill>
              <a:latin typeface="Arial"/>
              <a:ea typeface="Arial"/>
              <a:cs typeface="Arial"/>
              <a:sym typeface="Arial"/>
            </a:endParaRPr>
          </a:p>
        </p:txBody>
      </p:sp>
      <p:sp>
        <p:nvSpPr>
          <p:cNvPr id="2711" name="Google Shape;2711;p70"/>
          <p:cNvSpPr txBox="1"/>
          <p:nvPr/>
        </p:nvSpPr>
        <p:spPr>
          <a:xfrm>
            <a:off x="6440415" y="3707767"/>
            <a:ext cx="5633782" cy="2523768"/>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Seamless Integration</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Tenant Manager is fully integrated into the VCF Console, providing a unified platform for managing both hard and soft tenancy models, ensuring ease of use and streamlined operations.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Advanced Resource Management</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Utilizes sophisticated algorithms to allocate resources efficiently based on tenant needs and activity, ensuring optimal performance and cost-effectiveness.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Smooth Transition Paths</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Offers non-disruptive upgrade paths for existing vSphere, vRA, and VCD customers, ensuring continuity and minimizing downtime during migration to the new system.</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600"/>
              </a:spcBef>
              <a:spcAft>
                <a:spcPts val="600"/>
              </a:spcAft>
              <a:buClr>
                <a:schemeClr val="accent4"/>
              </a:buClr>
              <a:buSzPts val="1200"/>
              <a:buFont typeface="Arial"/>
              <a:buNone/>
            </a:pPr>
            <a:endParaRPr sz="1200" b="0" i="0" u="none" strike="noStrike" cap="none">
              <a:solidFill>
                <a:schemeClr val="dk1"/>
              </a:solidFill>
              <a:latin typeface="Arial"/>
              <a:ea typeface="Arial"/>
              <a:cs typeface="Arial"/>
              <a:sym typeface="Arial"/>
            </a:endParaRPr>
          </a:p>
        </p:txBody>
      </p:sp>
      <p:sp>
        <p:nvSpPr>
          <p:cNvPr id="2712" name="Google Shape;2712;p70"/>
          <p:cNvSpPr/>
          <p:nvPr/>
        </p:nvSpPr>
        <p:spPr>
          <a:xfrm flipH="1">
            <a:off x="6440414" y="3188980"/>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pic>
        <p:nvPicPr>
          <p:cNvPr id="2713" name="Google Shape;2713;p70"/>
          <p:cNvPicPr preferRelativeResize="0"/>
          <p:nvPr/>
        </p:nvPicPr>
        <p:blipFill rotWithShape="1">
          <a:blip r:embed="rId5">
            <a:alphaModFix/>
          </a:blip>
          <a:srcRect/>
          <a:stretch/>
        </p:blipFill>
        <p:spPr>
          <a:xfrm>
            <a:off x="342070" y="2043428"/>
            <a:ext cx="5513738" cy="3294896"/>
          </a:xfrm>
          <a:prstGeom prst="rect">
            <a:avLst/>
          </a:prstGeom>
          <a:noFill/>
          <a:ln>
            <a:noFill/>
          </a:ln>
        </p:spPr>
      </p:pic>
      <p:grpSp>
        <p:nvGrpSpPr>
          <p:cNvPr id="2714" name="Google Shape;2714;p70"/>
          <p:cNvGrpSpPr/>
          <p:nvPr/>
        </p:nvGrpSpPr>
        <p:grpSpPr>
          <a:xfrm>
            <a:off x="8887913" y="200972"/>
            <a:ext cx="3300912" cy="530590"/>
            <a:chOff x="8887913" y="200972"/>
            <a:chExt cx="3300912" cy="530590"/>
          </a:xfrm>
        </p:grpSpPr>
        <p:grpSp>
          <p:nvGrpSpPr>
            <p:cNvPr id="2715" name="Google Shape;2715;p70"/>
            <p:cNvGrpSpPr/>
            <p:nvPr/>
          </p:nvGrpSpPr>
          <p:grpSpPr>
            <a:xfrm>
              <a:off x="8887913" y="200972"/>
              <a:ext cx="3300912" cy="530590"/>
              <a:chOff x="8887913" y="200972"/>
              <a:chExt cx="3300912" cy="530590"/>
            </a:xfrm>
          </p:grpSpPr>
          <p:sp>
            <p:nvSpPr>
              <p:cNvPr id="2716" name="Google Shape;2716;p70"/>
              <p:cNvSpPr/>
              <p:nvPr/>
            </p:nvSpPr>
            <p:spPr>
              <a:xfrm>
                <a:off x="8887913" y="200972"/>
                <a:ext cx="3300912" cy="530590"/>
              </a:xfrm>
              <a:custGeom>
                <a:avLst/>
                <a:gdLst/>
                <a:ahLst/>
                <a:cxnLst/>
                <a:rect l="l" t="t" r="r" b="b"/>
                <a:pathLst>
                  <a:path w="3300912" h="530590" extrusionOk="0">
                    <a:moveTo>
                      <a:pt x="265295" y="0"/>
                    </a:moveTo>
                    <a:lnTo>
                      <a:pt x="890708" y="0"/>
                    </a:lnTo>
                    <a:lnTo>
                      <a:pt x="2888944" y="0"/>
                    </a:lnTo>
                    <a:lnTo>
                      <a:pt x="3300912" y="0"/>
                    </a:lnTo>
                    <a:lnTo>
                      <a:pt x="3300912" y="530590"/>
                    </a:lnTo>
                    <a:lnTo>
                      <a:pt x="2888944" y="530590"/>
                    </a:lnTo>
                    <a:lnTo>
                      <a:pt x="890708" y="530590"/>
                    </a:lnTo>
                    <a:lnTo>
                      <a:pt x="265295" y="530590"/>
                    </a:lnTo>
                    <a:cubicBezTo>
                      <a:pt x="118777" y="530590"/>
                      <a:pt x="0" y="411813"/>
                      <a:pt x="0" y="265295"/>
                    </a:cubicBezTo>
                    <a:cubicBezTo>
                      <a:pt x="0" y="118777"/>
                      <a:pt x="118777" y="0"/>
                      <a:pt x="265295" y="0"/>
                    </a:cubicBezTo>
                    <a:close/>
                  </a:path>
                </a:pathLst>
              </a:custGeom>
              <a:gradFill>
                <a:gsLst>
                  <a:gs pos="0">
                    <a:schemeClr val="accent4"/>
                  </a:gs>
                  <a:gs pos="99000">
                    <a:schemeClr val="accent3"/>
                  </a:gs>
                  <a:gs pos="100000">
                    <a:schemeClr val="accent3"/>
                  </a:gs>
                </a:gsLst>
                <a:lin ang="0" scaled="0"/>
              </a:gra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sp>
            <p:nvSpPr>
              <p:cNvPr id="2717" name="Google Shape;2717;p70"/>
              <p:cNvSpPr/>
              <p:nvPr/>
            </p:nvSpPr>
            <p:spPr>
              <a:xfrm>
                <a:off x="8918853" y="224458"/>
                <a:ext cx="482356" cy="482356"/>
              </a:xfrm>
              <a:prstGeom prst="ellipse">
                <a:avLst/>
              </a:prstGeom>
              <a:solidFill>
                <a:schemeClr val="dk1"/>
              </a:soli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8" name="Google Shape;2718;p70"/>
              <p:cNvSpPr txBox="1"/>
              <p:nvPr/>
            </p:nvSpPr>
            <p:spPr>
              <a:xfrm>
                <a:off x="9555629" y="343121"/>
                <a:ext cx="2590274" cy="22309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lt2"/>
                    </a:solidFill>
                    <a:latin typeface="Arial"/>
                    <a:ea typeface="Arial"/>
                    <a:cs typeface="Arial"/>
                    <a:sym typeface="Arial"/>
                  </a:rPr>
                  <a:t>Unified Cloud Experience</a:t>
                </a:r>
                <a:endParaRPr sz="1400" b="0" i="0" u="none" strike="noStrike" cap="none">
                  <a:solidFill>
                    <a:srgbClr val="000000"/>
                  </a:solidFill>
                  <a:latin typeface="Arial"/>
                  <a:ea typeface="Arial"/>
                  <a:cs typeface="Arial"/>
                  <a:sym typeface="Arial"/>
                </a:endParaRPr>
              </a:p>
            </p:txBody>
          </p:sp>
        </p:grpSp>
        <p:sp>
          <p:nvSpPr>
            <p:cNvPr id="2719" name="Google Shape;2719;p70"/>
            <p:cNvSpPr/>
            <p:nvPr/>
          </p:nvSpPr>
          <p:spPr>
            <a:xfrm>
              <a:off x="9004534" y="357636"/>
              <a:ext cx="324683" cy="216000"/>
            </a:xfrm>
            <a:custGeom>
              <a:avLst/>
              <a:gdLst/>
              <a:ahLst/>
              <a:cxnLst/>
              <a:rect l="l" t="t" r="r" b="b"/>
              <a:pathLst>
                <a:path w="695678" h="462815" extrusionOk="0">
                  <a:moveTo>
                    <a:pt x="322502" y="296744"/>
                  </a:moveTo>
                  <a:cubicBezTo>
                    <a:pt x="296385" y="296744"/>
                    <a:pt x="272968" y="317559"/>
                    <a:pt x="273214" y="346327"/>
                  </a:cubicBezTo>
                  <a:cubicBezTo>
                    <a:pt x="273410" y="371463"/>
                    <a:pt x="293931" y="394978"/>
                    <a:pt x="322404" y="394978"/>
                  </a:cubicBezTo>
                  <a:cubicBezTo>
                    <a:pt x="347834" y="395027"/>
                    <a:pt x="371202" y="374212"/>
                    <a:pt x="371448" y="346278"/>
                  </a:cubicBezTo>
                  <a:cubicBezTo>
                    <a:pt x="371693" y="319523"/>
                    <a:pt x="349356" y="296744"/>
                    <a:pt x="322502" y="296744"/>
                  </a:cubicBezTo>
                  <a:close/>
                  <a:moveTo>
                    <a:pt x="359813" y="229242"/>
                  </a:moveTo>
                  <a:cubicBezTo>
                    <a:pt x="365458" y="231795"/>
                    <a:pt x="371251" y="234201"/>
                    <a:pt x="377093" y="236262"/>
                  </a:cubicBezTo>
                  <a:cubicBezTo>
                    <a:pt x="380677" y="237539"/>
                    <a:pt x="381806" y="239552"/>
                    <a:pt x="381462" y="243234"/>
                  </a:cubicBezTo>
                  <a:cubicBezTo>
                    <a:pt x="380922" y="249812"/>
                    <a:pt x="380480" y="256390"/>
                    <a:pt x="380628" y="262969"/>
                  </a:cubicBezTo>
                  <a:cubicBezTo>
                    <a:pt x="380677" y="265325"/>
                    <a:pt x="382002" y="268074"/>
                    <a:pt x="383622" y="269842"/>
                  </a:cubicBezTo>
                  <a:cubicBezTo>
                    <a:pt x="387893" y="274555"/>
                    <a:pt x="392459" y="279071"/>
                    <a:pt x="397270" y="283293"/>
                  </a:cubicBezTo>
                  <a:cubicBezTo>
                    <a:pt x="399086" y="284864"/>
                    <a:pt x="401836" y="286288"/>
                    <a:pt x="404192" y="286288"/>
                  </a:cubicBezTo>
                  <a:cubicBezTo>
                    <a:pt x="411212" y="286337"/>
                    <a:pt x="418183" y="285748"/>
                    <a:pt x="425155" y="285208"/>
                  </a:cubicBezTo>
                  <a:cubicBezTo>
                    <a:pt x="428149" y="284962"/>
                    <a:pt x="429671" y="285993"/>
                    <a:pt x="430800" y="288791"/>
                  </a:cubicBezTo>
                  <a:cubicBezTo>
                    <a:pt x="433255" y="295075"/>
                    <a:pt x="435906" y="301359"/>
                    <a:pt x="438851" y="307495"/>
                  </a:cubicBezTo>
                  <a:cubicBezTo>
                    <a:pt x="440324" y="310588"/>
                    <a:pt x="439686" y="312454"/>
                    <a:pt x="437280" y="314516"/>
                  </a:cubicBezTo>
                  <a:cubicBezTo>
                    <a:pt x="432126" y="318934"/>
                    <a:pt x="426873" y="323352"/>
                    <a:pt x="422258" y="328311"/>
                  </a:cubicBezTo>
                  <a:cubicBezTo>
                    <a:pt x="420442" y="330225"/>
                    <a:pt x="419656" y="333563"/>
                    <a:pt x="419460" y="336362"/>
                  </a:cubicBezTo>
                  <a:cubicBezTo>
                    <a:pt x="419018" y="342106"/>
                    <a:pt x="418969" y="347948"/>
                    <a:pt x="419460" y="353691"/>
                  </a:cubicBezTo>
                  <a:cubicBezTo>
                    <a:pt x="419705" y="356440"/>
                    <a:pt x="420736" y="359730"/>
                    <a:pt x="422553" y="361644"/>
                  </a:cubicBezTo>
                  <a:lnTo>
                    <a:pt x="422553" y="361742"/>
                  </a:lnTo>
                  <a:cubicBezTo>
                    <a:pt x="427216" y="366603"/>
                    <a:pt x="432420" y="371021"/>
                    <a:pt x="437624" y="375390"/>
                  </a:cubicBezTo>
                  <a:cubicBezTo>
                    <a:pt x="440128" y="377452"/>
                    <a:pt x="440668" y="379318"/>
                    <a:pt x="439293" y="382361"/>
                  </a:cubicBezTo>
                  <a:cubicBezTo>
                    <a:pt x="436446" y="388547"/>
                    <a:pt x="433942" y="394880"/>
                    <a:pt x="431586" y="401262"/>
                  </a:cubicBezTo>
                  <a:cubicBezTo>
                    <a:pt x="430456" y="404404"/>
                    <a:pt x="428591" y="405238"/>
                    <a:pt x="425449" y="404993"/>
                  </a:cubicBezTo>
                  <a:cubicBezTo>
                    <a:pt x="418871" y="404551"/>
                    <a:pt x="412292" y="404011"/>
                    <a:pt x="405763" y="404207"/>
                  </a:cubicBezTo>
                  <a:cubicBezTo>
                    <a:pt x="403112" y="404306"/>
                    <a:pt x="400019" y="405778"/>
                    <a:pt x="397957" y="407546"/>
                  </a:cubicBezTo>
                  <a:cubicBezTo>
                    <a:pt x="393735" y="411228"/>
                    <a:pt x="390397" y="415891"/>
                    <a:pt x="386126" y="419475"/>
                  </a:cubicBezTo>
                  <a:cubicBezTo>
                    <a:pt x="382591" y="422421"/>
                    <a:pt x="381266" y="425464"/>
                    <a:pt x="381708" y="430030"/>
                  </a:cubicBezTo>
                  <a:cubicBezTo>
                    <a:pt x="382395" y="437345"/>
                    <a:pt x="385144" y="446329"/>
                    <a:pt x="382002" y="451631"/>
                  </a:cubicBezTo>
                  <a:cubicBezTo>
                    <a:pt x="378910" y="456785"/>
                    <a:pt x="369386" y="458013"/>
                    <a:pt x="362905" y="461351"/>
                  </a:cubicBezTo>
                  <a:cubicBezTo>
                    <a:pt x="358487" y="463609"/>
                    <a:pt x="355345" y="463511"/>
                    <a:pt x="352105" y="459240"/>
                  </a:cubicBezTo>
                  <a:cubicBezTo>
                    <a:pt x="348521" y="454429"/>
                    <a:pt x="344398" y="449912"/>
                    <a:pt x="339979" y="445887"/>
                  </a:cubicBezTo>
                  <a:cubicBezTo>
                    <a:pt x="338016" y="444070"/>
                    <a:pt x="334726" y="442990"/>
                    <a:pt x="331977" y="442794"/>
                  </a:cubicBezTo>
                  <a:cubicBezTo>
                    <a:pt x="325841" y="442303"/>
                    <a:pt x="319655" y="442352"/>
                    <a:pt x="313519" y="442794"/>
                  </a:cubicBezTo>
                  <a:cubicBezTo>
                    <a:pt x="311162" y="442941"/>
                    <a:pt x="308364" y="444119"/>
                    <a:pt x="306695" y="445789"/>
                  </a:cubicBezTo>
                  <a:cubicBezTo>
                    <a:pt x="301785" y="450698"/>
                    <a:pt x="297514" y="456294"/>
                    <a:pt x="292556" y="461154"/>
                  </a:cubicBezTo>
                  <a:cubicBezTo>
                    <a:pt x="291182" y="462480"/>
                    <a:pt x="287991" y="463167"/>
                    <a:pt x="286174" y="462578"/>
                  </a:cubicBezTo>
                  <a:cubicBezTo>
                    <a:pt x="279596" y="460369"/>
                    <a:pt x="273066" y="457718"/>
                    <a:pt x="266783" y="454674"/>
                  </a:cubicBezTo>
                  <a:cubicBezTo>
                    <a:pt x="265114" y="453889"/>
                    <a:pt x="263493" y="451041"/>
                    <a:pt x="263493" y="449078"/>
                  </a:cubicBezTo>
                  <a:cubicBezTo>
                    <a:pt x="263346" y="442499"/>
                    <a:pt x="263641" y="435872"/>
                    <a:pt x="264328" y="429343"/>
                  </a:cubicBezTo>
                  <a:cubicBezTo>
                    <a:pt x="264721" y="425563"/>
                    <a:pt x="263297" y="423304"/>
                    <a:pt x="260499" y="420997"/>
                  </a:cubicBezTo>
                  <a:cubicBezTo>
                    <a:pt x="256768" y="417904"/>
                    <a:pt x="252939" y="414713"/>
                    <a:pt x="250091" y="410884"/>
                  </a:cubicBezTo>
                  <a:cubicBezTo>
                    <a:pt x="246360" y="405827"/>
                    <a:pt x="241991" y="404453"/>
                    <a:pt x="236051" y="405287"/>
                  </a:cubicBezTo>
                  <a:cubicBezTo>
                    <a:pt x="230847" y="406024"/>
                    <a:pt x="225545" y="405877"/>
                    <a:pt x="220341" y="406416"/>
                  </a:cubicBezTo>
                  <a:cubicBezTo>
                    <a:pt x="216954" y="406760"/>
                    <a:pt x="215088" y="405827"/>
                    <a:pt x="213812" y="402489"/>
                  </a:cubicBezTo>
                  <a:cubicBezTo>
                    <a:pt x="211407" y="396156"/>
                    <a:pt x="208265" y="390069"/>
                    <a:pt x="205957" y="383687"/>
                  </a:cubicBezTo>
                  <a:cubicBezTo>
                    <a:pt x="205368" y="382018"/>
                    <a:pt x="205908" y="379121"/>
                    <a:pt x="207086" y="377894"/>
                  </a:cubicBezTo>
                  <a:cubicBezTo>
                    <a:pt x="211701" y="373181"/>
                    <a:pt x="216610" y="368763"/>
                    <a:pt x="221667" y="364492"/>
                  </a:cubicBezTo>
                  <a:cubicBezTo>
                    <a:pt x="224956" y="361693"/>
                    <a:pt x="226281" y="358699"/>
                    <a:pt x="225496" y="354330"/>
                  </a:cubicBezTo>
                  <a:cubicBezTo>
                    <a:pt x="224809" y="350549"/>
                    <a:pt x="224121" y="346426"/>
                    <a:pt x="224956" y="342793"/>
                  </a:cubicBezTo>
                  <a:cubicBezTo>
                    <a:pt x="226576" y="335576"/>
                    <a:pt x="224416" y="330765"/>
                    <a:pt x="218623" y="326396"/>
                  </a:cubicBezTo>
                  <a:cubicBezTo>
                    <a:pt x="213567" y="322616"/>
                    <a:pt x="206595" y="318394"/>
                    <a:pt x="205368" y="313190"/>
                  </a:cubicBezTo>
                  <a:cubicBezTo>
                    <a:pt x="204141" y="308035"/>
                    <a:pt x="208805" y="301359"/>
                    <a:pt x="211210" y="295468"/>
                  </a:cubicBezTo>
                  <a:cubicBezTo>
                    <a:pt x="215236" y="285748"/>
                    <a:pt x="212634" y="286386"/>
                    <a:pt x="224416" y="287171"/>
                  </a:cubicBezTo>
                  <a:cubicBezTo>
                    <a:pt x="225005" y="287220"/>
                    <a:pt x="225545" y="287220"/>
                    <a:pt x="226134" y="287319"/>
                  </a:cubicBezTo>
                  <a:cubicBezTo>
                    <a:pt x="237278" y="289233"/>
                    <a:pt x="245771" y="286631"/>
                    <a:pt x="253920" y="277402"/>
                  </a:cubicBezTo>
                  <a:cubicBezTo>
                    <a:pt x="260597" y="269891"/>
                    <a:pt x="264475" y="263607"/>
                    <a:pt x="262315" y="253592"/>
                  </a:cubicBezTo>
                  <a:cubicBezTo>
                    <a:pt x="261333" y="248977"/>
                    <a:pt x="262168" y="243921"/>
                    <a:pt x="262168" y="238913"/>
                  </a:cubicBezTo>
                  <a:cubicBezTo>
                    <a:pt x="269581" y="235772"/>
                    <a:pt x="277043" y="232384"/>
                    <a:pt x="284652" y="229537"/>
                  </a:cubicBezTo>
                  <a:cubicBezTo>
                    <a:pt x="286272" y="228899"/>
                    <a:pt x="289218" y="229390"/>
                    <a:pt x="290396" y="230568"/>
                  </a:cubicBezTo>
                  <a:cubicBezTo>
                    <a:pt x="295256" y="235330"/>
                    <a:pt x="299822" y="240386"/>
                    <a:pt x="304191" y="245590"/>
                  </a:cubicBezTo>
                  <a:cubicBezTo>
                    <a:pt x="306744" y="248634"/>
                    <a:pt x="309493" y="249370"/>
                    <a:pt x="313371" y="249076"/>
                  </a:cubicBezTo>
                  <a:cubicBezTo>
                    <a:pt x="319115" y="248634"/>
                    <a:pt x="324908" y="249272"/>
                    <a:pt x="330652" y="248830"/>
                  </a:cubicBezTo>
                  <a:cubicBezTo>
                    <a:pt x="333205" y="248585"/>
                    <a:pt x="336248" y="247505"/>
                    <a:pt x="338065" y="245786"/>
                  </a:cubicBezTo>
                  <a:cubicBezTo>
                    <a:pt x="342778" y="241221"/>
                    <a:pt x="347147" y="236262"/>
                    <a:pt x="351271" y="231108"/>
                  </a:cubicBezTo>
                  <a:cubicBezTo>
                    <a:pt x="353872" y="227868"/>
                    <a:pt x="356278" y="227622"/>
                    <a:pt x="359813" y="229242"/>
                  </a:cubicBezTo>
                  <a:close/>
                  <a:moveTo>
                    <a:pt x="580631" y="70526"/>
                  </a:moveTo>
                  <a:cubicBezTo>
                    <a:pt x="559374" y="69986"/>
                    <a:pt x="540473" y="83732"/>
                    <a:pt x="531980" y="105627"/>
                  </a:cubicBezTo>
                  <a:lnTo>
                    <a:pt x="527169" y="118048"/>
                  </a:lnTo>
                  <a:lnTo>
                    <a:pt x="515191" y="112255"/>
                  </a:lnTo>
                  <a:cubicBezTo>
                    <a:pt x="510036" y="109751"/>
                    <a:pt x="504341" y="108376"/>
                    <a:pt x="498254" y="108229"/>
                  </a:cubicBezTo>
                  <a:cubicBezTo>
                    <a:pt x="497910" y="108229"/>
                    <a:pt x="497567" y="108229"/>
                    <a:pt x="497223" y="108229"/>
                  </a:cubicBezTo>
                  <a:cubicBezTo>
                    <a:pt x="491823" y="108229"/>
                    <a:pt x="486668" y="109358"/>
                    <a:pt x="481857" y="111273"/>
                  </a:cubicBezTo>
                  <a:cubicBezTo>
                    <a:pt x="489712" y="124233"/>
                    <a:pt x="495456" y="138814"/>
                    <a:pt x="498450" y="154572"/>
                  </a:cubicBezTo>
                  <a:cubicBezTo>
                    <a:pt x="525746" y="162280"/>
                    <a:pt x="547543" y="184813"/>
                    <a:pt x="557508" y="213778"/>
                  </a:cubicBezTo>
                  <a:cubicBezTo>
                    <a:pt x="604637" y="213581"/>
                    <a:pt x="634976" y="213483"/>
                    <a:pt x="637971" y="213581"/>
                  </a:cubicBezTo>
                  <a:cubicBezTo>
                    <a:pt x="647593" y="213876"/>
                    <a:pt x="654368" y="209163"/>
                    <a:pt x="658540" y="205186"/>
                  </a:cubicBezTo>
                  <a:lnTo>
                    <a:pt x="658491" y="205137"/>
                  </a:lnTo>
                  <a:cubicBezTo>
                    <a:pt x="666346" y="197626"/>
                    <a:pt x="671059" y="186433"/>
                    <a:pt x="671304" y="174356"/>
                  </a:cubicBezTo>
                  <a:cubicBezTo>
                    <a:pt x="671844" y="153050"/>
                    <a:pt x="658835" y="135132"/>
                    <a:pt x="641653" y="133512"/>
                  </a:cubicBezTo>
                  <a:lnTo>
                    <a:pt x="631540" y="132530"/>
                  </a:lnTo>
                  <a:lnTo>
                    <a:pt x="630607" y="122417"/>
                  </a:lnTo>
                  <a:cubicBezTo>
                    <a:pt x="628005" y="93452"/>
                    <a:pt x="606502" y="71164"/>
                    <a:pt x="580631" y="70526"/>
                  </a:cubicBezTo>
                  <a:close/>
                  <a:moveTo>
                    <a:pt x="237868" y="24478"/>
                  </a:moveTo>
                  <a:cubicBezTo>
                    <a:pt x="211849" y="23741"/>
                    <a:pt x="188727" y="40629"/>
                    <a:pt x="178368" y="67286"/>
                  </a:cubicBezTo>
                  <a:lnTo>
                    <a:pt x="173557" y="79706"/>
                  </a:lnTo>
                  <a:lnTo>
                    <a:pt x="161579" y="73914"/>
                  </a:lnTo>
                  <a:cubicBezTo>
                    <a:pt x="155148" y="70821"/>
                    <a:pt x="148127" y="69152"/>
                    <a:pt x="140665" y="68955"/>
                  </a:cubicBezTo>
                  <a:cubicBezTo>
                    <a:pt x="140273" y="68955"/>
                    <a:pt x="139831" y="68955"/>
                    <a:pt x="139438" y="68955"/>
                  </a:cubicBezTo>
                  <a:cubicBezTo>
                    <a:pt x="115236" y="68955"/>
                    <a:pt x="94126" y="86138"/>
                    <a:pt x="88971" y="110242"/>
                  </a:cubicBezTo>
                  <a:lnTo>
                    <a:pt x="86222" y="122957"/>
                  </a:lnTo>
                  <a:lnTo>
                    <a:pt x="73654" y="119471"/>
                  </a:lnTo>
                  <a:cubicBezTo>
                    <a:pt x="70709" y="118686"/>
                    <a:pt x="67518" y="118195"/>
                    <a:pt x="64179" y="118146"/>
                  </a:cubicBezTo>
                  <a:cubicBezTo>
                    <a:pt x="63836" y="118146"/>
                    <a:pt x="63541" y="118146"/>
                    <a:pt x="63198" y="118146"/>
                  </a:cubicBezTo>
                  <a:cubicBezTo>
                    <a:pt x="53232" y="118146"/>
                    <a:pt x="43806" y="121926"/>
                    <a:pt x="36590" y="128848"/>
                  </a:cubicBezTo>
                  <a:cubicBezTo>
                    <a:pt x="29128" y="136015"/>
                    <a:pt x="24857" y="145687"/>
                    <a:pt x="24611" y="156045"/>
                  </a:cubicBezTo>
                  <a:cubicBezTo>
                    <a:pt x="24120" y="177155"/>
                    <a:pt x="44150" y="197675"/>
                    <a:pt x="65800" y="198264"/>
                  </a:cubicBezTo>
                  <a:cubicBezTo>
                    <a:pt x="67812" y="198314"/>
                    <a:pt x="82049" y="198264"/>
                    <a:pt x="102570" y="198215"/>
                  </a:cubicBezTo>
                  <a:cubicBezTo>
                    <a:pt x="118476" y="184224"/>
                    <a:pt x="138603" y="176860"/>
                    <a:pt x="159860" y="177253"/>
                  </a:cubicBezTo>
                  <a:cubicBezTo>
                    <a:pt x="161137" y="177253"/>
                    <a:pt x="162462" y="177302"/>
                    <a:pt x="163788" y="177400"/>
                  </a:cubicBezTo>
                  <a:cubicBezTo>
                    <a:pt x="179105" y="138077"/>
                    <a:pt x="217397" y="111764"/>
                    <a:pt x="260303" y="112697"/>
                  </a:cubicBezTo>
                  <a:cubicBezTo>
                    <a:pt x="268845" y="112942"/>
                    <a:pt x="277093" y="114169"/>
                    <a:pt x="284997" y="116378"/>
                  </a:cubicBezTo>
                  <a:lnTo>
                    <a:pt x="284948" y="116329"/>
                  </a:lnTo>
                  <a:cubicBezTo>
                    <a:pt x="289170" y="108524"/>
                    <a:pt x="294079" y="101405"/>
                    <a:pt x="299577" y="94925"/>
                  </a:cubicBezTo>
                  <a:lnTo>
                    <a:pt x="298939" y="87659"/>
                  </a:lnTo>
                  <a:cubicBezTo>
                    <a:pt x="295748" y="52411"/>
                    <a:pt x="269484" y="25263"/>
                    <a:pt x="237868" y="24478"/>
                  </a:cubicBezTo>
                  <a:close/>
                  <a:moveTo>
                    <a:pt x="238408" y="30"/>
                  </a:moveTo>
                  <a:cubicBezTo>
                    <a:pt x="279057" y="1011"/>
                    <a:pt x="313225" y="32332"/>
                    <a:pt x="321718" y="74601"/>
                  </a:cubicBezTo>
                  <a:cubicBezTo>
                    <a:pt x="340864" y="61150"/>
                    <a:pt x="363692" y="53835"/>
                    <a:pt x="387747" y="54424"/>
                  </a:cubicBezTo>
                  <a:cubicBezTo>
                    <a:pt x="418430" y="55160"/>
                    <a:pt x="446363" y="69004"/>
                    <a:pt x="466786" y="91145"/>
                  </a:cubicBezTo>
                  <a:cubicBezTo>
                    <a:pt x="476408" y="86138"/>
                    <a:pt x="487355" y="83437"/>
                    <a:pt x="498794" y="83732"/>
                  </a:cubicBezTo>
                  <a:cubicBezTo>
                    <a:pt x="504096" y="83879"/>
                    <a:pt x="509251" y="84616"/>
                    <a:pt x="514160" y="85892"/>
                  </a:cubicBezTo>
                  <a:cubicBezTo>
                    <a:pt x="528200" y="60610"/>
                    <a:pt x="553385" y="45195"/>
                    <a:pt x="581220" y="46029"/>
                  </a:cubicBezTo>
                  <a:cubicBezTo>
                    <a:pt x="616665" y="46913"/>
                    <a:pt x="646464" y="74208"/>
                    <a:pt x="653729" y="111027"/>
                  </a:cubicBezTo>
                  <a:lnTo>
                    <a:pt x="653484" y="111027"/>
                  </a:lnTo>
                  <a:cubicBezTo>
                    <a:pt x="678521" y="118489"/>
                    <a:pt x="696440" y="144705"/>
                    <a:pt x="695654" y="174946"/>
                  </a:cubicBezTo>
                  <a:cubicBezTo>
                    <a:pt x="695261" y="193453"/>
                    <a:pt x="687799" y="210979"/>
                    <a:pt x="675232" y="222958"/>
                  </a:cubicBezTo>
                  <a:cubicBezTo>
                    <a:pt x="664579" y="233120"/>
                    <a:pt x="651029" y="238667"/>
                    <a:pt x="637136" y="238127"/>
                  </a:cubicBezTo>
                  <a:cubicBezTo>
                    <a:pt x="634485" y="238078"/>
                    <a:pt x="599826" y="238177"/>
                    <a:pt x="562565" y="238324"/>
                  </a:cubicBezTo>
                  <a:cubicBezTo>
                    <a:pt x="563007" y="242840"/>
                    <a:pt x="563252" y="247357"/>
                    <a:pt x="563154" y="252021"/>
                  </a:cubicBezTo>
                  <a:cubicBezTo>
                    <a:pt x="562565" y="280200"/>
                    <a:pt x="551225" y="306808"/>
                    <a:pt x="532128" y="325021"/>
                  </a:cubicBezTo>
                  <a:cubicBezTo>
                    <a:pt x="515976" y="340387"/>
                    <a:pt x="495456" y="348438"/>
                    <a:pt x="474493" y="347996"/>
                  </a:cubicBezTo>
                  <a:cubicBezTo>
                    <a:pt x="474051" y="347996"/>
                    <a:pt x="473070" y="347996"/>
                    <a:pt x="471646" y="347996"/>
                  </a:cubicBezTo>
                  <a:lnTo>
                    <a:pt x="471646" y="313631"/>
                  </a:lnTo>
                  <a:cubicBezTo>
                    <a:pt x="473511" y="313631"/>
                    <a:pt x="474788" y="313631"/>
                    <a:pt x="475328" y="313631"/>
                  </a:cubicBezTo>
                  <a:cubicBezTo>
                    <a:pt x="490497" y="314024"/>
                    <a:pt x="501739" y="306513"/>
                    <a:pt x="508416" y="300131"/>
                  </a:cubicBezTo>
                  <a:cubicBezTo>
                    <a:pt x="520935" y="288202"/>
                    <a:pt x="528348" y="270381"/>
                    <a:pt x="528789" y="251235"/>
                  </a:cubicBezTo>
                  <a:cubicBezTo>
                    <a:pt x="529673" y="217361"/>
                    <a:pt x="508760" y="188888"/>
                    <a:pt x="481268" y="186237"/>
                  </a:cubicBezTo>
                  <a:lnTo>
                    <a:pt x="467080" y="184862"/>
                  </a:lnTo>
                  <a:lnTo>
                    <a:pt x="465804" y="170675"/>
                  </a:lnTo>
                  <a:cubicBezTo>
                    <a:pt x="461631" y="124970"/>
                    <a:pt x="427610" y="89770"/>
                    <a:pt x="386716" y="88789"/>
                  </a:cubicBezTo>
                  <a:cubicBezTo>
                    <a:pt x="353481" y="87905"/>
                    <a:pt x="323142" y="109702"/>
                    <a:pt x="309739" y="144263"/>
                  </a:cubicBezTo>
                  <a:lnTo>
                    <a:pt x="303014" y="161642"/>
                  </a:lnTo>
                  <a:lnTo>
                    <a:pt x="286224" y="153492"/>
                  </a:lnTo>
                  <a:cubicBezTo>
                    <a:pt x="278026" y="149467"/>
                    <a:pt x="268944" y="147307"/>
                    <a:pt x="259272" y="147061"/>
                  </a:cubicBezTo>
                  <a:cubicBezTo>
                    <a:pt x="227461" y="146325"/>
                    <a:pt x="199331" y="168662"/>
                    <a:pt x="192556" y="200326"/>
                  </a:cubicBezTo>
                  <a:lnTo>
                    <a:pt x="188727" y="218147"/>
                  </a:lnTo>
                  <a:lnTo>
                    <a:pt x="171152" y="213287"/>
                  </a:lnTo>
                  <a:cubicBezTo>
                    <a:pt x="167372" y="212207"/>
                    <a:pt x="163248" y="211667"/>
                    <a:pt x="158977" y="211568"/>
                  </a:cubicBezTo>
                  <a:cubicBezTo>
                    <a:pt x="158584" y="211568"/>
                    <a:pt x="158142" y="211568"/>
                    <a:pt x="157749" y="211568"/>
                  </a:cubicBezTo>
                  <a:cubicBezTo>
                    <a:pt x="144936" y="211568"/>
                    <a:pt x="132860" y="216429"/>
                    <a:pt x="123581" y="225314"/>
                  </a:cubicBezTo>
                  <a:cubicBezTo>
                    <a:pt x="114008" y="234495"/>
                    <a:pt x="108510" y="246915"/>
                    <a:pt x="108215" y="260219"/>
                  </a:cubicBezTo>
                  <a:cubicBezTo>
                    <a:pt x="107577" y="287318"/>
                    <a:pt x="133351" y="313730"/>
                    <a:pt x="161186" y="314466"/>
                  </a:cubicBezTo>
                  <a:cubicBezTo>
                    <a:pt x="162561" y="314466"/>
                    <a:pt x="168697" y="314466"/>
                    <a:pt x="178221" y="314466"/>
                  </a:cubicBezTo>
                  <a:lnTo>
                    <a:pt x="178221" y="348831"/>
                  </a:lnTo>
                  <a:cubicBezTo>
                    <a:pt x="174637" y="348831"/>
                    <a:pt x="171446" y="348831"/>
                    <a:pt x="168844" y="348831"/>
                  </a:cubicBezTo>
                  <a:cubicBezTo>
                    <a:pt x="164328" y="348831"/>
                    <a:pt x="161431" y="348831"/>
                    <a:pt x="160400" y="348831"/>
                  </a:cubicBezTo>
                  <a:cubicBezTo>
                    <a:pt x="113174" y="347554"/>
                    <a:pt x="72820" y="305777"/>
                    <a:pt x="73900" y="259434"/>
                  </a:cubicBezTo>
                  <a:cubicBezTo>
                    <a:pt x="74194" y="246424"/>
                    <a:pt x="77484" y="234004"/>
                    <a:pt x="83276" y="222811"/>
                  </a:cubicBezTo>
                  <a:cubicBezTo>
                    <a:pt x="78465" y="222811"/>
                    <a:pt x="74391" y="222811"/>
                    <a:pt x="71396" y="222811"/>
                  </a:cubicBezTo>
                  <a:cubicBezTo>
                    <a:pt x="68058" y="222811"/>
                    <a:pt x="65898" y="222811"/>
                    <a:pt x="65161" y="222811"/>
                  </a:cubicBezTo>
                  <a:cubicBezTo>
                    <a:pt x="29569" y="221878"/>
                    <a:pt x="-819" y="190410"/>
                    <a:pt x="16" y="155505"/>
                  </a:cubicBezTo>
                  <a:cubicBezTo>
                    <a:pt x="409" y="138617"/>
                    <a:pt x="7331" y="122859"/>
                    <a:pt x="19555" y="111175"/>
                  </a:cubicBezTo>
                  <a:cubicBezTo>
                    <a:pt x="31779" y="99442"/>
                    <a:pt x="47930" y="93158"/>
                    <a:pt x="64670" y="93649"/>
                  </a:cubicBezTo>
                  <a:cubicBezTo>
                    <a:pt x="65849" y="93649"/>
                    <a:pt x="67076" y="93698"/>
                    <a:pt x="68254" y="93796"/>
                  </a:cubicBezTo>
                  <a:cubicBezTo>
                    <a:pt x="79644" y="63850"/>
                    <a:pt x="108903" y="43673"/>
                    <a:pt x="141254" y="44458"/>
                  </a:cubicBezTo>
                  <a:cubicBezTo>
                    <a:pt x="147882" y="44655"/>
                    <a:pt x="154362" y="45636"/>
                    <a:pt x="160499" y="47404"/>
                  </a:cubicBezTo>
                  <a:cubicBezTo>
                    <a:pt x="176454" y="17457"/>
                    <a:pt x="205909" y="-854"/>
                    <a:pt x="238408" y="3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720" name="Google Shape;2720;p70"/>
          <p:cNvSpPr txBox="1"/>
          <p:nvPr/>
        </p:nvSpPr>
        <p:spPr>
          <a:xfrm>
            <a:off x="342070" y="5338324"/>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sp>
        <p:nvSpPr>
          <p:cNvPr id="2721" name="Google Shape;2721;p70"/>
          <p:cNvSpPr txBox="1"/>
          <p:nvPr/>
        </p:nvSpPr>
        <p:spPr>
          <a:xfrm>
            <a:off x="6052816" y="6549796"/>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grpSp>
        <p:nvGrpSpPr>
          <p:cNvPr id="2722" name="Google Shape;2722;p70"/>
          <p:cNvGrpSpPr/>
          <p:nvPr/>
        </p:nvGrpSpPr>
        <p:grpSpPr>
          <a:xfrm>
            <a:off x="467558" y="1324559"/>
            <a:ext cx="842400" cy="842400"/>
            <a:chOff x="6672195" y="1266257"/>
            <a:chExt cx="842400" cy="842400"/>
          </a:xfrm>
        </p:grpSpPr>
        <p:sp>
          <p:nvSpPr>
            <p:cNvPr id="2723" name="Google Shape;2723;p70"/>
            <p:cNvSpPr/>
            <p:nvPr/>
          </p:nvSpPr>
          <p:spPr>
            <a:xfrm>
              <a:off x="6672195" y="1266257"/>
              <a:ext cx="842400" cy="842400"/>
            </a:xfrm>
            <a:prstGeom prst="ellipse">
              <a:avLst/>
            </a:prstGeom>
            <a:solidFill>
              <a:schemeClr val="dk1"/>
            </a:solidFill>
            <a:ln>
              <a:noFill/>
            </a:ln>
            <a:effectLst>
              <a:outerShdw blurRad="76971" dist="38100" dir="5400000" algn="t" rotWithShape="0">
                <a:srgbClr val="000000">
                  <a:alpha val="40000"/>
                </a:srgbClr>
              </a:outerShdw>
            </a:effectLst>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24" name="Google Shape;2724;p70"/>
            <p:cNvPicPr preferRelativeResize="0"/>
            <p:nvPr/>
          </p:nvPicPr>
          <p:blipFill rotWithShape="1">
            <a:blip r:embed="rId6">
              <a:alphaModFix/>
            </a:blip>
            <a:srcRect/>
            <a:stretch/>
          </p:blipFill>
          <p:spPr>
            <a:xfrm>
              <a:off x="6766913" y="1322447"/>
              <a:ext cx="664318" cy="664318"/>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29"/>
        <p:cNvGrpSpPr/>
        <p:nvPr/>
      </p:nvGrpSpPr>
      <p:grpSpPr>
        <a:xfrm>
          <a:off x="0" y="0"/>
          <a:ext cx="0" cy="0"/>
          <a:chOff x="0" y="0"/>
          <a:chExt cx="0" cy="0"/>
        </a:xfrm>
      </p:grpSpPr>
      <p:pic>
        <p:nvPicPr>
          <p:cNvPr id="2730" name="Google Shape;2730;p71"/>
          <p:cNvPicPr preferRelativeResize="0"/>
          <p:nvPr/>
        </p:nvPicPr>
        <p:blipFill rotWithShape="1">
          <a:blip r:embed="rId3">
            <a:alphaModFix/>
          </a:blip>
          <a:srcRect l="-3787" t="5072" r="-3786"/>
          <a:stretch/>
        </p:blipFill>
        <p:spPr>
          <a:xfrm>
            <a:off x="535114" y="2065624"/>
            <a:ext cx="5368596" cy="3205031"/>
          </a:xfrm>
          <a:prstGeom prst="rect">
            <a:avLst/>
          </a:prstGeom>
          <a:solidFill>
            <a:srgbClr val="F4F8FB"/>
          </a:solidFill>
          <a:ln>
            <a:noFill/>
          </a:ln>
        </p:spPr>
      </p:pic>
      <p:sp>
        <p:nvSpPr>
          <p:cNvPr id="2731" name="Google Shape;2731;p71"/>
          <p:cNvSpPr txBox="1"/>
          <p:nvPr/>
        </p:nvSpPr>
        <p:spPr>
          <a:xfrm>
            <a:off x="579809" y="0"/>
            <a:ext cx="11001004" cy="809625"/>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799"/>
              <a:buFont typeface="Arial"/>
              <a:buNone/>
            </a:pPr>
            <a:r>
              <a:rPr lang="en-US" sz="2799" b="0" i="0" u="none" strike="noStrike" cap="none">
                <a:solidFill>
                  <a:schemeClr val="dk2"/>
                </a:solidFill>
                <a:latin typeface="Arial"/>
                <a:ea typeface="Arial"/>
                <a:cs typeface="Arial"/>
                <a:sym typeface="Arial"/>
              </a:rPr>
              <a:t>Native VPCs in vCenter and VCF Automation</a:t>
            </a:r>
            <a:endParaRPr sz="1400" b="0" i="0" u="none" strike="noStrike" cap="none">
              <a:solidFill>
                <a:srgbClr val="000000"/>
              </a:solidFill>
              <a:latin typeface="Arial"/>
              <a:ea typeface="Arial"/>
              <a:cs typeface="Arial"/>
              <a:sym typeface="Arial"/>
            </a:endParaRPr>
          </a:p>
        </p:txBody>
      </p:sp>
      <p:sp>
        <p:nvSpPr>
          <p:cNvPr id="2732" name="Google Shape;2732;p71"/>
          <p:cNvSpPr txBox="1"/>
          <p:nvPr/>
        </p:nvSpPr>
        <p:spPr>
          <a:xfrm>
            <a:off x="592868" y="809625"/>
            <a:ext cx="10962687" cy="2477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798"/>
              <a:buFont typeface="Arial"/>
              <a:buNone/>
            </a:pPr>
            <a:r>
              <a:rPr lang="en-US" sz="1998" b="0" i="0" u="none" strike="noStrike" cap="none">
                <a:solidFill>
                  <a:schemeClr val="accent3"/>
                </a:solidFill>
                <a:latin typeface="Arial"/>
                <a:ea typeface="Arial"/>
                <a:cs typeface="Arial"/>
                <a:sym typeface="Arial"/>
              </a:rPr>
              <a:t>Simplified Connectivity for a Unified Private Cloud Experience</a:t>
            </a:r>
            <a:endParaRPr sz="1400" b="0" i="0" u="none" strike="noStrike" cap="none">
              <a:solidFill>
                <a:srgbClr val="000000"/>
              </a:solidFill>
              <a:latin typeface="Arial"/>
              <a:ea typeface="Arial"/>
              <a:cs typeface="Arial"/>
              <a:sym typeface="Arial"/>
            </a:endParaRPr>
          </a:p>
        </p:txBody>
      </p:sp>
      <p:pic>
        <p:nvPicPr>
          <p:cNvPr id="2733" name="Google Shape;2733;p71"/>
          <p:cNvPicPr preferRelativeResize="0"/>
          <p:nvPr/>
        </p:nvPicPr>
        <p:blipFill rotWithShape="1">
          <a:blip r:embed="rId4">
            <a:alphaModFix amt="51000"/>
          </a:blip>
          <a:srcRect l="34345" t="62835" b="-4513"/>
          <a:stretch/>
        </p:blipFill>
        <p:spPr>
          <a:xfrm>
            <a:off x="0" y="5338324"/>
            <a:ext cx="7929349" cy="980590"/>
          </a:xfrm>
          <a:prstGeom prst="rect">
            <a:avLst/>
          </a:prstGeom>
          <a:noFill/>
          <a:ln>
            <a:noFill/>
          </a:ln>
        </p:spPr>
      </p:pic>
      <p:grpSp>
        <p:nvGrpSpPr>
          <p:cNvPr id="2734" name="Google Shape;2734;p71"/>
          <p:cNvGrpSpPr/>
          <p:nvPr/>
        </p:nvGrpSpPr>
        <p:grpSpPr>
          <a:xfrm>
            <a:off x="114628" y="1880073"/>
            <a:ext cx="6197879" cy="3863189"/>
            <a:chOff x="125386" y="1038585"/>
            <a:chExt cx="7772400" cy="4844599"/>
          </a:xfrm>
        </p:grpSpPr>
        <p:pic>
          <p:nvPicPr>
            <p:cNvPr id="2735" name="Google Shape;2735;p71" descr="A close-up of a computer&#10;&#10;Description automatically generated"/>
            <p:cNvPicPr preferRelativeResize="0"/>
            <p:nvPr/>
          </p:nvPicPr>
          <p:blipFill rotWithShape="1">
            <a:blip r:embed="rId5">
              <a:alphaModFix/>
            </a:blip>
            <a:srcRect t="19013"/>
            <a:stretch/>
          </p:blipFill>
          <p:spPr>
            <a:xfrm>
              <a:off x="125386" y="2119813"/>
              <a:ext cx="7772400" cy="3763371"/>
            </a:xfrm>
            <a:prstGeom prst="rect">
              <a:avLst/>
            </a:prstGeom>
            <a:noFill/>
            <a:ln>
              <a:noFill/>
            </a:ln>
          </p:spPr>
        </p:pic>
        <p:pic>
          <p:nvPicPr>
            <p:cNvPr id="2736" name="Google Shape;2736;p71" descr="A close-up of a computer&#10;&#10;Description automatically generated"/>
            <p:cNvPicPr preferRelativeResize="0"/>
            <p:nvPr/>
          </p:nvPicPr>
          <p:blipFill rotWithShape="1">
            <a:blip r:embed="rId5">
              <a:alphaModFix/>
            </a:blip>
            <a:srcRect b="65764"/>
            <a:stretch/>
          </p:blipFill>
          <p:spPr>
            <a:xfrm>
              <a:off x="125386" y="1038585"/>
              <a:ext cx="7772400" cy="1590936"/>
            </a:xfrm>
            <a:prstGeom prst="rect">
              <a:avLst/>
            </a:prstGeom>
            <a:noFill/>
            <a:ln>
              <a:noFill/>
            </a:ln>
          </p:spPr>
        </p:pic>
      </p:grpSp>
      <p:sp>
        <p:nvSpPr>
          <p:cNvPr id="2737" name="Google Shape;2737;p71"/>
          <p:cNvSpPr/>
          <p:nvPr/>
        </p:nvSpPr>
        <p:spPr>
          <a:xfrm>
            <a:off x="2168866" y="1718527"/>
            <a:ext cx="3798798" cy="362582"/>
          </a:xfrm>
          <a:prstGeom prst="roundRect">
            <a:avLst>
              <a:gd name="adj" fmla="val 50000"/>
            </a:avLst>
          </a:prstGeom>
          <a:solidFill>
            <a:schemeClr val="dk1"/>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Native VPCs in vCenter and VCF Automation</a:t>
            </a:r>
            <a:endParaRPr sz="1400" b="0" i="0" u="none" strike="noStrike" cap="none">
              <a:solidFill>
                <a:srgbClr val="000000"/>
              </a:solidFill>
              <a:latin typeface="Arial"/>
              <a:ea typeface="Arial"/>
              <a:cs typeface="Arial"/>
              <a:sym typeface="Arial"/>
            </a:endParaRPr>
          </a:p>
        </p:txBody>
      </p:sp>
      <p:sp>
        <p:nvSpPr>
          <p:cNvPr id="2738" name="Google Shape;2738;p71"/>
          <p:cNvSpPr txBox="1"/>
          <p:nvPr/>
        </p:nvSpPr>
        <p:spPr>
          <a:xfrm>
            <a:off x="6440414" y="1673150"/>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Customer Benefits</a:t>
            </a:r>
            <a:endParaRPr sz="1400" b="1" i="0" u="none" strike="noStrike" cap="none">
              <a:solidFill>
                <a:schemeClr val="accent3"/>
              </a:solidFill>
              <a:latin typeface="Arial"/>
              <a:ea typeface="Arial"/>
              <a:cs typeface="Arial"/>
              <a:sym typeface="Arial"/>
            </a:endParaRPr>
          </a:p>
        </p:txBody>
      </p:sp>
      <p:sp>
        <p:nvSpPr>
          <p:cNvPr id="2739" name="Google Shape;2739;p71"/>
          <p:cNvSpPr txBox="1"/>
          <p:nvPr/>
        </p:nvSpPr>
        <p:spPr>
          <a:xfrm>
            <a:off x="6440414" y="1962760"/>
            <a:ext cx="5581797" cy="1194173"/>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Experience Simplified Connectivity, Without VLAN Complexities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Effortlessly Provision and Manage Workload Connectivity</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Non-Disruptive Integration with Existing Networks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60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Easy to Automate Connectivity Workflows with VCF Automation</a:t>
            </a:r>
            <a:endParaRPr sz="1200" b="0" i="0" u="none" strike="noStrike" cap="none">
              <a:solidFill>
                <a:schemeClr val="dk1"/>
              </a:solidFill>
              <a:latin typeface="Arial"/>
              <a:ea typeface="Arial"/>
              <a:cs typeface="Arial"/>
              <a:sym typeface="Arial"/>
            </a:endParaRPr>
          </a:p>
        </p:txBody>
      </p:sp>
      <p:sp>
        <p:nvSpPr>
          <p:cNvPr id="2740" name="Google Shape;2740;p71"/>
          <p:cNvSpPr/>
          <p:nvPr/>
        </p:nvSpPr>
        <p:spPr>
          <a:xfrm flipH="1">
            <a:off x="6440414" y="1524641"/>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741" name="Google Shape;2741;p71"/>
          <p:cNvSpPr txBox="1"/>
          <p:nvPr/>
        </p:nvSpPr>
        <p:spPr>
          <a:xfrm>
            <a:off x="6440414" y="3337489"/>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Key Attributes</a:t>
            </a:r>
            <a:endParaRPr sz="1400" b="1" i="0" u="none" strike="noStrike" cap="none">
              <a:solidFill>
                <a:schemeClr val="accent3"/>
              </a:solidFill>
              <a:latin typeface="Arial"/>
              <a:ea typeface="Arial"/>
              <a:cs typeface="Arial"/>
              <a:sym typeface="Arial"/>
            </a:endParaRPr>
          </a:p>
        </p:txBody>
      </p:sp>
      <p:sp>
        <p:nvSpPr>
          <p:cNvPr id="2742" name="Google Shape;2742;p71"/>
          <p:cNvSpPr txBox="1"/>
          <p:nvPr/>
        </p:nvSpPr>
        <p:spPr>
          <a:xfrm>
            <a:off x="6440415" y="3707767"/>
            <a:ext cx="5633782" cy="2600712"/>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Cloud Agility and Experience: </a:t>
            </a:r>
            <a:r>
              <a:rPr lang="en-US" sz="1200" b="0" i="0" u="none" strike="noStrike" cap="none">
                <a:solidFill>
                  <a:schemeClr val="dk1"/>
                </a:solidFill>
                <a:latin typeface="Arial"/>
                <a:ea typeface="Arial"/>
                <a:cs typeface="Arial"/>
                <a:sym typeface="Arial"/>
              </a:rPr>
              <a:t>Provides a networking-as-a-service model with no hardware dependency, implicit routing, and seamless external connectivity.</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Standardized Consumption</a:t>
            </a:r>
            <a:r>
              <a:rPr lang="en-US" sz="1200" b="0" i="0" u="none" strike="noStrike" cap="none">
                <a:solidFill>
                  <a:schemeClr val="dk1"/>
                </a:solidFill>
                <a:latin typeface="Arial"/>
                <a:ea typeface="Arial"/>
                <a:cs typeface="Arial"/>
                <a:sym typeface="Arial"/>
              </a:rPr>
              <a:t>: Delivers an easy to configure and intuitive networking experience straight out of vCenter, allowing for easy configuration of “slice of cloud” type deployments for workloads.</a:t>
            </a:r>
            <a:endParaRPr sz="1200" b="0" i="0" u="none" strike="noStrike" cap="none">
              <a:solidFill>
                <a:srgbClr val="FFFFFF"/>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Non-Disruptive Integration</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2"/>
                </a:solidFill>
                <a:latin typeface="Arial"/>
                <a:ea typeface="Arial"/>
                <a:cs typeface="Arial"/>
                <a:sym typeface="Arial"/>
              </a:rPr>
              <a:t>Ensures compatibility with existing features and workflows such as VCF Automation, preserving current customer setups while enhancing future capabilities.</a:t>
            </a:r>
            <a:endParaRPr sz="1400" b="0" i="0" u="none" strike="noStrike" cap="none">
              <a:solidFill>
                <a:srgbClr val="000000"/>
              </a:solidFill>
              <a:latin typeface="Arial"/>
              <a:ea typeface="Arial"/>
              <a:cs typeface="Arial"/>
              <a:sym typeface="Arial"/>
            </a:endParaRPr>
          </a:p>
          <a:p>
            <a:pPr marL="285750" marR="0" lvl="0" indent="-209550" algn="l" rtl="0">
              <a:lnSpc>
                <a:spcPct val="120000"/>
              </a:lnSpc>
              <a:spcBef>
                <a:spcPts val="600"/>
              </a:spcBef>
              <a:spcAft>
                <a:spcPts val="600"/>
              </a:spcAft>
              <a:buClr>
                <a:schemeClr val="accent4"/>
              </a:buClr>
              <a:buSzPts val="1200"/>
              <a:buFont typeface="Arial"/>
              <a:buNone/>
            </a:pPr>
            <a:endParaRPr sz="1200" b="0" i="0" u="none" strike="noStrike" cap="none">
              <a:solidFill>
                <a:schemeClr val="accent1"/>
              </a:solidFill>
              <a:latin typeface="Arial"/>
              <a:ea typeface="Arial"/>
              <a:cs typeface="Arial"/>
              <a:sym typeface="Arial"/>
            </a:endParaRPr>
          </a:p>
        </p:txBody>
      </p:sp>
      <p:sp>
        <p:nvSpPr>
          <p:cNvPr id="2743" name="Google Shape;2743;p71"/>
          <p:cNvSpPr/>
          <p:nvPr/>
        </p:nvSpPr>
        <p:spPr>
          <a:xfrm flipH="1">
            <a:off x="6440414" y="3188980"/>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nvGrpSpPr>
          <p:cNvPr id="2744" name="Google Shape;2744;p71"/>
          <p:cNvGrpSpPr/>
          <p:nvPr/>
        </p:nvGrpSpPr>
        <p:grpSpPr>
          <a:xfrm>
            <a:off x="467558" y="1324559"/>
            <a:ext cx="842400" cy="842400"/>
            <a:chOff x="6672195" y="1266257"/>
            <a:chExt cx="842400" cy="842400"/>
          </a:xfrm>
        </p:grpSpPr>
        <p:sp>
          <p:nvSpPr>
            <p:cNvPr id="2745" name="Google Shape;2745;p71"/>
            <p:cNvSpPr/>
            <p:nvPr/>
          </p:nvSpPr>
          <p:spPr>
            <a:xfrm>
              <a:off x="6672195" y="1266257"/>
              <a:ext cx="842400" cy="842400"/>
            </a:xfrm>
            <a:prstGeom prst="ellipse">
              <a:avLst/>
            </a:prstGeom>
            <a:solidFill>
              <a:schemeClr val="dk1"/>
            </a:solidFill>
            <a:ln>
              <a:noFill/>
            </a:ln>
            <a:effectLst>
              <a:outerShdw blurRad="76971" dist="38100" dir="5400000" algn="t" rotWithShape="0">
                <a:srgbClr val="000000">
                  <a:alpha val="40000"/>
                </a:srgbClr>
              </a:outerShdw>
            </a:effectLst>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46" name="Google Shape;2746;p71"/>
            <p:cNvPicPr preferRelativeResize="0"/>
            <p:nvPr/>
          </p:nvPicPr>
          <p:blipFill rotWithShape="1">
            <a:blip r:embed="rId6">
              <a:alphaModFix/>
            </a:blip>
            <a:srcRect/>
            <a:stretch/>
          </p:blipFill>
          <p:spPr>
            <a:xfrm>
              <a:off x="6766913" y="1322447"/>
              <a:ext cx="664318" cy="664318"/>
            </a:xfrm>
            <a:prstGeom prst="rect">
              <a:avLst/>
            </a:prstGeom>
            <a:noFill/>
            <a:ln>
              <a:noFill/>
            </a:ln>
          </p:spPr>
        </p:pic>
      </p:grpSp>
      <p:grpSp>
        <p:nvGrpSpPr>
          <p:cNvPr id="2747" name="Google Shape;2747;p71"/>
          <p:cNvGrpSpPr/>
          <p:nvPr/>
        </p:nvGrpSpPr>
        <p:grpSpPr>
          <a:xfrm>
            <a:off x="8887913" y="200972"/>
            <a:ext cx="3300912" cy="530590"/>
            <a:chOff x="8887913" y="200972"/>
            <a:chExt cx="3300912" cy="530590"/>
          </a:xfrm>
        </p:grpSpPr>
        <p:grpSp>
          <p:nvGrpSpPr>
            <p:cNvPr id="2748" name="Google Shape;2748;p71"/>
            <p:cNvGrpSpPr/>
            <p:nvPr/>
          </p:nvGrpSpPr>
          <p:grpSpPr>
            <a:xfrm>
              <a:off x="8887913" y="200972"/>
              <a:ext cx="3300912" cy="530590"/>
              <a:chOff x="8887913" y="200972"/>
              <a:chExt cx="3300912" cy="530590"/>
            </a:xfrm>
          </p:grpSpPr>
          <p:sp>
            <p:nvSpPr>
              <p:cNvPr id="2749" name="Google Shape;2749;p71"/>
              <p:cNvSpPr/>
              <p:nvPr/>
            </p:nvSpPr>
            <p:spPr>
              <a:xfrm>
                <a:off x="8887913" y="200972"/>
                <a:ext cx="3300912" cy="530590"/>
              </a:xfrm>
              <a:custGeom>
                <a:avLst/>
                <a:gdLst/>
                <a:ahLst/>
                <a:cxnLst/>
                <a:rect l="l" t="t" r="r" b="b"/>
                <a:pathLst>
                  <a:path w="3300912" h="530590" extrusionOk="0">
                    <a:moveTo>
                      <a:pt x="265295" y="0"/>
                    </a:moveTo>
                    <a:lnTo>
                      <a:pt x="890708" y="0"/>
                    </a:lnTo>
                    <a:lnTo>
                      <a:pt x="2888944" y="0"/>
                    </a:lnTo>
                    <a:lnTo>
                      <a:pt x="3300912" y="0"/>
                    </a:lnTo>
                    <a:lnTo>
                      <a:pt x="3300912" y="530590"/>
                    </a:lnTo>
                    <a:lnTo>
                      <a:pt x="2888944" y="530590"/>
                    </a:lnTo>
                    <a:lnTo>
                      <a:pt x="890708" y="530590"/>
                    </a:lnTo>
                    <a:lnTo>
                      <a:pt x="265295" y="530590"/>
                    </a:lnTo>
                    <a:cubicBezTo>
                      <a:pt x="118777" y="530590"/>
                      <a:pt x="0" y="411813"/>
                      <a:pt x="0" y="265295"/>
                    </a:cubicBezTo>
                    <a:cubicBezTo>
                      <a:pt x="0" y="118777"/>
                      <a:pt x="118777" y="0"/>
                      <a:pt x="265295" y="0"/>
                    </a:cubicBezTo>
                    <a:close/>
                  </a:path>
                </a:pathLst>
              </a:custGeom>
              <a:gradFill>
                <a:gsLst>
                  <a:gs pos="0">
                    <a:schemeClr val="accent4"/>
                  </a:gs>
                  <a:gs pos="99000">
                    <a:schemeClr val="accent3"/>
                  </a:gs>
                  <a:gs pos="100000">
                    <a:schemeClr val="accent3"/>
                  </a:gs>
                </a:gsLst>
                <a:lin ang="0" scaled="0"/>
              </a:gra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sp>
            <p:nvSpPr>
              <p:cNvPr id="2750" name="Google Shape;2750;p71"/>
              <p:cNvSpPr/>
              <p:nvPr/>
            </p:nvSpPr>
            <p:spPr>
              <a:xfrm>
                <a:off x="8918853" y="224458"/>
                <a:ext cx="482356" cy="482356"/>
              </a:xfrm>
              <a:prstGeom prst="ellipse">
                <a:avLst/>
              </a:prstGeom>
              <a:solidFill>
                <a:schemeClr val="dk1"/>
              </a:soli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1" name="Google Shape;2751;p71"/>
              <p:cNvSpPr txBox="1"/>
              <p:nvPr/>
            </p:nvSpPr>
            <p:spPr>
              <a:xfrm>
                <a:off x="9555629" y="343121"/>
                <a:ext cx="2590274" cy="22309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lt2"/>
                    </a:solidFill>
                    <a:latin typeface="Arial"/>
                    <a:ea typeface="Arial"/>
                    <a:cs typeface="Arial"/>
                    <a:sym typeface="Arial"/>
                  </a:rPr>
                  <a:t>Unified Cloud Experience</a:t>
                </a:r>
                <a:endParaRPr sz="1400" b="0" i="0" u="none" strike="noStrike" cap="none">
                  <a:solidFill>
                    <a:srgbClr val="000000"/>
                  </a:solidFill>
                  <a:latin typeface="Arial"/>
                  <a:ea typeface="Arial"/>
                  <a:cs typeface="Arial"/>
                  <a:sym typeface="Arial"/>
                </a:endParaRPr>
              </a:p>
            </p:txBody>
          </p:sp>
        </p:grpSp>
        <p:sp>
          <p:nvSpPr>
            <p:cNvPr id="2752" name="Google Shape;2752;p71"/>
            <p:cNvSpPr/>
            <p:nvPr/>
          </p:nvSpPr>
          <p:spPr>
            <a:xfrm>
              <a:off x="9004534" y="357636"/>
              <a:ext cx="324683" cy="216000"/>
            </a:xfrm>
            <a:custGeom>
              <a:avLst/>
              <a:gdLst/>
              <a:ahLst/>
              <a:cxnLst/>
              <a:rect l="l" t="t" r="r" b="b"/>
              <a:pathLst>
                <a:path w="695678" h="462815" extrusionOk="0">
                  <a:moveTo>
                    <a:pt x="322502" y="296744"/>
                  </a:moveTo>
                  <a:cubicBezTo>
                    <a:pt x="296385" y="296744"/>
                    <a:pt x="272968" y="317559"/>
                    <a:pt x="273214" y="346327"/>
                  </a:cubicBezTo>
                  <a:cubicBezTo>
                    <a:pt x="273410" y="371463"/>
                    <a:pt x="293931" y="394978"/>
                    <a:pt x="322404" y="394978"/>
                  </a:cubicBezTo>
                  <a:cubicBezTo>
                    <a:pt x="347834" y="395027"/>
                    <a:pt x="371202" y="374212"/>
                    <a:pt x="371448" y="346278"/>
                  </a:cubicBezTo>
                  <a:cubicBezTo>
                    <a:pt x="371693" y="319523"/>
                    <a:pt x="349356" y="296744"/>
                    <a:pt x="322502" y="296744"/>
                  </a:cubicBezTo>
                  <a:close/>
                  <a:moveTo>
                    <a:pt x="359813" y="229242"/>
                  </a:moveTo>
                  <a:cubicBezTo>
                    <a:pt x="365458" y="231795"/>
                    <a:pt x="371251" y="234201"/>
                    <a:pt x="377093" y="236262"/>
                  </a:cubicBezTo>
                  <a:cubicBezTo>
                    <a:pt x="380677" y="237539"/>
                    <a:pt x="381806" y="239552"/>
                    <a:pt x="381462" y="243234"/>
                  </a:cubicBezTo>
                  <a:cubicBezTo>
                    <a:pt x="380922" y="249812"/>
                    <a:pt x="380480" y="256390"/>
                    <a:pt x="380628" y="262969"/>
                  </a:cubicBezTo>
                  <a:cubicBezTo>
                    <a:pt x="380677" y="265325"/>
                    <a:pt x="382002" y="268074"/>
                    <a:pt x="383622" y="269842"/>
                  </a:cubicBezTo>
                  <a:cubicBezTo>
                    <a:pt x="387893" y="274555"/>
                    <a:pt x="392459" y="279071"/>
                    <a:pt x="397270" y="283293"/>
                  </a:cubicBezTo>
                  <a:cubicBezTo>
                    <a:pt x="399086" y="284864"/>
                    <a:pt x="401836" y="286288"/>
                    <a:pt x="404192" y="286288"/>
                  </a:cubicBezTo>
                  <a:cubicBezTo>
                    <a:pt x="411212" y="286337"/>
                    <a:pt x="418183" y="285748"/>
                    <a:pt x="425155" y="285208"/>
                  </a:cubicBezTo>
                  <a:cubicBezTo>
                    <a:pt x="428149" y="284962"/>
                    <a:pt x="429671" y="285993"/>
                    <a:pt x="430800" y="288791"/>
                  </a:cubicBezTo>
                  <a:cubicBezTo>
                    <a:pt x="433255" y="295075"/>
                    <a:pt x="435906" y="301359"/>
                    <a:pt x="438851" y="307495"/>
                  </a:cubicBezTo>
                  <a:cubicBezTo>
                    <a:pt x="440324" y="310588"/>
                    <a:pt x="439686" y="312454"/>
                    <a:pt x="437280" y="314516"/>
                  </a:cubicBezTo>
                  <a:cubicBezTo>
                    <a:pt x="432126" y="318934"/>
                    <a:pt x="426873" y="323352"/>
                    <a:pt x="422258" y="328311"/>
                  </a:cubicBezTo>
                  <a:cubicBezTo>
                    <a:pt x="420442" y="330225"/>
                    <a:pt x="419656" y="333563"/>
                    <a:pt x="419460" y="336362"/>
                  </a:cubicBezTo>
                  <a:cubicBezTo>
                    <a:pt x="419018" y="342106"/>
                    <a:pt x="418969" y="347948"/>
                    <a:pt x="419460" y="353691"/>
                  </a:cubicBezTo>
                  <a:cubicBezTo>
                    <a:pt x="419705" y="356440"/>
                    <a:pt x="420736" y="359730"/>
                    <a:pt x="422553" y="361644"/>
                  </a:cubicBezTo>
                  <a:lnTo>
                    <a:pt x="422553" y="361742"/>
                  </a:lnTo>
                  <a:cubicBezTo>
                    <a:pt x="427216" y="366603"/>
                    <a:pt x="432420" y="371021"/>
                    <a:pt x="437624" y="375390"/>
                  </a:cubicBezTo>
                  <a:cubicBezTo>
                    <a:pt x="440128" y="377452"/>
                    <a:pt x="440668" y="379318"/>
                    <a:pt x="439293" y="382361"/>
                  </a:cubicBezTo>
                  <a:cubicBezTo>
                    <a:pt x="436446" y="388547"/>
                    <a:pt x="433942" y="394880"/>
                    <a:pt x="431586" y="401262"/>
                  </a:cubicBezTo>
                  <a:cubicBezTo>
                    <a:pt x="430456" y="404404"/>
                    <a:pt x="428591" y="405238"/>
                    <a:pt x="425449" y="404993"/>
                  </a:cubicBezTo>
                  <a:cubicBezTo>
                    <a:pt x="418871" y="404551"/>
                    <a:pt x="412292" y="404011"/>
                    <a:pt x="405763" y="404207"/>
                  </a:cubicBezTo>
                  <a:cubicBezTo>
                    <a:pt x="403112" y="404306"/>
                    <a:pt x="400019" y="405778"/>
                    <a:pt x="397957" y="407546"/>
                  </a:cubicBezTo>
                  <a:cubicBezTo>
                    <a:pt x="393735" y="411228"/>
                    <a:pt x="390397" y="415891"/>
                    <a:pt x="386126" y="419475"/>
                  </a:cubicBezTo>
                  <a:cubicBezTo>
                    <a:pt x="382591" y="422421"/>
                    <a:pt x="381266" y="425464"/>
                    <a:pt x="381708" y="430030"/>
                  </a:cubicBezTo>
                  <a:cubicBezTo>
                    <a:pt x="382395" y="437345"/>
                    <a:pt x="385144" y="446329"/>
                    <a:pt x="382002" y="451631"/>
                  </a:cubicBezTo>
                  <a:cubicBezTo>
                    <a:pt x="378910" y="456785"/>
                    <a:pt x="369386" y="458013"/>
                    <a:pt x="362905" y="461351"/>
                  </a:cubicBezTo>
                  <a:cubicBezTo>
                    <a:pt x="358487" y="463609"/>
                    <a:pt x="355345" y="463511"/>
                    <a:pt x="352105" y="459240"/>
                  </a:cubicBezTo>
                  <a:cubicBezTo>
                    <a:pt x="348521" y="454429"/>
                    <a:pt x="344398" y="449912"/>
                    <a:pt x="339979" y="445887"/>
                  </a:cubicBezTo>
                  <a:cubicBezTo>
                    <a:pt x="338016" y="444070"/>
                    <a:pt x="334726" y="442990"/>
                    <a:pt x="331977" y="442794"/>
                  </a:cubicBezTo>
                  <a:cubicBezTo>
                    <a:pt x="325841" y="442303"/>
                    <a:pt x="319655" y="442352"/>
                    <a:pt x="313519" y="442794"/>
                  </a:cubicBezTo>
                  <a:cubicBezTo>
                    <a:pt x="311162" y="442941"/>
                    <a:pt x="308364" y="444119"/>
                    <a:pt x="306695" y="445789"/>
                  </a:cubicBezTo>
                  <a:cubicBezTo>
                    <a:pt x="301785" y="450698"/>
                    <a:pt x="297514" y="456294"/>
                    <a:pt x="292556" y="461154"/>
                  </a:cubicBezTo>
                  <a:cubicBezTo>
                    <a:pt x="291182" y="462480"/>
                    <a:pt x="287991" y="463167"/>
                    <a:pt x="286174" y="462578"/>
                  </a:cubicBezTo>
                  <a:cubicBezTo>
                    <a:pt x="279596" y="460369"/>
                    <a:pt x="273066" y="457718"/>
                    <a:pt x="266783" y="454674"/>
                  </a:cubicBezTo>
                  <a:cubicBezTo>
                    <a:pt x="265114" y="453889"/>
                    <a:pt x="263493" y="451041"/>
                    <a:pt x="263493" y="449078"/>
                  </a:cubicBezTo>
                  <a:cubicBezTo>
                    <a:pt x="263346" y="442499"/>
                    <a:pt x="263641" y="435872"/>
                    <a:pt x="264328" y="429343"/>
                  </a:cubicBezTo>
                  <a:cubicBezTo>
                    <a:pt x="264721" y="425563"/>
                    <a:pt x="263297" y="423304"/>
                    <a:pt x="260499" y="420997"/>
                  </a:cubicBezTo>
                  <a:cubicBezTo>
                    <a:pt x="256768" y="417904"/>
                    <a:pt x="252939" y="414713"/>
                    <a:pt x="250091" y="410884"/>
                  </a:cubicBezTo>
                  <a:cubicBezTo>
                    <a:pt x="246360" y="405827"/>
                    <a:pt x="241991" y="404453"/>
                    <a:pt x="236051" y="405287"/>
                  </a:cubicBezTo>
                  <a:cubicBezTo>
                    <a:pt x="230847" y="406024"/>
                    <a:pt x="225545" y="405877"/>
                    <a:pt x="220341" y="406416"/>
                  </a:cubicBezTo>
                  <a:cubicBezTo>
                    <a:pt x="216954" y="406760"/>
                    <a:pt x="215088" y="405827"/>
                    <a:pt x="213812" y="402489"/>
                  </a:cubicBezTo>
                  <a:cubicBezTo>
                    <a:pt x="211407" y="396156"/>
                    <a:pt x="208265" y="390069"/>
                    <a:pt x="205957" y="383687"/>
                  </a:cubicBezTo>
                  <a:cubicBezTo>
                    <a:pt x="205368" y="382018"/>
                    <a:pt x="205908" y="379121"/>
                    <a:pt x="207086" y="377894"/>
                  </a:cubicBezTo>
                  <a:cubicBezTo>
                    <a:pt x="211701" y="373181"/>
                    <a:pt x="216610" y="368763"/>
                    <a:pt x="221667" y="364492"/>
                  </a:cubicBezTo>
                  <a:cubicBezTo>
                    <a:pt x="224956" y="361693"/>
                    <a:pt x="226281" y="358699"/>
                    <a:pt x="225496" y="354330"/>
                  </a:cubicBezTo>
                  <a:cubicBezTo>
                    <a:pt x="224809" y="350549"/>
                    <a:pt x="224121" y="346426"/>
                    <a:pt x="224956" y="342793"/>
                  </a:cubicBezTo>
                  <a:cubicBezTo>
                    <a:pt x="226576" y="335576"/>
                    <a:pt x="224416" y="330765"/>
                    <a:pt x="218623" y="326396"/>
                  </a:cubicBezTo>
                  <a:cubicBezTo>
                    <a:pt x="213567" y="322616"/>
                    <a:pt x="206595" y="318394"/>
                    <a:pt x="205368" y="313190"/>
                  </a:cubicBezTo>
                  <a:cubicBezTo>
                    <a:pt x="204141" y="308035"/>
                    <a:pt x="208805" y="301359"/>
                    <a:pt x="211210" y="295468"/>
                  </a:cubicBezTo>
                  <a:cubicBezTo>
                    <a:pt x="215236" y="285748"/>
                    <a:pt x="212634" y="286386"/>
                    <a:pt x="224416" y="287171"/>
                  </a:cubicBezTo>
                  <a:cubicBezTo>
                    <a:pt x="225005" y="287220"/>
                    <a:pt x="225545" y="287220"/>
                    <a:pt x="226134" y="287319"/>
                  </a:cubicBezTo>
                  <a:cubicBezTo>
                    <a:pt x="237278" y="289233"/>
                    <a:pt x="245771" y="286631"/>
                    <a:pt x="253920" y="277402"/>
                  </a:cubicBezTo>
                  <a:cubicBezTo>
                    <a:pt x="260597" y="269891"/>
                    <a:pt x="264475" y="263607"/>
                    <a:pt x="262315" y="253592"/>
                  </a:cubicBezTo>
                  <a:cubicBezTo>
                    <a:pt x="261333" y="248977"/>
                    <a:pt x="262168" y="243921"/>
                    <a:pt x="262168" y="238913"/>
                  </a:cubicBezTo>
                  <a:cubicBezTo>
                    <a:pt x="269581" y="235772"/>
                    <a:pt x="277043" y="232384"/>
                    <a:pt x="284652" y="229537"/>
                  </a:cubicBezTo>
                  <a:cubicBezTo>
                    <a:pt x="286272" y="228899"/>
                    <a:pt x="289218" y="229390"/>
                    <a:pt x="290396" y="230568"/>
                  </a:cubicBezTo>
                  <a:cubicBezTo>
                    <a:pt x="295256" y="235330"/>
                    <a:pt x="299822" y="240386"/>
                    <a:pt x="304191" y="245590"/>
                  </a:cubicBezTo>
                  <a:cubicBezTo>
                    <a:pt x="306744" y="248634"/>
                    <a:pt x="309493" y="249370"/>
                    <a:pt x="313371" y="249076"/>
                  </a:cubicBezTo>
                  <a:cubicBezTo>
                    <a:pt x="319115" y="248634"/>
                    <a:pt x="324908" y="249272"/>
                    <a:pt x="330652" y="248830"/>
                  </a:cubicBezTo>
                  <a:cubicBezTo>
                    <a:pt x="333205" y="248585"/>
                    <a:pt x="336248" y="247505"/>
                    <a:pt x="338065" y="245786"/>
                  </a:cubicBezTo>
                  <a:cubicBezTo>
                    <a:pt x="342778" y="241221"/>
                    <a:pt x="347147" y="236262"/>
                    <a:pt x="351271" y="231108"/>
                  </a:cubicBezTo>
                  <a:cubicBezTo>
                    <a:pt x="353872" y="227868"/>
                    <a:pt x="356278" y="227622"/>
                    <a:pt x="359813" y="229242"/>
                  </a:cubicBezTo>
                  <a:close/>
                  <a:moveTo>
                    <a:pt x="580631" y="70526"/>
                  </a:moveTo>
                  <a:cubicBezTo>
                    <a:pt x="559374" y="69986"/>
                    <a:pt x="540473" y="83732"/>
                    <a:pt x="531980" y="105627"/>
                  </a:cubicBezTo>
                  <a:lnTo>
                    <a:pt x="527169" y="118048"/>
                  </a:lnTo>
                  <a:lnTo>
                    <a:pt x="515191" y="112255"/>
                  </a:lnTo>
                  <a:cubicBezTo>
                    <a:pt x="510036" y="109751"/>
                    <a:pt x="504341" y="108376"/>
                    <a:pt x="498254" y="108229"/>
                  </a:cubicBezTo>
                  <a:cubicBezTo>
                    <a:pt x="497910" y="108229"/>
                    <a:pt x="497567" y="108229"/>
                    <a:pt x="497223" y="108229"/>
                  </a:cubicBezTo>
                  <a:cubicBezTo>
                    <a:pt x="491823" y="108229"/>
                    <a:pt x="486668" y="109358"/>
                    <a:pt x="481857" y="111273"/>
                  </a:cubicBezTo>
                  <a:cubicBezTo>
                    <a:pt x="489712" y="124233"/>
                    <a:pt x="495456" y="138814"/>
                    <a:pt x="498450" y="154572"/>
                  </a:cubicBezTo>
                  <a:cubicBezTo>
                    <a:pt x="525746" y="162280"/>
                    <a:pt x="547543" y="184813"/>
                    <a:pt x="557508" y="213778"/>
                  </a:cubicBezTo>
                  <a:cubicBezTo>
                    <a:pt x="604637" y="213581"/>
                    <a:pt x="634976" y="213483"/>
                    <a:pt x="637971" y="213581"/>
                  </a:cubicBezTo>
                  <a:cubicBezTo>
                    <a:pt x="647593" y="213876"/>
                    <a:pt x="654368" y="209163"/>
                    <a:pt x="658540" y="205186"/>
                  </a:cubicBezTo>
                  <a:lnTo>
                    <a:pt x="658491" y="205137"/>
                  </a:lnTo>
                  <a:cubicBezTo>
                    <a:pt x="666346" y="197626"/>
                    <a:pt x="671059" y="186433"/>
                    <a:pt x="671304" y="174356"/>
                  </a:cubicBezTo>
                  <a:cubicBezTo>
                    <a:pt x="671844" y="153050"/>
                    <a:pt x="658835" y="135132"/>
                    <a:pt x="641653" y="133512"/>
                  </a:cubicBezTo>
                  <a:lnTo>
                    <a:pt x="631540" y="132530"/>
                  </a:lnTo>
                  <a:lnTo>
                    <a:pt x="630607" y="122417"/>
                  </a:lnTo>
                  <a:cubicBezTo>
                    <a:pt x="628005" y="93452"/>
                    <a:pt x="606502" y="71164"/>
                    <a:pt x="580631" y="70526"/>
                  </a:cubicBezTo>
                  <a:close/>
                  <a:moveTo>
                    <a:pt x="237868" y="24478"/>
                  </a:moveTo>
                  <a:cubicBezTo>
                    <a:pt x="211849" y="23741"/>
                    <a:pt x="188727" y="40629"/>
                    <a:pt x="178368" y="67286"/>
                  </a:cubicBezTo>
                  <a:lnTo>
                    <a:pt x="173557" y="79706"/>
                  </a:lnTo>
                  <a:lnTo>
                    <a:pt x="161579" y="73914"/>
                  </a:lnTo>
                  <a:cubicBezTo>
                    <a:pt x="155148" y="70821"/>
                    <a:pt x="148127" y="69152"/>
                    <a:pt x="140665" y="68955"/>
                  </a:cubicBezTo>
                  <a:cubicBezTo>
                    <a:pt x="140273" y="68955"/>
                    <a:pt x="139831" y="68955"/>
                    <a:pt x="139438" y="68955"/>
                  </a:cubicBezTo>
                  <a:cubicBezTo>
                    <a:pt x="115236" y="68955"/>
                    <a:pt x="94126" y="86138"/>
                    <a:pt x="88971" y="110242"/>
                  </a:cubicBezTo>
                  <a:lnTo>
                    <a:pt x="86222" y="122957"/>
                  </a:lnTo>
                  <a:lnTo>
                    <a:pt x="73654" y="119471"/>
                  </a:lnTo>
                  <a:cubicBezTo>
                    <a:pt x="70709" y="118686"/>
                    <a:pt x="67518" y="118195"/>
                    <a:pt x="64179" y="118146"/>
                  </a:cubicBezTo>
                  <a:cubicBezTo>
                    <a:pt x="63836" y="118146"/>
                    <a:pt x="63541" y="118146"/>
                    <a:pt x="63198" y="118146"/>
                  </a:cubicBezTo>
                  <a:cubicBezTo>
                    <a:pt x="53232" y="118146"/>
                    <a:pt x="43806" y="121926"/>
                    <a:pt x="36590" y="128848"/>
                  </a:cubicBezTo>
                  <a:cubicBezTo>
                    <a:pt x="29128" y="136015"/>
                    <a:pt x="24857" y="145687"/>
                    <a:pt x="24611" y="156045"/>
                  </a:cubicBezTo>
                  <a:cubicBezTo>
                    <a:pt x="24120" y="177155"/>
                    <a:pt x="44150" y="197675"/>
                    <a:pt x="65800" y="198264"/>
                  </a:cubicBezTo>
                  <a:cubicBezTo>
                    <a:pt x="67812" y="198314"/>
                    <a:pt x="82049" y="198264"/>
                    <a:pt x="102570" y="198215"/>
                  </a:cubicBezTo>
                  <a:cubicBezTo>
                    <a:pt x="118476" y="184224"/>
                    <a:pt x="138603" y="176860"/>
                    <a:pt x="159860" y="177253"/>
                  </a:cubicBezTo>
                  <a:cubicBezTo>
                    <a:pt x="161137" y="177253"/>
                    <a:pt x="162462" y="177302"/>
                    <a:pt x="163788" y="177400"/>
                  </a:cubicBezTo>
                  <a:cubicBezTo>
                    <a:pt x="179105" y="138077"/>
                    <a:pt x="217397" y="111764"/>
                    <a:pt x="260303" y="112697"/>
                  </a:cubicBezTo>
                  <a:cubicBezTo>
                    <a:pt x="268845" y="112942"/>
                    <a:pt x="277093" y="114169"/>
                    <a:pt x="284997" y="116378"/>
                  </a:cubicBezTo>
                  <a:lnTo>
                    <a:pt x="284948" y="116329"/>
                  </a:lnTo>
                  <a:cubicBezTo>
                    <a:pt x="289170" y="108524"/>
                    <a:pt x="294079" y="101405"/>
                    <a:pt x="299577" y="94925"/>
                  </a:cubicBezTo>
                  <a:lnTo>
                    <a:pt x="298939" y="87659"/>
                  </a:lnTo>
                  <a:cubicBezTo>
                    <a:pt x="295748" y="52411"/>
                    <a:pt x="269484" y="25263"/>
                    <a:pt x="237868" y="24478"/>
                  </a:cubicBezTo>
                  <a:close/>
                  <a:moveTo>
                    <a:pt x="238408" y="30"/>
                  </a:moveTo>
                  <a:cubicBezTo>
                    <a:pt x="279057" y="1011"/>
                    <a:pt x="313225" y="32332"/>
                    <a:pt x="321718" y="74601"/>
                  </a:cubicBezTo>
                  <a:cubicBezTo>
                    <a:pt x="340864" y="61150"/>
                    <a:pt x="363692" y="53835"/>
                    <a:pt x="387747" y="54424"/>
                  </a:cubicBezTo>
                  <a:cubicBezTo>
                    <a:pt x="418430" y="55160"/>
                    <a:pt x="446363" y="69004"/>
                    <a:pt x="466786" y="91145"/>
                  </a:cubicBezTo>
                  <a:cubicBezTo>
                    <a:pt x="476408" y="86138"/>
                    <a:pt x="487355" y="83437"/>
                    <a:pt x="498794" y="83732"/>
                  </a:cubicBezTo>
                  <a:cubicBezTo>
                    <a:pt x="504096" y="83879"/>
                    <a:pt x="509251" y="84616"/>
                    <a:pt x="514160" y="85892"/>
                  </a:cubicBezTo>
                  <a:cubicBezTo>
                    <a:pt x="528200" y="60610"/>
                    <a:pt x="553385" y="45195"/>
                    <a:pt x="581220" y="46029"/>
                  </a:cubicBezTo>
                  <a:cubicBezTo>
                    <a:pt x="616665" y="46913"/>
                    <a:pt x="646464" y="74208"/>
                    <a:pt x="653729" y="111027"/>
                  </a:cubicBezTo>
                  <a:lnTo>
                    <a:pt x="653484" y="111027"/>
                  </a:lnTo>
                  <a:cubicBezTo>
                    <a:pt x="678521" y="118489"/>
                    <a:pt x="696440" y="144705"/>
                    <a:pt x="695654" y="174946"/>
                  </a:cubicBezTo>
                  <a:cubicBezTo>
                    <a:pt x="695261" y="193453"/>
                    <a:pt x="687799" y="210979"/>
                    <a:pt x="675232" y="222958"/>
                  </a:cubicBezTo>
                  <a:cubicBezTo>
                    <a:pt x="664579" y="233120"/>
                    <a:pt x="651029" y="238667"/>
                    <a:pt x="637136" y="238127"/>
                  </a:cubicBezTo>
                  <a:cubicBezTo>
                    <a:pt x="634485" y="238078"/>
                    <a:pt x="599826" y="238177"/>
                    <a:pt x="562565" y="238324"/>
                  </a:cubicBezTo>
                  <a:cubicBezTo>
                    <a:pt x="563007" y="242840"/>
                    <a:pt x="563252" y="247357"/>
                    <a:pt x="563154" y="252021"/>
                  </a:cubicBezTo>
                  <a:cubicBezTo>
                    <a:pt x="562565" y="280200"/>
                    <a:pt x="551225" y="306808"/>
                    <a:pt x="532128" y="325021"/>
                  </a:cubicBezTo>
                  <a:cubicBezTo>
                    <a:pt x="515976" y="340387"/>
                    <a:pt x="495456" y="348438"/>
                    <a:pt x="474493" y="347996"/>
                  </a:cubicBezTo>
                  <a:cubicBezTo>
                    <a:pt x="474051" y="347996"/>
                    <a:pt x="473070" y="347996"/>
                    <a:pt x="471646" y="347996"/>
                  </a:cubicBezTo>
                  <a:lnTo>
                    <a:pt x="471646" y="313631"/>
                  </a:lnTo>
                  <a:cubicBezTo>
                    <a:pt x="473511" y="313631"/>
                    <a:pt x="474788" y="313631"/>
                    <a:pt x="475328" y="313631"/>
                  </a:cubicBezTo>
                  <a:cubicBezTo>
                    <a:pt x="490497" y="314024"/>
                    <a:pt x="501739" y="306513"/>
                    <a:pt x="508416" y="300131"/>
                  </a:cubicBezTo>
                  <a:cubicBezTo>
                    <a:pt x="520935" y="288202"/>
                    <a:pt x="528348" y="270381"/>
                    <a:pt x="528789" y="251235"/>
                  </a:cubicBezTo>
                  <a:cubicBezTo>
                    <a:pt x="529673" y="217361"/>
                    <a:pt x="508760" y="188888"/>
                    <a:pt x="481268" y="186237"/>
                  </a:cubicBezTo>
                  <a:lnTo>
                    <a:pt x="467080" y="184862"/>
                  </a:lnTo>
                  <a:lnTo>
                    <a:pt x="465804" y="170675"/>
                  </a:lnTo>
                  <a:cubicBezTo>
                    <a:pt x="461631" y="124970"/>
                    <a:pt x="427610" y="89770"/>
                    <a:pt x="386716" y="88789"/>
                  </a:cubicBezTo>
                  <a:cubicBezTo>
                    <a:pt x="353481" y="87905"/>
                    <a:pt x="323142" y="109702"/>
                    <a:pt x="309739" y="144263"/>
                  </a:cubicBezTo>
                  <a:lnTo>
                    <a:pt x="303014" y="161642"/>
                  </a:lnTo>
                  <a:lnTo>
                    <a:pt x="286224" y="153492"/>
                  </a:lnTo>
                  <a:cubicBezTo>
                    <a:pt x="278026" y="149467"/>
                    <a:pt x="268944" y="147307"/>
                    <a:pt x="259272" y="147061"/>
                  </a:cubicBezTo>
                  <a:cubicBezTo>
                    <a:pt x="227461" y="146325"/>
                    <a:pt x="199331" y="168662"/>
                    <a:pt x="192556" y="200326"/>
                  </a:cubicBezTo>
                  <a:lnTo>
                    <a:pt x="188727" y="218147"/>
                  </a:lnTo>
                  <a:lnTo>
                    <a:pt x="171152" y="213287"/>
                  </a:lnTo>
                  <a:cubicBezTo>
                    <a:pt x="167372" y="212207"/>
                    <a:pt x="163248" y="211667"/>
                    <a:pt x="158977" y="211568"/>
                  </a:cubicBezTo>
                  <a:cubicBezTo>
                    <a:pt x="158584" y="211568"/>
                    <a:pt x="158142" y="211568"/>
                    <a:pt x="157749" y="211568"/>
                  </a:cubicBezTo>
                  <a:cubicBezTo>
                    <a:pt x="144936" y="211568"/>
                    <a:pt x="132860" y="216429"/>
                    <a:pt x="123581" y="225314"/>
                  </a:cubicBezTo>
                  <a:cubicBezTo>
                    <a:pt x="114008" y="234495"/>
                    <a:pt x="108510" y="246915"/>
                    <a:pt x="108215" y="260219"/>
                  </a:cubicBezTo>
                  <a:cubicBezTo>
                    <a:pt x="107577" y="287318"/>
                    <a:pt x="133351" y="313730"/>
                    <a:pt x="161186" y="314466"/>
                  </a:cubicBezTo>
                  <a:cubicBezTo>
                    <a:pt x="162561" y="314466"/>
                    <a:pt x="168697" y="314466"/>
                    <a:pt x="178221" y="314466"/>
                  </a:cubicBezTo>
                  <a:lnTo>
                    <a:pt x="178221" y="348831"/>
                  </a:lnTo>
                  <a:cubicBezTo>
                    <a:pt x="174637" y="348831"/>
                    <a:pt x="171446" y="348831"/>
                    <a:pt x="168844" y="348831"/>
                  </a:cubicBezTo>
                  <a:cubicBezTo>
                    <a:pt x="164328" y="348831"/>
                    <a:pt x="161431" y="348831"/>
                    <a:pt x="160400" y="348831"/>
                  </a:cubicBezTo>
                  <a:cubicBezTo>
                    <a:pt x="113174" y="347554"/>
                    <a:pt x="72820" y="305777"/>
                    <a:pt x="73900" y="259434"/>
                  </a:cubicBezTo>
                  <a:cubicBezTo>
                    <a:pt x="74194" y="246424"/>
                    <a:pt x="77484" y="234004"/>
                    <a:pt x="83276" y="222811"/>
                  </a:cubicBezTo>
                  <a:cubicBezTo>
                    <a:pt x="78465" y="222811"/>
                    <a:pt x="74391" y="222811"/>
                    <a:pt x="71396" y="222811"/>
                  </a:cubicBezTo>
                  <a:cubicBezTo>
                    <a:pt x="68058" y="222811"/>
                    <a:pt x="65898" y="222811"/>
                    <a:pt x="65161" y="222811"/>
                  </a:cubicBezTo>
                  <a:cubicBezTo>
                    <a:pt x="29569" y="221878"/>
                    <a:pt x="-819" y="190410"/>
                    <a:pt x="16" y="155505"/>
                  </a:cubicBezTo>
                  <a:cubicBezTo>
                    <a:pt x="409" y="138617"/>
                    <a:pt x="7331" y="122859"/>
                    <a:pt x="19555" y="111175"/>
                  </a:cubicBezTo>
                  <a:cubicBezTo>
                    <a:pt x="31779" y="99442"/>
                    <a:pt x="47930" y="93158"/>
                    <a:pt x="64670" y="93649"/>
                  </a:cubicBezTo>
                  <a:cubicBezTo>
                    <a:pt x="65849" y="93649"/>
                    <a:pt x="67076" y="93698"/>
                    <a:pt x="68254" y="93796"/>
                  </a:cubicBezTo>
                  <a:cubicBezTo>
                    <a:pt x="79644" y="63850"/>
                    <a:pt x="108903" y="43673"/>
                    <a:pt x="141254" y="44458"/>
                  </a:cubicBezTo>
                  <a:cubicBezTo>
                    <a:pt x="147882" y="44655"/>
                    <a:pt x="154362" y="45636"/>
                    <a:pt x="160499" y="47404"/>
                  </a:cubicBezTo>
                  <a:cubicBezTo>
                    <a:pt x="176454" y="17457"/>
                    <a:pt x="205909" y="-854"/>
                    <a:pt x="238408" y="3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753" name="Google Shape;2753;p71"/>
          <p:cNvSpPr txBox="1"/>
          <p:nvPr/>
        </p:nvSpPr>
        <p:spPr>
          <a:xfrm>
            <a:off x="342070" y="5373815"/>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sp>
        <p:nvSpPr>
          <p:cNvPr id="2754" name="Google Shape;2754;p71"/>
          <p:cNvSpPr txBox="1"/>
          <p:nvPr/>
        </p:nvSpPr>
        <p:spPr>
          <a:xfrm>
            <a:off x="6052816" y="6549796"/>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59"/>
        <p:cNvGrpSpPr/>
        <p:nvPr/>
      </p:nvGrpSpPr>
      <p:grpSpPr>
        <a:xfrm>
          <a:off x="0" y="0"/>
          <a:ext cx="0" cy="0"/>
          <a:chOff x="0" y="0"/>
          <a:chExt cx="0" cy="0"/>
        </a:xfrm>
      </p:grpSpPr>
      <p:pic>
        <p:nvPicPr>
          <p:cNvPr id="2760" name="Google Shape;2760;p72"/>
          <p:cNvPicPr preferRelativeResize="0"/>
          <p:nvPr/>
        </p:nvPicPr>
        <p:blipFill rotWithShape="1">
          <a:blip r:embed="rId3">
            <a:alphaModFix/>
          </a:blip>
          <a:srcRect/>
          <a:stretch/>
        </p:blipFill>
        <p:spPr>
          <a:xfrm>
            <a:off x="530428" y="2024432"/>
            <a:ext cx="5354871" cy="3362533"/>
          </a:xfrm>
          <a:prstGeom prst="rect">
            <a:avLst/>
          </a:prstGeom>
          <a:noFill/>
          <a:ln>
            <a:noFill/>
          </a:ln>
        </p:spPr>
      </p:pic>
      <p:sp>
        <p:nvSpPr>
          <p:cNvPr id="2761" name="Google Shape;2761;p72"/>
          <p:cNvSpPr txBox="1"/>
          <p:nvPr/>
        </p:nvSpPr>
        <p:spPr>
          <a:xfrm>
            <a:off x="579809" y="0"/>
            <a:ext cx="11001004" cy="809625"/>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0" i="0" u="none" strike="noStrike" cap="none">
                <a:solidFill>
                  <a:schemeClr val="dk2"/>
                </a:solidFill>
                <a:latin typeface="Arial"/>
                <a:ea typeface="Arial"/>
                <a:cs typeface="Arial"/>
                <a:sym typeface="Arial"/>
              </a:rPr>
              <a:t>Fleet-Level Operations and VCF Security Management </a:t>
            </a:r>
            <a:endParaRPr sz="1400" b="0" i="0" u="none" strike="noStrike" cap="none">
              <a:solidFill>
                <a:srgbClr val="000000"/>
              </a:solidFill>
              <a:latin typeface="Arial"/>
              <a:ea typeface="Arial"/>
              <a:cs typeface="Arial"/>
              <a:sym typeface="Arial"/>
            </a:endParaRPr>
          </a:p>
        </p:txBody>
      </p:sp>
      <p:sp>
        <p:nvSpPr>
          <p:cNvPr id="2762" name="Google Shape;2762;p72"/>
          <p:cNvSpPr txBox="1"/>
          <p:nvPr/>
        </p:nvSpPr>
        <p:spPr>
          <a:xfrm>
            <a:off x="592868" y="809625"/>
            <a:ext cx="10962687" cy="2477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798"/>
              <a:buFont typeface="Arial"/>
              <a:buNone/>
            </a:pPr>
            <a:r>
              <a:rPr lang="en-US" sz="1998" b="0" i="0" u="none" strike="noStrike" cap="none">
                <a:solidFill>
                  <a:schemeClr val="accent3"/>
                </a:solidFill>
                <a:latin typeface="Arial"/>
                <a:ea typeface="Arial"/>
                <a:cs typeface="Arial"/>
                <a:sym typeface="Arial"/>
              </a:rPr>
              <a:t>Centralized Security and Compliance Management for Proactive Risk Mitigation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798"/>
              <a:buFont typeface="Arial"/>
              <a:buNone/>
            </a:pPr>
            <a:endParaRPr sz="1998" b="0" i="0" u="none" strike="noStrike" cap="none">
              <a:solidFill>
                <a:schemeClr val="accent1"/>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798"/>
              <a:buFont typeface="Arial"/>
              <a:buNone/>
            </a:pPr>
            <a:endParaRPr sz="1998" b="0" i="0" u="none" strike="noStrike" cap="none">
              <a:solidFill>
                <a:schemeClr val="accent1"/>
              </a:solidFill>
              <a:latin typeface="Arial"/>
              <a:ea typeface="Arial"/>
              <a:cs typeface="Arial"/>
              <a:sym typeface="Arial"/>
            </a:endParaRPr>
          </a:p>
          <a:p>
            <a:pPr marL="0" marR="0" lvl="0" indent="0" algn="l" rtl="0">
              <a:lnSpc>
                <a:spcPct val="100000"/>
              </a:lnSpc>
              <a:spcBef>
                <a:spcPts val="0"/>
              </a:spcBef>
              <a:spcAft>
                <a:spcPts val="0"/>
              </a:spcAft>
              <a:buClr>
                <a:srgbClr val="666666"/>
              </a:buClr>
              <a:buSzPts val="1798"/>
              <a:buFont typeface="Arial"/>
              <a:buNone/>
            </a:pPr>
            <a:endParaRPr sz="1998" b="0" i="0" u="none" strike="noStrike" cap="none">
              <a:solidFill>
                <a:schemeClr val="accent1"/>
              </a:solidFill>
              <a:latin typeface="Arial"/>
              <a:ea typeface="Arial"/>
              <a:cs typeface="Arial"/>
              <a:sym typeface="Arial"/>
            </a:endParaRPr>
          </a:p>
        </p:txBody>
      </p:sp>
      <p:pic>
        <p:nvPicPr>
          <p:cNvPr id="2763" name="Google Shape;2763;p72"/>
          <p:cNvPicPr preferRelativeResize="0"/>
          <p:nvPr/>
        </p:nvPicPr>
        <p:blipFill rotWithShape="1">
          <a:blip r:embed="rId4">
            <a:alphaModFix amt="51000"/>
          </a:blip>
          <a:srcRect l="34345" t="62835" b="-4513"/>
          <a:stretch/>
        </p:blipFill>
        <p:spPr>
          <a:xfrm>
            <a:off x="0" y="5338324"/>
            <a:ext cx="7929349" cy="980590"/>
          </a:xfrm>
          <a:prstGeom prst="rect">
            <a:avLst/>
          </a:prstGeom>
          <a:noFill/>
          <a:ln>
            <a:noFill/>
          </a:ln>
        </p:spPr>
      </p:pic>
      <p:sp>
        <p:nvSpPr>
          <p:cNvPr id="2764" name="Google Shape;2764;p72"/>
          <p:cNvSpPr/>
          <p:nvPr/>
        </p:nvSpPr>
        <p:spPr>
          <a:xfrm>
            <a:off x="8887913" y="200972"/>
            <a:ext cx="3300912" cy="530590"/>
          </a:xfrm>
          <a:custGeom>
            <a:avLst/>
            <a:gdLst/>
            <a:ahLst/>
            <a:cxnLst/>
            <a:rect l="l" t="t" r="r" b="b"/>
            <a:pathLst>
              <a:path w="3300912" h="530590" extrusionOk="0">
                <a:moveTo>
                  <a:pt x="265295" y="0"/>
                </a:moveTo>
                <a:lnTo>
                  <a:pt x="890708" y="0"/>
                </a:lnTo>
                <a:lnTo>
                  <a:pt x="2888944" y="0"/>
                </a:lnTo>
                <a:lnTo>
                  <a:pt x="3300912" y="0"/>
                </a:lnTo>
                <a:lnTo>
                  <a:pt x="3300912" y="530590"/>
                </a:lnTo>
                <a:lnTo>
                  <a:pt x="2888944" y="530590"/>
                </a:lnTo>
                <a:lnTo>
                  <a:pt x="890708" y="530590"/>
                </a:lnTo>
                <a:lnTo>
                  <a:pt x="265295" y="530590"/>
                </a:lnTo>
                <a:cubicBezTo>
                  <a:pt x="118777" y="530590"/>
                  <a:pt x="0" y="411813"/>
                  <a:pt x="0" y="265295"/>
                </a:cubicBezTo>
                <a:cubicBezTo>
                  <a:pt x="0" y="118777"/>
                  <a:pt x="118777" y="0"/>
                  <a:pt x="265295" y="0"/>
                </a:cubicBezTo>
                <a:close/>
              </a:path>
            </a:pathLst>
          </a:custGeom>
          <a:gradFill>
            <a:gsLst>
              <a:gs pos="0">
                <a:schemeClr val="accent5"/>
              </a:gs>
              <a:gs pos="52000">
                <a:srgbClr val="7030A0"/>
              </a:gs>
              <a:gs pos="98000">
                <a:schemeClr val="accent2"/>
              </a:gs>
              <a:gs pos="100000">
                <a:schemeClr val="accent2"/>
              </a:gs>
            </a:gsLst>
            <a:lin ang="0" scaled="0"/>
          </a:gra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sp>
        <p:nvSpPr>
          <p:cNvPr id="2765" name="Google Shape;2765;p72"/>
          <p:cNvSpPr/>
          <p:nvPr/>
        </p:nvSpPr>
        <p:spPr>
          <a:xfrm>
            <a:off x="8918853" y="224458"/>
            <a:ext cx="482356" cy="482356"/>
          </a:xfrm>
          <a:prstGeom prst="ellipse">
            <a:avLst/>
          </a:prstGeom>
          <a:solidFill>
            <a:schemeClr val="dk1"/>
          </a:soli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6" name="Google Shape;2766;p72"/>
          <p:cNvSpPr txBox="1"/>
          <p:nvPr/>
        </p:nvSpPr>
        <p:spPr>
          <a:xfrm>
            <a:off x="9555629" y="343121"/>
            <a:ext cx="2590274" cy="22309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lt2"/>
                </a:solidFill>
                <a:latin typeface="Arial"/>
                <a:ea typeface="Arial"/>
                <a:cs typeface="Arial"/>
                <a:sym typeface="Arial"/>
              </a:rPr>
              <a:t>Security and Resilience</a:t>
            </a:r>
            <a:endParaRPr sz="1400" b="0" i="0" u="none" strike="noStrike" cap="none">
              <a:solidFill>
                <a:srgbClr val="000000"/>
              </a:solidFill>
              <a:latin typeface="Arial"/>
              <a:ea typeface="Arial"/>
              <a:cs typeface="Arial"/>
              <a:sym typeface="Arial"/>
            </a:endParaRPr>
          </a:p>
        </p:txBody>
      </p:sp>
      <p:grpSp>
        <p:nvGrpSpPr>
          <p:cNvPr id="2767" name="Google Shape;2767;p72"/>
          <p:cNvGrpSpPr/>
          <p:nvPr/>
        </p:nvGrpSpPr>
        <p:grpSpPr>
          <a:xfrm>
            <a:off x="114628" y="1880073"/>
            <a:ext cx="6197879" cy="3863189"/>
            <a:chOff x="125386" y="1038585"/>
            <a:chExt cx="7772400" cy="4844599"/>
          </a:xfrm>
        </p:grpSpPr>
        <p:pic>
          <p:nvPicPr>
            <p:cNvPr id="2768" name="Google Shape;2768;p72" descr="A close-up of a computer&#10;&#10;Description automatically generated"/>
            <p:cNvPicPr preferRelativeResize="0"/>
            <p:nvPr/>
          </p:nvPicPr>
          <p:blipFill rotWithShape="1">
            <a:blip r:embed="rId5">
              <a:alphaModFix/>
            </a:blip>
            <a:srcRect t="19013"/>
            <a:stretch/>
          </p:blipFill>
          <p:spPr>
            <a:xfrm>
              <a:off x="125386" y="2119813"/>
              <a:ext cx="7772400" cy="3763371"/>
            </a:xfrm>
            <a:prstGeom prst="rect">
              <a:avLst/>
            </a:prstGeom>
            <a:noFill/>
            <a:ln>
              <a:noFill/>
            </a:ln>
          </p:spPr>
        </p:pic>
        <p:pic>
          <p:nvPicPr>
            <p:cNvPr id="2769" name="Google Shape;2769;p72" descr="A close-up of a computer&#10;&#10;Description automatically generated"/>
            <p:cNvPicPr preferRelativeResize="0"/>
            <p:nvPr/>
          </p:nvPicPr>
          <p:blipFill rotWithShape="1">
            <a:blip r:embed="rId5">
              <a:alphaModFix/>
            </a:blip>
            <a:srcRect b="65764"/>
            <a:stretch/>
          </p:blipFill>
          <p:spPr>
            <a:xfrm>
              <a:off x="125386" y="1038585"/>
              <a:ext cx="7772400" cy="1590936"/>
            </a:xfrm>
            <a:prstGeom prst="rect">
              <a:avLst/>
            </a:prstGeom>
            <a:noFill/>
            <a:ln>
              <a:noFill/>
            </a:ln>
          </p:spPr>
        </p:pic>
      </p:grpSp>
      <p:sp>
        <p:nvSpPr>
          <p:cNvPr id="2770" name="Google Shape;2770;p72"/>
          <p:cNvSpPr/>
          <p:nvPr/>
        </p:nvSpPr>
        <p:spPr>
          <a:xfrm>
            <a:off x="454089" y="1649833"/>
            <a:ext cx="3798798" cy="362582"/>
          </a:xfrm>
          <a:prstGeom prst="roundRect">
            <a:avLst>
              <a:gd name="adj" fmla="val 50000"/>
            </a:avLst>
          </a:prstGeom>
          <a:solidFill>
            <a:schemeClr val="dk1"/>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Fleet-Level Ops and VCF Sec Management</a:t>
            </a:r>
            <a:endParaRPr sz="1400" b="0" i="0" u="none" strike="noStrike" cap="none">
              <a:solidFill>
                <a:srgbClr val="000000"/>
              </a:solidFill>
              <a:latin typeface="Arial"/>
              <a:ea typeface="Arial"/>
              <a:cs typeface="Arial"/>
              <a:sym typeface="Arial"/>
            </a:endParaRPr>
          </a:p>
        </p:txBody>
      </p:sp>
      <p:sp>
        <p:nvSpPr>
          <p:cNvPr id="2771" name="Google Shape;2771;p72"/>
          <p:cNvSpPr txBox="1"/>
          <p:nvPr/>
        </p:nvSpPr>
        <p:spPr>
          <a:xfrm>
            <a:off x="6440414" y="1673150"/>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Customer Benefits</a:t>
            </a:r>
            <a:endParaRPr sz="1400" b="1" i="0" u="none" strike="noStrike" cap="none">
              <a:solidFill>
                <a:schemeClr val="accent3"/>
              </a:solidFill>
              <a:latin typeface="Arial"/>
              <a:ea typeface="Arial"/>
              <a:cs typeface="Arial"/>
              <a:sym typeface="Arial"/>
            </a:endParaRPr>
          </a:p>
        </p:txBody>
      </p:sp>
      <p:sp>
        <p:nvSpPr>
          <p:cNvPr id="2772" name="Google Shape;2772;p72"/>
          <p:cNvSpPr txBox="1"/>
          <p:nvPr/>
        </p:nvSpPr>
        <p:spPr>
          <a:xfrm>
            <a:off x="6440415" y="2043428"/>
            <a:ext cx="5581797" cy="1415772"/>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Detailed insights across all VCF components.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Streamlined operations reduce redundancy and improve efficiency.</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Adaptable security framework for evolving needs.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60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Audit Support: Enhanced capabilities for security and compliance investigations.</a:t>
            </a:r>
            <a:endParaRPr sz="1400" b="0" i="0" u="none" strike="noStrike" cap="none">
              <a:solidFill>
                <a:srgbClr val="000000"/>
              </a:solidFill>
              <a:latin typeface="Arial"/>
              <a:ea typeface="Arial"/>
              <a:cs typeface="Arial"/>
              <a:sym typeface="Arial"/>
            </a:endParaRPr>
          </a:p>
        </p:txBody>
      </p:sp>
      <p:sp>
        <p:nvSpPr>
          <p:cNvPr id="2773" name="Google Shape;2773;p72"/>
          <p:cNvSpPr txBox="1"/>
          <p:nvPr/>
        </p:nvSpPr>
        <p:spPr>
          <a:xfrm>
            <a:off x="6440414" y="3667689"/>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Key Attributes</a:t>
            </a:r>
            <a:endParaRPr sz="1400" b="1" i="0" u="none" strike="noStrike" cap="none">
              <a:solidFill>
                <a:schemeClr val="accent3"/>
              </a:solidFill>
              <a:latin typeface="Arial"/>
              <a:ea typeface="Arial"/>
              <a:cs typeface="Arial"/>
              <a:sym typeface="Arial"/>
            </a:endParaRPr>
          </a:p>
        </p:txBody>
      </p:sp>
      <p:sp>
        <p:nvSpPr>
          <p:cNvPr id="2774" name="Google Shape;2774;p72"/>
          <p:cNvSpPr txBox="1"/>
          <p:nvPr/>
        </p:nvSpPr>
        <p:spPr>
          <a:xfrm>
            <a:off x="6440415" y="4037967"/>
            <a:ext cx="5633782" cy="2003625"/>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Centralized Information Hub: </a:t>
            </a:r>
            <a:r>
              <a:rPr lang="en-US" sz="1200" b="0" i="0" u="none" strike="noStrike" cap="none">
                <a:solidFill>
                  <a:schemeClr val="dk1"/>
                </a:solidFill>
                <a:latin typeface="Arial"/>
                <a:ea typeface="Arial"/>
                <a:cs typeface="Arial"/>
                <a:sym typeface="Arial"/>
              </a:rPr>
              <a:t>Provides timely and accurate security data in one place, helping users understand and mitigate risks effectively.</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Comprehensive Security View: </a:t>
            </a:r>
            <a:r>
              <a:rPr lang="en-US" sz="1200" b="0" i="0" u="none" strike="noStrike" cap="none">
                <a:solidFill>
                  <a:schemeClr val="dk1"/>
                </a:solidFill>
                <a:latin typeface="Arial"/>
                <a:ea typeface="Arial"/>
                <a:cs typeface="Arial"/>
                <a:sym typeface="Arial"/>
              </a:rPr>
              <a:t>Offers visibility into multiple facets of security, covering user security, VCF component security, and more.</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60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Scalable and Adaptable Framework</a:t>
            </a:r>
            <a:r>
              <a:rPr lang="en-US" sz="1200" b="0" i="0" u="none" strike="noStrike" cap="none">
                <a:solidFill>
                  <a:schemeClr val="dk1"/>
                </a:solidFill>
                <a:latin typeface="Arial"/>
                <a:ea typeface="Arial"/>
                <a:cs typeface="Arial"/>
                <a:sym typeface="Arial"/>
              </a:rPr>
              <a:t>: Designed to evolve with the VCF stack and organizational needs, ensuring long-term security and compliance.</a:t>
            </a:r>
            <a:endParaRPr sz="1400" b="0" i="0" u="none" strike="noStrike" cap="none">
              <a:solidFill>
                <a:srgbClr val="000000"/>
              </a:solidFill>
              <a:latin typeface="Arial"/>
              <a:ea typeface="Arial"/>
              <a:cs typeface="Arial"/>
              <a:sym typeface="Arial"/>
            </a:endParaRPr>
          </a:p>
        </p:txBody>
      </p:sp>
      <p:sp>
        <p:nvSpPr>
          <p:cNvPr id="2775" name="Google Shape;2775;p72"/>
          <p:cNvSpPr/>
          <p:nvPr/>
        </p:nvSpPr>
        <p:spPr>
          <a:xfrm flipH="1">
            <a:off x="6440414" y="1524641"/>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776" name="Google Shape;2776;p72"/>
          <p:cNvSpPr/>
          <p:nvPr/>
        </p:nvSpPr>
        <p:spPr>
          <a:xfrm flipH="1">
            <a:off x="6440414" y="3519180"/>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777" name="Google Shape;2777;p72"/>
          <p:cNvSpPr/>
          <p:nvPr/>
        </p:nvSpPr>
        <p:spPr>
          <a:xfrm>
            <a:off x="9010401" y="324003"/>
            <a:ext cx="299261" cy="258718"/>
          </a:xfrm>
          <a:custGeom>
            <a:avLst/>
            <a:gdLst/>
            <a:ahLst/>
            <a:cxnLst/>
            <a:rect l="l" t="t" r="r" b="b"/>
            <a:pathLst>
              <a:path w="595270" h="521761" extrusionOk="0">
                <a:moveTo>
                  <a:pt x="0" y="514433"/>
                </a:moveTo>
                <a:lnTo>
                  <a:pt x="110567" y="521761"/>
                </a:lnTo>
                <a:lnTo>
                  <a:pt x="132317" y="504026"/>
                </a:lnTo>
                <a:lnTo>
                  <a:pt x="135537" y="442651"/>
                </a:lnTo>
                <a:lnTo>
                  <a:pt x="196305" y="451892"/>
                </a:lnTo>
                <a:lnTo>
                  <a:pt x="199525" y="390518"/>
                </a:lnTo>
                <a:lnTo>
                  <a:pt x="260293" y="399759"/>
                </a:lnTo>
                <a:lnTo>
                  <a:pt x="374734" y="306554"/>
                </a:lnTo>
                <a:cubicBezTo>
                  <a:pt x="427147" y="328257"/>
                  <a:pt x="489502" y="321256"/>
                  <a:pt x="536547" y="282938"/>
                </a:cubicBezTo>
                <a:cubicBezTo>
                  <a:pt x="604783" y="227351"/>
                  <a:pt x="615051" y="126958"/>
                  <a:pt x="559464" y="58723"/>
                </a:cubicBezTo>
                <a:cubicBezTo>
                  <a:pt x="503877" y="-9512"/>
                  <a:pt x="403484" y="-19780"/>
                  <a:pt x="335249" y="35807"/>
                </a:cubicBezTo>
                <a:cubicBezTo>
                  <a:pt x="288203" y="74125"/>
                  <a:pt x="268694" y="133772"/>
                  <a:pt x="279382" y="189499"/>
                </a:cubicBezTo>
                <a:lnTo>
                  <a:pt x="15215" y="404706"/>
                </a:lnTo>
                <a:lnTo>
                  <a:pt x="0" y="514433"/>
                </a:lnTo>
                <a:close/>
                <a:moveTo>
                  <a:pt x="435875" y="98254"/>
                </a:moveTo>
                <a:cubicBezTo>
                  <a:pt x="456177" y="81732"/>
                  <a:pt x="486001" y="84766"/>
                  <a:pt x="502523" y="105069"/>
                </a:cubicBezTo>
                <a:cubicBezTo>
                  <a:pt x="519045" y="125371"/>
                  <a:pt x="516012" y="155195"/>
                  <a:pt x="495709" y="171717"/>
                </a:cubicBezTo>
                <a:cubicBezTo>
                  <a:pt x="475406" y="188239"/>
                  <a:pt x="445583" y="185205"/>
                  <a:pt x="429061" y="164903"/>
                </a:cubicBezTo>
                <a:cubicBezTo>
                  <a:pt x="412539" y="144600"/>
                  <a:pt x="415572" y="114777"/>
                  <a:pt x="435875" y="9825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2778" name="Google Shape;2778;p72"/>
          <p:cNvGrpSpPr/>
          <p:nvPr/>
        </p:nvGrpSpPr>
        <p:grpSpPr>
          <a:xfrm>
            <a:off x="5170807" y="1423620"/>
            <a:ext cx="842400" cy="842400"/>
            <a:chOff x="6672195" y="1266257"/>
            <a:chExt cx="842400" cy="842400"/>
          </a:xfrm>
        </p:grpSpPr>
        <p:sp>
          <p:nvSpPr>
            <p:cNvPr id="2779" name="Google Shape;2779;p72"/>
            <p:cNvSpPr/>
            <p:nvPr/>
          </p:nvSpPr>
          <p:spPr>
            <a:xfrm>
              <a:off x="6672195" y="1266257"/>
              <a:ext cx="842400" cy="842400"/>
            </a:xfrm>
            <a:prstGeom prst="ellipse">
              <a:avLst/>
            </a:prstGeom>
            <a:solidFill>
              <a:schemeClr val="dk1"/>
            </a:solidFill>
            <a:ln>
              <a:noFill/>
            </a:ln>
            <a:effectLst>
              <a:outerShdw blurRad="76971" dist="38100" dir="5400000" algn="t" rotWithShape="0">
                <a:srgbClr val="000000">
                  <a:alpha val="40000"/>
                </a:srgbClr>
              </a:outerShdw>
            </a:effectLst>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0" name="Google Shape;2780;p72"/>
            <p:cNvPicPr preferRelativeResize="0"/>
            <p:nvPr/>
          </p:nvPicPr>
          <p:blipFill rotWithShape="1">
            <a:blip r:embed="rId6">
              <a:alphaModFix/>
            </a:blip>
            <a:srcRect/>
            <a:stretch/>
          </p:blipFill>
          <p:spPr>
            <a:xfrm>
              <a:off x="6766913" y="1322447"/>
              <a:ext cx="664318" cy="664318"/>
            </a:xfrm>
            <a:prstGeom prst="rect">
              <a:avLst/>
            </a:prstGeom>
            <a:noFill/>
            <a:ln>
              <a:noFill/>
            </a:ln>
          </p:spPr>
        </p:pic>
      </p:grpSp>
      <p:sp>
        <p:nvSpPr>
          <p:cNvPr id="2781" name="Google Shape;2781;p72"/>
          <p:cNvSpPr txBox="1"/>
          <p:nvPr/>
        </p:nvSpPr>
        <p:spPr>
          <a:xfrm>
            <a:off x="314910" y="5374691"/>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sp>
        <p:nvSpPr>
          <p:cNvPr id="2782" name="Google Shape;2782;p72"/>
          <p:cNvSpPr txBox="1"/>
          <p:nvPr/>
        </p:nvSpPr>
        <p:spPr>
          <a:xfrm>
            <a:off x="6052816" y="6549796"/>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87"/>
        <p:cNvGrpSpPr/>
        <p:nvPr/>
      </p:nvGrpSpPr>
      <p:grpSpPr>
        <a:xfrm>
          <a:off x="0" y="0"/>
          <a:ext cx="0" cy="0"/>
          <a:chOff x="0" y="0"/>
          <a:chExt cx="0" cy="0"/>
        </a:xfrm>
      </p:grpSpPr>
      <p:pic>
        <p:nvPicPr>
          <p:cNvPr id="2788" name="Google Shape;2788;p73"/>
          <p:cNvPicPr preferRelativeResize="0"/>
          <p:nvPr/>
        </p:nvPicPr>
        <p:blipFill rotWithShape="1">
          <a:blip r:embed="rId3">
            <a:alphaModFix/>
          </a:blip>
          <a:srcRect l="-1812" r="-1812"/>
          <a:stretch/>
        </p:blipFill>
        <p:spPr>
          <a:xfrm>
            <a:off x="567389" y="2100943"/>
            <a:ext cx="5287226" cy="3187616"/>
          </a:xfrm>
          <a:prstGeom prst="rect">
            <a:avLst/>
          </a:prstGeom>
          <a:solidFill>
            <a:srgbClr val="F4F8FB"/>
          </a:solidFill>
          <a:ln>
            <a:noFill/>
          </a:ln>
        </p:spPr>
      </p:pic>
      <p:sp>
        <p:nvSpPr>
          <p:cNvPr id="2789" name="Google Shape;2789;p73"/>
          <p:cNvSpPr txBox="1"/>
          <p:nvPr/>
        </p:nvSpPr>
        <p:spPr>
          <a:xfrm>
            <a:off x="579809" y="0"/>
            <a:ext cx="11001004" cy="809625"/>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1400"/>
              <a:buFont typeface="Arial"/>
              <a:buNone/>
            </a:pPr>
            <a:r>
              <a:rPr lang="en-US" sz="2800" b="0" i="0" u="none" strike="noStrike" cap="none">
                <a:solidFill>
                  <a:schemeClr val="dk1"/>
                </a:solidFill>
                <a:latin typeface="Arial"/>
                <a:ea typeface="Arial"/>
                <a:cs typeface="Arial"/>
                <a:sym typeface="Arial"/>
              </a:rPr>
              <a:t>vSAN-to-vSAN Data Protection with Deep Snapshots</a:t>
            </a:r>
            <a:endParaRPr sz="2800" b="0" i="0" u="none" strike="noStrike" cap="none">
              <a:solidFill>
                <a:srgbClr val="000000"/>
              </a:solidFill>
              <a:latin typeface="Arial"/>
              <a:ea typeface="Arial"/>
              <a:cs typeface="Arial"/>
              <a:sym typeface="Arial"/>
            </a:endParaRPr>
          </a:p>
        </p:txBody>
      </p:sp>
      <p:sp>
        <p:nvSpPr>
          <p:cNvPr id="2790" name="Google Shape;2790;p73"/>
          <p:cNvSpPr txBox="1"/>
          <p:nvPr/>
        </p:nvSpPr>
        <p:spPr>
          <a:xfrm>
            <a:off x="592868" y="809625"/>
            <a:ext cx="10962687" cy="2477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66666"/>
              </a:buClr>
              <a:buSzPts val="1798"/>
              <a:buFont typeface="Arial"/>
              <a:buNone/>
            </a:pPr>
            <a:r>
              <a:rPr lang="en-US" sz="1998" b="0" i="0" u="none" strike="noStrike" cap="none">
                <a:solidFill>
                  <a:schemeClr val="accent1"/>
                </a:solidFill>
                <a:latin typeface="Arial"/>
                <a:ea typeface="Arial"/>
                <a:cs typeface="Arial"/>
                <a:sym typeface="Arial"/>
              </a:rPr>
              <a:t>Elevate Data Security and Recovery with Deep vSAN-vSAN Replication</a:t>
            </a:r>
            <a:endParaRPr sz="1400" b="0" i="0" u="none" strike="noStrike" cap="none">
              <a:solidFill>
                <a:srgbClr val="000000"/>
              </a:solidFill>
              <a:latin typeface="Arial"/>
              <a:ea typeface="Arial"/>
              <a:cs typeface="Arial"/>
              <a:sym typeface="Arial"/>
            </a:endParaRPr>
          </a:p>
        </p:txBody>
      </p:sp>
      <p:pic>
        <p:nvPicPr>
          <p:cNvPr id="2791" name="Google Shape;2791;p73"/>
          <p:cNvPicPr preferRelativeResize="0"/>
          <p:nvPr/>
        </p:nvPicPr>
        <p:blipFill rotWithShape="1">
          <a:blip r:embed="rId4">
            <a:alphaModFix amt="51000"/>
          </a:blip>
          <a:srcRect l="34345" t="62835" b="-4513"/>
          <a:stretch/>
        </p:blipFill>
        <p:spPr>
          <a:xfrm>
            <a:off x="0" y="5338324"/>
            <a:ext cx="7929349" cy="980590"/>
          </a:xfrm>
          <a:prstGeom prst="rect">
            <a:avLst/>
          </a:prstGeom>
          <a:noFill/>
          <a:ln>
            <a:noFill/>
          </a:ln>
        </p:spPr>
      </p:pic>
      <p:grpSp>
        <p:nvGrpSpPr>
          <p:cNvPr id="2792" name="Google Shape;2792;p73"/>
          <p:cNvGrpSpPr/>
          <p:nvPr/>
        </p:nvGrpSpPr>
        <p:grpSpPr>
          <a:xfrm>
            <a:off x="114628" y="1880073"/>
            <a:ext cx="6197879" cy="3863189"/>
            <a:chOff x="125386" y="1038585"/>
            <a:chExt cx="7772400" cy="4844599"/>
          </a:xfrm>
        </p:grpSpPr>
        <p:pic>
          <p:nvPicPr>
            <p:cNvPr id="2793" name="Google Shape;2793;p73" descr="A close-up of a computer&#10;&#10;Description automatically generated"/>
            <p:cNvPicPr preferRelativeResize="0"/>
            <p:nvPr/>
          </p:nvPicPr>
          <p:blipFill rotWithShape="1">
            <a:blip r:embed="rId5">
              <a:alphaModFix/>
            </a:blip>
            <a:srcRect t="19013"/>
            <a:stretch/>
          </p:blipFill>
          <p:spPr>
            <a:xfrm>
              <a:off x="125386" y="2119813"/>
              <a:ext cx="7772400" cy="3763371"/>
            </a:xfrm>
            <a:prstGeom prst="rect">
              <a:avLst/>
            </a:prstGeom>
            <a:noFill/>
            <a:ln>
              <a:noFill/>
            </a:ln>
          </p:spPr>
        </p:pic>
        <p:pic>
          <p:nvPicPr>
            <p:cNvPr id="2794" name="Google Shape;2794;p73" descr="A close-up of a computer&#10;&#10;Description automatically generated"/>
            <p:cNvPicPr preferRelativeResize="0"/>
            <p:nvPr/>
          </p:nvPicPr>
          <p:blipFill rotWithShape="1">
            <a:blip r:embed="rId5">
              <a:alphaModFix/>
            </a:blip>
            <a:srcRect b="65764"/>
            <a:stretch/>
          </p:blipFill>
          <p:spPr>
            <a:xfrm>
              <a:off x="125386" y="1038585"/>
              <a:ext cx="7772400" cy="1590936"/>
            </a:xfrm>
            <a:prstGeom prst="rect">
              <a:avLst/>
            </a:prstGeom>
            <a:noFill/>
            <a:ln>
              <a:noFill/>
            </a:ln>
          </p:spPr>
        </p:pic>
      </p:grpSp>
      <p:sp>
        <p:nvSpPr>
          <p:cNvPr id="2795" name="Google Shape;2795;p73"/>
          <p:cNvSpPr/>
          <p:nvPr/>
        </p:nvSpPr>
        <p:spPr>
          <a:xfrm>
            <a:off x="467628" y="1681051"/>
            <a:ext cx="2594631" cy="362582"/>
          </a:xfrm>
          <a:prstGeom prst="roundRect">
            <a:avLst>
              <a:gd name="adj" fmla="val 50000"/>
            </a:avLst>
          </a:prstGeom>
          <a:solidFill>
            <a:schemeClr val="dk1"/>
          </a:solidFill>
          <a:ln>
            <a:noFill/>
          </a:ln>
        </p:spPr>
        <p:txBody>
          <a:bodyPr spcFirstLastPara="1" wrap="square" lIns="91350" tIns="91350" rIns="91350" bIns="9135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vSAN Data Protection</a:t>
            </a:r>
            <a:endParaRPr sz="1400" b="0" i="0" u="none" strike="noStrike" cap="none">
              <a:solidFill>
                <a:srgbClr val="000000"/>
              </a:solidFill>
              <a:latin typeface="Arial"/>
              <a:ea typeface="Arial"/>
              <a:cs typeface="Arial"/>
              <a:sym typeface="Arial"/>
            </a:endParaRPr>
          </a:p>
        </p:txBody>
      </p:sp>
      <p:sp>
        <p:nvSpPr>
          <p:cNvPr id="2796" name="Google Shape;2796;p73"/>
          <p:cNvSpPr txBox="1"/>
          <p:nvPr/>
        </p:nvSpPr>
        <p:spPr>
          <a:xfrm>
            <a:off x="6440414" y="1673150"/>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Customer Benefits</a:t>
            </a:r>
            <a:endParaRPr sz="1400" b="1" i="0" u="none" strike="noStrike" cap="none">
              <a:solidFill>
                <a:schemeClr val="accent3"/>
              </a:solidFill>
              <a:latin typeface="Arial"/>
              <a:ea typeface="Arial"/>
              <a:cs typeface="Arial"/>
              <a:sym typeface="Arial"/>
            </a:endParaRPr>
          </a:p>
        </p:txBody>
      </p:sp>
      <p:sp>
        <p:nvSpPr>
          <p:cNvPr id="2797" name="Google Shape;2797;p73"/>
          <p:cNvSpPr txBox="1"/>
          <p:nvPr/>
        </p:nvSpPr>
        <p:spPr>
          <a:xfrm>
            <a:off x="6440414" y="1908144"/>
            <a:ext cx="5581797" cy="1338828"/>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Quick Data Recovery: Restore data with deep, 200-level snapshots.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Efficient Site Recovery: Rapidly recover from failures with low-RPO orchestration.</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600"/>
              </a:spcAft>
              <a:buClr>
                <a:schemeClr val="accent4"/>
              </a:buClr>
              <a:buSzPts val="1200"/>
              <a:buFont typeface="Arial"/>
              <a:buChar char="•"/>
            </a:pPr>
            <a:r>
              <a:rPr lang="en-US" sz="1200" b="0" i="0" u="none" strike="noStrike" cap="none">
                <a:solidFill>
                  <a:schemeClr val="dk1"/>
                </a:solidFill>
                <a:latin typeface="Arial"/>
                <a:ea typeface="Arial"/>
                <a:cs typeface="Arial"/>
                <a:sym typeface="Arial"/>
              </a:rPr>
              <a:t>Unified Management: Seamlessly control snapshots and DR in one system.</a:t>
            </a:r>
            <a:endParaRPr sz="1400" b="0" i="0" u="none" strike="noStrike" cap="none">
              <a:solidFill>
                <a:srgbClr val="000000"/>
              </a:solidFill>
              <a:latin typeface="Arial"/>
              <a:ea typeface="Arial"/>
              <a:cs typeface="Arial"/>
              <a:sym typeface="Arial"/>
            </a:endParaRPr>
          </a:p>
        </p:txBody>
      </p:sp>
      <p:sp>
        <p:nvSpPr>
          <p:cNvPr id="2798" name="Google Shape;2798;p73"/>
          <p:cNvSpPr txBox="1"/>
          <p:nvPr/>
        </p:nvSpPr>
        <p:spPr>
          <a:xfrm>
            <a:off x="6440414" y="3337489"/>
            <a:ext cx="4139971" cy="200376"/>
          </a:xfrm>
          <a:prstGeom prst="rect">
            <a:avLst/>
          </a:prstGeom>
          <a:noFill/>
          <a:ln>
            <a:noFill/>
          </a:ln>
        </p:spPr>
        <p:txBody>
          <a:bodyPr spcFirstLastPara="1" wrap="square" lIns="0" tIns="0" rIns="0" bIns="0" anchor="t" anchorCtr="0">
            <a:spAutoFit/>
          </a:bodyPr>
          <a:lstStyle/>
          <a:p>
            <a:pPr marL="0" marR="0" lvl="0" indent="0" algn="l" rtl="0">
              <a:lnSpc>
                <a:spcPct val="93000"/>
              </a:lnSpc>
              <a:spcBef>
                <a:spcPts val="0"/>
              </a:spcBef>
              <a:spcAft>
                <a:spcPts val="0"/>
              </a:spcAft>
              <a:buClr>
                <a:srgbClr val="000000"/>
              </a:buClr>
              <a:buSzPts val="1400"/>
              <a:buFont typeface="Arial"/>
              <a:buNone/>
            </a:pPr>
            <a:r>
              <a:rPr lang="en-US" sz="1400" b="1" i="0" u="none" strike="noStrike" cap="none">
                <a:solidFill>
                  <a:schemeClr val="accent3"/>
                </a:solidFill>
                <a:latin typeface="Arial"/>
                <a:ea typeface="Arial"/>
                <a:cs typeface="Arial"/>
                <a:sym typeface="Arial"/>
              </a:rPr>
              <a:t>Key Attributes</a:t>
            </a:r>
            <a:endParaRPr sz="1400" b="1" i="0" u="none" strike="noStrike" cap="none">
              <a:solidFill>
                <a:schemeClr val="accent3"/>
              </a:solidFill>
              <a:latin typeface="Arial"/>
              <a:ea typeface="Arial"/>
              <a:cs typeface="Arial"/>
              <a:sym typeface="Arial"/>
            </a:endParaRPr>
          </a:p>
        </p:txBody>
      </p:sp>
      <p:sp>
        <p:nvSpPr>
          <p:cNvPr id="2799" name="Google Shape;2799;p73"/>
          <p:cNvSpPr txBox="1"/>
          <p:nvPr/>
        </p:nvSpPr>
        <p:spPr>
          <a:xfrm>
            <a:off x="6440415" y="3707767"/>
            <a:ext cx="5633782" cy="2668423"/>
          </a:xfrm>
          <a:prstGeom prst="rect">
            <a:avLst/>
          </a:prstGeom>
          <a:noFill/>
          <a:ln>
            <a:noFill/>
          </a:ln>
        </p:spPr>
        <p:txBody>
          <a:bodyPr spcFirstLastPara="1" wrap="square" lIns="0" tIns="0" rIns="274300" bIns="0" anchor="t" anchorCtr="0">
            <a:spAutoFit/>
          </a:bodyPr>
          <a:lstStyle/>
          <a:p>
            <a:pPr marL="285750" marR="0" lvl="0" indent="-285750" algn="l" rtl="0">
              <a:lnSpc>
                <a:spcPct val="120000"/>
              </a:lnSpc>
              <a:spcBef>
                <a:spcPts val="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Deep Snapshot Chain</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Support up to 200 snapshots in a chain, allowing comprehensive data protection and recovery. Efficient local snapshots accelerate recovery while conserving storage.</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Integrated DR Orchestration</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Combine low-RPO Disaster Recovery with SRM and vSAN Max, ensuring rapid and reliable site recovery. Manage protection groups with multiple VMs seamlessly, reducing complexity in disaster scenarios.</a:t>
            </a:r>
            <a:endParaRPr sz="1400" b="0" i="0" u="none" strike="noStrike" cap="none">
              <a:solidFill>
                <a:srgbClr val="000000"/>
              </a:solidFill>
              <a:latin typeface="Arial"/>
              <a:ea typeface="Arial"/>
              <a:cs typeface="Arial"/>
              <a:sym typeface="Arial"/>
            </a:endParaRPr>
          </a:p>
          <a:p>
            <a:pPr marL="285750" marR="0" lvl="0" indent="-285750" algn="l" rtl="0">
              <a:lnSpc>
                <a:spcPct val="120000"/>
              </a:lnSpc>
              <a:spcBef>
                <a:spcPts val="600"/>
              </a:spcBef>
              <a:spcAft>
                <a:spcPts val="600"/>
              </a:spcAft>
              <a:buClr>
                <a:schemeClr val="accent4"/>
              </a:buClr>
              <a:buSzPts val="1200"/>
              <a:buFont typeface="Arial"/>
              <a:buChar char="•"/>
            </a:pPr>
            <a:r>
              <a:rPr lang="en-US" sz="1200" b="0" i="0" u="none" strike="noStrike" cap="none">
                <a:solidFill>
                  <a:schemeClr val="accent3"/>
                </a:solidFill>
                <a:latin typeface="Arial"/>
                <a:ea typeface="Arial"/>
                <a:cs typeface="Arial"/>
                <a:sym typeface="Arial"/>
              </a:rPr>
              <a:t>Streamlined Management</a:t>
            </a:r>
            <a:r>
              <a:rPr lang="en-US" sz="1200" b="0" i="0" u="none" strike="noStrike" cap="none">
                <a:solidFill>
                  <a:schemeClr val="accent1"/>
                </a:solidFill>
                <a:latin typeface="Arial"/>
                <a:ea typeface="Arial"/>
                <a:cs typeface="Arial"/>
                <a:sym typeface="Arial"/>
              </a:rPr>
              <a:t>: </a:t>
            </a:r>
            <a:r>
              <a:rPr lang="en-US" sz="1200" b="0" i="0" u="none" strike="noStrike" cap="none">
                <a:solidFill>
                  <a:schemeClr val="dk1"/>
                </a:solidFill>
                <a:latin typeface="Arial"/>
                <a:ea typeface="Arial"/>
                <a:cs typeface="Arial"/>
                <a:sym typeface="Arial"/>
              </a:rPr>
              <a:t>Streamline disaster recovery and snapshot management through a single SRM/vR/Snap interface, providing centralized control and simplifying complex replication tasks across environments.</a:t>
            </a:r>
            <a:endParaRPr sz="1400" b="0" i="0" u="none" strike="noStrike" cap="none">
              <a:solidFill>
                <a:srgbClr val="000000"/>
              </a:solidFill>
              <a:latin typeface="Arial"/>
              <a:ea typeface="Arial"/>
              <a:cs typeface="Arial"/>
              <a:sym typeface="Arial"/>
            </a:endParaRPr>
          </a:p>
        </p:txBody>
      </p:sp>
      <p:sp>
        <p:nvSpPr>
          <p:cNvPr id="2800" name="Google Shape;2800;p73"/>
          <p:cNvSpPr/>
          <p:nvPr/>
        </p:nvSpPr>
        <p:spPr>
          <a:xfrm flipH="1">
            <a:off x="6440414" y="1524641"/>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801" name="Google Shape;2801;p73"/>
          <p:cNvSpPr/>
          <p:nvPr/>
        </p:nvSpPr>
        <p:spPr>
          <a:xfrm flipH="1">
            <a:off x="6440414" y="3188980"/>
            <a:ext cx="5748411" cy="1592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grpSp>
        <p:nvGrpSpPr>
          <p:cNvPr id="2802" name="Google Shape;2802;p73"/>
          <p:cNvGrpSpPr/>
          <p:nvPr/>
        </p:nvGrpSpPr>
        <p:grpSpPr>
          <a:xfrm>
            <a:off x="5327211" y="1478618"/>
            <a:ext cx="842400" cy="842400"/>
            <a:chOff x="6672195" y="1266257"/>
            <a:chExt cx="842400" cy="842400"/>
          </a:xfrm>
        </p:grpSpPr>
        <p:sp>
          <p:nvSpPr>
            <p:cNvPr id="2803" name="Google Shape;2803;p73"/>
            <p:cNvSpPr/>
            <p:nvPr/>
          </p:nvSpPr>
          <p:spPr>
            <a:xfrm>
              <a:off x="6672195" y="1266257"/>
              <a:ext cx="842400" cy="842400"/>
            </a:xfrm>
            <a:prstGeom prst="ellipse">
              <a:avLst/>
            </a:prstGeom>
            <a:solidFill>
              <a:schemeClr val="dk1"/>
            </a:solidFill>
            <a:ln>
              <a:noFill/>
            </a:ln>
            <a:effectLst>
              <a:outerShdw blurRad="76971" dist="38100" dir="5400000" algn="t" rotWithShape="0">
                <a:srgbClr val="000000">
                  <a:alpha val="40000"/>
                </a:srgbClr>
              </a:outerShdw>
            </a:effectLst>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04" name="Google Shape;2804;p73"/>
            <p:cNvPicPr preferRelativeResize="0"/>
            <p:nvPr/>
          </p:nvPicPr>
          <p:blipFill rotWithShape="1">
            <a:blip r:embed="rId6">
              <a:alphaModFix/>
            </a:blip>
            <a:srcRect/>
            <a:stretch/>
          </p:blipFill>
          <p:spPr>
            <a:xfrm>
              <a:off x="6766913" y="1322447"/>
              <a:ext cx="664318" cy="664318"/>
            </a:xfrm>
            <a:prstGeom prst="rect">
              <a:avLst/>
            </a:prstGeom>
            <a:noFill/>
            <a:ln>
              <a:noFill/>
            </a:ln>
          </p:spPr>
        </p:pic>
      </p:grpSp>
      <p:sp>
        <p:nvSpPr>
          <p:cNvPr id="2805" name="Google Shape;2805;p73"/>
          <p:cNvSpPr/>
          <p:nvPr/>
        </p:nvSpPr>
        <p:spPr>
          <a:xfrm>
            <a:off x="8887913" y="200972"/>
            <a:ext cx="3300912" cy="530590"/>
          </a:xfrm>
          <a:custGeom>
            <a:avLst/>
            <a:gdLst/>
            <a:ahLst/>
            <a:cxnLst/>
            <a:rect l="l" t="t" r="r" b="b"/>
            <a:pathLst>
              <a:path w="3300912" h="530590" extrusionOk="0">
                <a:moveTo>
                  <a:pt x="265295" y="0"/>
                </a:moveTo>
                <a:lnTo>
                  <a:pt x="890708" y="0"/>
                </a:lnTo>
                <a:lnTo>
                  <a:pt x="2888944" y="0"/>
                </a:lnTo>
                <a:lnTo>
                  <a:pt x="3300912" y="0"/>
                </a:lnTo>
                <a:lnTo>
                  <a:pt x="3300912" y="530590"/>
                </a:lnTo>
                <a:lnTo>
                  <a:pt x="2888944" y="530590"/>
                </a:lnTo>
                <a:lnTo>
                  <a:pt x="890708" y="530590"/>
                </a:lnTo>
                <a:lnTo>
                  <a:pt x="265295" y="530590"/>
                </a:lnTo>
                <a:cubicBezTo>
                  <a:pt x="118777" y="530590"/>
                  <a:pt x="0" y="411813"/>
                  <a:pt x="0" y="265295"/>
                </a:cubicBezTo>
                <a:cubicBezTo>
                  <a:pt x="0" y="118777"/>
                  <a:pt x="118777" y="0"/>
                  <a:pt x="265295" y="0"/>
                </a:cubicBezTo>
                <a:close/>
              </a:path>
            </a:pathLst>
          </a:custGeom>
          <a:gradFill>
            <a:gsLst>
              <a:gs pos="0">
                <a:schemeClr val="accent5"/>
              </a:gs>
              <a:gs pos="52000">
                <a:srgbClr val="7030A0"/>
              </a:gs>
              <a:gs pos="98000">
                <a:schemeClr val="accent2"/>
              </a:gs>
              <a:gs pos="100000">
                <a:schemeClr val="accent2"/>
              </a:gs>
            </a:gsLst>
            <a:lin ang="0" scaled="0"/>
          </a:gra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200"/>
              <a:buFont typeface="Arial"/>
              <a:buNone/>
            </a:pPr>
            <a:endParaRPr sz="1400" b="0" i="0" u="none" strike="noStrike" cap="none">
              <a:solidFill>
                <a:srgbClr val="000000"/>
              </a:solidFill>
              <a:latin typeface="Arial"/>
              <a:ea typeface="Arial"/>
              <a:cs typeface="Arial"/>
              <a:sym typeface="Arial"/>
            </a:endParaRPr>
          </a:p>
        </p:txBody>
      </p:sp>
      <p:sp>
        <p:nvSpPr>
          <p:cNvPr id="2806" name="Google Shape;2806;p73"/>
          <p:cNvSpPr/>
          <p:nvPr/>
        </p:nvSpPr>
        <p:spPr>
          <a:xfrm>
            <a:off x="8918853" y="224458"/>
            <a:ext cx="482356" cy="482356"/>
          </a:xfrm>
          <a:prstGeom prst="ellipse">
            <a:avLst/>
          </a:prstGeom>
          <a:solidFill>
            <a:schemeClr val="dk1"/>
          </a:solidFill>
          <a:ln>
            <a:noFill/>
          </a:ln>
        </p:spPr>
        <p:txBody>
          <a:bodyPr spcFirstLastPara="1" wrap="square" lIns="182875" tIns="91375" rIns="91375" bIns="91375" anchor="ctr" anchorCtr="0">
            <a:noAutofit/>
          </a:bodyPr>
          <a:lstStyle/>
          <a:p>
            <a:pPr marL="0" marR="0" lvl="0" indent="0" algn="r" rtl="0">
              <a:lnSpc>
                <a:spcPct val="13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7" name="Google Shape;2807;p73"/>
          <p:cNvSpPr txBox="1"/>
          <p:nvPr/>
        </p:nvSpPr>
        <p:spPr>
          <a:xfrm>
            <a:off x="9555629" y="343121"/>
            <a:ext cx="2590274" cy="22309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chemeClr val="lt2"/>
                </a:solidFill>
                <a:latin typeface="Arial"/>
                <a:ea typeface="Arial"/>
                <a:cs typeface="Arial"/>
                <a:sym typeface="Arial"/>
              </a:rPr>
              <a:t>Security and Resilience</a:t>
            </a:r>
            <a:endParaRPr sz="1400" b="0" i="0" u="none" strike="noStrike" cap="none">
              <a:solidFill>
                <a:srgbClr val="000000"/>
              </a:solidFill>
              <a:latin typeface="Arial"/>
              <a:ea typeface="Arial"/>
              <a:cs typeface="Arial"/>
              <a:sym typeface="Arial"/>
            </a:endParaRPr>
          </a:p>
        </p:txBody>
      </p:sp>
      <p:sp>
        <p:nvSpPr>
          <p:cNvPr id="2808" name="Google Shape;2808;p73"/>
          <p:cNvSpPr/>
          <p:nvPr/>
        </p:nvSpPr>
        <p:spPr>
          <a:xfrm>
            <a:off x="9010401" y="324003"/>
            <a:ext cx="299261" cy="258718"/>
          </a:xfrm>
          <a:custGeom>
            <a:avLst/>
            <a:gdLst/>
            <a:ahLst/>
            <a:cxnLst/>
            <a:rect l="l" t="t" r="r" b="b"/>
            <a:pathLst>
              <a:path w="595270" h="521761" extrusionOk="0">
                <a:moveTo>
                  <a:pt x="0" y="514433"/>
                </a:moveTo>
                <a:lnTo>
                  <a:pt x="110567" y="521761"/>
                </a:lnTo>
                <a:lnTo>
                  <a:pt x="132317" y="504026"/>
                </a:lnTo>
                <a:lnTo>
                  <a:pt x="135537" y="442651"/>
                </a:lnTo>
                <a:lnTo>
                  <a:pt x="196305" y="451892"/>
                </a:lnTo>
                <a:lnTo>
                  <a:pt x="199525" y="390518"/>
                </a:lnTo>
                <a:lnTo>
                  <a:pt x="260293" y="399759"/>
                </a:lnTo>
                <a:lnTo>
                  <a:pt x="374734" y="306554"/>
                </a:lnTo>
                <a:cubicBezTo>
                  <a:pt x="427147" y="328257"/>
                  <a:pt x="489502" y="321256"/>
                  <a:pt x="536547" y="282938"/>
                </a:cubicBezTo>
                <a:cubicBezTo>
                  <a:pt x="604783" y="227351"/>
                  <a:pt x="615051" y="126958"/>
                  <a:pt x="559464" y="58723"/>
                </a:cubicBezTo>
                <a:cubicBezTo>
                  <a:pt x="503877" y="-9512"/>
                  <a:pt x="403484" y="-19780"/>
                  <a:pt x="335249" y="35807"/>
                </a:cubicBezTo>
                <a:cubicBezTo>
                  <a:pt x="288203" y="74125"/>
                  <a:pt x="268694" y="133772"/>
                  <a:pt x="279382" y="189499"/>
                </a:cubicBezTo>
                <a:lnTo>
                  <a:pt x="15215" y="404706"/>
                </a:lnTo>
                <a:lnTo>
                  <a:pt x="0" y="514433"/>
                </a:lnTo>
                <a:close/>
                <a:moveTo>
                  <a:pt x="435875" y="98254"/>
                </a:moveTo>
                <a:cubicBezTo>
                  <a:pt x="456177" y="81732"/>
                  <a:pt x="486001" y="84766"/>
                  <a:pt x="502523" y="105069"/>
                </a:cubicBezTo>
                <a:cubicBezTo>
                  <a:pt x="519045" y="125371"/>
                  <a:pt x="516012" y="155195"/>
                  <a:pt x="495709" y="171717"/>
                </a:cubicBezTo>
                <a:cubicBezTo>
                  <a:pt x="475406" y="188239"/>
                  <a:pt x="445583" y="185205"/>
                  <a:pt x="429061" y="164903"/>
                </a:cubicBezTo>
                <a:cubicBezTo>
                  <a:pt x="412539" y="144600"/>
                  <a:pt x="415572" y="114777"/>
                  <a:pt x="435875" y="98254"/>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809" name="Google Shape;2809;p73"/>
          <p:cNvSpPr txBox="1"/>
          <p:nvPr/>
        </p:nvSpPr>
        <p:spPr>
          <a:xfrm>
            <a:off x="314909" y="5391719"/>
            <a:ext cx="1353738"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000000"/>
                </a:solidFill>
                <a:latin typeface="Arial"/>
                <a:ea typeface="Arial"/>
                <a:cs typeface="Arial"/>
                <a:sym typeface="Arial"/>
              </a:rPr>
              <a:t>The image is for illustration only</a:t>
            </a:r>
            <a:endParaRPr sz="1800" b="0" i="0" u="none" strike="noStrike" cap="none">
              <a:solidFill>
                <a:schemeClr val="dk1"/>
              </a:solidFill>
              <a:latin typeface="Arial"/>
              <a:ea typeface="Arial"/>
              <a:cs typeface="Arial"/>
              <a:sym typeface="Arial"/>
            </a:endParaRPr>
          </a:p>
        </p:txBody>
      </p:sp>
      <p:sp>
        <p:nvSpPr>
          <p:cNvPr id="2810" name="Google Shape;2810;p73"/>
          <p:cNvSpPr txBox="1"/>
          <p:nvPr/>
        </p:nvSpPr>
        <p:spPr>
          <a:xfrm>
            <a:off x="6052816" y="6549796"/>
            <a:ext cx="6093087" cy="33851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The information in this presentation is for informational purposes only and may not be incorporated</a:t>
            </a:r>
            <a:endParaRPr sz="800" b="0" i="0" u="none" strike="noStrike" cap="none">
              <a:solidFill>
                <a:srgbClr val="3F3F3F"/>
              </a:solidFill>
              <a:latin typeface="Arial"/>
              <a:ea typeface="Arial"/>
              <a:cs typeface="Arial"/>
              <a:sym typeface="Arial"/>
            </a:endParaRPr>
          </a:p>
          <a:p>
            <a:pPr marL="0" marR="0" lvl="0" indent="0" algn="r" rtl="0">
              <a:lnSpc>
                <a:spcPct val="100000"/>
              </a:lnSpc>
              <a:spcBef>
                <a:spcPts val="0"/>
              </a:spcBef>
              <a:spcAft>
                <a:spcPts val="0"/>
              </a:spcAft>
              <a:buClr>
                <a:srgbClr val="3F3F3F"/>
              </a:buClr>
              <a:buSzPts val="800"/>
              <a:buFont typeface="Arial"/>
              <a:buNone/>
            </a:pPr>
            <a:r>
              <a:rPr lang="en-US" sz="800" b="0" i="0" u="none" strike="noStrike" cap="none">
                <a:solidFill>
                  <a:srgbClr val="3F3F3F"/>
                </a:solidFill>
                <a:latin typeface="Arial"/>
                <a:ea typeface="Arial"/>
                <a:cs typeface="Arial"/>
                <a:sym typeface="Arial"/>
              </a:rPr>
              <a:t>into any contract. There is no commitment or obligation to deliver any items presented herein</a:t>
            </a:r>
            <a:endParaRPr sz="800" b="0" i="0" u="none" strike="noStrike" cap="none">
              <a:solidFill>
                <a:srgbClr val="3F3F3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4"/>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VMware_white_16x9_2024">
  <a:themeElements>
    <a:clrScheme name="Custom 9">
      <a:dk1>
        <a:srgbClr val="000000"/>
      </a:dk1>
      <a:lt1>
        <a:srgbClr val="FFFFFF"/>
      </a:lt1>
      <a:dk2>
        <a:srgbClr val="1B1E35"/>
      </a:dk2>
      <a:lt2>
        <a:srgbClr val="F2F2F2"/>
      </a:lt2>
      <a:accent1>
        <a:srgbClr val="007A86"/>
      </a:accent1>
      <a:accent2>
        <a:srgbClr val="005B84"/>
      </a:accent2>
      <a:accent3>
        <a:srgbClr val="0193C2"/>
      </a:accent3>
      <a:accent4>
        <a:srgbClr val="61A00A"/>
      </a:accent4>
      <a:accent5>
        <a:srgbClr val="6C4B8F"/>
      </a:accent5>
      <a:accent6>
        <a:srgbClr val="EDB516"/>
      </a:accent6>
      <a:hlink>
        <a:srgbClr val="005B84"/>
      </a:hlink>
      <a:folHlink>
        <a:srgbClr val="005A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VMware_white_16x9_2024">
  <a:themeElements>
    <a:clrScheme name="Custom 9">
      <a:dk1>
        <a:srgbClr val="000000"/>
      </a:dk1>
      <a:lt1>
        <a:srgbClr val="FFFFFF"/>
      </a:lt1>
      <a:dk2>
        <a:srgbClr val="1B1E35"/>
      </a:dk2>
      <a:lt2>
        <a:srgbClr val="F2F2F2"/>
      </a:lt2>
      <a:accent1>
        <a:srgbClr val="007A86"/>
      </a:accent1>
      <a:accent2>
        <a:srgbClr val="005B84"/>
      </a:accent2>
      <a:accent3>
        <a:srgbClr val="0193C2"/>
      </a:accent3>
      <a:accent4>
        <a:srgbClr val="61A00A"/>
      </a:accent4>
      <a:accent5>
        <a:srgbClr val="6C4B8F"/>
      </a:accent5>
      <a:accent6>
        <a:srgbClr val="EDB516"/>
      </a:accent6>
      <a:hlink>
        <a:srgbClr val="005B84"/>
      </a:hlink>
      <a:folHlink>
        <a:srgbClr val="005A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rgbClr val="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6544</Words>
  <Application>Microsoft Macintosh PowerPoint</Application>
  <PresentationFormat>Custom</PresentationFormat>
  <Paragraphs>537</Paragraphs>
  <Slides>24</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Montserrat Light</vt:lpstr>
      <vt:lpstr>NTR</vt:lpstr>
      <vt:lpstr>Helvetica Neue</vt:lpstr>
      <vt:lpstr>Open Sans</vt:lpstr>
      <vt:lpstr>VMware_white_16x9_2024</vt:lpstr>
      <vt:lpstr>VMware_white_16x9_2024</vt:lpstr>
      <vt:lpstr>Disclaimer</vt:lpstr>
      <vt:lpstr>VMware Cloud Foundation 9</vt:lpstr>
      <vt:lpstr>Your Current Cloud Strategy is Not Working</vt:lpstr>
      <vt:lpstr>PowerPoint Presentation</vt:lpstr>
      <vt:lpstr>PowerPoint Presentation</vt:lpstr>
      <vt:lpstr>VMware Cloud Foundation – The Private Cloud Platform </vt:lpstr>
      <vt:lpstr>VMware Cloud Foundation – The Private Cloud Platform </vt:lpstr>
      <vt:lpstr>PowerPoint Presentation</vt:lpstr>
      <vt:lpstr>VMware Cloud Foundation 9 – The Unified Platform</vt:lpstr>
      <vt:lpstr>VMware Cloud Foundation 9 – Business Outcomes</vt:lpstr>
      <vt:lpstr>A Unified Platform for Operations and Automation</vt:lpstr>
      <vt:lpstr>Build, Deploy and Operate the Private Cloud With Ease</vt:lpstr>
      <vt:lpstr>Drive A Modern Developer Experience and Consumption Model </vt:lpstr>
      <vt:lpstr>PowerPoint Presentation</vt:lpstr>
      <vt:lpstr>PowerPoint Presentation</vt:lpstr>
      <vt:lpstr>Leverage an Integrated IaaS Platform with a Rich Set of Services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Steven Wishman</dc:creator>
  <cp:lastModifiedBy>Sonali Desai</cp:lastModifiedBy>
  <cp:revision>1</cp:revision>
  <dcterms:created xsi:type="dcterms:W3CDTF">2024-08-12T19:14:39Z</dcterms:created>
  <dcterms:modified xsi:type="dcterms:W3CDTF">2024-09-16T16:11:53Z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0x0101008B3F91C0C4ECEE479555FEA4A4EB2B48</vt:lpwstr>
  </property>
  <property fmtid="{D5CDD505-2E9C-101B-9397-08002B2CF9AE}" pid="3" name="MediaServiceImageTags">
    <vt:lpwstr/>
  </property>
</Properties>
</file>